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660" r:id="rId5"/>
    <p:sldMasterId id="2147483674" r:id="rId6"/>
    <p:sldMasterId id="2147483707"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Lst>
  <p:sldSz cy="6858000" cx="12192000"/>
  <p:notesSz cx="6858000" cy="9144000"/>
  <p:embeddedFontLst>
    <p:embeddedFont>
      <p:font typeface="Libre Franklin"/>
      <p:regular r:id="rId34"/>
      <p:bold r:id="rId35"/>
      <p:italic r:id="rId36"/>
      <p:boldItalic r:id="rId37"/>
    </p:embeddedFont>
    <p:embeddedFont>
      <p:font typeface="Franklin Gothic"/>
      <p:bold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9" roundtripDataSignature="AMtx7mgie8eAPLv8DsrIHKQK79VJJqATs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7A24740-11F1-4CA5-BA5C-C9C8E40181E7}">
  <a:tblStyle styleId="{07A24740-11F1-4CA5-BA5C-C9C8E40181E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C7332252-7C45-449A-A88A-A1061E6E8F99}"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5.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1.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11" Type="http://schemas.openxmlformats.org/officeDocument/2006/relationships/slide" Target="slides/slide3.xml"/><Relationship Id="rId33" Type="http://schemas.openxmlformats.org/officeDocument/2006/relationships/slide" Target="slides/slide25.xml"/><Relationship Id="rId10" Type="http://schemas.openxmlformats.org/officeDocument/2006/relationships/slide" Target="slides/slide2.xml"/><Relationship Id="rId32" Type="http://schemas.openxmlformats.org/officeDocument/2006/relationships/slide" Target="slides/slide24.xml"/><Relationship Id="rId13" Type="http://schemas.openxmlformats.org/officeDocument/2006/relationships/slide" Target="slides/slide5.xml"/><Relationship Id="rId35" Type="http://schemas.openxmlformats.org/officeDocument/2006/relationships/font" Target="fonts/LibreFranklin-bold.fntdata"/><Relationship Id="rId12" Type="http://schemas.openxmlformats.org/officeDocument/2006/relationships/slide" Target="slides/slide4.xml"/><Relationship Id="rId34" Type="http://schemas.openxmlformats.org/officeDocument/2006/relationships/font" Target="fonts/LibreFranklin-regular.fntdata"/><Relationship Id="rId15" Type="http://schemas.openxmlformats.org/officeDocument/2006/relationships/slide" Target="slides/slide7.xml"/><Relationship Id="rId37" Type="http://schemas.openxmlformats.org/officeDocument/2006/relationships/font" Target="fonts/LibreFranklin-boldItalic.fntdata"/><Relationship Id="rId14" Type="http://schemas.openxmlformats.org/officeDocument/2006/relationships/slide" Target="slides/slide6.xml"/><Relationship Id="rId36" Type="http://schemas.openxmlformats.org/officeDocument/2006/relationships/font" Target="fonts/LibreFranklin-italic.fntdata"/><Relationship Id="rId17" Type="http://schemas.openxmlformats.org/officeDocument/2006/relationships/slide" Target="slides/slide9.xml"/><Relationship Id="rId39" Type="http://customschemas.google.com/relationships/presentationmetadata" Target="metadata"/><Relationship Id="rId16" Type="http://schemas.openxmlformats.org/officeDocument/2006/relationships/slide" Target="slides/slide8.xml"/><Relationship Id="rId38" Type="http://schemas.openxmlformats.org/officeDocument/2006/relationships/font" Target="fonts/FranklinGothic-bold.fntdata"/><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GT"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a07b09dc8f_0_1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g3a07b09dc8f_0_1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5" name="Google Shape;40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06" name="Google Shape;40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GT"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 name="Google Shape;44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6" name="Google Shape;45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7" name="Google Shape;45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4" name="Google Shape;46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3" name="Google Shape;47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 name="Google Shape;48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 name="Google Shape;48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2" name="Google Shape;49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 name="Google Shape;493;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9" name="Google Shape;49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 name="Google Shape;50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 name="Google Shape;50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5" name="Google Shape;51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1" name="Google Shape;52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7" name="Google Shape;527;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528" name="Google Shape;528;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s-GT"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3" name="Google Shape;53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534" name="Google Shape;534;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s-GT"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a07b09dc8f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9" name="Google Shape;539;g3a07b09dc8f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0" name="Google Shape;55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551" name="Google Shape;551;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s-GT"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6" name="Google Shape;55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557" name="Google Shape;557;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s-GT"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26"/>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26"/>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26"/>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b="0" i="0" sz="1333" u="none" cap="none" strike="noStrike">
                <a:solidFill>
                  <a:schemeClr val="dk2"/>
                </a:solidFill>
                <a:latin typeface="Arial"/>
                <a:ea typeface="Arial"/>
                <a:cs typeface="Arial"/>
                <a:sym typeface="Arial"/>
              </a:defRPr>
            </a:lvl1pPr>
            <a:lvl2pPr indent="0" lvl="1" marL="0" algn="r">
              <a:buClr>
                <a:schemeClr val="dk2"/>
              </a:buClr>
              <a:buSzPts val="1333"/>
              <a:buFont typeface="Arial"/>
              <a:buNone/>
              <a:defRPr b="0" i="0" sz="1333" u="none" cap="none" strike="noStrike">
                <a:solidFill>
                  <a:schemeClr val="dk2"/>
                </a:solidFill>
                <a:latin typeface="Arial"/>
                <a:ea typeface="Arial"/>
                <a:cs typeface="Arial"/>
                <a:sym typeface="Arial"/>
              </a:defRPr>
            </a:lvl2pPr>
            <a:lvl3pPr indent="0" lvl="2" marL="0" algn="r">
              <a:buClr>
                <a:schemeClr val="dk2"/>
              </a:buClr>
              <a:buSzPts val="1333"/>
              <a:buFont typeface="Arial"/>
              <a:buNone/>
              <a:defRPr b="0" i="0" sz="1333" u="none" cap="none" strike="noStrike">
                <a:solidFill>
                  <a:schemeClr val="dk2"/>
                </a:solidFill>
                <a:latin typeface="Arial"/>
                <a:ea typeface="Arial"/>
                <a:cs typeface="Arial"/>
                <a:sym typeface="Arial"/>
              </a:defRPr>
            </a:lvl3pPr>
            <a:lvl4pPr indent="0" lvl="3" marL="0" algn="r">
              <a:buClr>
                <a:schemeClr val="dk2"/>
              </a:buClr>
              <a:buSzPts val="1333"/>
              <a:buFont typeface="Arial"/>
              <a:buNone/>
              <a:defRPr b="0" i="0" sz="1333" u="none" cap="none" strike="noStrike">
                <a:solidFill>
                  <a:schemeClr val="dk2"/>
                </a:solidFill>
                <a:latin typeface="Arial"/>
                <a:ea typeface="Arial"/>
                <a:cs typeface="Arial"/>
                <a:sym typeface="Arial"/>
              </a:defRPr>
            </a:lvl4pPr>
            <a:lvl5pPr indent="0" lvl="4" marL="0" algn="r">
              <a:buClr>
                <a:schemeClr val="dk2"/>
              </a:buClr>
              <a:buSzPts val="1333"/>
              <a:buFont typeface="Arial"/>
              <a:buNone/>
              <a:defRPr b="0" i="0" sz="1333" u="none" cap="none" strike="noStrike">
                <a:solidFill>
                  <a:schemeClr val="dk2"/>
                </a:solidFill>
                <a:latin typeface="Arial"/>
                <a:ea typeface="Arial"/>
                <a:cs typeface="Arial"/>
                <a:sym typeface="Arial"/>
              </a:defRPr>
            </a:lvl5pPr>
            <a:lvl6pPr indent="0" lvl="5" marL="0" algn="r">
              <a:buClr>
                <a:schemeClr val="dk2"/>
              </a:buClr>
              <a:buSzPts val="1333"/>
              <a:buFont typeface="Arial"/>
              <a:buNone/>
              <a:defRPr b="0" i="0" sz="1333" u="none" cap="none" strike="noStrike">
                <a:solidFill>
                  <a:schemeClr val="dk2"/>
                </a:solidFill>
                <a:latin typeface="Arial"/>
                <a:ea typeface="Arial"/>
                <a:cs typeface="Arial"/>
                <a:sym typeface="Arial"/>
              </a:defRPr>
            </a:lvl6pPr>
            <a:lvl7pPr indent="0" lvl="6" marL="0" algn="r">
              <a:buClr>
                <a:schemeClr val="dk2"/>
              </a:buClr>
              <a:buSzPts val="1333"/>
              <a:buFont typeface="Arial"/>
              <a:buNone/>
              <a:defRPr b="0" i="0" sz="1333" u="none" cap="none" strike="noStrike">
                <a:solidFill>
                  <a:schemeClr val="dk2"/>
                </a:solidFill>
                <a:latin typeface="Arial"/>
                <a:ea typeface="Arial"/>
                <a:cs typeface="Arial"/>
                <a:sym typeface="Arial"/>
              </a:defRPr>
            </a:lvl7pPr>
            <a:lvl8pPr indent="0" lvl="7" marL="0" algn="r">
              <a:buClr>
                <a:schemeClr val="dk2"/>
              </a:buClr>
              <a:buSzPts val="1333"/>
              <a:buFont typeface="Arial"/>
              <a:buNone/>
              <a:defRPr b="0" i="0" sz="1333" u="none" cap="none" strike="noStrike">
                <a:solidFill>
                  <a:schemeClr val="dk2"/>
                </a:solidFill>
                <a:latin typeface="Arial"/>
                <a:ea typeface="Arial"/>
                <a:cs typeface="Arial"/>
                <a:sym typeface="Arial"/>
              </a:defRPr>
            </a:lvl8pPr>
            <a:lvl9pPr indent="0" lvl="8" marL="0" algn="r">
              <a:buClr>
                <a:schemeClr val="dk2"/>
              </a:buClr>
              <a:buSzPts val="1333"/>
              <a:buFont typeface="Arial"/>
              <a:buNone/>
              <a:defRPr b="0" i="0" sz="133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44"/>
          <p:cNvSpPr txBox="1"/>
          <p:nvPr>
            <p:ph type="ctrTitle"/>
          </p:nvPr>
        </p:nvSpPr>
        <p:spPr>
          <a:xfrm>
            <a:off x="415611" y="992767"/>
            <a:ext cx="11360800" cy="2736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6933"/>
            </a:lvl1pPr>
            <a:lvl2pPr lvl="1" algn="ctr">
              <a:lnSpc>
                <a:spcPct val="100000"/>
              </a:lnSpc>
              <a:spcBef>
                <a:spcPts val="0"/>
              </a:spcBef>
              <a:spcAft>
                <a:spcPts val="0"/>
              </a:spcAft>
              <a:buSzPts val="5200"/>
              <a:buNone/>
              <a:defRPr sz="6933"/>
            </a:lvl2pPr>
            <a:lvl3pPr lvl="2" algn="ctr">
              <a:lnSpc>
                <a:spcPct val="100000"/>
              </a:lnSpc>
              <a:spcBef>
                <a:spcPts val="0"/>
              </a:spcBef>
              <a:spcAft>
                <a:spcPts val="0"/>
              </a:spcAft>
              <a:buSzPts val="5200"/>
              <a:buNone/>
              <a:defRPr sz="6933"/>
            </a:lvl3pPr>
            <a:lvl4pPr lvl="3" algn="ctr">
              <a:lnSpc>
                <a:spcPct val="100000"/>
              </a:lnSpc>
              <a:spcBef>
                <a:spcPts val="0"/>
              </a:spcBef>
              <a:spcAft>
                <a:spcPts val="0"/>
              </a:spcAft>
              <a:buSzPts val="5200"/>
              <a:buNone/>
              <a:defRPr sz="6933"/>
            </a:lvl4pPr>
            <a:lvl5pPr lvl="4" algn="ctr">
              <a:lnSpc>
                <a:spcPct val="100000"/>
              </a:lnSpc>
              <a:spcBef>
                <a:spcPts val="0"/>
              </a:spcBef>
              <a:spcAft>
                <a:spcPts val="0"/>
              </a:spcAft>
              <a:buSzPts val="5200"/>
              <a:buNone/>
              <a:defRPr sz="6933"/>
            </a:lvl5pPr>
            <a:lvl6pPr lvl="5" algn="ctr">
              <a:lnSpc>
                <a:spcPct val="100000"/>
              </a:lnSpc>
              <a:spcBef>
                <a:spcPts val="0"/>
              </a:spcBef>
              <a:spcAft>
                <a:spcPts val="0"/>
              </a:spcAft>
              <a:buSzPts val="5200"/>
              <a:buNone/>
              <a:defRPr sz="6933"/>
            </a:lvl6pPr>
            <a:lvl7pPr lvl="6" algn="ctr">
              <a:lnSpc>
                <a:spcPct val="100000"/>
              </a:lnSpc>
              <a:spcBef>
                <a:spcPts val="0"/>
              </a:spcBef>
              <a:spcAft>
                <a:spcPts val="0"/>
              </a:spcAft>
              <a:buSzPts val="5200"/>
              <a:buNone/>
              <a:defRPr sz="6933"/>
            </a:lvl7pPr>
            <a:lvl8pPr lvl="7" algn="ctr">
              <a:lnSpc>
                <a:spcPct val="100000"/>
              </a:lnSpc>
              <a:spcBef>
                <a:spcPts val="0"/>
              </a:spcBef>
              <a:spcAft>
                <a:spcPts val="0"/>
              </a:spcAft>
              <a:buSzPts val="5200"/>
              <a:buNone/>
              <a:defRPr sz="6933"/>
            </a:lvl8pPr>
            <a:lvl9pPr lvl="8" algn="ctr">
              <a:lnSpc>
                <a:spcPct val="100000"/>
              </a:lnSpc>
              <a:spcBef>
                <a:spcPts val="0"/>
              </a:spcBef>
              <a:spcAft>
                <a:spcPts val="0"/>
              </a:spcAft>
              <a:buSzPts val="5200"/>
              <a:buNone/>
              <a:defRPr sz="6933"/>
            </a:lvl9pPr>
          </a:lstStyle>
          <a:p/>
        </p:txBody>
      </p:sp>
      <p:sp>
        <p:nvSpPr>
          <p:cNvPr id="19" name="Google Shape;19;p44"/>
          <p:cNvSpPr txBox="1"/>
          <p:nvPr>
            <p:ph idx="1" type="subTitle"/>
          </p:nvPr>
        </p:nvSpPr>
        <p:spPr>
          <a:xfrm>
            <a:off x="415600" y="3778833"/>
            <a:ext cx="11360800" cy="10568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p:txBody>
      </p:sp>
      <p:sp>
        <p:nvSpPr>
          <p:cNvPr id="20" name="Google Shape;20;p44"/>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45"/>
          <p:cNvSpPr txBox="1"/>
          <p:nvPr>
            <p:ph type="title"/>
          </p:nvPr>
        </p:nvSpPr>
        <p:spPr>
          <a:xfrm>
            <a:off x="415600" y="2867800"/>
            <a:ext cx="11360800" cy="1122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4800"/>
            </a:lvl2pPr>
            <a:lvl3pPr lvl="2" algn="ctr">
              <a:lnSpc>
                <a:spcPct val="100000"/>
              </a:lnSpc>
              <a:spcBef>
                <a:spcPts val="0"/>
              </a:spcBef>
              <a:spcAft>
                <a:spcPts val="0"/>
              </a:spcAft>
              <a:buSzPts val="3600"/>
              <a:buNone/>
              <a:defRPr sz="4800"/>
            </a:lvl3pPr>
            <a:lvl4pPr lvl="3" algn="ctr">
              <a:lnSpc>
                <a:spcPct val="100000"/>
              </a:lnSpc>
              <a:spcBef>
                <a:spcPts val="0"/>
              </a:spcBef>
              <a:spcAft>
                <a:spcPts val="0"/>
              </a:spcAft>
              <a:buSzPts val="3600"/>
              <a:buNone/>
              <a:defRPr sz="4800"/>
            </a:lvl4pPr>
            <a:lvl5pPr lvl="4" algn="ctr">
              <a:lnSpc>
                <a:spcPct val="100000"/>
              </a:lnSpc>
              <a:spcBef>
                <a:spcPts val="0"/>
              </a:spcBef>
              <a:spcAft>
                <a:spcPts val="0"/>
              </a:spcAft>
              <a:buSzPts val="3600"/>
              <a:buNone/>
              <a:defRPr sz="4800"/>
            </a:lvl5pPr>
            <a:lvl6pPr lvl="5" algn="ctr">
              <a:lnSpc>
                <a:spcPct val="100000"/>
              </a:lnSpc>
              <a:spcBef>
                <a:spcPts val="0"/>
              </a:spcBef>
              <a:spcAft>
                <a:spcPts val="0"/>
              </a:spcAft>
              <a:buSzPts val="3600"/>
              <a:buNone/>
              <a:defRPr sz="4800"/>
            </a:lvl6pPr>
            <a:lvl7pPr lvl="6" algn="ctr">
              <a:lnSpc>
                <a:spcPct val="100000"/>
              </a:lnSpc>
              <a:spcBef>
                <a:spcPts val="0"/>
              </a:spcBef>
              <a:spcAft>
                <a:spcPts val="0"/>
              </a:spcAft>
              <a:buSzPts val="3600"/>
              <a:buNone/>
              <a:defRPr sz="4800"/>
            </a:lvl7pPr>
            <a:lvl8pPr lvl="7" algn="ctr">
              <a:lnSpc>
                <a:spcPct val="100000"/>
              </a:lnSpc>
              <a:spcBef>
                <a:spcPts val="0"/>
              </a:spcBef>
              <a:spcAft>
                <a:spcPts val="0"/>
              </a:spcAft>
              <a:buSzPts val="3600"/>
              <a:buNone/>
              <a:defRPr sz="4800"/>
            </a:lvl8pPr>
            <a:lvl9pPr lvl="8" algn="ctr">
              <a:lnSpc>
                <a:spcPct val="100000"/>
              </a:lnSpc>
              <a:spcBef>
                <a:spcPts val="0"/>
              </a:spcBef>
              <a:spcAft>
                <a:spcPts val="0"/>
              </a:spcAft>
              <a:buSzPts val="3600"/>
              <a:buNone/>
              <a:defRPr sz="4800"/>
            </a:lvl9pPr>
          </a:lstStyle>
          <a:p/>
        </p:txBody>
      </p:sp>
      <p:sp>
        <p:nvSpPr>
          <p:cNvPr id="23" name="Google Shape;23;p45"/>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46"/>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46"/>
          <p:cNvSpPr txBox="1"/>
          <p:nvPr>
            <p:ph idx="1" type="body"/>
          </p:nvPr>
        </p:nvSpPr>
        <p:spPr>
          <a:xfrm>
            <a:off x="4156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7" name="Google Shape;27;p46"/>
          <p:cNvSpPr txBox="1"/>
          <p:nvPr>
            <p:ph idx="2" type="body"/>
          </p:nvPr>
        </p:nvSpPr>
        <p:spPr>
          <a:xfrm>
            <a:off x="64432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8" name="Google Shape;28;p46"/>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47"/>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 name="Google Shape;31;p47"/>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2" name="Shape 32"/>
        <p:cNvGrpSpPr/>
        <p:nvPr/>
      </p:nvGrpSpPr>
      <p:grpSpPr>
        <a:xfrm>
          <a:off x="0" y="0"/>
          <a:ext cx="0" cy="0"/>
          <a:chOff x="0" y="0"/>
          <a:chExt cx="0" cy="0"/>
        </a:xfrm>
      </p:grpSpPr>
      <p:sp>
        <p:nvSpPr>
          <p:cNvPr id="33" name="Google Shape;33;p48"/>
          <p:cNvSpPr txBox="1"/>
          <p:nvPr>
            <p:ph type="title"/>
          </p:nvPr>
        </p:nvSpPr>
        <p:spPr>
          <a:xfrm>
            <a:off x="415600" y="740800"/>
            <a:ext cx="3744000" cy="10076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3200"/>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p:txBody>
      </p:sp>
      <p:sp>
        <p:nvSpPr>
          <p:cNvPr id="34" name="Google Shape;34;p48"/>
          <p:cNvSpPr txBox="1"/>
          <p:nvPr>
            <p:ph idx="1" type="body"/>
          </p:nvPr>
        </p:nvSpPr>
        <p:spPr>
          <a:xfrm>
            <a:off x="415600" y="1852800"/>
            <a:ext cx="3744000" cy="4239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600"/>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35" name="Google Shape;35;p48"/>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6" name="Shape 36"/>
        <p:cNvGrpSpPr/>
        <p:nvPr/>
      </p:nvGrpSpPr>
      <p:grpSpPr>
        <a:xfrm>
          <a:off x="0" y="0"/>
          <a:ext cx="0" cy="0"/>
          <a:chOff x="0" y="0"/>
          <a:chExt cx="0" cy="0"/>
        </a:xfrm>
      </p:grpSpPr>
      <p:sp>
        <p:nvSpPr>
          <p:cNvPr id="37" name="Google Shape;37;p49"/>
          <p:cNvSpPr txBox="1"/>
          <p:nvPr>
            <p:ph type="title"/>
          </p:nvPr>
        </p:nvSpPr>
        <p:spPr>
          <a:xfrm>
            <a:off x="653667" y="600200"/>
            <a:ext cx="8490400" cy="54544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6400"/>
            </a:lvl1pPr>
            <a:lvl2pPr lvl="1" algn="l">
              <a:lnSpc>
                <a:spcPct val="100000"/>
              </a:lnSpc>
              <a:spcBef>
                <a:spcPts val="0"/>
              </a:spcBef>
              <a:spcAft>
                <a:spcPts val="0"/>
              </a:spcAft>
              <a:buSzPts val="4800"/>
              <a:buNone/>
              <a:defRPr sz="6400"/>
            </a:lvl2pPr>
            <a:lvl3pPr lvl="2" algn="l">
              <a:lnSpc>
                <a:spcPct val="100000"/>
              </a:lnSpc>
              <a:spcBef>
                <a:spcPts val="0"/>
              </a:spcBef>
              <a:spcAft>
                <a:spcPts val="0"/>
              </a:spcAft>
              <a:buSzPts val="4800"/>
              <a:buNone/>
              <a:defRPr sz="6400"/>
            </a:lvl3pPr>
            <a:lvl4pPr lvl="3" algn="l">
              <a:lnSpc>
                <a:spcPct val="100000"/>
              </a:lnSpc>
              <a:spcBef>
                <a:spcPts val="0"/>
              </a:spcBef>
              <a:spcAft>
                <a:spcPts val="0"/>
              </a:spcAft>
              <a:buSzPts val="4800"/>
              <a:buNone/>
              <a:defRPr sz="6400"/>
            </a:lvl4pPr>
            <a:lvl5pPr lvl="4" algn="l">
              <a:lnSpc>
                <a:spcPct val="100000"/>
              </a:lnSpc>
              <a:spcBef>
                <a:spcPts val="0"/>
              </a:spcBef>
              <a:spcAft>
                <a:spcPts val="0"/>
              </a:spcAft>
              <a:buSzPts val="4800"/>
              <a:buNone/>
              <a:defRPr sz="6400"/>
            </a:lvl5pPr>
            <a:lvl6pPr lvl="5" algn="l">
              <a:lnSpc>
                <a:spcPct val="100000"/>
              </a:lnSpc>
              <a:spcBef>
                <a:spcPts val="0"/>
              </a:spcBef>
              <a:spcAft>
                <a:spcPts val="0"/>
              </a:spcAft>
              <a:buSzPts val="4800"/>
              <a:buNone/>
              <a:defRPr sz="6400"/>
            </a:lvl6pPr>
            <a:lvl7pPr lvl="6" algn="l">
              <a:lnSpc>
                <a:spcPct val="100000"/>
              </a:lnSpc>
              <a:spcBef>
                <a:spcPts val="0"/>
              </a:spcBef>
              <a:spcAft>
                <a:spcPts val="0"/>
              </a:spcAft>
              <a:buSzPts val="4800"/>
              <a:buNone/>
              <a:defRPr sz="6400"/>
            </a:lvl7pPr>
            <a:lvl8pPr lvl="7" algn="l">
              <a:lnSpc>
                <a:spcPct val="100000"/>
              </a:lnSpc>
              <a:spcBef>
                <a:spcPts val="0"/>
              </a:spcBef>
              <a:spcAft>
                <a:spcPts val="0"/>
              </a:spcAft>
              <a:buSzPts val="4800"/>
              <a:buNone/>
              <a:defRPr sz="6400"/>
            </a:lvl8pPr>
            <a:lvl9pPr lvl="8" algn="l">
              <a:lnSpc>
                <a:spcPct val="100000"/>
              </a:lnSpc>
              <a:spcBef>
                <a:spcPts val="0"/>
              </a:spcBef>
              <a:spcAft>
                <a:spcPts val="0"/>
              </a:spcAft>
              <a:buSzPts val="4800"/>
              <a:buNone/>
              <a:defRPr sz="6400"/>
            </a:lvl9pPr>
          </a:lstStyle>
          <a:p/>
        </p:txBody>
      </p:sp>
      <p:sp>
        <p:nvSpPr>
          <p:cNvPr id="38" name="Google Shape;38;p49"/>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9" name="Shape 39"/>
        <p:cNvGrpSpPr/>
        <p:nvPr/>
      </p:nvGrpSpPr>
      <p:grpSpPr>
        <a:xfrm>
          <a:off x="0" y="0"/>
          <a:ext cx="0" cy="0"/>
          <a:chOff x="0" y="0"/>
          <a:chExt cx="0" cy="0"/>
        </a:xfrm>
      </p:grpSpPr>
      <p:sp>
        <p:nvSpPr>
          <p:cNvPr id="40" name="Google Shape;40;p50"/>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41" name="Google Shape;41;p50"/>
          <p:cNvSpPr txBox="1"/>
          <p:nvPr>
            <p:ph type="title"/>
          </p:nvPr>
        </p:nvSpPr>
        <p:spPr>
          <a:xfrm>
            <a:off x="354000" y="1644233"/>
            <a:ext cx="5393600" cy="1976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5600"/>
            </a:lvl1pPr>
            <a:lvl2pPr lvl="1" algn="ctr">
              <a:lnSpc>
                <a:spcPct val="100000"/>
              </a:lnSpc>
              <a:spcBef>
                <a:spcPts val="0"/>
              </a:spcBef>
              <a:spcAft>
                <a:spcPts val="0"/>
              </a:spcAft>
              <a:buSzPts val="4200"/>
              <a:buNone/>
              <a:defRPr sz="5600"/>
            </a:lvl2pPr>
            <a:lvl3pPr lvl="2" algn="ctr">
              <a:lnSpc>
                <a:spcPct val="100000"/>
              </a:lnSpc>
              <a:spcBef>
                <a:spcPts val="0"/>
              </a:spcBef>
              <a:spcAft>
                <a:spcPts val="0"/>
              </a:spcAft>
              <a:buSzPts val="4200"/>
              <a:buNone/>
              <a:defRPr sz="5600"/>
            </a:lvl3pPr>
            <a:lvl4pPr lvl="3" algn="ctr">
              <a:lnSpc>
                <a:spcPct val="100000"/>
              </a:lnSpc>
              <a:spcBef>
                <a:spcPts val="0"/>
              </a:spcBef>
              <a:spcAft>
                <a:spcPts val="0"/>
              </a:spcAft>
              <a:buSzPts val="4200"/>
              <a:buNone/>
              <a:defRPr sz="5600"/>
            </a:lvl4pPr>
            <a:lvl5pPr lvl="4" algn="ctr">
              <a:lnSpc>
                <a:spcPct val="100000"/>
              </a:lnSpc>
              <a:spcBef>
                <a:spcPts val="0"/>
              </a:spcBef>
              <a:spcAft>
                <a:spcPts val="0"/>
              </a:spcAft>
              <a:buSzPts val="4200"/>
              <a:buNone/>
              <a:defRPr sz="5600"/>
            </a:lvl5pPr>
            <a:lvl6pPr lvl="5" algn="ctr">
              <a:lnSpc>
                <a:spcPct val="100000"/>
              </a:lnSpc>
              <a:spcBef>
                <a:spcPts val="0"/>
              </a:spcBef>
              <a:spcAft>
                <a:spcPts val="0"/>
              </a:spcAft>
              <a:buSzPts val="4200"/>
              <a:buNone/>
              <a:defRPr sz="5600"/>
            </a:lvl6pPr>
            <a:lvl7pPr lvl="6" algn="ctr">
              <a:lnSpc>
                <a:spcPct val="100000"/>
              </a:lnSpc>
              <a:spcBef>
                <a:spcPts val="0"/>
              </a:spcBef>
              <a:spcAft>
                <a:spcPts val="0"/>
              </a:spcAft>
              <a:buSzPts val="4200"/>
              <a:buNone/>
              <a:defRPr sz="5600"/>
            </a:lvl7pPr>
            <a:lvl8pPr lvl="7" algn="ctr">
              <a:lnSpc>
                <a:spcPct val="100000"/>
              </a:lnSpc>
              <a:spcBef>
                <a:spcPts val="0"/>
              </a:spcBef>
              <a:spcAft>
                <a:spcPts val="0"/>
              </a:spcAft>
              <a:buSzPts val="4200"/>
              <a:buNone/>
              <a:defRPr sz="5600"/>
            </a:lvl8pPr>
            <a:lvl9pPr lvl="8" algn="ctr">
              <a:lnSpc>
                <a:spcPct val="100000"/>
              </a:lnSpc>
              <a:spcBef>
                <a:spcPts val="0"/>
              </a:spcBef>
              <a:spcAft>
                <a:spcPts val="0"/>
              </a:spcAft>
              <a:buSzPts val="4200"/>
              <a:buNone/>
              <a:defRPr sz="5600"/>
            </a:lvl9pPr>
          </a:lstStyle>
          <a:p/>
        </p:txBody>
      </p:sp>
      <p:sp>
        <p:nvSpPr>
          <p:cNvPr id="42" name="Google Shape;42;p50"/>
          <p:cNvSpPr txBox="1"/>
          <p:nvPr>
            <p:ph idx="1" type="subTitle"/>
          </p:nvPr>
        </p:nvSpPr>
        <p:spPr>
          <a:xfrm>
            <a:off x="354000" y="3737433"/>
            <a:ext cx="5393600" cy="16468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p:txBody>
      </p:sp>
      <p:sp>
        <p:nvSpPr>
          <p:cNvPr id="43" name="Google Shape;43;p50"/>
          <p:cNvSpPr txBox="1"/>
          <p:nvPr>
            <p:ph idx="2" type="body"/>
          </p:nvPr>
        </p:nvSpPr>
        <p:spPr>
          <a:xfrm>
            <a:off x="6586000" y="965433"/>
            <a:ext cx="5116000" cy="49268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4" name="Google Shape;44;p50"/>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5" name="Shape 45"/>
        <p:cNvGrpSpPr/>
        <p:nvPr/>
      </p:nvGrpSpPr>
      <p:grpSpPr>
        <a:xfrm>
          <a:off x="0" y="0"/>
          <a:ext cx="0" cy="0"/>
          <a:chOff x="0" y="0"/>
          <a:chExt cx="0" cy="0"/>
        </a:xfrm>
      </p:grpSpPr>
      <p:sp>
        <p:nvSpPr>
          <p:cNvPr id="46" name="Google Shape;46;p51"/>
          <p:cNvSpPr txBox="1"/>
          <p:nvPr>
            <p:ph idx="1" type="body"/>
          </p:nvPr>
        </p:nvSpPr>
        <p:spPr>
          <a:xfrm>
            <a:off x="415600" y="5640767"/>
            <a:ext cx="7998400" cy="806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7" name="Google Shape;47;p51"/>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8" name="Shape 48"/>
        <p:cNvGrpSpPr/>
        <p:nvPr/>
      </p:nvGrpSpPr>
      <p:grpSpPr>
        <a:xfrm>
          <a:off x="0" y="0"/>
          <a:ext cx="0" cy="0"/>
          <a:chOff x="0" y="0"/>
          <a:chExt cx="0" cy="0"/>
        </a:xfrm>
      </p:grpSpPr>
      <p:sp>
        <p:nvSpPr>
          <p:cNvPr id="49" name="Google Shape;49;p52"/>
          <p:cNvSpPr txBox="1"/>
          <p:nvPr>
            <p:ph type="title"/>
          </p:nvPr>
        </p:nvSpPr>
        <p:spPr>
          <a:xfrm>
            <a:off x="415600" y="1474833"/>
            <a:ext cx="11360800" cy="26180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6000"/>
            </a:lvl1pPr>
            <a:lvl2pPr lvl="1" algn="ctr">
              <a:lnSpc>
                <a:spcPct val="100000"/>
              </a:lnSpc>
              <a:spcBef>
                <a:spcPts val="0"/>
              </a:spcBef>
              <a:spcAft>
                <a:spcPts val="0"/>
              </a:spcAft>
              <a:buSzPts val="12000"/>
              <a:buNone/>
              <a:defRPr sz="16000"/>
            </a:lvl2pPr>
            <a:lvl3pPr lvl="2" algn="ctr">
              <a:lnSpc>
                <a:spcPct val="100000"/>
              </a:lnSpc>
              <a:spcBef>
                <a:spcPts val="0"/>
              </a:spcBef>
              <a:spcAft>
                <a:spcPts val="0"/>
              </a:spcAft>
              <a:buSzPts val="12000"/>
              <a:buNone/>
              <a:defRPr sz="16000"/>
            </a:lvl3pPr>
            <a:lvl4pPr lvl="3" algn="ctr">
              <a:lnSpc>
                <a:spcPct val="100000"/>
              </a:lnSpc>
              <a:spcBef>
                <a:spcPts val="0"/>
              </a:spcBef>
              <a:spcAft>
                <a:spcPts val="0"/>
              </a:spcAft>
              <a:buSzPts val="12000"/>
              <a:buNone/>
              <a:defRPr sz="16000"/>
            </a:lvl4pPr>
            <a:lvl5pPr lvl="4" algn="ctr">
              <a:lnSpc>
                <a:spcPct val="100000"/>
              </a:lnSpc>
              <a:spcBef>
                <a:spcPts val="0"/>
              </a:spcBef>
              <a:spcAft>
                <a:spcPts val="0"/>
              </a:spcAft>
              <a:buSzPts val="12000"/>
              <a:buNone/>
              <a:defRPr sz="16000"/>
            </a:lvl5pPr>
            <a:lvl6pPr lvl="5" algn="ctr">
              <a:lnSpc>
                <a:spcPct val="100000"/>
              </a:lnSpc>
              <a:spcBef>
                <a:spcPts val="0"/>
              </a:spcBef>
              <a:spcAft>
                <a:spcPts val="0"/>
              </a:spcAft>
              <a:buSzPts val="12000"/>
              <a:buNone/>
              <a:defRPr sz="16000"/>
            </a:lvl6pPr>
            <a:lvl7pPr lvl="6" algn="ctr">
              <a:lnSpc>
                <a:spcPct val="100000"/>
              </a:lnSpc>
              <a:spcBef>
                <a:spcPts val="0"/>
              </a:spcBef>
              <a:spcAft>
                <a:spcPts val="0"/>
              </a:spcAft>
              <a:buSzPts val="12000"/>
              <a:buNone/>
              <a:defRPr sz="16000"/>
            </a:lvl7pPr>
            <a:lvl8pPr lvl="7" algn="ctr">
              <a:lnSpc>
                <a:spcPct val="100000"/>
              </a:lnSpc>
              <a:spcBef>
                <a:spcPts val="0"/>
              </a:spcBef>
              <a:spcAft>
                <a:spcPts val="0"/>
              </a:spcAft>
              <a:buSzPts val="12000"/>
              <a:buNone/>
              <a:defRPr sz="16000"/>
            </a:lvl8pPr>
            <a:lvl9pPr lvl="8" algn="ctr">
              <a:lnSpc>
                <a:spcPct val="100000"/>
              </a:lnSpc>
              <a:spcBef>
                <a:spcPts val="0"/>
              </a:spcBef>
              <a:spcAft>
                <a:spcPts val="0"/>
              </a:spcAft>
              <a:buSzPts val="12000"/>
              <a:buNone/>
              <a:defRPr sz="16000"/>
            </a:lvl9pPr>
          </a:lstStyle>
          <a:p/>
        </p:txBody>
      </p:sp>
      <p:sp>
        <p:nvSpPr>
          <p:cNvPr id="50" name="Google Shape;50;p52"/>
          <p:cNvSpPr txBox="1"/>
          <p:nvPr>
            <p:ph idx="1" type="body"/>
          </p:nvPr>
        </p:nvSpPr>
        <p:spPr>
          <a:xfrm>
            <a:off x="415600" y="4202967"/>
            <a:ext cx="11360800" cy="17344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1" name="Google Shape;51;p52"/>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53"/>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p:cSld name="Título">
    <p:bg>
      <p:bgPr>
        <a:solidFill>
          <a:schemeClr val="lt1"/>
        </a:solidFill>
      </p:bgPr>
    </p:bg>
    <p:spTree>
      <p:nvGrpSpPr>
        <p:cNvPr id="59" name="Shape 59"/>
        <p:cNvGrpSpPr/>
        <p:nvPr/>
      </p:nvGrpSpPr>
      <p:grpSpPr>
        <a:xfrm>
          <a:off x="0" y="0"/>
          <a:ext cx="0" cy="0"/>
          <a:chOff x="0" y="0"/>
          <a:chExt cx="0" cy="0"/>
        </a:xfrm>
      </p:grpSpPr>
      <p:sp>
        <p:nvSpPr>
          <p:cNvPr id="60" name="Google Shape;60;p28"/>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6000"/>
              <a:buFont typeface="Franklin Gothic"/>
              <a:buNone/>
              <a:defRPr b="1" i="0" sz="60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61" name="Google Shape;61;p28"/>
          <p:cNvGrpSpPr/>
          <p:nvPr/>
        </p:nvGrpSpPr>
        <p:grpSpPr>
          <a:xfrm>
            <a:off x="1" y="758752"/>
            <a:ext cx="6099248" cy="6099248"/>
            <a:chOff x="0" y="12289"/>
            <a:chExt cx="3550" cy="3551"/>
          </a:xfrm>
        </p:grpSpPr>
        <p:sp>
          <p:nvSpPr>
            <p:cNvPr id="62" name="Google Shape;62;p28"/>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63" name="Google Shape;63;p28"/>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64" name="Google Shape;64;p28"/>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grpSp>
      <p:cxnSp>
        <p:nvCxnSpPr>
          <p:cNvPr id="65" name="Google Shape;65;p28"/>
          <p:cNvCxnSpPr/>
          <p:nvPr/>
        </p:nvCxnSpPr>
        <p:spPr>
          <a:xfrm>
            <a:off x="6309360" y="3950208"/>
            <a:ext cx="2133600" cy="3992"/>
          </a:xfrm>
          <a:prstGeom prst="straightConnector1">
            <a:avLst/>
          </a:prstGeom>
          <a:noFill/>
          <a:ln cap="flat" cmpd="sng" w="101600">
            <a:solidFill>
              <a:srgbClr val="5D7C3F"/>
            </a:solidFill>
            <a:prstDash val="solid"/>
            <a:miter lim="800000"/>
            <a:headEnd len="sm" w="sm" type="none"/>
            <a:tailEnd len="sm" w="sm" type="none"/>
          </a:ln>
        </p:spPr>
      </p:cxnSp>
      <p:sp>
        <p:nvSpPr>
          <p:cNvPr id="66" name="Google Shape;66;p28"/>
          <p:cNvSpPr txBox="1"/>
          <p:nvPr>
            <p:ph idx="1" type="body"/>
          </p:nvPr>
        </p:nvSpPr>
        <p:spPr>
          <a:xfrm>
            <a:off x="6309905" y="4549552"/>
            <a:ext cx="5486400" cy="164592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rgbClr val="5D7C3F"/>
              </a:buClr>
              <a:buSzPts val="2400"/>
              <a:buNone/>
              <a:defRPr b="1" i="0" sz="2400">
                <a:solidFill>
                  <a:srgbClr val="5D7C3F"/>
                </a:solidFill>
                <a:latin typeface="Libre Franklin"/>
                <a:ea typeface="Libre Franklin"/>
                <a:cs typeface="Libre Franklin"/>
                <a:sym typeface="Libre Franklin"/>
              </a:defRPr>
            </a:lvl1pPr>
            <a:lvl2pPr indent="-482600" lvl="1" marL="914400" algn="l">
              <a:lnSpc>
                <a:spcPct val="90000"/>
              </a:lnSpc>
              <a:spcBef>
                <a:spcPts val="500"/>
              </a:spcBef>
              <a:spcAft>
                <a:spcPts val="0"/>
              </a:spcAft>
              <a:buClr>
                <a:schemeClr val="dk1"/>
              </a:buClr>
              <a:buSzPts val="4000"/>
              <a:buChar char="•"/>
              <a:defRPr sz="4000"/>
            </a:lvl2pPr>
            <a:lvl3pPr indent="-482600" lvl="2" marL="1371600" algn="l">
              <a:lnSpc>
                <a:spcPct val="90000"/>
              </a:lnSpc>
              <a:spcBef>
                <a:spcPts val="500"/>
              </a:spcBef>
              <a:spcAft>
                <a:spcPts val="0"/>
              </a:spcAft>
              <a:buClr>
                <a:schemeClr val="dk1"/>
              </a:buClr>
              <a:buSzPts val="4000"/>
              <a:buChar char="•"/>
              <a:defRPr sz="4000"/>
            </a:lvl3pPr>
            <a:lvl4pPr indent="-482600" lvl="3" marL="1828800" algn="l">
              <a:lnSpc>
                <a:spcPct val="90000"/>
              </a:lnSpc>
              <a:spcBef>
                <a:spcPts val="500"/>
              </a:spcBef>
              <a:spcAft>
                <a:spcPts val="0"/>
              </a:spcAft>
              <a:buClr>
                <a:schemeClr val="dk1"/>
              </a:buClr>
              <a:buSzPts val="4000"/>
              <a:buChar char="•"/>
              <a:defRPr sz="4000"/>
            </a:lvl4pPr>
            <a:lvl5pPr indent="-482600" lvl="4" marL="2286000" algn="l">
              <a:lnSpc>
                <a:spcPct val="90000"/>
              </a:lnSpc>
              <a:spcBef>
                <a:spcPts val="500"/>
              </a:spcBef>
              <a:spcAft>
                <a:spcPts val="0"/>
              </a:spcAft>
              <a:buClr>
                <a:schemeClr val="dk1"/>
              </a:buClr>
              <a:buSzPts val="4000"/>
              <a:buChar char="•"/>
              <a:defRPr sz="4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1">
  <p:cSld name="Agenda 1">
    <p:spTree>
      <p:nvGrpSpPr>
        <p:cNvPr id="67" name="Shape 67"/>
        <p:cNvGrpSpPr/>
        <p:nvPr/>
      </p:nvGrpSpPr>
      <p:grpSpPr>
        <a:xfrm>
          <a:off x="0" y="0"/>
          <a:ext cx="0" cy="0"/>
          <a:chOff x="0" y="0"/>
          <a:chExt cx="0" cy="0"/>
        </a:xfrm>
      </p:grpSpPr>
      <p:grpSp>
        <p:nvGrpSpPr>
          <p:cNvPr id="68" name="Google Shape;68;p29"/>
          <p:cNvGrpSpPr/>
          <p:nvPr/>
        </p:nvGrpSpPr>
        <p:grpSpPr>
          <a:xfrm>
            <a:off x="6362700" y="0"/>
            <a:ext cx="5829298" cy="3235602"/>
            <a:chOff x="5612972" y="1"/>
            <a:chExt cx="6615961" cy="3672246"/>
          </a:xfrm>
        </p:grpSpPr>
        <p:sp>
          <p:nvSpPr>
            <p:cNvPr id="69" name="Google Shape;69;p29"/>
            <p:cNvSpPr/>
            <p:nvPr/>
          </p:nvSpPr>
          <p:spPr>
            <a:xfrm>
              <a:off x="5612972" y="1"/>
              <a:ext cx="4408998" cy="3672246"/>
            </a:xfrm>
            <a:custGeom>
              <a:rect b="b" l="l" r="r" t="t"/>
              <a:pathLst>
                <a:path extrusionOk="0" h="2980" w="3578">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70" name="Google Shape;70;p29"/>
            <p:cNvSpPr/>
            <p:nvPr/>
          </p:nvSpPr>
          <p:spPr>
            <a:xfrm>
              <a:off x="6341233" y="1463970"/>
              <a:ext cx="2208196" cy="2208277"/>
            </a:xfrm>
            <a:custGeom>
              <a:rect b="b" l="l" r="r" t="t"/>
              <a:pathLst>
                <a:path extrusionOk="0" h="1792" w="1792">
                  <a:moveTo>
                    <a:pt x="597" y="0"/>
                  </a:moveTo>
                  <a:lnTo>
                    <a:pt x="0" y="598"/>
                  </a:lnTo>
                  <a:lnTo>
                    <a:pt x="1195" y="1792"/>
                  </a:lnTo>
                  <a:lnTo>
                    <a:pt x="1792" y="1195"/>
                  </a:lnTo>
                  <a:lnTo>
                    <a:pt x="597"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71" name="Google Shape;71;p29"/>
            <p:cNvSpPr/>
            <p:nvPr/>
          </p:nvSpPr>
          <p:spPr>
            <a:xfrm>
              <a:off x="8555590" y="1"/>
              <a:ext cx="1457754" cy="729520"/>
            </a:xfrm>
            <a:custGeom>
              <a:rect b="b" l="l" r="r" t="t"/>
              <a:pathLst>
                <a:path extrusionOk="0" h="592" w="1183">
                  <a:moveTo>
                    <a:pt x="1183" y="0"/>
                  </a:moveTo>
                  <a:lnTo>
                    <a:pt x="0" y="0"/>
                  </a:lnTo>
                  <a:lnTo>
                    <a:pt x="591" y="591"/>
                  </a:lnTo>
                  <a:lnTo>
                    <a:pt x="1183"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72" name="Google Shape;72;p29"/>
            <p:cNvSpPr/>
            <p:nvPr/>
          </p:nvSpPr>
          <p:spPr>
            <a:xfrm>
              <a:off x="7076887" y="728289"/>
              <a:ext cx="2208196" cy="2208277"/>
            </a:xfrm>
            <a:custGeom>
              <a:rect b="b" l="l" r="r" t="t"/>
              <a:pathLst>
                <a:path extrusionOk="0" h="1792" w="1792">
                  <a:moveTo>
                    <a:pt x="598" y="0"/>
                  </a:moveTo>
                  <a:lnTo>
                    <a:pt x="0" y="597"/>
                  </a:lnTo>
                  <a:lnTo>
                    <a:pt x="1195" y="1792"/>
                  </a:lnTo>
                  <a:lnTo>
                    <a:pt x="1792" y="1195"/>
                  </a:lnTo>
                  <a:lnTo>
                    <a:pt x="598"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73" name="Google Shape;73;p29"/>
            <p:cNvSpPr/>
            <p:nvPr/>
          </p:nvSpPr>
          <p:spPr>
            <a:xfrm>
              <a:off x="9285083" y="728289"/>
              <a:ext cx="2943850" cy="2943958"/>
            </a:xfrm>
            <a:custGeom>
              <a:rect b="b" l="l" r="r" t="t"/>
              <a:pathLst>
                <a:path extrusionOk="0" h="2389" w="2389">
                  <a:moveTo>
                    <a:pt x="2389" y="1195"/>
                  </a:moveTo>
                  <a:lnTo>
                    <a:pt x="1194" y="0"/>
                  </a:lnTo>
                  <a:lnTo>
                    <a:pt x="0" y="1195"/>
                  </a:lnTo>
                  <a:lnTo>
                    <a:pt x="1194" y="2389"/>
                  </a:lnTo>
                  <a:lnTo>
                    <a:pt x="2389" y="1195"/>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grpSp>
      <p:sp>
        <p:nvSpPr>
          <p:cNvPr id="74" name="Google Shape;74;p29"/>
          <p:cNvSpPr txBox="1"/>
          <p:nvPr>
            <p:ph type="title"/>
          </p:nvPr>
        </p:nvSpPr>
        <p:spPr>
          <a:xfrm>
            <a:off x="594360" y="189572"/>
            <a:ext cx="6787747" cy="1593507"/>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9"/>
          <p:cNvSpPr txBox="1"/>
          <p:nvPr>
            <p:ph idx="1" type="body"/>
          </p:nvPr>
        </p:nvSpPr>
        <p:spPr>
          <a:xfrm>
            <a:off x="594359" y="2281918"/>
            <a:ext cx="6787747" cy="3708517"/>
          </a:xfrm>
          <a:prstGeom prst="rect">
            <a:avLst/>
          </a:prstGeom>
          <a:noFill/>
          <a:ln>
            <a:noFill/>
          </a:ln>
        </p:spPr>
        <p:txBody>
          <a:bodyPr anchorCtr="0" anchor="t" bIns="0" lIns="0" spcFirstLastPara="1" rIns="0" wrap="square" tIns="228600">
            <a:normAutofit/>
          </a:bodyPr>
          <a:lstStyle>
            <a:lvl1pPr indent="-381000" lvl="0" marL="457200" algn="l">
              <a:lnSpc>
                <a:spcPct val="80000"/>
              </a:lnSpc>
              <a:spcBef>
                <a:spcPts val="2200"/>
              </a:spcBef>
              <a:spcAft>
                <a:spcPts val="0"/>
              </a:spcAft>
              <a:buClr>
                <a:srgbClr val="5D7C3F"/>
              </a:buClr>
              <a:buSzPts val="2400"/>
              <a:buFont typeface="Arial"/>
              <a:buChar char="•"/>
              <a:defRPr b="1" i="0" sz="2400">
                <a:solidFill>
                  <a:srgbClr val="5D7C3F"/>
                </a:solidFill>
                <a:latin typeface="Libre Franklin"/>
                <a:ea typeface="Libre Franklin"/>
                <a:cs typeface="Libre Franklin"/>
                <a:sym typeface="Libre Franklin"/>
              </a:defRPr>
            </a:lvl1pPr>
            <a:lvl2pPr indent="-355600" lvl="1" marL="914400" algn="l">
              <a:lnSpc>
                <a:spcPct val="90000"/>
              </a:lnSpc>
              <a:spcBef>
                <a:spcPts val="6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76" name="Google Shape;76;p29"/>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u="none" cap="none" strike="noStrike">
                <a:solidFill>
                  <a:schemeClr val="dk1"/>
                </a:solidFill>
                <a:latin typeface="Libre Franklin"/>
                <a:ea typeface="Libre Franklin"/>
                <a:cs typeface="Libre Franklin"/>
                <a:sym typeface="Libre Franklin"/>
              </a:defRPr>
            </a:lvl1pPr>
            <a:lvl2pPr indent="0" lvl="1" marL="0" marR="0" algn="l">
              <a:spcBef>
                <a:spcPts val="0"/>
              </a:spcBef>
              <a:buNone/>
              <a:defRPr b="1" i="0" sz="1100" u="none" cap="none" strike="noStrike">
                <a:solidFill>
                  <a:schemeClr val="dk1"/>
                </a:solidFill>
                <a:latin typeface="Libre Franklin"/>
                <a:ea typeface="Libre Franklin"/>
                <a:cs typeface="Libre Franklin"/>
                <a:sym typeface="Libre Franklin"/>
              </a:defRPr>
            </a:lvl2pPr>
            <a:lvl3pPr indent="0" lvl="2" marL="0" marR="0" algn="l">
              <a:spcBef>
                <a:spcPts val="0"/>
              </a:spcBef>
              <a:buNone/>
              <a:defRPr b="1" i="0" sz="1100" u="none" cap="none" strike="noStrike">
                <a:solidFill>
                  <a:schemeClr val="dk1"/>
                </a:solidFill>
                <a:latin typeface="Libre Franklin"/>
                <a:ea typeface="Libre Franklin"/>
                <a:cs typeface="Libre Franklin"/>
                <a:sym typeface="Libre Franklin"/>
              </a:defRPr>
            </a:lvl3pPr>
            <a:lvl4pPr indent="0" lvl="3" marL="0" marR="0" algn="l">
              <a:spcBef>
                <a:spcPts val="0"/>
              </a:spcBef>
              <a:buNone/>
              <a:defRPr b="1" i="0" sz="1100" u="none" cap="none" strike="noStrike">
                <a:solidFill>
                  <a:schemeClr val="dk1"/>
                </a:solidFill>
                <a:latin typeface="Libre Franklin"/>
                <a:ea typeface="Libre Franklin"/>
                <a:cs typeface="Libre Franklin"/>
                <a:sym typeface="Libre Franklin"/>
              </a:defRPr>
            </a:lvl4pPr>
            <a:lvl5pPr indent="0" lvl="4" marL="0" marR="0" algn="l">
              <a:spcBef>
                <a:spcPts val="0"/>
              </a:spcBef>
              <a:buNone/>
              <a:defRPr b="1" i="0" sz="1100" u="none" cap="none" strike="noStrike">
                <a:solidFill>
                  <a:schemeClr val="dk1"/>
                </a:solidFill>
                <a:latin typeface="Libre Franklin"/>
                <a:ea typeface="Libre Franklin"/>
                <a:cs typeface="Libre Franklin"/>
                <a:sym typeface="Libre Franklin"/>
              </a:defRPr>
            </a:lvl5pPr>
            <a:lvl6pPr indent="0" lvl="5" marL="0" marR="0" algn="l">
              <a:spcBef>
                <a:spcPts val="0"/>
              </a:spcBef>
              <a:buNone/>
              <a:defRPr b="1" i="0" sz="1100" u="none" cap="none" strike="noStrike">
                <a:solidFill>
                  <a:schemeClr val="dk1"/>
                </a:solidFill>
                <a:latin typeface="Libre Franklin"/>
                <a:ea typeface="Libre Franklin"/>
                <a:cs typeface="Libre Franklin"/>
                <a:sym typeface="Libre Franklin"/>
              </a:defRPr>
            </a:lvl6pPr>
            <a:lvl7pPr indent="0" lvl="6" marL="0" marR="0" algn="l">
              <a:spcBef>
                <a:spcPts val="0"/>
              </a:spcBef>
              <a:buNone/>
              <a:defRPr b="1" i="0" sz="1100" u="none" cap="none" strike="noStrike">
                <a:solidFill>
                  <a:schemeClr val="dk1"/>
                </a:solidFill>
                <a:latin typeface="Libre Franklin"/>
                <a:ea typeface="Libre Franklin"/>
                <a:cs typeface="Libre Franklin"/>
                <a:sym typeface="Libre Franklin"/>
              </a:defRPr>
            </a:lvl7pPr>
            <a:lvl8pPr indent="0" lvl="7" marL="0" marR="0" algn="l">
              <a:spcBef>
                <a:spcPts val="0"/>
              </a:spcBef>
              <a:buNone/>
              <a:defRPr b="1" i="0" sz="1100" u="none" cap="none" strike="noStrike">
                <a:solidFill>
                  <a:schemeClr val="dk1"/>
                </a:solidFill>
                <a:latin typeface="Libre Franklin"/>
                <a:ea typeface="Libre Franklin"/>
                <a:cs typeface="Libre Franklin"/>
                <a:sym typeface="Libre Franklin"/>
              </a:defRPr>
            </a:lvl8pPr>
            <a:lvl9pPr indent="0" lvl="8" marL="0" marR="0" algn="l">
              <a:spcBef>
                <a:spcPts val="0"/>
              </a:spcBef>
              <a:buNone/>
              <a:defRPr b="1" i="0" sz="1100" u="none" cap="none" strike="noStrike">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GT"/>
              <a:t>‹#›</a:t>
            </a:fld>
            <a:endParaRPr/>
          </a:p>
        </p:txBody>
      </p:sp>
      <p:sp>
        <p:nvSpPr>
          <p:cNvPr id="77" name="Google Shape;77;p29"/>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78" name="Google Shape;78;p29"/>
          <p:cNvCxnSpPr/>
          <p:nvPr/>
        </p:nvCxnSpPr>
        <p:spPr>
          <a:xfrm>
            <a:off x="594360" y="2148840"/>
            <a:ext cx="2130552" cy="0"/>
          </a:xfrm>
          <a:prstGeom prst="straightConnector1">
            <a:avLst/>
          </a:prstGeom>
          <a:noFill/>
          <a:ln cap="flat" cmpd="sng" w="101600">
            <a:solidFill>
              <a:srgbClr val="5D7C3F"/>
            </a:solidFill>
            <a:prstDash val="solid"/>
            <a:miter lim="800000"/>
            <a:headEnd len="sm" w="sm" type="none"/>
            <a:tailEnd len="sm" w="sm"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os contenidos 2">
  <p:cSld name="Título y dos contenidos 2">
    <p:bg>
      <p:bgPr>
        <a:solidFill>
          <a:schemeClr val="lt1"/>
        </a:solidFill>
      </p:bgPr>
    </p:bg>
    <p:spTree>
      <p:nvGrpSpPr>
        <p:cNvPr id="79" name="Shape 79"/>
        <p:cNvGrpSpPr/>
        <p:nvPr/>
      </p:nvGrpSpPr>
      <p:grpSpPr>
        <a:xfrm>
          <a:off x="0" y="0"/>
          <a:ext cx="0" cy="0"/>
          <a:chOff x="0" y="0"/>
          <a:chExt cx="0" cy="0"/>
        </a:xfrm>
      </p:grpSpPr>
      <p:grpSp>
        <p:nvGrpSpPr>
          <p:cNvPr id="80" name="Google Shape;80;p30"/>
          <p:cNvGrpSpPr/>
          <p:nvPr/>
        </p:nvGrpSpPr>
        <p:grpSpPr>
          <a:xfrm rot="10800000">
            <a:off x="8870040" y="0"/>
            <a:ext cx="3325208" cy="3325208"/>
            <a:chOff x="0" y="12289"/>
            <a:chExt cx="3550" cy="3551"/>
          </a:xfrm>
        </p:grpSpPr>
        <p:sp>
          <p:nvSpPr>
            <p:cNvPr id="81" name="Google Shape;81;p30"/>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82" name="Google Shape;82;p30"/>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83" name="Google Shape;83;p30"/>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grpSp>
      <p:sp>
        <p:nvSpPr>
          <p:cNvPr id="84" name="Google Shape;84;p30"/>
          <p:cNvSpPr txBox="1"/>
          <p:nvPr>
            <p:ph type="title"/>
          </p:nvPr>
        </p:nvSpPr>
        <p:spPr>
          <a:xfrm>
            <a:off x="594360" y="278129"/>
            <a:ext cx="9778365" cy="1494596"/>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0"/>
          <p:cNvSpPr txBox="1"/>
          <p:nvPr>
            <p:ph idx="1" type="body"/>
          </p:nvPr>
        </p:nvSpPr>
        <p:spPr>
          <a:xfrm>
            <a:off x="594360" y="2676525"/>
            <a:ext cx="4490827" cy="3597470"/>
          </a:xfrm>
          <a:prstGeom prst="rect">
            <a:avLst/>
          </a:prstGeom>
          <a:noFill/>
          <a:ln>
            <a:noFill/>
          </a:ln>
        </p:spPr>
        <p:txBody>
          <a:bodyPr anchorCtr="0" anchor="t" bIns="0" lIns="0" spcFirstLastPara="1" rIns="0" wrap="square" tIns="45700">
            <a:normAutofit/>
          </a:bodyPr>
          <a:lstStyle>
            <a:lvl1pPr indent="-228600" lvl="0" marL="457200" algn="l">
              <a:lnSpc>
                <a:spcPct val="90000"/>
              </a:lnSpc>
              <a:spcBef>
                <a:spcPts val="1800"/>
              </a:spcBef>
              <a:spcAft>
                <a:spcPts val="0"/>
              </a:spcAft>
              <a:buClr>
                <a:schemeClr val="dk1"/>
              </a:buClr>
              <a:buSzPts val="2000"/>
              <a:buFont typeface="Arial"/>
              <a:buNone/>
              <a:defRPr sz="2000"/>
            </a:lvl1pPr>
            <a:lvl2pPr indent="-355600" lvl="1" marL="914400" algn="l">
              <a:lnSpc>
                <a:spcPct val="90000"/>
              </a:lnSpc>
              <a:spcBef>
                <a:spcPts val="18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6" name="Google Shape;86;p30"/>
          <p:cNvSpPr txBox="1"/>
          <p:nvPr>
            <p:ph idx="2" type="body"/>
          </p:nvPr>
        </p:nvSpPr>
        <p:spPr>
          <a:xfrm>
            <a:off x="5881898" y="2676525"/>
            <a:ext cx="4490827" cy="3597470"/>
          </a:xfrm>
          <a:prstGeom prst="rect">
            <a:avLst/>
          </a:prstGeom>
          <a:noFill/>
          <a:ln>
            <a:noFill/>
          </a:ln>
        </p:spPr>
        <p:txBody>
          <a:bodyPr anchorCtr="0" anchor="t" bIns="0" lIns="0" spcFirstLastPara="1" rIns="0" wrap="square" tIns="45700">
            <a:normAutofit/>
          </a:bodyPr>
          <a:lstStyle>
            <a:lvl1pPr indent="-228600" lvl="0" marL="457200" algn="l">
              <a:lnSpc>
                <a:spcPct val="90000"/>
              </a:lnSpc>
              <a:spcBef>
                <a:spcPts val="1800"/>
              </a:spcBef>
              <a:spcAft>
                <a:spcPts val="0"/>
              </a:spcAft>
              <a:buClr>
                <a:schemeClr val="dk1"/>
              </a:buClr>
              <a:buSzPts val="2000"/>
              <a:buFont typeface="Arial"/>
              <a:buNone/>
              <a:defRPr sz="2000"/>
            </a:lvl1pPr>
            <a:lvl2pPr indent="-355600" lvl="1" marL="914400" algn="l">
              <a:lnSpc>
                <a:spcPct val="90000"/>
              </a:lnSpc>
              <a:spcBef>
                <a:spcPts val="18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7" name="Google Shape;87;p30"/>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u="none" cap="none" strike="noStrike">
                <a:solidFill>
                  <a:schemeClr val="dk1"/>
                </a:solidFill>
                <a:latin typeface="Libre Franklin"/>
                <a:ea typeface="Libre Franklin"/>
                <a:cs typeface="Libre Franklin"/>
                <a:sym typeface="Libre Franklin"/>
              </a:defRPr>
            </a:lvl1pPr>
            <a:lvl2pPr indent="0" lvl="1" marL="0" marR="0" algn="l">
              <a:spcBef>
                <a:spcPts val="0"/>
              </a:spcBef>
              <a:buNone/>
              <a:defRPr b="1" i="0" sz="1100" u="none" cap="none" strike="noStrike">
                <a:solidFill>
                  <a:schemeClr val="dk1"/>
                </a:solidFill>
                <a:latin typeface="Libre Franklin"/>
                <a:ea typeface="Libre Franklin"/>
                <a:cs typeface="Libre Franklin"/>
                <a:sym typeface="Libre Franklin"/>
              </a:defRPr>
            </a:lvl2pPr>
            <a:lvl3pPr indent="0" lvl="2" marL="0" marR="0" algn="l">
              <a:spcBef>
                <a:spcPts val="0"/>
              </a:spcBef>
              <a:buNone/>
              <a:defRPr b="1" i="0" sz="1100" u="none" cap="none" strike="noStrike">
                <a:solidFill>
                  <a:schemeClr val="dk1"/>
                </a:solidFill>
                <a:latin typeface="Libre Franklin"/>
                <a:ea typeface="Libre Franklin"/>
                <a:cs typeface="Libre Franklin"/>
                <a:sym typeface="Libre Franklin"/>
              </a:defRPr>
            </a:lvl3pPr>
            <a:lvl4pPr indent="0" lvl="3" marL="0" marR="0" algn="l">
              <a:spcBef>
                <a:spcPts val="0"/>
              </a:spcBef>
              <a:buNone/>
              <a:defRPr b="1" i="0" sz="1100" u="none" cap="none" strike="noStrike">
                <a:solidFill>
                  <a:schemeClr val="dk1"/>
                </a:solidFill>
                <a:latin typeface="Libre Franklin"/>
                <a:ea typeface="Libre Franklin"/>
                <a:cs typeface="Libre Franklin"/>
                <a:sym typeface="Libre Franklin"/>
              </a:defRPr>
            </a:lvl4pPr>
            <a:lvl5pPr indent="0" lvl="4" marL="0" marR="0" algn="l">
              <a:spcBef>
                <a:spcPts val="0"/>
              </a:spcBef>
              <a:buNone/>
              <a:defRPr b="1" i="0" sz="1100" u="none" cap="none" strike="noStrike">
                <a:solidFill>
                  <a:schemeClr val="dk1"/>
                </a:solidFill>
                <a:latin typeface="Libre Franklin"/>
                <a:ea typeface="Libre Franklin"/>
                <a:cs typeface="Libre Franklin"/>
                <a:sym typeface="Libre Franklin"/>
              </a:defRPr>
            </a:lvl5pPr>
            <a:lvl6pPr indent="0" lvl="5" marL="0" marR="0" algn="l">
              <a:spcBef>
                <a:spcPts val="0"/>
              </a:spcBef>
              <a:buNone/>
              <a:defRPr b="1" i="0" sz="1100" u="none" cap="none" strike="noStrike">
                <a:solidFill>
                  <a:schemeClr val="dk1"/>
                </a:solidFill>
                <a:latin typeface="Libre Franklin"/>
                <a:ea typeface="Libre Franklin"/>
                <a:cs typeface="Libre Franklin"/>
                <a:sym typeface="Libre Franklin"/>
              </a:defRPr>
            </a:lvl6pPr>
            <a:lvl7pPr indent="0" lvl="6" marL="0" marR="0" algn="l">
              <a:spcBef>
                <a:spcPts val="0"/>
              </a:spcBef>
              <a:buNone/>
              <a:defRPr b="1" i="0" sz="1100" u="none" cap="none" strike="noStrike">
                <a:solidFill>
                  <a:schemeClr val="dk1"/>
                </a:solidFill>
                <a:latin typeface="Libre Franklin"/>
                <a:ea typeface="Libre Franklin"/>
                <a:cs typeface="Libre Franklin"/>
                <a:sym typeface="Libre Franklin"/>
              </a:defRPr>
            </a:lvl7pPr>
            <a:lvl8pPr indent="0" lvl="7" marL="0" marR="0" algn="l">
              <a:spcBef>
                <a:spcPts val="0"/>
              </a:spcBef>
              <a:buNone/>
              <a:defRPr b="1" i="0" sz="1100" u="none" cap="none" strike="noStrike">
                <a:solidFill>
                  <a:schemeClr val="dk1"/>
                </a:solidFill>
                <a:latin typeface="Libre Franklin"/>
                <a:ea typeface="Libre Franklin"/>
                <a:cs typeface="Libre Franklin"/>
                <a:sym typeface="Libre Franklin"/>
              </a:defRPr>
            </a:lvl8pPr>
            <a:lvl9pPr indent="0" lvl="8" marL="0" marR="0" algn="l">
              <a:spcBef>
                <a:spcPts val="0"/>
              </a:spcBef>
              <a:buNone/>
              <a:defRPr b="1" i="0" sz="1100" u="none" cap="none" strike="noStrike">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GT"/>
              <a:t>‹#›</a:t>
            </a:fld>
            <a:endParaRPr/>
          </a:p>
        </p:txBody>
      </p:sp>
      <p:sp>
        <p:nvSpPr>
          <p:cNvPr id="88" name="Google Shape;88;p30"/>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89" name="Google Shape;89;p30"/>
          <p:cNvCxnSpPr/>
          <p:nvPr/>
        </p:nvCxnSpPr>
        <p:spPr>
          <a:xfrm>
            <a:off x="594360" y="2148840"/>
            <a:ext cx="2133600" cy="3992"/>
          </a:xfrm>
          <a:prstGeom prst="straightConnector1">
            <a:avLst/>
          </a:prstGeom>
          <a:noFill/>
          <a:ln cap="flat" cmpd="sng" w="101600">
            <a:solidFill>
              <a:srgbClr val="5D7C3F"/>
            </a:solidFill>
            <a:prstDash val="solid"/>
            <a:miter lim="800000"/>
            <a:headEnd len="sm" w="sm" type="none"/>
            <a:tailEnd len="sm" w="sm" type="none"/>
          </a:ln>
        </p:spPr>
      </p:cxn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3">
  <p:cSld name="Título 3">
    <p:bg>
      <p:bgPr>
        <a:solidFill>
          <a:schemeClr val="lt1"/>
        </a:solidFill>
      </p:bgPr>
    </p:bg>
    <p:spTree>
      <p:nvGrpSpPr>
        <p:cNvPr id="90" name="Shape 90"/>
        <p:cNvGrpSpPr/>
        <p:nvPr/>
      </p:nvGrpSpPr>
      <p:grpSpPr>
        <a:xfrm>
          <a:off x="0" y="0"/>
          <a:ext cx="0" cy="0"/>
          <a:chOff x="0" y="0"/>
          <a:chExt cx="0" cy="0"/>
        </a:xfrm>
      </p:grpSpPr>
      <p:sp>
        <p:nvSpPr>
          <p:cNvPr id="91" name="Google Shape;91;p34"/>
          <p:cNvSpPr txBox="1"/>
          <p:nvPr>
            <p:ph type="ctrTitle"/>
          </p:nvPr>
        </p:nvSpPr>
        <p:spPr>
          <a:xfrm>
            <a:off x="594360" y="41147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6000"/>
              <a:buFont typeface="Franklin Gothic"/>
              <a:buNone/>
              <a:defRPr b="1" i="0" sz="60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92" name="Google Shape;92;p34"/>
          <p:cNvGrpSpPr/>
          <p:nvPr/>
        </p:nvGrpSpPr>
        <p:grpSpPr>
          <a:xfrm rot="10800000">
            <a:off x="6092752" y="0"/>
            <a:ext cx="6099248" cy="6099248"/>
            <a:chOff x="0" y="12289"/>
            <a:chExt cx="3550" cy="3551"/>
          </a:xfrm>
        </p:grpSpPr>
        <p:sp>
          <p:nvSpPr>
            <p:cNvPr id="93" name="Google Shape;93;p34"/>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94" name="Google Shape;94;p34"/>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95" name="Google Shape;95;p34"/>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grpSp>
      <p:sp>
        <p:nvSpPr>
          <p:cNvPr id="96" name="Google Shape;96;p34"/>
          <p:cNvSpPr txBox="1"/>
          <p:nvPr>
            <p:ph idx="1" type="body"/>
          </p:nvPr>
        </p:nvSpPr>
        <p:spPr>
          <a:xfrm>
            <a:off x="594360" y="4549552"/>
            <a:ext cx="5486400" cy="164592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rgbClr val="5D7C3F"/>
              </a:buClr>
              <a:buSzPts val="2400"/>
              <a:buNone/>
              <a:defRPr b="1" i="0" sz="2400">
                <a:solidFill>
                  <a:srgbClr val="5D7C3F"/>
                </a:solidFill>
                <a:latin typeface="Libre Franklin"/>
                <a:ea typeface="Libre Franklin"/>
                <a:cs typeface="Libre Franklin"/>
                <a:sym typeface="Libre Franklin"/>
              </a:defRPr>
            </a:lvl1pPr>
            <a:lvl2pPr indent="-482600" lvl="1" marL="914400" algn="l">
              <a:lnSpc>
                <a:spcPct val="90000"/>
              </a:lnSpc>
              <a:spcBef>
                <a:spcPts val="500"/>
              </a:spcBef>
              <a:spcAft>
                <a:spcPts val="0"/>
              </a:spcAft>
              <a:buClr>
                <a:schemeClr val="dk1"/>
              </a:buClr>
              <a:buSzPts val="4000"/>
              <a:buChar char="•"/>
              <a:defRPr sz="4000"/>
            </a:lvl2pPr>
            <a:lvl3pPr indent="-482600" lvl="2" marL="1371600" algn="l">
              <a:lnSpc>
                <a:spcPct val="90000"/>
              </a:lnSpc>
              <a:spcBef>
                <a:spcPts val="500"/>
              </a:spcBef>
              <a:spcAft>
                <a:spcPts val="0"/>
              </a:spcAft>
              <a:buClr>
                <a:schemeClr val="dk1"/>
              </a:buClr>
              <a:buSzPts val="4000"/>
              <a:buChar char="•"/>
              <a:defRPr sz="4000"/>
            </a:lvl3pPr>
            <a:lvl4pPr indent="-482600" lvl="3" marL="1828800" algn="l">
              <a:lnSpc>
                <a:spcPct val="90000"/>
              </a:lnSpc>
              <a:spcBef>
                <a:spcPts val="500"/>
              </a:spcBef>
              <a:spcAft>
                <a:spcPts val="0"/>
              </a:spcAft>
              <a:buClr>
                <a:schemeClr val="dk1"/>
              </a:buClr>
              <a:buSzPts val="4000"/>
              <a:buChar char="•"/>
              <a:defRPr sz="4000"/>
            </a:lvl4pPr>
            <a:lvl5pPr indent="-482600" lvl="4" marL="2286000" algn="l">
              <a:lnSpc>
                <a:spcPct val="90000"/>
              </a:lnSpc>
              <a:spcBef>
                <a:spcPts val="500"/>
              </a:spcBef>
              <a:spcAft>
                <a:spcPts val="0"/>
              </a:spcAft>
              <a:buClr>
                <a:schemeClr val="dk1"/>
              </a:buClr>
              <a:buSzPts val="4000"/>
              <a:buChar char="•"/>
              <a:defRPr sz="4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cxnSp>
        <p:nvCxnSpPr>
          <p:cNvPr id="97" name="Google Shape;97;p34"/>
          <p:cNvCxnSpPr/>
          <p:nvPr/>
        </p:nvCxnSpPr>
        <p:spPr>
          <a:xfrm>
            <a:off x="594360" y="3950208"/>
            <a:ext cx="2133600" cy="3992"/>
          </a:xfrm>
          <a:prstGeom prst="straightConnector1">
            <a:avLst/>
          </a:prstGeom>
          <a:noFill/>
          <a:ln cap="flat" cmpd="sng" w="101600">
            <a:solidFill>
              <a:srgbClr val="5D7C3F"/>
            </a:solidFill>
            <a:prstDash val="solid"/>
            <a:miter lim="800000"/>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1">
  <p:cSld name="Título 1">
    <p:bg>
      <p:bgPr>
        <a:solidFill>
          <a:schemeClr val="lt1"/>
        </a:solidFill>
      </p:bgPr>
    </p:bg>
    <p:spTree>
      <p:nvGrpSpPr>
        <p:cNvPr id="98" name="Shape 98"/>
        <p:cNvGrpSpPr/>
        <p:nvPr/>
      </p:nvGrpSpPr>
      <p:grpSpPr>
        <a:xfrm>
          <a:off x="0" y="0"/>
          <a:ext cx="0" cy="0"/>
          <a:chOff x="0" y="0"/>
          <a:chExt cx="0" cy="0"/>
        </a:xfrm>
      </p:grpSpPr>
      <p:sp>
        <p:nvSpPr>
          <p:cNvPr id="99" name="Google Shape;99;p35"/>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6000"/>
              <a:buFont typeface="Franklin Gothic"/>
              <a:buNone/>
              <a:defRPr b="1" i="0" sz="60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100" name="Google Shape;100;p35"/>
          <p:cNvGrpSpPr/>
          <p:nvPr/>
        </p:nvGrpSpPr>
        <p:grpSpPr>
          <a:xfrm>
            <a:off x="1" y="758752"/>
            <a:ext cx="6099248" cy="6099248"/>
            <a:chOff x="0" y="12289"/>
            <a:chExt cx="3550" cy="3551"/>
          </a:xfrm>
        </p:grpSpPr>
        <p:sp>
          <p:nvSpPr>
            <p:cNvPr id="101" name="Google Shape;101;p35"/>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02" name="Google Shape;102;p35"/>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03" name="Google Shape;103;p35"/>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grpSp>
      <p:cxnSp>
        <p:nvCxnSpPr>
          <p:cNvPr id="104" name="Google Shape;104;p35"/>
          <p:cNvCxnSpPr/>
          <p:nvPr/>
        </p:nvCxnSpPr>
        <p:spPr>
          <a:xfrm>
            <a:off x="6309360" y="3950208"/>
            <a:ext cx="2133600" cy="3992"/>
          </a:xfrm>
          <a:prstGeom prst="straightConnector1">
            <a:avLst/>
          </a:prstGeom>
          <a:noFill/>
          <a:ln cap="flat" cmpd="sng" w="101600">
            <a:solidFill>
              <a:srgbClr val="5D7C3F"/>
            </a:solidFill>
            <a:prstDash val="solid"/>
            <a:miter lim="800000"/>
            <a:headEnd len="sm" w="sm" type="none"/>
            <a:tailEnd len="sm" w="sm"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de sección">
  <p:cSld name="Título de sección">
    <p:bg>
      <p:bgPr>
        <a:solidFill>
          <a:schemeClr val="accent3"/>
        </a:solidFill>
      </p:bgPr>
    </p:bg>
    <p:spTree>
      <p:nvGrpSpPr>
        <p:cNvPr id="105" name="Shape 105"/>
        <p:cNvGrpSpPr/>
        <p:nvPr/>
      </p:nvGrpSpPr>
      <p:grpSpPr>
        <a:xfrm>
          <a:off x="0" y="0"/>
          <a:ext cx="0" cy="0"/>
          <a:chOff x="0" y="0"/>
          <a:chExt cx="0" cy="0"/>
        </a:xfrm>
      </p:grpSpPr>
      <p:sp>
        <p:nvSpPr>
          <p:cNvPr id="106" name="Google Shape;106;p36"/>
          <p:cNvSpPr/>
          <p:nvPr>
            <p:ph idx="2" type="pic"/>
          </p:nvPr>
        </p:nvSpPr>
        <p:spPr>
          <a:xfrm>
            <a:off x="0" y="0"/>
            <a:ext cx="12192000" cy="6880543"/>
          </a:xfrm>
          <a:prstGeom prst="rect">
            <a:avLst/>
          </a:prstGeom>
          <a:noFill/>
          <a:ln>
            <a:noFill/>
          </a:ln>
        </p:spPr>
      </p:sp>
      <p:sp>
        <p:nvSpPr>
          <p:cNvPr id="107" name="Google Shape;107;p36"/>
          <p:cNvSpPr txBox="1"/>
          <p:nvPr>
            <p:ph type="title"/>
          </p:nvPr>
        </p:nvSpPr>
        <p:spPr>
          <a:xfrm>
            <a:off x="6309359" y="444933"/>
            <a:ext cx="5477479"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lt1"/>
              </a:buClr>
              <a:buSzPts val="6000"/>
              <a:buFont typeface="Franklin Gothic"/>
              <a:buNone/>
              <a:defRPr b="1" i="0" sz="6000">
                <a:solidFill>
                  <a:schemeClr val="lt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36"/>
          <p:cNvSpPr/>
          <p:nvPr/>
        </p:nvSpPr>
        <p:spPr>
          <a:xfrm>
            <a:off x="6309360" y="3951843"/>
            <a:ext cx="2133600" cy="10058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Tree>
  </p:cSld>
  <p:clrMapOvr>
    <a:masterClrMapping/>
  </p:clrMapOvr>
  <p:extLst>
    <p:ext uri="{DCECCB84-F9BA-43D5-87BE-67443E8EF086}">
      <p15:sldGuideLst>
        <p15:guide id="1" pos="7104">
          <p15:clr>
            <a:srgbClr val="FBAE40"/>
          </p15:clr>
        </p15:guide>
        <p15:guide id="2" pos="4344">
          <p15:clr>
            <a:srgbClr val="FBAE40"/>
          </p15:clr>
        </p15:guide>
        <p15:guide id="3" pos="4560">
          <p15:clr>
            <a:srgbClr val="FBAE40"/>
          </p15:clr>
        </p15:guide>
        <p15:guide id="4" orient="horz" pos="184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2">
  <p:cSld name="Título 2">
    <p:bg>
      <p:bgPr>
        <a:solidFill>
          <a:schemeClr val="lt1"/>
        </a:solidFill>
      </p:bgPr>
    </p:bg>
    <p:spTree>
      <p:nvGrpSpPr>
        <p:cNvPr id="109" name="Shape 109"/>
        <p:cNvGrpSpPr/>
        <p:nvPr/>
      </p:nvGrpSpPr>
      <p:grpSpPr>
        <a:xfrm>
          <a:off x="0" y="0"/>
          <a:ext cx="0" cy="0"/>
          <a:chOff x="0" y="0"/>
          <a:chExt cx="0" cy="0"/>
        </a:xfrm>
      </p:grpSpPr>
      <p:sp>
        <p:nvSpPr>
          <p:cNvPr id="110" name="Google Shape;110;p37"/>
          <p:cNvSpPr txBox="1"/>
          <p:nvPr>
            <p:ph type="ctrTitle"/>
          </p:nvPr>
        </p:nvSpPr>
        <p:spPr>
          <a:xfrm>
            <a:off x="6299835" y="43052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6000"/>
              <a:buFont typeface="Franklin Gothic"/>
              <a:buNone/>
              <a:defRPr b="1" i="0" sz="60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37"/>
          <p:cNvSpPr/>
          <p:nvPr>
            <p:ph idx="2" type="pic"/>
          </p:nvPr>
        </p:nvSpPr>
        <p:spPr>
          <a:xfrm>
            <a:off x="0" y="-11113"/>
            <a:ext cx="5791200" cy="6880226"/>
          </a:xfrm>
          <a:prstGeom prst="rect">
            <a:avLst/>
          </a:prstGeom>
          <a:noFill/>
          <a:ln>
            <a:noFill/>
          </a:ln>
        </p:spPr>
      </p:sp>
      <p:sp>
        <p:nvSpPr>
          <p:cNvPr id="112" name="Google Shape;112;p37"/>
          <p:cNvSpPr txBox="1"/>
          <p:nvPr>
            <p:ph idx="1" type="body"/>
          </p:nvPr>
        </p:nvSpPr>
        <p:spPr>
          <a:xfrm>
            <a:off x="6299835" y="4568602"/>
            <a:ext cx="5486400" cy="164592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rgbClr val="5D7C3F"/>
              </a:buClr>
              <a:buSzPts val="2400"/>
              <a:buNone/>
              <a:defRPr b="1" i="0" sz="2400">
                <a:solidFill>
                  <a:srgbClr val="5D7C3F"/>
                </a:solidFill>
                <a:latin typeface="Libre Franklin"/>
                <a:ea typeface="Libre Franklin"/>
                <a:cs typeface="Libre Franklin"/>
                <a:sym typeface="Libre Franklin"/>
              </a:defRPr>
            </a:lvl1pPr>
            <a:lvl2pPr indent="-482600" lvl="1" marL="914400" algn="l">
              <a:lnSpc>
                <a:spcPct val="90000"/>
              </a:lnSpc>
              <a:spcBef>
                <a:spcPts val="500"/>
              </a:spcBef>
              <a:spcAft>
                <a:spcPts val="0"/>
              </a:spcAft>
              <a:buClr>
                <a:schemeClr val="dk1"/>
              </a:buClr>
              <a:buSzPts val="4000"/>
              <a:buChar char="•"/>
              <a:defRPr sz="4000"/>
            </a:lvl2pPr>
            <a:lvl3pPr indent="-482600" lvl="2" marL="1371600" algn="l">
              <a:lnSpc>
                <a:spcPct val="90000"/>
              </a:lnSpc>
              <a:spcBef>
                <a:spcPts val="500"/>
              </a:spcBef>
              <a:spcAft>
                <a:spcPts val="0"/>
              </a:spcAft>
              <a:buClr>
                <a:schemeClr val="dk1"/>
              </a:buClr>
              <a:buSzPts val="4000"/>
              <a:buChar char="•"/>
              <a:defRPr sz="4000"/>
            </a:lvl3pPr>
            <a:lvl4pPr indent="-482600" lvl="3" marL="1828800" algn="l">
              <a:lnSpc>
                <a:spcPct val="90000"/>
              </a:lnSpc>
              <a:spcBef>
                <a:spcPts val="500"/>
              </a:spcBef>
              <a:spcAft>
                <a:spcPts val="0"/>
              </a:spcAft>
              <a:buClr>
                <a:schemeClr val="dk1"/>
              </a:buClr>
              <a:buSzPts val="4000"/>
              <a:buChar char="•"/>
              <a:defRPr sz="4000"/>
            </a:lvl4pPr>
            <a:lvl5pPr indent="-482600" lvl="4" marL="2286000" algn="l">
              <a:lnSpc>
                <a:spcPct val="90000"/>
              </a:lnSpc>
              <a:spcBef>
                <a:spcPts val="500"/>
              </a:spcBef>
              <a:spcAft>
                <a:spcPts val="0"/>
              </a:spcAft>
              <a:buClr>
                <a:schemeClr val="dk1"/>
              </a:buClr>
              <a:buSzPts val="4000"/>
              <a:buChar char="•"/>
              <a:defRPr sz="4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cxnSp>
        <p:nvCxnSpPr>
          <p:cNvPr id="113" name="Google Shape;113;p37"/>
          <p:cNvCxnSpPr/>
          <p:nvPr/>
        </p:nvCxnSpPr>
        <p:spPr>
          <a:xfrm>
            <a:off x="6309360" y="3950208"/>
            <a:ext cx="2133600" cy="3992"/>
          </a:xfrm>
          <a:prstGeom prst="straightConnector1">
            <a:avLst/>
          </a:prstGeom>
          <a:noFill/>
          <a:ln cap="flat" cmpd="sng" w="101600">
            <a:solidFill>
              <a:srgbClr val="5D7C3F"/>
            </a:solidFill>
            <a:prstDash val="solid"/>
            <a:miter lim="800000"/>
            <a:headEnd len="sm" w="sm" type="none"/>
            <a:tailEnd len="sm" w="sm"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umen 2">
  <p:cSld name="Resumen 2">
    <p:bg>
      <p:bgPr>
        <a:solidFill>
          <a:schemeClr val="lt1"/>
        </a:solidFill>
      </p:bgPr>
    </p:bg>
    <p:spTree>
      <p:nvGrpSpPr>
        <p:cNvPr id="114" name="Shape 114"/>
        <p:cNvGrpSpPr/>
        <p:nvPr/>
      </p:nvGrpSpPr>
      <p:grpSpPr>
        <a:xfrm>
          <a:off x="0" y="0"/>
          <a:ext cx="0" cy="0"/>
          <a:chOff x="0" y="0"/>
          <a:chExt cx="0" cy="0"/>
        </a:xfrm>
      </p:grpSpPr>
      <p:cxnSp>
        <p:nvCxnSpPr>
          <p:cNvPr id="115" name="Google Shape;115;p38"/>
          <p:cNvCxnSpPr/>
          <p:nvPr/>
        </p:nvCxnSpPr>
        <p:spPr>
          <a:xfrm>
            <a:off x="594360" y="2148840"/>
            <a:ext cx="2133600" cy="3992"/>
          </a:xfrm>
          <a:prstGeom prst="straightConnector1">
            <a:avLst/>
          </a:prstGeom>
          <a:noFill/>
          <a:ln cap="flat" cmpd="sng" w="101600">
            <a:solidFill>
              <a:srgbClr val="5D7C3F"/>
            </a:solidFill>
            <a:prstDash val="solid"/>
            <a:miter lim="800000"/>
            <a:headEnd len="sm" w="sm" type="none"/>
            <a:tailEnd len="sm" w="sm" type="none"/>
          </a:ln>
        </p:spPr>
      </p:cxnSp>
      <p:grpSp>
        <p:nvGrpSpPr>
          <p:cNvPr id="116" name="Google Shape;116;p38"/>
          <p:cNvGrpSpPr/>
          <p:nvPr/>
        </p:nvGrpSpPr>
        <p:grpSpPr>
          <a:xfrm flipH="1" rot="5400000">
            <a:off x="0" y="3900132"/>
            <a:ext cx="2959226" cy="2959226"/>
            <a:chOff x="0" y="12289"/>
            <a:chExt cx="3550" cy="3551"/>
          </a:xfrm>
        </p:grpSpPr>
        <p:sp>
          <p:nvSpPr>
            <p:cNvPr id="117" name="Google Shape;117;p38"/>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18" name="Google Shape;118;p38"/>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19" name="Google Shape;119;p38"/>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grpSp>
      <p:sp>
        <p:nvSpPr>
          <p:cNvPr id="120" name="Google Shape;120;p38"/>
          <p:cNvSpPr txBox="1"/>
          <p:nvPr>
            <p:ph type="title"/>
          </p:nvPr>
        </p:nvSpPr>
        <p:spPr>
          <a:xfrm>
            <a:off x="594360" y="102875"/>
            <a:ext cx="10873740" cy="1680205"/>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38"/>
          <p:cNvSpPr txBox="1"/>
          <p:nvPr>
            <p:ph idx="1" type="body"/>
          </p:nvPr>
        </p:nvSpPr>
        <p:spPr>
          <a:xfrm>
            <a:off x="3657600" y="2282008"/>
            <a:ext cx="7810500" cy="3699328"/>
          </a:xfrm>
          <a:prstGeom prst="rect">
            <a:avLst/>
          </a:prstGeom>
          <a:noFill/>
          <a:ln>
            <a:noFill/>
          </a:ln>
        </p:spPr>
        <p:txBody>
          <a:bodyPr anchorCtr="0" anchor="t" bIns="0" lIns="0" spcFirstLastPara="1" rIns="0" wrap="square" tIns="228600">
            <a:normAutofit/>
          </a:bodyPr>
          <a:lstStyle>
            <a:lvl1pPr indent="-355600" lvl="0" marL="457200" algn="l">
              <a:lnSpc>
                <a:spcPct val="90000"/>
              </a:lnSpc>
              <a:spcBef>
                <a:spcPts val="1800"/>
              </a:spcBef>
              <a:spcAft>
                <a:spcPts val="0"/>
              </a:spcAft>
              <a:buClr>
                <a:schemeClr val="dk1"/>
              </a:buClr>
              <a:buSzPts val="2000"/>
              <a:buFont typeface="Arial"/>
              <a:buChar char="•"/>
              <a:defRPr sz="2000"/>
            </a:lvl1pPr>
            <a:lvl2pPr indent="-355600" lvl="1" marL="914400" algn="l">
              <a:lnSpc>
                <a:spcPct val="90000"/>
              </a:lnSpc>
              <a:spcBef>
                <a:spcPts val="18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22" name="Google Shape;122;p38"/>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a:solidFill>
                  <a:schemeClr val="dk1"/>
                </a:solidFill>
                <a:latin typeface="Libre Franklin"/>
                <a:ea typeface="Libre Franklin"/>
                <a:cs typeface="Libre Franklin"/>
                <a:sym typeface="Libre Franklin"/>
              </a:defRPr>
            </a:lvl1pPr>
            <a:lvl2pPr indent="0" lvl="1" marL="0" marR="0" algn="l">
              <a:spcBef>
                <a:spcPts val="0"/>
              </a:spcBef>
              <a:buNone/>
              <a:defRPr b="1" i="0" sz="1100">
                <a:solidFill>
                  <a:schemeClr val="dk1"/>
                </a:solidFill>
                <a:latin typeface="Libre Franklin"/>
                <a:ea typeface="Libre Franklin"/>
                <a:cs typeface="Libre Franklin"/>
                <a:sym typeface="Libre Franklin"/>
              </a:defRPr>
            </a:lvl2pPr>
            <a:lvl3pPr indent="0" lvl="2" marL="0" marR="0" algn="l">
              <a:spcBef>
                <a:spcPts val="0"/>
              </a:spcBef>
              <a:buNone/>
              <a:defRPr b="1" i="0" sz="1100">
                <a:solidFill>
                  <a:schemeClr val="dk1"/>
                </a:solidFill>
                <a:latin typeface="Libre Franklin"/>
                <a:ea typeface="Libre Franklin"/>
                <a:cs typeface="Libre Franklin"/>
                <a:sym typeface="Libre Franklin"/>
              </a:defRPr>
            </a:lvl3pPr>
            <a:lvl4pPr indent="0" lvl="3" marL="0" marR="0" algn="l">
              <a:spcBef>
                <a:spcPts val="0"/>
              </a:spcBef>
              <a:buNone/>
              <a:defRPr b="1" i="0" sz="1100">
                <a:solidFill>
                  <a:schemeClr val="dk1"/>
                </a:solidFill>
                <a:latin typeface="Libre Franklin"/>
                <a:ea typeface="Libre Franklin"/>
                <a:cs typeface="Libre Franklin"/>
                <a:sym typeface="Libre Franklin"/>
              </a:defRPr>
            </a:lvl4pPr>
            <a:lvl5pPr indent="0" lvl="4" marL="0" marR="0" algn="l">
              <a:spcBef>
                <a:spcPts val="0"/>
              </a:spcBef>
              <a:buNone/>
              <a:defRPr b="1" i="0" sz="1100">
                <a:solidFill>
                  <a:schemeClr val="dk1"/>
                </a:solidFill>
                <a:latin typeface="Libre Franklin"/>
                <a:ea typeface="Libre Franklin"/>
                <a:cs typeface="Libre Franklin"/>
                <a:sym typeface="Libre Franklin"/>
              </a:defRPr>
            </a:lvl5pPr>
            <a:lvl6pPr indent="0" lvl="5" marL="0" marR="0" algn="l">
              <a:spcBef>
                <a:spcPts val="0"/>
              </a:spcBef>
              <a:buNone/>
              <a:defRPr b="1" i="0" sz="1100">
                <a:solidFill>
                  <a:schemeClr val="dk1"/>
                </a:solidFill>
                <a:latin typeface="Libre Franklin"/>
                <a:ea typeface="Libre Franklin"/>
                <a:cs typeface="Libre Franklin"/>
                <a:sym typeface="Libre Franklin"/>
              </a:defRPr>
            </a:lvl6pPr>
            <a:lvl7pPr indent="0" lvl="6" marL="0" marR="0" algn="l">
              <a:spcBef>
                <a:spcPts val="0"/>
              </a:spcBef>
              <a:buNone/>
              <a:defRPr b="1" i="0" sz="1100">
                <a:solidFill>
                  <a:schemeClr val="dk1"/>
                </a:solidFill>
                <a:latin typeface="Libre Franklin"/>
                <a:ea typeface="Libre Franklin"/>
                <a:cs typeface="Libre Franklin"/>
                <a:sym typeface="Libre Franklin"/>
              </a:defRPr>
            </a:lvl7pPr>
            <a:lvl8pPr indent="0" lvl="7" marL="0" marR="0" algn="l">
              <a:spcBef>
                <a:spcPts val="0"/>
              </a:spcBef>
              <a:buNone/>
              <a:defRPr b="1" i="0" sz="1100">
                <a:solidFill>
                  <a:schemeClr val="dk1"/>
                </a:solidFill>
                <a:latin typeface="Libre Franklin"/>
                <a:ea typeface="Libre Franklin"/>
                <a:cs typeface="Libre Franklin"/>
                <a:sym typeface="Libre Franklin"/>
              </a:defRPr>
            </a:lvl8pPr>
            <a:lvl9pPr indent="0" lvl="8" marL="0" marR="0" algn="l">
              <a:spcBef>
                <a:spcPts val="0"/>
              </a:spcBef>
              <a:buNone/>
              <a:defRPr b="1" i="0" sz="1100">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GT"/>
              <a:t>‹#›</a:t>
            </a:fld>
            <a:endParaRPr/>
          </a:p>
        </p:txBody>
      </p:sp>
      <p:sp>
        <p:nvSpPr>
          <p:cNvPr id="123" name="Google Shape;123;p38"/>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ontenido ">
  <p:cSld name="Título y contenido ">
    <p:bg>
      <p:bgPr>
        <a:solidFill>
          <a:schemeClr val="lt1"/>
        </a:solidFill>
      </p:bgPr>
    </p:bg>
    <p:spTree>
      <p:nvGrpSpPr>
        <p:cNvPr id="124" name="Shape 124"/>
        <p:cNvGrpSpPr/>
        <p:nvPr/>
      </p:nvGrpSpPr>
      <p:grpSpPr>
        <a:xfrm>
          <a:off x="0" y="0"/>
          <a:ext cx="0" cy="0"/>
          <a:chOff x="0" y="0"/>
          <a:chExt cx="0" cy="0"/>
        </a:xfrm>
      </p:grpSpPr>
      <p:grpSp>
        <p:nvGrpSpPr>
          <p:cNvPr id="125" name="Google Shape;125;p39"/>
          <p:cNvGrpSpPr/>
          <p:nvPr/>
        </p:nvGrpSpPr>
        <p:grpSpPr>
          <a:xfrm>
            <a:off x="6362700" y="0"/>
            <a:ext cx="5829298" cy="3235602"/>
            <a:chOff x="5612972" y="1"/>
            <a:chExt cx="6615961" cy="3672246"/>
          </a:xfrm>
        </p:grpSpPr>
        <p:sp>
          <p:nvSpPr>
            <p:cNvPr id="126" name="Google Shape;126;p39"/>
            <p:cNvSpPr/>
            <p:nvPr/>
          </p:nvSpPr>
          <p:spPr>
            <a:xfrm>
              <a:off x="5612972" y="1"/>
              <a:ext cx="4408998" cy="3672246"/>
            </a:xfrm>
            <a:custGeom>
              <a:rect b="b" l="l" r="r" t="t"/>
              <a:pathLst>
                <a:path extrusionOk="0" h="2980" w="3578">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27" name="Google Shape;127;p39"/>
            <p:cNvSpPr/>
            <p:nvPr/>
          </p:nvSpPr>
          <p:spPr>
            <a:xfrm>
              <a:off x="6341233" y="1463970"/>
              <a:ext cx="2208196" cy="2208277"/>
            </a:xfrm>
            <a:custGeom>
              <a:rect b="b" l="l" r="r" t="t"/>
              <a:pathLst>
                <a:path extrusionOk="0" h="1792" w="1792">
                  <a:moveTo>
                    <a:pt x="597" y="0"/>
                  </a:moveTo>
                  <a:lnTo>
                    <a:pt x="0" y="598"/>
                  </a:lnTo>
                  <a:lnTo>
                    <a:pt x="1195" y="1792"/>
                  </a:lnTo>
                  <a:lnTo>
                    <a:pt x="1792" y="1195"/>
                  </a:lnTo>
                  <a:lnTo>
                    <a:pt x="597"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28" name="Google Shape;128;p39"/>
            <p:cNvSpPr/>
            <p:nvPr/>
          </p:nvSpPr>
          <p:spPr>
            <a:xfrm>
              <a:off x="8555590" y="1"/>
              <a:ext cx="1457754" cy="729520"/>
            </a:xfrm>
            <a:custGeom>
              <a:rect b="b" l="l" r="r" t="t"/>
              <a:pathLst>
                <a:path extrusionOk="0" h="592" w="1183">
                  <a:moveTo>
                    <a:pt x="1183" y="0"/>
                  </a:moveTo>
                  <a:lnTo>
                    <a:pt x="0" y="0"/>
                  </a:lnTo>
                  <a:lnTo>
                    <a:pt x="591" y="591"/>
                  </a:lnTo>
                  <a:lnTo>
                    <a:pt x="1183"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29" name="Google Shape;129;p39"/>
            <p:cNvSpPr/>
            <p:nvPr/>
          </p:nvSpPr>
          <p:spPr>
            <a:xfrm>
              <a:off x="7076887" y="728289"/>
              <a:ext cx="2208196" cy="2208277"/>
            </a:xfrm>
            <a:custGeom>
              <a:rect b="b" l="l" r="r" t="t"/>
              <a:pathLst>
                <a:path extrusionOk="0" h="1792" w="1792">
                  <a:moveTo>
                    <a:pt x="598" y="0"/>
                  </a:moveTo>
                  <a:lnTo>
                    <a:pt x="0" y="597"/>
                  </a:lnTo>
                  <a:lnTo>
                    <a:pt x="1195" y="1792"/>
                  </a:lnTo>
                  <a:lnTo>
                    <a:pt x="1792" y="1195"/>
                  </a:lnTo>
                  <a:lnTo>
                    <a:pt x="598"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30" name="Google Shape;130;p39"/>
            <p:cNvSpPr/>
            <p:nvPr/>
          </p:nvSpPr>
          <p:spPr>
            <a:xfrm>
              <a:off x="9285083" y="728289"/>
              <a:ext cx="2943850" cy="2943958"/>
            </a:xfrm>
            <a:custGeom>
              <a:rect b="b" l="l" r="r" t="t"/>
              <a:pathLst>
                <a:path extrusionOk="0" h="2389" w="2389">
                  <a:moveTo>
                    <a:pt x="2389" y="1195"/>
                  </a:moveTo>
                  <a:lnTo>
                    <a:pt x="1194" y="0"/>
                  </a:lnTo>
                  <a:lnTo>
                    <a:pt x="0" y="1195"/>
                  </a:lnTo>
                  <a:lnTo>
                    <a:pt x="1194" y="2389"/>
                  </a:lnTo>
                  <a:lnTo>
                    <a:pt x="2389" y="1195"/>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grpSp>
      <p:sp>
        <p:nvSpPr>
          <p:cNvPr id="131" name="Google Shape;131;p39"/>
          <p:cNvSpPr txBox="1"/>
          <p:nvPr>
            <p:ph type="title"/>
          </p:nvPr>
        </p:nvSpPr>
        <p:spPr>
          <a:xfrm>
            <a:off x="6318885" y="3499667"/>
            <a:ext cx="4939666" cy="254281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32" name="Google Shape;132;p39"/>
          <p:cNvCxnSpPr/>
          <p:nvPr/>
        </p:nvCxnSpPr>
        <p:spPr>
          <a:xfrm>
            <a:off x="6347460" y="6313170"/>
            <a:ext cx="2133600" cy="3992"/>
          </a:xfrm>
          <a:prstGeom prst="straightConnector1">
            <a:avLst/>
          </a:prstGeom>
          <a:noFill/>
          <a:ln cap="flat" cmpd="sng" w="101600">
            <a:solidFill>
              <a:srgbClr val="5D7C3F"/>
            </a:solidFill>
            <a:prstDash val="solid"/>
            <a:miter lim="800000"/>
            <a:headEnd len="sm" w="sm" type="none"/>
            <a:tailEnd len="sm" w="sm" type="none"/>
          </a:ln>
        </p:spPr>
      </p:cxnSp>
      <p:sp>
        <p:nvSpPr>
          <p:cNvPr id="133" name="Google Shape;133;p39"/>
          <p:cNvSpPr txBox="1"/>
          <p:nvPr>
            <p:ph idx="1" type="body"/>
          </p:nvPr>
        </p:nvSpPr>
        <p:spPr>
          <a:xfrm>
            <a:off x="603885" y="457201"/>
            <a:ext cx="5198269" cy="2305050"/>
          </a:xfrm>
          <a:prstGeom prst="rect">
            <a:avLst/>
          </a:prstGeom>
          <a:noFill/>
          <a:ln>
            <a:noFill/>
          </a:ln>
        </p:spPr>
        <p:txBody>
          <a:bodyPr anchorCtr="0" anchor="t" bIns="45700" lIns="0" spcFirstLastPara="1" rIns="91425" wrap="square" tIns="274300">
            <a:normAutofit/>
          </a:bodyPr>
          <a:lstStyle>
            <a:lvl1pPr indent="-355600" lvl="0" marL="457200" algn="l">
              <a:lnSpc>
                <a:spcPct val="90000"/>
              </a:lnSpc>
              <a:spcBef>
                <a:spcPts val="1800"/>
              </a:spcBef>
              <a:spcAft>
                <a:spcPts val="0"/>
              </a:spcAft>
              <a:buClr>
                <a:schemeClr val="dk1"/>
              </a:buClr>
              <a:buSzPts val="2000"/>
              <a:buFont typeface="Franklin Gothic"/>
              <a:buAutoNum type="arabicPeriod"/>
              <a:defRPr sz="2000"/>
            </a:lvl1pPr>
            <a:lvl2pPr indent="-355600" lvl="1" marL="914400" algn="l">
              <a:lnSpc>
                <a:spcPct val="90000"/>
              </a:lnSpc>
              <a:spcBef>
                <a:spcPts val="1800"/>
              </a:spcBef>
              <a:spcAft>
                <a:spcPts val="0"/>
              </a:spcAft>
              <a:buClr>
                <a:schemeClr val="dk1"/>
              </a:buClr>
              <a:buSzPts val="2000"/>
              <a:buFont typeface="Franklin Gothic"/>
              <a:buAutoNum type="alphaLcPeriod"/>
              <a:defRPr sz="2000"/>
            </a:lvl2pPr>
            <a:lvl3pPr indent="-355600" lvl="2" marL="1371600" algn="l">
              <a:lnSpc>
                <a:spcPct val="90000"/>
              </a:lnSpc>
              <a:spcBef>
                <a:spcPts val="1800"/>
              </a:spcBef>
              <a:spcAft>
                <a:spcPts val="0"/>
              </a:spcAft>
              <a:buClr>
                <a:schemeClr val="dk1"/>
              </a:buClr>
              <a:buSzPts val="2000"/>
              <a:buFont typeface="Franklin Gothic"/>
              <a:buAutoNum type="arabicParenR"/>
              <a:defRPr sz="2000"/>
            </a:lvl3pPr>
            <a:lvl4pPr indent="-228600" lvl="3" marL="1828800" algn="l">
              <a:lnSpc>
                <a:spcPct val="90000"/>
              </a:lnSpc>
              <a:spcBef>
                <a:spcPts val="1800"/>
              </a:spcBef>
              <a:spcAft>
                <a:spcPts val="0"/>
              </a:spcAft>
              <a:buClr>
                <a:schemeClr val="dk1"/>
              </a:buClr>
              <a:buSzPts val="2000"/>
              <a:buFont typeface="Franklin Gothic"/>
              <a:buNone/>
              <a:defRPr sz="2000"/>
            </a:lvl4pPr>
            <a:lvl5pPr indent="-355600" lvl="4" marL="2286000" algn="l">
              <a:lnSpc>
                <a:spcPct val="90000"/>
              </a:lnSpc>
              <a:spcBef>
                <a:spcPts val="1800"/>
              </a:spcBef>
              <a:spcAft>
                <a:spcPts val="0"/>
              </a:spcAft>
              <a:buClr>
                <a:schemeClr val="dk1"/>
              </a:buClr>
              <a:buSzPts val="2000"/>
              <a:buFont typeface="Franklin Gothic"/>
              <a:buAutoNum type="arabicPeriod"/>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4" name="Google Shape;134;p39"/>
          <p:cNvSpPr txBox="1"/>
          <p:nvPr>
            <p:ph idx="2" type="body"/>
          </p:nvPr>
        </p:nvSpPr>
        <p:spPr>
          <a:xfrm>
            <a:off x="594360" y="2810595"/>
            <a:ext cx="5198269" cy="3319513"/>
          </a:xfrm>
          <a:prstGeom prst="rect">
            <a:avLst/>
          </a:prstGeom>
          <a:noFill/>
          <a:ln>
            <a:noFill/>
          </a:ln>
        </p:spPr>
        <p:txBody>
          <a:bodyPr anchorCtr="0" anchor="t" bIns="0" lIns="0" spcFirstLastPara="1" rIns="0" wrap="square" tIns="45700">
            <a:normAutofit/>
          </a:bodyPr>
          <a:lstStyle>
            <a:lvl1pPr indent="-228600" lvl="0" marL="457200" algn="l">
              <a:lnSpc>
                <a:spcPct val="90000"/>
              </a:lnSpc>
              <a:spcBef>
                <a:spcPts val="1800"/>
              </a:spcBef>
              <a:spcAft>
                <a:spcPts val="0"/>
              </a:spcAft>
              <a:buClr>
                <a:schemeClr val="dk1"/>
              </a:buClr>
              <a:buSzPts val="2000"/>
              <a:buFont typeface="Arial"/>
              <a:buNone/>
              <a:defRPr sz="2000"/>
            </a:lvl1pPr>
            <a:lvl2pPr indent="-355600" lvl="1" marL="914400" algn="l">
              <a:lnSpc>
                <a:spcPct val="90000"/>
              </a:lnSpc>
              <a:spcBef>
                <a:spcPts val="18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5" name="Google Shape;135;p39"/>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a:solidFill>
                  <a:schemeClr val="dk1"/>
                </a:solidFill>
                <a:latin typeface="Libre Franklin"/>
                <a:ea typeface="Libre Franklin"/>
                <a:cs typeface="Libre Franklin"/>
                <a:sym typeface="Libre Franklin"/>
              </a:defRPr>
            </a:lvl1pPr>
            <a:lvl2pPr indent="0" lvl="1" marL="0" marR="0" algn="l">
              <a:spcBef>
                <a:spcPts val="0"/>
              </a:spcBef>
              <a:buNone/>
              <a:defRPr b="1" i="0" sz="1100">
                <a:solidFill>
                  <a:schemeClr val="dk1"/>
                </a:solidFill>
                <a:latin typeface="Libre Franklin"/>
                <a:ea typeface="Libre Franklin"/>
                <a:cs typeface="Libre Franklin"/>
                <a:sym typeface="Libre Franklin"/>
              </a:defRPr>
            </a:lvl2pPr>
            <a:lvl3pPr indent="0" lvl="2" marL="0" marR="0" algn="l">
              <a:spcBef>
                <a:spcPts val="0"/>
              </a:spcBef>
              <a:buNone/>
              <a:defRPr b="1" i="0" sz="1100">
                <a:solidFill>
                  <a:schemeClr val="dk1"/>
                </a:solidFill>
                <a:latin typeface="Libre Franklin"/>
                <a:ea typeface="Libre Franklin"/>
                <a:cs typeface="Libre Franklin"/>
                <a:sym typeface="Libre Franklin"/>
              </a:defRPr>
            </a:lvl3pPr>
            <a:lvl4pPr indent="0" lvl="3" marL="0" marR="0" algn="l">
              <a:spcBef>
                <a:spcPts val="0"/>
              </a:spcBef>
              <a:buNone/>
              <a:defRPr b="1" i="0" sz="1100">
                <a:solidFill>
                  <a:schemeClr val="dk1"/>
                </a:solidFill>
                <a:latin typeface="Libre Franklin"/>
                <a:ea typeface="Libre Franklin"/>
                <a:cs typeface="Libre Franklin"/>
                <a:sym typeface="Libre Franklin"/>
              </a:defRPr>
            </a:lvl4pPr>
            <a:lvl5pPr indent="0" lvl="4" marL="0" marR="0" algn="l">
              <a:spcBef>
                <a:spcPts val="0"/>
              </a:spcBef>
              <a:buNone/>
              <a:defRPr b="1" i="0" sz="1100">
                <a:solidFill>
                  <a:schemeClr val="dk1"/>
                </a:solidFill>
                <a:latin typeface="Libre Franklin"/>
                <a:ea typeface="Libre Franklin"/>
                <a:cs typeface="Libre Franklin"/>
                <a:sym typeface="Libre Franklin"/>
              </a:defRPr>
            </a:lvl5pPr>
            <a:lvl6pPr indent="0" lvl="5" marL="0" marR="0" algn="l">
              <a:spcBef>
                <a:spcPts val="0"/>
              </a:spcBef>
              <a:buNone/>
              <a:defRPr b="1" i="0" sz="1100">
                <a:solidFill>
                  <a:schemeClr val="dk1"/>
                </a:solidFill>
                <a:latin typeface="Libre Franklin"/>
                <a:ea typeface="Libre Franklin"/>
                <a:cs typeface="Libre Franklin"/>
                <a:sym typeface="Libre Franklin"/>
              </a:defRPr>
            </a:lvl6pPr>
            <a:lvl7pPr indent="0" lvl="6" marL="0" marR="0" algn="l">
              <a:spcBef>
                <a:spcPts val="0"/>
              </a:spcBef>
              <a:buNone/>
              <a:defRPr b="1" i="0" sz="1100">
                <a:solidFill>
                  <a:schemeClr val="dk1"/>
                </a:solidFill>
                <a:latin typeface="Libre Franklin"/>
                <a:ea typeface="Libre Franklin"/>
                <a:cs typeface="Libre Franklin"/>
                <a:sym typeface="Libre Franklin"/>
              </a:defRPr>
            </a:lvl7pPr>
            <a:lvl8pPr indent="0" lvl="7" marL="0" marR="0" algn="l">
              <a:spcBef>
                <a:spcPts val="0"/>
              </a:spcBef>
              <a:buNone/>
              <a:defRPr b="1" i="0" sz="1100">
                <a:solidFill>
                  <a:schemeClr val="dk1"/>
                </a:solidFill>
                <a:latin typeface="Libre Franklin"/>
                <a:ea typeface="Libre Franklin"/>
                <a:cs typeface="Libre Franklin"/>
                <a:sym typeface="Libre Franklin"/>
              </a:defRPr>
            </a:lvl8pPr>
            <a:lvl9pPr indent="0" lvl="8" marL="0" marR="0" algn="l">
              <a:spcBef>
                <a:spcPts val="0"/>
              </a:spcBef>
              <a:buNone/>
              <a:defRPr b="1" i="0" sz="1100">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GT"/>
              <a:t>‹#›</a:t>
            </a:fld>
            <a:endParaRPr/>
          </a:p>
        </p:txBody>
      </p:sp>
      <p:sp>
        <p:nvSpPr>
          <p:cNvPr id="136" name="Google Shape;136;p39"/>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e imagen del título">
  <p:cSld name="Contenido e imagen del título">
    <p:bg>
      <p:bgPr>
        <a:solidFill>
          <a:schemeClr val="lt1"/>
        </a:solidFill>
      </p:bgPr>
    </p:bg>
    <p:spTree>
      <p:nvGrpSpPr>
        <p:cNvPr id="137" name="Shape 137"/>
        <p:cNvGrpSpPr/>
        <p:nvPr/>
      </p:nvGrpSpPr>
      <p:grpSpPr>
        <a:xfrm>
          <a:off x="0" y="0"/>
          <a:ext cx="0" cy="0"/>
          <a:chOff x="0" y="0"/>
          <a:chExt cx="0" cy="0"/>
        </a:xfrm>
      </p:grpSpPr>
      <p:sp>
        <p:nvSpPr>
          <p:cNvPr id="138" name="Google Shape;138;p40"/>
          <p:cNvSpPr txBox="1"/>
          <p:nvPr>
            <p:ph type="title"/>
          </p:nvPr>
        </p:nvSpPr>
        <p:spPr>
          <a:xfrm>
            <a:off x="575310" y="278129"/>
            <a:ext cx="5063490" cy="2354026"/>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40"/>
          <p:cNvSpPr txBox="1"/>
          <p:nvPr>
            <p:ph idx="1" type="body"/>
          </p:nvPr>
        </p:nvSpPr>
        <p:spPr>
          <a:xfrm>
            <a:off x="594360" y="3279579"/>
            <a:ext cx="5044440" cy="2994415"/>
          </a:xfrm>
          <a:prstGeom prst="rect">
            <a:avLst/>
          </a:prstGeom>
          <a:noFill/>
          <a:ln>
            <a:noFill/>
          </a:ln>
        </p:spPr>
        <p:txBody>
          <a:bodyPr anchorCtr="0" anchor="t" bIns="0" lIns="0" spcFirstLastPara="1" rIns="0" wrap="square" tIns="228600">
            <a:normAutofit/>
          </a:bodyPr>
          <a:lstStyle>
            <a:lvl1pPr indent="-228600" lvl="0" marL="457200" algn="l">
              <a:lnSpc>
                <a:spcPct val="90000"/>
              </a:lnSpc>
              <a:spcBef>
                <a:spcPts val="1800"/>
              </a:spcBef>
              <a:spcAft>
                <a:spcPts val="0"/>
              </a:spcAft>
              <a:buClr>
                <a:schemeClr val="dk1"/>
              </a:buClr>
              <a:buSzPts val="2000"/>
              <a:buFont typeface="Arial"/>
              <a:buNone/>
              <a:defRPr sz="2000"/>
            </a:lvl1pPr>
            <a:lvl2pPr indent="-355600" lvl="1" marL="914400" algn="l">
              <a:lnSpc>
                <a:spcPct val="90000"/>
              </a:lnSpc>
              <a:spcBef>
                <a:spcPts val="18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cxnSp>
        <p:nvCxnSpPr>
          <p:cNvPr id="140" name="Google Shape;140;p40"/>
          <p:cNvCxnSpPr/>
          <p:nvPr/>
        </p:nvCxnSpPr>
        <p:spPr>
          <a:xfrm>
            <a:off x="594360" y="2997459"/>
            <a:ext cx="2133600" cy="3992"/>
          </a:xfrm>
          <a:prstGeom prst="straightConnector1">
            <a:avLst/>
          </a:prstGeom>
          <a:noFill/>
          <a:ln cap="flat" cmpd="sng" w="101600">
            <a:solidFill>
              <a:srgbClr val="5D7C3F"/>
            </a:solidFill>
            <a:prstDash val="solid"/>
            <a:miter lim="800000"/>
            <a:headEnd len="sm" w="sm" type="none"/>
            <a:tailEnd len="sm" w="sm" type="none"/>
          </a:ln>
        </p:spPr>
      </p:cxnSp>
      <p:sp>
        <p:nvSpPr>
          <p:cNvPr id="141" name="Google Shape;141;p40"/>
          <p:cNvSpPr/>
          <p:nvPr>
            <p:ph idx="2" type="pic"/>
          </p:nvPr>
        </p:nvSpPr>
        <p:spPr>
          <a:xfrm>
            <a:off x="6096000" y="0"/>
            <a:ext cx="6118225" cy="6858000"/>
          </a:xfrm>
          <a:prstGeom prst="rect">
            <a:avLst/>
          </a:prstGeom>
          <a:noFill/>
          <a:ln>
            <a:noFill/>
          </a:ln>
        </p:spPr>
      </p:sp>
      <p:sp>
        <p:nvSpPr>
          <p:cNvPr id="142" name="Google Shape;142;p40"/>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a:solidFill>
                  <a:schemeClr val="dk1"/>
                </a:solidFill>
                <a:latin typeface="Libre Franklin"/>
                <a:ea typeface="Libre Franklin"/>
                <a:cs typeface="Libre Franklin"/>
                <a:sym typeface="Libre Franklin"/>
              </a:defRPr>
            </a:lvl1pPr>
            <a:lvl2pPr indent="0" lvl="1" marL="0" marR="0" algn="l">
              <a:spcBef>
                <a:spcPts val="0"/>
              </a:spcBef>
              <a:buNone/>
              <a:defRPr b="1" i="0" sz="1100">
                <a:solidFill>
                  <a:schemeClr val="dk1"/>
                </a:solidFill>
                <a:latin typeface="Libre Franklin"/>
                <a:ea typeface="Libre Franklin"/>
                <a:cs typeface="Libre Franklin"/>
                <a:sym typeface="Libre Franklin"/>
              </a:defRPr>
            </a:lvl2pPr>
            <a:lvl3pPr indent="0" lvl="2" marL="0" marR="0" algn="l">
              <a:spcBef>
                <a:spcPts val="0"/>
              </a:spcBef>
              <a:buNone/>
              <a:defRPr b="1" i="0" sz="1100">
                <a:solidFill>
                  <a:schemeClr val="dk1"/>
                </a:solidFill>
                <a:latin typeface="Libre Franklin"/>
                <a:ea typeface="Libre Franklin"/>
                <a:cs typeface="Libre Franklin"/>
                <a:sym typeface="Libre Franklin"/>
              </a:defRPr>
            </a:lvl3pPr>
            <a:lvl4pPr indent="0" lvl="3" marL="0" marR="0" algn="l">
              <a:spcBef>
                <a:spcPts val="0"/>
              </a:spcBef>
              <a:buNone/>
              <a:defRPr b="1" i="0" sz="1100">
                <a:solidFill>
                  <a:schemeClr val="dk1"/>
                </a:solidFill>
                <a:latin typeface="Libre Franklin"/>
                <a:ea typeface="Libre Franklin"/>
                <a:cs typeface="Libre Franklin"/>
                <a:sym typeface="Libre Franklin"/>
              </a:defRPr>
            </a:lvl4pPr>
            <a:lvl5pPr indent="0" lvl="4" marL="0" marR="0" algn="l">
              <a:spcBef>
                <a:spcPts val="0"/>
              </a:spcBef>
              <a:buNone/>
              <a:defRPr b="1" i="0" sz="1100">
                <a:solidFill>
                  <a:schemeClr val="dk1"/>
                </a:solidFill>
                <a:latin typeface="Libre Franklin"/>
                <a:ea typeface="Libre Franklin"/>
                <a:cs typeface="Libre Franklin"/>
                <a:sym typeface="Libre Franklin"/>
              </a:defRPr>
            </a:lvl5pPr>
            <a:lvl6pPr indent="0" lvl="5" marL="0" marR="0" algn="l">
              <a:spcBef>
                <a:spcPts val="0"/>
              </a:spcBef>
              <a:buNone/>
              <a:defRPr b="1" i="0" sz="1100">
                <a:solidFill>
                  <a:schemeClr val="dk1"/>
                </a:solidFill>
                <a:latin typeface="Libre Franklin"/>
                <a:ea typeface="Libre Franklin"/>
                <a:cs typeface="Libre Franklin"/>
                <a:sym typeface="Libre Franklin"/>
              </a:defRPr>
            </a:lvl6pPr>
            <a:lvl7pPr indent="0" lvl="6" marL="0" marR="0" algn="l">
              <a:spcBef>
                <a:spcPts val="0"/>
              </a:spcBef>
              <a:buNone/>
              <a:defRPr b="1" i="0" sz="1100">
                <a:solidFill>
                  <a:schemeClr val="dk1"/>
                </a:solidFill>
                <a:latin typeface="Libre Franklin"/>
                <a:ea typeface="Libre Franklin"/>
                <a:cs typeface="Libre Franklin"/>
                <a:sym typeface="Libre Franklin"/>
              </a:defRPr>
            </a:lvl7pPr>
            <a:lvl8pPr indent="0" lvl="7" marL="0" marR="0" algn="l">
              <a:spcBef>
                <a:spcPts val="0"/>
              </a:spcBef>
              <a:buNone/>
              <a:defRPr b="1" i="0" sz="1100">
                <a:solidFill>
                  <a:schemeClr val="dk1"/>
                </a:solidFill>
                <a:latin typeface="Libre Franklin"/>
                <a:ea typeface="Libre Franklin"/>
                <a:cs typeface="Libre Franklin"/>
                <a:sym typeface="Libre Franklin"/>
              </a:defRPr>
            </a:lvl8pPr>
            <a:lvl9pPr indent="0" lvl="8" marL="0" marR="0" algn="l">
              <a:spcBef>
                <a:spcPts val="0"/>
              </a:spcBef>
              <a:buNone/>
              <a:defRPr b="1" i="0" sz="1100">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GT"/>
              <a:t>‹#›</a:t>
            </a:fld>
            <a:endParaRPr/>
          </a:p>
        </p:txBody>
      </p:sp>
      <p:sp>
        <p:nvSpPr>
          <p:cNvPr id="143" name="Google Shape;143;p40"/>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y tabla del título">
  <p:cSld name="Contenido y tabla del título">
    <p:bg>
      <p:bgPr>
        <a:solidFill>
          <a:schemeClr val="lt1"/>
        </a:solidFill>
      </p:bgPr>
    </p:bg>
    <p:spTree>
      <p:nvGrpSpPr>
        <p:cNvPr id="144" name="Shape 144"/>
        <p:cNvGrpSpPr/>
        <p:nvPr/>
      </p:nvGrpSpPr>
      <p:grpSpPr>
        <a:xfrm>
          <a:off x="0" y="0"/>
          <a:ext cx="0" cy="0"/>
          <a:chOff x="0" y="0"/>
          <a:chExt cx="0" cy="0"/>
        </a:xfrm>
      </p:grpSpPr>
      <p:grpSp>
        <p:nvGrpSpPr>
          <p:cNvPr id="145" name="Google Shape;145;p41"/>
          <p:cNvGrpSpPr/>
          <p:nvPr/>
        </p:nvGrpSpPr>
        <p:grpSpPr>
          <a:xfrm flipH="1" rot="5400000">
            <a:off x="0" y="3900132"/>
            <a:ext cx="2959226" cy="2959226"/>
            <a:chOff x="0" y="12289"/>
            <a:chExt cx="3550" cy="3551"/>
          </a:xfrm>
        </p:grpSpPr>
        <p:sp>
          <p:nvSpPr>
            <p:cNvPr id="146" name="Google Shape;146;p41"/>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47" name="Google Shape;147;p41"/>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48" name="Google Shape;148;p41"/>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grpSp>
      <p:sp>
        <p:nvSpPr>
          <p:cNvPr id="149" name="Google Shape;149;p41"/>
          <p:cNvSpPr txBox="1"/>
          <p:nvPr>
            <p:ph type="title"/>
          </p:nvPr>
        </p:nvSpPr>
        <p:spPr>
          <a:xfrm>
            <a:off x="3661409" y="4661717"/>
            <a:ext cx="7936230" cy="138076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50" name="Google Shape;150;p41"/>
          <p:cNvCxnSpPr/>
          <p:nvPr/>
        </p:nvCxnSpPr>
        <p:spPr>
          <a:xfrm>
            <a:off x="3670935" y="6313170"/>
            <a:ext cx="2133600" cy="3992"/>
          </a:xfrm>
          <a:prstGeom prst="straightConnector1">
            <a:avLst/>
          </a:prstGeom>
          <a:noFill/>
          <a:ln cap="flat" cmpd="sng" w="101600">
            <a:solidFill>
              <a:srgbClr val="5D7C3F"/>
            </a:solidFill>
            <a:prstDash val="solid"/>
            <a:miter lim="800000"/>
            <a:headEnd len="sm" w="sm" type="none"/>
            <a:tailEnd len="sm" w="sm" type="none"/>
          </a:ln>
        </p:spPr>
      </p:cxnSp>
      <p:sp>
        <p:nvSpPr>
          <p:cNvPr id="151" name="Google Shape;151;p41"/>
          <p:cNvSpPr txBox="1"/>
          <p:nvPr>
            <p:ph idx="1" type="body"/>
          </p:nvPr>
        </p:nvSpPr>
        <p:spPr>
          <a:xfrm>
            <a:off x="603885" y="584005"/>
            <a:ext cx="2825115" cy="3999060"/>
          </a:xfrm>
          <a:prstGeom prst="rect">
            <a:avLst/>
          </a:prstGeom>
          <a:noFill/>
          <a:ln>
            <a:noFill/>
          </a:ln>
        </p:spPr>
        <p:txBody>
          <a:bodyPr anchorCtr="0" anchor="t" bIns="45700" lIns="0" spcFirstLastPara="1" rIns="91425" wrap="square" tIns="274300">
            <a:normAutofit/>
          </a:bodyPr>
          <a:lstStyle>
            <a:lvl1pPr indent="-228600" lvl="0" marL="457200" algn="l">
              <a:lnSpc>
                <a:spcPct val="90000"/>
              </a:lnSpc>
              <a:spcBef>
                <a:spcPts val="1800"/>
              </a:spcBef>
              <a:spcAft>
                <a:spcPts val="0"/>
              </a:spcAft>
              <a:buClr>
                <a:schemeClr val="dk1"/>
              </a:buClr>
              <a:buSzPts val="2000"/>
              <a:buFont typeface="Arial"/>
              <a:buNone/>
              <a:defRPr sz="2000"/>
            </a:lvl1pPr>
            <a:lvl2pPr indent="-228600" lvl="1" marL="914400" algn="l">
              <a:lnSpc>
                <a:spcPct val="90000"/>
              </a:lnSpc>
              <a:spcBef>
                <a:spcPts val="1800"/>
              </a:spcBef>
              <a:spcAft>
                <a:spcPts val="0"/>
              </a:spcAft>
              <a:buClr>
                <a:schemeClr val="dk1"/>
              </a:buClr>
              <a:buSzPts val="2000"/>
              <a:buNone/>
              <a:defRPr sz="2000"/>
            </a:lvl2pPr>
            <a:lvl3pPr indent="-228600" lvl="2" marL="1371600" algn="l">
              <a:lnSpc>
                <a:spcPct val="90000"/>
              </a:lnSpc>
              <a:spcBef>
                <a:spcPts val="1800"/>
              </a:spcBef>
              <a:spcAft>
                <a:spcPts val="0"/>
              </a:spcAft>
              <a:buClr>
                <a:schemeClr val="dk1"/>
              </a:buClr>
              <a:buSzPts val="2000"/>
              <a:buNone/>
              <a:defRPr sz="2000"/>
            </a:lvl3pPr>
            <a:lvl4pPr indent="-228600" lvl="3" marL="1828800" algn="l">
              <a:lnSpc>
                <a:spcPct val="90000"/>
              </a:lnSpc>
              <a:spcBef>
                <a:spcPts val="1800"/>
              </a:spcBef>
              <a:spcAft>
                <a:spcPts val="0"/>
              </a:spcAft>
              <a:buClr>
                <a:schemeClr val="dk1"/>
              </a:buClr>
              <a:buSzPts val="2000"/>
              <a:buNone/>
              <a:defRPr sz="2000"/>
            </a:lvl4pPr>
            <a:lvl5pPr indent="-228600" lvl="4" marL="2286000" algn="l">
              <a:lnSpc>
                <a:spcPct val="90000"/>
              </a:lnSpc>
              <a:spcBef>
                <a:spcPts val="1800"/>
              </a:spcBef>
              <a:spcAft>
                <a:spcPts val="0"/>
              </a:spcAft>
              <a:buClr>
                <a:schemeClr val="dk1"/>
              </a:buClr>
              <a:buSzPts val="2000"/>
              <a:buNone/>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52" name="Google Shape;152;p41"/>
          <p:cNvSpPr txBox="1"/>
          <p:nvPr>
            <p:ph idx="2" type="body"/>
          </p:nvPr>
        </p:nvSpPr>
        <p:spPr>
          <a:xfrm>
            <a:off x="3670934" y="584005"/>
            <a:ext cx="7926705" cy="3999060"/>
          </a:xfrm>
          <a:prstGeom prst="rect">
            <a:avLst/>
          </a:prstGeom>
          <a:noFill/>
          <a:ln>
            <a:noFill/>
          </a:ln>
        </p:spPr>
        <p:txBody>
          <a:bodyPr anchorCtr="0" anchor="t" bIns="45700" lIns="0" spcFirstLastPara="1" rIns="91425" wrap="square" tIns="45700">
            <a:normAutofit/>
          </a:bodyPr>
          <a:lstStyle>
            <a:lvl1pPr indent="-228600" lvl="0" marL="457200" algn="l">
              <a:lnSpc>
                <a:spcPct val="90000"/>
              </a:lnSpc>
              <a:spcBef>
                <a:spcPts val="1800"/>
              </a:spcBef>
              <a:spcAft>
                <a:spcPts val="0"/>
              </a:spcAft>
              <a:buClr>
                <a:schemeClr val="dk1"/>
              </a:buClr>
              <a:buSzPts val="2000"/>
              <a:buNone/>
              <a:defRPr sz="2000"/>
            </a:lvl1pPr>
            <a:lvl2pPr indent="-355600" lvl="1" marL="914400" algn="l">
              <a:lnSpc>
                <a:spcPct val="90000"/>
              </a:lnSpc>
              <a:spcBef>
                <a:spcPts val="6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53" name="Google Shape;153;p41"/>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a:solidFill>
                  <a:schemeClr val="dk1"/>
                </a:solidFill>
                <a:latin typeface="Libre Franklin"/>
                <a:ea typeface="Libre Franklin"/>
                <a:cs typeface="Libre Franklin"/>
                <a:sym typeface="Libre Franklin"/>
              </a:defRPr>
            </a:lvl1pPr>
            <a:lvl2pPr indent="0" lvl="1" marL="0" marR="0" algn="l">
              <a:spcBef>
                <a:spcPts val="0"/>
              </a:spcBef>
              <a:buNone/>
              <a:defRPr b="1" i="0" sz="1100">
                <a:solidFill>
                  <a:schemeClr val="dk1"/>
                </a:solidFill>
                <a:latin typeface="Libre Franklin"/>
                <a:ea typeface="Libre Franklin"/>
                <a:cs typeface="Libre Franklin"/>
                <a:sym typeface="Libre Franklin"/>
              </a:defRPr>
            </a:lvl2pPr>
            <a:lvl3pPr indent="0" lvl="2" marL="0" marR="0" algn="l">
              <a:spcBef>
                <a:spcPts val="0"/>
              </a:spcBef>
              <a:buNone/>
              <a:defRPr b="1" i="0" sz="1100">
                <a:solidFill>
                  <a:schemeClr val="dk1"/>
                </a:solidFill>
                <a:latin typeface="Libre Franklin"/>
                <a:ea typeface="Libre Franklin"/>
                <a:cs typeface="Libre Franklin"/>
                <a:sym typeface="Libre Franklin"/>
              </a:defRPr>
            </a:lvl3pPr>
            <a:lvl4pPr indent="0" lvl="3" marL="0" marR="0" algn="l">
              <a:spcBef>
                <a:spcPts val="0"/>
              </a:spcBef>
              <a:buNone/>
              <a:defRPr b="1" i="0" sz="1100">
                <a:solidFill>
                  <a:schemeClr val="dk1"/>
                </a:solidFill>
                <a:latin typeface="Libre Franklin"/>
                <a:ea typeface="Libre Franklin"/>
                <a:cs typeface="Libre Franklin"/>
                <a:sym typeface="Libre Franklin"/>
              </a:defRPr>
            </a:lvl4pPr>
            <a:lvl5pPr indent="0" lvl="4" marL="0" marR="0" algn="l">
              <a:spcBef>
                <a:spcPts val="0"/>
              </a:spcBef>
              <a:buNone/>
              <a:defRPr b="1" i="0" sz="1100">
                <a:solidFill>
                  <a:schemeClr val="dk1"/>
                </a:solidFill>
                <a:latin typeface="Libre Franklin"/>
                <a:ea typeface="Libre Franklin"/>
                <a:cs typeface="Libre Franklin"/>
                <a:sym typeface="Libre Franklin"/>
              </a:defRPr>
            </a:lvl5pPr>
            <a:lvl6pPr indent="0" lvl="5" marL="0" marR="0" algn="l">
              <a:spcBef>
                <a:spcPts val="0"/>
              </a:spcBef>
              <a:buNone/>
              <a:defRPr b="1" i="0" sz="1100">
                <a:solidFill>
                  <a:schemeClr val="dk1"/>
                </a:solidFill>
                <a:latin typeface="Libre Franklin"/>
                <a:ea typeface="Libre Franklin"/>
                <a:cs typeface="Libre Franklin"/>
                <a:sym typeface="Libre Franklin"/>
              </a:defRPr>
            </a:lvl6pPr>
            <a:lvl7pPr indent="0" lvl="6" marL="0" marR="0" algn="l">
              <a:spcBef>
                <a:spcPts val="0"/>
              </a:spcBef>
              <a:buNone/>
              <a:defRPr b="1" i="0" sz="1100">
                <a:solidFill>
                  <a:schemeClr val="dk1"/>
                </a:solidFill>
                <a:latin typeface="Libre Franklin"/>
                <a:ea typeface="Libre Franklin"/>
                <a:cs typeface="Libre Franklin"/>
                <a:sym typeface="Libre Franklin"/>
              </a:defRPr>
            </a:lvl7pPr>
            <a:lvl8pPr indent="0" lvl="7" marL="0" marR="0" algn="l">
              <a:spcBef>
                <a:spcPts val="0"/>
              </a:spcBef>
              <a:buNone/>
              <a:defRPr b="1" i="0" sz="1100">
                <a:solidFill>
                  <a:schemeClr val="dk1"/>
                </a:solidFill>
                <a:latin typeface="Libre Franklin"/>
                <a:ea typeface="Libre Franklin"/>
                <a:cs typeface="Libre Franklin"/>
                <a:sym typeface="Libre Franklin"/>
              </a:defRPr>
            </a:lvl8pPr>
            <a:lvl9pPr indent="0" lvl="8" marL="0" marR="0" algn="l">
              <a:spcBef>
                <a:spcPts val="0"/>
              </a:spcBef>
              <a:buNone/>
              <a:defRPr b="1" i="0" sz="1100">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GT"/>
              <a:t>‹#›</a:t>
            </a:fld>
            <a:endParaRPr/>
          </a:p>
        </p:txBody>
      </p:sp>
      <p:sp>
        <p:nvSpPr>
          <p:cNvPr id="154" name="Google Shape;154;p41"/>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os contenidos">
  <p:cSld name="Título y dos contenidos">
    <p:bg>
      <p:bgPr>
        <a:solidFill>
          <a:schemeClr val="lt1"/>
        </a:solidFill>
      </p:bgPr>
    </p:bg>
    <p:spTree>
      <p:nvGrpSpPr>
        <p:cNvPr id="155" name="Shape 155"/>
        <p:cNvGrpSpPr/>
        <p:nvPr/>
      </p:nvGrpSpPr>
      <p:grpSpPr>
        <a:xfrm>
          <a:off x="0" y="0"/>
          <a:ext cx="0" cy="0"/>
          <a:chOff x="0" y="0"/>
          <a:chExt cx="0" cy="0"/>
        </a:xfrm>
      </p:grpSpPr>
      <p:grpSp>
        <p:nvGrpSpPr>
          <p:cNvPr id="156" name="Google Shape;156;p42"/>
          <p:cNvGrpSpPr/>
          <p:nvPr/>
        </p:nvGrpSpPr>
        <p:grpSpPr>
          <a:xfrm rot="10800000">
            <a:off x="8870040" y="0"/>
            <a:ext cx="3325208" cy="3325208"/>
            <a:chOff x="0" y="12289"/>
            <a:chExt cx="3550" cy="3551"/>
          </a:xfrm>
        </p:grpSpPr>
        <p:sp>
          <p:nvSpPr>
            <p:cNvPr id="157" name="Google Shape;157;p42"/>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58" name="Google Shape;158;p42"/>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59" name="Google Shape;159;p42"/>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grpSp>
      <p:sp>
        <p:nvSpPr>
          <p:cNvPr id="160" name="Google Shape;160;p42"/>
          <p:cNvSpPr txBox="1"/>
          <p:nvPr>
            <p:ph type="title"/>
          </p:nvPr>
        </p:nvSpPr>
        <p:spPr>
          <a:xfrm>
            <a:off x="594360" y="198408"/>
            <a:ext cx="10972800" cy="1574317"/>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61" name="Google Shape;161;p42"/>
          <p:cNvCxnSpPr/>
          <p:nvPr/>
        </p:nvCxnSpPr>
        <p:spPr>
          <a:xfrm>
            <a:off x="594360" y="2148840"/>
            <a:ext cx="2133600" cy="3992"/>
          </a:xfrm>
          <a:prstGeom prst="straightConnector1">
            <a:avLst/>
          </a:prstGeom>
          <a:noFill/>
          <a:ln cap="flat" cmpd="sng" w="101600">
            <a:solidFill>
              <a:srgbClr val="5D7C3F"/>
            </a:solidFill>
            <a:prstDash val="solid"/>
            <a:miter lim="800000"/>
            <a:headEnd len="sm" w="sm" type="none"/>
            <a:tailEnd len="sm" w="sm" type="none"/>
          </a:ln>
        </p:spPr>
      </p:cxnSp>
      <p:sp>
        <p:nvSpPr>
          <p:cNvPr id="162" name="Google Shape;162;p42"/>
          <p:cNvSpPr txBox="1"/>
          <p:nvPr>
            <p:ph idx="1" type="body"/>
          </p:nvPr>
        </p:nvSpPr>
        <p:spPr>
          <a:xfrm>
            <a:off x="595523" y="2676525"/>
            <a:ext cx="5746750" cy="3597470"/>
          </a:xfrm>
          <a:prstGeom prst="rect">
            <a:avLst/>
          </a:prstGeom>
          <a:noFill/>
          <a:ln>
            <a:noFill/>
          </a:ln>
        </p:spPr>
        <p:txBody>
          <a:bodyPr anchorCtr="0" anchor="t" bIns="45700" lIns="0" spcFirstLastPara="1" rIns="91425" wrap="square" tIns="45700">
            <a:normAutofit/>
          </a:bodyPr>
          <a:lstStyle>
            <a:lvl1pPr indent="-228600" lvl="0" marL="457200" algn="l">
              <a:lnSpc>
                <a:spcPct val="90000"/>
              </a:lnSpc>
              <a:spcBef>
                <a:spcPts val="1800"/>
              </a:spcBef>
              <a:spcAft>
                <a:spcPts val="0"/>
              </a:spcAft>
              <a:buClr>
                <a:schemeClr val="dk1"/>
              </a:buClr>
              <a:buSzPts val="2000"/>
              <a:buNone/>
              <a:defRPr sz="2000"/>
            </a:lvl1pPr>
            <a:lvl2pPr indent="-355600" lvl="1" marL="914400" algn="l">
              <a:lnSpc>
                <a:spcPct val="90000"/>
              </a:lnSpc>
              <a:spcBef>
                <a:spcPts val="6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63" name="Google Shape;163;p42"/>
          <p:cNvSpPr txBox="1"/>
          <p:nvPr>
            <p:ph idx="2" type="body"/>
          </p:nvPr>
        </p:nvSpPr>
        <p:spPr>
          <a:xfrm>
            <a:off x="7620000" y="2676525"/>
            <a:ext cx="3947160" cy="3597470"/>
          </a:xfrm>
          <a:prstGeom prst="rect">
            <a:avLst/>
          </a:prstGeom>
          <a:noFill/>
          <a:ln>
            <a:noFill/>
          </a:ln>
        </p:spPr>
        <p:txBody>
          <a:bodyPr anchorCtr="0" anchor="t" bIns="45700" lIns="0" spcFirstLastPara="1" rIns="91425" wrap="square" tIns="45700">
            <a:normAutofit/>
          </a:bodyPr>
          <a:lstStyle>
            <a:lvl1pPr indent="-355600" lvl="0" marL="457200" algn="l">
              <a:lnSpc>
                <a:spcPct val="90000"/>
              </a:lnSpc>
              <a:spcBef>
                <a:spcPts val="1800"/>
              </a:spcBef>
              <a:spcAft>
                <a:spcPts val="0"/>
              </a:spcAft>
              <a:buClr>
                <a:schemeClr val="dk1"/>
              </a:buClr>
              <a:buSzPts val="2000"/>
              <a:buFont typeface="Arial"/>
              <a:buChar char="•"/>
              <a:defRPr sz="2000"/>
            </a:lvl1pPr>
            <a:lvl2pPr indent="-355600" lvl="1" marL="914400" algn="l">
              <a:lnSpc>
                <a:spcPct val="90000"/>
              </a:lnSpc>
              <a:spcBef>
                <a:spcPts val="18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64" name="Google Shape;164;p42"/>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42"/>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a:solidFill>
                  <a:schemeClr val="dk1"/>
                </a:solidFill>
                <a:latin typeface="Libre Franklin"/>
                <a:ea typeface="Libre Franklin"/>
                <a:cs typeface="Libre Franklin"/>
                <a:sym typeface="Libre Franklin"/>
              </a:defRPr>
            </a:lvl1pPr>
            <a:lvl2pPr indent="0" lvl="1" marL="0" marR="0" algn="l">
              <a:spcBef>
                <a:spcPts val="0"/>
              </a:spcBef>
              <a:buNone/>
              <a:defRPr b="1" i="0" sz="1100">
                <a:solidFill>
                  <a:schemeClr val="dk1"/>
                </a:solidFill>
                <a:latin typeface="Libre Franklin"/>
                <a:ea typeface="Libre Franklin"/>
                <a:cs typeface="Libre Franklin"/>
                <a:sym typeface="Libre Franklin"/>
              </a:defRPr>
            </a:lvl2pPr>
            <a:lvl3pPr indent="0" lvl="2" marL="0" marR="0" algn="l">
              <a:spcBef>
                <a:spcPts val="0"/>
              </a:spcBef>
              <a:buNone/>
              <a:defRPr b="1" i="0" sz="1100">
                <a:solidFill>
                  <a:schemeClr val="dk1"/>
                </a:solidFill>
                <a:latin typeface="Libre Franklin"/>
                <a:ea typeface="Libre Franklin"/>
                <a:cs typeface="Libre Franklin"/>
                <a:sym typeface="Libre Franklin"/>
              </a:defRPr>
            </a:lvl3pPr>
            <a:lvl4pPr indent="0" lvl="3" marL="0" marR="0" algn="l">
              <a:spcBef>
                <a:spcPts val="0"/>
              </a:spcBef>
              <a:buNone/>
              <a:defRPr b="1" i="0" sz="1100">
                <a:solidFill>
                  <a:schemeClr val="dk1"/>
                </a:solidFill>
                <a:latin typeface="Libre Franklin"/>
                <a:ea typeface="Libre Franklin"/>
                <a:cs typeface="Libre Franklin"/>
                <a:sym typeface="Libre Franklin"/>
              </a:defRPr>
            </a:lvl4pPr>
            <a:lvl5pPr indent="0" lvl="4" marL="0" marR="0" algn="l">
              <a:spcBef>
                <a:spcPts val="0"/>
              </a:spcBef>
              <a:buNone/>
              <a:defRPr b="1" i="0" sz="1100">
                <a:solidFill>
                  <a:schemeClr val="dk1"/>
                </a:solidFill>
                <a:latin typeface="Libre Franklin"/>
                <a:ea typeface="Libre Franklin"/>
                <a:cs typeface="Libre Franklin"/>
                <a:sym typeface="Libre Franklin"/>
              </a:defRPr>
            </a:lvl5pPr>
            <a:lvl6pPr indent="0" lvl="5" marL="0" marR="0" algn="l">
              <a:spcBef>
                <a:spcPts val="0"/>
              </a:spcBef>
              <a:buNone/>
              <a:defRPr b="1" i="0" sz="1100">
                <a:solidFill>
                  <a:schemeClr val="dk1"/>
                </a:solidFill>
                <a:latin typeface="Libre Franklin"/>
                <a:ea typeface="Libre Franklin"/>
                <a:cs typeface="Libre Franklin"/>
                <a:sym typeface="Libre Franklin"/>
              </a:defRPr>
            </a:lvl6pPr>
            <a:lvl7pPr indent="0" lvl="6" marL="0" marR="0" algn="l">
              <a:spcBef>
                <a:spcPts val="0"/>
              </a:spcBef>
              <a:buNone/>
              <a:defRPr b="1" i="0" sz="1100">
                <a:solidFill>
                  <a:schemeClr val="dk1"/>
                </a:solidFill>
                <a:latin typeface="Libre Franklin"/>
                <a:ea typeface="Libre Franklin"/>
                <a:cs typeface="Libre Franklin"/>
                <a:sym typeface="Libre Franklin"/>
              </a:defRPr>
            </a:lvl7pPr>
            <a:lvl8pPr indent="0" lvl="7" marL="0" marR="0" algn="l">
              <a:spcBef>
                <a:spcPts val="0"/>
              </a:spcBef>
              <a:buNone/>
              <a:defRPr b="1" i="0" sz="1100">
                <a:solidFill>
                  <a:schemeClr val="dk1"/>
                </a:solidFill>
                <a:latin typeface="Libre Franklin"/>
                <a:ea typeface="Libre Franklin"/>
                <a:cs typeface="Libre Franklin"/>
                <a:sym typeface="Libre Franklin"/>
              </a:defRPr>
            </a:lvl8pPr>
            <a:lvl9pPr indent="0" lvl="8" marL="0" marR="0" algn="l">
              <a:spcBef>
                <a:spcPts val="0"/>
              </a:spcBef>
              <a:buNone/>
              <a:defRPr b="1" i="0" sz="1100">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GT"/>
              <a:t>‹#›</a:t>
            </a:fld>
            <a:endParaRPr/>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a 2">
  <p:cSld name="Tabla 2">
    <p:bg>
      <p:bgPr>
        <a:solidFill>
          <a:schemeClr val="lt1"/>
        </a:solidFill>
      </p:bgPr>
    </p:bg>
    <p:spTree>
      <p:nvGrpSpPr>
        <p:cNvPr id="166" name="Shape 166"/>
        <p:cNvGrpSpPr/>
        <p:nvPr/>
      </p:nvGrpSpPr>
      <p:grpSpPr>
        <a:xfrm>
          <a:off x="0" y="0"/>
          <a:ext cx="0" cy="0"/>
          <a:chOff x="0" y="0"/>
          <a:chExt cx="0" cy="0"/>
        </a:xfrm>
      </p:grpSpPr>
      <p:sp>
        <p:nvSpPr>
          <p:cNvPr id="167" name="Google Shape;167;p43"/>
          <p:cNvSpPr txBox="1"/>
          <p:nvPr>
            <p:ph type="title"/>
          </p:nvPr>
        </p:nvSpPr>
        <p:spPr>
          <a:xfrm>
            <a:off x="594360" y="202400"/>
            <a:ext cx="10972800" cy="1570325"/>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8" name="Google Shape;168;p43"/>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a:solidFill>
                  <a:schemeClr val="dk1"/>
                </a:solidFill>
                <a:latin typeface="Libre Franklin"/>
                <a:ea typeface="Libre Franklin"/>
                <a:cs typeface="Libre Franklin"/>
                <a:sym typeface="Libre Franklin"/>
              </a:defRPr>
            </a:lvl1pPr>
            <a:lvl2pPr indent="0" lvl="1" marL="0" marR="0" algn="l">
              <a:spcBef>
                <a:spcPts val="0"/>
              </a:spcBef>
              <a:buNone/>
              <a:defRPr b="1" i="0" sz="1100">
                <a:solidFill>
                  <a:schemeClr val="dk1"/>
                </a:solidFill>
                <a:latin typeface="Libre Franklin"/>
                <a:ea typeface="Libre Franklin"/>
                <a:cs typeface="Libre Franklin"/>
                <a:sym typeface="Libre Franklin"/>
              </a:defRPr>
            </a:lvl2pPr>
            <a:lvl3pPr indent="0" lvl="2" marL="0" marR="0" algn="l">
              <a:spcBef>
                <a:spcPts val="0"/>
              </a:spcBef>
              <a:buNone/>
              <a:defRPr b="1" i="0" sz="1100">
                <a:solidFill>
                  <a:schemeClr val="dk1"/>
                </a:solidFill>
                <a:latin typeface="Libre Franklin"/>
                <a:ea typeface="Libre Franklin"/>
                <a:cs typeface="Libre Franklin"/>
                <a:sym typeface="Libre Franklin"/>
              </a:defRPr>
            </a:lvl3pPr>
            <a:lvl4pPr indent="0" lvl="3" marL="0" marR="0" algn="l">
              <a:spcBef>
                <a:spcPts val="0"/>
              </a:spcBef>
              <a:buNone/>
              <a:defRPr b="1" i="0" sz="1100">
                <a:solidFill>
                  <a:schemeClr val="dk1"/>
                </a:solidFill>
                <a:latin typeface="Libre Franklin"/>
                <a:ea typeface="Libre Franklin"/>
                <a:cs typeface="Libre Franklin"/>
                <a:sym typeface="Libre Franklin"/>
              </a:defRPr>
            </a:lvl4pPr>
            <a:lvl5pPr indent="0" lvl="4" marL="0" marR="0" algn="l">
              <a:spcBef>
                <a:spcPts val="0"/>
              </a:spcBef>
              <a:buNone/>
              <a:defRPr b="1" i="0" sz="1100">
                <a:solidFill>
                  <a:schemeClr val="dk1"/>
                </a:solidFill>
                <a:latin typeface="Libre Franklin"/>
                <a:ea typeface="Libre Franklin"/>
                <a:cs typeface="Libre Franklin"/>
                <a:sym typeface="Libre Franklin"/>
              </a:defRPr>
            </a:lvl5pPr>
            <a:lvl6pPr indent="0" lvl="5" marL="0" marR="0" algn="l">
              <a:spcBef>
                <a:spcPts val="0"/>
              </a:spcBef>
              <a:buNone/>
              <a:defRPr b="1" i="0" sz="1100">
                <a:solidFill>
                  <a:schemeClr val="dk1"/>
                </a:solidFill>
                <a:latin typeface="Libre Franklin"/>
                <a:ea typeface="Libre Franklin"/>
                <a:cs typeface="Libre Franklin"/>
                <a:sym typeface="Libre Franklin"/>
              </a:defRPr>
            </a:lvl6pPr>
            <a:lvl7pPr indent="0" lvl="6" marL="0" marR="0" algn="l">
              <a:spcBef>
                <a:spcPts val="0"/>
              </a:spcBef>
              <a:buNone/>
              <a:defRPr b="1" i="0" sz="1100">
                <a:solidFill>
                  <a:schemeClr val="dk1"/>
                </a:solidFill>
                <a:latin typeface="Libre Franklin"/>
                <a:ea typeface="Libre Franklin"/>
                <a:cs typeface="Libre Franklin"/>
                <a:sym typeface="Libre Franklin"/>
              </a:defRPr>
            </a:lvl7pPr>
            <a:lvl8pPr indent="0" lvl="7" marL="0" marR="0" algn="l">
              <a:spcBef>
                <a:spcPts val="0"/>
              </a:spcBef>
              <a:buNone/>
              <a:defRPr b="1" i="0" sz="1100">
                <a:solidFill>
                  <a:schemeClr val="dk1"/>
                </a:solidFill>
                <a:latin typeface="Libre Franklin"/>
                <a:ea typeface="Libre Franklin"/>
                <a:cs typeface="Libre Franklin"/>
                <a:sym typeface="Libre Franklin"/>
              </a:defRPr>
            </a:lvl8pPr>
            <a:lvl9pPr indent="0" lvl="8" marL="0" marR="0" algn="l">
              <a:spcBef>
                <a:spcPts val="0"/>
              </a:spcBef>
              <a:buNone/>
              <a:defRPr b="1" i="0" sz="1100">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GT"/>
              <a:t>‹#›</a:t>
            </a:fld>
            <a:endParaRPr/>
          </a:p>
        </p:txBody>
      </p:sp>
      <p:sp>
        <p:nvSpPr>
          <p:cNvPr id="169" name="Google Shape;169;p43"/>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70" name="Google Shape;170;p43"/>
          <p:cNvCxnSpPr/>
          <p:nvPr/>
        </p:nvCxnSpPr>
        <p:spPr>
          <a:xfrm>
            <a:off x="594360" y="2148840"/>
            <a:ext cx="2133600" cy="3992"/>
          </a:xfrm>
          <a:prstGeom prst="straightConnector1">
            <a:avLst/>
          </a:prstGeom>
          <a:noFill/>
          <a:ln cap="flat" cmpd="sng" w="101600">
            <a:solidFill>
              <a:srgbClr val="5D7C3F"/>
            </a:solidFill>
            <a:prstDash val="solid"/>
            <a:miter lim="800000"/>
            <a:headEnd len="sm" w="sm" type="none"/>
            <a:tailEnd len="sm" w="sm" type="none"/>
          </a:ln>
        </p:spPr>
      </p:cxn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p:cSld name="Título">
    <p:spTree>
      <p:nvGrpSpPr>
        <p:cNvPr id="175" name="Shape 175"/>
        <p:cNvGrpSpPr/>
        <p:nvPr/>
      </p:nvGrpSpPr>
      <p:grpSpPr>
        <a:xfrm>
          <a:off x="0" y="0"/>
          <a:ext cx="0" cy="0"/>
          <a:chOff x="0" y="0"/>
          <a:chExt cx="0" cy="0"/>
        </a:xfrm>
      </p:grpSpPr>
      <p:sp>
        <p:nvSpPr>
          <p:cNvPr id="176" name="Google Shape;176;p32"/>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2800"/>
              <a:buNone/>
              <a:defRPr b="1" i="0" sz="60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177" name="Google Shape;177;p32"/>
          <p:cNvGrpSpPr/>
          <p:nvPr/>
        </p:nvGrpSpPr>
        <p:grpSpPr>
          <a:xfrm>
            <a:off x="1" y="758752"/>
            <a:ext cx="6099248" cy="6099248"/>
            <a:chOff x="0" y="12289"/>
            <a:chExt cx="3550" cy="3551"/>
          </a:xfrm>
        </p:grpSpPr>
        <p:sp>
          <p:nvSpPr>
            <p:cNvPr id="178" name="Google Shape;178;p32"/>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79" name="Google Shape;179;p32"/>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0" name="Google Shape;180;p32"/>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cxnSp>
        <p:nvCxnSpPr>
          <p:cNvPr id="181" name="Google Shape;181;p32"/>
          <p:cNvCxnSpPr/>
          <p:nvPr/>
        </p:nvCxnSpPr>
        <p:spPr>
          <a:xfrm>
            <a:off x="6309360" y="3950208"/>
            <a:ext cx="2133600" cy="3992"/>
          </a:xfrm>
          <a:prstGeom prst="straightConnector1">
            <a:avLst/>
          </a:prstGeom>
          <a:noFill/>
          <a:ln cap="flat" cmpd="sng" w="101600">
            <a:solidFill>
              <a:srgbClr val="B9AD8D"/>
            </a:solidFill>
            <a:prstDash val="solid"/>
            <a:round/>
            <a:headEnd len="sm" w="sm" type="none"/>
            <a:tailEnd len="sm" w="sm" type="none"/>
          </a:ln>
        </p:spPr>
      </p:cxnSp>
      <p:sp>
        <p:nvSpPr>
          <p:cNvPr id="182" name="Google Shape;182;p32"/>
          <p:cNvSpPr txBox="1"/>
          <p:nvPr>
            <p:ph idx="1" type="body"/>
          </p:nvPr>
        </p:nvSpPr>
        <p:spPr>
          <a:xfrm>
            <a:off x="6309905" y="4549552"/>
            <a:ext cx="5486400" cy="164592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SzPts val="1800"/>
              <a:buNone/>
              <a:defRPr b="1" i="0" sz="2400">
                <a:solidFill>
                  <a:srgbClr val="B9AD8D"/>
                </a:solidFill>
                <a:latin typeface="Arial"/>
                <a:ea typeface="Arial"/>
                <a:cs typeface="Arial"/>
                <a:sym typeface="Arial"/>
              </a:defRPr>
            </a:lvl1pPr>
            <a:lvl2pPr indent="-317500" lvl="1" marL="914400" algn="l">
              <a:lnSpc>
                <a:spcPct val="115000"/>
              </a:lnSpc>
              <a:spcBef>
                <a:spcPts val="0"/>
              </a:spcBef>
              <a:spcAft>
                <a:spcPts val="0"/>
              </a:spcAft>
              <a:buSzPts val="1400"/>
              <a:buChar char="○"/>
              <a:defRPr sz="4000"/>
            </a:lvl2pPr>
            <a:lvl3pPr indent="-317500" lvl="2" marL="1371600" algn="l">
              <a:lnSpc>
                <a:spcPct val="115000"/>
              </a:lnSpc>
              <a:spcBef>
                <a:spcPts val="0"/>
              </a:spcBef>
              <a:spcAft>
                <a:spcPts val="0"/>
              </a:spcAft>
              <a:buSzPts val="1400"/>
              <a:buChar char="■"/>
              <a:defRPr sz="4000"/>
            </a:lvl3pPr>
            <a:lvl4pPr indent="-317500" lvl="3" marL="1828800" algn="l">
              <a:lnSpc>
                <a:spcPct val="115000"/>
              </a:lnSpc>
              <a:spcBef>
                <a:spcPts val="0"/>
              </a:spcBef>
              <a:spcAft>
                <a:spcPts val="0"/>
              </a:spcAft>
              <a:buSzPts val="1400"/>
              <a:buChar char="●"/>
              <a:defRPr sz="4000"/>
            </a:lvl4pPr>
            <a:lvl5pPr indent="-317500" lvl="4" marL="2286000" algn="l">
              <a:lnSpc>
                <a:spcPct val="115000"/>
              </a:lnSpc>
              <a:spcBef>
                <a:spcPts val="0"/>
              </a:spcBef>
              <a:spcAft>
                <a:spcPts val="0"/>
              </a:spcAft>
              <a:buSzPts val="1400"/>
              <a:buChar char="○"/>
              <a:defRPr sz="4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os contenidos">
  <p:cSld name="Título y dos contenidos">
    <p:spTree>
      <p:nvGrpSpPr>
        <p:cNvPr id="183" name="Shape 183"/>
        <p:cNvGrpSpPr/>
        <p:nvPr/>
      </p:nvGrpSpPr>
      <p:grpSpPr>
        <a:xfrm>
          <a:off x="0" y="0"/>
          <a:ext cx="0" cy="0"/>
          <a:chOff x="0" y="0"/>
          <a:chExt cx="0" cy="0"/>
        </a:xfrm>
      </p:grpSpPr>
      <p:grpSp>
        <p:nvGrpSpPr>
          <p:cNvPr id="184" name="Google Shape;184;p33"/>
          <p:cNvGrpSpPr/>
          <p:nvPr/>
        </p:nvGrpSpPr>
        <p:grpSpPr>
          <a:xfrm rot="10800000">
            <a:off x="8870040" y="0"/>
            <a:ext cx="3325208" cy="3325208"/>
            <a:chOff x="0" y="12289"/>
            <a:chExt cx="3550" cy="3551"/>
          </a:xfrm>
        </p:grpSpPr>
        <p:sp>
          <p:nvSpPr>
            <p:cNvPr id="185" name="Google Shape;185;p33"/>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6" name="Google Shape;186;p33"/>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7" name="Google Shape;187;p33"/>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sp>
        <p:nvSpPr>
          <p:cNvPr id="188" name="Google Shape;188;p33"/>
          <p:cNvSpPr txBox="1"/>
          <p:nvPr>
            <p:ph type="title"/>
          </p:nvPr>
        </p:nvSpPr>
        <p:spPr>
          <a:xfrm>
            <a:off x="594360" y="198408"/>
            <a:ext cx="10972800" cy="1574317"/>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44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189" name="Google Shape;189;p33"/>
          <p:cNvCxnSpPr/>
          <p:nvPr/>
        </p:nvCxnSpPr>
        <p:spPr>
          <a:xfrm>
            <a:off x="594360" y="2148840"/>
            <a:ext cx="2133600" cy="3992"/>
          </a:xfrm>
          <a:prstGeom prst="straightConnector1">
            <a:avLst/>
          </a:prstGeom>
          <a:noFill/>
          <a:ln cap="flat" cmpd="sng" w="101600">
            <a:solidFill>
              <a:srgbClr val="B9AD8D"/>
            </a:solidFill>
            <a:prstDash val="solid"/>
            <a:round/>
            <a:headEnd len="sm" w="sm" type="none"/>
            <a:tailEnd len="sm" w="sm" type="none"/>
          </a:ln>
        </p:spPr>
      </p:cxnSp>
      <p:sp>
        <p:nvSpPr>
          <p:cNvPr id="190" name="Google Shape;190;p33"/>
          <p:cNvSpPr txBox="1"/>
          <p:nvPr>
            <p:ph idx="1" type="body"/>
          </p:nvPr>
        </p:nvSpPr>
        <p:spPr>
          <a:xfrm>
            <a:off x="595523" y="2676525"/>
            <a:ext cx="5746750" cy="3597470"/>
          </a:xfrm>
          <a:prstGeom prst="rect">
            <a:avLst/>
          </a:prstGeom>
          <a:noFill/>
          <a:ln>
            <a:noFill/>
          </a:ln>
        </p:spPr>
        <p:txBody>
          <a:bodyPr anchorCtr="0" anchor="t" bIns="91425" lIns="0" spcFirstLastPara="1" rIns="91425" wrap="square" tIns="91425">
            <a:normAutofit/>
          </a:bodyPr>
          <a:lstStyle>
            <a:lvl1pPr indent="-228600" lvl="0" marL="457200" algn="l">
              <a:lnSpc>
                <a:spcPct val="115000"/>
              </a:lnSpc>
              <a:spcBef>
                <a:spcPts val="1800"/>
              </a:spcBef>
              <a:spcAft>
                <a:spcPts val="0"/>
              </a:spcAft>
              <a:buSzPts val="1800"/>
              <a:buNone/>
              <a:defRPr sz="2000"/>
            </a:lvl1pPr>
            <a:lvl2pPr indent="-317500" lvl="1" marL="914400" algn="l">
              <a:lnSpc>
                <a:spcPct val="115000"/>
              </a:lnSpc>
              <a:spcBef>
                <a:spcPts val="600"/>
              </a:spcBef>
              <a:spcAft>
                <a:spcPts val="0"/>
              </a:spcAft>
              <a:buSzPts val="1400"/>
              <a:buChar char="○"/>
              <a:defRPr sz="2000"/>
            </a:lvl2pPr>
            <a:lvl3pPr indent="-317500" lvl="2" marL="1371600" algn="l">
              <a:lnSpc>
                <a:spcPct val="115000"/>
              </a:lnSpc>
              <a:spcBef>
                <a:spcPts val="1800"/>
              </a:spcBef>
              <a:spcAft>
                <a:spcPts val="0"/>
              </a:spcAft>
              <a:buSzPts val="1400"/>
              <a:buChar char="■"/>
              <a:defRPr sz="2000"/>
            </a:lvl3pPr>
            <a:lvl4pPr indent="-317500" lvl="3" marL="1828800" algn="l">
              <a:lnSpc>
                <a:spcPct val="115000"/>
              </a:lnSpc>
              <a:spcBef>
                <a:spcPts val="1800"/>
              </a:spcBef>
              <a:spcAft>
                <a:spcPts val="0"/>
              </a:spcAft>
              <a:buSzPts val="1400"/>
              <a:buChar char="●"/>
              <a:defRPr sz="2000"/>
            </a:lvl4pPr>
            <a:lvl5pPr indent="-317500" lvl="4" marL="2286000" algn="l">
              <a:lnSpc>
                <a:spcPct val="115000"/>
              </a:lnSpc>
              <a:spcBef>
                <a:spcPts val="1800"/>
              </a:spcBef>
              <a:spcAft>
                <a:spcPts val="0"/>
              </a:spcAft>
              <a:buSzPts val="1400"/>
              <a:buChar char="○"/>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1" name="Google Shape;191;p33"/>
          <p:cNvSpPr txBox="1"/>
          <p:nvPr>
            <p:ph idx="2" type="body"/>
          </p:nvPr>
        </p:nvSpPr>
        <p:spPr>
          <a:xfrm>
            <a:off x="7620000" y="2676525"/>
            <a:ext cx="3947160" cy="3597470"/>
          </a:xfrm>
          <a:prstGeom prst="rect">
            <a:avLst/>
          </a:prstGeom>
          <a:noFill/>
          <a:ln>
            <a:noFill/>
          </a:ln>
        </p:spPr>
        <p:txBody>
          <a:bodyPr anchorCtr="0" anchor="t" bIns="91425" lIns="0" spcFirstLastPara="1" rIns="91425" wrap="square" tIns="91425">
            <a:normAutofit/>
          </a:bodyPr>
          <a:lstStyle>
            <a:lvl1pPr indent="-342900" lvl="0" marL="457200" algn="l">
              <a:lnSpc>
                <a:spcPct val="115000"/>
              </a:lnSpc>
              <a:spcBef>
                <a:spcPts val="1800"/>
              </a:spcBef>
              <a:spcAft>
                <a:spcPts val="0"/>
              </a:spcAft>
              <a:buSzPts val="1800"/>
              <a:buFont typeface="Arial"/>
              <a:buChar char="•"/>
              <a:defRPr sz="2000"/>
            </a:lvl1pPr>
            <a:lvl2pPr indent="-317500" lvl="1" marL="914400" algn="l">
              <a:lnSpc>
                <a:spcPct val="115000"/>
              </a:lnSpc>
              <a:spcBef>
                <a:spcPts val="1800"/>
              </a:spcBef>
              <a:spcAft>
                <a:spcPts val="0"/>
              </a:spcAft>
              <a:buSzPts val="1400"/>
              <a:buChar char="○"/>
              <a:defRPr sz="2000"/>
            </a:lvl2pPr>
            <a:lvl3pPr indent="-317500" lvl="2" marL="1371600" algn="l">
              <a:lnSpc>
                <a:spcPct val="115000"/>
              </a:lnSpc>
              <a:spcBef>
                <a:spcPts val="1800"/>
              </a:spcBef>
              <a:spcAft>
                <a:spcPts val="0"/>
              </a:spcAft>
              <a:buSzPts val="1400"/>
              <a:buChar char="■"/>
              <a:defRPr sz="2000"/>
            </a:lvl3pPr>
            <a:lvl4pPr indent="-317500" lvl="3" marL="1828800" algn="l">
              <a:lnSpc>
                <a:spcPct val="115000"/>
              </a:lnSpc>
              <a:spcBef>
                <a:spcPts val="1800"/>
              </a:spcBef>
              <a:spcAft>
                <a:spcPts val="0"/>
              </a:spcAft>
              <a:buSzPts val="1400"/>
              <a:buChar char="●"/>
              <a:defRPr sz="2000"/>
            </a:lvl4pPr>
            <a:lvl5pPr indent="-317500" lvl="4" marL="2286000" algn="l">
              <a:lnSpc>
                <a:spcPct val="115000"/>
              </a:lnSpc>
              <a:spcBef>
                <a:spcPts val="1800"/>
              </a:spcBef>
              <a:spcAft>
                <a:spcPts val="0"/>
              </a:spcAft>
              <a:buSzPts val="1400"/>
              <a:buChar char="○"/>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2" name="Google Shape;192;p33"/>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93" name="Google Shape;193;p33"/>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buClr>
                <a:schemeClr val="dk2"/>
              </a:buClr>
              <a:buSzPts val="1333"/>
              <a:buFont typeface="Arial"/>
              <a:buNone/>
              <a:defRPr b="0" i="0" sz="1333" u="none" cap="none" strike="noStrike">
                <a:solidFill>
                  <a:schemeClr val="dk2"/>
                </a:solidFill>
                <a:latin typeface="Arial"/>
                <a:ea typeface="Arial"/>
                <a:cs typeface="Arial"/>
                <a:sym typeface="Arial"/>
              </a:defRPr>
            </a:lvl1pPr>
            <a:lvl2pPr indent="0" lvl="1" marL="0" marR="0" algn="r">
              <a:buClr>
                <a:schemeClr val="dk2"/>
              </a:buClr>
              <a:buSzPts val="1333"/>
              <a:buFont typeface="Arial"/>
              <a:buNone/>
              <a:defRPr b="0" i="0" sz="1333" u="none" cap="none" strike="noStrike">
                <a:solidFill>
                  <a:schemeClr val="dk2"/>
                </a:solidFill>
                <a:latin typeface="Arial"/>
                <a:ea typeface="Arial"/>
                <a:cs typeface="Arial"/>
                <a:sym typeface="Arial"/>
              </a:defRPr>
            </a:lvl2pPr>
            <a:lvl3pPr indent="0" lvl="2" marL="0" marR="0" algn="r">
              <a:buClr>
                <a:schemeClr val="dk2"/>
              </a:buClr>
              <a:buSzPts val="1333"/>
              <a:buFont typeface="Arial"/>
              <a:buNone/>
              <a:defRPr b="0" i="0" sz="1333" u="none" cap="none" strike="noStrike">
                <a:solidFill>
                  <a:schemeClr val="dk2"/>
                </a:solidFill>
                <a:latin typeface="Arial"/>
                <a:ea typeface="Arial"/>
                <a:cs typeface="Arial"/>
                <a:sym typeface="Arial"/>
              </a:defRPr>
            </a:lvl3pPr>
            <a:lvl4pPr indent="0" lvl="3" marL="0" marR="0" algn="r">
              <a:buClr>
                <a:schemeClr val="dk2"/>
              </a:buClr>
              <a:buSzPts val="1333"/>
              <a:buFont typeface="Arial"/>
              <a:buNone/>
              <a:defRPr b="0" i="0" sz="1333" u="none" cap="none" strike="noStrike">
                <a:solidFill>
                  <a:schemeClr val="dk2"/>
                </a:solidFill>
                <a:latin typeface="Arial"/>
                <a:ea typeface="Arial"/>
                <a:cs typeface="Arial"/>
                <a:sym typeface="Arial"/>
              </a:defRPr>
            </a:lvl4pPr>
            <a:lvl5pPr indent="0" lvl="4" marL="0" marR="0" algn="r">
              <a:buClr>
                <a:schemeClr val="dk2"/>
              </a:buClr>
              <a:buSzPts val="1333"/>
              <a:buFont typeface="Arial"/>
              <a:buNone/>
              <a:defRPr b="0" i="0" sz="1333" u="none" cap="none" strike="noStrike">
                <a:solidFill>
                  <a:schemeClr val="dk2"/>
                </a:solidFill>
                <a:latin typeface="Arial"/>
                <a:ea typeface="Arial"/>
                <a:cs typeface="Arial"/>
                <a:sym typeface="Arial"/>
              </a:defRPr>
            </a:lvl5pPr>
            <a:lvl6pPr indent="0" lvl="5" marL="0" marR="0" algn="r">
              <a:buClr>
                <a:schemeClr val="dk2"/>
              </a:buClr>
              <a:buSzPts val="1333"/>
              <a:buFont typeface="Arial"/>
              <a:buNone/>
              <a:defRPr b="0" i="0" sz="1333" u="none" cap="none" strike="noStrike">
                <a:solidFill>
                  <a:schemeClr val="dk2"/>
                </a:solidFill>
                <a:latin typeface="Arial"/>
                <a:ea typeface="Arial"/>
                <a:cs typeface="Arial"/>
                <a:sym typeface="Arial"/>
              </a:defRPr>
            </a:lvl6pPr>
            <a:lvl7pPr indent="0" lvl="6" marL="0" marR="0" algn="r">
              <a:buClr>
                <a:schemeClr val="dk2"/>
              </a:buClr>
              <a:buSzPts val="1333"/>
              <a:buFont typeface="Arial"/>
              <a:buNone/>
              <a:defRPr b="0" i="0" sz="1333" u="none" cap="none" strike="noStrike">
                <a:solidFill>
                  <a:schemeClr val="dk2"/>
                </a:solidFill>
                <a:latin typeface="Arial"/>
                <a:ea typeface="Arial"/>
                <a:cs typeface="Arial"/>
                <a:sym typeface="Arial"/>
              </a:defRPr>
            </a:lvl7pPr>
            <a:lvl8pPr indent="0" lvl="7" marL="0" marR="0" algn="r">
              <a:buClr>
                <a:schemeClr val="dk2"/>
              </a:buClr>
              <a:buSzPts val="1333"/>
              <a:buFont typeface="Arial"/>
              <a:buNone/>
              <a:defRPr b="0" i="0" sz="1333" u="none" cap="none" strike="noStrike">
                <a:solidFill>
                  <a:schemeClr val="dk2"/>
                </a:solidFill>
                <a:latin typeface="Arial"/>
                <a:ea typeface="Arial"/>
                <a:cs typeface="Arial"/>
                <a:sym typeface="Arial"/>
              </a:defRPr>
            </a:lvl8pPr>
            <a:lvl9pPr indent="0" lvl="8" marL="0" marR="0" algn="r">
              <a:buClr>
                <a:schemeClr val="dk2"/>
              </a:buClr>
              <a:buSzPts val="1333"/>
              <a:buFont typeface="Arial"/>
              <a:buNone/>
              <a:defRPr b="0" i="0" sz="133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4" name="Shape 194"/>
        <p:cNvGrpSpPr/>
        <p:nvPr/>
      </p:nvGrpSpPr>
      <p:grpSpPr>
        <a:xfrm>
          <a:off x="0" y="0"/>
          <a:ext cx="0" cy="0"/>
          <a:chOff x="0" y="0"/>
          <a:chExt cx="0" cy="0"/>
        </a:xfrm>
      </p:grpSpPr>
      <p:sp>
        <p:nvSpPr>
          <p:cNvPr id="195" name="Google Shape;195;p54"/>
          <p:cNvSpPr txBox="1"/>
          <p:nvPr>
            <p:ph type="ctrTitle"/>
          </p:nvPr>
        </p:nvSpPr>
        <p:spPr>
          <a:xfrm>
            <a:off x="415611" y="992767"/>
            <a:ext cx="11360800" cy="2736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6933"/>
            </a:lvl1pPr>
            <a:lvl2pPr lvl="1" algn="ctr">
              <a:lnSpc>
                <a:spcPct val="100000"/>
              </a:lnSpc>
              <a:spcBef>
                <a:spcPts val="0"/>
              </a:spcBef>
              <a:spcAft>
                <a:spcPts val="0"/>
              </a:spcAft>
              <a:buSzPts val="5200"/>
              <a:buNone/>
              <a:defRPr sz="6933"/>
            </a:lvl2pPr>
            <a:lvl3pPr lvl="2" algn="ctr">
              <a:lnSpc>
                <a:spcPct val="100000"/>
              </a:lnSpc>
              <a:spcBef>
                <a:spcPts val="0"/>
              </a:spcBef>
              <a:spcAft>
                <a:spcPts val="0"/>
              </a:spcAft>
              <a:buSzPts val="5200"/>
              <a:buNone/>
              <a:defRPr sz="6933"/>
            </a:lvl3pPr>
            <a:lvl4pPr lvl="3" algn="ctr">
              <a:lnSpc>
                <a:spcPct val="100000"/>
              </a:lnSpc>
              <a:spcBef>
                <a:spcPts val="0"/>
              </a:spcBef>
              <a:spcAft>
                <a:spcPts val="0"/>
              </a:spcAft>
              <a:buSzPts val="5200"/>
              <a:buNone/>
              <a:defRPr sz="6933"/>
            </a:lvl4pPr>
            <a:lvl5pPr lvl="4" algn="ctr">
              <a:lnSpc>
                <a:spcPct val="100000"/>
              </a:lnSpc>
              <a:spcBef>
                <a:spcPts val="0"/>
              </a:spcBef>
              <a:spcAft>
                <a:spcPts val="0"/>
              </a:spcAft>
              <a:buSzPts val="5200"/>
              <a:buNone/>
              <a:defRPr sz="6933"/>
            </a:lvl5pPr>
            <a:lvl6pPr lvl="5" algn="ctr">
              <a:lnSpc>
                <a:spcPct val="100000"/>
              </a:lnSpc>
              <a:spcBef>
                <a:spcPts val="0"/>
              </a:spcBef>
              <a:spcAft>
                <a:spcPts val="0"/>
              </a:spcAft>
              <a:buSzPts val="5200"/>
              <a:buNone/>
              <a:defRPr sz="6933"/>
            </a:lvl6pPr>
            <a:lvl7pPr lvl="6" algn="ctr">
              <a:lnSpc>
                <a:spcPct val="100000"/>
              </a:lnSpc>
              <a:spcBef>
                <a:spcPts val="0"/>
              </a:spcBef>
              <a:spcAft>
                <a:spcPts val="0"/>
              </a:spcAft>
              <a:buSzPts val="5200"/>
              <a:buNone/>
              <a:defRPr sz="6933"/>
            </a:lvl7pPr>
            <a:lvl8pPr lvl="7" algn="ctr">
              <a:lnSpc>
                <a:spcPct val="100000"/>
              </a:lnSpc>
              <a:spcBef>
                <a:spcPts val="0"/>
              </a:spcBef>
              <a:spcAft>
                <a:spcPts val="0"/>
              </a:spcAft>
              <a:buSzPts val="5200"/>
              <a:buNone/>
              <a:defRPr sz="6933"/>
            </a:lvl8pPr>
            <a:lvl9pPr lvl="8" algn="ctr">
              <a:lnSpc>
                <a:spcPct val="100000"/>
              </a:lnSpc>
              <a:spcBef>
                <a:spcPts val="0"/>
              </a:spcBef>
              <a:spcAft>
                <a:spcPts val="0"/>
              </a:spcAft>
              <a:buSzPts val="5200"/>
              <a:buNone/>
              <a:defRPr sz="6933"/>
            </a:lvl9pPr>
          </a:lstStyle>
          <a:p/>
        </p:txBody>
      </p:sp>
      <p:sp>
        <p:nvSpPr>
          <p:cNvPr id="196" name="Google Shape;196;p54"/>
          <p:cNvSpPr txBox="1"/>
          <p:nvPr>
            <p:ph idx="1" type="subTitle"/>
          </p:nvPr>
        </p:nvSpPr>
        <p:spPr>
          <a:xfrm>
            <a:off x="415600" y="3778833"/>
            <a:ext cx="11360800" cy="10568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p:txBody>
      </p:sp>
      <p:sp>
        <p:nvSpPr>
          <p:cNvPr id="197" name="Google Shape;197;p54"/>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8" name="Shape 198"/>
        <p:cNvGrpSpPr/>
        <p:nvPr/>
      </p:nvGrpSpPr>
      <p:grpSpPr>
        <a:xfrm>
          <a:off x="0" y="0"/>
          <a:ext cx="0" cy="0"/>
          <a:chOff x="0" y="0"/>
          <a:chExt cx="0" cy="0"/>
        </a:xfrm>
      </p:grpSpPr>
      <p:sp>
        <p:nvSpPr>
          <p:cNvPr id="199" name="Google Shape;199;p55"/>
          <p:cNvSpPr txBox="1"/>
          <p:nvPr>
            <p:ph type="title"/>
          </p:nvPr>
        </p:nvSpPr>
        <p:spPr>
          <a:xfrm>
            <a:off x="415600" y="2867800"/>
            <a:ext cx="11360800" cy="1122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4800"/>
            </a:lvl2pPr>
            <a:lvl3pPr lvl="2" algn="ctr">
              <a:lnSpc>
                <a:spcPct val="100000"/>
              </a:lnSpc>
              <a:spcBef>
                <a:spcPts val="0"/>
              </a:spcBef>
              <a:spcAft>
                <a:spcPts val="0"/>
              </a:spcAft>
              <a:buSzPts val="3600"/>
              <a:buNone/>
              <a:defRPr sz="4800"/>
            </a:lvl3pPr>
            <a:lvl4pPr lvl="3" algn="ctr">
              <a:lnSpc>
                <a:spcPct val="100000"/>
              </a:lnSpc>
              <a:spcBef>
                <a:spcPts val="0"/>
              </a:spcBef>
              <a:spcAft>
                <a:spcPts val="0"/>
              </a:spcAft>
              <a:buSzPts val="3600"/>
              <a:buNone/>
              <a:defRPr sz="4800"/>
            </a:lvl4pPr>
            <a:lvl5pPr lvl="4" algn="ctr">
              <a:lnSpc>
                <a:spcPct val="100000"/>
              </a:lnSpc>
              <a:spcBef>
                <a:spcPts val="0"/>
              </a:spcBef>
              <a:spcAft>
                <a:spcPts val="0"/>
              </a:spcAft>
              <a:buSzPts val="3600"/>
              <a:buNone/>
              <a:defRPr sz="4800"/>
            </a:lvl5pPr>
            <a:lvl6pPr lvl="5" algn="ctr">
              <a:lnSpc>
                <a:spcPct val="100000"/>
              </a:lnSpc>
              <a:spcBef>
                <a:spcPts val="0"/>
              </a:spcBef>
              <a:spcAft>
                <a:spcPts val="0"/>
              </a:spcAft>
              <a:buSzPts val="3600"/>
              <a:buNone/>
              <a:defRPr sz="4800"/>
            </a:lvl6pPr>
            <a:lvl7pPr lvl="6" algn="ctr">
              <a:lnSpc>
                <a:spcPct val="100000"/>
              </a:lnSpc>
              <a:spcBef>
                <a:spcPts val="0"/>
              </a:spcBef>
              <a:spcAft>
                <a:spcPts val="0"/>
              </a:spcAft>
              <a:buSzPts val="3600"/>
              <a:buNone/>
              <a:defRPr sz="4800"/>
            </a:lvl7pPr>
            <a:lvl8pPr lvl="7" algn="ctr">
              <a:lnSpc>
                <a:spcPct val="100000"/>
              </a:lnSpc>
              <a:spcBef>
                <a:spcPts val="0"/>
              </a:spcBef>
              <a:spcAft>
                <a:spcPts val="0"/>
              </a:spcAft>
              <a:buSzPts val="3600"/>
              <a:buNone/>
              <a:defRPr sz="4800"/>
            </a:lvl8pPr>
            <a:lvl9pPr lvl="8" algn="ctr">
              <a:lnSpc>
                <a:spcPct val="100000"/>
              </a:lnSpc>
              <a:spcBef>
                <a:spcPts val="0"/>
              </a:spcBef>
              <a:spcAft>
                <a:spcPts val="0"/>
              </a:spcAft>
              <a:buSzPts val="3600"/>
              <a:buNone/>
              <a:defRPr sz="4800"/>
            </a:lvl9pPr>
          </a:lstStyle>
          <a:p/>
        </p:txBody>
      </p:sp>
      <p:sp>
        <p:nvSpPr>
          <p:cNvPr id="200" name="Google Shape;200;p55"/>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1" name="Shape 201"/>
        <p:cNvGrpSpPr/>
        <p:nvPr/>
      </p:nvGrpSpPr>
      <p:grpSpPr>
        <a:xfrm>
          <a:off x="0" y="0"/>
          <a:ext cx="0" cy="0"/>
          <a:chOff x="0" y="0"/>
          <a:chExt cx="0" cy="0"/>
        </a:xfrm>
      </p:grpSpPr>
      <p:sp>
        <p:nvSpPr>
          <p:cNvPr id="202" name="Google Shape;202;p56"/>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3" name="Google Shape;203;p56"/>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4" name="Google Shape;204;p56"/>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5" name="Shape 205"/>
        <p:cNvGrpSpPr/>
        <p:nvPr/>
      </p:nvGrpSpPr>
      <p:grpSpPr>
        <a:xfrm>
          <a:off x="0" y="0"/>
          <a:ext cx="0" cy="0"/>
          <a:chOff x="0" y="0"/>
          <a:chExt cx="0" cy="0"/>
        </a:xfrm>
      </p:grpSpPr>
      <p:sp>
        <p:nvSpPr>
          <p:cNvPr id="206" name="Google Shape;206;p57"/>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7" name="Google Shape;207;p57"/>
          <p:cNvSpPr txBox="1"/>
          <p:nvPr>
            <p:ph idx="1" type="body"/>
          </p:nvPr>
        </p:nvSpPr>
        <p:spPr>
          <a:xfrm>
            <a:off x="4156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08" name="Google Shape;208;p57"/>
          <p:cNvSpPr txBox="1"/>
          <p:nvPr>
            <p:ph idx="2" type="body"/>
          </p:nvPr>
        </p:nvSpPr>
        <p:spPr>
          <a:xfrm>
            <a:off x="64432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09" name="Google Shape;209;p57"/>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0" name="Shape 210"/>
        <p:cNvGrpSpPr/>
        <p:nvPr/>
      </p:nvGrpSpPr>
      <p:grpSpPr>
        <a:xfrm>
          <a:off x="0" y="0"/>
          <a:ext cx="0" cy="0"/>
          <a:chOff x="0" y="0"/>
          <a:chExt cx="0" cy="0"/>
        </a:xfrm>
      </p:grpSpPr>
      <p:sp>
        <p:nvSpPr>
          <p:cNvPr id="211" name="Google Shape;211;p58"/>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2" name="Google Shape;212;p58"/>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13" name="Shape 213"/>
        <p:cNvGrpSpPr/>
        <p:nvPr/>
      </p:nvGrpSpPr>
      <p:grpSpPr>
        <a:xfrm>
          <a:off x="0" y="0"/>
          <a:ext cx="0" cy="0"/>
          <a:chOff x="0" y="0"/>
          <a:chExt cx="0" cy="0"/>
        </a:xfrm>
      </p:grpSpPr>
      <p:sp>
        <p:nvSpPr>
          <p:cNvPr id="214" name="Google Shape;214;p59"/>
          <p:cNvSpPr txBox="1"/>
          <p:nvPr>
            <p:ph type="title"/>
          </p:nvPr>
        </p:nvSpPr>
        <p:spPr>
          <a:xfrm>
            <a:off x="415600" y="740800"/>
            <a:ext cx="3744000" cy="10076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3200"/>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p:txBody>
      </p:sp>
      <p:sp>
        <p:nvSpPr>
          <p:cNvPr id="215" name="Google Shape;215;p59"/>
          <p:cNvSpPr txBox="1"/>
          <p:nvPr>
            <p:ph idx="1" type="body"/>
          </p:nvPr>
        </p:nvSpPr>
        <p:spPr>
          <a:xfrm>
            <a:off x="415600" y="1852800"/>
            <a:ext cx="3744000" cy="4239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600"/>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16" name="Google Shape;216;p59"/>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17" name="Shape 217"/>
        <p:cNvGrpSpPr/>
        <p:nvPr/>
      </p:nvGrpSpPr>
      <p:grpSpPr>
        <a:xfrm>
          <a:off x="0" y="0"/>
          <a:ext cx="0" cy="0"/>
          <a:chOff x="0" y="0"/>
          <a:chExt cx="0" cy="0"/>
        </a:xfrm>
      </p:grpSpPr>
      <p:sp>
        <p:nvSpPr>
          <p:cNvPr id="218" name="Google Shape;218;p60"/>
          <p:cNvSpPr txBox="1"/>
          <p:nvPr>
            <p:ph type="title"/>
          </p:nvPr>
        </p:nvSpPr>
        <p:spPr>
          <a:xfrm>
            <a:off x="653667" y="600200"/>
            <a:ext cx="8490400" cy="54544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6400"/>
            </a:lvl1pPr>
            <a:lvl2pPr lvl="1" algn="l">
              <a:lnSpc>
                <a:spcPct val="100000"/>
              </a:lnSpc>
              <a:spcBef>
                <a:spcPts val="0"/>
              </a:spcBef>
              <a:spcAft>
                <a:spcPts val="0"/>
              </a:spcAft>
              <a:buSzPts val="4800"/>
              <a:buNone/>
              <a:defRPr sz="6400"/>
            </a:lvl2pPr>
            <a:lvl3pPr lvl="2" algn="l">
              <a:lnSpc>
                <a:spcPct val="100000"/>
              </a:lnSpc>
              <a:spcBef>
                <a:spcPts val="0"/>
              </a:spcBef>
              <a:spcAft>
                <a:spcPts val="0"/>
              </a:spcAft>
              <a:buSzPts val="4800"/>
              <a:buNone/>
              <a:defRPr sz="6400"/>
            </a:lvl3pPr>
            <a:lvl4pPr lvl="3" algn="l">
              <a:lnSpc>
                <a:spcPct val="100000"/>
              </a:lnSpc>
              <a:spcBef>
                <a:spcPts val="0"/>
              </a:spcBef>
              <a:spcAft>
                <a:spcPts val="0"/>
              </a:spcAft>
              <a:buSzPts val="4800"/>
              <a:buNone/>
              <a:defRPr sz="6400"/>
            </a:lvl4pPr>
            <a:lvl5pPr lvl="4" algn="l">
              <a:lnSpc>
                <a:spcPct val="100000"/>
              </a:lnSpc>
              <a:spcBef>
                <a:spcPts val="0"/>
              </a:spcBef>
              <a:spcAft>
                <a:spcPts val="0"/>
              </a:spcAft>
              <a:buSzPts val="4800"/>
              <a:buNone/>
              <a:defRPr sz="6400"/>
            </a:lvl5pPr>
            <a:lvl6pPr lvl="5" algn="l">
              <a:lnSpc>
                <a:spcPct val="100000"/>
              </a:lnSpc>
              <a:spcBef>
                <a:spcPts val="0"/>
              </a:spcBef>
              <a:spcAft>
                <a:spcPts val="0"/>
              </a:spcAft>
              <a:buSzPts val="4800"/>
              <a:buNone/>
              <a:defRPr sz="6400"/>
            </a:lvl6pPr>
            <a:lvl7pPr lvl="6" algn="l">
              <a:lnSpc>
                <a:spcPct val="100000"/>
              </a:lnSpc>
              <a:spcBef>
                <a:spcPts val="0"/>
              </a:spcBef>
              <a:spcAft>
                <a:spcPts val="0"/>
              </a:spcAft>
              <a:buSzPts val="4800"/>
              <a:buNone/>
              <a:defRPr sz="6400"/>
            </a:lvl7pPr>
            <a:lvl8pPr lvl="7" algn="l">
              <a:lnSpc>
                <a:spcPct val="100000"/>
              </a:lnSpc>
              <a:spcBef>
                <a:spcPts val="0"/>
              </a:spcBef>
              <a:spcAft>
                <a:spcPts val="0"/>
              </a:spcAft>
              <a:buSzPts val="4800"/>
              <a:buNone/>
              <a:defRPr sz="6400"/>
            </a:lvl8pPr>
            <a:lvl9pPr lvl="8" algn="l">
              <a:lnSpc>
                <a:spcPct val="100000"/>
              </a:lnSpc>
              <a:spcBef>
                <a:spcPts val="0"/>
              </a:spcBef>
              <a:spcAft>
                <a:spcPts val="0"/>
              </a:spcAft>
              <a:buSzPts val="4800"/>
              <a:buNone/>
              <a:defRPr sz="6400"/>
            </a:lvl9pPr>
          </a:lstStyle>
          <a:p/>
        </p:txBody>
      </p:sp>
      <p:sp>
        <p:nvSpPr>
          <p:cNvPr id="219" name="Google Shape;219;p60"/>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20" name="Shape 220"/>
        <p:cNvGrpSpPr/>
        <p:nvPr/>
      </p:nvGrpSpPr>
      <p:grpSpPr>
        <a:xfrm>
          <a:off x="0" y="0"/>
          <a:ext cx="0" cy="0"/>
          <a:chOff x="0" y="0"/>
          <a:chExt cx="0" cy="0"/>
        </a:xfrm>
      </p:grpSpPr>
      <p:sp>
        <p:nvSpPr>
          <p:cNvPr id="221" name="Google Shape;221;p61"/>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222" name="Google Shape;222;p61"/>
          <p:cNvSpPr txBox="1"/>
          <p:nvPr>
            <p:ph type="title"/>
          </p:nvPr>
        </p:nvSpPr>
        <p:spPr>
          <a:xfrm>
            <a:off x="354000" y="1644233"/>
            <a:ext cx="5393600" cy="1976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5600"/>
            </a:lvl1pPr>
            <a:lvl2pPr lvl="1" algn="ctr">
              <a:lnSpc>
                <a:spcPct val="100000"/>
              </a:lnSpc>
              <a:spcBef>
                <a:spcPts val="0"/>
              </a:spcBef>
              <a:spcAft>
                <a:spcPts val="0"/>
              </a:spcAft>
              <a:buSzPts val="4200"/>
              <a:buNone/>
              <a:defRPr sz="5600"/>
            </a:lvl2pPr>
            <a:lvl3pPr lvl="2" algn="ctr">
              <a:lnSpc>
                <a:spcPct val="100000"/>
              </a:lnSpc>
              <a:spcBef>
                <a:spcPts val="0"/>
              </a:spcBef>
              <a:spcAft>
                <a:spcPts val="0"/>
              </a:spcAft>
              <a:buSzPts val="4200"/>
              <a:buNone/>
              <a:defRPr sz="5600"/>
            </a:lvl3pPr>
            <a:lvl4pPr lvl="3" algn="ctr">
              <a:lnSpc>
                <a:spcPct val="100000"/>
              </a:lnSpc>
              <a:spcBef>
                <a:spcPts val="0"/>
              </a:spcBef>
              <a:spcAft>
                <a:spcPts val="0"/>
              </a:spcAft>
              <a:buSzPts val="4200"/>
              <a:buNone/>
              <a:defRPr sz="5600"/>
            </a:lvl4pPr>
            <a:lvl5pPr lvl="4" algn="ctr">
              <a:lnSpc>
                <a:spcPct val="100000"/>
              </a:lnSpc>
              <a:spcBef>
                <a:spcPts val="0"/>
              </a:spcBef>
              <a:spcAft>
                <a:spcPts val="0"/>
              </a:spcAft>
              <a:buSzPts val="4200"/>
              <a:buNone/>
              <a:defRPr sz="5600"/>
            </a:lvl5pPr>
            <a:lvl6pPr lvl="5" algn="ctr">
              <a:lnSpc>
                <a:spcPct val="100000"/>
              </a:lnSpc>
              <a:spcBef>
                <a:spcPts val="0"/>
              </a:spcBef>
              <a:spcAft>
                <a:spcPts val="0"/>
              </a:spcAft>
              <a:buSzPts val="4200"/>
              <a:buNone/>
              <a:defRPr sz="5600"/>
            </a:lvl6pPr>
            <a:lvl7pPr lvl="6" algn="ctr">
              <a:lnSpc>
                <a:spcPct val="100000"/>
              </a:lnSpc>
              <a:spcBef>
                <a:spcPts val="0"/>
              </a:spcBef>
              <a:spcAft>
                <a:spcPts val="0"/>
              </a:spcAft>
              <a:buSzPts val="4200"/>
              <a:buNone/>
              <a:defRPr sz="5600"/>
            </a:lvl7pPr>
            <a:lvl8pPr lvl="7" algn="ctr">
              <a:lnSpc>
                <a:spcPct val="100000"/>
              </a:lnSpc>
              <a:spcBef>
                <a:spcPts val="0"/>
              </a:spcBef>
              <a:spcAft>
                <a:spcPts val="0"/>
              </a:spcAft>
              <a:buSzPts val="4200"/>
              <a:buNone/>
              <a:defRPr sz="5600"/>
            </a:lvl8pPr>
            <a:lvl9pPr lvl="8" algn="ctr">
              <a:lnSpc>
                <a:spcPct val="100000"/>
              </a:lnSpc>
              <a:spcBef>
                <a:spcPts val="0"/>
              </a:spcBef>
              <a:spcAft>
                <a:spcPts val="0"/>
              </a:spcAft>
              <a:buSzPts val="4200"/>
              <a:buNone/>
              <a:defRPr sz="5600"/>
            </a:lvl9pPr>
          </a:lstStyle>
          <a:p/>
        </p:txBody>
      </p:sp>
      <p:sp>
        <p:nvSpPr>
          <p:cNvPr id="223" name="Google Shape;223;p61"/>
          <p:cNvSpPr txBox="1"/>
          <p:nvPr>
            <p:ph idx="1" type="subTitle"/>
          </p:nvPr>
        </p:nvSpPr>
        <p:spPr>
          <a:xfrm>
            <a:off x="354000" y="3737433"/>
            <a:ext cx="5393600" cy="16468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p:txBody>
      </p:sp>
      <p:sp>
        <p:nvSpPr>
          <p:cNvPr id="224" name="Google Shape;224;p61"/>
          <p:cNvSpPr txBox="1"/>
          <p:nvPr>
            <p:ph idx="2" type="body"/>
          </p:nvPr>
        </p:nvSpPr>
        <p:spPr>
          <a:xfrm>
            <a:off x="6586000" y="965433"/>
            <a:ext cx="5116000" cy="49268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25" name="Google Shape;225;p61"/>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26" name="Shape 226"/>
        <p:cNvGrpSpPr/>
        <p:nvPr/>
      </p:nvGrpSpPr>
      <p:grpSpPr>
        <a:xfrm>
          <a:off x="0" y="0"/>
          <a:ext cx="0" cy="0"/>
          <a:chOff x="0" y="0"/>
          <a:chExt cx="0" cy="0"/>
        </a:xfrm>
      </p:grpSpPr>
      <p:sp>
        <p:nvSpPr>
          <p:cNvPr id="227" name="Google Shape;227;p62"/>
          <p:cNvSpPr txBox="1"/>
          <p:nvPr>
            <p:ph idx="1" type="body"/>
          </p:nvPr>
        </p:nvSpPr>
        <p:spPr>
          <a:xfrm>
            <a:off x="415600" y="5640767"/>
            <a:ext cx="7998400" cy="806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28" name="Google Shape;228;p62"/>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29" name="Shape 229"/>
        <p:cNvGrpSpPr/>
        <p:nvPr/>
      </p:nvGrpSpPr>
      <p:grpSpPr>
        <a:xfrm>
          <a:off x="0" y="0"/>
          <a:ext cx="0" cy="0"/>
          <a:chOff x="0" y="0"/>
          <a:chExt cx="0" cy="0"/>
        </a:xfrm>
      </p:grpSpPr>
      <p:sp>
        <p:nvSpPr>
          <p:cNvPr id="230" name="Google Shape;230;p63"/>
          <p:cNvSpPr txBox="1"/>
          <p:nvPr>
            <p:ph type="title"/>
          </p:nvPr>
        </p:nvSpPr>
        <p:spPr>
          <a:xfrm>
            <a:off x="415600" y="1474833"/>
            <a:ext cx="11360800" cy="26180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6000"/>
            </a:lvl1pPr>
            <a:lvl2pPr lvl="1" algn="ctr">
              <a:lnSpc>
                <a:spcPct val="100000"/>
              </a:lnSpc>
              <a:spcBef>
                <a:spcPts val="0"/>
              </a:spcBef>
              <a:spcAft>
                <a:spcPts val="0"/>
              </a:spcAft>
              <a:buSzPts val="12000"/>
              <a:buNone/>
              <a:defRPr sz="16000"/>
            </a:lvl2pPr>
            <a:lvl3pPr lvl="2" algn="ctr">
              <a:lnSpc>
                <a:spcPct val="100000"/>
              </a:lnSpc>
              <a:spcBef>
                <a:spcPts val="0"/>
              </a:spcBef>
              <a:spcAft>
                <a:spcPts val="0"/>
              </a:spcAft>
              <a:buSzPts val="12000"/>
              <a:buNone/>
              <a:defRPr sz="16000"/>
            </a:lvl3pPr>
            <a:lvl4pPr lvl="3" algn="ctr">
              <a:lnSpc>
                <a:spcPct val="100000"/>
              </a:lnSpc>
              <a:spcBef>
                <a:spcPts val="0"/>
              </a:spcBef>
              <a:spcAft>
                <a:spcPts val="0"/>
              </a:spcAft>
              <a:buSzPts val="12000"/>
              <a:buNone/>
              <a:defRPr sz="16000"/>
            </a:lvl4pPr>
            <a:lvl5pPr lvl="4" algn="ctr">
              <a:lnSpc>
                <a:spcPct val="100000"/>
              </a:lnSpc>
              <a:spcBef>
                <a:spcPts val="0"/>
              </a:spcBef>
              <a:spcAft>
                <a:spcPts val="0"/>
              </a:spcAft>
              <a:buSzPts val="12000"/>
              <a:buNone/>
              <a:defRPr sz="16000"/>
            </a:lvl5pPr>
            <a:lvl6pPr lvl="5" algn="ctr">
              <a:lnSpc>
                <a:spcPct val="100000"/>
              </a:lnSpc>
              <a:spcBef>
                <a:spcPts val="0"/>
              </a:spcBef>
              <a:spcAft>
                <a:spcPts val="0"/>
              </a:spcAft>
              <a:buSzPts val="12000"/>
              <a:buNone/>
              <a:defRPr sz="16000"/>
            </a:lvl6pPr>
            <a:lvl7pPr lvl="6" algn="ctr">
              <a:lnSpc>
                <a:spcPct val="100000"/>
              </a:lnSpc>
              <a:spcBef>
                <a:spcPts val="0"/>
              </a:spcBef>
              <a:spcAft>
                <a:spcPts val="0"/>
              </a:spcAft>
              <a:buSzPts val="12000"/>
              <a:buNone/>
              <a:defRPr sz="16000"/>
            </a:lvl7pPr>
            <a:lvl8pPr lvl="7" algn="ctr">
              <a:lnSpc>
                <a:spcPct val="100000"/>
              </a:lnSpc>
              <a:spcBef>
                <a:spcPts val="0"/>
              </a:spcBef>
              <a:spcAft>
                <a:spcPts val="0"/>
              </a:spcAft>
              <a:buSzPts val="12000"/>
              <a:buNone/>
              <a:defRPr sz="16000"/>
            </a:lvl8pPr>
            <a:lvl9pPr lvl="8" algn="ctr">
              <a:lnSpc>
                <a:spcPct val="100000"/>
              </a:lnSpc>
              <a:spcBef>
                <a:spcPts val="0"/>
              </a:spcBef>
              <a:spcAft>
                <a:spcPts val="0"/>
              </a:spcAft>
              <a:buSzPts val="12000"/>
              <a:buNone/>
              <a:defRPr sz="16000"/>
            </a:lvl9pPr>
          </a:lstStyle>
          <a:p/>
        </p:txBody>
      </p:sp>
      <p:sp>
        <p:nvSpPr>
          <p:cNvPr id="231" name="Google Shape;231;p63"/>
          <p:cNvSpPr txBox="1"/>
          <p:nvPr>
            <p:ph idx="1" type="body"/>
          </p:nvPr>
        </p:nvSpPr>
        <p:spPr>
          <a:xfrm>
            <a:off x="415600" y="4202967"/>
            <a:ext cx="11360800" cy="17344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232" name="Google Shape;232;p63"/>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33" name="Shape 233"/>
        <p:cNvGrpSpPr/>
        <p:nvPr/>
      </p:nvGrpSpPr>
      <p:grpSpPr>
        <a:xfrm>
          <a:off x="0" y="0"/>
          <a:ext cx="0" cy="0"/>
          <a:chOff x="0" y="0"/>
          <a:chExt cx="0" cy="0"/>
        </a:xfrm>
      </p:grpSpPr>
      <p:sp>
        <p:nvSpPr>
          <p:cNvPr id="234" name="Google Shape;234;p64"/>
          <p:cNvSpPr txBox="1"/>
          <p:nvPr>
            <p:ph type="ctrTitle"/>
          </p:nvPr>
        </p:nvSpPr>
        <p:spPr>
          <a:xfrm>
            <a:off x="415611" y="992767"/>
            <a:ext cx="11360800" cy="2736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6933"/>
            </a:lvl1pPr>
            <a:lvl2pPr lvl="1" algn="ctr">
              <a:lnSpc>
                <a:spcPct val="100000"/>
              </a:lnSpc>
              <a:spcBef>
                <a:spcPts val="0"/>
              </a:spcBef>
              <a:spcAft>
                <a:spcPts val="0"/>
              </a:spcAft>
              <a:buSzPts val="5200"/>
              <a:buNone/>
              <a:defRPr sz="6933"/>
            </a:lvl2pPr>
            <a:lvl3pPr lvl="2" algn="ctr">
              <a:lnSpc>
                <a:spcPct val="100000"/>
              </a:lnSpc>
              <a:spcBef>
                <a:spcPts val="0"/>
              </a:spcBef>
              <a:spcAft>
                <a:spcPts val="0"/>
              </a:spcAft>
              <a:buSzPts val="5200"/>
              <a:buNone/>
              <a:defRPr sz="6933"/>
            </a:lvl3pPr>
            <a:lvl4pPr lvl="3" algn="ctr">
              <a:lnSpc>
                <a:spcPct val="100000"/>
              </a:lnSpc>
              <a:spcBef>
                <a:spcPts val="0"/>
              </a:spcBef>
              <a:spcAft>
                <a:spcPts val="0"/>
              </a:spcAft>
              <a:buSzPts val="5200"/>
              <a:buNone/>
              <a:defRPr sz="6933"/>
            </a:lvl4pPr>
            <a:lvl5pPr lvl="4" algn="ctr">
              <a:lnSpc>
                <a:spcPct val="100000"/>
              </a:lnSpc>
              <a:spcBef>
                <a:spcPts val="0"/>
              </a:spcBef>
              <a:spcAft>
                <a:spcPts val="0"/>
              </a:spcAft>
              <a:buSzPts val="5200"/>
              <a:buNone/>
              <a:defRPr sz="6933"/>
            </a:lvl5pPr>
            <a:lvl6pPr lvl="5" algn="ctr">
              <a:lnSpc>
                <a:spcPct val="100000"/>
              </a:lnSpc>
              <a:spcBef>
                <a:spcPts val="0"/>
              </a:spcBef>
              <a:spcAft>
                <a:spcPts val="0"/>
              </a:spcAft>
              <a:buSzPts val="5200"/>
              <a:buNone/>
              <a:defRPr sz="6933"/>
            </a:lvl6pPr>
            <a:lvl7pPr lvl="6" algn="ctr">
              <a:lnSpc>
                <a:spcPct val="100000"/>
              </a:lnSpc>
              <a:spcBef>
                <a:spcPts val="0"/>
              </a:spcBef>
              <a:spcAft>
                <a:spcPts val="0"/>
              </a:spcAft>
              <a:buSzPts val="5200"/>
              <a:buNone/>
              <a:defRPr sz="6933"/>
            </a:lvl7pPr>
            <a:lvl8pPr lvl="7" algn="ctr">
              <a:lnSpc>
                <a:spcPct val="100000"/>
              </a:lnSpc>
              <a:spcBef>
                <a:spcPts val="0"/>
              </a:spcBef>
              <a:spcAft>
                <a:spcPts val="0"/>
              </a:spcAft>
              <a:buSzPts val="5200"/>
              <a:buNone/>
              <a:defRPr sz="6933"/>
            </a:lvl8pPr>
            <a:lvl9pPr lvl="8" algn="ctr">
              <a:lnSpc>
                <a:spcPct val="100000"/>
              </a:lnSpc>
              <a:spcBef>
                <a:spcPts val="0"/>
              </a:spcBef>
              <a:spcAft>
                <a:spcPts val="0"/>
              </a:spcAft>
              <a:buSzPts val="5200"/>
              <a:buNone/>
              <a:defRPr sz="6933"/>
            </a:lvl9pPr>
          </a:lstStyle>
          <a:p/>
        </p:txBody>
      </p:sp>
      <p:sp>
        <p:nvSpPr>
          <p:cNvPr id="235" name="Google Shape;235;p64"/>
          <p:cNvSpPr txBox="1"/>
          <p:nvPr>
            <p:ph idx="1" type="subTitle"/>
          </p:nvPr>
        </p:nvSpPr>
        <p:spPr>
          <a:xfrm>
            <a:off x="415600" y="3778833"/>
            <a:ext cx="11360800" cy="10568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p:txBody>
      </p:sp>
      <p:sp>
        <p:nvSpPr>
          <p:cNvPr id="236" name="Google Shape;236;p64"/>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37" name="Shape 237"/>
        <p:cNvGrpSpPr/>
        <p:nvPr/>
      </p:nvGrpSpPr>
      <p:grpSpPr>
        <a:xfrm>
          <a:off x="0" y="0"/>
          <a:ext cx="0" cy="0"/>
          <a:chOff x="0" y="0"/>
          <a:chExt cx="0" cy="0"/>
        </a:xfrm>
      </p:grpSpPr>
      <p:sp>
        <p:nvSpPr>
          <p:cNvPr id="238" name="Google Shape;238;p65"/>
          <p:cNvSpPr txBox="1"/>
          <p:nvPr>
            <p:ph type="title"/>
          </p:nvPr>
        </p:nvSpPr>
        <p:spPr>
          <a:xfrm>
            <a:off x="415600" y="2867800"/>
            <a:ext cx="11360800" cy="1122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4800"/>
            </a:lvl2pPr>
            <a:lvl3pPr lvl="2" algn="ctr">
              <a:lnSpc>
                <a:spcPct val="100000"/>
              </a:lnSpc>
              <a:spcBef>
                <a:spcPts val="0"/>
              </a:spcBef>
              <a:spcAft>
                <a:spcPts val="0"/>
              </a:spcAft>
              <a:buSzPts val="3600"/>
              <a:buNone/>
              <a:defRPr sz="4800"/>
            </a:lvl3pPr>
            <a:lvl4pPr lvl="3" algn="ctr">
              <a:lnSpc>
                <a:spcPct val="100000"/>
              </a:lnSpc>
              <a:spcBef>
                <a:spcPts val="0"/>
              </a:spcBef>
              <a:spcAft>
                <a:spcPts val="0"/>
              </a:spcAft>
              <a:buSzPts val="3600"/>
              <a:buNone/>
              <a:defRPr sz="4800"/>
            </a:lvl4pPr>
            <a:lvl5pPr lvl="4" algn="ctr">
              <a:lnSpc>
                <a:spcPct val="100000"/>
              </a:lnSpc>
              <a:spcBef>
                <a:spcPts val="0"/>
              </a:spcBef>
              <a:spcAft>
                <a:spcPts val="0"/>
              </a:spcAft>
              <a:buSzPts val="3600"/>
              <a:buNone/>
              <a:defRPr sz="4800"/>
            </a:lvl5pPr>
            <a:lvl6pPr lvl="5" algn="ctr">
              <a:lnSpc>
                <a:spcPct val="100000"/>
              </a:lnSpc>
              <a:spcBef>
                <a:spcPts val="0"/>
              </a:spcBef>
              <a:spcAft>
                <a:spcPts val="0"/>
              </a:spcAft>
              <a:buSzPts val="3600"/>
              <a:buNone/>
              <a:defRPr sz="4800"/>
            </a:lvl6pPr>
            <a:lvl7pPr lvl="6" algn="ctr">
              <a:lnSpc>
                <a:spcPct val="100000"/>
              </a:lnSpc>
              <a:spcBef>
                <a:spcPts val="0"/>
              </a:spcBef>
              <a:spcAft>
                <a:spcPts val="0"/>
              </a:spcAft>
              <a:buSzPts val="3600"/>
              <a:buNone/>
              <a:defRPr sz="4800"/>
            </a:lvl7pPr>
            <a:lvl8pPr lvl="7" algn="ctr">
              <a:lnSpc>
                <a:spcPct val="100000"/>
              </a:lnSpc>
              <a:spcBef>
                <a:spcPts val="0"/>
              </a:spcBef>
              <a:spcAft>
                <a:spcPts val="0"/>
              </a:spcAft>
              <a:buSzPts val="3600"/>
              <a:buNone/>
              <a:defRPr sz="4800"/>
            </a:lvl8pPr>
            <a:lvl9pPr lvl="8" algn="ctr">
              <a:lnSpc>
                <a:spcPct val="100000"/>
              </a:lnSpc>
              <a:spcBef>
                <a:spcPts val="0"/>
              </a:spcBef>
              <a:spcAft>
                <a:spcPts val="0"/>
              </a:spcAft>
              <a:buSzPts val="3600"/>
              <a:buNone/>
              <a:defRPr sz="4800"/>
            </a:lvl9pPr>
          </a:lstStyle>
          <a:p/>
        </p:txBody>
      </p:sp>
      <p:sp>
        <p:nvSpPr>
          <p:cNvPr id="239" name="Google Shape;239;p65"/>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40" name="Shape 240"/>
        <p:cNvGrpSpPr/>
        <p:nvPr/>
      </p:nvGrpSpPr>
      <p:grpSpPr>
        <a:xfrm>
          <a:off x="0" y="0"/>
          <a:ext cx="0" cy="0"/>
          <a:chOff x="0" y="0"/>
          <a:chExt cx="0" cy="0"/>
        </a:xfrm>
      </p:grpSpPr>
      <p:sp>
        <p:nvSpPr>
          <p:cNvPr id="241" name="Google Shape;241;p66"/>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2" name="Google Shape;242;p66"/>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43" name="Google Shape;243;p66"/>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44" name="Shape 244"/>
        <p:cNvGrpSpPr/>
        <p:nvPr/>
      </p:nvGrpSpPr>
      <p:grpSpPr>
        <a:xfrm>
          <a:off x="0" y="0"/>
          <a:ext cx="0" cy="0"/>
          <a:chOff x="0" y="0"/>
          <a:chExt cx="0" cy="0"/>
        </a:xfrm>
      </p:grpSpPr>
      <p:sp>
        <p:nvSpPr>
          <p:cNvPr id="245" name="Google Shape;245;p67"/>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6" name="Google Shape;246;p67"/>
          <p:cNvSpPr txBox="1"/>
          <p:nvPr>
            <p:ph idx="1" type="body"/>
          </p:nvPr>
        </p:nvSpPr>
        <p:spPr>
          <a:xfrm>
            <a:off x="4156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47" name="Google Shape;247;p67"/>
          <p:cNvSpPr txBox="1"/>
          <p:nvPr>
            <p:ph idx="2" type="body"/>
          </p:nvPr>
        </p:nvSpPr>
        <p:spPr>
          <a:xfrm>
            <a:off x="64432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48" name="Google Shape;248;p67"/>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49" name="Shape 249"/>
        <p:cNvGrpSpPr/>
        <p:nvPr/>
      </p:nvGrpSpPr>
      <p:grpSpPr>
        <a:xfrm>
          <a:off x="0" y="0"/>
          <a:ext cx="0" cy="0"/>
          <a:chOff x="0" y="0"/>
          <a:chExt cx="0" cy="0"/>
        </a:xfrm>
      </p:grpSpPr>
      <p:sp>
        <p:nvSpPr>
          <p:cNvPr id="250" name="Google Shape;250;p68"/>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1" name="Google Shape;251;p68"/>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2">
    <p:spTree>
      <p:nvGrpSpPr>
        <p:cNvPr id="252" name="Shape 252"/>
        <p:cNvGrpSpPr/>
        <p:nvPr/>
      </p:nvGrpSpPr>
      <p:grpSpPr>
        <a:xfrm>
          <a:off x="0" y="0"/>
          <a:ext cx="0" cy="0"/>
          <a:chOff x="0" y="0"/>
          <a:chExt cx="0" cy="0"/>
        </a:xfrm>
      </p:grpSpPr>
      <p:sp>
        <p:nvSpPr>
          <p:cNvPr id="253" name="Google Shape;253;p69"/>
          <p:cNvSpPr txBox="1"/>
          <p:nvPr>
            <p:ph type="title"/>
          </p:nvPr>
        </p:nvSpPr>
        <p:spPr>
          <a:xfrm>
            <a:off x="415600" y="740800"/>
            <a:ext cx="3744000" cy="10076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3200"/>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p:txBody>
      </p:sp>
      <p:sp>
        <p:nvSpPr>
          <p:cNvPr id="254" name="Google Shape;254;p69"/>
          <p:cNvSpPr txBox="1"/>
          <p:nvPr>
            <p:ph idx="1" type="body"/>
          </p:nvPr>
        </p:nvSpPr>
        <p:spPr>
          <a:xfrm>
            <a:off x="415600" y="1852800"/>
            <a:ext cx="3744000" cy="4239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600"/>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55" name="Google Shape;255;p69"/>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2">
    <p:spTree>
      <p:nvGrpSpPr>
        <p:cNvPr id="256" name="Shape 256"/>
        <p:cNvGrpSpPr/>
        <p:nvPr/>
      </p:nvGrpSpPr>
      <p:grpSpPr>
        <a:xfrm>
          <a:off x="0" y="0"/>
          <a:ext cx="0" cy="0"/>
          <a:chOff x="0" y="0"/>
          <a:chExt cx="0" cy="0"/>
        </a:xfrm>
      </p:grpSpPr>
      <p:sp>
        <p:nvSpPr>
          <p:cNvPr id="257" name="Google Shape;257;p70"/>
          <p:cNvSpPr txBox="1"/>
          <p:nvPr>
            <p:ph type="title"/>
          </p:nvPr>
        </p:nvSpPr>
        <p:spPr>
          <a:xfrm>
            <a:off x="653667" y="600200"/>
            <a:ext cx="8490400" cy="54544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6400"/>
            </a:lvl1pPr>
            <a:lvl2pPr lvl="1" algn="l">
              <a:lnSpc>
                <a:spcPct val="100000"/>
              </a:lnSpc>
              <a:spcBef>
                <a:spcPts val="0"/>
              </a:spcBef>
              <a:spcAft>
                <a:spcPts val="0"/>
              </a:spcAft>
              <a:buSzPts val="4800"/>
              <a:buNone/>
              <a:defRPr sz="6400"/>
            </a:lvl2pPr>
            <a:lvl3pPr lvl="2" algn="l">
              <a:lnSpc>
                <a:spcPct val="100000"/>
              </a:lnSpc>
              <a:spcBef>
                <a:spcPts val="0"/>
              </a:spcBef>
              <a:spcAft>
                <a:spcPts val="0"/>
              </a:spcAft>
              <a:buSzPts val="4800"/>
              <a:buNone/>
              <a:defRPr sz="6400"/>
            </a:lvl3pPr>
            <a:lvl4pPr lvl="3" algn="l">
              <a:lnSpc>
                <a:spcPct val="100000"/>
              </a:lnSpc>
              <a:spcBef>
                <a:spcPts val="0"/>
              </a:spcBef>
              <a:spcAft>
                <a:spcPts val="0"/>
              </a:spcAft>
              <a:buSzPts val="4800"/>
              <a:buNone/>
              <a:defRPr sz="6400"/>
            </a:lvl4pPr>
            <a:lvl5pPr lvl="4" algn="l">
              <a:lnSpc>
                <a:spcPct val="100000"/>
              </a:lnSpc>
              <a:spcBef>
                <a:spcPts val="0"/>
              </a:spcBef>
              <a:spcAft>
                <a:spcPts val="0"/>
              </a:spcAft>
              <a:buSzPts val="4800"/>
              <a:buNone/>
              <a:defRPr sz="6400"/>
            </a:lvl5pPr>
            <a:lvl6pPr lvl="5" algn="l">
              <a:lnSpc>
                <a:spcPct val="100000"/>
              </a:lnSpc>
              <a:spcBef>
                <a:spcPts val="0"/>
              </a:spcBef>
              <a:spcAft>
                <a:spcPts val="0"/>
              </a:spcAft>
              <a:buSzPts val="4800"/>
              <a:buNone/>
              <a:defRPr sz="6400"/>
            </a:lvl6pPr>
            <a:lvl7pPr lvl="6" algn="l">
              <a:lnSpc>
                <a:spcPct val="100000"/>
              </a:lnSpc>
              <a:spcBef>
                <a:spcPts val="0"/>
              </a:spcBef>
              <a:spcAft>
                <a:spcPts val="0"/>
              </a:spcAft>
              <a:buSzPts val="4800"/>
              <a:buNone/>
              <a:defRPr sz="6400"/>
            </a:lvl7pPr>
            <a:lvl8pPr lvl="7" algn="l">
              <a:lnSpc>
                <a:spcPct val="100000"/>
              </a:lnSpc>
              <a:spcBef>
                <a:spcPts val="0"/>
              </a:spcBef>
              <a:spcAft>
                <a:spcPts val="0"/>
              </a:spcAft>
              <a:buSzPts val="4800"/>
              <a:buNone/>
              <a:defRPr sz="6400"/>
            </a:lvl8pPr>
            <a:lvl9pPr lvl="8" algn="l">
              <a:lnSpc>
                <a:spcPct val="100000"/>
              </a:lnSpc>
              <a:spcBef>
                <a:spcPts val="0"/>
              </a:spcBef>
              <a:spcAft>
                <a:spcPts val="0"/>
              </a:spcAft>
              <a:buSzPts val="4800"/>
              <a:buNone/>
              <a:defRPr sz="6400"/>
            </a:lvl9pPr>
          </a:lstStyle>
          <a:p/>
        </p:txBody>
      </p:sp>
      <p:sp>
        <p:nvSpPr>
          <p:cNvPr id="258" name="Google Shape;258;p70"/>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2">
    <p:spTree>
      <p:nvGrpSpPr>
        <p:cNvPr id="259" name="Shape 259"/>
        <p:cNvGrpSpPr/>
        <p:nvPr/>
      </p:nvGrpSpPr>
      <p:grpSpPr>
        <a:xfrm>
          <a:off x="0" y="0"/>
          <a:ext cx="0" cy="0"/>
          <a:chOff x="0" y="0"/>
          <a:chExt cx="0" cy="0"/>
        </a:xfrm>
      </p:grpSpPr>
      <p:sp>
        <p:nvSpPr>
          <p:cNvPr id="260" name="Google Shape;260;p71"/>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261" name="Google Shape;261;p71"/>
          <p:cNvSpPr txBox="1"/>
          <p:nvPr>
            <p:ph type="title"/>
          </p:nvPr>
        </p:nvSpPr>
        <p:spPr>
          <a:xfrm>
            <a:off x="354000" y="1644233"/>
            <a:ext cx="5393600" cy="1976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5600"/>
            </a:lvl1pPr>
            <a:lvl2pPr lvl="1" algn="ctr">
              <a:lnSpc>
                <a:spcPct val="100000"/>
              </a:lnSpc>
              <a:spcBef>
                <a:spcPts val="0"/>
              </a:spcBef>
              <a:spcAft>
                <a:spcPts val="0"/>
              </a:spcAft>
              <a:buSzPts val="4200"/>
              <a:buNone/>
              <a:defRPr sz="5600"/>
            </a:lvl2pPr>
            <a:lvl3pPr lvl="2" algn="ctr">
              <a:lnSpc>
                <a:spcPct val="100000"/>
              </a:lnSpc>
              <a:spcBef>
                <a:spcPts val="0"/>
              </a:spcBef>
              <a:spcAft>
                <a:spcPts val="0"/>
              </a:spcAft>
              <a:buSzPts val="4200"/>
              <a:buNone/>
              <a:defRPr sz="5600"/>
            </a:lvl3pPr>
            <a:lvl4pPr lvl="3" algn="ctr">
              <a:lnSpc>
                <a:spcPct val="100000"/>
              </a:lnSpc>
              <a:spcBef>
                <a:spcPts val="0"/>
              </a:spcBef>
              <a:spcAft>
                <a:spcPts val="0"/>
              </a:spcAft>
              <a:buSzPts val="4200"/>
              <a:buNone/>
              <a:defRPr sz="5600"/>
            </a:lvl4pPr>
            <a:lvl5pPr lvl="4" algn="ctr">
              <a:lnSpc>
                <a:spcPct val="100000"/>
              </a:lnSpc>
              <a:spcBef>
                <a:spcPts val="0"/>
              </a:spcBef>
              <a:spcAft>
                <a:spcPts val="0"/>
              </a:spcAft>
              <a:buSzPts val="4200"/>
              <a:buNone/>
              <a:defRPr sz="5600"/>
            </a:lvl5pPr>
            <a:lvl6pPr lvl="5" algn="ctr">
              <a:lnSpc>
                <a:spcPct val="100000"/>
              </a:lnSpc>
              <a:spcBef>
                <a:spcPts val="0"/>
              </a:spcBef>
              <a:spcAft>
                <a:spcPts val="0"/>
              </a:spcAft>
              <a:buSzPts val="4200"/>
              <a:buNone/>
              <a:defRPr sz="5600"/>
            </a:lvl6pPr>
            <a:lvl7pPr lvl="6" algn="ctr">
              <a:lnSpc>
                <a:spcPct val="100000"/>
              </a:lnSpc>
              <a:spcBef>
                <a:spcPts val="0"/>
              </a:spcBef>
              <a:spcAft>
                <a:spcPts val="0"/>
              </a:spcAft>
              <a:buSzPts val="4200"/>
              <a:buNone/>
              <a:defRPr sz="5600"/>
            </a:lvl7pPr>
            <a:lvl8pPr lvl="7" algn="ctr">
              <a:lnSpc>
                <a:spcPct val="100000"/>
              </a:lnSpc>
              <a:spcBef>
                <a:spcPts val="0"/>
              </a:spcBef>
              <a:spcAft>
                <a:spcPts val="0"/>
              </a:spcAft>
              <a:buSzPts val="4200"/>
              <a:buNone/>
              <a:defRPr sz="5600"/>
            </a:lvl8pPr>
            <a:lvl9pPr lvl="8" algn="ctr">
              <a:lnSpc>
                <a:spcPct val="100000"/>
              </a:lnSpc>
              <a:spcBef>
                <a:spcPts val="0"/>
              </a:spcBef>
              <a:spcAft>
                <a:spcPts val="0"/>
              </a:spcAft>
              <a:buSzPts val="4200"/>
              <a:buNone/>
              <a:defRPr sz="5600"/>
            </a:lvl9pPr>
          </a:lstStyle>
          <a:p/>
        </p:txBody>
      </p:sp>
      <p:sp>
        <p:nvSpPr>
          <p:cNvPr id="262" name="Google Shape;262;p71"/>
          <p:cNvSpPr txBox="1"/>
          <p:nvPr>
            <p:ph idx="1" type="subTitle"/>
          </p:nvPr>
        </p:nvSpPr>
        <p:spPr>
          <a:xfrm>
            <a:off x="354000" y="3737433"/>
            <a:ext cx="5393600" cy="16468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p:txBody>
      </p:sp>
      <p:sp>
        <p:nvSpPr>
          <p:cNvPr id="263" name="Google Shape;263;p71"/>
          <p:cNvSpPr txBox="1"/>
          <p:nvPr>
            <p:ph idx="2" type="body"/>
          </p:nvPr>
        </p:nvSpPr>
        <p:spPr>
          <a:xfrm>
            <a:off x="6586000" y="965433"/>
            <a:ext cx="5116000" cy="49268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64" name="Google Shape;264;p71"/>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2">
    <p:spTree>
      <p:nvGrpSpPr>
        <p:cNvPr id="265" name="Shape 265"/>
        <p:cNvGrpSpPr/>
        <p:nvPr/>
      </p:nvGrpSpPr>
      <p:grpSpPr>
        <a:xfrm>
          <a:off x="0" y="0"/>
          <a:ext cx="0" cy="0"/>
          <a:chOff x="0" y="0"/>
          <a:chExt cx="0" cy="0"/>
        </a:xfrm>
      </p:grpSpPr>
      <p:sp>
        <p:nvSpPr>
          <p:cNvPr id="266" name="Google Shape;266;p72"/>
          <p:cNvSpPr txBox="1"/>
          <p:nvPr>
            <p:ph idx="1" type="body"/>
          </p:nvPr>
        </p:nvSpPr>
        <p:spPr>
          <a:xfrm>
            <a:off x="415600" y="5640767"/>
            <a:ext cx="7998400" cy="806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67" name="Google Shape;267;p72"/>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2">
    <p:spTree>
      <p:nvGrpSpPr>
        <p:cNvPr id="268" name="Shape 268"/>
        <p:cNvGrpSpPr/>
        <p:nvPr/>
      </p:nvGrpSpPr>
      <p:grpSpPr>
        <a:xfrm>
          <a:off x="0" y="0"/>
          <a:ext cx="0" cy="0"/>
          <a:chOff x="0" y="0"/>
          <a:chExt cx="0" cy="0"/>
        </a:xfrm>
      </p:grpSpPr>
      <p:sp>
        <p:nvSpPr>
          <p:cNvPr id="269" name="Google Shape;269;p73"/>
          <p:cNvSpPr txBox="1"/>
          <p:nvPr>
            <p:ph type="title"/>
          </p:nvPr>
        </p:nvSpPr>
        <p:spPr>
          <a:xfrm>
            <a:off x="415600" y="1474833"/>
            <a:ext cx="11360800" cy="26180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6000"/>
            </a:lvl1pPr>
            <a:lvl2pPr lvl="1" algn="ctr">
              <a:lnSpc>
                <a:spcPct val="100000"/>
              </a:lnSpc>
              <a:spcBef>
                <a:spcPts val="0"/>
              </a:spcBef>
              <a:spcAft>
                <a:spcPts val="0"/>
              </a:spcAft>
              <a:buSzPts val="12000"/>
              <a:buNone/>
              <a:defRPr sz="16000"/>
            </a:lvl2pPr>
            <a:lvl3pPr lvl="2" algn="ctr">
              <a:lnSpc>
                <a:spcPct val="100000"/>
              </a:lnSpc>
              <a:spcBef>
                <a:spcPts val="0"/>
              </a:spcBef>
              <a:spcAft>
                <a:spcPts val="0"/>
              </a:spcAft>
              <a:buSzPts val="12000"/>
              <a:buNone/>
              <a:defRPr sz="16000"/>
            </a:lvl3pPr>
            <a:lvl4pPr lvl="3" algn="ctr">
              <a:lnSpc>
                <a:spcPct val="100000"/>
              </a:lnSpc>
              <a:spcBef>
                <a:spcPts val="0"/>
              </a:spcBef>
              <a:spcAft>
                <a:spcPts val="0"/>
              </a:spcAft>
              <a:buSzPts val="12000"/>
              <a:buNone/>
              <a:defRPr sz="16000"/>
            </a:lvl4pPr>
            <a:lvl5pPr lvl="4" algn="ctr">
              <a:lnSpc>
                <a:spcPct val="100000"/>
              </a:lnSpc>
              <a:spcBef>
                <a:spcPts val="0"/>
              </a:spcBef>
              <a:spcAft>
                <a:spcPts val="0"/>
              </a:spcAft>
              <a:buSzPts val="12000"/>
              <a:buNone/>
              <a:defRPr sz="16000"/>
            </a:lvl5pPr>
            <a:lvl6pPr lvl="5" algn="ctr">
              <a:lnSpc>
                <a:spcPct val="100000"/>
              </a:lnSpc>
              <a:spcBef>
                <a:spcPts val="0"/>
              </a:spcBef>
              <a:spcAft>
                <a:spcPts val="0"/>
              </a:spcAft>
              <a:buSzPts val="12000"/>
              <a:buNone/>
              <a:defRPr sz="16000"/>
            </a:lvl6pPr>
            <a:lvl7pPr lvl="6" algn="ctr">
              <a:lnSpc>
                <a:spcPct val="100000"/>
              </a:lnSpc>
              <a:spcBef>
                <a:spcPts val="0"/>
              </a:spcBef>
              <a:spcAft>
                <a:spcPts val="0"/>
              </a:spcAft>
              <a:buSzPts val="12000"/>
              <a:buNone/>
              <a:defRPr sz="16000"/>
            </a:lvl7pPr>
            <a:lvl8pPr lvl="7" algn="ctr">
              <a:lnSpc>
                <a:spcPct val="100000"/>
              </a:lnSpc>
              <a:spcBef>
                <a:spcPts val="0"/>
              </a:spcBef>
              <a:spcAft>
                <a:spcPts val="0"/>
              </a:spcAft>
              <a:buSzPts val="12000"/>
              <a:buNone/>
              <a:defRPr sz="16000"/>
            </a:lvl8pPr>
            <a:lvl9pPr lvl="8" algn="ctr">
              <a:lnSpc>
                <a:spcPct val="100000"/>
              </a:lnSpc>
              <a:spcBef>
                <a:spcPts val="0"/>
              </a:spcBef>
              <a:spcAft>
                <a:spcPts val="0"/>
              </a:spcAft>
              <a:buSzPts val="12000"/>
              <a:buNone/>
              <a:defRPr sz="16000"/>
            </a:lvl9pPr>
          </a:lstStyle>
          <a:p/>
        </p:txBody>
      </p:sp>
      <p:sp>
        <p:nvSpPr>
          <p:cNvPr id="270" name="Google Shape;270;p73"/>
          <p:cNvSpPr txBox="1"/>
          <p:nvPr>
            <p:ph idx="1" type="body"/>
          </p:nvPr>
        </p:nvSpPr>
        <p:spPr>
          <a:xfrm>
            <a:off x="415600" y="4202967"/>
            <a:ext cx="11360800" cy="17344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271" name="Google Shape;271;p73"/>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2" name="Shape 272"/>
        <p:cNvGrpSpPr/>
        <p:nvPr/>
      </p:nvGrpSpPr>
      <p:grpSpPr>
        <a:xfrm>
          <a:off x="0" y="0"/>
          <a:ext cx="0" cy="0"/>
          <a:chOff x="0" y="0"/>
          <a:chExt cx="0" cy="0"/>
        </a:xfrm>
      </p:grpSpPr>
      <p:sp>
        <p:nvSpPr>
          <p:cNvPr id="273" name="Google Shape;273;p74"/>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1">
  <p:cSld name="Agenda 1">
    <p:spTree>
      <p:nvGrpSpPr>
        <p:cNvPr id="274" name="Shape 274"/>
        <p:cNvGrpSpPr/>
        <p:nvPr/>
      </p:nvGrpSpPr>
      <p:grpSpPr>
        <a:xfrm>
          <a:off x="0" y="0"/>
          <a:ext cx="0" cy="0"/>
          <a:chOff x="0" y="0"/>
          <a:chExt cx="0" cy="0"/>
        </a:xfrm>
      </p:grpSpPr>
      <p:grpSp>
        <p:nvGrpSpPr>
          <p:cNvPr id="275" name="Google Shape;275;p75"/>
          <p:cNvGrpSpPr/>
          <p:nvPr/>
        </p:nvGrpSpPr>
        <p:grpSpPr>
          <a:xfrm>
            <a:off x="6362700" y="0"/>
            <a:ext cx="5829298" cy="3235602"/>
            <a:chOff x="5612972" y="1"/>
            <a:chExt cx="6615961" cy="3672246"/>
          </a:xfrm>
        </p:grpSpPr>
        <p:sp>
          <p:nvSpPr>
            <p:cNvPr id="276" name="Google Shape;276;p75"/>
            <p:cNvSpPr/>
            <p:nvPr/>
          </p:nvSpPr>
          <p:spPr>
            <a:xfrm>
              <a:off x="5612972" y="1"/>
              <a:ext cx="4408998" cy="3672246"/>
            </a:xfrm>
            <a:custGeom>
              <a:rect b="b" l="l" r="r" t="t"/>
              <a:pathLst>
                <a:path extrusionOk="0" h="2980" w="3578">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7" name="Google Shape;277;p75"/>
            <p:cNvSpPr/>
            <p:nvPr/>
          </p:nvSpPr>
          <p:spPr>
            <a:xfrm>
              <a:off x="6341233" y="1463970"/>
              <a:ext cx="2208196" cy="2208277"/>
            </a:xfrm>
            <a:custGeom>
              <a:rect b="b" l="l" r="r" t="t"/>
              <a:pathLst>
                <a:path extrusionOk="0" h="1792" w="1792">
                  <a:moveTo>
                    <a:pt x="597" y="0"/>
                  </a:moveTo>
                  <a:lnTo>
                    <a:pt x="0" y="598"/>
                  </a:lnTo>
                  <a:lnTo>
                    <a:pt x="1195" y="1792"/>
                  </a:lnTo>
                  <a:lnTo>
                    <a:pt x="1792" y="1195"/>
                  </a:lnTo>
                  <a:lnTo>
                    <a:pt x="597"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8" name="Google Shape;278;p75"/>
            <p:cNvSpPr/>
            <p:nvPr/>
          </p:nvSpPr>
          <p:spPr>
            <a:xfrm>
              <a:off x="8555590" y="1"/>
              <a:ext cx="1457754" cy="729520"/>
            </a:xfrm>
            <a:custGeom>
              <a:rect b="b" l="l" r="r" t="t"/>
              <a:pathLst>
                <a:path extrusionOk="0" h="592" w="1183">
                  <a:moveTo>
                    <a:pt x="1183" y="0"/>
                  </a:moveTo>
                  <a:lnTo>
                    <a:pt x="0" y="0"/>
                  </a:lnTo>
                  <a:lnTo>
                    <a:pt x="591" y="591"/>
                  </a:lnTo>
                  <a:lnTo>
                    <a:pt x="1183"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9" name="Google Shape;279;p75"/>
            <p:cNvSpPr/>
            <p:nvPr/>
          </p:nvSpPr>
          <p:spPr>
            <a:xfrm>
              <a:off x="7076887" y="728289"/>
              <a:ext cx="2208196" cy="2208277"/>
            </a:xfrm>
            <a:custGeom>
              <a:rect b="b" l="l" r="r" t="t"/>
              <a:pathLst>
                <a:path extrusionOk="0" h="1792" w="1792">
                  <a:moveTo>
                    <a:pt x="598" y="0"/>
                  </a:moveTo>
                  <a:lnTo>
                    <a:pt x="0" y="597"/>
                  </a:lnTo>
                  <a:lnTo>
                    <a:pt x="1195" y="1792"/>
                  </a:lnTo>
                  <a:lnTo>
                    <a:pt x="1792" y="1195"/>
                  </a:lnTo>
                  <a:lnTo>
                    <a:pt x="598"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0" name="Google Shape;280;p75"/>
            <p:cNvSpPr/>
            <p:nvPr/>
          </p:nvSpPr>
          <p:spPr>
            <a:xfrm>
              <a:off x="9285083" y="728289"/>
              <a:ext cx="2943850" cy="2943958"/>
            </a:xfrm>
            <a:custGeom>
              <a:rect b="b" l="l" r="r" t="t"/>
              <a:pathLst>
                <a:path extrusionOk="0" h="2389" w="2389">
                  <a:moveTo>
                    <a:pt x="2389" y="1195"/>
                  </a:moveTo>
                  <a:lnTo>
                    <a:pt x="1194" y="0"/>
                  </a:lnTo>
                  <a:lnTo>
                    <a:pt x="0" y="1195"/>
                  </a:lnTo>
                  <a:lnTo>
                    <a:pt x="1194" y="2389"/>
                  </a:lnTo>
                  <a:lnTo>
                    <a:pt x="2389" y="1195"/>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81" name="Google Shape;281;p75"/>
          <p:cNvSpPr txBox="1"/>
          <p:nvPr>
            <p:ph type="title"/>
          </p:nvPr>
        </p:nvSpPr>
        <p:spPr>
          <a:xfrm>
            <a:off x="594360" y="189572"/>
            <a:ext cx="6787747" cy="1593507"/>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4400">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2" name="Google Shape;282;p75"/>
          <p:cNvSpPr txBox="1"/>
          <p:nvPr>
            <p:ph idx="1" type="body"/>
          </p:nvPr>
        </p:nvSpPr>
        <p:spPr>
          <a:xfrm>
            <a:off x="594359" y="2281918"/>
            <a:ext cx="6787747" cy="3708517"/>
          </a:xfrm>
          <a:prstGeom prst="rect">
            <a:avLst/>
          </a:prstGeom>
          <a:noFill/>
          <a:ln>
            <a:noFill/>
          </a:ln>
        </p:spPr>
        <p:txBody>
          <a:bodyPr anchorCtr="0" anchor="t" bIns="0" lIns="0" spcFirstLastPara="1" rIns="0" wrap="square" tIns="228600">
            <a:normAutofit/>
          </a:bodyPr>
          <a:lstStyle>
            <a:lvl1pPr indent="-342900" lvl="0" marL="457200" algn="l">
              <a:lnSpc>
                <a:spcPct val="80000"/>
              </a:lnSpc>
              <a:spcBef>
                <a:spcPts val="2200"/>
              </a:spcBef>
              <a:spcAft>
                <a:spcPts val="0"/>
              </a:spcAft>
              <a:buSzPts val="1800"/>
              <a:buFont typeface="Arial"/>
              <a:buChar char="•"/>
              <a:defRPr b="1" i="0" sz="2400">
                <a:solidFill>
                  <a:srgbClr val="B9AD8D"/>
                </a:solidFill>
                <a:latin typeface="Arial"/>
                <a:ea typeface="Arial"/>
                <a:cs typeface="Arial"/>
                <a:sym typeface="Arial"/>
              </a:defRPr>
            </a:lvl1pPr>
            <a:lvl2pPr indent="-317500" lvl="1" marL="914400" algn="l">
              <a:lnSpc>
                <a:spcPct val="115000"/>
              </a:lnSpc>
              <a:spcBef>
                <a:spcPts val="600"/>
              </a:spcBef>
              <a:spcAft>
                <a:spcPts val="0"/>
              </a:spcAft>
              <a:buSzPts val="1400"/>
              <a:buChar char="○"/>
              <a:defRPr sz="2000"/>
            </a:lvl2pPr>
            <a:lvl3pPr indent="-317500" lvl="2" marL="1371600" algn="l">
              <a:lnSpc>
                <a:spcPct val="115000"/>
              </a:lnSpc>
              <a:spcBef>
                <a:spcPts val="1800"/>
              </a:spcBef>
              <a:spcAft>
                <a:spcPts val="0"/>
              </a:spcAft>
              <a:buSzPts val="1400"/>
              <a:buChar char="■"/>
              <a:defRPr sz="2000"/>
            </a:lvl3pPr>
            <a:lvl4pPr indent="-317500" lvl="3" marL="1828800" algn="l">
              <a:lnSpc>
                <a:spcPct val="115000"/>
              </a:lnSpc>
              <a:spcBef>
                <a:spcPts val="1800"/>
              </a:spcBef>
              <a:spcAft>
                <a:spcPts val="0"/>
              </a:spcAft>
              <a:buSzPts val="1400"/>
              <a:buChar char="●"/>
              <a:defRPr sz="2000"/>
            </a:lvl4pPr>
            <a:lvl5pPr indent="-317500" lvl="4" marL="2286000" algn="l">
              <a:lnSpc>
                <a:spcPct val="115000"/>
              </a:lnSpc>
              <a:spcBef>
                <a:spcPts val="1800"/>
              </a:spcBef>
              <a:spcAft>
                <a:spcPts val="0"/>
              </a:spcAft>
              <a:buSzPts val="1400"/>
              <a:buChar char="○"/>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83" name="Google Shape;283;p75"/>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buClr>
                <a:schemeClr val="dk2"/>
              </a:buClr>
              <a:buSzPts val="1333"/>
              <a:buFont typeface="Arial"/>
              <a:buNone/>
              <a:defRPr sz="1333">
                <a:solidFill>
                  <a:schemeClr val="dk2"/>
                </a:solidFill>
                <a:latin typeface="Arial"/>
                <a:ea typeface="Arial"/>
                <a:cs typeface="Arial"/>
                <a:sym typeface="Arial"/>
              </a:defRPr>
            </a:lvl1pPr>
            <a:lvl2pPr indent="0" lvl="1" marL="0" marR="0" algn="r">
              <a:buClr>
                <a:schemeClr val="dk2"/>
              </a:buClr>
              <a:buSzPts val="1333"/>
              <a:buFont typeface="Arial"/>
              <a:buNone/>
              <a:defRPr sz="1333">
                <a:solidFill>
                  <a:schemeClr val="dk2"/>
                </a:solidFill>
                <a:latin typeface="Arial"/>
                <a:ea typeface="Arial"/>
                <a:cs typeface="Arial"/>
                <a:sym typeface="Arial"/>
              </a:defRPr>
            </a:lvl2pPr>
            <a:lvl3pPr indent="0" lvl="2" marL="0" marR="0" algn="r">
              <a:buClr>
                <a:schemeClr val="dk2"/>
              </a:buClr>
              <a:buSzPts val="1333"/>
              <a:buFont typeface="Arial"/>
              <a:buNone/>
              <a:defRPr sz="1333">
                <a:solidFill>
                  <a:schemeClr val="dk2"/>
                </a:solidFill>
                <a:latin typeface="Arial"/>
                <a:ea typeface="Arial"/>
                <a:cs typeface="Arial"/>
                <a:sym typeface="Arial"/>
              </a:defRPr>
            </a:lvl3pPr>
            <a:lvl4pPr indent="0" lvl="3" marL="0" marR="0" algn="r">
              <a:buClr>
                <a:schemeClr val="dk2"/>
              </a:buClr>
              <a:buSzPts val="1333"/>
              <a:buFont typeface="Arial"/>
              <a:buNone/>
              <a:defRPr sz="1333">
                <a:solidFill>
                  <a:schemeClr val="dk2"/>
                </a:solidFill>
                <a:latin typeface="Arial"/>
                <a:ea typeface="Arial"/>
                <a:cs typeface="Arial"/>
                <a:sym typeface="Arial"/>
              </a:defRPr>
            </a:lvl4pPr>
            <a:lvl5pPr indent="0" lvl="4" marL="0" marR="0" algn="r">
              <a:buClr>
                <a:schemeClr val="dk2"/>
              </a:buClr>
              <a:buSzPts val="1333"/>
              <a:buFont typeface="Arial"/>
              <a:buNone/>
              <a:defRPr sz="1333">
                <a:solidFill>
                  <a:schemeClr val="dk2"/>
                </a:solidFill>
                <a:latin typeface="Arial"/>
                <a:ea typeface="Arial"/>
                <a:cs typeface="Arial"/>
                <a:sym typeface="Arial"/>
              </a:defRPr>
            </a:lvl5pPr>
            <a:lvl6pPr indent="0" lvl="5" marL="0" marR="0" algn="r">
              <a:buClr>
                <a:schemeClr val="dk2"/>
              </a:buClr>
              <a:buSzPts val="1333"/>
              <a:buFont typeface="Arial"/>
              <a:buNone/>
              <a:defRPr sz="1333">
                <a:solidFill>
                  <a:schemeClr val="dk2"/>
                </a:solidFill>
                <a:latin typeface="Arial"/>
                <a:ea typeface="Arial"/>
                <a:cs typeface="Arial"/>
                <a:sym typeface="Arial"/>
              </a:defRPr>
            </a:lvl6pPr>
            <a:lvl7pPr indent="0" lvl="6" marL="0" marR="0" algn="r">
              <a:buClr>
                <a:schemeClr val="dk2"/>
              </a:buClr>
              <a:buSzPts val="1333"/>
              <a:buFont typeface="Arial"/>
              <a:buNone/>
              <a:defRPr sz="1333">
                <a:solidFill>
                  <a:schemeClr val="dk2"/>
                </a:solidFill>
                <a:latin typeface="Arial"/>
                <a:ea typeface="Arial"/>
                <a:cs typeface="Arial"/>
                <a:sym typeface="Arial"/>
              </a:defRPr>
            </a:lvl7pPr>
            <a:lvl8pPr indent="0" lvl="7" marL="0" marR="0" algn="r">
              <a:buClr>
                <a:schemeClr val="dk2"/>
              </a:buClr>
              <a:buSzPts val="1333"/>
              <a:buFont typeface="Arial"/>
              <a:buNone/>
              <a:defRPr sz="1333">
                <a:solidFill>
                  <a:schemeClr val="dk2"/>
                </a:solidFill>
                <a:latin typeface="Arial"/>
                <a:ea typeface="Arial"/>
                <a:cs typeface="Arial"/>
                <a:sym typeface="Arial"/>
              </a:defRPr>
            </a:lvl8pPr>
            <a:lvl9pPr indent="0" lvl="8" marL="0" marR="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
        <p:nvSpPr>
          <p:cNvPr id="284" name="Google Shape;284;p75"/>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cxnSp>
        <p:nvCxnSpPr>
          <p:cNvPr id="285" name="Google Shape;285;p75"/>
          <p:cNvCxnSpPr/>
          <p:nvPr/>
        </p:nvCxnSpPr>
        <p:spPr>
          <a:xfrm>
            <a:off x="594360" y="2148840"/>
            <a:ext cx="2130552" cy="0"/>
          </a:xfrm>
          <a:prstGeom prst="straightConnector1">
            <a:avLst/>
          </a:prstGeom>
          <a:noFill/>
          <a:ln cap="flat" cmpd="sng" w="101600">
            <a:solidFill>
              <a:srgbClr val="B9AD8D"/>
            </a:solidFill>
            <a:prstDash val="solid"/>
            <a:round/>
            <a:headEnd len="sm" w="sm" type="none"/>
            <a:tailEnd len="sm" w="sm" type="none"/>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umen 2">
  <p:cSld name="Resumen 2">
    <p:spTree>
      <p:nvGrpSpPr>
        <p:cNvPr id="286" name="Shape 286"/>
        <p:cNvGrpSpPr/>
        <p:nvPr/>
      </p:nvGrpSpPr>
      <p:grpSpPr>
        <a:xfrm>
          <a:off x="0" y="0"/>
          <a:ext cx="0" cy="0"/>
          <a:chOff x="0" y="0"/>
          <a:chExt cx="0" cy="0"/>
        </a:xfrm>
      </p:grpSpPr>
      <p:cxnSp>
        <p:nvCxnSpPr>
          <p:cNvPr id="287" name="Google Shape;287;p76"/>
          <p:cNvCxnSpPr/>
          <p:nvPr/>
        </p:nvCxnSpPr>
        <p:spPr>
          <a:xfrm>
            <a:off x="594360" y="2148840"/>
            <a:ext cx="2133600" cy="3992"/>
          </a:xfrm>
          <a:prstGeom prst="straightConnector1">
            <a:avLst/>
          </a:prstGeom>
          <a:noFill/>
          <a:ln cap="flat" cmpd="sng" w="101600">
            <a:solidFill>
              <a:srgbClr val="B9AD8D"/>
            </a:solidFill>
            <a:prstDash val="solid"/>
            <a:round/>
            <a:headEnd len="sm" w="sm" type="none"/>
            <a:tailEnd len="sm" w="sm" type="none"/>
          </a:ln>
        </p:spPr>
      </p:cxnSp>
      <p:grpSp>
        <p:nvGrpSpPr>
          <p:cNvPr id="288" name="Google Shape;288;p76"/>
          <p:cNvGrpSpPr/>
          <p:nvPr/>
        </p:nvGrpSpPr>
        <p:grpSpPr>
          <a:xfrm flipH="1" rot="5400000">
            <a:off x="0" y="3900132"/>
            <a:ext cx="2959226" cy="2959226"/>
            <a:chOff x="0" y="12289"/>
            <a:chExt cx="3550" cy="3551"/>
          </a:xfrm>
        </p:grpSpPr>
        <p:sp>
          <p:nvSpPr>
            <p:cNvPr id="289" name="Google Shape;289;p76"/>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0" name="Google Shape;290;p76"/>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1" name="Google Shape;291;p76"/>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92" name="Google Shape;292;p76"/>
          <p:cNvSpPr txBox="1"/>
          <p:nvPr>
            <p:ph type="title"/>
          </p:nvPr>
        </p:nvSpPr>
        <p:spPr>
          <a:xfrm>
            <a:off x="594360" y="102875"/>
            <a:ext cx="10873740" cy="168020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4400">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3" name="Google Shape;293;p76"/>
          <p:cNvSpPr txBox="1"/>
          <p:nvPr>
            <p:ph idx="1" type="body"/>
          </p:nvPr>
        </p:nvSpPr>
        <p:spPr>
          <a:xfrm>
            <a:off x="3657600" y="2282008"/>
            <a:ext cx="7810500" cy="3699328"/>
          </a:xfrm>
          <a:prstGeom prst="rect">
            <a:avLst/>
          </a:prstGeom>
          <a:noFill/>
          <a:ln>
            <a:noFill/>
          </a:ln>
        </p:spPr>
        <p:txBody>
          <a:bodyPr anchorCtr="0" anchor="t" bIns="0" lIns="0" spcFirstLastPara="1" rIns="0" wrap="square" tIns="228600">
            <a:normAutofit/>
          </a:bodyPr>
          <a:lstStyle>
            <a:lvl1pPr indent="-342900" lvl="0" marL="457200" algn="l">
              <a:lnSpc>
                <a:spcPct val="115000"/>
              </a:lnSpc>
              <a:spcBef>
                <a:spcPts val="1800"/>
              </a:spcBef>
              <a:spcAft>
                <a:spcPts val="0"/>
              </a:spcAft>
              <a:buSzPts val="1800"/>
              <a:buFont typeface="Arial"/>
              <a:buChar char="•"/>
              <a:defRPr sz="2000"/>
            </a:lvl1pPr>
            <a:lvl2pPr indent="-317500" lvl="1" marL="914400" algn="l">
              <a:lnSpc>
                <a:spcPct val="115000"/>
              </a:lnSpc>
              <a:spcBef>
                <a:spcPts val="1800"/>
              </a:spcBef>
              <a:spcAft>
                <a:spcPts val="0"/>
              </a:spcAft>
              <a:buSzPts val="1400"/>
              <a:buChar char="○"/>
              <a:defRPr sz="2000"/>
            </a:lvl2pPr>
            <a:lvl3pPr indent="-317500" lvl="2" marL="1371600" algn="l">
              <a:lnSpc>
                <a:spcPct val="115000"/>
              </a:lnSpc>
              <a:spcBef>
                <a:spcPts val="1800"/>
              </a:spcBef>
              <a:spcAft>
                <a:spcPts val="0"/>
              </a:spcAft>
              <a:buSzPts val="1400"/>
              <a:buChar char="■"/>
              <a:defRPr sz="2000"/>
            </a:lvl3pPr>
            <a:lvl4pPr indent="-317500" lvl="3" marL="1828800" algn="l">
              <a:lnSpc>
                <a:spcPct val="115000"/>
              </a:lnSpc>
              <a:spcBef>
                <a:spcPts val="1800"/>
              </a:spcBef>
              <a:spcAft>
                <a:spcPts val="0"/>
              </a:spcAft>
              <a:buSzPts val="1400"/>
              <a:buChar char="●"/>
              <a:defRPr sz="2000"/>
            </a:lvl4pPr>
            <a:lvl5pPr indent="-317500" lvl="4" marL="2286000" algn="l">
              <a:lnSpc>
                <a:spcPct val="115000"/>
              </a:lnSpc>
              <a:spcBef>
                <a:spcPts val="1800"/>
              </a:spcBef>
              <a:spcAft>
                <a:spcPts val="0"/>
              </a:spcAft>
              <a:buSzPts val="1400"/>
              <a:buChar char="○"/>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94" name="Google Shape;294;p76"/>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buClr>
                <a:schemeClr val="dk2"/>
              </a:buClr>
              <a:buSzPts val="1333"/>
              <a:buFont typeface="Arial"/>
              <a:buNone/>
              <a:defRPr sz="1333">
                <a:solidFill>
                  <a:schemeClr val="dk2"/>
                </a:solidFill>
                <a:latin typeface="Arial"/>
                <a:ea typeface="Arial"/>
                <a:cs typeface="Arial"/>
                <a:sym typeface="Arial"/>
              </a:defRPr>
            </a:lvl1pPr>
            <a:lvl2pPr indent="0" lvl="1" marL="0" marR="0" algn="r">
              <a:buClr>
                <a:schemeClr val="dk2"/>
              </a:buClr>
              <a:buSzPts val="1333"/>
              <a:buFont typeface="Arial"/>
              <a:buNone/>
              <a:defRPr sz="1333">
                <a:solidFill>
                  <a:schemeClr val="dk2"/>
                </a:solidFill>
                <a:latin typeface="Arial"/>
                <a:ea typeface="Arial"/>
                <a:cs typeface="Arial"/>
                <a:sym typeface="Arial"/>
              </a:defRPr>
            </a:lvl2pPr>
            <a:lvl3pPr indent="0" lvl="2" marL="0" marR="0" algn="r">
              <a:buClr>
                <a:schemeClr val="dk2"/>
              </a:buClr>
              <a:buSzPts val="1333"/>
              <a:buFont typeface="Arial"/>
              <a:buNone/>
              <a:defRPr sz="1333">
                <a:solidFill>
                  <a:schemeClr val="dk2"/>
                </a:solidFill>
                <a:latin typeface="Arial"/>
                <a:ea typeface="Arial"/>
                <a:cs typeface="Arial"/>
                <a:sym typeface="Arial"/>
              </a:defRPr>
            </a:lvl3pPr>
            <a:lvl4pPr indent="0" lvl="3" marL="0" marR="0" algn="r">
              <a:buClr>
                <a:schemeClr val="dk2"/>
              </a:buClr>
              <a:buSzPts val="1333"/>
              <a:buFont typeface="Arial"/>
              <a:buNone/>
              <a:defRPr sz="1333">
                <a:solidFill>
                  <a:schemeClr val="dk2"/>
                </a:solidFill>
                <a:latin typeface="Arial"/>
                <a:ea typeface="Arial"/>
                <a:cs typeface="Arial"/>
                <a:sym typeface="Arial"/>
              </a:defRPr>
            </a:lvl4pPr>
            <a:lvl5pPr indent="0" lvl="4" marL="0" marR="0" algn="r">
              <a:buClr>
                <a:schemeClr val="dk2"/>
              </a:buClr>
              <a:buSzPts val="1333"/>
              <a:buFont typeface="Arial"/>
              <a:buNone/>
              <a:defRPr sz="1333">
                <a:solidFill>
                  <a:schemeClr val="dk2"/>
                </a:solidFill>
                <a:latin typeface="Arial"/>
                <a:ea typeface="Arial"/>
                <a:cs typeface="Arial"/>
                <a:sym typeface="Arial"/>
              </a:defRPr>
            </a:lvl5pPr>
            <a:lvl6pPr indent="0" lvl="5" marL="0" marR="0" algn="r">
              <a:buClr>
                <a:schemeClr val="dk2"/>
              </a:buClr>
              <a:buSzPts val="1333"/>
              <a:buFont typeface="Arial"/>
              <a:buNone/>
              <a:defRPr sz="1333">
                <a:solidFill>
                  <a:schemeClr val="dk2"/>
                </a:solidFill>
                <a:latin typeface="Arial"/>
                <a:ea typeface="Arial"/>
                <a:cs typeface="Arial"/>
                <a:sym typeface="Arial"/>
              </a:defRPr>
            </a:lvl6pPr>
            <a:lvl7pPr indent="0" lvl="6" marL="0" marR="0" algn="r">
              <a:buClr>
                <a:schemeClr val="dk2"/>
              </a:buClr>
              <a:buSzPts val="1333"/>
              <a:buFont typeface="Arial"/>
              <a:buNone/>
              <a:defRPr sz="1333">
                <a:solidFill>
                  <a:schemeClr val="dk2"/>
                </a:solidFill>
                <a:latin typeface="Arial"/>
                <a:ea typeface="Arial"/>
                <a:cs typeface="Arial"/>
                <a:sym typeface="Arial"/>
              </a:defRPr>
            </a:lvl7pPr>
            <a:lvl8pPr indent="0" lvl="7" marL="0" marR="0" algn="r">
              <a:buClr>
                <a:schemeClr val="dk2"/>
              </a:buClr>
              <a:buSzPts val="1333"/>
              <a:buFont typeface="Arial"/>
              <a:buNone/>
              <a:defRPr sz="1333">
                <a:solidFill>
                  <a:schemeClr val="dk2"/>
                </a:solidFill>
                <a:latin typeface="Arial"/>
                <a:ea typeface="Arial"/>
                <a:cs typeface="Arial"/>
                <a:sym typeface="Arial"/>
              </a:defRPr>
            </a:lvl8pPr>
            <a:lvl9pPr indent="0" lvl="8" marL="0" marR="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
        <p:nvSpPr>
          <p:cNvPr id="295" name="Google Shape;295;p76"/>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3">
  <p:cSld name="Título 3">
    <p:spTree>
      <p:nvGrpSpPr>
        <p:cNvPr id="296" name="Shape 296"/>
        <p:cNvGrpSpPr/>
        <p:nvPr/>
      </p:nvGrpSpPr>
      <p:grpSpPr>
        <a:xfrm>
          <a:off x="0" y="0"/>
          <a:ext cx="0" cy="0"/>
          <a:chOff x="0" y="0"/>
          <a:chExt cx="0" cy="0"/>
        </a:xfrm>
      </p:grpSpPr>
      <p:sp>
        <p:nvSpPr>
          <p:cNvPr id="297" name="Google Shape;297;p77"/>
          <p:cNvSpPr txBox="1"/>
          <p:nvPr>
            <p:ph type="ctrTitle"/>
          </p:nvPr>
        </p:nvSpPr>
        <p:spPr>
          <a:xfrm>
            <a:off x="594360" y="41147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2800"/>
              <a:buNone/>
              <a:defRPr b="1" i="0" sz="60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298" name="Google Shape;298;p77"/>
          <p:cNvGrpSpPr/>
          <p:nvPr/>
        </p:nvGrpSpPr>
        <p:grpSpPr>
          <a:xfrm rot="10800000">
            <a:off x="6092752" y="0"/>
            <a:ext cx="6099248" cy="6099248"/>
            <a:chOff x="0" y="12289"/>
            <a:chExt cx="3550" cy="3551"/>
          </a:xfrm>
        </p:grpSpPr>
        <p:sp>
          <p:nvSpPr>
            <p:cNvPr id="299" name="Google Shape;299;p77"/>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0" name="Google Shape;300;p77"/>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1" name="Google Shape;301;p77"/>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02" name="Google Shape;302;p77"/>
          <p:cNvSpPr txBox="1"/>
          <p:nvPr>
            <p:ph idx="1" type="body"/>
          </p:nvPr>
        </p:nvSpPr>
        <p:spPr>
          <a:xfrm>
            <a:off x="594360" y="4549552"/>
            <a:ext cx="5486400" cy="164592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SzPts val="1800"/>
              <a:buNone/>
              <a:defRPr b="1" i="0" sz="2400">
                <a:solidFill>
                  <a:srgbClr val="B9AD8D"/>
                </a:solidFill>
                <a:latin typeface="Arial"/>
                <a:ea typeface="Arial"/>
                <a:cs typeface="Arial"/>
                <a:sym typeface="Arial"/>
              </a:defRPr>
            </a:lvl1pPr>
            <a:lvl2pPr indent="-317500" lvl="1" marL="914400" algn="l">
              <a:lnSpc>
                <a:spcPct val="115000"/>
              </a:lnSpc>
              <a:spcBef>
                <a:spcPts val="0"/>
              </a:spcBef>
              <a:spcAft>
                <a:spcPts val="0"/>
              </a:spcAft>
              <a:buSzPts val="1400"/>
              <a:buChar char="○"/>
              <a:defRPr sz="4000"/>
            </a:lvl2pPr>
            <a:lvl3pPr indent="-317500" lvl="2" marL="1371600" algn="l">
              <a:lnSpc>
                <a:spcPct val="115000"/>
              </a:lnSpc>
              <a:spcBef>
                <a:spcPts val="0"/>
              </a:spcBef>
              <a:spcAft>
                <a:spcPts val="0"/>
              </a:spcAft>
              <a:buSzPts val="1400"/>
              <a:buChar char="■"/>
              <a:defRPr sz="4000"/>
            </a:lvl3pPr>
            <a:lvl4pPr indent="-317500" lvl="3" marL="1828800" algn="l">
              <a:lnSpc>
                <a:spcPct val="115000"/>
              </a:lnSpc>
              <a:spcBef>
                <a:spcPts val="0"/>
              </a:spcBef>
              <a:spcAft>
                <a:spcPts val="0"/>
              </a:spcAft>
              <a:buSzPts val="1400"/>
              <a:buChar char="●"/>
              <a:defRPr sz="4000"/>
            </a:lvl4pPr>
            <a:lvl5pPr indent="-317500" lvl="4" marL="2286000" algn="l">
              <a:lnSpc>
                <a:spcPct val="115000"/>
              </a:lnSpc>
              <a:spcBef>
                <a:spcPts val="0"/>
              </a:spcBef>
              <a:spcAft>
                <a:spcPts val="0"/>
              </a:spcAft>
              <a:buSzPts val="1400"/>
              <a:buChar char="○"/>
              <a:defRPr sz="4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cxnSp>
        <p:nvCxnSpPr>
          <p:cNvPr id="303" name="Google Shape;303;p77"/>
          <p:cNvCxnSpPr/>
          <p:nvPr/>
        </p:nvCxnSpPr>
        <p:spPr>
          <a:xfrm>
            <a:off x="594360" y="3950208"/>
            <a:ext cx="2133600" cy="3992"/>
          </a:xfrm>
          <a:prstGeom prst="straightConnector1">
            <a:avLst/>
          </a:prstGeom>
          <a:noFill/>
          <a:ln cap="flat" cmpd="sng" w="101600">
            <a:solidFill>
              <a:srgbClr val="B9AD8D"/>
            </a:solidFill>
            <a:prstDash val="solid"/>
            <a:round/>
            <a:headEnd len="sm" w="sm" type="none"/>
            <a:tailEnd len="sm" w="sm" type="none"/>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1">
  <p:cSld name="Título 1">
    <p:spTree>
      <p:nvGrpSpPr>
        <p:cNvPr id="304" name="Shape 304"/>
        <p:cNvGrpSpPr/>
        <p:nvPr/>
      </p:nvGrpSpPr>
      <p:grpSpPr>
        <a:xfrm>
          <a:off x="0" y="0"/>
          <a:ext cx="0" cy="0"/>
          <a:chOff x="0" y="0"/>
          <a:chExt cx="0" cy="0"/>
        </a:xfrm>
      </p:grpSpPr>
      <p:sp>
        <p:nvSpPr>
          <p:cNvPr id="305" name="Google Shape;305;p78"/>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2800"/>
              <a:buNone/>
              <a:defRPr b="1" i="0" sz="60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306" name="Google Shape;306;p78"/>
          <p:cNvGrpSpPr/>
          <p:nvPr/>
        </p:nvGrpSpPr>
        <p:grpSpPr>
          <a:xfrm>
            <a:off x="1" y="758752"/>
            <a:ext cx="6099248" cy="6099248"/>
            <a:chOff x="0" y="12289"/>
            <a:chExt cx="3550" cy="3551"/>
          </a:xfrm>
        </p:grpSpPr>
        <p:sp>
          <p:nvSpPr>
            <p:cNvPr id="307" name="Google Shape;307;p78"/>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8" name="Google Shape;308;p78"/>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9" name="Google Shape;309;p78"/>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cxnSp>
        <p:nvCxnSpPr>
          <p:cNvPr id="310" name="Google Shape;310;p78"/>
          <p:cNvCxnSpPr/>
          <p:nvPr/>
        </p:nvCxnSpPr>
        <p:spPr>
          <a:xfrm>
            <a:off x="6309360" y="3950208"/>
            <a:ext cx="2133600" cy="3992"/>
          </a:xfrm>
          <a:prstGeom prst="straightConnector1">
            <a:avLst/>
          </a:prstGeom>
          <a:noFill/>
          <a:ln cap="flat" cmpd="sng" w="101600">
            <a:solidFill>
              <a:srgbClr val="B9AD8D"/>
            </a:solidFill>
            <a:prstDash val="solid"/>
            <a:round/>
            <a:headEnd len="sm" w="sm" type="none"/>
            <a:tailEnd len="sm" w="sm" type="none"/>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de sección">
  <p:cSld name="Título de sección">
    <p:spTree>
      <p:nvGrpSpPr>
        <p:cNvPr id="311" name="Shape 311"/>
        <p:cNvGrpSpPr/>
        <p:nvPr/>
      </p:nvGrpSpPr>
      <p:grpSpPr>
        <a:xfrm>
          <a:off x="0" y="0"/>
          <a:ext cx="0" cy="0"/>
          <a:chOff x="0" y="0"/>
          <a:chExt cx="0" cy="0"/>
        </a:xfrm>
      </p:grpSpPr>
      <p:sp>
        <p:nvSpPr>
          <p:cNvPr id="312" name="Google Shape;312;p79"/>
          <p:cNvSpPr/>
          <p:nvPr>
            <p:ph idx="2" type="pic"/>
          </p:nvPr>
        </p:nvSpPr>
        <p:spPr>
          <a:xfrm>
            <a:off x="0" y="0"/>
            <a:ext cx="12192000" cy="6880543"/>
          </a:xfrm>
          <a:prstGeom prst="rect">
            <a:avLst/>
          </a:prstGeom>
          <a:noFill/>
          <a:ln>
            <a:noFill/>
          </a:ln>
        </p:spPr>
      </p:sp>
      <p:sp>
        <p:nvSpPr>
          <p:cNvPr id="313" name="Google Shape;313;p79"/>
          <p:cNvSpPr txBox="1"/>
          <p:nvPr>
            <p:ph type="title"/>
          </p:nvPr>
        </p:nvSpPr>
        <p:spPr>
          <a:xfrm>
            <a:off x="6309359" y="444933"/>
            <a:ext cx="5477479" cy="329184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6000">
                <a:solidFill>
                  <a:schemeClr val="dk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4" name="Google Shape;314;p79"/>
          <p:cNvSpPr/>
          <p:nvPr/>
        </p:nvSpPr>
        <p:spPr>
          <a:xfrm>
            <a:off x="6309360" y="3951843"/>
            <a:ext cx="2133600" cy="10058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extLst>
    <p:ext uri="{DCECCB84-F9BA-43D5-87BE-67443E8EF086}">
      <p15:sldGuideLst>
        <p15:guide id="1" pos="7104">
          <p15:clr>
            <a:srgbClr val="FBAE40"/>
          </p15:clr>
        </p15:guide>
        <p15:guide id="2" pos="4344">
          <p15:clr>
            <a:srgbClr val="FBAE40"/>
          </p15:clr>
        </p15:guide>
        <p15:guide id="3" pos="4560">
          <p15:clr>
            <a:srgbClr val="FBAE40"/>
          </p15:clr>
        </p15:guide>
        <p15:guide id="4" orient="horz" pos="1848">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2">
  <p:cSld name="Título 2">
    <p:spTree>
      <p:nvGrpSpPr>
        <p:cNvPr id="315" name="Shape 315"/>
        <p:cNvGrpSpPr/>
        <p:nvPr/>
      </p:nvGrpSpPr>
      <p:grpSpPr>
        <a:xfrm>
          <a:off x="0" y="0"/>
          <a:ext cx="0" cy="0"/>
          <a:chOff x="0" y="0"/>
          <a:chExt cx="0" cy="0"/>
        </a:xfrm>
      </p:grpSpPr>
      <p:sp>
        <p:nvSpPr>
          <p:cNvPr id="316" name="Google Shape;316;p80"/>
          <p:cNvSpPr txBox="1"/>
          <p:nvPr>
            <p:ph type="ctrTitle"/>
          </p:nvPr>
        </p:nvSpPr>
        <p:spPr>
          <a:xfrm>
            <a:off x="6299835" y="43052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2800"/>
              <a:buNone/>
              <a:defRPr b="1" i="0" sz="60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7" name="Google Shape;317;p80"/>
          <p:cNvSpPr/>
          <p:nvPr>
            <p:ph idx="2" type="pic"/>
          </p:nvPr>
        </p:nvSpPr>
        <p:spPr>
          <a:xfrm>
            <a:off x="0" y="-11113"/>
            <a:ext cx="5791200" cy="6880226"/>
          </a:xfrm>
          <a:prstGeom prst="rect">
            <a:avLst/>
          </a:prstGeom>
          <a:noFill/>
          <a:ln>
            <a:noFill/>
          </a:ln>
        </p:spPr>
      </p:sp>
      <p:sp>
        <p:nvSpPr>
          <p:cNvPr id="318" name="Google Shape;318;p80"/>
          <p:cNvSpPr txBox="1"/>
          <p:nvPr>
            <p:ph idx="1" type="body"/>
          </p:nvPr>
        </p:nvSpPr>
        <p:spPr>
          <a:xfrm>
            <a:off x="6299835" y="4568602"/>
            <a:ext cx="5486400" cy="164592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SzPts val="1800"/>
              <a:buNone/>
              <a:defRPr b="1" i="0" sz="2400">
                <a:solidFill>
                  <a:srgbClr val="B9AD8D"/>
                </a:solidFill>
                <a:latin typeface="Arial"/>
                <a:ea typeface="Arial"/>
                <a:cs typeface="Arial"/>
                <a:sym typeface="Arial"/>
              </a:defRPr>
            </a:lvl1pPr>
            <a:lvl2pPr indent="-317500" lvl="1" marL="914400" algn="l">
              <a:lnSpc>
                <a:spcPct val="115000"/>
              </a:lnSpc>
              <a:spcBef>
                <a:spcPts val="0"/>
              </a:spcBef>
              <a:spcAft>
                <a:spcPts val="0"/>
              </a:spcAft>
              <a:buSzPts val="1400"/>
              <a:buChar char="○"/>
              <a:defRPr sz="4000"/>
            </a:lvl2pPr>
            <a:lvl3pPr indent="-317500" lvl="2" marL="1371600" algn="l">
              <a:lnSpc>
                <a:spcPct val="115000"/>
              </a:lnSpc>
              <a:spcBef>
                <a:spcPts val="0"/>
              </a:spcBef>
              <a:spcAft>
                <a:spcPts val="0"/>
              </a:spcAft>
              <a:buSzPts val="1400"/>
              <a:buChar char="■"/>
              <a:defRPr sz="4000"/>
            </a:lvl3pPr>
            <a:lvl4pPr indent="-317500" lvl="3" marL="1828800" algn="l">
              <a:lnSpc>
                <a:spcPct val="115000"/>
              </a:lnSpc>
              <a:spcBef>
                <a:spcPts val="0"/>
              </a:spcBef>
              <a:spcAft>
                <a:spcPts val="0"/>
              </a:spcAft>
              <a:buSzPts val="1400"/>
              <a:buChar char="●"/>
              <a:defRPr sz="4000"/>
            </a:lvl4pPr>
            <a:lvl5pPr indent="-317500" lvl="4" marL="2286000" algn="l">
              <a:lnSpc>
                <a:spcPct val="115000"/>
              </a:lnSpc>
              <a:spcBef>
                <a:spcPts val="0"/>
              </a:spcBef>
              <a:spcAft>
                <a:spcPts val="0"/>
              </a:spcAft>
              <a:buSzPts val="1400"/>
              <a:buChar char="○"/>
              <a:defRPr sz="4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cxnSp>
        <p:nvCxnSpPr>
          <p:cNvPr id="319" name="Google Shape;319;p80"/>
          <p:cNvCxnSpPr/>
          <p:nvPr/>
        </p:nvCxnSpPr>
        <p:spPr>
          <a:xfrm>
            <a:off x="6309360" y="3950208"/>
            <a:ext cx="2133600" cy="3992"/>
          </a:xfrm>
          <a:prstGeom prst="straightConnector1">
            <a:avLst/>
          </a:prstGeom>
          <a:noFill/>
          <a:ln cap="flat" cmpd="sng" w="101600">
            <a:solidFill>
              <a:srgbClr val="B9AD8D"/>
            </a:solidFill>
            <a:prstDash val="solid"/>
            <a:round/>
            <a:headEnd len="sm" w="sm" type="none"/>
            <a:tailEnd len="sm" w="sm" type="none"/>
          </a:ln>
        </p:spPr>
      </p:cxn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ontenido ">
  <p:cSld name="Título y contenido ">
    <p:spTree>
      <p:nvGrpSpPr>
        <p:cNvPr id="320" name="Shape 320"/>
        <p:cNvGrpSpPr/>
        <p:nvPr/>
      </p:nvGrpSpPr>
      <p:grpSpPr>
        <a:xfrm>
          <a:off x="0" y="0"/>
          <a:ext cx="0" cy="0"/>
          <a:chOff x="0" y="0"/>
          <a:chExt cx="0" cy="0"/>
        </a:xfrm>
      </p:grpSpPr>
      <p:grpSp>
        <p:nvGrpSpPr>
          <p:cNvPr id="321" name="Google Shape;321;p81"/>
          <p:cNvGrpSpPr/>
          <p:nvPr/>
        </p:nvGrpSpPr>
        <p:grpSpPr>
          <a:xfrm>
            <a:off x="6362700" y="0"/>
            <a:ext cx="5829298" cy="3235602"/>
            <a:chOff x="5612972" y="1"/>
            <a:chExt cx="6615961" cy="3672246"/>
          </a:xfrm>
        </p:grpSpPr>
        <p:sp>
          <p:nvSpPr>
            <p:cNvPr id="322" name="Google Shape;322;p81"/>
            <p:cNvSpPr/>
            <p:nvPr/>
          </p:nvSpPr>
          <p:spPr>
            <a:xfrm>
              <a:off x="5612972" y="1"/>
              <a:ext cx="4408998" cy="3672246"/>
            </a:xfrm>
            <a:custGeom>
              <a:rect b="b" l="l" r="r" t="t"/>
              <a:pathLst>
                <a:path extrusionOk="0" h="2980" w="3578">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3" name="Google Shape;323;p81"/>
            <p:cNvSpPr/>
            <p:nvPr/>
          </p:nvSpPr>
          <p:spPr>
            <a:xfrm>
              <a:off x="6341233" y="1463970"/>
              <a:ext cx="2208196" cy="2208277"/>
            </a:xfrm>
            <a:custGeom>
              <a:rect b="b" l="l" r="r" t="t"/>
              <a:pathLst>
                <a:path extrusionOk="0" h="1792" w="1792">
                  <a:moveTo>
                    <a:pt x="597" y="0"/>
                  </a:moveTo>
                  <a:lnTo>
                    <a:pt x="0" y="598"/>
                  </a:lnTo>
                  <a:lnTo>
                    <a:pt x="1195" y="1792"/>
                  </a:lnTo>
                  <a:lnTo>
                    <a:pt x="1792" y="1195"/>
                  </a:lnTo>
                  <a:lnTo>
                    <a:pt x="597"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4" name="Google Shape;324;p81"/>
            <p:cNvSpPr/>
            <p:nvPr/>
          </p:nvSpPr>
          <p:spPr>
            <a:xfrm>
              <a:off x="8555590" y="1"/>
              <a:ext cx="1457754" cy="729520"/>
            </a:xfrm>
            <a:custGeom>
              <a:rect b="b" l="l" r="r" t="t"/>
              <a:pathLst>
                <a:path extrusionOk="0" h="592" w="1183">
                  <a:moveTo>
                    <a:pt x="1183" y="0"/>
                  </a:moveTo>
                  <a:lnTo>
                    <a:pt x="0" y="0"/>
                  </a:lnTo>
                  <a:lnTo>
                    <a:pt x="591" y="591"/>
                  </a:lnTo>
                  <a:lnTo>
                    <a:pt x="1183"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5" name="Google Shape;325;p81"/>
            <p:cNvSpPr/>
            <p:nvPr/>
          </p:nvSpPr>
          <p:spPr>
            <a:xfrm>
              <a:off x="7076887" y="728289"/>
              <a:ext cx="2208196" cy="2208277"/>
            </a:xfrm>
            <a:custGeom>
              <a:rect b="b" l="l" r="r" t="t"/>
              <a:pathLst>
                <a:path extrusionOk="0" h="1792" w="1792">
                  <a:moveTo>
                    <a:pt x="598" y="0"/>
                  </a:moveTo>
                  <a:lnTo>
                    <a:pt x="0" y="597"/>
                  </a:lnTo>
                  <a:lnTo>
                    <a:pt x="1195" y="1792"/>
                  </a:lnTo>
                  <a:lnTo>
                    <a:pt x="1792" y="1195"/>
                  </a:lnTo>
                  <a:lnTo>
                    <a:pt x="598"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6" name="Google Shape;326;p81"/>
            <p:cNvSpPr/>
            <p:nvPr/>
          </p:nvSpPr>
          <p:spPr>
            <a:xfrm>
              <a:off x="9285083" y="728289"/>
              <a:ext cx="2943850" cy="2943958"/>
            </a:xfrm>
            <a:custGeom>
              <a:rect b="b" l="l" r="r" t="t"/>
              <a:pathLst>
                <a:path extrusionOk="0" h="2389" w="2389">
                  <a:moveTo>
                    <a:pt x="2389" y="1195"/>
                  </a:moveTo>
                  <a:lnTo>
                    <a:pt x="1194" y="0"/>
                  </a:lnTo>
                  <a:lnTo>
                    <a:pt x="0" y="1195"/>
                  </a:lnTo>
                  <a:lnTo>
                    <a:pt x="1194" y="2389"/>
                  </a:lnTo>
                  <a:lnTo>
                    <a:pt x="2389" y="1195"/>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27" name="Google Shape;327;p81"/>
          <p:cNvSpPr txBox="1"/>
          <p:nvPr>
            <p:ph type="title"/>
          </p:nvPr>
        </p:nvSpPr>
        <p:spPr>
          <a:xfrm>
            <a:off x="6318885" y="3499667"/>
            <a:ext cx="4939666" cy="254281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44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328" name="Google Shape;328;p81"/>
          <p:cNvCxnSpPr/>
          <p:nvPr/>
        </p:nvCxnSpPr>
        <p:spPr>
          <a:xfrm>
            <a:off x="6347460" y="6313170"/>
            <a:ext cx="2133600" cy="3992"/>
          </a:xfrm>
          <a:prstGeom prst="straightConnector1">
            <a:avLst/>
          </a:prstGeom>
          <a:noFill/>
          <a:ln cap="flat" cmpd="sng" w="101600">
            <a:solidFill>
              <a:srgbClr val="B9AD8D"/>
            </a:solidFill>
            <a:prstDash val="solid"/>
            <a:round/>
            <a:headEnd len="sm" w="sm" type="none"/>
            <a:tailEnd len="sm" w="sm" type="none"/>
          </a:ln>
        </p:spPr>
      </p:cxnSp>
      <p:sp>
        <p:nvSpPr>
          <p:cNvPr id="329" name="Google Shape;329;p81"/>
          <p:cNvSpPr txBox="1"/>
          <p:nvPr>
            <p:ph idx="1" type="body"/>
          </p:nvPr>
        </p:nvSpPr>
        <p:spPr>
          <a:xfrm>
            <a:off x="603885" y="457201"/>
            <a:ext cx="5198269" cy="2305050"/>
          </a:xfrm>
          <a:prstGeom prst="rect">
            <a:avLst/>
          </a:prstGeom>
          <a:noFill/>
          <a:ln>
            <a:noFill/>
          </a:ln>
        </p:spPr>
        <p:txBody>
          <a:bodyPr anchorCtr="0" anchor="t" bIns="91425" lIns="0" spcFirstLastPara="1" rIns="91425" wrap="square" tIns="274300">
            <a:normAutofit/>
          </a:bodyPr>
          <a:lstStyle>
            <a:lvl1pPr indent="-342900" lvl="0" marL="457200" algn="l">
              <a:lnSpc>
                <a:spcPct val="115000"/>
              </a:lnSpc>
              <a:spcBef>
                <a:spcPts val="1800"/>
              </a:spcBef>
              <a:spcAft>
                <a:spcPts val="0"/>
              </a:spcAft>
              <a:buSzPts val="1800"/>
              <a:buFont typeface="Arial"/>
              <a:buAutoNum type="arabicPeriod"/>
              <a:defRPr sz="2000"/>
            </a:lvl1pPr>
            <a:lvl2pPr indent="-317500" lvl="1" marL="914400" algn="l">
              <a:lnSpc>
                <a:spcPct val="115000"/>
              </a:lnSpc>
              <a:spcBef>
                <a:spcPts val="1800"/>
              </a:spcBef>
              <a:spcAft>
                <a:spcPts val="0"/>
              </a:spcAft>
              <a:buSzPts val="1400"/>
              <a:buFont typeface="Arial"/>
              <a:buAutoNum type="alphaLcPeriod"/>
              <a:defRPr sz="2000"/>
            </a:lvl2pPr>
            <a:lvl3pPr indent="-317500" lvl="2" marL="1371600" algn="l">
              <a:lnSpc>
                <a:spcPct val="115000"/>
              </a:lnSpc>
              <a:spcBef>
                <a:spcPts val="1800"/>
              </a:spcBef>
              <a:spcAft>
                <a:spcPts val="0"/>
              </a:spcAft>
              <a:buSzPts val="1400"/>
              <a:buFont typeface="Arial"/>
              <a:buAutoNum type="arabicParenR"/>
              <a:defRPr sz="2000"/>
            </a:lvl3pPr>
            <a:lvl4pPr indent="-228600" lvl="3" marL="1828800" algn="l">
              <a:lnSpc>
                <a:spcPct val="115000"/>
              </a:lnSpc>
              <a:spcBef>
                <a:spcPts val="1800"/>
              </a:spcBef>
              <a:spcAft>
                <a:spcPts val="0"/>
              </a:spcAft>
              <a:buSzPts val="1400"/>
              <a:buFont typeface="Arial"/>
              <a:buNone/>
              <a:defRPr sz="2000"/>
            </a:lvl4pPr>
            <a:lvl5pPr indent="-317500" lvl="4" marL="2286000" algn="l">
              <a:lnSpc>
                <a:spcPct val="115000"/>
              </a:lnSpc>
              <a:spcBef>
                <a:spcPts val="1800"/>
              </a:spcBef>
              <a:spcAft>
                <a:spcPts val="0"/>
              </a:spcAft>
              <a:buSzPts val="1400"/>
              <a:buFont typeface="Arial"/>
              <a:buAutoNum type="arabicPeriod"/>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30" name="Google Shape;330;p81"/>
          <p:cNvSpPr txBox="1"/>
          <p:nvPr>
            <p:ph idx="2" type="body"/>
          </p:nvPr>
        </p:nvSpPr>
        <p:spPr>
          <a:xfrm>
            <a:off x="594360" y="2810595"/>
            <a:ext cx="5198269" cy="3319513"/>
          </a:xfrm>
          <a:prstGeom prst="rect">
            <a:avLst/>
          </a:prstGeom>
          <a:noFill/>
          <a:ln>
            <a:noFill/>
          </a:ln>
        </p:spPr>
        <p:txBody>
          <a:bodyPr anchorCtr="0" anchor="t" bIns="0" lIns="0" spcFirstLastPara="1" rIns="0" wrap="square" tIns="45700">
            <a:normAutofit/>
          </a:bodyPr>
          <a:lstStyle>
            <a:lvl1pPr indent="-228600" lvl="0" marL="457200" algn="l">
              <a:lnSpc>
                <a:spcPct val="115000"/>
              </a:lnSpc>
              <a:spcBef>
                <a:spcPts val="1800"/>
              </a:spcBef>
              <a:spcAft>
                <a:spcPts val="0"/>
              </a:spcAft>
              <a:buSzPts val="1800"/>
              <a:buFont typeface="Arial"/>
              <a:buNone/>
              <a:defRPr sz="2000"/>
            </a:lvl1pPr>
            <a:lvl2pPr indent="-317500" lvl="1" marL="914400" algn="l">
              <a:lnSpc>
                <a:spcPct val="115000"/>
              </a:lnSpc>
              <a:spcBef>
                <a:spcPts val="1800"/>
              </a:spcBef>
              <a:spcAft>
                <a:spcPts val="0"/>
              </a:spcAft>
              <a:buSzPts val="1400"/>
              <a:buChar char="○"/>
              <a:defRPr sz="2000"/>
            </a:lvl2pPr>
            <a:lvl3pPr indent="-317500" lvl="2" marL="1371600" algn="l">
              <a:lnSpc>
                <a:spcPct val="115000"/>
              </a:lnSpc>
              <a:spcBef>
                <a:spcPts val="1800"/>
              </a:spcBef>
              <a:spcAft>
                <a:spcPts val="0"/>
              </a:spcAft>
              <a:buSzPts val="1400"/>
              <a:buChar char="■"/>
              <a:defRPr sz="2000"/>
            </a:lvl3pPr>
            <a:lvl4pPr indent="-317500" lvl="3" marL="1828800" algn="l">
              <a:lnSpc>
                <a:spcPct val="115000"/>
              </a:lnSpc>
              <a:spcBef>
                <a:spcPts val="1800"/>
              </a:spcBef>
              <a:spcAft>
                <a:spcPts val="0"/>
              </a:spcAft>
              <a:buSzPts val="1400"/>
              <a:buChar char="●"/>
              <a:defRPr sz="2000"/>
            </a:lvl4pPr>
            <a:lvl5pPr indent="-317500" lvl="4" marL="2286000" algn="l">
              <a:lnSpc>
                <a:spcPct val="115000"/>
              </a:lnSpc>
              <a:spcBef>
                <a:spcPts val="1800"/>
              </a:spcBef>
              <a:spcAft>
                <a:spcPts val="0"/>
              </a:spcAft>
              <a:buSzPts val="1400"/>
              <a:buChar char="○"/>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31" name="Google Shape;331;p81"/>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buClr>
                <a:schemeClr val="dk2"/>
              </a:buClr>
              <a:buSzPts val="1333"/>
              <a:buFont typeface="Arial"/>
              <a:buNone/>
              <a:defRPr sz="1333">
                <a:solidFill>
                  <a:schemeClr val="dk2"/>
                </a:solidFill>
                <a:latin typeface="Arial"/>
                <a:ea typeface="Arial"/>
                <a:cs typeface="Arial"/>
                <a:sym typeface="Arial"/>
              </a:defRPr>
            </a:lvl1pPr>
            <a:lvl2pPr indent="0" lvl="1" marL="0" marR="0" algn="r">
              <a:buClr>
                <a:schemeClr val="dk2"/>
              </a:buClr>
              <a:buSzPts val="1333"/>
              <a:buFont typeface="Arial"/>
              <a:buNone/>
              <a:defRPr sz="1333">
                <a:solidFill>
                  <a:schemeClr val="dk2"/>
                </a:solidFill>
                <a:latin typeface="Arial"/>
                <a:ea typeface="Arial"/>
                <a:cs typeface="Arial"/>
                <a:sym typeface="Arial"/>
              </a:defRPr>
            </a:lvl2pPr>
            <a:lvl3pPr indent="0" lvl="2" marL="0" marR="0" algn="r">
              <a:buClr>
                <a:schemeClr val="dk2"/>
              </a:buClr>
              <a:buSzPts val="1333"/>
              <a:buFont typeface="Arial"/>
              <a:buNone/>
              <a:defRPr sz="1333">
                <a:solidFill>
                  <a:schemeClr val="dk2"/>
                </a:solidFill>
                <a:latin typeface="Arial"/>
                <a:ea typeface="Arial"/>
                <a:cs typeface="Arial"/>
                <a:sym typeface="Arial"/>
              </a:defRPr>
            </a:lvl3pPr>
            <a:lvl4pPr indent="0" lvl="3" marL="0" marR="0" algn="r">
              <a:buClr>
                <a:schemeClr val="dk2"/>
              </a:buClr>
              <a:buSzPts val="1333"/>
              <a:buFont typeface="Arial"/>
              <a:buNone/>
              <a:defRPr sz="1333">
                <a:solidFill>
                  <a:schemeClr val="dk2"/>
                </a:solidFill>
                <a:latin typeface="Arial"/>
                <a:ea typeface="Arial"/>
                <a:cs typeface="Arial"/>
                <a:sym typeface="Arial"/>
              </a:defRPr>
            </a:lvl4pPr>
            <a:lvl5pPr indent="0" lvl="4" marL="0" marR="0" algn="r">
              <a:buClr>
                <a:schemeClr val="dk2"/>
              </a:buClr>
              <a:buSzPts val="1333"/>
              <a:buFont typeface="Arial"/>
              <a:buNone/>
              <a:defRPr sz="1333">
                <a:solidFill>
                  <a:schemeClr val="dk2"/>
                </a:solidFill>
                <a:latin typeface="Arial"/>
                <a:ea typeface="Arial"/>
                <a:cs typeface="Arial"/>
                <a:sym typeface="Arial"/>
              </a:defRPr>
            </a:lvl5pPr>
            <a:lvl6pPr indent="0" lvl="5" marL="0" marR="0" algn="r">
              <a:buClr>
                <a:schemeClr val="dk2"/>
              </a:buClr>
              <a:buSzPts val="1333"/>
              <a:buFont typeface="Arial"/>
              <a:buNone/>
              <a:defRPr sz="1333">
                <a:solidFill>
                  <a:schemeClr val="dk2"/>
                </a:solidFill>
                <a:latin typeface="Arial"/>
                <a:ea typeface="Arial"/>
                <a:cs typeface="Arial"/>
                <a:sym typeface="Arial"/>
              </a:defRPr>
            </a:lvl6pPr>
            <a:lvl7pPr indent="0" lvl="6" marL="0" marR="0" algn="r">
              <a:buClr>
                <a:schemeClr val="dk2"/>
              </a:buClr>
              <a:buSzPts val="1333"/>
              <a:buFont typeface="Arial"/>
              <a:buNone/>
              <a:defRPr sz="1333">
                <a:solidFill>
                  <a:schemeClr val="dk2"/>
                </a:solidFill>
                <a:latin typeface="Arial"/>
                <a:ea typeface="Arial"/>
                <a:cs typeface="Arial"/>
                <a:sym typeface="Arial"/>
              </a:defRPr>
            </a:lvl7pPr>
            <a:lvl8pPr indent="0" lvl="7" marL="0" marR="0" algn="r">
              <a:buClr>
                <a:schemeClr val="dk2"/>
              </a:buClr>
              <a:buSzPts val="1333"/>
              <a:buFont typeface="Arial"/>
              <a:buNone/>
              <a:defRPr sz="1333">
                <a:solidFill>
                  <a:schemeClr val="dk2"/>
                </a:solidFill>
                <a:latin typeface="Arial"/>
                <a:ea typeface="Arial"/>
                <a:cs typeface="Arial"/>
                <a:sym typeface="Arial"/>
              </a:defRPr>
            </a:lvl8pPr>
            <a:lvl9pPr indent="0" lvl="8" marL="0" marR="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
        <p:nvSpPr>
          <p:cNvPr id="332" name="Google Shape;332;p81"/>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e imagen del título">
  <p:cSld name="Contenido e imagen del título">
    <p:spTree>
      <p:nvGrpSpPr>
        <p:cNvPr id="333" name="Shape 333"/>
        <p:cNvGrpSpPr/>
        <p:nvPr/>
      </p:nvGrpSpPr>
      <p:grpSpPr>
        <a:xfrm>
          <a:off x="0" y="0"/>
          <a:ext cx="0" cy="0"/>
          <a:chOff x="0" y="0"/>
          <a:chExt cx="0" cy="0"/>
        </a:xfrm>
      </p:grpSpPr>
      <p:sp>
        <p:nvSpPr>
          <p:cNvPr id="334" name="Google Shape;334;p82"/>
          <p:cNvSpPr txBox="1"/>
          <p:nvPr>
            <p:ph type="title"/>
          </p:nvPr>
        </p:nvSpPr>
        <p:spPr>
          <a:xfrm>
            <a:off x="575310" y="278129"/>
            <a:ext cx="5063490" cy="2354026"/>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44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5" name="Google Shape;335;p82"/>
          <p:cNvSpPr txBox="1"/>
          <p:nvPr>
            <p:ph idx="1" type="body"/>
          </p:nvPr>
        </p:nvSpPr>
        <p:spPr>
          <a:xfrm>
            <a:off x="594360" y="3279579"/>
            <a:ext cx="5044440" cy="2994415"/>
          </a:xfrm>
          <a:prstGeom prst="rect">
            <a:avLst/>
          </a:prstGeom>
          <a:noFill/>
          <a:ln>
            <a:noFill/>
          </a:ln>
        </p:spPr>
        <p:txBody>
          <a:bodyPr anchorCtr="0" anchor="t" bIns="0" lIns="0" spcFirstLastPara="1" rIns="0" wrap="square" tIns="228600">
            <a:normAutofit/>
          </a:bodyPr>
          <a:lstStyle>
            <a:lvl1pPr indent="-228600" lvl="0" marL="457200" algn="l">
              <a:lnSpc>
                <a:spcPct val="115000"/>
              </a:lnSpc>
              <a:spcBef>
                <a:spcPts val="1800"/>
              </a:spcBef>
              <a:spcAft>
                <a:spcPts val="0"/>
              </a:spcAft>
              <a:buSzPts val="1800"/>
              <a:buFont typeface="Arial"/>
              <a:buNone/>
              <a:defRPr sz="2000"/>
            </a:lvl1pPr>
            <a:lvl2pPr indent="-317500" lvl="1" marL="914400" algn="l">
              <a:lnSpc>
                <a:spcPct val="115000"/>
              </a:lnSpc>
              <a:spcBef>
                <a:spcPts val="1800"/>
              </a:spcBef>
              <a:spcAft>
                <a:spcPts val="0"/>
              </a:spcAft>
              <a:buSzPts val="1400"/>
              <a:buChar char="○"/>
              <a:defRPr sz="2000"/>
            </a:lvl2pPr>
            <a:lvl3pPr indent="-317500" lvl="2" marL="1371600" algn="l">
              <a:lnSpc>
                <a:spcPct val="115000"/>
              </a:lnSpc>
              <a:spcBef>
                <a:spcPts val="1800"/>
              </a:spcBef>
              <a:spcAft>
                <a:spcPts val="0"/>
              </a:spcAft>
              <a:buSzPts val="1400"/>
              <a:buChar char="■"/>
              <a:defRPr sz="2000"/>
            </a:lvl3pPr>
            <a:lvl4pPr indent="-317500" lvl="3" marL="1828800" algn="l">
              <a:lnSpc>
                <a:spcPct val="115000"/>
              </a:lnSpc>
              <a:spcBef>
                <a:spcPts val="1800"/>
              </a:spcBef>
              <a:spcAft>
                <a:spcPts val="0"/>
              </a:spcAft>
              <a:buSzPts val="1400"/>
              <a:buChar char="●"/>
              <a:defRPr sz="2000"/>
            </a:lvl4pPr>
            <a:lvl5pPr indent="-317500" lvl="4" marL="2286000" algn="l">
              <a:lnSpc>
                <a:spcPct val="115000"/>
              </a:lnSpc>
              <a:spcBef>
                <a:spcPts val="1800"/>
              </a:spcBef>
              <a:spcAft>
                <a:spcPts val="0"/>
              </a:spcAft>
              <a:buSzPts val="1400"/>
              <a:buChar char="○"/>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cxnSp>
        <p:nvCxnSpPr>
          <p:cNvPr id="336" name="Google Shape;336;p82"/>
          <p:cNvCxnSpPr/>
          <p:nvPr/>
        </p:nvCxnSpPr>
        <p:spPr>
          <a:xfrm>
            <a:off x="594360" y="2997459"/>
            <a:ext cx="2133600" cy="3992"/>
          </a:xfrm>
          <a:prstGeom prst="straightConnector1">
            <a:avLst/>
          </a:prstGeom>
          <a:noFill/>
          <a:ln cap="flat" cmpd="sng" w="101600">
            <a:solidFill>
              <a:srgbClr val="B9AD8D"/>
            </a:solidFill>
            <a:prstDash val="solid"/>
            <a:round/>
            <a:headEnd len="sm" w="sm" type="none"/>
            <a:tailEnd len="sm" w="sm" type="none"/>
          </a:ln>
        </p:spPr>
      </p:cxnSp>
      <p:sp>
        <p:nvSpPr>
          <p:cNvPr id="337" name="Google Shape;337;p82"/>
          <p:cNvSpPr/>
          <p:nvPr>
            <p:ph idx="2" type="pic"/>
          </p:nvPr>
        </p:nvSpPr>
        <p:spPr>
          <a:xfrm>
            <a:off x="6096000" y="0"/>
            <a:ext cx="6118225" cy="6858000"/>
          </a:xfrm>
          <a:prstGeom prst="rect">
            <a:avLst/>
          </a:prstGeom>
          <a:noFill/>
          <a:ln>
            <a:noFill/>
          </a:ln>
        </p:spPr>
      </p:sp>
      <p:sp>
        <p:nvSpPr>
          <p:cNvPr id="338" name="Google Shape;338;p82"/>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buClr>
                <a:schemeClr val="dk2"/>
              </a:buClr>
              <a:buSzPts val="1333"/>
              <a:buFont typeface="Arial"/>
              <a:buNone/>
              <a:defRPr sz="1333">
                <a:solidFill>
                  <a:schemeClr val="dk2"/>
                </a:solidFill>
                <a:latin typeface="Arial"/>
                <a:ea typeface="Arial"/>
                <a:cs typeface="Arial"/>
                <a:sym typeface="Arial"/>
              </a:defRPr>
            </a:lvl1pPr>
            <a:lvl2pPr indent="0" lvl="1" marL="0" marR="0" algn="r">
              <a:buClr>
                <a:schemeClr val="dk2"/>
              </a:buClr>
              <a:buSzPts val="1333"/>
              <a:buFont typeface="Arial"/>
              <a:buNone/>
              <a:defRPr sz="1333">
                <a:solidFill>
                  <a:schemeClr val="dk2"/>
                </a:solidFill>
                <a:latin typeface="Arial"/>
                <a:ea typeface="Arial"/>
                <a:cs typeface="Arial"/>
                <a:sym typeface="Arial"/>
              </a:defRPr>
            </a:lvl2pPr>
            <a:lvl3pPr indent="0" lvl="2" marL="0" marR="0" algn="r">
              <a:buClr>
                <a:schemeClr val="dk2"/>
              </a:buClr>
              <a:buSzPts val="1333"/>
              <a:buFont typeface="Arial"/>
              <a:buNone/>
              <a:defRPr sz="1333">
                <a:solidFill>
                  <a:schemeClr val="dk2"/>
                </a:solidFill>
                <a:latin typeface="Arial"/>
                <a:ea typeface="Arial"/>
                <a:cs typeface="Arial"/>
                <a:sym typeface="Arial"/>
              </a:defRPr>
            </a:lvl3pPr>
            <a:lvl4pPr indent="0" lvl="3" marL="0" marR="0" algn="r">
              <a:buClr>
                <a:schemeClr val="dk2"/>
              </a:buClr>
              <a:buSzPts val="1333"/>
              <a:buFont typeface="Arial"/>
              <a:buNone/>
              <a:defRPr sz="1333">
                <a:solidFill>
                  <a:schemeClr val="dk2"/>
                </a:solidFill>
                <a:latin typeface="Arial"/>
                <a:ea typeface="Arial"/>
                <a:cs typeface="Arial"/>
                <a:sym typeface="Arial"/>
              </a:defRPr>
            </a:lvl4pPr>
            <a:lvl5pPr indent="0" lvl="4" marL="0" marR="0" algn="r">
              <a:buClr>
                <a:schemeClr val="dk2"/>
              </a:buClr>
              <a:buSzPts val="1333"/>
              <a:buFont typeface="Arial"/>
              <a:buNone/>
              <a:defRPr sz="1333">
                <a:solidFill>
                  <a:schemeClr val="dk2"/>
                </a:solidFill>
                <a:latin typeface="Arial"/>
                <a:ea typeface="Arial"/>
                <a:cs typeface="Arial"/>
                <a:sym typeface="Arial"/>
              </a:defRPr>
            </a:lvl5pPr>
            <a:lvl6pPr indent="0" lvl="5" marL="0" marR="0" algn="r">
              <a:buClr>
                <a:schemeClr val="dk2"/>
              </a:buClr>
              <a:buSzPts val="1333"/>
              <a:buFont typeface="Arial"/>
              <a:buNone/>
              <a:defRPr sz="1333">
                <a:solidFill>
                  <a:schemeClr val="dk2"/>
                </a:solidFill>
                <a:latin typeface="Arial"/>
                <a:ea typeface="Arial"/>
                <a:cs typeface="Arial"/>
                <a:sym typeface="Arial"/>
              </a:defRPr>
            </a:lvl6pPr>
            <a:lvl7pPr indent="0" lvl="6" marL="0" marR="0" algn="r">
              <a:buClr>
                <a:schemeClr val="dk2"/>
              </a:buClr>
              <a:buSzPts val="1333"/>
              <a:buFont typeface="Arial"/>
              <a:buNone/>
              <a:defRPr sz="1333">
                <a:solidFill>
                  <a:schemeClr val="dk2"/>
                </a:solidFill>
                <a:latin typeface="Arial"/>
                <a:ea typeface="Arial"/>
                <a:cs typeface="Arial"/>
                <a:sym typeface="Arial"/>
              </a:defRPr>
            </a:lvl7pPr>
            <a:lvl8pPr indent="0" lvl="7" marL="0" marR="0" algn="r">
              <a:buClr>
                <a:schemeClr val="dk2"/>
              </a:buClr>
              <a:buSzPts val="1333"/>
              <a:buFont typeface="Arial"/>
              <a:buNone/>
              <a:defRPr sz="1333">
                <a:solidFill>
                  <a:schemeClr val="dk2"/>
                </a:solidFill>
                <a:latin typeface="Arial"/>
                <a:ea typeface="Arial"/>
                <a:cs typeface="Arial"/>
                <a:sym typeface="Arial"/>
              </a:defRPr>
            </a:lvl8pPr>
            <a:lvl9pPr indent="0" lvl="8" marL="0" marR="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
        <p:nvSpPr>
          <p:cNvPr id="339" name="Google Shape;339;p82"/>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a 2">
  <p:cSld name="Tabla 2">
    <p:spTree>
      <p:nvGrpSpPr>
        <p:cNvPr id="340" name="Shape 340"/>
        <p:cNvGrpSpPr/>
        <p:nvPr/>
      </p:nvGrpSpPr>
      <p:grpSpPr>
        <a:xfrm>
          <a:off x="0" y="0"/>
          <a:ext cx="0" cy="0"/>
          <a:chOff x="0" y="0"/>
          <a:chExt cx="0" cy="0"/>
        </a:xfrm>
      </p:grpSpPr>
      <p:sp>
        <p:nvSpPr>
          <p:cNvPr id="341" name="Google Shape;341;p83"/>
          <p:cNvSpPr txBox="1"/>
          <p:nvPr>
            <p:ph type="title"/>
          </p:nvPr>
        </p:nvSpPr>
        <p:spPr>
          <a:xfrm>
            <a:off x="594360" y="202400"/>
            <a:ext cx="10972800" cy="15703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44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42" name="Google Shape;342;p83"/>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buClr>
                <a:schemeClr val="dk2"/>
              </a:buClr>
              <a:buSzPts val="1333"/>
              <a:buFont typeface="Arial"/>
              <a:buNone/>
              <a:defRPr sz="1333">
                <a:solidFill>
                  <a:schemeClr val="dk2"/>
                </a:solidFill>
                <a:latin typeface="Arial"/>
                <a:ea typeface="Arial"/>
                <a:cs typeface="Arial"/>
                <a:sym typeface="Arial"/>
              </a:defRPr>
            </a:lvl1pPr>
            <a:lvl2pPr indent="0" lvl="1" marL="0" marR="0" algn="r">
              <a:buClr>
                <a:schemeClr val="dk2"/>
              </a:buClr>
              <a:buSzPts val="1333"/>
              <a:buFont typeface="Arial"/>
              <a:buNone/>
              <a:defRPr sz="1333">
                <a:solidFill>
                  <a:schemeClr val="dk2"/>
                </a:solidFill>
                <a:latin typeface="Arial"/>
                <a:ea typeface="Arial"/>
                <a:cs typeface="Arial"/>
                <a:sym typeface="Arial"/>
              </a:defRPr>
            </a:lvl2pPr>
            <a:lvl3pPr indent="0" lvl="2" marL="0" marR="0" algn="r">
              <a:buClr>
                <a:schemeClr val="dk2"/>
              </a:buClr>
              <a:buSzPts val="1333"/>
              <a:buFont typeface="Arial"/>
              <a:buNone/>
              <a:defRPr sz="1333">
                <a:solidFill>
                  <a:schemeClr val="dk2"/>
                </a:solidFill>
                <a:latin typeface="Arial"/>
                <a:ea typeface="Arial"/>
                <a:cs typeface="Arial"/>
                <a:sym typeface="Arial"/>
              </a:defRPr>
            </a:lvl3pPr>
            <a:lvl4pPr indent="0" lvl="3" marL="0" marR="0" algn="r">
              <a:buClr>
                <a:schemeClr val="dk2"/>
              </a:buClr>
              <a:buSzPts val="1333"/>
              <a:buFont typeface="Arial"/>
              <a:buNone/>
              <a:defRPr sz="1333">
                <a:solidFill>
                  <a:schemeClr val="dk2"/>
                </a:solidFill>
                <a:latin typeface="Arial"/>
                <a:ea typeface="Arial"/>
                <a:cs typeface="Arial"/>
                <a:sym typeface="Arial"/>
              </a:defRPr>
            </a:lvl4pPr>
            <a:lvl5pPr indent="0" lvl="4" marL="0" marR="0" algn="r">
              <a:buClr>
                <a:schemeClr val="dk2"/>
              </a:buClr>
              <a:buSzPts val="1333"/>
              <a:buFont typeface="Arial"/>
              <a:buNone/>
              <a:defRPr sz="1333">
                <a:solidFill>
                  <a:schemeClr val="dk2"/>
                </a:solidFill>
                <a:latin typeface="Arial"/>
                <a:ea typeface="Arial"/>
                <a:cs typeface="Arial"/>
                <a:sym typeface="Arial"/>
              </a:defRPr>
            </a:lvl5pPr>
            <a:lvl6pPr indent="0" lvl="5" marL="0" marR="0" algn="r">
              <a:buClr>
                <a:schemeClr val="dk2"/>
              </a:buClr>
              <a:buSzPts val="1333"/>
              <a:buFont typeface="Arial"/>
              <a:buNone/>
              <a:defRPr sz="1333">
                <a:solidFill>
                  <a:schemeClr val="dk2"/>
                </a:solidFill>
                <a:latin typeface="Arial"/>
                <a:ea typeface="Arial"/>
                <a:cs typeface="Arial"/>
                <a:sym typeface="Arial"/>
              </a:defRPr>
            </a:lvl6pPr>
            <a:lvl7pPr indent="0" lvl="6" marL="0" marR="0" algn="r">
              <a:buClr>
                <a:schemeClr val="dk2"/>
              </a:buClr>
              <a:buSzPts val="1333"/>
              <a:buFont typeface="Arial"/>
              <a:buNone/>
              <a:defRPr sz="1333">
                <a:solidFill>
                  <a:schemeClr val="dk2"/>
                </a:solidFill>
                <a:latin typeface="Arial"/>
                <a:ea typeface="Arial"/>
                <a:cs typeface="Arial"/>
                <a:sym typeface="Arial"/>
              </a:defRPr>
            </a:lvl7pPr>
            <a:lvl8pPr indent="0" lvl="7" marL="0" marR="0" algn="r">
              <a:buClr>
                <a:schemeClr val="dk2"/>
              </a:buClr>
              <a:buSzPts val="1333"/>
              <a:buFont typeface="Arial"/>
              <a:buNone/>
              <a:defRPr sz="1333">
                <a:solidFill>
                  <a:schemeClr val="dk2"/>
                </a:solidFill>
                <a:latin typeface="Arial"/>
                <a:ea typeface="Arial"/>
                <a:cs typeface="Arial"/>
                <a:sym typeface="Arial"/>
              </a:defRPr>
            </a:lvl8pPr>
            <a:lvl9pPr indent="0" lvl="8" marL="0" marR="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
        <p:nvSpPr>
          <p:cNvPr id="343" name="Google Shape;343;p83"/>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cxnSp>
        <p:nvCxnSpPr>
          <p:cNvPr id="344" name="Google Shape;344;p83"/>
          <p:cNvCxnSpPr/>
          <p:nvPr/>
        </p:nvCxnSpPr>
        <p:spPr>
          <a:xfrm>
            <a:off x="594360" y="2148840"/>
            <a:ext cx="2133600" cy="3992"/>
          </a:xfrm>
          <a:prstGeom prst="straightConnector1">
            <a:avLst/>
          </a:prstGeom>
          <a:noFill/>
          <a:ln cap="flat" cmpd="sng" w="101600">
            <a:solidFill>
              <a:srgbClr val="B9AD8D"/>
            </a:solidFill>
            <a:prstDash val="solid"/>
            <a:round/>
            <a:headEnd len="sm" w="sm" type="none"/>
            <a:tailEnd len="sm" w="sm" type="none"/>
          </a:ln>
        </p:spPr>
      </p:cxn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49" name="Shape 349"/>
        <p:cNvGrpSpPr/>
        <p:nvPr/>
      </p:nvGrpSpPr>
      <p:grpSpPr>
        <a:xfrm>
          <a:off x="0" y="0"/>
          <a:ext cx="0" cy="0"/>
          <a:chOff x="0" y="0"/>
          <a:chExt cx="0" cy="0"/>
        </a:xfrm>
      </p:grpSpPr>
      <p:sp>
        <p:nvSpPr>
          <p:cNvPr id="350" name="Google Shape;350;g3a07b09dc8f_0_73"/>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51" name="Google Shape;351;g3a07b09dc8f_0_73"/>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352" name="Google Shape;352;g3a07b09dc8f_0_7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53" name="Shape 353"/>
        <p:cNvGrpSpPr/>
        <p:nvPr/>
      </p:nvGrpSpPr>
      <p:grpSpPr>
        <a:xfrm>
          <a:off x="0" y="0"/>
          <a:ext cx="0" cy="0"/>
          <a:chOff x="0" y="0"/>
          <a:chExt cx="0" cy="0"/>
        </a:xfrm>
      </p:grpSpPr>
      <p:sp>
        <p:nvSpPr>
          <p:cNvPr id="354" name="Google Shape;354;g3a07b09dc8f_0_77"/>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355" name="Google Shape;355;g3a07b09dc8f_0_77"/>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356" name="Google Shape;356;g3a07b09dc8f_0_7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57" name="Shape 357"/>
        <p:cNvGrpSpPr/>
        <p:nvPr/>
      </p:nvGrpSpPr>
      <p:grpSpPr>
        <a:xfrm>
          <a:off x="0" y="0"/>
          <a:ext cx="0" cy="0"/>
          <a:chOff x="0" y="0"/>
          <a:chExt cx="0" cy="0"/>
        </a:xfrm>
      </p:grpSpPr>
      <p:sp>
        <p:nvSpPr>
          <p:cNvPr id="358" name="Google Shape;358;g3a07b09dc8f_0_81"/>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359" name="Google Shape;359;g3a07b09dc8f_0_8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60" name="Shape 360"/>
        <p:cNvGrpSpPr/>
        <p:nvPr/>
      </p:nvGrpSpPr>
      <p:grpSpPr>
        <a:xfrm>
          <a:off x="0" y="0"/>
          <a:ext cx="0" cy="0"/>
          <a:chOff x="0" y="0"/>
          <a:chExt cx="0" cy="0"/>
        </a:xfrm>
      </p:grpSpPr>
      <p:sp>
        <p:nvSpPr>
          <p:cNvPr id="361" name="Google Shape;361;g3a07b09dc8f_0_84"/>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62" name="Google Shape;362;g3a07b09dc8f_0_84"/>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363" name="Google Shape;363;g3a07b09dc8f_0_84"/>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364" name="Google Shape;364;g3a07b09dc8f_0_8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5" name="Shape 365"/>
        <p:cNvGrpSpPr/>
        <p:nvPr/>
      </p:nvGrpSpPr>
      <p:grpSpPr>
        <a:xfrm>
          <a:off x="0" y="0"/>
          <a:ext cx="0" cy="0"/>
          <a:chOff x="0" y="0"/>
          <a:chExt cx="0" cy="0"/>
        </a:xfrm>
      </p:grpSpPr>
      <p:sp>
        <p:nvSpPr>
          <p:cNvPr id="366" name="Google Shape;366;g3a07b09dc8f_0_8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67" name="Google Shape;367;g3a07b09dc8f_0_8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8" name="Shape 368"/>
        <p:cNvGrpSpPr/>
        <p:nvPr/>
      </p:nvGrpSpPr>
      <p:grpSpPr>
        <a:xfrm>
          <a:off x="0" y="0"/>
          <a:ext cx="0" cy="0"/>
          <a:chOff x="0" y="0"/>
          <a:chExt cx="0" cy="0"/>
        </a:xfrm>
      </p:grpSpPr>
      <p:sp>
        <p:nvSpPr>
          <p:cNvPr id="369" name="Google Shape;369;g3a07b09dc8f_0_92"/>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370" name="Google Shape;370;g3a07b09dc8f_0_92"/>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371" name="Google Shape;371;g3a07b09dc8f_0_9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2" name="Shape 372"/>
        <p:cNvGrpSpPr/>
        <p:nvPr/>
      </p:nvGrpSpPr>
      <p:grpSpPr>
        <a:xfrm>
          <a:off x="0" y="0"/>
          <a:ext cx="0" cy="0"/>
          <a:chOff x="0" y="0"/>
          <a:chExt cx="0" cy="0"/>
        </a:xfrm>
      </p:grpSpPr>
      <p:sp>
        <p:nvSpPr>
          <p:cNvPr id="373" name="Google Shape;373;g3a07b09dc8f_0_96"/>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374" name="Google Shape;374;g3a07b09dc8f_0_9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5" name="Shape 375"/>
        <p:cNvGrpSpPr/>
        <p:nvPr/>
      </p:nvGrpSpPr>
      <p:grpSpPr>
        <a:xfrm>
          <a:off x="0" y="0"/>
          <a:ext cx="0" cy="0"/>
          <a:chOff x="0" y="0"/>
          <a:chExt cx="0" cy="0"/>
        </a:xfrm>
      </p:grpSpPr>
      <p:sp>
        <p:nvSpPr>
          <p:cNvPr id="376" name="Google Shape;376;g3a07b09dc8f_0_99"/>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77" name="Google Shape;377;g3a07b09dc8f_0_99"/>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378" name="Google Shape;378;g3a07b09dc8f_0_99"/>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79" name="Google Shape;379;g3a07b09dc8f_0_99"/>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380" name="Google Shape;380;g3a07b09dc8f_0_9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81" name="Shape 381"/>
        <p:cNvGrpSpPr/>
        <p:nvPr/>
      </p:nvGrpSpPr>
      <p:grpSpPr>
        <a:xfrm>
          <a:off x="0" y="0"/>
          <a:ext cx="0" cy="0"/>
          <a:chOff x="0" y="0"/>
          <a:chExt cx="0" cy="0"/>
        </a:xfrm>
      </p:grpSpPr>
      <p:sp>
        <p:nvSpPr>
          <p:cNvPr id="382" name="Google Shape;382;g3a07b09dc8f_0_105"/>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algn="l">
              <a:lnSpc>
                <a:spcPct val="100000"/>
              </a:lnSpc>
              <a:spcBef>
                <a:spcPts val="0"/>
              </a:spcBef>
              <a:spcAft>
                <a:spcPts val="0"/>
              </a:spcAft>
              <a:buSzPts val="2400"/>
              <a:buNone/>
              <a:defRPr/>
            </a:lvl1pPr>
          </a:lstStyle>
          <a:p/>
        </p:txBody>
      </p:sp>
      <p:sp>
        <p:nvSpPr>
          <p:cNvPr id="383" name="Google Shape;383;g3a07b09dc8f_0_10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84" name="Shape 384"/>
        <p:cNvGrpSpPr/>
        <p:nvPr/>
      </p:nvGrpSpPr>
      <p:grpSpPr>
        <a:xfrm>
          <a:off x="0" y="0"/>
          <a:ext cx="0" cy="0"/>
          <a:chOff x="0" y="0"/>
          <a:chExt cx="0" cy="0"/>
        </a:xfrm>
      </p:grpSpPr>
      <p:sp>
        <p:nvSpPr>
          <p:cNvPr id="385" name="Google Shape;385;g3a07b09dc8f_0_108"/>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386" name="Google Shape;386;g3a07b09dc8f_0_108"/>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algn="ctr">
              <a:lnSpc>
                <a:spcPct val="115000"/>
              </a:lnSpc>
              <a:spcBef>
                <a:spcPts val="0"/>
              </a:spcBef>
              <a:spcAft>
                <a:spcPts val="0"/>
              </a:spcAft>
              <a:buSzPts val="2400"/>
              <a:buChar char="●"/>
              <a:defRPr/>
            </a:lvl1pPr>
            <a:lvl2pPr indent="-349250" lvl="1" marL="914400" algn="ctr">
              <a:lnSpc>
                <a:spcPct val="115000"/>
              </a:lnSpc>
              <a:spcBef>
                <a:spcPts val="0"/>
              </a:spcBef>
              <a:spcAft>
                <a:spcPts val="0"/>
              </a:spcAft>
              <a:buSzPts val="1900"/>
              <a:buChar char="○"/>
              <a:defRPr/>
            </a:lvl2pPr>
            <a:lvl3pPr indent="-349250" lvl="2" marL="1371600" algn="ctr">
              <a:lnSpc>
                <a:spcPct val="115000"/>
              </a:lnSpc>
              <a:spcBef>
                <a:spcPts val="0"/>
              </a:spcBef>
              <a:spcAft>
                <a:spcPts val="0"/>
              </a:spcAft>
              <a:buSzPts val="1900"/>
              <a:buChar char="■"/>
              <a:defRPr/>
            </a:lvl3pPr>
            <a:lvl4pPr indent="-349250" lvl="3" marL="1828800" algn="ctr">
              <a:lnSpc>
                <a:spcPct val="115000"/>
              </a:lnSpc>
              <a:spcBef>
                <a:spcPts val="0"/>
              </a:spcBef>
              <a:spcAft>
                <a:spcPts val="0"/>
              </a:spcAft>
              <a:buSzPts val="1900"/>
              <a:buChar char="●"/>
              <a:defRPr/>
            </a:lvl4pPr>
            <a:lvl5pPr indent="-349250" lvl="4" marL="2286000" algn="ctr">
              <a:lnSpc>
                <a:spcPct val="115000"/>
              </a:lnSpc>
              <a:spcBef>
                <a:spcPts val="0"/>
              </a:spcBef>
              <a:spcAft>
                <a:spcPts val="0"/>
              </a:spcAft>
              <a:buSzPts val="1900"/>
              <a:buChar char="○"/>
              <a:defRPr/>
            </a:lvl5pPr>
            <a:lvl6pPr indent="-349250" lvl="5" marL="2743200" algn="ctr">
              <a:lnSpc>
                <a:spcPct val="115000"/>
              </a:lnSpc>
              <a:spcBef>
                <a:spcPts val="0"/>
              </a:spcBef>
              <a:spcAft>
                <a:spcPts val="0"/>
              </a:spcAft>
              <a:buSzPts val="1900"/>
              <a:buChar char="■"/>
              <a:defRPr/>
            </a:lvl6pPr>
            <a:lvl7pPr indent="-349250" lvl="6" marL="3200400" algn="ctr">
              <a:lnSpc>
                <a:spcPct val="115000"/>
              </a:lnSpc>
              <a:spcBef>
                <a:spcPts val="0"/>
              </a:spcBef>
              <a:spcAft>
                <a:spcPts val="0"/>
              </a:spcAft>
              <a:buSzPts val="1900"/>
              <a:buChar char="●"/>
              <a:defRPr/>
            </a:lvl7pPr>
            <a:lvl8pPr indent="-349250" lvl="7" marL="3657600" algn="ctr">
              <a:lnSpc>
                <a:spcPct val="115000"/>
              </a:lnSpc>
              <a:spcBef>
                <a:spcPts val="0"/>
              </a:spcBef>
              <a:spcAft>
                <a:spcPts val="0"/>
              </a:spcAft>
              <a:buSzPts val="1900"/>
              <a:buChar char="○"/>
              <a:defRPr/>
            </a:lvl8pPr>
            <a:lvl9pPr indent="-349250" lvl="8" marL="4114800" algn="ctr">
              <a:lnSpc>
                <a:spcPct val="115000"/>
              </a:lnSpc>
              <a:spcBef>
                <a:spcPts val="0"/>
              </a:spcBef>
              <a:spcAft>
                <a:spcPts val="0"/>
              </a:spcAft>
              <a:buSzPts val="1900"/>
              <a:buChar char="■"/>
              <a:defRPr/>
            </a:lvl9pPr>
          </a:lstStyle>
          <a:p/>
        </p:txBody>
      </p:sp>
      <p:sp>
        <p:nvSpPr>
          <p:cNvPr id="387" name="Google Shape;387;g3a07b09dc8f_0_10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88" name="Shape 388"/>
        <p:cNvGrpSpPr/>
        <p:nvPr/>
      </p:nvGrpSpPr>
      <p:grpSpPr>
        <a:xfrm>
          <a:off x="0" y="0"/>
          <a:ext cx="0" cy="0"/>
          <a:chOff x="0" y="0"/>
          <a:chExt cx="0" cy="0"/>
        </a:xfrm>
      </p:grpSpPr>
      <p:sp>
        <p:nvSpPr>
          <p:cNvPr id="389" name="Google Shape;389;g3a07b09dc8f_0_11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5.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1.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44.xml"/><Relationship Id="rId22" Type="http://schemas.openxmlformats.org/officeDocument/2006/relationships/slideLayout" Target="../slideLayouts/slideLayout46.xml"/><Relationship Id="rId21" Type="http://schemas.openxmlformats.org/officeDocument/2006/relationships/slideLayout" Target="../slideLayouts/slideLayout45.xml"/><Relationship Id="rId24" Type="http://schemas.openxmlformats.org/officeDocument/2006/relationships/slideLayout" Target="../slideLayouts/slideLayout48.xml"/><Relationship Id="rId23" Type="http://schemas.openxmlformats.org/officeDocument/2006/relationships/slideLayout" Target="../slideLayouts/slideLayout47.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26" Type="http://schemas.openxmlformats.org/officeDocument/2006/relationships/slideLayout" Target="../slideLayouts/slideLayout50.xml"/><Relationship Id="rId25" Type="http://schemas.openxmlformats.org/officeDocument/2006/relationships/slideLayout" Target="../slideLayouts/slideLayout49.xml"/><Relationship Id="rId28" Type="http://schemas.openxmlformats.org/officeDocument/2006/relationships/slideLayout" Target="../slideLayouts/slideLayout52.xml"/><Relationship Id="rId27" Type="http://schemas.openxmlformats.org/officeDocument/2006/relationships/slideLayout" Target="../slideLayouts/slideLayout51.xml"/><Relationship Id="rId5" Type="http://schemas.openxmlformats.org/officeDocument/2006/relationships/slideLayout" Target="../slideLayouts/slideLayout29.xml"/><Relationship Id="rId6" Type="http://schemas.openxmlformats.org/officeDocument/2006/relationships/slideLayout" Target="../slideLayouts/slideLayout30.xml"/><Relationship Id="rId29" Type="http://schemas.openxmlformats.org/officeDocument/2006/relationships/slideLayout" Target="../slideLayouts/slideLayout53.xml"/><Relationship Id="rId7" Type="http://schemas.openxmlformats.org/officeDocument/2006/relationships/slideLayout" Target="../slideLayouts/slideLayout31.xml"/><Relationship Id="rId8" Type="http://schemas.openxmlformats.org/officeDocument/2006/relationships/slideLayout" Target="../slideLayouts/slideLayout32.xml"/><Relationship Id="rId31" Type="http://schemas.openxmlformats.org/officeDocument/2006/relationships/slideLayout" Target="../slideLayouts/slideLayout55.xml"/><Relationship Id="rId30" Type="http://schemas.openxmlformats.org/officeDocument/2006/relationships/slideLayout" Target="../slideLayouts/slideLayout54.xml"/><Relationship Id="rId11" Type="http://schemas.openxmlformats.org/officeDocument/2006/relationships/slideLayout" Target="../slideLayouts/slideLayout35.xml"/><Relationship Id="rId33" Type="http://schemas.openxmlformats.org/officeDocument/2006/relationships/theme" Target="../theme/theme3.xml"/><Relationship Id="rId10" Type="http://schemas.openxmlformats.org/officeDocument/2006/relationships/slideLayout" Target="../slideLayouts/slideLayout34.xml"/><Relationship Id="rId32" Type="http://schemas.openxmlformats.org/officeDocument/2006/relationships/slideLayout" Target="../slideLayouts/slideLayout56.xml"/><Relationship Id="rId13" Type="http://schemas.openxmlformats.org/officeDocument/2006/relationships/slideLayout" Target="../slideLayouts/slideLayout37.xml"/><Relationship Id="rId12" Type="http://schemas.openxmlformats.org/officeDocument/2006/relationships/slideLayout" Target="../slideLayouts/slideLayout36.xml"/><Relationship Id="rId15" Type="http://schemas.openxmlformats.org/officeDocument/2006/relationships/slideLayout" Target="../slideLayouts/slideLayout39.xml"/><Relationship Id="rId14" Type="http://schemas.openxmlformats.org/officeDocument/2006/relationships/slideLayout" Target="../slideLayouts/slideLayout38.xml"/><Relationship Id="rId17" Type="http://schemas.openxmlformats.org/officeDocument/2006/relationships/slideLayout" Target="../slideLayouts/slideLayout41.xml"/><Relationship Id="rId16" Type="http://schemas.openxmlformats.org/officeDocument/2006/relationships/slideLayout" Target="../slideLayouts/slideLayout40.xml"/><Relationship Id="rId19" Type="http://schemas.openxmlformats.org/officeDocument/2006/relationships/slideLayout" Target="../slideLayouts/slideLayout43.xml"/><Relationship Id="rId18"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slideLayout" Target="../slideLayouts/slideLayout58.xml"/><Relationship Id="rId3" Type="http://schemas.openxmlformats.org/officeDocument/2006/relationships/slideLayout" Target="../slideLayouts/slideLayout59.xml"/><Relationship Id="rId4" Type="http://schemas.openxmlformats.org/officeDocument/2006/relationships/slideLayout" Target="../slideLayouts/slideLayout60.xml"/><Relationship Id="rId9" Type="http://schemas.openxmlformats.org/officeDocument/2006/relationships/slideLayout" Target="../slideLayouts/slideLayout65.xml"/><Relationship Id="rId5" Type="http://schemas.openxmlformats.org/officeDocument/2006/relationships/slideLayout" Target="../slideLayouts/slideLayout61.xml"/><Relationship Id="rId6" Type="http://schemas.openxmlformats.org/officeDocument/2006/relationships/slideLayout" Target="../slideLayouts/slideLayout62.xml"/><Relationship Id="rId7" Type="http://schemas.openxmlformats.org/officeDocument/2006/relationships/slideLayout" Target="../slideLayouts/slideLayout63.xml"/><Relationship Id="rId8" Type="http://schemas.openxmlformats.org/officeDocument/2006/relationships/slideLayout" Target="../slideLayouts/slideLayout64.xml"/><Relationship Id="rId11" Type="http://schemas.openxmlformats.org/officeDocument/2006/relationships/slideLayout" Target="../slideLayouts/slideLayout67.xml"/><Relationship Id="rId10" Type="http://schemas.openxmlformats.org/officeDocument/2006/relationships/slideLayout" Target="../slideLayouts/slideLayout66.xml"/><Relationship Id="rId1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5"/>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1" name="Google Shape;11;p25"/>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9pPr>
          </a:lstStyle>
          <a:p/>
        </p:txBody>
      </p:sp>
      <p:sp>
        <p:nvSpPr>
          <p:cNvPr id="12" name="Google Shape;12;p25"/>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1pPr>
            <a:lvl2pPr indent="0" lvl="1"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2pPr>
            <a:lvl3pPr indent="0" lvl="2"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3pPr>
            <a:lvl4pPr indent="0" lvl="3"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4pPr>
            <a:lvl5pPr indent="0" lvl="4"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5pPr>
            <a:lvl6pPr indent="0" lvl="5"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6pPr>
            <a:lvl7pPr indent="0" lvl="6"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7pPr>
            <a:lvl8pPr indent="0" lvl="7"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8pPr>
            <a:lvl9pPr indent="0" lvl="8"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 name="Shape 54"/>
        <p:cNvGrpSpPr/>
        <p:nvPr/>
      </p:nvGrpSpPr>
      <p:grpSpPr>
        <a:xfrm>
          <a:off x="0" y="0"/>
          <a:ext cx="0" cy="0"/>
          <a:chOff x="0" y="0"/>
          <a:chExt cx="0" cy="0"/>
        </a:xfrm>
      </p:grpSpPr>
      <p:sp>
        <p:nvSpPr>
          <p:cNvPr id="55" name="Google Shape;55;p27"/>
          <p:cNvSpPr txBox="1"/>
          <p:nvPr>
            <p:ph idx="1" type="body"/>
          </p:nvPr>
        </p:nvSpPr>
        <p:spPr>
          <a:xfrm>
            <a:off x="594360" y="1825625"/>
            <a:ext cx="1038225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ibre Franklin"/>
                <a:ea typeface="Libre Franklin"/>
                <a:cs typeface="Libre Franklin"/>
                <a:sym typeface="Libre Franklin"/>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ibre Franklin"/>
                <a:ea typeface="Libre Franklin"/>
                <a:cs typeface="Libre Franklin"/>
                <a:sym typeface="Libre Franklin"/>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ibre Franklin"/>
                <a:ea typeface="Libre Franklin"/>
                <a:cs typeface="Libre Franklin"/>
                <a:sym typeface="Libre Franklin"/>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ibre Franklin"/>
                <a:ea typeface="Libre Franklin"/>
                <a:cs typeface="Libre Franklin"/>
                <a:sym typeface="Libre Franklin"/>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ibre Franklin"/>
                <a:ea typeface="Libre Franklin"/>
                <a:cs typeface="Libre Franklin"/>
                <a:sym typeface="Libre Franklin"/>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ibre Franklin"/>
                <a:ea typeface="Libre Franklin"/>
                <a:cs typeface="Libre Franklin"/>
                <a:sym typeface="Libre Franklin"/>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ibre Franklin"/>
                <a:ea typeface="Libre Franklin"/>
                <a:cs typeface="Libre Franklin"/>
                <a:sym typeface="Libre Franklin"/>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ibre Franklin"/>
                <a:ea typeface="Libre Franklin"/>
                <a:cs typeface="Libre Franklin"/>
                <a:sym typeface="Libre Franklin"/>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ibre Franklin"/>
                <a:ea typeface="Libre Franklin"/>
                <a:cs typeface="Libre Franklin"/>
                <a:sym typeface="Libre Franklin"/>
              </a:defRPr>
            </a:lvl9pPr>
          </a:lstStyle>
          <a:p/>
        </p:txBody>
      </p:sp>
      <p:sp>
        <p:nvSpPr>
          <p:cNvPr id="56" name="Google Shape;56;p27"/>
          <p:cNvSpPr txBox="1"/>
          <p:nvPr>
            <p:ph type="title"/>
          </p:nvPr>
        </p:nvSpPr>
        <p:spPr>
          <a:xfrm>
            <a:off x="594360" y="365125"/>
            <a:ext cx="10401300" cy="1325563"/>
          </a:xfrm>
          <a:prstGeom prst="rect">
            <a:avLst/>
          </a:prstGeom>
          <a:noFill/>
          <a:ln>
            <a:noFill/>
          </a:ln>
        </p:spPr>
        <p:txBody>
          <a:bodyPr anchorCtr="0" anchor="ctr" bIns="45700" lIns="91425" spcFirstLastPara="1" rIns="91425" wrap="square" tIns="45700">
            <a:normAutofit/>
          </a:bodyPr>
          <a:lstStyle>
            <a:lvl1pPr lvl="0" marR="0" rtl="0" algn="l">
              <a:lnSpc>
                <a:spcPct val="80000"/>
              </a:lnSpc>
              <a:spcBef>
                <a:spcPts val="0"/>
              </a:spcBef>
              <a:spcAft>
                <a:spcPts val="0"/>
              </a:spcAft>
              <a:buClr>
                <a:schemeClr val="dk1"/>
              </a:buClr>
              <a:buSzPts val="4400"/>
              <a:buFont typeface="Franklin Gothic"/>
              <a:buNone/>
              <a:defRPr b="1" i="0" sz="4400" u="none" cap="none" strike="noStrike">
                <a:solidFill>
                  <a:schemeClr val="dk1"/>
                </a:solidFill>
                <a:latin typeface="Franklin Gothic"/>
                <a:ea typeface="Franklin Gothic"/>
                <a:cs typeface="Franklin Gothic"/>
                <a:sym typeface="Franklin Gothic"/>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57" name="Google Shape;57;p27"/>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100" u="none" cap="none" strike="noStrike">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9pPr>
          </a:lstStyle>
          <a:p/>
        </p:txBody>
      </p:sp>
      <p:sp>
        <p:nvSpPr>
          <p:cNvPr id="58" name="Google Shape;58;p27"/>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1" i="0" sz="1100" u="none" cap="none" strike="noStrike">
                <a:solidFill>
                  <a:schemeClr val="dk1"/>
                </a:solidFill>
                <a:latin typeface="Libre Franklin"/>
                <a:ea typeface="Libre Franklin"/>
                <a:cs typeface="Libre Franklin"/>
                <a:sym typeface="Libre Franklin"/>
              </a:defRPr>
            </a:lvl1pPr>
            <a:lvl2pPr indent="0" lvl="1" marL="0" marR="0" rtl="0" algn="l">
              <a:spcBef>
                <a:spcPts val="0"/>
              </a:spcBef>
              <a:buNone/>
              <a:defRPr b="1" i="0" sz="1100" u="none" cap="none" strike="noStrike">
                <a:solidFill>
                  <a:schemeClr val="dk1"/>
                </a:solidFill>
                <a:latin typeface="Libre Franklin"/>
                <a:ea typeface="Libre Franklin"/>
                <a:cs typeface="Libre Franklin"/>
                <a:sym typeface="Libre Franklin"/>
              </a:defRPr>
            </a:lvl2pPr>
            <a:lvl3pPr indent="0" lvl="2" marL="0" marR="0" rtl="0" algn="l">
              <a:spcBef>
                <a:spcPts val="0"/>
              </a:spcBef>
              <a:buNone/>
              <a:defRPr b="1" i="0" sz="1100" u="none" cap="none" strike="noStrike">
                <a:solidFill>
                  <a:schemeClr val="dk1"/>
                </a:solidFill>
                <a:latin typeface="Libre Franklin"/>
                <a:ea typeface="Libre Franklin"/>
                <a:cs typeface="Libre Franklin"/>
                <a:sym typeface="Libre Franklin"/>
              </a:defRPr>
            </a:lvl3pPr>
            <a:lvl4pPr indent="0" lvl="3" marL="0" marR="0" rtl="0" algn="l">
              <a:spcBef>
                <a:spcPts val="0"/>
              </a:spcBef>
              <a:buNone/>
              <a:defRPr b="1" i="0" sz="1100" u="none" cap="none" strike="noStrike">
                <a:solidFill>
                  <a:schemeClr val="dk1"/>
                </a:solidFill>
                <a:latin typeface="Libre Franklin"/>
                <a:ea typeface="Libre Franklin"/>
                <a:cs typeface="Libre Franklin"/>
                <a:sym typeface="Libre Franklin"/>
              </a:defRPr>
            </a:lvl4pPr>
            <a:lvl5pPr indent="0" lvl="4" marL="0" marR="0" rtl="0" algn="l">
              <a:spcBef>
                <a:spcPts val="0"/>
              </a:spcBef>
              <a:buNone/>
              <a:defRPr b="1" i="0" sz="1100" u="none" cap="none" strike="noStrike">
                <a:solidFill>
                  <a:schemeClr val="dk1"/>
                </a:solidFill>
                <a:latin typeface="Libre Franklin"/>
                <a:ea typeface="Libre Franklin"/>
                <a:cs typeface="Libre Franklin"/>
                <a:sym typeface="Libre Franklin"/>
              </a:defRPr>
            </a:lvl5pPr>
            <a:lvl6pPr indent="0" lvl="5" marL="0" marR="0" rtl="0" algn="l">
              <a:spcBef>
                <a:spcPts val="0"/>
              </a:spcBef>
              <a:buNone/>
              <a:defRPr b="1" i="0" sz="1100" u="none" cap="none" strike="noStrike">
                <a:solidFill>
                  <a:schemeClr val="dk1"/>
                </a:solidFill>
                <a:latin typeface="Libre Franklin"/>
                <a:ea typeface="Libre Franklin"/>
                <a:cs typeface="Libre Franklin"/>
                <a:sym typeface="Libre Franklin"/>
              </a:defRPr>
            </a:lvl6pPr>
            <a:lvl7pPr indent="0" lvl="6" marL="0" marR="0" rtl="0" algn="l">
              <a:spcBef>
                <a:spcPts val="0"/>
              </a:spcBef>
              <a:buNone/>
              <a:defRPr b="1" i="0" sz="1100" u="none" cap="none" strike="noStrike">
                <a:solidFill>
                  <a:schemeClr val="dk1"/>
                </a:solidFill>
                <a:latin typeface="Libre Franklin"/>
                <a:ea typeface="Libre Franklin"/>
                <a:cs typeface="Libre Franklin"/>
                <a:sym typeface="Libre Franklin"/>
              </a:defRPr>
            </a:lvl7pPr>
            <a:lvl8pPr indent="0" lvl="7" marL="0" marR="0" rtl="0" algn="l">
              <a:spcBef>
                <a:spcPts val="0"/>
              </a:spcBef>
              <a:buNone/>
              <a:defRPr b="1" i="0" sz="1100" u="none" cap="none" strike="noStrike">
                <a:solidFill>
                  <a:schemeClr val="dk1"/>
                </a:solidFill>
                <a:latin typeface="Libre Franklin"/>
                <a:ea typeface="Libre Franklin"/>
                <a:cs typeface="Libre Franklin"/>
                <a:sym typeface="Libre Franklin"/>
              </a:defRPr>
            </a:lvl8pPr>
            <a:lvl9pPr indent="0" lvl="8" marL="0" marR="0" rtl="0" algn="l">
              <a:spcBef>
                <a:spcPts val="0"/>
              </a:spcBef>
              <a:buNone/>
              <a:defRPr b="1" i="0" sz="1100" u="none" cap="none" strike="noStrike">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GT"/>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1" name="Shape 171"/>
        <p:cNvGrpSpPr/>
        <p:nvPr/>
      </p:nvGrpSpPr>
      <p:grpSpPr>
        <a:xfrm>
          <a:off x="0" y="0"/>
          <a:ext cx="0" cy="0"/>
          <a:chOff x="0" y="0"/>
          <a:chExt cx="0" cy="0"/>
        </a:xfrm>
      </p:grpSpPr>
      <p:sp>
        <p:nvSpPr>
          <p:cNvPr id="172" name="Google Shape;172;p31"/>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73" name="Google Shape;173;p31"/>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9pPr>
          </a:lstStyle>
          <a:p/>
        </p:txBody>
      </p:sp>
      <p:sp>
        <p:nvSpPr>
          <p:cNvPr id="174" name="Google Shape;174;p31"/>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1pPr>
            <a:lvl2pPr indent="0" lvl="1"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2pPr>
            <a:lvl3pPr indent="0" lvl="2"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3pPr>
            <a:lvl4pPr indent="0" lvl="3"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4pPr>
            <a:lvl5pPr indent="0" lvl="4"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5pPr>
            <a:lvl6pPr indent="0" lvl="5"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6pPr>
            <a:lvl7pPr indent="0" lvl="6"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7pPr>
            <a:lvl8pPr indent="0" lvl="7"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8pPr>
            <a:lvl9pPr indent="0" lvl="8"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 accent1="accent1" accent2="accent2" accent3="accent3" accent4="accent4" accent5="accent5" accent6="accent6" bg1="lt1" bg2="dk2" tx1="dk1" tx2="lt2" folHlink="folHlink" hlink="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 id="2147483700" r:id="rId26"/>
    <p:sldLayoutId id="2147483701" r:id="rId27"/>
    <p:sldLayoutId id="2147483702" r:id="rId28"/>
    <p:sldLayoutId id="2147483703" r:id="rId29"/>
    <p:sldLayoutId id="2147483704" r:id="rId30"/>
    <p:sldLayoutId id="2147483705" r:id="rId31"/>
    <p:sldLayoutId id="2147483706"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45" name="Shape 345"/>
        <p:cNvGrpSpPr/>
        <p:nvPr/>
      </p:nvGrpSpPr>
      <p:grpSpPr>
        <a:xfrm>
          <a:off x="0" y="0"/>
          <a:ext cx="0" cy="0"/>
          <a:chOff x="0" y="0"/>
          <a:chExt cx="0" cy="0"/>
        </a:xfrm>
      </p:grpSpPr>
      <p:sp>
        <p:nvSpPr>
          <p:cNvPr id="346" name="Google Shape;346;g3a07b09dc8f_0_6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347" name="Google Shape;347;g3a07b09dc8f_0_6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348" name="Google Shape;348;g3a07b09dc8f_0_6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 accent1="accent1" accent2="accent2" accent3="accent3" accent4="accent4" accent5="accent5" accent6="accent6" bg1="lt1" bg2="dk2" tx1="dk1" tx2="lt2" folHlink="folHlink" hlink="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hyperlink" Target="https://standards.ieee.org/standard/802_1AX-2020.html" TargetMode="External"/><Relationship Id="rId4" Type="http://schemas.openxmlformats.org/officeDocument/2006/relationships/hyperlink" Target="https://datatracker.ietf.org/doc/html/rfc1518" TargetMode="External"/><Relationship Id="rId5" Type="http://schemas.openxmlformats.org/officeDocument/2006/relationships/hyperlink" Target="https://www.cisco.com/c/en/us/td/docs/switches/lan/catalyst9500/software/release/17-1/configuration_guide/agm/b_171_agm_9500_cg/configuring_etherchannels.html" TargetMode="External"/><Relationship Id="rId6" Type="http://schemas.openxmlformats.org/officeDocument/2006/relationships/hyperlink" Target="https://www.itu.int/rec/T-REC-E.800" TargetMode="External"/><Relationship Id="rId7" Type="http://schemas.openxmlformats.org/officeDocument/2006/relationships/hyperlink" Target="https://datatracker.ietf.org/doc/html/rfc4632"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pic>
        <p:nvPicPr>
          <p:cNvPr id="394" name="Google Shape;394;g3a07b09dc8f_0_114"/>
          <p:cNvPicPr preferRelativeResize="0"/>
          <p:nvPr/>
        </p:nvPicPr>
        <p:blipFill rotWithShape="1">
          <a:blip r:embed="rId3">
            <a:alphaModFix amt="62000"/>
          </a:blip>
          <a:srcRect b="0" l="0" r="0" t="0"/>
          <a:stretch/>
        </p:blipFill>
        <p:spPr>
          <a:xfrm>
            <a:off x="11269" y="1"/>
            <a:ext cx="12169464" cy="6858000"/>
          </a:xfrm>
          <a:prstGeom prst="rect">
            <a:avLst/>
          </a:prstGeom>
          <a:noFill/>
          <a:ln>
            <a:noFill/>
          </a:ln>
        </p:spPr>
      </p:pic>
      <p:graphicFrame>
        <p:nvGraphicFramePr>
          <p:cNvPr id="395" name="Google Shape;395;g3a07b09dc8f_0_114"/>
          <p:cNvGraphicFramePr/>
          <p:nvPr/>
        </p:nvGraphicFramePr>
        <p:xfrm>
          <a:off x="7104267" y="1293367"/>
          <a:ext cx="3000000" cy="3000000"/>
        </p:xfrm>
        <a:graphic>
          <a:graphicData uri="http://schemas.openxmlformats.org/drawingml/2006/table">
            <a:tbl>
              <a:tblPr>
                <a:noFill/>
                <a:tableStyleId>{07A24740-11F1-4CA5-BA5C-C9C8E40181E7}</a:tableStyleId>
              </a:tblPr>
              <a:tblGrid>
                <a:gridCol w="2024275"/>
                <a:gridCol w="2896500"/>
              </a:tblGrid>
              <a:tr h="623200">
                <a:tc>
                  <a:txBody>
                    <a:bodyPr/>
                    <a:lstStyle/>
                    <a:p>
                      <a:pPr indent="0" lvl="0" marL="0" marR="0" rtl="0" algn="l">
                        <a:lnSpc>
                          <a:spcPct val="100000"/>
                        </a:lnSpc>
                        <a:spcBef>
                          <a:spcPts val="0"/>
                        </a:spcBef>
                        <a:spcAft>
                          <a:spcPts val="0"/>
                        </a:spcAft>
                        <a:buClr>
                          <a:srgbClr val="000000"/>
                        </a:buClr>
                        <a:buSzPts val="1900"/>
                        <a:buFont typeface="Arial"/>
                        <a:buNone/>
                      </a:pPr>
                      <a:r>
                        <a:rPr b="1" lang="es-GT" sz="1900" u="none" cap="none" strike="noStrike">
                          <a:solidFill>
                            <a:schemeClr val="dk1"/>
                          </a:solidFill>
                        </a:rPr>
                        <a:t>Día, Fecha:</a:t>
                      </a:r>
                      <a:endParaRPr/>
                    </a:p>
                  </a:txBody>
                  <a:tcPr marT="121900" marB="121900" marR="121900" marL="1219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500"/>
                        <a:buFont typeface="Arial"/>
                        <a:buNone/>
                      </a:pPr>
                      <a:r>
                        <a:rPr lang="es-GT" sz="2500" u="none" cap="none" strike="noStrike"/>
                        <a:t>xx/xx/xxxx</a:t>
                      </a:r>
                      <a:endParaRPr sz="1867" u="none" cap="none" strike="noStrike"/>
                    </a:p>
                  </a:txBody>
                  <a:tcPr marT="121900" marB="121900" marR="121900" marL="1219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23200">
                <a:tc>
                  <a:txBody>
                    <a:bodyPr/>
                    <a:lstStyle/>
                    <a:p>
                      <a:pPr indent="0" lvl="0" marL="0" marR="0" rtl="0" algn="l">
                        <a:lnSpc>
                          <a:spcPct val="100000"/>
                        </a:lnSpc>
                        <a:spcBef>
                          <a:spcPts val="0"/>
                        </a:spcBef>
                        <a:spcAft>
                          <a:spcPts val="0"/>
                        </a:spcAft>
                        <a:buClr>
                          <a:srgbClr val="000000"/>
                        </a:buClr>
                        <a:buSzPts val="1900"/>
                        <a:buFont typeface="Arial"/>
                        <a:buNone/>
                      </a:pPr>
                      <a:r>
                        <a:rPr b="1" lang="es-GT" sz="1900" u="none" cap="none" strike="noStrike">
                          <a:solidFill>
                            <a:schemeClr val="dk1"/>
                          </a:solidFill>
                        </a:rPr>
                        <a:t>Hora de inicio:</a:t>
                      </a:r>
                      <a:endParaRPr/>
                    </a:p>
                  </a:txBody>
                  <a:tcPr marT="121900" marB="121900" marR="121900" marL="1219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500"/>
                        <a:buFont typeface="Arial"/>
                        <a:buNone/>
                      </a:pPr>
                      <a:r>
                        <a:rPr lang="es-GT" sz="2500" u="none" cap="none" strike="noStrike"/>
                        <a:t>xx:xx</a:t>
                      </a:r>
                      <a:endParaRPr/>
                    </a:p>
                  </a:txBody>
                  <a:tcPr marT="121900" marB="121900" marR="121900" marL="1219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396" name="Google Shape;396;g3a07b09dc8f_0_114"/>
          <p:cNvSpPr txBox="1"/>
          <p:nvPr/>
        </p:nvSpPr>
        <p:spPr>
          <a:xfrm>
            <a:off x="1920233" y="3011068"/>
            <a:ext cx="9056100" cy="754200"/>
          </a:xfrm>
          <a:prstGeom prst="rect">
            <a:avLst/>
          </a:prstGeom>
          <a:noFill/>
          <a:ln>
            <a:noFill/>
          </a:ln>
        </p:spPr>
        <p:txBody>
          <a:bodyPr anchorCtr="0" anchor="t" bIns="121900" lIns="121900" spcFirstLastPara="1" rIns="121900" wrap="square" tIns="121900">
            <a:spAutoFit/>
          </a:bodyPr>
          <a:lstStyle/>
          <a:p>
            <a:pPr indent="0" lvl="0" marL="0" marR="0" rtl="0" algn="l">
              <a:spcBef>
                <a:spcPts val="0"/>
              </a:spcBef>
              <a:spcAft>
                <a:spcPts val="0"/>
              </a:spcAft>
              <a:buNone/>
            </a:pPr>
            <a:r>
              <a:rPr b="0" i="0" lang="es-GT" sz="3300" u="none" cap="none" strike="noStrike">
                <a:solidFill>
                  <a:srgbClr val="000000"/>
                </a:solidFill>
                <a:latin typeface="Arial"/>
                <a:ea typeface="Arial"/>
                <a:cs typeface="Arial"/>
                <a:sym typeface="Arial"/>
              </a:rPr>
              <a:t>Redes de computadoras 2 [X]</a:t>
            </a:r>
            <a:endParaRPr/>
          </a:p>
        </p:txBody>
      </p:sp>
      <p:sp>
        <p:nvSpPr>
          <p:cNvPr id="397" name="Google Shape;397;g3a07b09dc8f_0_114"/>
          <p:cNvSpPr txBox="1"/>
          <p:nvPr/>
        </p:nvSpPr>
        <p:spPr>
          <a:xfrm>
            <a:off x="2371600" y="3867667"/>
            <a:ext cx="7448700" cy="1062000"/>
          </a:xfrm>
          <a:prstGeom prst="rect">
            <a:avLst/>
          </a:prstGeom>
          <a:noFill/>
          <a:ln>
            <a:noFill/>
          </a:ln>
        </p:spPr>
        <p:txBody>
          <a:bodyPr anchorCtr="0" anchor="t" bIns="121900" lIns="121900" spcFirstLastPara="1" rIns="121900" wrap="square" tIns="121900">
            <a:spAutoFit/>
          </a:bodyPr>
          <a:lstStyle/>
          <a:p>
            <a:pPr indent="0" lvl="0" marL="0" marR="0" rtl="0" algn="l">
              <a:spcBef>
                <a:spcPts val="0"/>
              </a:spcBef>
              <a:spcAft>
                <a:spcPts val="0"/>
              </a:spcAft>
              <a:buNone/>
            </a:pPr>
            <a:r>
              <a:rPr b="0" i="0" lang="es-GT" sz="2650" u="none" cap="none" strike="noStrike">
                <a:solidFill>
                  <a:schemeClr val="dk1"/>
                </a:solidFill>
                <a:latin typeface="Arial"/>
                <a:ea typeface="Arial"/>
                <a:cs typeface="Arial"/>
                <a:sym typeface="Arial"/>
              </a:rPr>
              <a:t>Integrante 1</a:t>
            </a:r>
            <a:endParaRPr/>
          </a:p>
          <a:p>
            <a:pPr indent="0" lvl="0" marL="0" marR="0" rtl="0" algn="l">
              <a:spcBef>
                <a:spcPts val="0"/>
              </a:spcBef>
              <a:spcAft>
                <a:spcPts val="0"/>
              </a:spcAft>
              <a:buNone/>
            </a:pPr>
            <a:r>
              <a:rPr b="0" i="0" lang="es-GT" sz="2650" u="none" cap="none" strike="noStrike">
                <a:solidFill>
                  <a:schemeClr val="dk1"/>
                </a:solidFill>
                <a:latin typeface="Arial"/>
                <a:ea typeface="Arial"/>
                <a:cs typeface="Arial"/>
                <a:sym typeface="Arial"/>
              </a:rPr>
              <a:t>Integrante 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2"/>
          <p:cNvSpPr txBox="1"/>
          <p:nvPr>
            <p:ph type="ctrTitle"/>
          </p:nvPr>
        </p:nvSpPr>
        <p:spPr>
          <a:xfrm>
            <a:off x="3779489" y="641517"/>
            <a:ext cx="8031192"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Clr>
                <a:schemeClr val="dk1"/>
              </a:buClr>
              <a:buSzPts val="6000"/>
              <a:buFont typeface="Franklin Gothic"/>
              <a:buNone/>
            </a:pPr>
            <a:r>
              <a:rPr lang="es-GT"/>
              <a:t>Unidad 3 y 4:</a:t>
            </a:r>
            <a:br>
              <a:rPr lang="es-GT"/>
            </a:br>
            <a:r>
              <a:rPr lang="es-GT"/>
              <a:t>Tráfico en capa 3 y Alta disponibilidad en redes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3"/>
          <p:cNvSpPr txBox="1"/>
          <p:nvPr>
            <p:ph type="title"/>
          </p:nvPr>
        </p:nvSpPr>
        <p:spPr>
          <a:xfrm>
            <a:off x="594360" y="189572"/>
            <a:ext cx="6787747" cy="1593507"/>
          </a:xfrm>
          <a:prstGeom prst="rect">
            <a:avLst/>
          </a:prstGeom>
          <a:noFill/>
          <a:ln>
            <a:noFill/>
          </a:ln>
        </p:spPr>
        <p:txBody>
          <a:bodyPr anchorCtr="0" anchor="b" bIns="0" lIns="0" spcFirstLastPara="1" rIns="0" wrap="square" tIns="0">
            <a:normAutofit/>
          </a:bodyPr>
          <a:lstStyle/>
          <a:p>
            <a:pPr indent="0" lvl="0" marL="0" marR="0" rtl="0" algn="l">
              <a:lnSpc>
                <a:spcPct val="80000"/>
              </a:lnSpc>
              <a:spcBef>
                <a:spcPts val="0"/>
              </a:spcBef>
              <a:spcAft>
                <a:spcPts val="0"/>
              </a:spcAft>
              <a:buClr>
                <a:schemeClr val="dk1"/>
              </a:buClr>
              <a:buSzPts val="4400"/>
              <a:buFont typeface="Franklin Gothic"/>
              <a:buNone/>
            </a:pPr>
            <a:r>
              <a:rPr b="1" i="0" lang="es-GT" sz="4400" u="none" cap="none" strike="noStrike">
                <a:solidFill>
                  <a:schemeClr val="dk1"/>
                </a:solidFill>
                <a:latin typeface="Franklin Gothic"/>
                <a:ea typeface="Franklin Gothic"/>
                <a:cs typeface="Franklin Gothic"/>
                <a:sym typeface="Franklin Gothic"/>
              </a:rPr>
              <a:t>Agenda</a:t>
            </a:r>
            <a:endParaRPr/>
          </a:p>
        </p:txBody>
      </p:sp>
      <p:sp>
        <p:nvSpPr>
          <p:cNvPr id="409" name="Google Shape;409;p3"/>
          <p:cNvSpPr txBox="1"/>
          <p:nvPr>
            <p:ph idx="1" type="body"/>
          </p:nvPr>
        </p:nvSpPr>
        <p:spPr>
          <a:xfrm>
            <a:off x="594359" y="2281918"/>
            <a:ext cx="6787747" cy="3708517"/>
          </a:xfrm>
          <a:prstGeom prst="rect">
            <a:avLst/>
          </a:prstGeom>
          <a:noFill/>
          <a:ln>
            <a:noFill/>
          </a:ln>
        </p:spPr>
        <p:txBody>
          <a:bodyPr anchorCtr="0" anchor="t" bIns="0" lIns="0" spcFirstLastPara="1" rIns="0" wrap="square" tIns="228600">
            <a:normAutofit/>
          </a:bodyPr>
          <a:lstStyle/>
          <a:p>
            <a:pPr indent="-283210" lvl="0" marL="283210" rtl="0" algn="l">
              <a:lnSpc>
                <a:spcPct val="80000"/>
              </a:lnSpc>
              <a:spcBef>
                <a:spcPts val="0"/>
              </a:spcBef>
              <a:spcAft>
                <a:spcPts val="0"/>
              </a:spcAft>
              <a:buClr>
                <a:schemeClr val="dk1"/>
              </a:buClr>
              <a:buSzPts val="2400"/>
              <a:buChar char="•"/>
            </a:pPr>
            <a:r>
              <a:rPr lang="es-GT">
                <a:solidFill>
                  <a:schemeClr val="dk1"/>
                </a:solidFill>
              </a:rPr>
              <a:t>Dudas Proyecto 1</a:t>
            </a:r>
            <a:endParaRPr/>
          </a:p>
          <a:p>
            <a:pPr indent="-283210" lvl="0" marL="283210" rtl="0" algn="l">
              <a:lnSpc>
                <a:spcPct val="80000"/>
              </a:lnSpc>
              <a:spcBef>
                <a:spcPts val="2200"/>
              </a:spcBef>
              <a:spcAft>
                <a:spcPts val="0"/>
              </a:spcAft>
              <a:buClr>
                <a:schemeClr val="dk1"/>
              </a:buClr>
              <a:buSzPts val="2400"/>
              <a:buChar char="•"/>
            </a:pPr>
            <a:r>
              <a:rPr lang="es-GT">
                <a:solidFill>
                  <a:schemeClr val="dk1"/>
                </a:solidFill>
              </a:rPr>
              <a:t>Segmentación de redes.</a:t>
            </a:r>
            <a:endParaRPr/>
          </a:p>
          <a:p>
            <a:pPr indent="-283210" lvl="0" marL="283210" rtl="0" algn="l">
              <a:lnSpc>
                <a:spcPct val="80000"/>
              </a:lnSpc>
              <a:spcBef>
                <a:spcPts val="2200"/>
              </a:spcBef>
              <a:spcAft>
                <a:spcPts val="0"/>
              </a:spcAft>
              <a:buClr>
                <a:schemeClr val="dk1"/>
              </a:buClr>
              <a:buSzPts val="2400"/>
              <a:buChar char="•"/>
            </a:pPr>
            <a:r>
              <a:rPr lang="es-GT">
                <a:solidFill>
                  <a:schemeClr val="dk1"/>
                </a:solidFill>
              </a:rPr>
              <a:t>VLSM x FLSM</a:t>
            </a:r>
            <a:endParaRPr/>
          </a:p>
          <a:p>
            <a:pPr indent="-283210" lvl="0" marL="283210" rtl="0" algn="l">
              <a:lnSpc>
                <a:spcPct val="80000"/>
              </a:lnSpc>
              <a:spcBef>
                <a:spcPts val="2200"/>
              </a:spcBef>
              <a:spcAft>
                <a:spcPts val="0"/>
              </a:spcAft>
              <a:buClr>
                <a:schemeClr val="dk1"/>
              </a:buClr>
              <a:buSzPts val="2400"/>
              <a:buChar char="•"/>
            </a:pPr>
            <a:r>
              <a:rPr lang="es-GT">
                <a:solidFill>
                  <a:schemeClr val="dk1"/>
                </a:solidFill>
              </a:rPr>
              <a:t>LACP vs PAGP.</a:t>
            </a:r>
            <a:endParaRPr/>
          </a:p>
          <a:p>
            <a:pPr indent="-130809" lvl="0" marL="283210" rtl="0" algn="l">
              <a:lnSpc>
                <a:spcPct val="80000"/>
              </a:lnSpc>
              <a:spcBef>
                <a:spcPts val="2200"/>
              </a:spcBef>
              <a:spcAft>
                <a:spcPts val="0"/>
              </a:spcAft>
              <a:buClr>
                <a:srgbClr val="5D7C3F"/>
              </a:buClr>
              <a:buSzPts val="2400"/>
              <a:buNone/>
            </a:pPr>
            <a:r>
              <a:t/>
            </a:r>
            <a:endParaRPr>
              <a:solidFill>
                <a:schemeClr val="dk1"/>
              </a:solidFill>
            </a:endParaRPr>
          </a:p>
          <a:p>
            <a:pPr indent="-130809" lvl="0" marL="283210" rtl="0" algn="l">
              <a:lnSpc>
                <a:spcPct val="80000"/>
              </a:lnSpc>
              <a:spcBef>
                <a:spcPts val="2200"/>
              </a:spcBef>
              <a:spcAft>
                <a:spcPts val="0"/>
              </a:spcAft>
              <a:buClr>
                <a:srgbClr val="5D7C3F"/>
              </a:buClr>
              <a:buSzPts val="2400"/>
              <a:buNone/>
            </a:pPr>
            <a:r>
              <a:t/>
            </a:r>
            <a:endParaRPr>
              <a:solidFill>
                <a:srgbClr val="5D7D4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
          <p:cNvSpPr txBox="1"/>
          <p:nvPr>
            <p:ph type="title"/>
          </p:nvPr>
        </p:nvSpPr>
        <p:spPr>
          <a:xfrm>
            <a:off x="594360" y="278129"/>
            <a:ext cx="9778365" cy="1494596"/>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Clr>
                <a:schemeClr val="dk1"/>
              </a:buClr>
              <a:buSzPts val="4400"/>
              <a:buFont typeface="Franklin Gothic"/>
              <a:buNone/>
            </a:pPr>
            <a:r>
              <a:rPr lang="es-GT"/>
              <a:t>Competencias</a:t>
            </a:r>
            <a:endParaRPr/>
          </a:p>
        </p:txBody>
      </p:sp>
      <p:sp>
        <p:nvSpPr>
          <p:cNvPr id="415" name="Google Shape;415;p4"/>
          <p:cNvSpPr txBox="1"/>
          <p:nvPr>
            <p:ph idx="1" type="body"/>
          </p:nvPr>
        </p:nvSpPr>
        <p:spPr>
          <a:xfrm>
            <a:off x="594360" y="2676525"/>
            <a:ext cx="8681827" cy="3597470"/>
          </a:xfrm>
          <a:prstGeom prst="rect">
            <a:avLst/>
          </a:prstGeom>
          <a:noFill/>
          <a:ln>
            <a:noFill/>
          </a:ln>
        </p:spPr>
        <p:txBody>
          <a:bodyPr anchorCtr="0" anchor="ctr" bIns="0" lIns="0" spcFirstLastPara="1" rIns="0" wrap="square" tIns="45700">
            <a:normAutofit/>
          </a:bodyPr>
          <a:lstStyle/>
          <a:p>
            <a:pPr indent="-342900" lvl="0" marL="342900" rtl="0" algn="l">
              <a:lnSpc>
                <a:spcPct val="90000"/>
              </a:lnSpc>
              <a:spcBef>
                <a:spcPts val="0"/>
              </a:spcBef>
              <a:spcAft>
                <a:spcPts val="0"/>
              </a:spcAft>
              <a:buClr>
                <a:schemeClr val="dk1"/>
              </a:buClr>
              <a:buSzPts val="2000"/>
              <a:buChar char="•"/>
            </a:pPr>
            <a:r>
              <a:rPr lang="es-GT"/>
              <a:t>El estudiante configura la agregación de enlaces utilizando los protocolos LACP o PAgP para mejorar el ancho de banda y la tolerancia a fallos en redes Ethernet. </a:t>
            </a:r>
            <a:endParaRPr/>
          </a:p>
          <a:p>
            <a:pPr indent="-342900" lvl="0" marL="342900" rtl="0" algn="l">
              <a:lnSpc>
                <a:spcPct val="90000"/>
              </a:lnSpc>
              <a:spcBef>
                <a:spcPts val="1800"/>
              </a:spcBef>
              <a:spcAft>
                <a:spcPts val="0"/>
              </a:spcAft>
              <a:buClr>
                <a:schemeClr val="dk1"/>
              </a:buClr>
              <a:buSzPts val="2000"/>
              <a:buChar char="•"/>
            </a:pPr>
            <a:r>
              <a:rPr lang="es-GT"/>
              <a:t>El estudiante administra  interfaces y configuraciones de seguridad en dispositivos de red mediante el uso de comandos, técnicas y buenas prácticas para asegurar el correcto funcionamiento y la seguridad de la red </a:t>
            </a:r>
            <a:endParaRPr/>
          </a:p>
          <a:p>
            <a:pPr indent="0" lvl="0" marL="0" rtl="0" algn="l">
              <a:lnSpc>
                <a:spcPct val="90000"/>
              </a:lnSpc>
              <a:spcBef>
                <a:spcPts val="1800"/>
              </a:spcBef>
              <a:spcAft>
                <a:spcPts val="0"/>
              </a:spcAft>
              <a:buClr>
                <a:schemeClr val="dk1"/>
              </a:buClr>
              <a:buSzPts val="2000"/>
              <a:buFont typeface="Arial"/>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5"/>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SzPts val="2800"/>
              <a:buNone/>
            </a:pPr>
            <a:r>
              <a:rPr lang="es-GT">
                <a:solidFill>
                  <a:schemeClr val="dk1"/>
                </a:solidFill>
              </a:rPr>
              <a:t>Subnetting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6"/>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GT">
                <a:solidFill>
                  <a:schemeClr val="dk1"/>
                </a:solidFill>
              </a:rPr>
              <a:t>VLSM</a:t>
            </a:r>
            <a:endParaRPr/>
          </a:p>
        </p:txBody>
      </p:sp>
      <p:sp>
        <p:nvSpPr>
          <p:cNvPr id="427" name="Google Shape;427;p6"/>
          <p:cNvSpPr txBox="1"/>
          <p:nvPr/>
        </p:nvSpPr>
        <p:spPr>
          <a:xfrm>
            <a:off x="602987" y="2420246"/>
            <a:ext cx="10347781" cy="3898255"/>
          </a:xfrm>
          <a:prstGeom prst="rect">
            <a:avLst/>
          </a:prstGeom>
          <a:noFill/>
          <a:ln>
            <a:noFill/>
          </a:ln>
        </p:spPr>
        <p:txBody>
          <a:bodyPr anchorCtr="0" anchor="t" bIns="91425" lIns="0" spcFirstLastPara="1" rIns="91425" wrap="square" tIns="91425">
            <a:normAutofit/>
          </a:bodyPr>
          <a:lstStyle/>
          <a:p>
            <a:pPr indent="0" lvl="0" marL="0" marR="0" rtl="0" algn="just">
              <a:lnSpc>
                <a:spcPct val="115000"/>
              </a:lnSpc>
              <a:spcBef>
                <a:spcPts val="1800"/>
              </a:spcBef>
              <a:spcAft>
                <a:spcPts val="0"/>
              </a:spcAft>
              <a:buClr>
                <a:schemeClr val="dk2"/>
              </a:buClr>
              <a:buSzPts val="1800"/>
              <a:buFont typeface="Arial"/>
              <a:buNone/>
            </a:pPr>
            <a:r>
              <a:rPr b="0" i="0" lang="es-GT" sz="1800" u="none" cap="none" strike="noStrike">
                <a:solidFill>
                  <a:schemeClr val="dk2"/>
                </a:solidFill>
                <a:latin typeface="Arial"/>
                <a:ea typeface="Arial"/>
                <a:cs typeface="Arial"/>
                <a:sym typeface="Arial"/>
              </a:rPr>
              <a:t>VLSM es una técnica que se utiliza en el diseño de redes IP para crear subredes con diferentes máscaras de subred. VLSM permite a los administradores de red asignar direcciones IP de manera más eficiente y eficaz, mediante el uso de máscaras de subred más pequeñas para subredes con menos hosts y máscaras de subred más grandes para subredes con más hosts.</a:t>
            </a:r>
            <a:endParaRPr/>
          </a:p>
          <a:p>
            <a:pPr indent="0" lvl="0" marL="0" marR="0" rtl="0" algn="just">
              <a:lnSpc>
                <a:spcPct val="115000"/>
              </a:lnSpc>
              <a:spcBef>
                <a:spcPts val="1800"/>
              </a:spcBef>
              <a:spcAft>
                <a:spcPts val="0"/>
              </a:spcAft>
              <a:buClr>
                <a:schemeClr val="dk2"/>
              </a:buClr>
              <a:buSzPts val="1800"/>
              <a:buFont typeface="Arial"/>
              <a:buNone/>
            </a:pPr>
            <a:r>
              <a:rPr b="1" i="0" lang="es-GT" sz="1800" u="none" cap="none" strike="noStrike">
                <a:solidFill>
                  <a:schemeClr val="dk2"/>
                </a:solidFill>
                <a:latin typeface="Arial"/>
                <a:ea typeface="Arial"/>
                <a:cs typeface="Arial"/>
                <a:sym typeface="Arial"/>
              </a:rPr>
              <a:t>Ejemplo</a:t>
            </a:r>
            <a:endParaRPr/>
          </a:p>
          <a:p>
            <a:pPr indent="0" lvl="0" marL="0" marR="0" rtl="0" algn="just">
              <a:lnSpc>
                <a:spcPct val="115000"/>
              </a:lnSpc>
              <a:spcBef>
                <a:spcPts val="1800"/>
              </a:spcBef>
              <a:spcAft>
                <a:spcPts val="0"/>
              </a:spcAft>
              <a:buClr>
                <a:schemeClr val="dk2"/>
              </a:buClr>
              <a:buSzPts val="1800"/>
              <a:buFont typeface="Arial"/>
              <a:buNone/>
            </a:pPr>
            <a:r>
              <a:rPr b="0" i="0" lang="es-GT" sz="1800" u="none" cap="none" strike="noStrike">
                <a:solidFill>
                  <a:schemeClr val="dk2"/>
                </a:solidFill>
                <a:latin typeface="Arial"/>
                <a:ea typeface="Arial"/>
                <a:cs typeface="Arial"/>
                <a:sym typeface="Arial"/>
              </a:rPr>
              <a:t>La universidad ficticia cuenta con 4 departamentos Académico (3 equipos), Seguridad (18 equipos), Investigación (7 equipos) y Administración (12 equipos), se cuenta con la red 173.133.2.0/24.</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GT">
                <a:solidFill>
                  <a:schemeClr val="dk1"/>
                </a:solidFill>
              </a:rPr>
              <a:t>FLSM</a:t>
            </a:r>
            <a:endParaRPr/>
          </a:p>
        </p:txBody>
      </p:sp>
      <p:sp>
        <p:nvSpPr>
          <p:cNvPr id="434" name="Google Shape;434;p7"/>
          <p:cNvSpPr txBox="1"/>
          <p:nvPr/>
        </p:nvSpPr>
        <p:spPr>
          <a:xfrm>
            <a:off x="602987" y="2417339"/>
            <a:ext cx="10347781" cy="3898255"/>
          </a:xfrm>
          <a:prstGeom prst="rect">
            <a:avLst/>
          </a:prstGeom>
          <a:noFill/>
          <a:ln>
            <a:noFill/>
          </a:ln>
        </p:spPr>
        <p:txBody>
          <a:bodyPr anchorCtr="0" anchor="t" bIns="91425" lIns="0" spcFirstLastPara="1" rIns="91425" wrap="square" tIns="91425">
            <a:normAutofit/>
          </a:bodyPr>
          <a:lstStyle/>
          <a:p>
            <a:pPr indent="0" lvl="0" marL="0" marR="0" rtl="0" algn="just">
              <a:lnSpc>
                <a:spcPct val="115000"/>
              </a:lnSpc>
              <a:spcBef>
                <a:spcPts val="1800"/>
              </a:spcBef>
              <a:spcAft>
                <a:spcPts val="0"/>
              </a:spcAft>
              <a:buClr>
                <a:schemeClr val="dk2"/>
              </a:buClr>
              <a:buSzPts val="1800"/>
              <a:buFont typeface="Arial"/>
              <a:buNone/>
            </a:pPr>
            <a:r>
              <a:rPr b="0" i="0" lang="es-GT" sz="1800" u="none" cap="none" strike="noStrike">
                <a:solidFill>
                  <a:schemeClr val="dk2"/>
                </a:solidFill>
                <a:latin typeface="Arial"/>
                <a:ea typeface="Arial"/>
                <a:cs typeface="Arial"/>
                <a:sym typeface="Arial"/>
              </a:rPr>
              <a:t>FLSM se utiliza para dividir una red en varias subredes de tamaño fijo, lo que significa que la máscara de subred es la misma para todas las subredes. Cada subred tiene el mismo número de direcciones IP, lo que hace que la planificación y la gestión de las direcciones IP sea más sencilla, pero puede ser menos eficiente en términos de uso del espacio de direcciones cuando no todas las subredes necesitan el mismo número de hosts.</a:t>
            </a:r>
            <a:endParaRPr/>
          </a:p>
          <a:p>
            <a:pPr indent="0" lvl="0" marL="0" marR="0" rtl="0" algn="just">
              <a:lnSpc>
                <a:spcPct val="115000"/>
              </a:lnSpc>
              <a:spcBef>
                <a:spcPts val="1800"/>
              </a:spcBef>
              <a:spcAft>
                <a:spcPts val="0"/>
              </a:spcAft>
              <a:buClr>
                <a:schemeClr val="dk2"/>
              </a:buClr>
              <a:buSzPts val="1800"/>
              <a:buFont typeface="Arial"/>
              <a:buNone/>
            </a:pPr>
            <a:r>
              <a:rPr b="1" i="0" lang="es-GT" sz="1800" u="none" cap="none" strike="noStrike">
                <a:solidFill>
                  <a:schemeClr val="dk2"/>
                </a:solidFill>
                <a:latin typeface="Arial"/>
                <a:ea typeface="Arial"/>
                <a:cs typeface="Arial"/>
                <a:sym typeface="Arial"/>
              </a:rPr>
              <a:t>Ejemplo</a:t>
            </a:r>
            <a:endParaRPr/>
          </a:p>
          <a:p>
            <a:pPr indent="0" lvl="0" marL="0" marR="0" rtl="0" algn="just">
              <a:lnSpc>
                <a:spcPct val="115000"/>
              </a:lnSpc>
              <a:spcBef>
                <a:spcPts val="1800"/>
              </a:spcBef>
              <a:spcAft>
                <a:spcPts val="0"/>
              </a:spcAft>
              <a:buClr>
                <a:schemeClr val="dk2"/>
              </a:buClr>
              <a:buSzPts val="1800"/>
              <a:buFont typeface="Arial"/>
              <a:buNone/>
            </a:pPr>
            <a:r>
              <a:rPr b="0" i="0" lang="es-GT" sz="1800" u="none" cap="none" strike="noStrike">
                <a:solidFill>
                  <a:schemeClr val="dk2"/>
                </a:solidFill>
                <a:latin typeface="Arial"/>
                <a:ea typeface="Arial"/>
                <a:cs typeface="Arial"/>
                <a:sym typeface="Arial"/>
              </a:rPr>
              <a:t>La universidad ficticia cuenta con 3 redes Central (3 equipos), Villa Nueva (2 equipos) y Naranjo (4 equipos), se cuenta con la red 10.0.0.0/27.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8"/>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SzPts val="2800"/>
              <a:buNone/>
            </a:pPr>
            <a:r>
              <a:rPr lang="es-GT">
                <a:solidFill>
                  <a:schemeClr val="dk1"/>
                </a:solidFill>
              </a:rPr>
              <a:t>LACP</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9"/>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GT">
                <a:solidFill>
                  <a:schemeClr val="dk1"/>
                </a:solidFill>
              </a:rPr>
              <a:t>LACP</a:t>
            </a:r>
            <a:endParaRPr/>
          </a:p>
        </p:txBody>
      </p:sp>
      <p:sp>
        <p:nvSpPr>
          <p:cNvPr id="446" name="Google Shape;446;p9"/>
          <p:cNvSpPr txBox="1"/>
          <p:nvPr/>
        </p:nvSpPr>
        <p:spPr>
          <a:xfrm>
            <a:off x="723857" y="2493034"/>
            <a:ext cx="10568431" cy="3665395"/>
          </a:xfrm>
          <a:prstGeom prst="rect">
            <a:avLst/>
          </a:prstGeom>
          <a:noFill/>
          <a:ln>
            <a:noFill/>
          </a:ln>
        </p:spPr>
        <p:txBody>
          <a:bodyPr anchorCtr="0" anchor="t" bIns="91425" lIns="0" spcFirstLastPara="1" rIns="91425" wrap="square" tIns="91425">
            <a:normAutofit/>
          </a:bodyPr>
          <a:lstStyle/>
          <a:p>
            <a:pPr indent="0" lvl="0" marL="0" marR="0" rtl="0" algn="just">
              <a:lnSpc>
                <a:spcPct val="115000"/>
              </a:lnSpc>
              <a:spcBef>
                <a:spcPts val="1800"/>
              </a:spcBef>
              <a:spcAft>
                <a:spcPts val="0"/>
              </a:spcAft>
              <a:buClr>
                <a:schemeClr val="dk2"/>
              </a:buClr>
              <a:buSzPts val="1800"/>
              <a:buFont typeface="Arial"/>
              <a:buNone/>
            </a:pPr>
            <a:r>
              <a:rPr b="0" i="0" lang="es-GT" sz="1800" u="none" cap="none" strike="noStrike">
                <a:solidFill>
                  <a:schemeClr val="dk2"/>
                </a:solidFill>
                <a:latin typeface="Arial"/>
                <a:ea typeface="Arial"/>
                <a:cs typeface="Arial"/>
                <a:sym typeface="Arial"/>
              </a:rPr>
              <a:t>LACP forma parte de una especificación IEEE 802.1AX (anteriormente IEEE 802.3ad) que permite agrupar varios puertos físicos para formar un único canal lógico. Realiza una función similar a PAGP con EtherChannel de Cisco. Debido a que LACP es un estándar IEEE, se puede usar para facilitar los EtherChannels en entornos de varios proveedores. En los dispositivos de Cisco, se admiten ambos protocolos.</a:t>
            </a:r>
            <a:endParaRPr/>
          </a:p>
          <a:p>
            <a:pPr indent="0" lvl="0" marL="0" marR="0" rtl="0" algn="just">
              <a:lnSpc>
                <a:spcPct val="115000"/>
              </a:lnSpc>
              <a:spcBef>
                <a:spcPts val="1800"/>
              </a:spcBef>
              <a:spcAft>
                <a:spcPts val="0"/>
              </a:spcAft>
              <a:buClr>
                <a:schemeClr val="dk2"/>
              </a:buClr>
              <a:buSzPts val="1800"/>
              <a:buFont typeface="Arial"/>
              <a:buNone/>
            </a:pPr>
            <a:r>
              <a:rPr b="0" i="0" lang="es-GT" sz="1800" u="none" cap="none" strike="noStrike">
                <a:solidFill>
                  <a:schemeClr val="dk2"/>
                </a:solidFill>
                <a:latin typeface="Arial"/>
                <a:ea typeface="Arial"/>
                <a:cs typeface="Arial"/>
                <a:sym typeface="Arial"/>
              </a:rPr>
              <a:t>LACP funciona mediante la negociación automática entre los dispositivos para determinar qué enlaces deben agregarse. Los dispositivos intercambian "paquetes LACP" para decidir qué enlaces físicos forman parte del grupo de agregación. Esta negociación asegura que ambos dispositivos estén de acuerdo en la configuración de la agregación.</a:t>
            </a:r>
            <a:endParaRPr/>
          </a:p>
          <a:p>
            <a:pPr indent="0" lvl="0" marL="0" marR="0" rtl="0" algn="l">
              <a:lnSpc>
                <a:spcPct val="115000"/>
              </a:lnSpc>
              <a:spcBef>
                <a:spcPts val="1800"/>
              </a:spcBef>
              <a:spcAft>
                <a:spcPts val="0"/>
              </a:spcAft>
              <a:buClr>
                <a:schemeClr val="dk2"/>
              </a:buClr>
              <a:buSzPts val="1800"/>
              <a:buFont typeface="Arial"/>
              <a:buNone/>
            </a:pPr>
            <a:r>
              <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10"/>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GT">
                <a:solidFill>
                  <a:schemeClr val="dk1"/>
                </a:solidFill>
              </a:rPr>
              <a:t>LACP</a:t>
            </a:r>
            <a:endParaRPr/>
          </a:p>
        </p:txBody>
      </p:sp>
      <p:sp>
        <p:nvSpPr>
          <p:cNvPr id="453" name="Google Shape;453;p10"/>
          <p:cNvSpPr txBox="1"/>
          <p:nvPr/>
        </p:nvSpPr>
        <p:spPr>
          <a:xfrm>
            <a:off x="723857" y="2493034"/>
            <a:ext cx="10568431" cy="3665395"/>
          </a:xfrm>
          <a:prstGeom prst="rect">
            <a:avLst/>
          </a:prstGeom>
          <a:noFill/>
          <a:ln>
            <a:noFill/>
          </a:ln>
        </p:spPr>
        <p:txBody>
          <a:bodyPr anchorCtr="0" anchor="t" bIns="91425" lIns="0" spcFirstLastPara="1" rIns="91425" wrap="square" tIns="91425">
            <a:normAutofit fontScale="85000" lnSpcReduction="10000"/>
          </a:bodyPr>
          <a:lstStyle/>
          <a:p>
            <a:pPr indent="0" lvl="0" marL="0" marR="0" rtl="0" algn="just">
              <a:lnSpc>
                <a:spcPct val="115000"/>
              </a:lnSpc>
              <a:spcBef>
                <a:spcPts val="1800"/>
              </a:spcBef>
              <a:spcAft>
                <a:spcPts val="0"/>
              </a:spcAft>
              <a:buClr>
                <a:schemeClr val="dk2"/>
              </a:buClr>
              <a:buSzPct val="117647"/>
              <a:buFont typeface="Arial"/>
              <a:buNone/>
            </a:pPr>
            <a:r>
              <a:rPr b="0" i="0" lang="es-GT" sz="1800" u="none" cap="none" strike="noStrike">
                <a:solidFill>
                  <a:schemeClr val="dk2"/>
                </a:solidFill>
                <a:latin typeface="Arial"/>
                <a:ea typeface="Arial"/>
                <a:cs typeface="Arial"/>
                <a:sym typeface="Arial"/>
              </a:rPr>
              <a:t>Si uno de los enlaces en el grupo de agregación falla, LACP automáticamente redirige el tráfico a través de los enlaces restantes. Esto garantiza que la red continúe operando incluso si ocurre un fallo en uno de los enlaces.</a:t>
            </a:r>
            <a:endParaRPr/>
          </a:p>
          <a:p>
            <a:pPr indent="0" lvl="0" marL="0" marR="0" rtl="0" algn="just">
              <a:lnSpc>
                <a:spcPct val="115000"/>
              </a:lnSpc>
              <a:spcBef>
                <a:spcPts val="1800"/>
              </a:spcBef>
              <a:spcAft>
                <a:spcPts val="0"/>
              </a:spcAft>
              <a:buClr>
                <a:schemeClr val="dk2"/>
              </a:buClr>
              <a:buSzPct val="117647"/>
              <a:buFont typeface="Arial"/>
              <a:buNone/>
            </a:pPr>
            <a:r>
              <a:rPr b="0" i="0" lang="es-GT" sz="1800" u="none" cap="none" strike="noStrike">
                <a:solidFill>
                  <a:schemeClr val="dk2"/>
                </a:solidFill>
                <a:latin typeface="Arial"/>
                <a:ea typeface="Arial"/>
                <a:cs typeface="Arial"/>
                <a:sym typeface="Arial"/>
              </a:rPr>
              <a:t>LACP trabaja con los siguiente modos:</a:t>
            </a:r>
            <a:endParaRPr/>
          </a:p>
          <a:p>
            <a:pPr indent="-285750" lvl="0" marL="285750" marR="0" rtl="0" algn="just">
              <a:lnSpc>
                <a:spcPct val="115000"/>
              </a:lnSpc>
              <a:spcBef>
                <a:spcPts val="1800"/>
              </a:spcBef>
              <a:spcAft>
                <a:spcPts val="0"/>
              </a:spcAft>
              <a:buClr>
                <a:schemeClr val="dk2"/>
              </a:buClr>
              <a:buSzPct val="117647"/>
              <a:buFont typeface="Arial"/>
              <a:buChar char="•"/>
            </a:pPr>
            <a:r>
              <a:rPr b="1" i="0" lang="es-GT" sz="1800" u="none" cap="none" strike="noStrike">
                <a:solidFill>
                  <a:schemeClr val="dk2"/>
                </a:solidFill>
                <a:latin typeface="Arial"/>
                <a:ea typeface="Arial"/>
                <a:cs typeface="Arial"/>
                <a:sym typeface="Arial"/>
              </a:rPr>
              <a:t>Encendido</a:t>
            </a:r>
            <a:r>
              <a:rPr b="0" i="0" lang="es-GT" sz="1800" u="none" cap="none" strike="noStrike">
                <a:solidFill>
                  <a:schemeClr val="dk2"/>
                </a:solidFill>
                <a:latin typeface="Arial"/>
                <a:ea typeface="Arial"/>
                <a:cs typeface="Arial"/>
                <a:sym typeface="Arial"/>
              </a:rPr>
              <a:t>: este modo obliga a la interfaz a proporcionar un canal sin LACP. Las interfaces configuradas en el modo encendido no intercambian paquetes LACP.</a:t>
            </a:r>
            <a:endParaRPr/>
          </a:p>
          <a:p>
            <a:pPr indent="-285750" lvl="0" marL="285750" marR="0" rtl="0" algn="just">
              <a:lnSpc>
                <a:spcPct val="115000"/>
              </a:lnSpc>
              <a:spcBef>
                <a:spcPts val="1800"/>
              </a:spcBef>
              <a:spcAft>
                <a:spcPts val="0"/>
              </a:spcAft>
              <a:buClr>
                <a:schemeClr val="dk2"/>
              </a:buClr>
              <a:buSzPct val="117647"/>
              <a:buFont typeface="Arial"/>
              <a:buChar char="•"/>
            </a:pPr>
            <a:r>
              <a:rPr b="1" i="0" lang="es-GT" sz="1800" u="none" cap="none" strike="noStrike">
                <a:solidFill>
                  <a:schemeClr val="dk2"/>
                </a:solidFill>
                <a:latin typeface="Arial"/>
                <a:ea typeface="Arial"/>
                <a:cs typeface="Arial"/>
                <a:sym typeface="Arial"/>
              </a:rPr>
              <a:t>LACP activo</a:t>
            </a:r>
            <a:r>
              <a:rPr b="0" i="0" lang="es-GT" sz="1800" u="none" cap="none" strike="noStrike">
                <a:solidFill>
                  <a:schemeClr val="dk2"/>
                </a:solidFill>
                <a:latin typeface="Arial"/>
                <a:ea typeface="Arial"/>
                <a:cs typeface="Arial"/>
                <a:sym typeface="Arial"/>
              </a:rPr>
              <a:t>: este modo LACP coloca un puerto en estado de negociación activa. En este estado, el puerto inicia negociaciones con otros puertos mediante el envío de paquetes LACP.</a:t>
            </a:r>
            <a:endParaRPr/>
          </a:p>
          <a:p>
            <a:pPr indent="-285750" lvl="0" marL="285750" marR="0" rtl="0" algn="just">
              <a:lnSpc>
                <a:spcPct val="115000"/>
              </a:lnSpc>
              <a:spcBef>
                <a:spcPts val="1800"/>
              </a:spcBef>
              <a:spcAft>
                <a:spcPts val="0"/>
              </a:spcAft>
              <a:buClr>
                <a:schemeClr val="dk2"/>
              </a:buClr>
              <a:buSzPct val="117647"/>
              <a:buFont typeface="Arial"/>
              <a:buChar char="•"/>
            </a:pPr>
            <a:r>
              <a:rPr b="1" i="0" lang="es-GT" sz="1800" u="none" cap="none" strike="noStrike">
                <a:solidFill>
                  <a:schemeClr val="dk2"/>
                </a:solidFill>
                <a:latin typeface="Arial"/>
                <a:ea typeface="Arial"/>
                <a:cs typeface="Arial"/>
                <a:sym typeface="Arial"/>
              </a:rPr>
              <a:t>LACP pasivo</a:t>
            </a:r>
            <a:r>
              <a:rPr b="0" i="0" lang="es-GT" sz="1800" u="none" cap="none" strike="noStrike">
                <a:solidFill>
                  <a:schemeClr val="dk2"/>
                </a:solidFill>
                <a:latin typeface="Arial"/>
                <a:ea typeface="Arial"/>
                <a:cs typeface="Arial"/>
                <a:sym typeface="Arial"/>
              </a:rPr>
              <a:t>: este modo LACP coloca un puerto en estado de negociación pasiva. En este estado, el puerto responde a los paquetes LACP que recibe, pero no inicia la negociación de paquetes LACP.</a:t>
            </a:r>
            <a:endParaRPr/>
          </a:p>
          <a:p>
            <a:pPr indent="0" lvl="0" marL="0" marR="0" rtl="0" algn="just">
              <a:lnSpc>
                <a:spcPct val="115000"/>
              </a:lnSpc>
              <a:spcBef>
                <a:spcPts val="1800"/>
              </a:spcBef>
              <a:spcAft>
                <a:spcPts val="0"/>
              </a:spcAft>
              <a:buClr>
                <a:schemeClr val="dk2"/>
              </a:buClr>
              <a:buSzPct val="132352"/>
              <a:buFont typeface="Arial"/>
              <a:buNone/>
            </a:pPr>
            <a:r>
              <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11"/>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GT">
                <a:solidFill>
                  <a:schemeClr val="dk1"/>
                </a:solidFill>
              </a:rPr>
              <a:t>LACP</a:t>
            </a:r>
            <a:endParaRPr/>
          </a:p>
        </p:txBody>
      </p:sp>
      <p:pic>
        <p:nvPicPr>
          <p:cNvPr id="460" name="Google Shape;460;p11"/>
          <p:cNvPicPr preferRelativeResize="0"/>
          <p:nvPr/>
        </p:nvPicPr>
        <p:blipFill rotWithShape="1">
          <a:blip r:embed="rId3">
            <a:alphaModFix/>
          </a:blip>
          <a:srcRect b="0" l="0" r="0" t="0"/>
          <a:stretch/>
        </p:blipFill>
        <p:spPr>
          <a:xfrm>
            <a:off x="2624538" y="1663547"/>
            <a:ext cx="6615059" cy="479824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12"/>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GT">
                <a:solidFill>
                  <a:schemeClr val="dk1"/>
                </a:solidFill>
              </a:rPr>
              <a:t>Comandos LACP</a:t>
            </a:r>
            <a:endParaRPr/>
          </a:p>
        </p:txBody>
      </p:sp>
      <p:sp>
        <p:nvSpPr>
          <p:cNvPr id="467" name="Google Shape;467;p12"/>
          <p:cNvSpPr txBox="1"/>
          <p:nvPr/>
        </p:nvSpPr>
        <p:spPr>
          <a:xfrm>
            <a:off x="221987" y="2780249"/>
            <a:ext cx="339319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GT" sz="1800" u="none" cap="none" strike="noStrike">
                <a:solidFill>
                  <a:schemeClr val="dk1"/>
                </a:solidFill>
                <a:latin typeface="Arial"/>
                <a:ea typeface="Arial"/>
                <a:cs typeface="Arial"/>
                <a:sym typeface="Arial"/>
              </a:rPr>
              <a:t>SW1</a:t>
            </a:r>
            <a:endParaRPr/>
          </a:p>
        </p:txBody>
      </p:sp>
      <p:sp>
        <p:nvSpPr>
          <p:cNvPr id="468" name="Google Shape;468;p12"/>
          <p:cNvSpPr txBox="1"/>
          <p:nvPr/>
        </p:nvSpPr>
        <p:spPr>
          <a:xfrm>
            <a:off x="6193776" y="2780249"/>
            <a:ext cx="339319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GT" sz="1800">
                <a:solidFill>
                  <a:schemeClr val="dk1"/>
                </a:solidFill>
                <a:latin typeface="Arial"/>
                <a:ea typeface="Arial"/>
                <a:cs typeface="Arial"/>
                <a:sym typeface="Arial"/>
              </a:rPr>
              <a:t>SW2</a:t>
            </a:r>
            <a:endParaRPr/>
          </a:p>
        </p:txBody>
      </p:sp>
      <p:pic>
        <p:nvPicPr>
          <p:cNvPr id="469" name="Google Shape;469;p12"/>
          <p:cNvPicPr preferRelativeResize="0"/>
          <p:nvPr/>
        </p:nvPicPr>
        <p:blipFill rotWithShape="1">
          <a:blip r:embed="rId3">
            <a:alphaModFix/>
          </a:blip>
          <a:srcRect b="14827" l="7083" r="7338" t="13249"/>
          <a:stretch/>
        </p:blipFill>
        <p:spPr>
          <a:xfrm>
            <a:off x="221987" y="3429000"/>
            <a:ext cx="5712088" cy="2596922"/>
          </a:xfrm>
          <a:prstGeom prst="rect">
            <a:avLst/>
          </a:prstGeom>
          <a:noFill/>
          <a:ln>
            <a:noFill/>
          </a:ln>
        </p:spPr>
      </p:pic>
      <p:pic>
        <p:nvPicPr>
          <p:cNvPr id="470" name="Google Shape;470;p12"/>
          <p:cNvPicPr preferRelativeResize="0"/>
          <p:nvPr/>
        </p:nvPicPr>
        <p:blipFill rotWithShape="1">
          <a:blip r:embed="rId4">
            <a:alphaModFix/>
          </a:blip>
          <a:srcRect b="13879" l="6995" r="7422" t="12933"/>
          <a:stretch/>
        </p:blipFill>
        <p:spPr>
          <a:xfrm>
            <a:off x="6193776" y="3429000"/>
            <a:ext cx="5613605" cy="259692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13"/>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SzPts val="2800"/>
              <a:buNone/>
            </a:pPr>
            <a:r>
              <a:rPr lang="es-GT">
                <a:solidFill>
                  <a:schemeClr val="dk1"/>
                </a:solidFill>
              </a:rPr>
              <a:t>PAGP</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14"/>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GT">
                <a:solidFill>
                  <a:schemeClr val="dk1"/>
                </a:solidFill>
              </a:rPr>
              <a:t>PAGP</a:t>
            </a:r>
            <a:endParaRPr/>
          </a:p>
        </p:txBody>
      </p:sp>
      <p:sp>
        <p:nvSpPr>
          <p:cNvPr id="482" name="Google Shape;482;p14"/>
          <p:cNvSpPr txBox="1"/>
          <p:nvPr/>
        </p:nvSpPr>
        <p:spPr>
          <a:xfrm>
            <a:off x="723857" y="2493034"/>
            <a:ext cx="10568431" cy="3665395"/>
          </a:xfrm>
          <a:prstGeom prst="rect">
            <a:avLst/>
          </a:prstGeom>
          <a:noFill/>
          <a:ln>
            <a:noFill/>
          </a:ln>
        </p:spPr>
        <p:txBody>
          <a:bodyPr anchorCtr="0" anchor="t" bIns="91425" lIns="0" spcFirstLastPara="1" rIns="91425" wrap="square" tIns="91425">
            <a:normAutofit/>
          </a:bodyPr>
          <a:lstStyle/>
          <a:p>
            <a:pPr indent="0" lvl="0" marL="0" marR="0" rtl="0" algn="just">
              <a:lnSpc>
                <a:spcPct val="115000"/>
              </a:lnSpc>
              <a:spcBef>
                <a:spcPts val="1800"/>
              </a:spcBef>
              <a:spcAft>
                <a:spcPts val="0"/>
              </a:spcAft>
              <a:buClr>
                <a:schemeClr val="dk2"/>
              </a:buClr>
              <a:buSzPts val="1800"/>
              <a:buFont typeface="Arial"/>
              <a:buNone/>
            </a:pPr>
            <a:r>
              <a:rPr b="0" i="0" lang="es-GT" sz="1800" u="none" cap="none" strike="noStrike">
                <a:solidFill>
                  <a:schemeClr val="dk2"/>
                </a:solidFill>
                <a:latin typeface="Arial"/>
                <a:ea typeface="Arial"/>
                <a:cs typeface="Arial"/>
                <a:sym typeface="Arial"/>
              </a:rPr>
              <a:t>PAGP es un protocolo patentado por Cisco que sólo puede ejecutarse en los switches Cisco o en los switches cuyos proveedores licencian su compatibilidad con el PAGP. Este protocolo facilita la creación automática de Etherchannel mediante el intercambio de paquetes PAGP entre puertos Ethernet; los switches intercambian paquetes PAGP a través de puertos con capacidad para Etherchannel. Los puertos con el mismo ID de dispositivo vecino y la misma capacidad de grupo de puertos se agrupan en un enlace Etherchannel bidireccional punto a punto.</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5"/>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GT">
                <a:solidFill>
                  <a:schemeClr val="dk1"/>
                </a:solidFill>
              </a:rPr>
              <a:t>PAGP</a:t>
            </a:r>
            <a:endParaRPr/>
          </a:p>
        </p:txBody>
      </p:sp>
      <p:sp>
        <p:nvSpPr>
          <p:cNvPr id="489" name="Google Shape;489;p15"/>
          <p:cNvSpPr txBox="1"/>
          <p:nvPr/>
        </p:nvSpPr>
        <p:spPr>
          <a:xfrm>
            <a:off x="723857" y="2493034"/>
            <a:ext cx="10568431" cy="3665395"/>
          </a:xfrm>
          <a:prstGeom prst="rect">
            <a:avLst/>
          </a:prstGeom>
          <a:noFill/>
          <a:ln>
            <a:noFill/>
          </a:ln>
        </p:spPr>
        <p:txBody>
          <a:bodyPr anchorCtr="0" anchor="t" bIns="91425" lIns="0" spcFirstLastPara="1" rIns="91425" wrap="square" tIns="91425">
            <a:normAutofit/>
          </a:bodyPr>
          <a:lstStyle/>
          <a:p>
            <a:pPr indent="0" lvl="0" marL="0" marR="0" rtl="0" algn="just">
              <a:lnSpc>
                <a:spcPct val="115000"/>
              </a:lnSpc>
              <a:spcBef>
                <a:spcPts val="1800"/>
              </a:spcBef>
              <a:spcAft>
                <a:spcPts val="0"/>
              </a:spcAft>
              <a:buClr>
                <a:schemeClr val="dk2"/>
              </a:buClr>
              <a:buSzPts val="1800"/>
              <a:buFont typeface="Arial"/>
              <a:buNone/>
            </a:pPr>
            <a:r>
              <a:rPr b="0" i="0" lang="es-GT" sz="1800" u="none" cap="none" strike="noStrike">
                <a:solidFill>
                  <a:schemeClr val="dk2"/>
                </a:solidFill>
                <a:latin typeface="Arial"/>
                <a:ea typeface="Arial"/>
                <a:cs typeface="Arial"/>
                <a:sym typeface="Arial"/>
              </a:rPr>
              <a:t>PAGP trabaja con los siguiente modos:</a:t>
            </a:r>
            <a:endParaRPr/>
          </a:p>
          <a:p>
            <a:pPr indent="-285750" lvl="0" marL="285750" marR="0" rtl="0" algn="just">
              <a:lnSpc>
                <a:spcPct val="115000"/>
              </a:lnSpc>
              <a:spcBef>
                <a:spcPts val="1800"/>
              </a:spcBef>
              <a:spcAft>
                <a:spcPts val="0"/>
              </a:spcAft>
              <a:buClr>
                <a:schemeClr val="dk2"/>
              </a:buClr>
              <a:buSzPts val="1800"/>
              <a:buFont typeface="Arial"/>
              <a:buChar char="•"/>
            </a:pPr>
            <a:r>
              <a:rPr b="1" i="0" lang="es-GT" sz="1800" u="none" cap="none" strike="noStrike">
                <a:solidFill>
                  <a:schemeClr val="dk2"/>
                </a:solidFill>
                <a:latin typeface="Arial"/>
                <a:ea typeface="Arial"/>
                <a:cs typeface="Arial"/>
                <a:sym typeface="Arial"/>
              </a:rPr>
              <a:t>Encendido</a:t>
            </a:r>
            <a:r>
              <a:rPr b="0" i="0" lang="es-GT" sz="1800" u="none" cap="none" strike="noStrike">
                <a:solidFill>
                  <a:schemeClr val="dk2"/>
                </a:solidFill>
                <a:latin typeface="Arial"/>
                <a:ea typeface="Arial"/>
                <a:cs typeface="Arial"/>
                <a:sym typeface="Arial"/>
              </a:rPr>
              <a:t>: este modo obliga a la interfaz a proporcionar un canal sin PAgP. Las interfaces configuradas en el modo encendido no intercambian paquetes PAgP.</a:t>
            </a:r>
            <a:endParaRPr/>
          </a:p>
          <a:p>
            <a:pPr indent="-285750" lvl="0" marL="285750" marR="0" rtl="0" algn="just">
              <a:lnSpc>
                <a:spcPct val="115000"/>
              </a:lnSpc>
              <a:spcBef>
                <a:spcPts val="1800"/>
              </a:spcBef>
              <a:spcAft>
                <a:spcPts val="0"/>
              </a:spcAft>
              <a:buClr>
                <a:schemeClr val="dk2"/>
              </a:buClr>
              <a:buSzPts val="1800"/>
              <a:buFont typeface="Arial"/>
              <a:buChar char="•"/>
            </a:pPr>
            <a:r>
              <a:rPr b="1" i="0" lang="es-GT" sz="1800" u="none" cap="none" strike="noStrike">
                <a:solidFill>
                  <a:schemeClr val="dk2"/>
                </a:solidFill>
                <a:latin typeface="Arial"/>
                <a:ea typeface="Arial"/>
                <a:cs typeface="Arial"/>
                <a:sym typeface="Arial"/>
              </a:rPr>
              <a:t>PAgP deseado</a:t>
            </a:r>
            <a:r>
              <a:rPr b="0" i="0" lang="es-GT" sz="1800" u="none" cap="none" strike="noStrike">
                <a:solidFill>
                  <a:schemeClr val="dk2"/>
                </a:solidFill>
                <a:latin typeface="Arial"/>
                <a:ea typeface="Arial"/>
                <a:cs typeface="Arial"/>
                <a:sym typeface="Arial"/>
              </a:rPr>
              <a:t>: este modo PAgP coloca una interfaz en un estado de negociación activa en el que la interfaz inicia negociaciones con otras interfaces al enviar paquetes PAgP.</a:t>
            </a:r>
            <a:endParaRPr/>
          </a:p>
          <a:p>
            <a:pPr indent="-285750" lvl="0" marL="285750" marR="0" rtl="0" algn="just">
              <a:lnSpc>
                <a:spcPct val="115000"/>
              </a:lnSpc>
              <a:spcBef>
                <a:spcPts val="1800"/>
              </a:spcBef>
              <a:spcAft>
                <a:spcPts val="0"/>
              </a:spcAft>
              <a:buClr>
                <a:schemeClr val="dk2"/>
              </a:buClr>
              <a:buSzPts val="1800"/>
              <a:buFont typeface="Arial"/>
              <a:buChar char="•"/>
            </a:pPr>
            <a:r>
              <a:rPr b="1" i="0" lang="es-GT" sz="1800" u="none" cap="none" strike="noStrike">
                <a:solidFill>
                  <a:schemeClr val="dk2"/>
                </a:solidFill>
                <a:latin typeface="Arial"/>
                <a:ea typeface="Arial"/>
                <a:cs typeface="Arial"/>
                <a:sym typeface="Arial"/>
              </a:rPr>
              <a:t>PAgP automático</a:t>
            </a:r>
            <a:r>
              <a:rPr b="0" i="0" lang="es-GT" sz="1800" u="none" cap="none" strike="noStrike">
                <a:solidFill>
                  <a:schemeClr val="dk2"/>
                </a:solidFill>
                <a:latin typeface="Arial"/>
                <a:ea typeface="Arial"/>
                <a:cs typeface="Arial"/>
                <a:sym typeface="Arial"/>
              </a:rPr>
              <a:t>: este modo PAgP coloca una interfaz en un estado de negociación pasiva en el que la interfaz responde a los paquetes PAgP que recibe, pero no inicia la negociación PAgP.</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16"/>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GT">
                <a:solidFill>
                  <a:schemeClr val="dk1"/>
                </a:solidFill>
              </a:rPr>
              <a:t>PAGP</a:t>
            </a:r>
            <a:endParaRPr/>
          </a:p>
        </p:txBody>
      </p:sp>
      <p:pic>
        <p:nvPicPr>
          <p:cNvPr id="496" name="Google Shape;496;p16"/>
          <p:cNvPicPr preferRelativeResize="0"/>
          <p:nvPr/>
        </p:nvPicPr>
        <p:blipFill rotWithShape="1">
          <a:blip r:embed="rId3">
            <a:alphaModFix/>
          </a:blip>
          <a:srcRect b="0" l="0" r="0" t="0"/>
          <a:stretch/>
        </p:blipFill>
        <p:spPr>
          <a:xfrm>
            <a:off x="3062458" y="1514188"/>
            <a:ext cx="6797637" cy="500042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17"/>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GT">
                <a:solidFill>
                  <a:schemeClr val="dk1"/>
                </a:solidFill>
              </a:rPr>
              <a:t>Comandos PAGP</a:t>
            </a:r>
            <a:endParaRPr/>
          </a:p>
        </p:txBody>
      </p:sp>
      <p:sp>
        <p:nvSpPr>
          <p:cNvPr id="503" name="Google Shape;503;p17"/>
          <p:cNvSpPr txBox="1"/>
          <p:nvPr/>
        </p:nvSpPr>
        <p:spPr>
          <a:xfrm>
            <a:off x="360208" y="2837110"/>
            <a:ext cx="339319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GT" sz="1800">
                <a:solidFill>
                  <a:schemeClr val="dk1"/>
                </a:solidFill>
                <a:latin typeface="Arial"/>
                <a:ea typeface="Arial"/>
                <a:cs typeface="Arial"/>
                <a:sym typeface="Arial"/>
              </a:rPr>
              <a:t>SW1</a:t>
            </a:r>
            <a:endParaRPr/>
          </a:p>
        </p:txBody>
      </p:sp>
      <p:sp>
        <p:nvSpPr>
          <p:cNvPr id="504" name="Google Shape;504;p17"/>
          <p:cNvSpPr txBox="1"/>
          <p:nvPr/>
        </p:nvSpPr>
        <p:spPr>
          <a:xfrm>
            <a:off x="6308742" y="2837110"/>
            <a:ext cx="339319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GT" sz="1800">
                <a:solidFill>
                  <a:schemeClr val="dk1"/>
                </a:solidFill>
                <a:latin typeface="Arial"/>
                <a:ea typeface="Arial"/>
                <a:cs typeface="Arial"/>
                <a:sym typeface="Arial"/>
              </a:rPr>
              <a:t>SW2</a:t>
            </a:r>
            <a:endParaRPr/>
          </a:p>
        </p:txBody>
      </p:sp>
      <p:pic>
        <p:nvPicPr>
          <p:cNvPr id="505" name="Google Shape;505;p17"/>
          <p:cNvPicPr preferRelativeResize="0"/>
          <p:nvPr/>
        </p:nvPicPr>
        <p:blipFill rotWithShape="1">
          <a:blip r:embed="rId3">
            <a:alphaModFix/>
          </a:blip>
          <a:srcRect b="12829" l="7037" r="7104" t="12738"/>
          <a:stretch/>
        </p:blipFill>
        <p:spPr>
          <a:xfrm>
            <a:off x="360208" y="3429000"/>
            <a:ext cx="5735791" cy="2689888"/>
          </a:xfrm>
          <a:prstGeom prst="rect">
            <a:avLst/>
          </a:prstGeom>
          <a:noFill/>
          <a:ln>
            <a:noFill/>
          </a:ln>
        </p:spPr>
      </p:pic>
      <p:pic>
        <p:nvPicPr>
          <p:cNvPr id="506" name="Google Shape;506;p17"/>
          <p:cNvPicPr preferRelativeResize="0"/>
          <p:nvPr/>
        </p:nvPicPr>
        <p:blipFill rotWithShape="1">
          <a:blip r:embed="rId4">
            <a:alphaModFix/>
          </a:blip>
          <a:srcRect b="12829" l="7037" r="6905" t="12738"/>
          <a:stretch/>
        </p:blipFill>
        <p:spPr>
          <a:xfrm>
            <a:off x="6308742" y="3429000"/>
            <a:ext cx="5748978" cy="268988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18"/>
          <p:cNvSpPr txBox="1"/>
          <p:nvPr>
            <p:ph type="title"/>
          </p:nvPr>
        </p:nvSpPr>
        <p:spPr>
          <a:xfrm>
            <a:off x="594360" y="278129"/>
            <a:ext cx="9778365" cy="1494596"/>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Clr>
                <a:schemeClr val="dk1"/>
              </a:buClr>
              <a:buSzPts val="4400"/>
              <a:buFont typeface="Franklin Gothic"/>
              <a:buNone/>
            </a:pPr>
            <a:r>
              <a:rPr lang="es-GT"/>
              <a:t>Conceptos Clave</a:t>
            </a:r>
            <a:endParaRPr/>
          </a:p>
        </p:txBody>
      </p:sp>
      <p:sp>
        <p:nvSpPr>
          <p:cNvPr id="512" name="Google Shape;512;p18"/>
          <p:cNvSpPr txBox="1"/>
          <p:nvPr>
            <p:ph idx="1" type="body"/>
          </p:nvPr>
        </p:nvSpPr>
        <p:spPr>
          <a:xfrm>
            <a:off x="1051550" y="2360450"/>
            <a:ext cx="9465600" cy="4501500"/>
          </a:xfrm>
          <a:prstGeom prst="rect">
            <a:avLst/>
          </a:prstGeom>
          <a:noFill/>
          <a:ln>
            <a:noFill/>
          </a:ln>
        </p:spPr>
        <p:txBody>
          <a:bodyPr anchorCtr="0" anchor="ctr" bIns="0" lIns="0" spcFirstLastPara="1" rIns="0" wrap="square" tIns="45700">
            <a:normAutofit fontScale="25000"/>
          </a:bodyPr>
          <a:lstStyle/>
          <a:p>
            <a:pPr indent="-313531" lvl="0" marL="342900" rtl="0" algn="l">
              <a:lnSpc>
                <a:spcPct val="115000"/>
              </a:lnSpc>
              <a:spcBef>
                <a:spcPts val="0"/>
              </a:spcBef>
              <a:spcAft>
                <a:spcPts val="0"/>
              </a:spcAft>
              <a:buClr>
                <a:schemeClr val="dk1"/>
              </a:buClr>
              <a:buSzPct val="100000"/>
              <a:buChar char="•"/>
            </a:pPr>
            <a:r>
              <a:rPr b="1" lang="es-GT" sz="6150"/>
              <a:t>1. Segmentación Ética de Redes con VLSM/FLSM</a:t>
            </a:r>
            <a:br>
              <a:rPr b="1" lang="es-GT" sz="6150"/>
            </a:br>
            <a:r>
              <a:rPr lang="es-GT" sz="6150"/>
              <a:t>Descripción: Técnicas de división de direcciones IP que optimizan el uso de espacio mediante máscaras de longitud fija (FLSM) para simplicidad o variable (VLSM) para máximo aprovechamiento, permitiendo diseño jerárquico y escalable.</a:t>
            </a:r>
            <a:endParaRPr sz="6150"/>
          </a:p>
          <a:p>
            <a:pPr indent="-313531" lvl="0" marL="342900" rtl="0" algn="l">
              <a:lnSpc>
                <a:spcPct val="115000"/>
              </a:lnSpc>
              <a:spcBef>
                <a:spcPts val="1800"/>
              </a:spcBef>
              <a:spcAft>
                <a:spcPts val="0"/>
              </a:spcAft>
              <a:buClr>
                <a:schemeClr val="dk1"/>
              </a:buClr>
              <a:buSzPct val="100000"/>
              <a:buChar char="•"/>
            </a:pPr>
            <a:r>
              <a:rPr b="1" lang="es-GT" sz="6150"/>
              <a:t>2. Resiliencia Operativa con Agregación de Enlaces</a:t>
            </a:r>
            <a:br>
              <a:rPr b="1" lang="es-GT" sz="6150"/>
            </a:br>
            <a:r>
              <a:rPr lang="es-GT" sz="6150"/>
              <a:t>Descripción: Protocolos LACP (estándar abierto) y PAGP (propietario Cisco) que combinan múltiples enlaces físicos en un enlace lógico, proporcionando tolerancia a fallos y mayor ancho de banda mediante negociación automática.</a:t>
            </a:r>
            <a:endParaRPr sz="6150"/>
          </a:p>
          <a:p>
            <a:pPr indent="-313531" lvl="0" marL="342900" rtl="0" algn="l">
              <a:lnSpc>
                <a:spcPct val="115000"/>
              </a:lnSpc>
              <a:spcBef>
                <a:spcPts val="1800"/>
              </a:spcBef>
              <a:spcAft>
                <a:spcPts val="0"/>
              </a:spcAft>
              <a:buClr>
                <a:schemeClr val="dk1"/>
              </a:buClr>
              <a:buSzPct val="100000"/>
              <a:buChar char="•"/>
            </a:pPr>
            <a:r>
              <a:rPr b="1" lang="es-GT" sz="6150"/>
              <a:t>3. Alta Disponibilidad como Compromiso de Servicio</a:t>
            </a:r>
            <a:br>
              <a:rPr b="1" lang="es-GT" sz="6150"/>
            </a:br>
            <a:r>
              <a:rPr lang="es-GT" sz="6150"/>
              <a:t>Descripción: Filosofía de diseño que implementa redundancia, balanceo de carga y recuperación rápida ante fallos, garantizando continuidad operativa y acceso ininterrumpido a servicios críticos.</a:t>
            </a:r>
            <a:endParaRPr sz="6150"/>
          </a:p>
          <a:p>
            <a:pPr indent="-215900" lvl="0" marL="342900" rtl="0" algn="l">
              <a:lnSpc>
                <a:spcPct val="90000"/>
              </a:lnSpc>
              <a:spcBef>
                <a:spcPts val="1800"/>
              </a:spcBef>
              <a:spcAft>
                <a:spcPts val="0"/>
              </a:spcAft>
              <a:buClr>
                <a:schemeClr val="dk1"/>
              </a:buClr>
              <a:buSzPct val="100000"/>
              <a:buNone/>
            </a:pPr>
            <a:r>
              <a:t/>
            </a:r>
            <a:endParaRPr b="1"/>
          </a:p>
          <a:p>
            <a:pPr indent="-215900" lvl="0" marL="342900" rtl="0" algn="l">
              <a:lnSpc>
                <a:spcPct val="90000"/>
              </a:lnSpc>
              <a:spcBef>
                <a:spcPts val="1800"/>
              </a:spcBef>
              <a:spcAft>
                <a:spcPts val="0"/>
              </a:spcAft>
              <a:buClr>
                <a:schemeClr val="dk1"/>
              </a:buClr>
              <a:buSzPct val="100000"/>
              <a:buNone/>
            </a:pPr>
            <a:r>
              <a:t/>
            </a:r>
            <a:endParaRPr/>
          </a:p>
          <a:p>
            <a:pPr indent="0" lvl="0" marL="0" rtl="0" algn="l">
              <a:lnSpc>
                <a:spcPct val="90000"/>
              </a:lnSpc>
              <a:spcBef>
                <a:spcPts val="1800"/>
              </a:spcBef>
              <a:spcAft>
                <a:spcPts val="0"/>
              </a:spcAft>
              <a:buClr>
                <a:schemeClr val="dk1"/>
              </a:buClr>
              <a:buSzPct val="100000"/>
              <a:buFont typeface="Arial"/>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19"/>
          <p:cNvSpPr txBox="1"/>
          <p:nvPr>
            <p:ph type="title"/>
          </p:nvPr>
        </p:nvSpPr>
        <p:spPr>
          <a:xfrm>
            <a:off x="572589" y="670015"/>
            <a:ext cx="8036651" cy="1451054"/>
          </a:xfrm>
          <a:prstGeom prst="rect">
            <a:avLst/>
          </a:prstGeom>
          <a:noFill/>
          <a:ln>
            <a:noFill/>
          </a:ln>
        </p:spPr>
        <p:txBody>
          <a:bodyPr anchorCtr="0" anchor="ctr" bIns="0" lIns="0" spcFirstLastPara="1" rIns="0" wrap="square" tIns="0">
            <a:normAutofit/>
          </a:bodyPr>
          <a:lstStyle/>
          <a:p>
            <a:pPr indent="0" lvl="0" marL="0" rtl="0" algn="r">
              <a:lnSpc>
                <a:spcPct val="80000"/>
              </a:lnSpc>
              <a:spcBef>
                <a:spcPts val="0"/>
              </a:spcBef>
              <a:spcAft>
                <a:spcPts val="0"/>
              </a:spcAft>
              <a:buClr>
                <a:schemeClr val="dk1"/>
              </a:buClr>
              <a:buSzPts val="4400"/>
              <a:buFont typeface="Franklin Gothic"/>
              <a:buNone/>
            </a:pPr>
            <a:r>
              <a:rPr lang="es-GT"/>
              <a:t>Valores</a:t>
            </a:r>
            <a:endParaRPr/>
          </a:p>
        </p:txBody>
      </p:sp>
      <p:sp>
        <p:nvSpPr>
          <p:cNvPr id="518" name="Google Shape;518;p19"/>
          <p:cNvSpPr txBox="1"/>
          <p:nvPr>
            <p:ph idx="1" type="body"/>
          </p:nvPr>
        </p:nvSpPr>
        <p:spPr>
          <a:xfrm>
            <a:off x="1095103" y="2992211"/>
            <a:ext cx="9465598" cy="3597470"/>
          </a:xfrm>
          <a:prstGeom prst="rect">
            <a:avLst/>
          </a:prstGeom>
          <a:noFill/>
          <a:ln>
            <a:noFill/>
          </a:ln>
        </p:spPr>
        <p:txBody>
          <a:bodyPr anchorCtr="0" anchor="ctr" bIns="0" lIns="0" spcFirstLastPara="1" rIns="0" wrap="square" tIns="45700">
            <a:normAutofit fontScale="92500" lnSpcReduction="20000"/>
          </a:bodyPr>
          <a:lstStyle/>
          <a:p>
            <a:pPr indent="0" lvl="0" marL="0" rtl="0" algn="r">
              <a:lnSpc>
                <a:spcPct val="70000"/>
              </a:lnSpc>
              <a:spcBef>
                <a:spcPts val="0"/>
              </a:spcBef>
              <a:spcAft>
                <a:spcPts val="0"/>
              </a:spcAft>
              <a:buClr>
                <a:schemeClr val="dk1"/>
              </a:buClr>
              <a:buSzPct val="100000"/>
              <a:buNone/>
            </a:pPr>
            <a:r>
              <a:rPr b="1" lang="es-GT"/>
              <a:t>Optimización Responsable de Recursos y Compromiso con la Continuidad</a:t>
            </a:r>
            <a:endParaRPr/>
          </a:p>
          <a:p>
            <a:pPr indent="0" lvl="0" marL="0" rtl="0" algn="r">
              <a:lnSpc>
                <a:spcPct val="115000"/>
              </a:lnSpc>
              <a:spcBef>
                <a:spcPts val="1800"/>
              </a:spcBef>
              <a:spcAft>
                <a:spcPts val="0"/>
              </a:spcAft>
              <a:buClr>
                <a:schemeClr val="dk1"/>
              </a:buClr>
              <a:buSzPct val="100000"/>
              <a:buNone/>
            </a:pPr>
            <a:br>
              <a:rPr b="1" lang="es-GT"/>
            </a:br>
            <a:r>
              <a:rPr lang="es-GT"/>
              <a:t>La aplicación ética de estas técnicas asegura: uso eficiente y equitativo del espacio de direcciones IP evitando desperdicio; implementación de redundancia que previene discriminación en el acceso durante fallos; y transparencia en la selección de protocolos estándares (LACP) versus propietarios (PAGP), priorizando interoperabilidad y evitando vendor lock-in que limite opciones futuras de la organización.</a:t>
            </a:r>
            <a:endParaRPr/>
          </a:p>
          <a:p>
            <a:pPr indent="-215900" lvl="0" marL="342900" rtl="0" algn="r">
              <a:lnSpc>
                <a:spcPct val="90000"/>
              </a:lnSpc>
              <a:spcBef>
                <a:spcPts val="1800"/>
              </a:spcBef>
              <a:spcAft>
                <a:spcPts val="0"/>
              </a:spcAft>
              <a:buClr>
                <a:schemeClr val="dk1"/>
              </a:buClr>
              <a:buSzPct val="100000"/>
              <a:buNone/>
            </a:pPr>
            <a:r>
              <a:t/>
            </a:r>
            <a:endParaRPr b="1"/>
          </a:p>
          <a:p>
            <a:pPr indent="-215900" lvl="0" marL="342900" rtl="0" algn="l">
              <a:lnSpc>
                <a:spcPct val="90000"/>
              </a:lnSpc>
              <a:spcBef>
                <a:spcPts val="1800"/>
              </a:spcBef>
              <a:spcAft>
                <a:spcPts val="0"/>
              </a:spcAft>
              <a:buClr>
                <a:schemeClr val="dk1"/>
              </a:buClr>
              <a:buSzPct val="100000"/>
              <a:buNone/>
            </a:pPr>
            <a:r>
              <a:t/>
            </a:r>
            <a:endParaRPr/>
          </a:p>
          <a:p>
            <a:pPr indent="0" lvl="0" marL="0" rtl="0" algn="l">
              <a:lnSpc>
                <a:spcPct val="90000"/>
              </a:lnSpc>
              <a:spcBef>
                <a:spcPts val="1800"/>
              </a:spcBef>
              <a:spcAft>
                <a:spcPts val="0"/>
              </a:spcAft>
              <a:buClr>
                <a:schemeClr val="dk1"/>
              </a:buClr>
              <a:buSzPct val="100000"/>
              <a:buFont typeface="Arial"/>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20"/>
          <p:cNvSpPr txBox="1"/>
          <p:nvPr>
            <p:ph type="title"/>
          </p:nvPr>
        </p:nvSpPr>
        <p:spPr>
          <a:xfrm>
            <a:off x="594360" y="278129"/>
            <a:ext cx="9778365" cy="1494596"/>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Clr>
                <a:schemeClr val="dk1"/>
              </a:buClr>
              <a:buSzPts val="4400"/>
              <a:buFont typeface="Franklin Gothic"/>
              <a:buNone/>
            </a:pPr>
            <a:r>
              <a:rPr lang="es-GT"/>
              <a:t>Referencias</a:t>
            </a:r>
            <a:endParaRPr/>
          </a:p>
        </p:txBody>
      </p:sp>
      <p:sp>
        <p:nvSpPr>
          <p:cNvPr id="524" name="Google Shape;524;p20"/>
          <p:cNvSpPr txBox="1"/>
          <p:nvPr>
            <p:ph idx="1" type="body"/>
          </p:nvPr>
        </p:nvSpPr>
        <p:spPr>
          <a:xfrm>
            <a:off x="1051560" y="3427640"/>
            <a:ext cx="9465598" cy="3597470"/>
          </a:xfrm>
          <a:prstGeom prst="rect">
            <a:avLst/>
          </a:prstGeom>
          <a:noFill/>
          <a:ln>
            <a:noFill/>
          </a:ln>
        </p:spPr>
        <p:txBody>
          <a:bodyPr anchorCtr="0" anchor="ctr" bIns="0" lIns="0" spcFirstLastPara="1" rIns="0" wrap="square" tIns="45700">
            <a:normAutofit/>
          </a:bodyPr>
          <a:lstStyle/>
          <a:p>
            <a:pPr indent="0" lvl="0" marL="0" rtl="0" algn="l">
              <a:lnSpc>
                <a:spcPct val="80000"/>
              </a:lnSpc>
              <a:spcBef>
                <a:spcPts val="0"/>
              </a:spcBef>
              <a:spcAft>
                <a:spcPts val="0"/>
              </a:spcAft>
              <a:buClr>
                <a:schemeClr val="dk1"/>
              </a:buClr>
              <a:buSzPts val="2000"/>
              <a:buNone/>
            </a:pPr>
            <a:r>
              <a:rPr lang="es-GT"/>
              <a:t>IEEE 802.1AX - Link Aggregation Standard: </a:t>
            </a:r>
            <a:r>
              <a:rPr lang="es-GT" u="sng">
                <a:solidFill>
                  <a:schemeClr val="hlink"/>
                </a:solidFill>
                <a:hlinkClick r:id="rId3"/>
              </a:rPr>
              <a:t>https://standards.ieee.org/standard/802_1AX-2020.html</a:t>
            </a:r>
            <a:r>
              <a:rPr lang="es-GT"/>
              <a:t>  </a:t>
            </a:r>
            <a:endParaRPr/>
          </a:p>
          <a:p>
            <a:pPr indent="0" lvl="0" marL="0" rtl="0" algn="l">
              <a:lnSpc>
                <a:spcPct val="80000"/>
              </a:lnSpc>
              <a:spcBef>
                <a:spcPts val="1800"/>
              </a:spcBef>
              <a:spcAft>
                <a:spcPts val="0"/>
              </a:spcAft>
              <a:buClr>
                <a:schemeClr val="dk1"/>
              </a:buClr>
              <a:buSzPts val="2000"/>
              <a:buNone/>
            </a:pPr>
            <a:r>
              <a:rPr lang="es-GT"/>
              <a:t>RFC 1518 - CIDR Address Allocation: </a:t>
            </a:r>
            <a:r>
              <a:rPr lang="es-GT" u="sng">
                <a:solidFill>
                  <a:schemeClr val="hlink"/>
                </a:solidFill>
                <a:hlinkClick r:id="rId4"/>
              </a:rPr>
              <a:t>https://datatracker.ietf.org/doc/html/rfc1518</a:t>
            </a:r>
            <a:r>
              <a:rPr lang="es-GT"/>
              <a:t>              </a:t>
            </a:r>
            <a:endParaRPr/>
          </a:p>
          <a:p>
            <a:pPr indent="0" lvl="0" marL="0" rtl="0" algn="l">
              <a:lnSpc>
                <a:spcPct val="80000"/>
              </a:lnSpc>
              <a:spcBef>
                <a:spcPts val="1800"/>
              </a:spcBef>
              <a:spcAft>
                <a:spcPts val="0"/>
              </a:spcAft>
              <a:buClr>
                <a:schemeClr val="dk1"/>
              </a:buClr>
              <a:buSzPts val="2000"/>
              <a:buNone/>
            </a:pPr>
            <a:r>
              <a:rPr lang="es-GT"/>
              <a:t>Cisco LACP/PAGP Configuration Guide: </a:t>
            </a:r>
            <a:r>
              <a:rPr lang="es-GT" u="sng">
                <a:solidFill>
                  <a:schemeClr val="hlink"/>
                </a:solidFill>
                <a:hlinkClick r:id="rId5"/>
              </a:rPr>
              <a:t>https://www.cisco.com/c/en/us/td/docs/switches/lan/catalyst9500/software/release/17-1/configuration_guide/agm/b_171_agm_9500_cg/configuring_etherchannels.html</a:t>
            </a:r>
            <a:r>
              <a:rPr lang="es-GT"/>
              <a:t>  </a:t>
            </a:r>
            <a:endParaRPr/>
          </a:p>
          <a:p>
            <a:pPr indent="0" lvl="0" marL="0" rtl="0" algn="l">
              <a:lnSpc>
                <a:spcPct val="80000"/>
              </a:lnSpc>
              <a:spcBef>
                <a:spcPts val="1800"/>
              </a:spcBef>
              <a:spcAft>
                <a:spcPts val="0"/>
              </a:spcAft>
              <a:buClr>
                <a:schemeClr val="dk1"/>
              </a:buClr>
              <a:buSzPts val="2000"/>
              <a:buNone/>
            </a:pPr>
            <a:r>
              <a:rPr lang="es-GT"/>
              <a:t>ITU-T Rec. E.800 - Quality of Service: </a:t>
            </a:r>
            <a:r>
              <a:rPr lang="es-GT" u="sng">
                <a:solidFill>
                  <a:schemeClr val="hlink"/>
                </a:solidFill>
                <a:hlinkClick r:id="rId6"/>
              </a:rPr>
              <a:t>https://www.itu.int/rec/T-REC-E.800</a:t>
            </a:r>
            <a:r>
              <a:rPr lang="es-GT"/>
              <a:t>   </a:t>
            </a:r>
            <a:endParaRPr/>
          </a:p>
          <a:p>
            <a:pPr indent="0" lvl="0" marL="0" rtl="0" algn="l">
              <a:lnSpc>
                <a:spcPct val="80000"/>
              </a:lnSpc>
              <a:spcBef>
                <a:spcPts val="1800"/>
              </a:spcBef>
              <a:spcAft>
                <a:spcPts val="0"/>
              </a:spcAft>
              <a:buClr>
                <a:schemeClr val="dk1"/>
              </a:buClr>
              <a:buSzPts val="2000"/>
              <a:buNone/>
            </a:pPr>
            <a:r>
              <a:rPr lang="es-GT"/>
              <a:t>RFC 4632 - CIDR Address Strategy: </a:t>
            </a:r>
            <a:r>
              <a:rPr lang="es-GT" u="sng">
                <a:solidFill>
                  <a:schemeClr val="hlink"/>
                </a:solidFill>
                <a:hlinkClick r:id="rId7"/>
              </a:rPr>
              <a:t>https://datatracker.ietf.org/doc/html/rfc4632</a:t>
            </a:r>
            <a:r>
              <a:rPr lang="es-GT"/>
              <a:t>  </a:t>
            </a:r>
            <a:endParaRPr/>
          </a:p>
          <a:p>
            <a:pPr indent="0" lvl="0" marL="0" rtl="0" algn="l">
              <a:lnSpc>
                <a:spcPct val="90000"/>
              </a:lnSpc>
              <a:spcBef>
                <a:spcPts val="1800"/>
              </a:spcBef>
              <a:spcAft>
                <a:spcPts val="0"/>
              </a:spcAft>
              <a:buClr>
                <a:schemeClr val="dk1"/>
              </a:buClr>
              <a:buSzPts val="2000"/>
              <a:buFont typeface="Arial"/>
              <a:buNone/>
            </a:pPr>
            <a:r>
              <a:t/>
            </a:r>
            <a:endParaRPr/>
          </a:p>
          <a:p>
            <a:pPr indent="0" lvl="0" marL="0" rtl="0" algn="l">
              <a:lnSpc>
                <a:spcPct val="90000"/>
              </a:lnSpc>
              <a:spcBef>
                <a:spcPts val="1800"/>
              </a:spcBef>
              <a:spcAft>
                <a:spcPts val="0"/>
              </a:spcAft>
              <a:buClr>
                <a:schemeClr val="dk1"/>
              </a:buClr>
              <a:buSzPts val="2000"/>
              <a:buFont typeface="Arial"/>
              <a:buNone/>
            </a:pPr>
            <a:r>
              <a:t/>
            </a:r>
            <a:endParaRPr b="1"/>
          </a:p>
          <a:p>
            <a:pPr indent="-215900" lvl="0" marL="342900" rtl="0" algn="l">
              <a:lnSpc>
                <a:spcPct val="90000"/>
              </a:lnSpc>
              <a:spcBef>
                <a:spcPts val="1800"/>
              </a:spcBef>
              <a:spcAft>
                <a:spcPts val="0"/>
              </a:spcAft>
              <a:buClr>
                <a:schemeClr val="dk1"/>
              </a:buClr>
              <a:buSzPts val="2000"/>
              <a:buNone/>
            </a:pPr>
            <a:r>
              <a:t/>
            </a:r>
            <a:endParaRPr/>
          </a:p>
          <a:p>
            <a:pPr indent="0" lvl="0" marL="0" rtl="0" algn="l">
              <a:lnSpc>
                <a:spcPct val="90000"/>
              </a:lnSpc>
              <a:spcBef>
                <a:spcPts val="1800"/>
              </a:spcBef>
              <a:spcAft>
                <a:spcPts val="0"/>
              </a:spcAft>
              <a:buClr>
                <a:schemeClr val="dk1"/>
              </a:buClr>
              <a:buSzPts val="2000"/>
              <a:buFont typeface="Arial"/>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21"/>
          <p:cNvSpPr txBox="1"/>
          <p:nvPr>
            <p:ph type="ctrTitle"/>
          </p:nvPr>
        </p:nvSpPr>
        <p:spPr>
          <a:xfrm>
            <a:off x="594360" y="411479"/>
            <a:ext cx="5486400" cy="3291840"/>
          </a:xfrm>
          <a:prstGeom prst="rect">
            <a:avLst/>
          </a:prstGeom>
          <a:noFill/>
          <a:ln>
            <a:noFill/>
          </a:ln>
        </p:spPr>
        <p:txBody>
          <a:bodyPr anchorCtr="0" anchor="b" bIns="0" lIns="0" spcFirstLastPara="1" rIns="0" wrap="square" tIns="0">
            <a:noAutofit/>
          </a:bodyPr>
          <a:lstStyle/>
          <a:p>
            <a:pPr indent="0" lvl="0" marL="0" marR="0" rtl="0" algn="l">
              <a:lnSpc>
                <a:spcPct val="80000"/>
              </a:lnSpc>
              <a:spcBef>
                <a:spcPts val="0"/>
              </a:spcBef>
              <a:spcAft>
                <a:spcPts val="0"/>
              </a:spcAft>
              <a:buClr>
                <a:schemeClr val="dk1"/>
              </a:buClr>
              <a:buSzPts val="6000"/>
              <a:buFont typeface="Franklin Gothic"/>
              <a:buNone/>
            </a:pPr>
            <a:r>
              <a:rPr b="1" i="0" lang="es-GT" sz="6000" u="none" cap="none" strike="noStrike">
                <a:solidFill>
                  <a:schemeClr val="dk1"/>
                </a:solidFill>
                <a:latin typeface="Franklin Gothic"/>
                <a:ea typeface="Franklin Gothic"/>
                <a:cs typeface="Franklin Gothic"/>
                <a:sym typeface="Franklin Gothic"/>
              </a:rPr>
              <a:t>Ejemplo Práctico</a:t>
            </a:r>
            <a:endParaRPr b="1" i="0" sz="6000" u="none" cap="none" strike="noStrike">
              <a:solidFill>
                <a:schemeClr val="dk1"/>
              </a:solidFill>
              <a:latin typeface="Franklin Gothic"/>
              <a:ea typeface="Franklin Gothic"/>
              <a:cs typeface="Franklin Gothic"/>
              <a:sym typeface="Franklin Gothic"/>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22"/>
          <p:cNvSpPr txBox="1"/>
          <p:nvPr>
            <p:ph type="ctrTitle"/>
          </p:nvPr>
        </p:nvSpPr>
        <p:spPr>
          <a:xfrm>
            <a:off x="594360" y="411479"/>
            <a:ext cx="5486400"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Clr>
                <a:schemeClr val="dk1"/>
              </a:buClr>
              <a:buSzPts val="6000"/>
              <a:buFont typeface="Franklin Gothic"/>
              <a:buNone/>
            </a:pPr>
            <a:r>
              <a:rPr b="1" i="0" lang="es-GT" sz="6000" u="none" cap="none" strike="noStrike">
                <a:solidFill>
                  <a:schemeClr val="dk1"/>
                </a:solidFill>
                <a:latin typeface="Franklin Gothic"/>
                <a:ea typeface="Franklin Gothic"/>
                <a:cs typeface="Franklin Gothic"/>
                <a:sym typeface="Franklin Gothic"/>
              </a:rPr>
              <a:t>Practiquemos lo aprendido</a:t>
            </a:r>
            <a:endParaRPr b="1" i="0" sz="6000" u="none" cap="none" strike="noStrike">
              <a:solidFill>
                <a:schemeClr val="dk1"/>
              </a:solidFill>
              <a:latin typeface="Franklin Gothic"/>
              <a:ea typeface="Franklin Gothic"/>
              <a:cs typeface="Franklin Gothic"/>
              <a:sym typeface="Franklin Gothic"/>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pic>
        <p:nvPicPr>
          <p:cNvPr id="541" name="Google Shape;541;g3a07b09dc8f_0_59"/>
          <p:cNvPicPr preferRelativeResize="0"/>
          <p:nvPr/>
        </p:nvPicPr>
        <p:blipFill rotWithShape="1">
          <a:blip r:embed="rId3">
            <a:alphaModFix amt="62000"/>
          </a:blip>
          <a:srcRect b="0" l="0" r="0" t="0"/>
          <a:stretch/>
        </p:blipFill>
        <p:spPr>
          <a:xfrm>
            <a:off x="11268" y="0"/>
            <a:ext cx="12169464" cy="6858000"/>
          </a:xfrm>
          <a:prstGeom prst="rect">
            <a:avLst/>
          </a:prstGeom>
          <a:noFill/>
          <a:ln>
            <a:noFill/>
          </a:ln>
        </p:spPr>
      </p:pic>
      <p:graphicFrame>
        <p:nvGraphicFramePr>
          <p:cNvPr id="542" name="Google Shape;542;g3a07b09dc8f_0_59"/>
          <p:cNvGraphicFramePr/>
          <p:nvPr/>
        </p:nvGraphicFramePr>
        <p:xfrm>
          <a:off x="11267" y="1004833"/>
          <a:ext cx="3000000" cy="3000000"/>
        </p:xfrm>
        <a:graphic>
          <a:graphicData uri="http://schemas.openxmlformats.org/drawingml/2006/table">
            <a:tbl>
              <a:tblPr>
                <a:noFill/>
                <a:tableStyleId>{C7332252-7C45-449A-A88A-A1061E6E8F99}</a:tableStyleId>
              </a:tblPr>
              <a:tblGrid>
                <a:gridCol w="3688725"/>
                <a:gridCol w="3284425"/>
              </a:tblGrid>
              <a:tr h="429925">
                <a:tc>
                  <a:txBody>
                    <a:bodyPr/>
                    <a:lstStyle/>
                    <a:p>
                      <a:pPr indent="0" lvl="0" marL="0" marR="0" rtl="0" algn="l">
                        <a:lnSpc>
                          <a:spcPct val="100000"/>
                        </a:lnSpc>
                        <a:spcBef>
                          <a:spcPts val="0"/>
                        </a:spcBef>
                        <a:spcAft>
                          <a:spcPts val="0"/>
                        </a:spcAft>
                        <a:buClr>
                          <a:srgbClr val="000000"/>
                        </a:buClr>
                        <a:buSzPts val="1900"/>
                        <a:buFont typeface="Arial"/>
                        <a:buNone/>
                      </a:pPr>
                      <a:r>
                        <a:rPr b="1" lang="es-GT" sz="1900" u="none" cap="none" strike="noStrike">
                          <a:solidFill>
                            <a:schemeClr val="dk1"/>
                          </a:solidFill>
                        </a:rPr>
                        <a:t>Nombre de la actividad:</a:t>
                      </a:r>
                      <a:endParaRPr b="1" sz="1900" u="none" cap="none" strike="noStrike">
                        <a:solidFill>
                          <a:schemeClr val="dk1"/>
                        </a:solidFill>
                      </a:endParaRPr>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s-GT" sz="1900" u="none" cap="none" strike="noStrike"/>
                        <a:t>Hoja de trabajo 1</a:t>
                      </a:r>
                      <a:endParaRPr sz="1900" u="none" cap="none" strike="noStrike"/>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r>
              <a:tr h="484125">
                <a:tc>
                  <a:txBody>
                    <a:bodyPr/>
                    <a:lstStyle/>
                    <a:p>
                      <a:pPr indent="0" lvl="0" marL="0" marR="0" rtl="0" algn="l">
                        <a:lnSpc>
                          <a:spcPct val="100000"/>
                        </a:lnSpc>
                        <a:spcBef>
                          <a:spcPts val="0"/>
                        </a:spcBef>
                        <a:spcAft>
                          <a:spcPts val="0"/>
                        </a:spcAft>
                        <a:buClr>
                          <a:srgbClr val="000000"/>
                        </a:buClr>
                        <a:buSzPts val="1900"/>
                        <a:buFont typeface="Arial"/>
                        <a:buNone/>
                      </a:pPr>
                      <a:r>
                        <a:rPr b="1" lang="es-GT" sz="1900" u="none" cap="none" strike="noStrike">
                          <a:solidFill>
                            <a:schemeClr val="dk1"/>
                          </a:solidFill>
                        </a:rPr>
                        <a:t>Cantidad de participantes:</a:t>
                      </a:r>
                      <a:endParaRPr b="1" sz="1900" u="none" cap="none" strike="noStrike">
                        <a:solidFill>
                          <a:schemeClr val="dk1"/>
                        </a:solidFill>
                      </a:endParaRPr>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s-GT" sz="1900" u="none" cap="none" strike="noStrike"/>
                        <a:t>20</a:t>
                      </a:r>
                      <a:endParaRPr sz="1900" u="none" cap="none" strike="noStrike"/>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r>
              <a:tr h="438125">
                <a:tc>
                  <a:txBody>
                    <a:bodyPr/>
                    <a:lstStyle/>
                    <a:p>
                      <a:pPr indent="0" lvl="0" marL="0" marR="0" rtl="0" algn="l">
                        <a:lnSpc>
                          <a:spcPct val="100000"/>
                        </a:lnSpc>
                        <a:spcBef>
                          <a:spcPts val="0"/>
                        </a:spcBef>
                        <a:spcAft>
                          <a:spcPts val="0"/>
                        </a:spcAft>
                        <a:buClr>
                          <a:srgbClr val="000000"/>
                        </a:buClr>
                        <a:buSzPts val="1900"/>
                        <a:buFont typeface="Arial"/>
                        <a:buNone/>
                      </a:pPr>
                      <a:r>
                        <a:rPr b="1" lang="es-GT" sz="1900" u="none" cap="none" strike="noStrike">
                          <a:solidFill>
                            <a:schemeClr val="dk1"/>
                          </a:solidFill>
                        </a:rPr>
                        <a:t>Doy fe que esta actividad está planificada en dtt (Sí/No):</a:t>
                      </a:r>
                      <a:endParaRPr b="1" sz="1900" u="none" cap="none" strike="noStrike">
                        <a:solidFill>
                          <a:schemeClr val="dk1"/>
                        </a:solidFill>
                      </a:endParaRPr>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s-GT" sz="1900" u="none" cap="none" strike="noStrike"/>
                        <a:t>Sí</a:t>
                      </a:r>
                      <a:endParaRPr sz="1900" u="none" cap="none" strike="noStrike"/>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r>
            </a:tbl>
          </a:graphicData>
        </a:graphic>
      </p:graphicFrame>
      <p:sp>
        <p:nvSpPr>
          <p:cNvPr id="543" name="Google Shape;543;g3a07b09dc8f_0_59"/>
          <p:cNvSpPr txBox="1"/>
          <p:nvPr/>
        </p:nvSpPr>
        <p:spPr>
          <a:xfrm>
            <a:off x="0" y="2854600"/>
            <a:ext cx="12025200" cy="5388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1900"/>
              <a:buFont typeface="Arial"/>
              <a:buNone/>
            </a:pPr>
            <a:r>
              <a:rPr b="1" i="0" lang="es-GT" sz="1900" u="none" cap="none" strike="noStrike">
                <a:solidFill>
                  <a:srgbClr val="000000"/>
                </a:solidFill>
                <a:latin typeface="Arial"/>
                <a:ea typeface="Arial"/>
                <a:cs typeface="Arial"/>
                <a:sym typeface="Arial"/>
              </a:rPr>
              <a:t>Participantes: llenar las siguientes cajas de texto (tomar información del chat del meet)</a:t>
            </a:r>
            <a:endParaRPr b="1" i="0" sz="1900" u="none" cap="none" strike="noStrike">
              <a:solidFill>
                <a:srgbClr val="000000"/>
              </a:solidFill>
              <a:latin typeface="Arial"/>
              <a:ea typeface="Arial"/>
              <a:cs typeface="Arial"/>
              <a:sym typeface="Arial"/>
            </a:endParaRPr>
          </a:p>
        </p:txBody>
      </p:sp>
      <p:sp>
        <p:nvSpPr>
          <p:cNvPr id="544" name="Google Shape;544;g3a07b09dc8f_0_59"/>
          <p:cNvSpPr txBox="1"/>
          <p:nvPr/>
        </p:nvSpPr>
        <p:spPr>
          <a:xfrm>
            <a:off x="11267" y="3303867"/>
            <a:ext cx="4111500" cy="3463200"/>
          </a:xfrm>
          <a:prstGeom prst="rect">
            <a:avLst/>
          </a:prstGeom>
          <a:noFill/>
          <a:ln cap="flat" cmpd="sng" w="12700">
            <a:solidFill>
              <a:schemeClr val="dk1"/>
            </a:solidFill>
            <a:prstDash val="solid"/>
            <a:round/>
            <a:headEnd len="sm" w="sm" type="none"/>
            <a:tailEnd len="sm" w="sm" type="none"/>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rgbClr val="000000"/>
                </a:solidFill>
                <a:latin typeface="Arial"/>
                <a:ea typeface="Arial"/>
                <a:cs typeface="Arial"/>
                <a:sym typeface="Arial"/>
              </a:rPr>
              <a:t>NombreTutor académico21:29</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rgbClr val="000000"/>
                </a:solidFill>
                <a:latin typeface="Arial"/>
                <a:ea typeface="Arial"/>
                <a:cs typeface="Arial"/>
                <a:sym typeface="Arial"/>
              </a:rPr>
              <a:t>Listado de participantes a hoja de trabajo No 1</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rgbClr val="000000"/>
                </a:solidFill>
                <a:latin typeface="Arial"/>
                <a:ea typeface="Arial"/>
                <a:cs typeface="Arial"/>
                <a:sym typeface="Arial"/>
              </a:rPr>
              <a:t>Estudiante1 21:29</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rgbClr val="000000"/>
                </a:solidFill>
                <a:latin typeface="Arial"/>
                <a:ea typeface="Arial"/>
                <a:cs typeface="Arial"/>
                <a:sym typeface="Arial"/>
              </a:rPr>
              <a:t>200000001 Estudiante1 Apellido</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Estudiante2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200000002 Estudiante2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Estudiante3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200000003 Estudiante3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Estudiante4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200000004 Estudiante4 Apellido</a:t>
            </a:r>
            <a:endParaRPr b="0" i="0" sz="1900" u="none" cap="none" strike="noStrike">
              <a:solidFill>
                <a:schemeClr val="dk1"/>
              </a:solidFill>
              <a:latin typeface="Arial"/>
              <a:ea typeface="Arial"/>
              <a:cs typeface="Arial"/>
              <a:sym typeface="Arial"/>
            </a:endParaRPr>
          </a:p>
        </p:txBody>
      </p:sp>
      <p:graphicFrame>
        <p:nvGraphicFramePr>
          <p:cNvPr id="545" name="Google Shape;545;g3a07b09dc8f_0_59"/>
          <p:cNvGraphicFramePr/>
          <p:nvPr/>
        </p:nvGraphicFramePr>
        <p:xfrm>
          <a:off x="7104267" y="1293367"/>
          <a:ext cx="3000000" cy="3000000"/>
        </p:xfrm>
        <a:graphic>
          <a:graphicData uri="http://schemas.openxmlformats.org/drawingml/2006/table">
            <a:tbl>
              <a:tblPr>
                <a:noFill/>
                <a:tableStyleId>{C7332252-7C45-449A-A88A-A1061E6E8F99}</a:tableStyleId>
              </a:tblPr>
              <a:tblGrid>
                <a:gridCol w="1961700"/>
                <a:gridCol w="2959075"/>
              </a:tblGrid>
              <a:tr h="429925">
                <a:tc>
                  <a:txBody>
                    <a:bodyPr/>
                    <a:lstStyle/>
                    <a:p>
                      <a:pPr indent="0" lvl="0" marL="0" marR="0" rtl="0" algn="l">
                        <a:lnSpc>
                          <a:spcPct val="100000"/>
                        </a:lnSpc>
                        <a:spcBef>
                          <a:spcPts val="0"/>
                        </a:spcBef>
                        <a:spcAft>
                          <a:spcPts val="0"/>
                        </a:spcAft>
                        <a:buClr>
                          <a:srgbClr val="000000"/>
                        </a:buClr>
                        <a:buSzPts val="1900"/>
                        <a:buFont typeface="Arial"/>
                        <a:buNone/>
                      </a:pPr>
                      <a:r>
                        <a:rPr b="1" lang="es-GT" sz="1900" u="none" cap="none" strike="noStrike">
                          <a:solidFill>
                            <a:schemeClr val="dk1"/>
                          </a:solidFill>
                        </a:rPr>
                        <a:t>Hora de inicio:</a:t>
                      </a:r>
                      <a:endParaRPr b="1" sz="1900" u="none" cap="none" strike="noStrike">
                        <a:solidFill>
                          <a:schemeClr val="dk1"/>
                        </a:solidFill>
                      </a:endParaRPr>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s-GT" sz="1900" u="none" cap="none" strike="noStrike"/>
                        <a:t>21:30</a:t>
                      </a:r>
                      <a:endParaRPr sz="1900" u="none" cap="none" strike="noStrike"/>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r>
              <a:tr h="484125">
                <a:tc>
                  <a:txBody>
                    <a:bodyPr/>
                    <a:lstStyle/>
                    <a:p>
                      <a:pPr indent="0" lvl="0" marL="0" marR="0" rtl="0" algn="l">
                        <a:lnSpc>
                          <a:spcPct val="100000"/>
                        </a:lnSpc>
                        <a:spcBef>
                          <a:spcPts val="0"/>
                        </a:spcBef>
                        <a:spcAft>
                          <a:spcPts val="0"/>
                        </a:spcAft>
                        <a:buClr>
                          <a:srgbClr val="000000"/>
                        </a:buClr>
                        <a:buSzPts val="1900"/>
                        <a:buFont typeface="Arial"/>
                        <a:buNone/>
                      </a:pPr>
                      <a:r>
                        <a:rPr b="1" lang="es-GT" sz="1900" u="none" cap="none" strike="noStrike">
                          <a:solidFill>
                            <a:schemeClr val="dk1"/>
                          </a:solidFill>
                        </a:rPr>
                        <a:t>Hora de fin:</a:t>
                      </a:r>
                      <a:endParaRPr b="1" sz="1900" u="none" cap="none" strike="noStrike">
                        <a:solidFill>
                          <a:schemeClr val="dk1"/>
                        </a:solidFill>
                      </a:endParaRPr>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s-GT" sz="1900" u="none" cap="none" strike="noStrike"/>
                        <a:t>21:50</a:t>
                      </a:r>
                      <a:endParaRPr sz="1900" u="none" cap="none" strike="noStrike"/>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r>
              <a:tr h="438125">
                <a:tc>
                  <a:txBody>
                    <a:bodyPr/>
                    <a:lstStyle/>
                    <a:p>
                      <a:pPr indent="0" lvl="0" marL="0" marR="0" rtl="0" algn="l">
                        <a:lnSpc>
                          <a:spcPct val="100000"/>
                        </a:lnSpc>
                        <a:spcBef>
                          <a:spcPts val="0"/>
                        </a:spcBef>
                        <a:spcAft>
                          <a:spcPts val="0"/>
                        </a:spcAft>
                        <a:buClr>
                          <a:schemeClr val="dk1"/>
                        </a:buClr>
                        <a:buSzPts val="1300"/>
                        <a:buFont typeface="Arial"/>
                        <a:buNone/>
                      </a:pPr>
                      <a:r>
                        <a:rPr b="1" lang="es-GT" sz="1900" u="none" cap="none" strike="noStrike">
                          <a:solidFill>
                            <a:schemeClr val="dk1"/>
                          </a:solidFill>
                        </a:rPr>
                        <a:t>Duración(min):</a:t>
                      </a:r>
                      <a:endParaRPr b="1" sz="700" u="none" cap="none" strike="noStrike"/>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s-GT" sz="1900" u="none" cap="none" strike="noStrike"/>
                        <a:t>20</a:t>
                      </a:r>
                      <a:endParaRPr sz="1900" u="none" cap="none" strike="noStrike"/>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r>
            </a:tbl>
          </a:graphicData>
        </a:graphic>
      </p:graphicFrame>
      <p:sp>
        <p:nvSpPr>
          <p:cNvPr id="546" name="Google Shape;546;g3a07b09dc8f_0_59"/>
          <p:cNvSpPr txBox="1"/>
          <p:nvPr/>
        </p:nvSpPr>
        <p:spPr>
          <a:xfrm>
            <a:off x="4174400" y="3303867"/>
            <a:ext cx="4111500" cy="3463200"/>
          </a:xfrm>
          <a:prstGeom prst="rect">
            <a:avLst/>
          </a:prstGeom>
          <a:noFill/>
          <a:ln cap="flat" cmpd="sng" w="12700">
            <a:solidFill>
              <a:schemeClr val="dk1"/>
            </a:solidFill>
            <a:prstDash val="solid"/>
            <a:round/>
            <a:headEnd len="sm" w="sm" type="none"/>
            <a:tailEnd len="sm" w="sm" type="none"/>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Estudiante5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200000005 Estudiante5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Estudiante6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200000006 Estudiante6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Estudiante7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200000007 Estudiante7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Estudiante8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GT" sz="1900" u="none" cap="none" strike="noStrike">
                <a:solidFill>
                  <a:schemeClr val="dk1"/>
                </a:solidFill>
                <a:latin typeface="Arial"/>
                <a:ea typeface="Arial"/>
                <a:cs typeface="Arial"/>
                <a:sym typeface="Arial"/>
              </a:rPr>
              <a:t>200000008 Estudiante8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GT" sz="1900" u="none" cap="none" strike="noStrike">
                <a:solidFill>
                  <a:schemeClr val="dk1"/>
                </a:solidFill>
                <a:latin typeface="Arial"/>
                <a:ea typeface="Arial"/>
                <a:cs typeface="Arial"/>
                <a:sym typeface="Arial"/>
              </a:rPr>
              <a:t>Estudiante9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GT" sz="1900" u="none" cap="none" strike="noStrike">
                <a:solidFill>
                  <a:schemeClr val="dk1"/>
                </a:solidFill>
                <a:latin typeface="Arial"/>
                <a:ea typeface="Arial"/>
                <a:cs typeface="Arial"/>
                <a:sym typeface="Arial"/>
              </a:rPr>
              <a:t>200000009 Estudiante9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t/>
            </a:r>
            <a:endParaRPr b="0" i="0" sz="1900" u="none" cap="none" strike="noStrike">
              <a:solidFill>
                <a:schemeClr val="dk1"/>
              </a:solidFill>
              <a:latin typeface="Arial"/>
              <a:ea typeface="Arial"/>
              <a:cs typeface="Arial"/>
              <a:sym typeface="Arial"/>
            </a:endParaRPr>
          </a:p>
        </p:txBody>
      </p:sp>
      <p:sp>
        <p:nvSpPr>
          <p:cNvPr id="547" name="Google Shape;547;g3a07b09dc8f_0_59"/>
          <p:cNvSpPr txBox="1"/>
          <p:nvPr/>
        </p:nvSpPr>
        <p:spPr>
          <a:xfrm>
            <a:off x="8337533" y="3303867"/>
            <a:ext cx="3843300" cy="3755700"/>
          </a:xfrm>
          <a:prstGeom prst="rect">
            <a:avLst/>
          </a:prstGeom>
          <a:noFill/>
          <a:ln cap="flat" cmpd="sng" w="12700">
            <a:solidFill>
              <a:schemeClr val="dk1"/>
            </a:solidFill>
            <a:prstDash val="solid"/>
            <a:round/>
            <a:headEnd len="sm" w="sm" type="none"/>
            <a:tailEnd len="sm" w="sm" type="none"/>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Estudiante10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2000000010 Estudiante10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Estudiante11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2000000011 Estudiante11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Estudiante12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2000000012 Estudiante12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Estudiante13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2000000013 Estudiant13 Apellido</a:t>
            </a:r>
            <a:endParaRPr b="0" i="0" sz="1900" u="none" cap="none" strike="noStrik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23"/>
          <p:cNvSpPr txBox="1"/>
          <p:nvPr>
            <p:ph type="ctrTitle"/>
          </p:nvPr>
        </p:nvSpPr>
        <p:spPr>
          <a:xfrm>
            <a:off x="594360" y="411479"/>
            <a:ext cx="5486400"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Clr>
                <a:schemeClr val="dk1"/>
              </a:buClr>
              <a:buSzPts val="6000"/>
              <a:buFont typeface="Franklin Gothic"/>
              <a:buNone/>
            </a:pPr>
            <a:r>
              <a:rPr b="1" i="0" lang="es-GT" sz="6000" u="none" cap="none" strike="noStrike">
                <a:solidFill>
                  <a:schemeClr val="dk1"/>
                </a:solidFill>
                <a:latin typeface="Franklin Gothic"/>
                <a:ea typeface="Franklin Gothic"/>
                <a:cs typeface="Franklin Gothic"/>
                <a:sym typeface="Franklin Gothic"/>
              </a:rPr>
              <a:t>Dudas</a:t>
            </a:r>
            <a:endParaRPr b="1" i="0" sz="6000" u="none" cap="none" strike="noStrike">
              <a:solidFill>
                <a:schemeClr val="dk1"/>
              </a:solidFill>
              <a:latin typeface="Franklin Gothic"/>
              <a:ea typeface="Franklin Gothic"/>
              <a:cs typeface="Franklin Gothic"/>
              <a:sym typeface="Franklin Gothic"/>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24"/>
          <p:cNvSpPr txBox="1"/>
          <p:nvPr>
            <p:ph type="ctrTitle"/>
          </p:nvPr>
        </p:nvSpPr>
        <p:spPr>
          <a:xfrm>
            <a:off x="594360" y="411479"/>
            <a:ext cx="5486400"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Clr>
                <a:schemeClr val="dk1"/>
              </a:buClr>
              <a:buSzPts val="6000"/>
              <a:buFont typeface="Franklin Gothic"/>
              <a:buNone/>
            </a:pPr>
            <a:r>
              <a:rPr b="1" i="0" lang="es-GT" sz="6000" u="none" cap="none" strike="noStrike">
                <a:solidFill>
                  <a:schemeClr val="dk1"/>
                </a:solidFill>
                <a:latin typeface="Franklin Gothic"/>
                <a:ea typeface="Franklin Gothic"/>
                <a:cs typeface="Franklin Gothic"/>
                <a:sym typeface="Franklin Gothic"/>
              </a:rPr>
              <a:t>Gracias por su atención</a:t>
            </a:r>
            <a:endParaRPr b="1" i="0" sz="6000" u="none" cap="none" strike="noStrike">
              <a:solidFill>
                <a:schemeClr val="dk1"/>
              </a:solidFill>
              <a:latin typeface="Franklin Gothic"/>
              <a:ea typeface="Franklin Gothic"/>
              <a:cs typeface="Franklin Gothic"/>
              <a:sym typeface="Franklin Gothic"/>
            </a:endParaRPr>
          </a:p>
        </p:txBody>
      </p:sp>
      <p:sp>
        <p:nvSpPr>
          <p:cNvPr id="560" name="Google Shape;560;p24"/>
          <p:cNvSpPr txBox="1"/>
          <p:nvPr/>
        </p:nvSpPr>
        <p:spPr>
          <a:xfrm>
            <a:off x="598715" y="5225142"/>
            <a:ext cx="7859485"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GT" sz="1800">
                <a:solidFill>
                  <a:srgbClr val="0C0C0C"/>
                </a:solidFill>
                <a:latin typeface="Libre Franklin"/>
                <a:ea typeface="Libre Franklin"/>
                <a:cs typeface="Libre Franklin"/>
                <a:sym typeface="Libre Franklin"/>
              </a:rPr>
              <a:t>RECUERDA QUE TENEMOS NUESTRO FORO SEMANAL DONDE PUEDES CONSULTAR CUALQUIER DUDA QUE TE SURJA EN LA SEMANA</a:t>
            </a:r>
            <a:endParaRPr/>
          </a:p>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Tree>
  </p:cSld>
  <p:clrMapOvr>
    <a:masterClrMapping/>
  </p:clrMapOvr>
</p:sld>
</file>

<file path=ppt/theme/theme1.xml><?xml version="1.0" encoding="utf-8"?>
<a:theme xmlns:a="http://schemas.openxmlformats.org/drawingml/2006/main" xmlns:r="http://schemas.openxmlformats.org/officeDocument/2006/relationships" name="Personalizar">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Aspecto">
      <a:dk1>
        <a:srgbClr val="000000"/>
      </a:dk1>
      <a:lt1>
        <a:srgbClr val="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2025-01-29T05:11:38Z</dcterms:created>
  <dc:creator>Jose Rodrigo Rodas Palencia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0x010100DC455CA444E7564FBCD418AEB3DAFB1D</vt:lpwstr>
  </property>
</Properties>
</file>