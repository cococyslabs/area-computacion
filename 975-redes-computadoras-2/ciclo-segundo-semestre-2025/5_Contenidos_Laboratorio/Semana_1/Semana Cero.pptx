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DM San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XqrVJQxtfms8p/Kl6S7shexMo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DMSans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3646585" y="6336615"/>
            <a:ext cx="10965013" cy="682692"/>
            <a:chOff x="0" y="-38100"/>
            <a:chExt cx="2887905" cy="179804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887905" cy="141704"/>
            </a:xfrm>
            <a:custGeom>
              <a:rect b="b" l="l" r="r" t="t"/>
              <a:pathLst>
                <a:path extrusionOk="0" h="141704" w="2887905">
                  <a:moveTo>
                    <a:pt x="0" y="0"/>
                  </a:moveTo>
                  <a:lnTo>
                    <a:pt x="2887905" y="0"/>
                  </a:lnTo>
                  <a:lnTo>
                    <a:pt x="2887905" y="141704"/>
                  </a:lnTo>
                  <a:lnTo>
                    <a:pt x="0" y="141704"/>
                  </a:ln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2887905" cy="1798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1965221" y="3617277"/>
            <a:ext cx="14327740" cy="2795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99" u="none" cap="none" strike="noStrike">
                <a:solidFill>
                  <a:srgbClr val="11100E"/>
                </a:solidFill>
                <a:latin typeface="Arial"/>
                <a:ea typeface="Arial"/>
                <a:cs typeface="Arial"/>
                <a:sym typeface="Arial"/>
              </a:rPr>
              <a:t>Redes de Computadoras 2 Sección N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0780696" y="6635638"/>
            <a:ext cx="11109843" cy="7494094"/>
          </a:xfrm>
          <a:custGeom>
            <a:rect b="b" l="l" r="r" t="t"/>
            <a:pathLst>
              <a:path extrusionOk="0" h="7494094" w="11109843">
                <a:moveTo>
                  <a:pt x="0" y="0"/>
                </a:moveTo>
                <a:lnTo>
                  <a:pt x="11109842" y="0"/>
                </a:lnTo>
                <a:lnTo>
                  <a:pt x="11109842" y="7494094"/>
                </a:lnTo>
                <a:lnTo>
                  <a:pt x="0" y="749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2076909">
            <a:off x="-4770220" y="-4094631"/>
            <a:ext cx="9540441" cy="6435461"/>
          </a:xfrm>
          <a:custGeom>
            <a:rect b="b" l="l" r="r" t="t"/>
            <a:pathLst>
              <a:path extrusionOk="0" h="6435461" w="9540441">
                <a:moveTo>
                  <a:pt x="0" y="0"/>
                </a:moveTo>
                <a:lnTo>
                  <a:pt x="9540440" y="0"/>
                </a:lnTo>
                <a:lnTo>
                  <a:pt x="9540440" y="6435461"/>
                </a:lnTo>
                <a:lnTo>
                  <a:pt x="0" y="6435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5682284" y="2438969"/>
            <a:ext cx="5178448" cy="1148183"/>
            <a:chOff x="0" y="-76200"/>
            <a:chExt cx="1363862" cy="302400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363862" cy="226082"/>
            </a:xfrm>
            <a:custGeom>
              <a:rect b="b" l="l" r="r" t="t"/>
              <a:pathLst>
                <a:path extrusionOk="0" h="226082" w="1363862">
                  <a:moveTo>
                    <a:pt x="0" y="0"/>
                  </a:moveTo>
                  <a:lnTo>
                    <a:pt x="1363862" y="0"/>
                  </a:lnTo>
                  <a:lnTo>
                    <a:pt x="1363862" y="226082"/>
                  </a:lnTo>
                  <a:lnTo>
                    <a:pt x="0" y="226082"/>
                  </a:ln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3638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80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AGENDA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 rot="5400000">
            <a:off x="-4300298" y="1112840"/>
            <a:ext cx="10657996" cy="8061320"/>
          </a:xfrm>
          <a:custGeom>
            <a:rect b="b" l="l" r="r" t="t"/>
            <a:pathLst>
              <a:path extrusionOk="0" h="8061320" w="10657996">
                <a:moveTo>
                  <a:pt x="0" y="0"/>
                </a:moveTo>
                <a:lnTo>
                  <a:pt x="10657996" y="0"/>
                </a:lnTo>
                <a:lnTo>
                  <a:pt x="10657996" y="8061320"/>
                </a:lnTo>
                <a:lnTo>
                  <a:pt x="0" y="8061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 rot="-9040874">
            <a:off x="13360154" y="-723596"/>
            <a:ext cx="11117374" cy="7499174"/>
          </a:xfrm>
          <a:custGeom>
            <a:rect b="b" l="l" r="r" t="t"/>
            <a:pathLst>
              <a:path extrusionOk="0" h="7494094" w="11109843">
                <a:moveTo>
                  <a:pt x="0" y="0"/>
                </a:moveTo>
                <a:lnTo>
                  <a:pt x="11109842" y="0"/>
                </a:lnTo>
                <a:lnTo>
                  <a:pt x="11109842" y="7494094"/>
                </a:lnTo>
                <a:lnTo>
                  <a:pt x="0" y="749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5135818" y="3990528"/>
            <a:ext cx="690088" cy="690088"/>
          </a:xfrm>
          <a:custGeom>
            <a:rect b="b" l="l" r="r" t="t"/>
            <a:pathLst>
              <a:path extrusionOk="0" h="690088" w="690088">
                <a:moveTo>
                  <a:pt x="0" y="0"/>
                </a:moveTo>
                <a:lnTo>
                  <a:pt x="690088" y="0"/>
                </a:lnTo>
                <a:lnTo>
                  <a:pt x="690088" y="690087"/>
                </a:lnTo>
                <a:lnTo>
                  <a:pt x="0" y="690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 txBox="1"/>
          <p:nvPr/>
        </p:nvSpPr>
        <p:spPr>
          <a:xfrm>
            <a:off x="6161001" y="3924111"/>
            <a:ext cx="51456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31" u="none" cap="none" strike="noStrik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Presentación Auxiliares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161001" y="4937532"/>
            <a:ext cx="77805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31" u="none" cap="none" strike="noStrik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Presentación Programa Laboratorio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161001" y="5950953"/>
            <a:ext cx="77805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31" u="none" cap="none" strike="noStrik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Evaluación de Conocimientos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5135818" y="5003949"/>
            <a:ext cx="690088" cy="690088"/>
          </a:xfrm>
          <a:custGeom>
            <a:rect b="b" l="l" r="r" t="t"/>
            <a:pathLst>
              <a:path extrusionOk="0" h="690088" w="690088">
                <a:moveTo>
                  <a:pt x="0" y="0"/>
                </a:moveTo>
                <a:lnTo>
                  <a:pt x="690088" y="0"/>
                </a:lnTo>
                <a:lnTo>
                  <a:pt x="690088" y="690088"/>
                </a:lnTo>
                <a:lnTo>
                  <a:pt x="0" y="69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5135818" y="6017370"/>
            <a:ext cx="690088" cy="690088"/>
          </a:xfrm>
          <a:custGeom>
            <a:rect b="b" l="l" r="r" t="t"/>
            <a:pathLst>
              <a:path extrusionOk="0" h="690088" w="690088">
                <a:moveTo>
                  <a:pt x="0" y="0"/>
                </a:moveTo>
                <a:lnTo>
                  <a:pt x="690088" y="0"/>
                </a:lnTo>
                <a:lnTo>
                  <a:pt x="690088" y="690088"/>
                </a:lnTo>
                <a:lnTo>
                  <a:pt x="0" y="69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 rot="-8008202">
            <a:off x="8176178" y="-3073742"/>
            <a:ext cx="15074792" cy="10168633"/>
          </a:xfrm>
          <a:custGeom>
            <a:rect b="b" l="l" r="r" t="t"/>
            <a:pathLst>
              <a:path extrusionOk="0" h="10168633" w="15074792">
                <a:moveTo>
                  <a:pt x="0" y="0"/>
                </a:moveTo>
                <a:lnTo>
                  <a:pt x="15074792" y="0"/>
                </a:lnTo>
                <a:lnTo>
                  <a:pt x="15074792" y="10168632"/>
                </a:lnTo>
                <a:lnTo>
                  <a:pt x="0" y="1016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2078789" y="5569929"/>
            <a:ext cx="438147" cy="438147"/>
          </a:xfrm>
          <a:custGeom>
            <a:rect b="b" l="l" r="r" t="t"/>
            <a:pathLst>
              <a:path extrusionOk="0" h="438147" w="438147">
                <a:moveTo>
                  <a:pt x="0" y="0"/>
                </a:moveTo>
                <a:lnTo>
                  <a:pt x="438147" y="0"/>
                </a:lnTo>
                <a:lnTo>
                  <a:pt x="438147" y="438147"/>
                </a:lnTo>
                <a:lnTo>
                  <a:pt x="0" y="438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2078789" y="5018029"/>
            <a:ext cx="438147" cy="438147"/>
          </a:xfrm>
          <a:custGeom>
            <a:rect b="b" l="l" r="r" t="t"/>
            <a:pathLst>
              <a:path extrusionOk="0" h="438147" w="438147">
                <a:moveTo>
                  <a:pt x="0" y="0"/>
                </a:moveTo>
                <a:lnTo>
                  <a:pt x="438147" y="0"/>
                </a:lnTo>
                <a:lnTo>
                  <a:pt x="438147" y="438147"/>
                </a:lnTo>
                <a:lnTo>
                  <a:pt x="0" y="438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2687997" y="5512779"/>
            <a:ext cx="6666722" cy="48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19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correo@ingenieria.usac.edu.gt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2687997" y="4978508"/>
            <a:ext cx="2698318" cy="48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19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numero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2078789" y="4423734"/>
            <a:ext cx="5857379" cy="531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7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Aux 1 - nombre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725991" y="2535234"/>
            <a:ext cx="8627366" cy="137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65" u="none" cap="none" strike="noStrike">
                <a:solidFill>
                  <a:srgbClr val="11100E"/>
                </a:solidFill>
                <a:latin typeface="Arial"/>
                <a:ea typeface="Arial"/>
                <a:cs typeface="Arial"/>
                <a:sym typeface="Arial"/>
              </a:rPr>
              <a:t>Auxiliares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 rot="-8008202">
            <a:off x="-3935285" y="7324700"/>
            <a:ext cx="6820406" cy="4600674"/>
          </a:xfrm>
          <a:custGeom>
            <a:rect b="b" l="l" r="r" t="t"/>
            <a:pathLst>
              <a:path extrusionOk="0" h="4600674" w="6820406">
                <a:moveTo>
                  <a:pt x="0" y="0"/>
                </a:moveTo>
                <a:lnTo>
                  <a:pt x="6820406" y="0"/>
                </a:lnTo>
                <a:lnTo>
                  <a:pt x="6820406" y="4600674"/>
                </a:lnTo>
                <a:lnTo>
                  <a:pt x="0" y="460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2078789" y="7880952"/>
            <a:ext cx="438147" cy="438147"/>
          </a:xfrm>
          <a:custGeom>
            <a:rect b="b" l="l" r="r" t="t"/>
            <a:pathLst>
              <a:path extrusionOk="0" h="438147" w="438147">
                <a:moveTo>
                  <a:pt x="0" y="0"/>
                </a:moveTo>
                <a:lnTo>
                  <a:pt x="438147" y="0"/>
                </a:lnTo>
                <a:lnTo>
                  <a:pt x="438147" y="438147"/>
                </a:lnTo>
                <a:lnTo>
                  <a:pt x="0" y="438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/>
          <p:nvPr/>
        </p:nvSpPr>
        <p:spPr>
          <a:xfrm>
            <a:off x="2078789" y="7329052"/>
            <a:ext cx="438147" cy="438147"/>
          </a:xfrm>
          <a:custGeom>
            <a:rect b="b" l="l" r="r" t="t"/>
            <a:pathLst>
              <a:path extrusionOk="0" h="438147" w="438147">
                <a:moveTo>
                  <a:pt x="0" y="0"/>
                </a:moveTo>
                <a:lnTo>
                  <a:pt x="438147" y="0"/>
                </a:lnTo>
                <a:lnTo>
                  <a:pt x="438147" y="438147"/>
                </a:lnTo>
                <a:lnTo>
                  <a:pt x="0" y="438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 txBox="1"/>
          <p:nvPr/>
        </p:nvSpPr>
        <p:spPr>
          <a:xfrm>
            <a:off x="2687997" y="7823802"/>
            <a:ext cx="6666722" cy="48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19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correo@ingenieria.usac.edu.gt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2687997" y="7289531"/>
            <a:ext cx="2698318" cy="48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19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numero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2078789" y="6734757"/>
            <a:ext cx="5857379" cy="531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7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Aux 2 - nombre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 rot="9972868">
            <a:off x="6763943" y="299987"/>
            <a:ext cx="11457773" cy="9687027"/>
          </a:xfrm>
          <a:custGeom>
            <a:rect b="b" l="l" r="r" t="t"/>
            <a:pathLst>
              <a:path extrusionOk="0" h="9687027" w="11457773">
                <a:moveTo>
                  <a:pt x="0" y="0"/>
                </a:moveTo>
                <a:lnTo>
                  <a:pt x="11457773" y="0"/>
                </a:lnTo>
                <a:lnTo>
                  <a:pt x="11457773" y="9687026"/>
                </a:lnTo>
                <a:lnTo>
                  <a:pt x="0" y="96870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 rot="10800000">
            <a:off x="-496189" y="1422058"/>
            <a:ext cx="6974359" cy="2193753"/>
          </a:xfrm>
          <a:custGeom>
            <a:rect b="b" l="l" r="r" t="t"/>
            <a:pathLst>
              <a:path extrusionOk="0" h="2193753" w="6974359">
                <a:moveTo>
                  <a:pt x="0" y="0"/>
                </a:moveTo>
                <a:lnTo>
                  <a:pt x="6974359" y="0"/>
                </a:lnTo>
                <a:lnTo>
                  <a:pt x="6974359" y="2193753"/>
                </a:lnTo>
                <a:lnTo>
                  <a:pt x="0" y="219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1940985" y="1896617"/>
            <a:ext cx="4114170" cy="11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Evaluación</a:t>
            </a:r>
            <a:endParaRPr/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Conocimientos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 rot="9972868">
            <a:off x="6763943" y="299987"/>
            <a:ext cx="11457773" cy="9687027"/>
          </a:xfrm>
          <a:custGeom>
            <a:rect b="b" l="l" r="r" t="t"/>
            <a:pathLst>
              <a:path extrusionOk="0" h="9687027" w="11457773">
                <a:moveTo>
                  <a:pt x="0" y="0"/>
                </a:moveTo>
                <a:lnTo>
                  <a:pt x="11457773" y="0"/>
                </a:lnTo>
                <a:lnTo>
                  <a:pt x="11457773" y="9687026"/>
                </a:lnTo>
                <a:lnTo>
                  <a:pt x="0" y="96870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5"/>
          <p:cNvSpPr/>
          <p:nvPr/>
        </p:nvSpPr>
        <p:spPr>
          <a:xfrm rot="10800000">
            <a:off x="-496189" y="1422058"/>
            <a:ext cx="6974359" cy="2193753"/>
          </a:xfrm>
          <a:custGeom>
            <a:rect b="b" l="l" r="r" t="t"/>
            <a:pathLst>
              <a:path extrusionOk="0" h="2193753" w="6974359">
                <a:moveTo>
                  <a:pt x="0" y="0"/>
                </a:moveTo>
                <a:lnTo>
                  <a:pt x="6974359" y="0"/>
                </a:lnTo>
                <a:lnTo>
                  <a:pt x="6974359" y="2193753"/>
                </a:lnTo>
                <a:lnTo>
                  <a:pt x="0" y="219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5"/>
          <p:cNvSpPr txBox="1"/>
          <p:nvPr/>
        </p:nvSpPr>
        <p:spPr>
          <a:xfrm>
            <a:off x="1911211" y="1601391"/>
            <a:ext cx="4114170" cy="177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Evaluación</a:t>
            </a:r>
            <a:endParaRPr/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Conocimientos</a:t>
            </a:r>
            <a:endParaRPr/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Curso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 rot="9972868">
            <a:off x="6763943" y="299987"/>
            <a:ext cx="11457773" cy="9687027"/>
          </a:xfrm>
          <a:custGeom>
            <a:rect b="b" l="l" r="r" t="t"/>
            <a:pathLst>
              <a:path extrusionOk="0" h="9687027" w="11457773">
                <a:moveTo>
                  <a:pt x="0" y="0"/>
                </a:moveTo>
                <a:lnTo>
                  <a:pt x="11457773" y="0"/>
                </a:lnTo>
                <a:lnTo>
                  <a:pt x="11457773" y="9687026"/>
                </a:lnTo>
                <a:lnTo>
                  <a:pt x="0" y="96870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6"/>
          <p:cNvSpPr/>
          <p:nvPr/>
        </p:nvSpPr>
        <p:spPr>
          <a:xfrm rot="10800000">
            <a:off x="-496189" y="1422058"/>
            <a:ext cx="6974359" cy="2193753"/>
          </a:xfrm>
          <a:custGeom>
            <a:rect b="b" l="l" r="r" t="t"/>
            <a:pathLst>
              <a:path extrusionOk="0" h="2193753" w="6974359">
                <a:moveTo>
                  <a:pt x="0" y="0"/>
                </a:moveTo>
                <a:lnTo>
                  <a:pt x="6974359" y="0"/>
                </a:lnTo>
                <a:lnTo>
                  <a:pt x="6974359" y="2193753"/>
                </a:lnTo>
                <a:lnTo>
                  <a:pt x="0" y="219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6"/>
          <p:cNvSpPr txBox="1"/>
          <p:nvPr/>
        </p:nvSpPr>
        <p:spPr>
          <a:xfrm>
            <a:off x="1940985" y="1896617"/>
            <a:ext cx="4114170" cy="11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Formación</a:t>
            </a:r>
            <a:endParaRPr/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Grupos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 rot="-8008202">
            <a:off x="8176178" y="-3073742"/>
            <a:ext cx="15074792" cy="10168633"/>
          </a:xfrm>
          <a:custGeom>
            <a:rect b="b" l="l" r="r" t="t"/>
            <a:pathLst>
              <a:path extrusionOk="0" h="10168633" w="15074792">
                <a:moveTo>
                  <a:pt x="0" y="0"/>
                </a:moveTo>
                <a:lnTo>
                  <a:pt x="15074792" y="0"/>
                </a:lnTo>
                <a:lnTo>
                  <a:pt x="15074792" y="10168632"/>
                </a:lnTo>
                <a:lnTo>
                  <a:pt x="0" y="1016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7"/>
          <p:cNvSpPr txBox="1"/>
          <p:nvPr/>
        </p:nvSpPr>
        <p:spPr>
          <a:xfrm>
            <a:off x="1711104" y="4327406"/>
            <a:ext cx="8627366" cy="137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65" u="none" cap="none" strike="noStrike">
                <a:solidFill>
                  <a:srgbClr val="11100E"/>
                </a:solidFill>
                <a:latin typeface="Arial"/>
                <a:ea typeface="Arial"/>
                <a:cs typeface="Arial"/>
                <a:sym typeface="Arial"/>
              </a:rPr>
              <a:t>Muchas gracias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 rot="-8008202">
            <a:off x="-3935285" y="7324700"/>
            <a:ext cx="6820406" cy="4600674"/>
          </a:xfrm>
          <a:custGeom>
            <a:rect b="b" l="l" r="r" t="t"/>
            <a:pathLst>
              <a:path extrusionOk="0" h="4600674" w="6820406">
                <a:moveTo>
                  <a:pt x="0" y="0"/>
                </a:moveTo>
                <a:lnTo>
                  <a:pt x="6820406" y="0"/>
                </a:lnTo>
                <a:lnTo>
                  <a:pt x="6820406" y="4600674"/>
                </a:lnTo>
                <a:lnTo>
                  <a:pt x="0" y="460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