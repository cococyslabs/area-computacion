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6858000" cx="12192000"/>
  <p:notesSz cx="6858000" cy="9144000"/>
  <p:embeddedFontLst>
    <p:embeddedFont>
      <p:font typeface="Libre Franklin"/>
      <p:regular r:id="rId41"/>
      <p:bold r:id="rId42"/>
      <p:italic r:id="rId43"/>
      <p:boldItalic r:id="rId44"/>
    </p:embeddedFont>
    <p:embeddedFont>
      <p:font typeface="Franklin Gothic"/>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hc+rkdY5Z4vDm4ZVXx/NbAfZLg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62497F-8A0D-44A1-8740-0EEBADABBB5F}">
  <a:tblStyle styleId="{4662497F-8A0D-44A1-8740-0EEBADABBB5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EB23990-E564-48F0-B680-3A7E9AEE6933}"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font" Target="fonts/LibreFranklin-bold.fntdata"/><Relationship Id="rId41" Type="http://schemas.openxmlformats.org/officeDocument/2006/relationships/font" Target="fonts/LibreFranklin-regular.fntdata"/><Relationship Id="rId22" Type="http://schemas.openxmlformats.org/officeDocument/2006/relationships/slide" Target="slides/slide15.xml"/><Relationship Id="rId44" Type="http://schemas.openxmlformats.org/officeDocument/2006/relationships/font" Target="fonts/LibreFranklin-boldItalic.fntdata"/><Relationship Id="rId21" Type="http://schemas.openxmlformats.org/officeDocument/2006/relationships/slide" Target="slides/slide14.xml"/><Relationship Id="rId43" Type="http://schemas.openxmlformats.org/officeDocument/2006/relationships/font" Target="fonts/LibreFranklin-italic.fntdata"/><Relationship Id="rId24" Type="http://schemas.openxmlformats.org/officeDocument/2006/relationships/slide" Target="slides/slide17.xml"/><Relationship Id="rId46" Type="http://customschemas.google.com/relationships/presentationmetadata" Target="metadata"/><Relationship Id="rId23" Type="http://schemas.openxmlformats.org/officeDocument/2006/relationships/slide" Target="slides/slide16.xml"/><Relationship Id="rId45" Type="http://schemas.openxmlformats.org/officeDocument/2006/relationships/font" Target="fonts/Franklin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07a6af24c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a07a6af24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5" name="Google Shape;3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75" name="Google Shape;5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81" name="Google Shape;58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07a6af2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6" name="Google Shape;586;g3a07a6af2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98" name="Google Shape;59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604" name="Google Shape;60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5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 name="Google Shape;19;p5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 name="Google Shape;20;p5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 name="Google Shape;23;p5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4"/>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7" name="Google Shape;27;p54"/>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8" name="Google Shape;28;p5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5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5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 name="Shape 32"/>
        <p:cNvGrpSpPr/>
        <p:nvPr/>
      </p:nvGrpSpPr>
      <p:grpSpPr>
        <a:xfrm>
          <a:off x="0" y="0"/>
          <a:ext cx="0" cy="0"/>
          <a:chOff x="0" y="0"/>
          <a:chExt cx="0" cy="0"/>
        </a:xfrm>
      </p:grpSpPr>
      <p:sp>
        <p:nvSpPr>
          <p:cNvPr id="33" name="Google Shape;33;p56"/>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34" name="Google Shape;34;p56"/>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5" name="Google Shape;35;p5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 name="Shape 36"/>
        <p:cNvGrpSpPr/>
        <p:nvPr/>
      </p:nvGrpSpPr>
      <p:grpSpPr>
        <a:xfrm>
          <a:off x="0" y="0"/>
          <a:ext cx="0" cy="0"/>
          <a:chOff x="0" y="0"/>
          <a:chExt cx="0" cy="0"/>
        </a:xfrm>
      </p:grpSpPr>
      <p:sp>
        <p:nvSpPr>
          <p:cNvPr id="37" name="Google Shape;37;p57"/>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38" name="Google Shape;38;p5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 name="Shape 39"/>
        <p:cNvGrpSpPr/>
        <p:nvPr/>
      </p:nvGrpSpPr>
      <p:grpSpPr>
        <a:xfrm>
          <a:off x="0" y="0"/>
          <a:ext cx="0" cy="0"/>
          <a:chOff x="0" y="0"/>
          <a:chExt cx="0" cy="0"/>
        </a:xfrm>
      </p:grpSpPr>
      <p:sp>
        <p:nvSpPr>
          <p:cNvPr id="40" name="Google Shape;40;p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1" name="Google Shape;41;p58"/>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42" name="Google Shape;42;p58"/>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43" name="Google Shape;43;p58"/>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 name="Shape 45"/>
        <p:cNvGrpSpPr/>
        <p:nvPr/>
      </p:nvGrpSpPr>
      <p:grpSpPr>
        <a:xfrm>
          <a:off x="0" y="0"/>
          <a:ext cx="0" cy="0"/>
          <a:chOff x="0" y="0"/>
          <a:chExt cx="0" cy="0"/>
        </a:xfrm>
      </p:grpSpPr>
      <p:sp>
        <p:nvSpPr>
          <p:cNvPr id="46" name="Google Shape;46;p59"/>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5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8" name="Shape 48"/>
        <p:cNvGrpSpPr/>
        <p:nvPr/>
      </p:nvGrpSpPr>
      <p:grpSpPr>
        <a:xfrm>
          <a:off x="0" y="0"/>
          <a:ext cx="0" cy="0"/>
          <a:chOff x="0" y="0"/>
          <a:chExt cx="0" cy="0"/>
        </a:xfrm>
      </p:grpSpPr>
      <p:sp>
        <p:nvSpPr>
          <p:cNvPr id="49" name="Google Shape;49;p60"/>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50" name="Google Shape;50;p60"/>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6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6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bg>
      <p:bgPr>
        <a:solidFill>
          <a:schemeClr val="lt1"/>
        </a:solidFill>
      </p:bgPr>
    </p:bg>
    <p:spTree>
      <p:nvGrpSpPr>
        <p:cNvPr id="59" name="Shape 59"/>
        <p:cNvGrpSpPr/>
        <p:nvPr/>
      </p:nvGrpSpPr>
      <p:grpSpPr>
        <a:xfrm>
          <a:off x="0" y="0"/>
          <a:ext cx="0" cy="0"/>
          <a:chOff x="0" y="0"/>
          <a:chExt cx="0" cy="0"/>
        </a:xfrm>
      </p:grpSpPr>
      <p:sp>
        <p:nvSpPr>
          <p:cNvPr id="60" name="Google Shape;60;p36"/>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36"/>
          <p:cNvGrpSpPr/>
          <p:nvPr/>
        </p:nvGrpSpPr>
        <p:grpSpPr>
          <a:xfrm>
            <a:off x="1" y="758752"/>
            <a:ext cx="6099248" cy="6099248"/>
            <a:chOff x="0" y="12289"/>
            <a:chExt cx="3550" cy="3551"/>
          </a:xfrm>
        </p:grpSpPr>
        <p:sp>
          <p:nvSpPr>
            <p:cNvPr id="62" name="Google Shape;62;p3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3" name="Google Shape;63;p3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4" name="Google Shape;64;p3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cxnSp>
        <p:nvCxnSpPr>
          <p:cNvPr id="65" name="Google Shape;65;p36"/>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66" name="Google Shape;66;p36"/>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67" name="Shape 67"/>
        <p:cNvGrpSpPr/>
        <p:nvPr/>
      </p:nvGrpSpPr>
      <p:grpSpPr>
        <a:xfrm>
          <a:off x="0" y="0"/>
          <a:ext cx="0" cy="0"/>
          <a:chOff x="0" y="0"/>
          <a:chExt cx="0" cy="0"/>
        </a:xfrm>
      </p:grpSpPr>
      <p:grpSp>
        <p:nvGrpSpPr>
          <p:cNvPr id="68" name="Google Shape;68;p37"/>
          <p:cNvGrpSpPr/>
          <p:nvPr/>
        </p:nvGrpSpPr>
        <p:grpSpPr>
          <a:xfrm>
            <a:off x="6362700" y="0"/>
            <a:ext cx="5829298" cy="3235602"/>
            <a:chOff x="5612972" y="1"/>
            <a:chExt cx="6615961" cy="3672246"/>
          </a:xfrm>
        </p:grpSpPr>
        <p:sp>
          <p:nvSpPr>
            <p:cNvPr id="69" name="Google Shape;69;p37"/>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0" name="Google Shape;70;p37"/>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1" name="Google Shape;71;p37"/>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2" name="Google Shape;72;p37"/>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3" name="Google Shape;73;p37"/>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74" name="Google Shape;74;p37"/>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7"/>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81000" lvl="0" marL="457200" algn="l">
              <a:lnSpc>
                <a:spcPct val="80000"/>
              </a:lnSpc>
              <a:spcBef>
                <a:spcPts val="2200"/>
              </a:spcBef>
              <a:spcAft>
                <a:spcPts val="0"/>
              </a:spcAft>
              <a:buClr>
                <a:srgbClr val="5D7C3F"/>
              </a:buClr>
              <a:buSzPts val="2400"/>
              <a:buFont typeface="Arial"/>
              <a:buChar char="•"/>
              <a:defRPr b="1" i="0" sz="2400">
                <a:solidFill>
                  <a:srgbClr val="5D7C3F"/>
                </a:solidFill>
                <a:latin typeface="Libre Franklin"/>
                <a:ea typeface="Libre Franklin"/>
                <a:cs typeface="Libre Franklin"/>
                <a:sym typeface="Libre Franklin"/>
              </a:defRPr>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3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77" name="Google Shape;77;p3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37"/>
          <p:cNvCxnSpPr/>
          <p:nvPr/>
        </p:nvCxnSpPr>
        <p:spPr>
          <a:xfrm>
            <a:off x="594360" y="2148840"/>
            <a:ext cx="2130552" cy="0"/>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bg>
      <p:bgPr>
        <a:solidFill>
          <a:schemeClr val="lt1"/>
        </a:solidFill>
      </p:bgPr>
    </p:bg>
    <p:spTree>
      <p:nvGrpSpPr>
        <p:cNvPr id="79" name="Shape 79"/>
        <p:cNvGrpSpPr/>
        <p:nvPr/>
      </p:nvGrpSpPr>
      <p:grpSpPr>
        <a:xfrm>
          <a:off x="0" y="0"/>
          <a:ext cx="0" cy="0"/>
          <a:chOff x="0" y="0"/>
          <a:chExt cx="0" cy="0"/>
        </a:xfrm>
      </p:grpSpPr>
      <p:grpSp>
        <p:nvGrpSpPr>
          <p:cNvPr id="80" name="Google Shape;80;p38"/>
          <p:cNvGrpSpPr/>
          <p:nvPr/>
        </p:nvGrpSpPr>
        <p:grpSpPr>
          <a:xfrm rot="10800000">
            <a:off x="8870040" y="0"/>
            <a:ext cx="3325208" cy="3325208"/>
            <a:chOff x="0" y="12289"/>
            <a:chExt cx="3550" cy="3551"/>
          </a:xfrm>
        </p:grpSpPr>
        <p:sp>
          <p:nvSpPr>
            <p:cNvPr id="81" name="Google Shape;81;p3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2" name="Google Shape;82;p3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3" name="Google Shape;83;p3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84" name="Google Shape;84;p38"/>
          <p:cNvSpPr txBox="1"/>
          <p:nvPr>
            <p:ph type="title"/>
          </p:nvPr>
        </p:nvSpPr>
        <p:spPr>
          <a:xfrm>
            <a:off x="594360" y="278129"/>
            <a:ext cx="9778365" cy="149459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 name="Google Shape;86;p38"/>
          <p:cNvSpPr txBox="1"/>
          <p:nvPr>
            <p:ph idx="2" type="body"/>
          </p:nvPr>
        </p:nvSpPr>
        <p:spPr>
          <a:xfrm>
            <a:off x="5881898"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 name="Google Shape;87;p3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88" name="Google Shape;88;p3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38"/>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lt1"/>
        </a:solidFill>
      </p:bgPr>
    </p:bg>
    <p:spTree>
      <p:nvGrpSpPr>
        <p:cNvPr id="90" name="Shape 90"/>
        <p:cNvGrpSpPr/>
        <p:nvPr/>
      </p:nvGrpSpPr>
      <p:grpSpPr>
        <a:xfrm>
          <a:off x="0" y="0"/>
          <a:ext cx="0" cy="0"/>
          <a:chOff x="0" y="0"/>
          <a:chExt cx="0" cy="0"/>
        </a:xfrm>
      </p:grpSpPr>
      <p:sp>
        <p:nvSpPr>
          <p:cNvPr id="91" name="Google Shape;91;p4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92" name="Google Shape;92;p42"/>
          <p:cNvGrpSpPr/>
          <p:nvPr/>
        </p:nvGrpSpPr>
        <p:grpSpPr>
          <a:xfrm rot="10800000">
            <a:off x="6092752" y="0"/>
            <a:ext cx="6099248" cy="6099248"/>
            <a:chOff x="0" y="12289"/>
            <a:chExt cx="3550" cy="3551"/>
          </a:xfrm>
        </p:grpSpPr>
        <p:sp>
          <p:nvSpPr>
            <p:cNvPr id="93" name="Google Shape;93;p4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4" name="Google Shape;94;p4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4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96" name="Google Shape;96;p42"/>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97" name="Google Shape;97;p42"/>
          <p:cNvCxnSpPr/>
          <p:nvPr/>
        </p:nvCxnSpPr>
        <p:spPr>
          <a:xfrm>
            <a:off x="594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bg>
      <p:bgPr>
        <a:solidFill>
          <a:schemeClr val="lt1"/>
        </a:solidFill>
      </p:bgPr>
    </p:bg>
    <p:spTree>
      <p:nvGrpSpPr>
        <p:cNvPr id="98" name="Shape 98"/>
        <p:cNvGrpSpPr/>
        <p:nvPr/>
      </p:nvGrpSpPr>
      <p:grpSpPr>
        <a:xfrm>
          <a:off x="0" y="0"/>
          <a:ext cx="0" cy="0"/>
          <a:chOff x="0" y="0"/>
          <a:chExt cx="0" cy="0"/>
        </a:xfrm>
      </p:grpSpPr>
      <p:sp>
        <p:nvSpPr>
          <p:cNvPr id="99" name="Google Shape;99;p43"/>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00" name="Google Shape;100;p43"/>
          <p:cNvGrpSpPr/>
          <p:nvPr/>
        </p:nvGrpSpPr>
        <p:grpSpPr>
          <a:xfrm>
            <a:off x="1" y="758752"/>
            <a:ext cx="6099248" cy="6099248"/>
            <a:chOff x="0" y="12289"/>
            <a:chExt cx="3550" cy="3551"/>
          </a:xfrm>
        </p:grpSpPr>
        <p:sp>
          <p:nvSpPr>
            <p:cNvPr id="101" name="Google Shape;101;p4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2" name="Google Shape;102;p4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3" name="Google Shape;103;p4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cxnSp>
        <p:nvCxnSpPr>
          <p:cNvPr id="104" name="Google Shape;104;p43"/>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solidFill>
          <a:schemeClr val="accent3"/>
        </a:solidFill>
      </p:bgPr>
    </p:bg>
    <p:spTree>
      <p:nvGrpSpPr>
        <p:cNvPr id="105" name="Shape 105"/>
        <p:cNvGrpSpPr/>
        <p:nvPr/>
      </p:nvGrpSpPr>
      <p:grpSpPr>
        <a:xfrm>
          <a:off x="0" y="0"/>
          <a:ext cx="0" cy="0"/>
          <a:chOff x="0" y="0"/>
          <a:chExt cx="0" cy="0"/>
        </a:xfrm>
      </p:grpSpPr>
      <p:sp>
        <p:nvSpPr>
          <p:cNvPr id="106" name="Google Shape;106;p44"/>
          <p:cNvSpPr/>
          <p:nvPr>
            <p:ph idx="2" type="pic"/>
          </p:nvPr>
        </p:nvSpPr>
        <p:spPr>
          <a:xfrm>
            <a:off x="0" y="0"/>
            <a:ext cx="12192000" cy="6880543"/>
          </a:xfrm>
          <a:prstGeom prst="rect">
            <a:avLst/>
          </a:prstGeom>
          <a:noFill/>
          <a:ln>
            <a:noFill/>
          </a:ln>
        </p:spPr>
      </p:sp>
      <p:sp>
        <p:nvSpPr>
          <p:cNvPr id="107" name="Google Shape;107;p44"/>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Franklin Gothic"/>
              <a:buNone/>
              <a:defRPr b="1" i="0" sz="600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4"/>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lt1"/>
        </a:solidFill>
      </p:bgPr>
    </p:bg>
    <p:spTree>
      <p:nvGrpSpPr>
        <p:cNvPr id="109" name="Shape 109"/>
        <p:cNvGrpSpPr/>
        <p:nvPr/>
      </p:nvGrpSpPr>
      <p:grpSpPr>
        <a:xfrm>
          <a:off x="0" y="0"/>
          <a:ext cx="0" cy="0"/>
          <a:chOff x="0" y="0"/>
          <a:chExt cx="0" cy="0"/>
        </a:xfrm>
      </p:grpSpPr>
      <p:sp>
        <p:nvSpPr>
          <p:cNvPr id="110" name="Google Shape;110;p45"/>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5"/>
          <p:cNvSpPr/>
          <p:nvPr>
            <p:ph idx="2" type="pic"/>
          </p:nvPr>
        </p:nvSpPr>
        <p:spPr>
          <a:xfrm>
            <a:off x="0" y="-11113"/>
            <a:ext cx="5791200" cy="6880226"/>
          </a:xfrm>
          <a:prstGeom prst="rect">
            <a:avLst/>
          </a:prstGeom>
          <a:noFill/>
          <a:ln>
            <a:noFill/>
          </a:ln>
        </p:spPr>
      </p:sp>
      <p:sp>
        <p:nvSpPr>
          <p:cNvPr id="112" name="Google Shape;112;p45"/>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13" name="Google Shape;113;p45"/>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bg>
      <p:bgPr>
        <a:solidFill>
          <a:schemeClr val="lt1"/>
        </a:solidFill>
      </p:bgPr>
    </p:bg>
    <p:spTree>
      <p:nvGrpSpPr>
        <p:cNvPr id="114" name="Shape 114"/>
        <p:cNvGrpSpPr/>
        <p:nvPr/>
      </p:nvGrpSpPr>
      <p:grpSpPr>
        <a:xfrm>
          <a:off x="0" y="0"/>
          <a:ext cx="0" cy="0"/>
          <a:chOff x="0" y="0"/>
          <a:chExt cx="0" cy="0"/>
        </a:xfrm>
      </p:grpSpPr>
      <p:cxnSp>
        <p:nvCxnSpPr>
          <p:cNvPr id="115" name="Google Shape;115;p46"/>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grpSp>
        <p:nvGrpSpPr>
          <p:cNvPr id="116" name="Google Shape;116;p46"/>
          <p:cNvGrpSpPr/>
          <p:nvPr/>
        </p:nvGrpSpPr>
        <p:grpSpPr>
          <a:xfrm flipH="1" rot="5400000">
            <a:off x="0" y="3900132"/>
            <a:ext cx="2959226" cy="2959226"/>
            <a:chOff x="0" y="12289"/>
            <a:chExt cx="3550" cy="3551"/>
          </a:xfrm>
        </p:grpSpPr>
        <p:sp>
          <p:nvSpPr>
            <p:cNvPr id="117" name="Google Shape;117;p4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8" name="Google Shape;118;p4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9" name="Google Shape;119;p4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20" name="Google Shape;120;p46"/>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46"/>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2" name="Google Shape;122;p46"/>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23" name="Google Shape;123;p46"/>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bg>
      <p:bgPr>
        <a:solidFill>
          <a:schemeClr val="lt1"/>
        </a:solidFill>
      </p:bgPr>
    </p:bg>
    <p:spTree>
      <p:nvGrpSpPr>
        <p:cNvPr id="124" name="Shape 124"/>
        <p:cNvGrpSpPr/>
        <p:nvPr/>
      </p:nvGrpSpPr>
      <p:grpSpPr>
        <a:xfrm>
          <a:off x="0" y="0"/>
          <a:ext cx="0" cy="0"/>
          <a:chOff x="0" y="0"/>
          <a:chExt cx="0" cy="0"/>
        </a:xfrm>
      </p:grpSpPr>
      <p:grpSp>
        <p:nvGrpSpPr>
          <p:cNvPr id="125" name="Google Shape;125;p47"/>
          <p:cNvGrpSpPr/>
          <p:nvPr/>
        </p:nvGrpSpPr>
        <p:grpSpPr>
          <a:xfrm>
            <a:off x="6362700" y="0"/>
            <a:ext cx="5829298" cy="3235602"/>
            <a:chOff x="5612972" y="1"/>
            <a:chExt cx="6615961" cy="3672246"/>
          </a:xfrm>
        </p:grpSpPr>
        <p:sp>
          <p:nvSpPr>
            <p:cNvPr id="126" name="Google Shape;126;p47"/>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7" name="Google Shape;127;p47"/>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8" name="Google Shape;128;p47"/>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9" name="Google Shape;129;p47"/>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0" name="Google Shape;130;p47"/>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31" name="Google Shape;131;p47"/>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2" name="Google Shape;132;p47"/>
          <p:cNvCxnSpPr/>
          <p:nvPr/>
        </p:nvCxnSpPr>
        <p:spPr>
          <a:xfrm>
            <a:off x="6347460"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33" name="Google Shape;133;p47"/>
          <p:cNvSpPr txBox="1"/>
          <p:nvPr>
            <p:ph idx="1" type="body"/>
          </p:nvPr>
        </p:nvSpPr>
        <p:spPr>
          <a:xfrm>
            <a:off x="603885" y="457201"/>
            <a:ext cx="5198269" cy="2305050"/>
          </a:xfrm>
          <a:prstGeom prst="rect">
            <a:avLst/>
          </a:prstGeom>
          <a:noFill/>
          <a:ln>
            <a:noFill/>
          </a:ln>
        </p:spPr>
        <p:txBody>
          <a:bodyPr anchorCtr="0" anchor="t" bIns="45700" lIns="0" spcFirstLastPara="1" rIns="91425" wrap="square" tIns="274300">
            <a:normAutofit/>
          </a:bodyPr>
          <a:lstStyle>
            <a:lvl1pPr indent="-355600" lvl="0" marL="457200" algn="l">
              <a:lnSpc>
                <a:spcPct val="90000"/>
              </a:lnSpc>
              <a:spcBef>
                <a:spcPts val="1800"/>
              </a:spcBef>
              <a:spcAft>
                <a:spcPts val="0"/>
              </a:spcAft>
              <a:buClr>
                <a:schemeClr val="dk1"/>
              </a:buClr>
              <a:buSzPts val="2000"/>
              <a:buFont typeface="Franklin Gothic"/>
              <a:buAutoNum type="arabicPeriod"/>
              <a:defRPr sz="2000"/>
            </a:lvl1pPr>
            <a:lvl2pPr indent="-355600" lvl="1" marL="914400" algn="l">
              <a:lnSpc>
                <a:spcPct val="90000"/>
              </a:lnSpc>
              <a:spcBef>
                <a:spcPts val="1800"/>
              </a:spcBef>
              <a:spcAft>
                <a:spcPts val="0"/>
              </a:spcAft>
              <a:buClr>
                <a:schemeClr val="dk1"/>
              </a:buClr>
              <a:buSzPts val="2000"/>
              <a:buFont typeface="Franklin Gothic"/>
              <a:buAutoNum type="alphaLcPeriod"/>
              <a:defRPr sz="2000"/>
            </a:lvl2pPr>
            <a:lvl3pPr indent="-355600" lvl="2" marL="1371600" algn="l">
              <a:lnSpc>
                <a:spcPct val="90000"/>
              </a:lnSpc>
              <a:spcBef>
                <a:spcPts val="1800"/>
              </a:spcBef>
              <a:spcAft>
                <a:spcPts val="0"/>
              </a:spcAft>
              <a:buClr>
                <a:schemeClr val="dk1"/>
              </a:buClr>
              <a:buSzPts val="2000"/>
              <a:buFont typeface="Franklin Gothic"/>
              <a:buAutoNum type="arabicParenR"/>
              <a:defRPr sz="2000"/>
            </a:lvl3pPr>
            <a:lvl4pPr indent="-228600" lvl="3" marL="1828800" algn="l">
              <a:lnSpc>
                <a:spcPct val="90000"/>
              </a:lnSpc>
              <a:spcBef>
                <a:spcPts val="1800"/>
              </a:spcBef>
              <a:spcAft>
                <a:spcPts val="0"/>
              </a:spcAft>
              <a:buClr>
                <a:schemeClr val="dk1"/>
              </a:buClr>
              <a:buSzPts val="2000"/>
              <a:buFont typeface="Franklin Gothic"/>
              <a:buNone/>
              <a:defRPr sz="2000"/>
            </a:lvl4pPr>
            <a:lvl5pPr indent="-355600" lvl="4" marL="2286000" algn="l">
              <a:lnSpc>
                <a:spcPct val="90000"/>
              </a:lnSpc>
              <a:spcBef>
                <a:spcPts val="1800"/>
              </a:spcBef>
              <a:spcAft>
                <a:spcPts val="0"/>
              </a:spcAft>
              <a:buClr>
                <a:schemeClr val="dk1"/>
              </a:buClr>
              <a:buSzPts val="2000"/>
              <a:buFont typeface="Franklin Gothic"/>
              <a:buAutoNum type="arabicPeriod"/>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47"/>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5" name="Google Shape;135;p4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36" name="Google Shape;136;p4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bg>
      <p:bgPr>
        <a:solidFill>
          <a:schemeClr val="lt1"/>
        </a:solidFill>
      </p:bgPr>
    </p:bg>
    <p:spTree>
      <p:nvGrpSpPr>
        <p:cNvPr id="137" name="Shape 137"/>
        <p:cNvGrpSpPr/>
        <p:nvPr/>
      </p:nvGrpSpPr>
      <p:grpSpPr>
        <a:xfrm>
          <a:off x="0" y="0"/>
          <a:ext cx="0" cy="0"/>
          <a:chOff x="0" y="0"/>
          <a:chExt cx="0" cy="0"/>
        </a:xfrm>
      </p:grpSpPr>
      <p:sp>
        <p:nvSpPr>
          <p:cNvPr id="138" name="Google Shape;138;p48"/>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8"/>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40" name="Google Shape;140;p48"/>
          <p:cNvCxnSpPr/>
          <p:nvPr/>
        </p:nvCxnSpPr>
        <p:spPr>
          <a:xfrm>
            <a:off x="594360" y="2997459"/>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41" name="Google Shape;141;p48"/>
          <p:cNvSpPr/>
          <p:nvPr>
            <p:ph idx="2" type="pic"/>
          </p:nvPr>
        </p:nvSpPr>
        <p:spPr>
          <a:xfrm>
            <a:off x="6096000" y="0"/>
            <a:ext cx="6118225" cy="6858000"/>
          </a:xfrm>
          <a:prstGeom prst="rect">
            <a:avLst/>
          </a:prstGeom>
          <a:noFill/>
          <a:ln>
            <a:noFill/>
          </a:ln>
        </p:spPr>
      </p:sp>
      <p:sp>
        <p:nvSpPr>
          <p:cNvPr id="142" name="Google Shape;142;p4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43" name="Google Shape;143;p4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y tabla del título">
  <p:cSld name="Contenido y tabla del título">
    <p:bg>
      <p:bgPr>
        <a:solidFill>
          <a:schemeClr val="lt1"/>
        </a:solidFill>
      </p:bgPr>
    </p:bg>
    <p:spTree>
      <p:nvGrpSpPr>
        <p:cNvPr id="144" name="Shape 144"/>
        <p:cNvGrpSpPr/>
        <p:nvPr/>
      </p:nvGrpSpPr>
      <p:grpSpPr>
        <a:xfrm>
          <a:off x="0" y="0"/>
          <a:ext cx="0" cy="0"/>
          <a:chOff x="0" y="0"/>
          <a:chExt cx="0" cy="0"/>
        </a:xfrm>
      </p:grpSpPr>
      <p:grpSp>
        <p:nvGrpSpPr>
          <p:cNvPr id="145" name="Google Shape;145;p49"/>
          <p:cNvGrpSpPr/>
          <p:nvPr/>
        </p:nvGrpSpPr>
        <p:grpSpPr>
          <a:xfrm flipH="1" rot="5400000">
            <a:off x="0" y="3900132"/>
            <a:ext cx="2959226" cy="2959226"/>
            <a:chOff x="0" y="12289"/>
            <a:chExt cx="3550" cy="3551"/>
          </a:xfrm>
        </p:grpSpPr>
        <p:sp>
          <p:nvSpPr>
            <p:cNvPr id="146" name="Google Shape;146;p49"/>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7" name="Google Shape;147;p49"/>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8" name="Google Shape;148;p49"/>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49" name="Google Shape;149;p49"/>
          <p:cNvSpPr txBox="1"/>
          <p:nvPr>
            <p:ph type="title"/>
          </p:nvPr>
        </p:nvSpPr>
        <p:spPr>
          <a:xfrm>
            <a:off x="3661409" y="4661717"/>
            <a:ext cx="7936230" cy="138076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50" name="Google Shape;150;p49"/>
          <p:cNvCxnSpPr/>
          <p:nvPr/>
        </p:nvCxnSpPr>
        <p:spPr>
          <a:xfrm>
            <a:off x="3670935"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51" name="Google Shape;151;p49"/>
          <p:cNvSpPr txBox="1"/>
          <p:nvPr>
            <p:ph idx="1" type="body"/>
          </p:nvPr>
        </p:nvSpPr>
        <p:spPr>
          <a:xfrm>
            <a:off x="603885" y="584005"/>
            <a:ext cx="2825115" cy="3999060"/>
          </a:xfrm>
          <a:prstGeom prst="rect">
            <a:avLst/>
          </a:prstGeom>
          <a:noFill/>
          <a:ln>
            <a:noFill/>
          </a:ln>
        </p:spPr>
        <p:txBody>
          <a:bodyPr anchorCtr="0" anchor="t" bIns="45700" lIns="0" spcFirstLastPara="1" rIns="91425" wrap="square" tIns="2743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228600" lvl="1" marL="914400" algn="l">
              <a:lnSpc>
                <a:spcPct val="90000"/>
              </a:lnSpc>
              <a:spcBef>
                <a:spcPts val="1800"/>
              </a:spcBef>
              <a:spcAft>
                <a:spcPts val="0"/>
              </a:spcAft>
              <a:buClr>
                <a:schemeClr val="dk1"/>
              </a:buClr>
              <a:buSzPts val="2000"/>
              <a:buNone/>
              <a:defRPr sz="2000"/>
            </a:lvl2pPr>
            <a:lvl3pPr indent="-228600" lvl="2" marL="1371600" algn="l">
              <a:lnSpc>
                <a:spcPct val="90000"/>
              </a:lnSpc>
              <a:spcBef>
                <a:spcPts val="1800"/>
              </a:spcBef>
              <a:spcAft>
                <a:spcPts val="0"/>
              </a:spcAft>
              <a:buClr>
                <a:schemeClr val="dk1"/>
              </a:buClr>
              <a:buSzPts val="2000"/>
              <a:buNone/>
              <a:defRPr sz="2000"/>
            </a:lvl3pPr>
            <a:lvl4pPr indent="-228600" lvl="3" marL="1828800" algn="l">
              <a:lnSpc>
                <a:spcPct val="90000"/>
              </a:lnSpc>
              <a:spcBef>
                <a:spcPts val="1800"/>
              </a:spcBef>
              <a:spcAft>
                <a:spcPts val="0"/>
              </a:spcAft>
              <a:buClr>
                <a:schemeClr val="dk1"/>
              </a:buClr>
              <a:buSzPts val="2000"/>
              <a:buNone/>
              <a:defRPr sz="2000"/>
            </a:lvl4pPr>
            <a:lvl5pPr indent="-228600" lvl="4" marL="2286000" algn="l">
              <a:lnSpc>
                <a:spcPct val="90000"/>
              </a:lnSpc>
              <a:spcBef>
                <a:spcPts val="1800"/>
              </a:spcBef>
              <a:spcAft>
                <a:spcPts val="0"/>
              </a:spcAft>
              <a:buClr>
                <a:schemeClr val="dk1"/>
              </a:buClr>
              <a:buSzPts val="2000"/>
              <a:buNone/>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2" name="Google Shape;152;p49"/>
          <p:cNvSpPr txBox="1"/>
          <p:nvPr>
            <p:ph idx="2" type="body"/>
          </p:nvPr>
        </p:nvSpPr>
        <p:spPr>
          <a:xfrm>
            <a:off x="3670934" y="584005"/>
            <a:ext cx="7926705" cy="399906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3" name="Google Shape;153;p4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54" name="Google Shape;154;p4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bg>
      <p:bgPr>
        <a:solidFill>
          <a:schemeClr val="lt1"/>
        </a:solidFill>
      </p:bgPr>
    </p:bg>
    <p:spTree>
      <p:nvGrpSpPr>
        <p:cNvPr id="155" name="Shape 155"/>
        <p:cNvGrpSpPr/>
        <p:nvPr/>
      </p:nvGrpSpPr>
      <p:grpSpPr>
        <a:xfrm>
          <a:off x="0" y="0"/>
          <a:ext cx="0" cy="0"/>
          <a:chOff x="0" y="0"/>
          <a:chExt cx="0" cy="0"/>
        </a:xfrm>
      </p:grpSpPr>
      <p:grpSp>
        <p:nvGrpSpPr>
          <p:cNvPr id="156" name="Google Shape;156;p50"/>
          <p:cNvGrpSpPr/>
          <p:nvPr/>
        </p:nvGrpSpPr>
        <p:grpSpPr>
          <a:xfrm rot="10800000">
            <a:off x="8870040" y="0"/>
            <a:ext cx="3325208" cy="3325208"/>
            <a:chOff x="0" y="12289"/>
            <a:chExt cx="3550" cy="3551"/>
          </a:xfrm>
        </p:grpSpPr>
        <p:sp>
          <p:nvSpPr>
            <p:cNvPr id="157" name="Google Shape;157;p5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8" name="Google Shape;158;p5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9" name="Google Shape;159;p5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60" name="Google Shape;160;p50"/>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61" name="Google Shape;161;p50"/>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62" name="Google Shape;162;p50"/>
          <p:cNvSpPr txBox="1"/>
          <p:nvPr>
            <p:ph idx="1" type="body"/>
          </p:nvPr>
        </p:nvSpPr>
        <p:spPr>
          <a:xfrm>
            <a:off x="595523" y="2676525"/>
            <a:ext cx="5746750" cy="359747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50"/>
          <p:cNvSpPr txBox="1"/>
          <p:nvPr>
            <p:ph idx="2" type="body"/>
          </p:nvPr>
        </p:nvSpPr>
        <p:spPr>
          <a:xfrm>
            <a:off x="7620000" y="2676525"/>
            <a:ext cx="3947160" cy="3597470"/>
          </a:xfrm>
          <a:prstGeom prst="rect">
            <a:avLst/>
          </a:prstGeom>
          <a:noFill/>
          <a:ln>
            <a:noFill/>
          </a:ln>
        </p:spPr>
        <p:txBody>
          <a:bodyPr anchorCtr="0" anchor="t" bIns="45700" lIns="0" spcFirstLastPara="1" rIns="91425" wrap="square" tIns="457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4" name="Google Shape;164;p5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5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bg>
      <p:bgPr>
        <a:solidFill>
          <a:schemeClr val="lt1"/>
        </a:solidFill>
      </p:bgPr>
    </p:bg>
    <p:spTree>
      <p:nvGrpSpPr>
        <p:cNvPr id="166" name="Shape 166"/>
        <p:cNvGrpSpPr/>
        <p:nvPr/>
      </p:nvGrpSpPr>
      <p:grpSpPr>
        <a:xfrm>
          <a:off x="0" y="0"/>
          <a:ext cx="0" cy="0"/>
          <a:chOff x="0" y="0"/>
          <a:chExt cx="0" cy="0"/>
        </a:xfrm>
      </p:grpSpPr>
      <p:sp>
        <p:nvSpPr>
          <p:cNvPr id="167" name="Google Shape;167;p51"/>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5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69" name="Google Shape;169;p5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0" name="Google Shape;170;p51"/>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g3a07a6af24c_0_5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3" name="Google Shape;173;g3a07a6af24c_0_5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74" name="Google Shape;174;g3a07a6af24c_0_5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spTree>
      <p:nvGrpSpPr>
        <p:cNvPr id="179" name="Shape 179"/>
        <p:cNvGrpSpPr/>
        <p:nvPr/>
      </p:nvGrpSpPr>
      <p:grpSpPr>
        <a:xfrm>
          <a:off x="0" y="0"/>
          <a:ext cx="0" cy="0"/>
          <a:chOff x="0" y="0"/>
          <a:chExt cx="0" cy="0"/>
        </a:xfrm>
      </p:grpSpPr>
      <p:sp>
        <p:nvSpPr>
          <p:cNvPr id="180" name="Google Shape;180;p40"/>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81" name="Google Shape;181;p40"/>
          <p:cNvGrpSpPr/>
          <p:nvPr/>
        </p:nvGrpSpPr>
        <p:grpSpPr>
          <a:xfrm>
            <a:off x="1" y="758752"/>
            <a:ext cx="6099248" cy="6099248"/>
            <a:chOff x="0" y="12289"/>
            <a:chExt cx="3550" cy="3551"/>
          </a:xfrm>
        </p:grpSpPr>
        <p:sp>
          <p:nvSpPr>
            <p:cNvPr id="182" name="Google Shape;182;p4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3" name="Google Shape;183;p4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4" name="Google Shape;184;p4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185" name="Google Shape;185;p40"/>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
        <p:nvSpPr>
          <p:cNvPr id="186" name="Google Shape;186;p40"/>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187" name="Shape 187"/>
        <p:cNvGrpSpPr/>
        <p:nvPr/>
      </p:nvGrpSpPr>
      <p:grpSpPr>
        <a:xfrm>
          <a:off x="0" y="0"/>
          <a:ext cx="0" cy="0"/>
          <a:chOff x="0" y="0"/>
          <a:chExt cx="0" cy="0"/>
        </a:xfrm>
      </p:grpSpPr>
      <p:grpSp>
        <p:nvGrpSpPr>
          <p:cNvPr id="188" name="Google Shape;188;p41"/>
          <p:cNvGrpSpPr/>
          <p:nvPr/>
        </p:nvGrpSpPr>
        <p:grpSpPr>
          <a:xfrm rot="10800000">
            <a:off x="8870040" y="0"/>
            <a:ext cx="3325208" cy="3325208"/>
            <a:chOff x="0" y="12289"/>
            <a:chExt cx="3550" cy="3551"/>
          </a:xfrm>
        </p:grpSpPr>
        <p:sp>
          <p:nvSpPr>
            <p:cNvPr id="189" name="Google Shape;189;p41"/>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0" name="Google Shape;190;p41"/>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1" name="Google Shape;191;p41"/>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192" name="Google Shape;192;p41"/>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93" name="Google Shape;193;p41"/>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
        <p:nvSpPr>
          <p:cNvPr id="194" name="Google Shape;194;p41"/>
          <p:cNvSpPr txBox="1"/>
          <p:nvPr>
            <p:ph idx="1" type="body"/>
          </p:nvPr>
        </p:nvSpPr>
        <p:spPr>
          <a:xfrm>
            <a:off x="595523" y="2676525"/>
            <a:ext cx="5746750" cy="3597470"/>
          </a:xfrm>
          <a:prstGeom prst="rect">
            <a:avLst/>
          </a:prstGeom>
          <a:noFill/>
          <a:ln>
            <a:noFill/>
          </a:ln>
        </p:spPr>
        <p:txBody>
          <a:bodyPr anchorCtr="0" anchor="t" bIns="91425" lIns="0" spcFirstLastPara="1" rIns="91425" wrap="square" tIns="91425">
            <a:normAutofit/>
          </a:bodyPr>
          <a:lstStyle>
            <a:lvl1pPr indent="-228600" lvl="0" marL="457200" algn="l">
              <a:lnSpc>
                <a:spcPct val="115000"/>
              </a:lnSpc>
              <a:spcBef>
                <a:spcPts val="1800"/>
              </a:spcBef>
              <a:spcAft>
                <a:spcPts val="0"/>
              </a:spcAft>
              <a:buSzPts val="1800"/>
              <a:buNone/>
              <a:defRPr sz="2000"/>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5" name="Google Shape;195;p41"/>
          <p:cNvSpPr txBox="1"/>
          <p:nvPr>
            <p:ph idx="2" type="body"/>
          </p:nvPr>
        </p:nvSpPr>
        <p:spPr>
          <a:xfrm>
            <a:off x="7620000" y="2676525"/>
            <a:ext cx="3947160" cy="3597470"/>
          </a:xfrm>
          <a:prstGeom prst="rect">
            <a:avLst/>
          </a:prstGeom>
          <a:noFill/>
          <a:ln>
            <a:noFill/>
          </a:ln>
        </p:spPr>
        <p:txBody>
          <a:bodyPr anchorCtr="0" anchor="t" bIns="91425" lIns="0" spcFirstLastPara="1" rIns="91425" wrap="square" tIns="91425">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6" name="Google Shape;196;p4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7" name="Google Shape;197;p4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8" name="Shape 198"/>
        <p:cNvGrpSpPr/>
        <p:nvPr/>
      </p:nvGrpSpPr>
      <p:grpSpPr>
        <a:xfrm>
          <a:off x="0" y="0"/>
          <a:ext cx="0" cy="0"/>
          <a:chOff x="0" y="0"/>
          <a:chExt cx="0" cy="0"/>
        </a:xfrm>
      </p:grpSpPr>
      <p:sp>
        <p:nvSpPr>
          <p:cNvPr id="199" name="Google Shape;199;p6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00" name="Google Shape;200;p6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1" name="Google Shape;201;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2" name="Shape 202"/>
        <p:cNvGrpSpPr/>
        <p:nvPr/>
      </p:nvGrpSpPr>
      <p:grpSpPr>
        <a:xfrm>
          <a:off x="0" y="0"/>
          <a:ext cx="0" cy="0"/>
          <a:chOff x="0" y="0"/>
          <a:chExt cx="0" cy="0"/>
        </a:xfrm>
      </p:grpSpPr>
      <p:sp>
        <p:nvSpPr>
          <p:cNvPr id="203" name="Google Shape;203;p6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04" name="Google Shape;204;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5" name="Shape 205"/>
        <p:cNvGrpSpPr/>
        <p:nvPr/>
      </p:nvGrpSpPr>
      <p:grpSpPr>
        <a:xfrm>
          <a:off x="0" y="0"/>
          <a:ext cx="0" cy="0"/>
          <a:chOff x="0" y="0"/>
          <a:chExt cx="0" cy="0"/>
        </a:xfrm>
      </p:grpSpPr>
      <p:sp>
        <p:nvSpPr>
          <p:cNvPr id="206" name="Google Shape;206;p6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p6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8" name="Google Shape;208;p6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9" name="Shape 209"/>
        <p:cNvGrpSpPr/>
        <p:nvPr/>
      </p:nvGrpSpPr>
      <p:grpSpPr>
        <a:xfrm>
          <a:off x="0" y="0"/>
          <a:ext cx="0" cy="0"/>
          <a:chOff x="0" y="0"/>
          <a:chExt cx="0" cy="0"/>
        </a:xfrm>
      </p:grpSpPr>
      <p:sp>
        <p:nvSpPr>
          <p:cNvPr id="210" name="Google Shape;210;p6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1" name="Google Shape;211;p6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2" name="Google Shape;212;p6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3" name="Google Shape;213;p6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4" name="Shape 214"/>
        <p:cNvGrpSpPr/>
        <p:nvPr/>
      </p:nvGrpSpPr>
      <p:grpSpPr>
        <a:xfrm>
          <a:off x="0" y="0"/>
          <a:ext cx="0" cy="0"/>
          <a:chOff x="0" y="0"/>
          <a:chExt cx="0" cy="0"/>
        </a:xfrm>
      </p:grpSpPr>
      <p:sp>
        <p:nvSpPr>
          <p:cNvPr id="215" name="Google Shape;215;p6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6" name="Google Shape;216;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7" name="Shape 217"/>
        <p:cNvGrpSpPr/>
        <p:nvPr/>
      </p:nvGrpSpPr>
      <p:grpSpPr>
        <a:xfrm>
          <a:off x="0" y="0"/>
          <a:ext cx="0" cy="0"/>
          <a:chOff x="0" y="0"/>
          <a:chExt cx="0" cy="0"/>
        </a:xfrm>
      </p:grpSpPr>
      <p:sp>
        <p:nvSpPr>
          <p:cNvPr id="218" name="Google Shape;218;p67"/>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19" name="Google Shape;219;p67"/>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20" name="Google Shape;220;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21" name="Shape 221"/>
        <p:cNvGrpSpPr/>
        <p:nvPr/>
      </p:nvGrpSpPr>
      <p:grpSpPr>
        <a:xfrm>
          <a:off x="0" y="0"/>
          <a:ext cx="0" cy="0"/>
          <a:chOff x="0" y="0"/>
          <a:chExt cx="0" cy="0"/>
        </a:xfrm>
      </p:grpSpPr>
      <p:sp>
        <p:nvSpPr>
          <p:cNvPr id="222" name="Google Shape;222;p68"/>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23" name="Google Shape;223;p6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24" name="Shape 224"/>
        <p:cNvGrpSpPr/>
        <p:nvPr/>
      </p:nvGrpSpPr>
      <p:grpSpPr>
        <a:xfrm>
          <a:off x="0" y="0"/>
          <a:ext cx="0" cy="0"/>
          <a:chOff x="0" y="0"/>
          <a:chExt cx="0" cy="0"/>
        </a:xfrm>
      </p:grpSpPr>
      <p:sp>
        <p:nvSpPr>
          <p:cNvPr id="225" name="Google Shape;225;p6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26" name="Google Shape;226;p6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27" name="Google Shape;227;p69"/>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28" name="Google Shape;228;p69"/>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9" name="Google Shape;229;p6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30" name="Shape 230"/>
        <p:cNvGrpSpPr/>
        <p:nvPr/>
      </p:nvGrpSpPr>
      <p:grpSpPr>
        <a:xfrm>
          <a:off x="0" y="0"/>
          <a:ext cx="0" cy="0"/>
          <a:chOff x="0" y="0"/>
          <a:chExt cx="0" cy="0"/>
        </a:xfrm>
      </p:grpSpPr>
      <p:sp>
        <p:nvSpPr>
          <p:cNvPr id="231" name="Google Shape;231;p70"/>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2" name="Google Shape;232;p7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33" name="Shape 233"/>
        <p:cNvGrpSpPr/>
        <p:nvPr/>
      </p:nvGrpSpPr>
      <p:grpSpPr>
        <a:xfrm>
          <a:off x="0" y="0"/>
          <a:ext cx="0" cy="0"/>
          <a:chOff x="0" y="0"/>
          <a:chExt cx="0" cy="0"/>
        </a:xfrm>
      </p:grpSpPr>
      <p:sp>
        <p:nvSpPr>
          <p:cNvPr id="234" name="Google Shape;234;p71"/>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35" name="Google Shape;235;p71"/>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36" name="Google Shape;236;p7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7" name="Shape 237"/>
        <p:cNvGrpSpPr/>
        <p:nvPr/>
      </p:nvGrpSpPr>
      <p:grpSpPr>
        <a:xfrm>
          <a:off x="0" y="0"/>
          <a:ext cx="0" cy="0"/>
          <a:chOff x="0" y="0"/>
          <a:chExt cx="0" cy="0"/>
        </a:xfrm>
      </p:grpSpPr>
      <p:sp>
        <p:nvSpPr>
          <p:cNvPr id="238" name="Google Shape;238;p7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39" name="Google Shape;239;p7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40" name="Google Shape;240;p7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1" name="Shape 241"/>
        <p:cNvGrpSpPr/>
        <p:nvPr/>
      </p:nvGrpSpPr>
      <p:grpSpPr>
        <a:xfrm>
          <a:off x="0" y="0"/>
          <a:ext cx="0" cy="0"/>
          <a:chOff x="0" y="0"/>
          <a:chExt cx="0" cy="0"/>
        </a:xfrm>
      </p:grpSpPr>
      <p:sp>
        <p:nvSpPr>
          <p:cNvPr id="242" name="Google Shape;242;p7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43" name="Google Shape;243;p7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4" name="Shape 244"/>
        <p:cNvGrpSpPr/>
        <p:nvPr/>
      </p:nvGrpSpPr>
      <p:grpSpPr>
        <a:xfrm>
          <a:off x="0" y="0"/>
          <a:ext cx="0" cy="0"/>
          <a:chOff x="0" y="0"/>
          <a:chExt cx="0" cy="0"/>
        </a:xfrm>
      </p:grpSpPr>
      <p:sp>
        <p:nvSpPr>
          <p:cNvPr id="245" name="Google Shape;245;p7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7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7" name="Google Shape;247;p7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48" name="Shape 248"/>
        <p:cNvGrpSpPr/>
        <p:nvPr/>
      </p:nvGrpSpPr>
      <p:grpSpPr>
        <a:xfrm>
          <a:off x="0" y="0"/>
          <a:ext cx="0" cy="0"/>
          <a:chOff x="0" y="0"/>
          <a:chExt cx="0" cy="0"/>
        </a:xfrm>
      </p:grpSpPr>
      <p:sp>
        <p:nvSpPr>
          <p:cNvPr id="249" name="Google Shape;249;p7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0" name="Google Shape;250;p7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1" name="Google Shape;251;p7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2" name="Google Shape;252;p7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3" name="Shape 253"/>
        <p:cNvGrpSpPr/>
        <p:nvPr/>
      </p:nvGrpSpPr>
      <p:grpSpPr>
        <a:xfrm>
          <a:off x="0" y="0"/>
          <a:ext cx="0" cy="0"/>
          <a:chOff x="0" y="0"/>
          <a:chExt cx="0" cy="0"/>
        </a:xfrm>
      </p:grpSpPr>
      <p:sp>
        <p:nvSpPr>
          <p:cNvPr id="254" name="Google Shape;254;p7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5" name="Google Shape;255;p7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2">
    <p:spTree>
      <p:nvGrpSpPr>
        <p:cNvPr id="256" name="Shape 256"/>
        <p:cNvGrpSpPr/>
        <p:nvPr/>
      </p:nvGrpSpPr>
      <p:grpSpPr>
        <a:xfrm>
          <a:off x="0" y="0"/>
          <a:ext cx="0" cy="0"/>
          <a:chOff x="0" y="0"/>
          <a:chExt cx="0" cy="0"/>
        </a:xfrm>
      </p:grpSpPr>
      <p:sp>
        <p:nvSpPr>
          <p:cNvPr id="257" name="Google Shape;257;p77"/>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58" name="Google Shape;258;p77"/>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9" name="Google Shape;259;p7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2">
    <p:spTree>
      <p:nvGrpSpPr>
        <p:cNvPr id="260" name="Shape 260"/>
        <p:cNvGrpSpPr/>
        <p:nvPr/>
      </p:nvGrpSpPr>
      <p:grpSpPr>
        <a:xfrm>
          <a:off x="0" y="0"/>
          <a:ext cx="0" cy="0"/>
          <a:chOff x="0" y="0"/>
          <a:chExt cx="0" cy="0"/>
        </a:xfrm>
      </p:grpSpPr>
      <p:sp>
        <p:nvSpPr>
          <p:cNvPr id="261" name="Google Shape;261;p78"/>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62" name="Google Shape;262;p7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2">
    <p:spTree>
      <p:nvGrpSpPr>
        <p:cNvPr id="263" name="Shape 263"/>
        <p:cNvGrpSpPr/>
        <p:nvPr/>
      </p:nvGrpSpPr>
      <p:grpSpPr>
        <a:xfrm>
          <a:off x="0" y="0"/>
          <a:ext cx="0" cy="0"/>
          <a:chOff x="0" y="0"/>
          <a:chExt cx="0" cy="0"/>
        </a:xfrm>
      </p:grpSpPr>
      <p:sp>
        <p:nvSpPr>
          <p:cNvPr id="264" name="Google Shape;264;p7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65" name="Google Shape;265;p7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66" name="Google Shape;266;p79"/>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67" name="Google Shape;267;p79"/>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8" name="Google Shape;268;p7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2">
    <p:spTree>
      <p:nvGrpSpPr>
        <p:cNvPr id="269" name="Shape 269"/>
        <p:cNvGrpSpPr/>
        <p:nvPr/>
      </p:nvGrpSpPr>
      <p:grpSpPr>
        <a:xfrm>
          <a:off x="0" y="0"/>
          <a:ext cx="0" cy="0"/>
          <a:chOff x="0" y="0"/>
          <a:chExt cx="0" cy="0"/>
        </a:xfrm>
      </p:grpSpPr>
      <p:sp>
        <p:nvSpPr>
          <p:cNvPr id="270" name="Google Shape;270;p80"/>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1" name="Google Shape;271;p8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2">
    <p:spTree>
      <p:nvGrpSpPr>
        <p:cNvPr id="272" name="Shape 272"/>
        <p:cNvGrpSpPr/>
        <p:nvPr/>
      </p:nvGrpSpPr>
      <p:grpSpPr>
        <a:xfrm>
          <a:off x="0" y="0"/>
          <a:ext cx="0" cy="0"/>
          <a:chOff x="0" y="0"/>
          <a:chExt cx="0" cy="0"/>
        </a:xfrm>
      </p:grpSpPr>
      <p:sp>
        <p:nvSpPr>
          <p:cNvPr id="273" name="Google Shape;273;p81"/>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74" name="Google Shape;274;p81"/>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5" name="Google Shape;275;p8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6" name="Shape 276"/>
        <p:cNvGrpSpPr/>
        <p:nvPr/>
      </p:nvGrpSpPr>
      <p:grpSpPr>
        <a:xfrm>
          <a:off x="0" y="0"/>
          <a:ext cx="0" cy="0"/>
          <a:chOff x="0" y="0"/>
          <a:chExt cx="0" cy="0"/>
        </a:xfrm>
      </p:grpSpPr>
      <p:sp>
        <p:nvSpPr>
          <p:cNvPr id="277" name="Google Shape;277;p8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278" name="Shape 278"/>
        <p:cNvGrpSpPr/>
        <p:nvPr/>
      </p:nvGrpSpPr>
      <p:grpSpPr>
        <a:xfrm>
          <a:off x="0" y="0"/>
          <a:ext cx="0" cy="0"/>
          <a:chOff x="0" y="0"/>
          <a:chExt cx="0" cy="0"/>
        </a:xfrm>
      </p:grpSpPr>
      <p:grpSp>
        <p:nvGrpSpPr>
          <p:cNvPr id="279" name="Google Shape;279;p83"/>
          <p:cNvGrpSpPr/>
          <p:nvPr/>
        </p:nvGrpSpPr>
        <p:grpSpPr>
          <a:xfrm>
            <a:off x="6362700" y="0"/>
            <a:ext cx="5829298" cy="3235602"/>
            <a:chOff x="5612972" y="1"/>
            <a:chExt cx="6615961" cy="3672246"/>
          </a:xfrm>
        </p:grpSpPr>
        <p:sp>
          <p:nvSpPr>
            <p:cNvPr id="280" name="Google Shape;280;p83"/>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83"/>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83"/>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83"/>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83"/>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5" name="Google Shape;285;p83"/>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6" name="Google Shape;286;p8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42900" lvl="0" marL="457200" algn="l">
              <a:lnSpc>
                <a:spcPct val="80000"/>
              </a:lnSpc>
              <a:spcBef>
                <a:spcPts val="2200"/>
              </a:spcBef>
              <a:spcAft>
                <a:spcPts val="0"/>
              </a:spcAft>
              <a:buSzPts val="1800"/>
              <a:buFont typeface="Arial"/>
              <a:buChar char="•"/>
              <a:defRPr b="1" i="0" sz="2400">
                <a:solidFill>
                  <a:srgbClr val="B9AD8D"/>
                </a:solidFill>
                <a:latin typeface="Arial"/>
                <a:ea typeface="Arial"/>
                <a:cs typeface="Arial"/>
                <a:sym typeface="Arial"/>
              </a:defRPr>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7" name="Google Shape;287;p8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88" name="Google Shape;288;p8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89" name="Google Shape;289;p83"/>
          <p:cNvCxnSpPr/>
          <p:nvPr/>
        </p:nvCxnSpPr>
        <p:spPr>
          <a:xfrm>
            <a:off x="594360" y="2148840"/>
            <a:ext cx="2130552" cy="0"/>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spTree>
      <p:nvGrpSpPr>
        <p:cNvPr id="290" name="Shape 290"/>
        <p:cNvGrpSpPr/>
        <p:nvPr/>
      </p:nvGrpSpPr>
      <p:grpSpPr>
        <a:xfrm>
          <a:off x="0" y="0"/>
          <a:ext cx="0" cy="0"/>
          <a:chOff x="0" y="0"/>
          <a:chExt cx="0" cy="0"/>
        </a:xfrm>
      </p:grpSpPr>
      <p:cxnSp>
        <p:nvCxnSpPr>
          <p:cNvPr id="291" name="Google Shape;291;p84"/>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grpSp>
        <p:nvGrpSpPr>
          <p:cNvPr id="292" name="Google Shape;292;p84"/>
          <p:cNvGrpSpPr/>
          <p:nvPr/>
        </p:nvGrpSpPr>
        <p:grpSpPr>
          <a:xfrm flipH="1" rot="5400000">
            <a:off x="0" y="3900132"/>
            <a:ext cx="2959226" cy="2959226"/>
            <a:chOff x="0" y="12289"/>
            <a:chExt cx="3550" cy="3551"/>
          </a:xfrm>
        </p:grpSpPr>
        <p:sp>
          <p:nvSpPr>
            <p:cNvPr id="293" name="Google Shape;293;p8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 name="Google Shape;294;p8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 name="Google Shape;295;p8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6" name="Google Shape;296;p84"/>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7" name="Google Shape;297;p84"/>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8" name="Google Shape;298;p8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99" name="Google Shape;299;p8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300" name="Shape 300"/>
        <p:cNvGrpSpPr/>
        <p:nvPr/>
      </p:nvGrpSpPr>
      <p:grpSpPr>
        <a:xfrm>
          <a:off x="0" y="0"/>
          <a:ext cx="0" cy="0"/>
          <a:chOff x="0" y="0"/>
          <a:chExt cx="0" cy="0"/>
        </a:xfrm>
      </p:grpSpPr>
      <p:sp>
        <p:nvSpPr>
          <p:cNvPr id="301" name="Google Shape;301;p85"/>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02" name="Google Shape;302;p85"/>
          <p:cNvGrpSpPr/>
          <p:nvPr/>
        </p:nvGrpSpPr>
        <p:grpSpPr>
          <a:xfrm rot="10800000">
            <a:off x="6092752" y="0"/>
            <a:ext cx="6099248" cy="6099248"/>
            <a:chOff x="0" y="12289"/>
            <a:chExt cx="3550" cy="3551"/>
          </a:xfrm>
        </p:grpSpPr>
        <p:sp>
          <p:nvSpPr>
            <p:cNvPr id="303" name="Google Shape;303;p8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4" name="Google Shape;304;p8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5" name="Google Shape;305;p8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06" name="Google Shape;306;p85"/>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07" name="Google Shape;307;p85"/>
          <p:cNvCxnSpPr/>
          <p:nvPr/>
        </p:nvCxnSpPr>
        <p:spPr>
          <a:xfrm>
            <a:off x="594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spTree>
      <p:nvGrpSpPr>
        <p:cNvPr id="308" name="Shape 308"/>
        <p:cNvGrpSpPr/>
        <p:nvPr/>
      </p:nvGrpSpPr>
      <p:grpSpPr>
        <a:xfrm>
          <a:off x="0" y="0"/>
          <a:ext cx="0" cy="0"/>
          <a:chOff x="0" y="0"/>
          <a:chExt cx="0" cy="0"/>
        </a:xfrm>
      </p:grpSpPr>
      <p:sp>
        <p:nvSpPr>
          <p:cNvPr id="309" name="Google Shape;309;p86"/>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10" name="Google Shape;310;p86"/>
          <p:cNvGrpSpPr/>
          <p:nvPr/>
        </p:nvGrpSpPr>
        <p:grpSpPr>
          <a:xfrm>
            <a:off x="1" y="758752"/>
            <a:ext cx="6099248" cy="6099248"/>
            <a:chOff x="0" y="12289"/>
            <a:chExt cx="3550" cy="3551"/>
          </a:xfrm>
        </p:grpSpPr>
        <p:sp>
          <p:nvSpPr>
            <p:cNvPr id="311" name="Google Shape;311;p8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8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3" name="Google Shape;313;p8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314" name="Google Shape;314;p86"/>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spTree>
      <p:nvGrpSpPr>
        <p:cNvPr id="315" name="Shape 315"/>
        <p:cNvGrpSpPr/>
        <p:nvPr/>
      </p:nvGrpSpPr>
      <p:grpSpPr>
        <a:xfrm>
          <a:off x="0" y="0"/>
          <a:ext cx="0" cy="0"/>
          <a:chOff x="0" y="0"/>
          <a:chExt cx="0" cy="0"/>
        </a:xfrm>
      </p:grpSpPr>
      <p:sp>
        <p:nvSpPr>
          <p:cNvPr id="316" name="Google Shape;316;p87"/>
          <p:cNvSpPr/>
          <p:nvPr>
            <p:ph idx="2" type="pic"/>
          </p:nvPr>
        </p:nvSpPr>
        <p:spPr>
          <a:xfrm>
            <a:off x="0" y="0"/>
            <a:ext cx="12192000" cy="6880543"/>
          </a:xfrm>
          <a:prstGeom prst="rect">
            <a:avLst/>
          </a:prstGeom>
          <a:noFill/>
          <a:ln>
            <a:noFill/>
          </a:ln>
        </p:spPr>
      </p:sp>
      <p:sp>
        <p:nvSpPr>
          <p:cNvPr id="317" name="Google Shape;317;p87"/>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6000">
                <a:solidFill>
                  <a:schemeClr val="dk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8" name="Google Shape;318;p87"/>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319" name="Shape 319"/>
        <p:cNvGrpSpPr/>
        <p:nvPr/>
      </p:nvGrpSpPr>
      <p:grpSpPr>
        <a:xfrm>
          <a:off x="0" y="0"/>
          <a:ext cx="0" cy="0"/>
          <a:chOff x="0" y="0"/>
          <a:chExt cx="0" cy="0"/>
        </a:xfrm>
      </p:grpSpPr>
      <p:sp>
        <p:nvSpPr>
          <p:cNvPr id="320" name="Google Shape;320;p88"/>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1" name="Google Shape;321;p88"/>
          <p:cNvSpPr/>
          <p:nvPr>
            <p:ph idx="2" type="pic"/>
          </p:nvPr>
        </p:nvSpPr>
        <p:spPr>
          <a:xfrm>
            <a:off x="0" y="-11113"/>
            <a:ext cx="5791200" cy="6880226"/>
          </a:xfrm>
          <a:prstGeom prst="rect">
            <a:avLst/>
          </a:prstGeom>
          <a:noFill/>
          <a:ln>
            <a:noFill/>
          </a:ln>
        </p:spPr>
      </p:sp>
      <p:sp>
        <p:nvSpPr>
          <p:cNvPr id="322" name="Google Shape;322;p88"/>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23" name="Google Shape;323;p88"/>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spTree>
      <p:nvGrpSpPr>
        <p:cNvPr id="324" name="Shape 324"/>
        <p:cNvGrpSpPr/>
        <p:nvPr/>
      </p:nvGrpSpPr>
      <p:grpSpPr>
        <a:xfrm>
          <a:off x="0" y="0"/>
          <a:ext cx="0" cy="0"/>
          <a:chOff x="0" y="0"/>
          <a:chExt cx="0" cy="0"/>
        </a:xfrm>
      </p:grpSpPr>
      <p:grpSp>
        <p:nvGrpSpPr>
          <p:cNvPr id="325" name="Google Shape;325;p89"/>
          <p:cNvGrpSpPr/>
          <p:nvPr/>
        </p:nvGrpSpPr>
        <p:grpSpPr>
          <a:xfrm>
            <a:off x="6362700" y="0"/>
            <a:ext cx="5829298" cy="3235602"/>
            <a:chOff x="5612972" y="1"/>
            <a:chExt cx="6615961" cy="3672246"/>
          </a:xfrm>
        </p:grpSpPr>
        <p:sp>
          <p:nvSpPr>
            <p:cNvPr id="326" name="Google Shape;326;p89"/>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89"/>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89"/>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9" name="Google Shape;329;p89"/>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0" name="Google Shape;330;p89"/>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1" name="Google Shape;331;p89"/>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32" name="Google Shape;332;p89"/>
          <p:cNvCxnSpPr/>
          <p:nvPr/>
        </p:nvCxnSpPr>
        <p:spPr>
          <a:xfrm>
            <a:off x="6347460" y="6313170"/>
            <a:ext cx="2133600" cy="3992"/>
          </a:xfrm>
          <a:prstGeom prst="straightConnector1">
            <a:avLst/>
          </a:prstGeom>
          <a:noFill/>
          <a:ln cap="flat" cmpd="sng" w="101600">
            <a:solidFill>
              <a:srgbClr val="B9AD8D"/>
            </a:solidFill>
            <a:prstDash val="solid"/>
            <a:round/>
            <a:headEnd len="sm" w="sm" type="none"/>
            <a:tailEnd len="sm" w="sm" type="none"/>
          </a:ln>
        </p:spPr>
      </p:cxnSp>
      <p:sp>
        <p:nvSpPr>
          <p:cNvPr id="333" name="Google Shape;333;p89"/>
          <p:cNvSpPr txBox="1"/>
          <p:nvPr>
            <p:ph idx="1" type="body"/>
          </p:nvPr>
        </p:nvSpPr>
        <p:spPr>
          <a:xfrm>
            <a:off x="603885" y="457201"/>
            <a:ext cx="5198269" cy="2305050"/>
          </a:xfrm>
          <a:prstGeom prst="rect">
            <a:avLst/>
          </a:prstGeom>
          <a:noFill/>
          <a:ln>
            <a:noFill/>
          </a:ln>
        </p:spPr>
        <p:txBody>
          <a:bodyPr anchorCtr="0" anchor="t" bIns="91425" lIns="0" spcFirstLastPara="1" rIns="91425" wrap="square" tIns="274300">
            <a:normAutofit/>
          </a:bodyPr>
          <a:lstStyle>
            <a:lvl1pPr indent="-342900" lvl="0" marL="457200" algn="l">
              <a:lnSpc>
                <a:spcPct val="115000"/>
              </a:lnSpc>
              <a:spcBef>
                <a:spcPts val="1800"/>
              </a:spcBef>
              <a:spcAft>
                <a:spcPts val="0"/>
              </a:spcAft>
              <a:buSzPts val="1800"/>
              <a:buFont typeface="Arial"/>
              <a:buAutoNum type="arabicPeriod"/>
              <a:defRPr sz="2000"/>
            </a:lvl1pPr>
            <a:lvl2pPr indent="-317500" lvl="1" marL="914400" algn="l">
              <a:lnSpc>
                <a:spcPct val="115000"/>
              </a:lnSpc>
              <a:spcBef>
                <a:spcPts val="1800"/>
              </a:spcBef>
              <a:spcAft>
                <a:spcPts val="0"/>
              </a:spcAft>
              <a:buSzPts val="1400"/>
              <a:buFont typeface="Arial"/>
              <a:buAutoNum type="alphaLcPeriod"/>
              <a:defRPr sz="2000"/>
            </a:lvl2pPr>
            <a:lvl3pPr indent="-317500" lvl="2" marL="1371600" algn="l">
              <a:lnSpc>
                <a:spcPct val="115000"/>
              </a:lnSpc>
              <a:spcBef>
                <a:spcPts val="1800"/>
              </a:spcBef>
              <a:spcAft>
                <a:spcPts val="0"/>
              </a:spcAft>
              <a:buSzPts val="1400"/>
              <a:buFont typeface="Arial"/>
              <a:buAutoNum type="arabicParenR"/>
              <a:defRPr sz="2000"/>
            </a:lvl3pPr>
            <a:lvl4pPr indent="-228600" lvl="3" marL="1828800" algn="l">
              <a:lnSpc>
                <a:spcPct val="115000"/>
              </a:lnSpc>
              <a:spcBef>
                <a:spcPts val="1800"/>
              </a:spcBef>
              <a:spcAft>
                <a:spcPts val="0"/>
              </a:spcAft>
              <a:buSzPts val="1400"/>
              <a:buFont typeface="Arial"/>
              <a:buNone/>
              <a:defRPr sz="2000"/>
            </a:lvl4pPr>
            <a:lvl5pPr indent="-317500" lvl="4" marL="2286000" algn="l">
              <a:lnSpc>
                <a:spcPct val="115000"/>
              </a:lnSpc>
              <a:spcBef>
                <a:spcPts val="1800"/>
              </a:spcBef>
              <a:spcAft>
                <a:spcPts val="0"/>
              </a:spcAft>
              <a:buSzPts val="1400"/>
              <a:buFont typeface="Arial"/>
              <a:buAutoNum type="arabicPeriod"/>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4" name="Google Shape;334;p89"/>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5" name="Google Shape;335;p8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336" name="Google Shape;336;p8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spTree>
      <p:nvGrpSpPr>
        <p:cNvPr id="337" name="Shape 337"/>
        <p:cNvGrpSpPr/>
        <p:nvPr/>
      </p:nvGrpSpPr>
      <p:grpSpPr>
        <a:xfrm>
          <a:off x="0" y="0"/>
          <a:ext cx="0" cy="0"/>
          <a:chOff x="0" y="0"/>
          <a:chExt cx="0" cy="0"/>
        </a:xfrm>
      </p:grpSpPr>
      <p:sp>
        <p:nvSpPr>
          <p:cNvPr id="338" name="Google Shape;338;p90"/>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9" name="Google Shape;339;p90"/>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40" name="Google Shape;340;p90"/>
          <p:cNvCxnSpPr/>
          <p:nvPr/>
        </p:nvCxnSpPr>
        <p:spPr>
          <a:xfrm>
            <a:off x="594360" y="2997459"/>
            <a:ext cx="2133600" cy="3992"/>
          </a:xfrm>
          <a:prstGeom prst="straightConnector1">
            <a:avLst/>
          </a:prstGeom>
          <a:noFill/>
          <a:ln cap="flat" cmpd="sng" w="101600">
            <a:solidFill>
              <a:srgbClr val="B9AD8D"/>
            </a:solidFill>
            <a:prstDash val="solid"/>
            <a:round/>
            <a:headEnd len="sm" w="sm" type="none"/>
            <a:tailEnd len="sm" w="sm" type="none"/>
          </a:ln>
        </p:spPr>
      </p:cxnSp>
      <p:sp>
        <p:nvSpPr>
          <p:cNvPr id="341" name="Google Shape;341;p90"/>
          <p:cNvSpPr/>
          <p:nvPr>
            <p:ph idx="2" type="pic"/>
          </p:nvPr>
        </p:nvSpPr>
        <p:spPr>
          <a:xfrm>
            <a:off x="6096000" y="0"/>
            <a:ext cx="6118225" cy="6858000"/>
          </a:xfrm>
          <a:prstGeom prst="rect">
            <a:avLst/>
          </a:prstGeom>
          <a:noFill/>
          <a:ln>
            <a:noFill/>
          </a:ln>
        </p:spPr>
      </p:sp>
      <p:sp>
        <p:nvSpPr>
          <p:cNvPr id="342" name="Google Shape;342;p9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343" name="Google Shape;343;p9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344" name="Shape 344"/>
        <p:cNvGrpSpPr/>
        <p:nvPr/>
      </p:nvGrpSpPr>
      <p:grpSpPr>
        <a:xfrm>
          <a:off x="0" y="0"/>
          <a:ext cx="0" cy="0"/>
          <a:chOff x="0" y="0"/>
          <a:chExt cx="0" cy="0"/>
        </a:xfrm>
      </p:grpSpPr>
      <p:sp>
        <p:nvSpPr>
          <p:cNvPr id="345" name="Google Shape;345;p91"/>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6" name="Google Shape;346;p9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347" name="Google Shape;347;p9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348" name="Google Shape;348;p91"/>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5.xml"/><Relationship Id="rId22" Type="http://schemas.openxmlformats.org/officeDocument/2006/relationships/slideLayout" Target="../slideLayouts/slideLayout47.xml"/><Relationship Id="rId21" Type="http://schemas.openxmlformats.org/officeDocument/2006/relationships/slideLayout" Target="../slideLayouts/slideLayout46.xml"/><Relationship Id="rId24" Type="http://schemas.openxmlformats.org/officeDocument/2006/relationships/slideLayout" Target="../slideLayouts/slideLayout49.xml"/><Relationship Id="rId23" Type="http://schemas.openxmlformats.org/officeDocument/2006/relationships/slideLayout" Target="../slideLayouts/slideLayout48.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26" Type="http://schemas.openxmlformats.org/officeDocument/2006/relationships/slideLayout" Target="../slideLayouts/slideLayout51.xml"/><Relationship Id="rId25" Type="http://schemas.openxmlformats.org/officeDocument/2006/relationships/slideLayout" Target="../slideLayouts/slideLayout50.xml"/><Relationship Id="rId28" Type="http://schemas.openxmlformats.org/officeDocument/2006/relationships/slideLayout" Target="../slideLayouts/slideLayout53.xml"/><Relationship Id="rId27" Type="http://schemas.openxmlformats.org/officeDocument/2006/relationships/slideLayout" Target="../slideLayouts/slideLayout52.xml"/><Relationship Id="rId5" Type="http://schemas.openxmlformats.org/officeDocument/2006/relationships/slideLayout" Target="../slideLayouts/slideLayout30.xml"/><Relationship Id="rId6" Type="http://schemas.openxmlformats.org/officeDocument/2006/relationships/slideLayout" Target="../slideLayouts/slideLayout31.xml"/><Relationship Id="rId29" Type="http://schemas.openxmlformats.org/officeDocument/2006/relationships/slideLayout" Target="../slideLayouts/slideLayout54.xml"/><Relationship Id="rId7" Type="http://schemas.openxmlformats.org/officeDocument/2006/relationships/slideLayout" Target="../slideLayouts/slideLayout32.xml"/><Relationship Id="rId8" Type="http://schemas.openxmlformats.org/officeDocument/2006/relationships/slideLayout" Target="../slideLayouts/slideLayout33.xml"/><Relationship Id="rId31" Type="http://schemas.openxmlformats.org/officeDocument/2006/relationships/slideLayout" Target="../slideLayouts/slideLayout56.xml"/><Relationship Id="rId30" Type="http://schemas.openxmlformats.org/officeDocument/2006/relationships/slideLayout" Target="../slideLayouts/slideLayout55.xml"/><Relationship Id="rId11" Type="http://schemas.openxmlformats.org/officeDocument/2006/relationships/slideLayout" Target="../slideLayouts/slideLayout36.xml"/><Relationship Id="rId33" Type="http://schemas.openxmlformats.org/officeDocument/2006/relationships/theme" Target="../theme/theme2.xml"/><Relationship Id="rId10" Type="http://schemas.openxmlformats.org/officeDocument/2006/relationships/slideLayout" Target="../slideLayouts/slideLayout35.xml"/><Relationship Id="rId32" Type="http://schemas.openxmlformats.org/officeDocument/2006/relationships/slideLayout" Target="../slideLayouts/slideLayout57.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9" Type="http://schemas.openxmlformats.org/officeDocument/2006/relationships/slideLayout" Target="../slideLayouts/slideLayout44.xml"/><Relationship Id="rId1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3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2" name="Google Shape;12;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35"/>
          <p:cNvSpPr txBox="1"/>
          <p:nvPr>
            <p:ph idx="1" type="body"/>
          </p:nvPr>
        </p:nvSpPr>
        <p:spPr>
          <a:xfrm>
            <a:off x="594360" y="1825625"/>
            <a:ext cx="1038225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9pPr>
          </a:lstStyle>
          <a:p/>
        </p:txBody>
      </p:sp>
      <p:sp>
        <p:nvSpPr>
          <p:cNvPr id="56" name="Google Shape;56;p35"/>
          <p:cNvSpPr txBox="1"/>
          <p:nvPr>
            <p:ph type="title"/>
          </p:nvPr>
        </p:nvSpPr>
        <p:spPr>
          <a:xfrm>
            <a:off x="594360" y="365125"/>
            <a:ext cx="10401300" cy="1325563"/>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chemeClr val="dk1"/>
              </a:buClr>
              <a:buSzPts val="4400"/>
              <a:buFont typeface="Franklin Gothic"/>
              <a:buNone/>
              <a:defRPr b="1" i="0" sz="4400" u="none" cap="none" strike="noStrike">
                <a:solidFill>
                  <a:schemeClr val="dk1"/>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57" name="Google Shape;57;p35"/>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9pPr>
          </a:lstStyle>
          <a:p/>
        </p:txBody>
      </p:sp>
      <p:sp>
        <p:nvSpPr>
          <p:cNvPr id="58" name="Google Shape;58;p35"/>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rtl="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rtl="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rtl="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rtl="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rtl="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rtl="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rtl="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rtl="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7" name="Google Shape;177;p39"/>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78" name="Google Shape;178;p3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g3a07a6af24c_0_59"/>
          <p:cNvPicPr preferRelativeResize="0"/>
          <p:nvPr/>
        </p:nvPicPr>
        <p:blipFill rotWithShape="1">
          <a:blip r:embed="rId3">
            <a:alphaModFix amt="62000"/>
          </a:blip>
          <a:srcRect b="0" l="0" r="0" t="0"/>
          <a:stretch/>
        </p:blipFill>
        <p:spPr>
          <a:xfrm>
            <a:off x="11269" y="1"/>
            <a:ext cx="12169464" cy="6858000"/>
          </a:xfrm>
          <a:prstGeom prst="rect">
            <a:avLst/>
          </a:prstGeom>
          <a:noFill/>
          <a:ln>
            <a:noFill/>
          </a:ln>
        </p:spPr>
      </p:pic>
      <p:graphicFrame>
        <p:nvGraphicFramePr>
          <p:cNvPr id="354" name="Google Shape;354;g3a07a6af24c_0_59"/>
          <p:cNvGraphicFramePr/>
          <p:nvPr/>
        </p:nvGraphicFramePr>
        <p:xfrm>
          <a:off x="7104267" y="1293367"/>
          <a:ext cx="3000000" cy="3000000"/>
        </p:xfrm>
        <a:graphic>
          <a:graphicData uri="http://schemas.openxmlformats.org/drawingml/2006/table">
            <a:tbl>
              <a:tblPr>
                <a:noFill/>
                <a:tableStyleId>{4662497F-8A0D-44A1-8740-0EEBADABBB5F}</a:tableStyleId>
              </a:tblPr>
              <a:tblGrid>
                <a:gridCol w="2024275"/>
                <a:gridCol w="2896500"/>
              </a:tblGrid>
              <a:tr h="623200">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Día, Fecha:</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MX" sz="2500" u="none" cap="none" strike="noStrike"/>
                        <a:t>xx/xx/xxxx</a:t>
                      </a:r>
                      <a:endParaRPr sz="1867" u="none" cap="none" strike="noStrike"/>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3200">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inicio:</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MX" sz="2500" u="none" cap="none" strike="noStrike"/>
                        <a:t>xx:xx</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5" name="Google Shape;355;g3a07a6af24c_0_59"/>
          <p:cNvSpPr txBox="1"/>
          <p:nvPr/>
        </p:nvSpPr>
        <p:spPr>
          <a:xfrm>
            <a:off x="1920233" y="3011068"/>
            <a:ext cx="9056100" cy="7542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MX" sz="3300" u="none" cap="none" strike="noStrike">
                <a:solidFill>
                  <a:srgbClr val="000000"/>
                </a:solidFill>
                <a:latin typeface="Arial"/>
                <a:ea typeface="Arial"/>
                <a:cs typeface="Arial"/>
                <a:sym typeface="Arial"/>
              </a:rPr>
              <a:t>Redes de computadoras 2 [X]</a:t>
            </a:r>
            <a:endParaRPr/>
          </a:p>
        </p:txBody>
      </p:sp>
      <p:sp>
        <p:nvSpPr>
          <p:cNvPr id="356" name="Google Shape;356;g3a07a6af24c_0_59"/>
          <p:cNvSpPr txBox="1"/>
          <p:nvPr/>
        </p:nvSpPr>
        <p:spPr>
          <a:xfrm>
            <a:off x="2371600" y="3867667"/>
            <a:ext cx="7448700" cy="10620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MX" sz="2650" u="none" cap="none" strike="noStrike">
                <a:solidFill>
                  <a:schemeClr val="dk1"/>
                </a:solidFill>
                <a:latin typeface="Arial"/>
                <a:ea typeface="Arial"/>
                <a:cs typeface="Arial"/>
                <a:sym typeface="Arial"/>
              </a:rPr>
              <a:t>Integrante 1</a:t>
            </a:r>
            <a:endParaRPr/>
          </a:p>
          <a:p>
            <a:pPr indent="0" lvl="0" marL="0" marR="0" rtl="0" algn="l">
              <a:spcBef>
                <a:spcPts val="0"/>
              </a:spcBef>
              <a:spcAft>
                <a:spcPts val="0"/>
              </a:spcAft>
              <a:buNone/>
            </a:pPr>
            <a:r>
              <a:rPr b="0" i="0" lang="es-MX" sz="2650" u="none" cap="none" strike="noStrike">
                <a:solidFill>
                  <a:schemeClr val="dk1"/>
                </a:solidFill>
                <a:latin typeface="Arial"/>
                <a:ea typeface="Arial"/>
                <a:cs typeface="Arial"/>
                <a:sym typeface="Arial"/>
              </a:rPr>
              <a:t>Integrante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
          <p:cNvSpPr txBox="1"/>
          <p:nvPr>
            <p:ph type="ctrTitle"/>
          </p:nvPr>
        </p:nvSpPr>
        <p:spPr>
          <a:xfrm>
            <a:off x="3549451" y="641517"/>
            <a:ext cx="826123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MX"/>
              <a:t>Unidad 4 y 7: Alta disponible en redes e Internet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
          <p:cNvSpPr txBox="1"/>
          <p:nvPr>
            <p:ph type="title"/>
          </p:nvPr>
        </p:nvSpPr>
        <p:spPr>
          <a:xfrm>
            <a:off x="594360" y="189572"/>
            <a:ext cx="6787747" cy="1593507"/>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Clr>
                <a:schemeClr val="dk1"/>
              </a:buClr>
              <a:buSzPts val="4400"/>
              <a:buFont typeface="Franklin Gothic"/>
              <a:buNone/>
            </a:pPr>
            <a:r>
              <a:rPr b="1" i="0" lang="es-MX" sz="4400" u="none" cap="none" strike="noStrike">
                <a:solidFill>
                  <a:schemeClr val="dk1"/>
                </a:solidFill>
                <a:latin typeface="Franklin Gothic"/>
                <a:ea typeface="Franklin Gothic"/>
                <a:cs typeface="Franklin Gothic"/>
                <a:sym typeface="Franklin Gothic"/>
              </a:rPr>
              <a:t>Agenda</a:t>
            </a:r>
            <a:endParaRPr/>
          </a:p>
        </p:txBody>
      </p:sp>
      <p:sp>
        <p:nvSpPr>
          <p:cNvPr id="368" name="Google Shape;368;p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lnSpcReduction="10000"/>
          </a:bodyPr>
          <a:lstStyle/>
          <a:p>
            <a:pPr indent="-283210" lvl="0" marL="283210" rtl="0" algn="l">
              <a:lnSpc>
                <a:spcPct val="80000"/>
              </a:lnSpc>
              <a:spcBef>
                <a:spcPts val="0"/>
              </a:spcBef>
              <a:spcAft>
                <a:spcPts val="0"/>
              </a:spcAft>
              <a:buClr>
                <a:schemeClr val="dk1"/>
              </a:buClr>
              <a:buSzPts val="2400"/>
              <a:buChar char="•"/>
            </a:pPr>
            <a:r>
              <a:rPr lang="es-MX">
                <a:solidFill>
                  <a:schemeClr val="dk1"/>
                </a:solidFill>
              </a:rPr>
              <a:t>Dudas Práctica 2</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Protocolos de redundancia de router</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VRRP</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HSRP</a:t>
            </a:r>
            <a:endParaRPr>
              <a:solidFill>
                <a:schemeClr val="dk1"/>
              </a:solidFill>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Ventajas y desventajas de HSRP</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DNS</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Ventajas y desventajas de DNS</a:t>
            </a:r>
            <a:endParaRPr/>
          </a:p>
          <a:p>
            <a:pPr indent="-130809" lvl="0" marL="283210" rtl="0" algn="l">
              <a:lnSpc>
                <a:spcPct val="80000"/>
              </a:lnSpc>
              <a:spcBef>
                <a:spcPts val="2200"/>
              </a:spcBef>
              <a:spcAft>
                <a:spcPts val="0"/>
              </a:spcAft>
              <a:buClr>
                <a:srgbClr val="5D7C3F"/>
              </a:buClr>
              <a:buSzPts val="2400"/>
              <a:buNone/>
            </a:pPr>
            <a:r>
              <a:t/>
            </a:r>
            <a:endParaRPr>
              <a:solidFill>
                <a:srgbClr val="000000"/>
              </a:solidFill>
            </a:endParaRPr>
          </a:p>
          <a:p>
            <a:pPr indent="-130809" lvl="0" marL="283210" rtl="0" algn="l">
              <a:lnSpc>
                <a:spcPct val="80000"/>
              </a:lnSpc>
              <a:spcBef>
                <a:spcPts val="2200"/>
              </a:spcBef>
              <a:spcAft>
                <a:spcPts val="0"/>
              </a:spcAft>
              <a:buClr>
                <a:srgbClr val="5D7C3F"/>
              </a:buClr>
              <a:buSzPts val="2400"/>
              <a:buNone/>
            </a:pPr>
            <a:r>
              <a:t/>
            </a:r>
            <a:endParaRPr>
              <a:solidFill>
                <a:srgbClr val="000000"/>
              </a:solidFill>
            </a:endParaRPr>
          </a:p>
          <a:p>
            <a:pPr indent="-130809" lvl="0" marL="283210" rtl="0" algn="l">
              <a:lnSpc>
                <a:spcPct val="80000"/>
              </a:lnSpc>
              <a:spcBef>
                <a:spcPts val="2200"/>
              </a:spcBef>
              <a:spcAft>
                <a:spcPts val="0"/>
              </a:spcAft>
              <a:buClr>
                <a:srgbClr val="5D7C3F"/>
              </a:buClr>
              <a:buSzPts val="2400"/>
              <a:buNone/>
            </a:pPr>
            <a:r>
              <a:t/>
            </a:r>
            <a:endParaRPr>
              <a:solidFill>
                <a:srgbClr val="5D7D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Competencias</a:t>
            </a:r>
            <a:endParaRPr/>
          </a:p>
        </p:txBody>
      </p:sp>
      <p:sp>
        <p:nvSpPr>
          <p:cNvPr id="374" name="Google Shape;374;p4"/>
          <p:cNvSpPr txBox="1"/>
          <p:nvPr>
            <p:ph idx="1" type="body"/>
          </p:nvPr>
        </p:nvSpPr>
        <p:spPr>
          <a:xfrm>
            <a:off x="594360" y="2676525"/>
            <a:ext cx="8681827" cy="3597470"/>
          </a:xfrm>
          <a:prstGeom prst="rect">
            <a:avLst/>
          </a:prstGeom>
          <a:noFill/>
          <a:ln>
            <a:noFill/>
          </a:ln>
        </p:spPr>
        <p:txBody>
          <a:bodyPr anchorCtr="0" anchor="ctr" bIns="0" lIns="0" spcFirstLastPara="1" rIns="0" wrap="square" tIns="45700">
            <a:normAutofit/>
          </a:bodyPr>
          <a:lstStyle/>
          <a:p>
            <a:pPr indent="-342900" lvl="0" marL="342900" rtl="0" algn="l">
              <a:lnSpc>
                <a:spcPct val="90000"/>
              </a:lnSpc>
              <a:spcBef>
                <a:spcPts val="0"/>
              </a:spcBef>
              <a:spcAft>
                <a:spcPts val="0"/>
              </a:spcAft>
              <a:buClr>
                <a:schemeClr val="dk1"/>
              </a:buClr>
              <a:buSzPts val="2000"/>
              <a:buChar char="•"/>
            </a:pPr>
            <a:r>
              <a:rPr lang="es-MX"/>
              <a:t>El estudiante implementa protocolos de redundancia de gateway mediante HSRP o VRRP para garantizar la alta disponibilidad en la conexión de redes locales. </a:t>
            </a:r>
            <a:endParaRPr/>
          </a:p>
          <a:p>
            <a:pPr indent="-342900" lvl="0" marL="342900" rtl="0" algn="l">
              <a:lnSpc>
                <a:spcPct val="90000"/>
              </a:lnSpc>
              <a:spcBef>
                <a:spcPts val="1800"/>
              </a:spcBef>
              <a:spcAft>
                <a:spcPts val="0"/>
              </a:spcAft>
              <a:buClr>
                <a:schemeClr val="dk1"/>
              </a:buClr>
              <a:buSzPts val="2000"/>
              <a:buChar char="•"/>
            </a:pPr>
            <a:r>
              <a:rPr lang="es-MX"/>
              <a:t>El estudiante implementa el sistema de resolución de nombres utilizando servidores DNS para asegurar la correcta traducción de nombres de dominio en redes locales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MX">
                <a:solidFill>
                  <a:schemeClr val="dk1"/>
                </a:solidFill>
              </a:rPr>
              <a:t>Protocolos de Redundancia de Router</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Protocolos de </a:t>
            </a:r>
            <a:br>
              <a:rPr lang="es-MX" sz="4800">
                <a:solidFill>
                  <a:schemeClr val="dk1"/>
                </a:solidFill>
              </a:rPr>
            </a:br>
            <a:r>
              <a:rPr lang="es-MX" sz="4800">
                <a:solidFill>
                  <a:schemeClr val="dk1"/>
                </a:solidFill>
              </a:rPr>
              <a:t>Redundancia de Router</a:t>
            </a:r>
            <a:endParaRPr sz="4800">
              <a:solidFill>
                <a:schemeClr val="dk1"/>
              </a:solidFill>
            </a:endParaRPr>
          </a:p>
        </p:txBody>
      </p:sp>
      <p:sp>
        <p:nvSpPr>
          <p:cNvPr id="386" name="Google Shape;386;p6"/>
          <p:cNvSpPr txBox="1"/>
          <p:nvPr/>
        </p:nvSpPr>
        <p:spPr>
          <a:xfrm>
            <a:off x="602987" y="2264735"/>
            <a:ext cx="6155001" cy="3814133"/>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rPr b="0" i="0" lang="es-MX" sz="1800" u="none" cap="none" strike="noStrike">
                <a:solidFill>
                  <a:schemeClr val="dk1"/>
                </a:solidFill>
                <a:latin typeface="Arial"/>
                <a:ea typeface="Arial"/>
                <a:cs typeface="Arial"/>
                <a:sym typeface="Arial"/>
              </a:rPr>
              <a:t>Los protocolos de redundancia de router, como VRRP (Virtual Router Redundancy Protocol) y HSRP (Hot Standby Router Protocol), desempeñan un papel crucial al proporcionar una solución para asegurar que el tráfico de red no se vea interrumpido en caso de fallo de un router. Ambos protocolos permiten que varios routers trabajen juntos para ofrecer una puerta de enlace predeterminada redundante, mejorando así la fiabilidad y la disponibilidad de la red.</a:t>
            </a:r>
            <a:endParaRPr b="0" i="0" sz="1800" u="none" cap="none" strike="noStrike">
              <a:solidFill>
                <a:schemeClr val="dk1"/>
              </a:solidFill>
              <a:latin typeface="Arial"/>
              <a:ea typeface="Arial"/>
              <a:cs typeface="Arial"/>
              <a:sym typeface="Arial"/>
            </a:endParaRPr>
          </a:p>
        </p:txBody>
      </p:sp>
      <p:pic>
        <p:nvPicPr>
          <p:cNvPr descr="Diagrama&#10;&#10;El contenido generado por IA puede ser incorrecto." id="387" name="Google Shape;387;p6"/>
          <p:cNvPicPr preferRelativeResize="0"/>
          <p:nvPr/>
        </p:nvPicPr>
        <p:blipFill rotWithShape="1">
          <a:blip r:embed="rId3">
            <a:alphaModFix/>
          </a:blip>
          <a:srcRect b="0" l="0" r="0" t="0"/>
          <a:stretch/>
        </p:blipFill>
        <p:spPr>
          <a:xfrm>
            <a:off x="6872550" y="3195075"/>
            <a:ext cx="4862250" cy="2735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Protocolo VRRP</a:t>
            </a:r>
            <a:endParaRPr/>
          </a:p>
        </p:txBody>
      </p:sp>
      <p:sp>
        <p:nvSpPr>
          <p:cNvPr id="394" name="Google Shape;394;p7"/>
          <p:cNvSpPr txBox="1"/>
          <p:nvPr/>
        </p:nvSpPr>
        <p:spPr>
          <a:xfrm>
            <a:off x="602987" y="2022833"/>
            <a:ext cx="7137515" cy="3814133"/>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rPr b="0" i="0" lang="es-MX" sz="1800" u="none" cap="none" strike="noStrike">
                <a:solidFill>
                  <a:schemeClr val="dk1"/>
                </a:solidFill>
                <a:latin typeface="Arial"/>
                <a:ea typeface="Arial"/>
                <a:cs typeface="Arial"/>
                <a:sym typeface="Arial"/>
              </a:rPr>
              <a:t>El Virtual Router Redundancy Protocol (VRRP) es un protocolo de redundancia de router que permite que varios routers trabajen juntos para proporcionar una puerta de enlace predeterminada virtual. El objetivo principal de VRRP es asegurar que si el router principal (llamado Master) falla, otro router dentro del grupo de redundancia pueda asumir rápidamente el rol de Master sin interrupciones significativas en el servicio.</a:t>
            </a:r>
            <a:endParaRPr/>
          </a:p>
          <a:p>
            <a:pPr indent="0" lvl="0" marL="0" marR="0" rtl="0" algn="just">
              <a:lnSpc>
                <a:spcPct val="115000"/>
              </a:lnSpc>
              <a:spcBef>
                <a:spcPts val="1800"/>
              </a:spcBef>
              <a:spcAft>
                <a:spcPts val="0"/>
              </a:spcAft>
              <a:buClr>
                <a:schemeClr val="dk2"/>
              </a:buClr>
              <a:buSzPts val="1800"/>
              <a:buFont typeface="Arial"/>
              <a:buNone/>
            </a:pPr>
            <a:r>
              <a:rPr b="0" i="0" lang="es-MX" sz="1800" u="none" cap="none" strike="noStrike">
                <a:solidFill>
                  <a:schemeClr val="dk1"/>
                </a:solidFill>
                <a:latin typeface="Arial"/>
                <a:ea typeface="Arial"/>
                <a:cs typeface="Arial"/>
                <a:sym typeface="Arial"/>
              </a:rPr>
              <a:t>El protocolo VRRP está diseñado para ser simple, eficiente y rápido en la conmutación por error. Utiliza paquetes de "anuncio" periódicos para informar a los routers de su estatus, y gracias a su capacidad de preempción, permite que un router con mayor prioridad asuma el rol de Master en caso de que vuelva a estar operativo.</a:t>
            </a:r>
            <a:endParaRPr b="0" i="0" sz="1800" u="none" cap="none" strike="noStrike">
              <a:solidFill>
                <a:schemeClr val="dk1"/>
              </a:solidFill>
              <a:latin typeface="Arial"/>
              <a:ea typeface="Arial"/>
              <a:cs typeface="Arial"/>
              <a:sym typeface="Arial"/>
            </a:endParaRPr>
          </a:p>
        </p:txBody>
      </p:sp>
      <p:pic>
        <p:nvPicPr>
          <p:cNvPr descr="Diagrama&#10;&#10;El contenido generado por IA puede ser incorrecto." id="395" name="Google Shape;395;p7"/>
          <p:cNvPicPr preferRelativeResize="0"/>
          <p:nvPr/>
        </p:nvPicPr>
        <p:blipFill rotWithShape="1">
          <a:blip r:embed="rId3">
            <a:alphaModFix/>
          </a:blip>
          <a:srcRect b="0" l="0" r="0" t="0"/>
          <a:stretch/>
        </p:blipFill>
        <p:spPr>
          <a:xfrm>
            <a:off x="7936886" y="2506635"/>
            <a:ext cx="3865254" cy="33303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8"/>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Protocolo VRRP</a:t>
            </a:r>
            <a:endParaRPr/>
          </a:p>
        </p:txBody>
      </p:sp>
      <p:sp>
        <p:nvSpPr>
          <p:cNvPr id="402" name="Google Shape;402;p8"/>
          <p:cNvSpPr txBox="1"/>
          <p:nvPr/>
        </p:nvSpPr>
        <p:spPr>
          <a:xfrm>
            <a:off x="602987" y="2264735"/>
            <a:ext cx="10157162" cy="3814133"/>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El router principal se elige de acuerdo con la prioridad configurada y la dirección IP virtual. En caso de fallo del router principal, uno de los routers de respaldo con la siguiente prioridad más alta asume el rol de maestro.</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El grupo de routers utiliza una dirección IP virtual común que es la puerta de enlace predeterminada para los dispositivos de la red. Los dispositivos siempre enviarán sus paquetes hacia esta dirección, y el protocolo VRRP asegura que el tráfico continúe fluyendo incluso si el router maestro falla.</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VRRP puede configurarse para permitir la preempción, lo que significa que un router de mayor prioridad puede tomar el control como maestro si se vuelve disponible, incluso si el router maestro actual sigue funcionando.</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Protocolo HSRP</a:t>
            </a:r>
            <a:endParaRPr/>
          </a:p>
        </p:txBody>
      </p:sp>
      <p:sp>
        <p:nvSpPr>
          <p:cNvPr id="409" name="Google Shape;409;p9"/>
          <p:cNvSpPr txBox="1"/>
          <p:nvPr/>
        </p:nvSpPr>
        <p:spPr>
          <a:xfrm>
            <a:off x="602987" y="2264735"/>
            <a:ext cx="7254473" cy="3814133"/>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rPr b="0" i="0" lang="es-MX" sz="1600" u="none" cap="none" strike="noStrike">
                <a:solidFill>
                  <a:schemeClr val="dk1"/>
                </a:solidFill>
                <a:latin typeface="Arial"/>
                <a:ea typeface="Arial"/>
                <a:cs typeface="Arial"/>
                <a:sym typeface="Arial"/>
              </a:rPr>
              <a:t>El protocolo HSRP mas conocido como Hot Standby Router Protocol (HSRP) es un protocolo propietario desarrollado por Cisco para proporcionar redundancia de puerta de enlace en redes IP. Similar a VRRP, HSRP permite que un grupo de routers trabaje como una única puerta de enlace virtual. A diferencia de VRRP, HSRP utiliza una dirección IP virtual que es compartida entre dos o más routers configurados como Hot Standby.</a:t>
            </a:r>
            <a:endParaRPr/>
          </a:p>
          <a:p>
            <a:pPr indent="0" lvl="0" marL="0" marR="0" rtl="0" algn="just">
              <a:lnSpc>
                <a:spcPct val="115000"/>
              </a:lnSpc>
              <a:spcBef>
                <a:spcPts val="1800"/>
              </a:spcBef>
              <a:spcAft>
                <a:spcPts val="0"/>
              </a:spcAft>
              <a:buClr>
                <a:schemeClr val="dk2"/>
              </a:buClr>
              <a:buSzPts val="1800"/>
              <a:buFont typeface="Arial"/>
              <a:buNone/>
            </a:pPr>
            <a:r>
              <a:rPr b="0" i="0" lang="es-MX" sz="1600" u="none" cap="none" strike="noStrike">
                <a:solidFill>
                  <a:schemeClr val="dk1"/>
                </a:solidFill>
                <a:latin typeface="Arial"/>
                <a:ea typeface="Arial"/>
                <a:cs typeface="Arial"/>
                <a:sym typeface="Arial"/>
              </a:rPr>
              <a:t>En HSRP, uno de los routers se convierte en Router Activo y es responsable de manejar todo el tráfico hacia y desde la red. Los otros routers en el grupo se convierten en Routers en Espera (Standby) y están listos para tomar el control si el Router Activo falla. La conmutación por error es automática y no requiere intervención manual, lo que reduce el tiempo de inactividad.</a:t>
            </a:r>
            <a:endParaRPr b="0" i="0" sz="1600" u="none" cap="none" strike="noStrike">
              <a:solidFill>
                <a:schemeClr val="dk1"/>
              </a:solidFill>
              <a:latin typeface="Arial"/>
              <a:ea typeface="Arial"/>
              <a:cs typeface="Arial"/>
              <a:sym typeface="Arial"/>
            </a:endParaRPr>
          </a:p>
        </p:txBody>
      </p:sp>
      <p:pic>
        <p:nvPicPr>
          <p:cNvPr id="410" name="Google Shape;410;p9"/>
          <p:cNvPicPr preferRelativeResize="0"/>
          <p:nvPr/>
        </p:nvPicPr>
        <p:blipFill rotWithShape="1">
          <a:blip r:embed="rId3">
            <a:alphaModFix/>
          </a:blip>
          <a:srcRect b="0" l="0" r="0" t="0"/>
          <a:stretch/>
        </p:blipFill>
        <p:spPr>
          <a:xfrm>
            <a:off x="8112198" y="1981199"/>
            <a:ext cx="3073252" cy="40976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0"/>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Protocolo HSRP</a:t>
            </a:r>
            <a:endParaRPr/>
          </a:p>
        </p:txBody>
      </p:sp>
      <p:sp>
        <p:nvSpPr>
          <p:cNvPr id="417" name="Google Shape;417;p10"/>
          <p:cNvSpPr txBox="1"/>
          <p:nvPr/>
        </p:nvSpPr>
        <p:spPr>
          <a:xfrm>
            <a:off x="602987" y="1945759"/>
            <a:ext cx="10157162" cy="3814133"/>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HSRP también permite la creación de una dirección IP virtual que los dispositivos de la red usan como puerta de enlace predeterminada. Al igual que VRRP, HSRP asegura que si el router principal falla, otro router de respaldo toma su lugar.</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En HSRP, se designan un router activo y un router en espera. El router activo es el que maneja el tráfico en ese momento, mientras que el router en espera está listo para tomar el control si el activo falla.</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HSRP también permite la opción de preempción. Si el router con mayor prioridad se vuelve disponible, puede tomar el control como router activo, incluso si otro router sigue siendo el activo.</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HSRP, al igual que VRRP, también opera en la capa 3 del modelo OSI (capa de red), usando protocolos como IP para asegurar la comunicación de red.</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1"/>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Ventajas</a:t>
            </a:r>
            <a:endParaRPr/>
          </a:p>
        </p:txBody>
      </p:sp>
      <p:sp>
        <p:nvSpPr>
          <p:cNvPr id="424" name="Google Shape;424;p11"/>
          <p:cNvSpPr/>
          <p:nvPr/>
        </p:nvSpPr>
        <p:spPr>
          <a:xfrm>
            <a:off x="444690" y="2705638"/>
            <a:ext cx="3297538" cy="3350308"/>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25" name="Google Shape;425;p11"/>
          <p:cNvSpPr/>
          <p:nvPr/>
        </p:nvSpPr>
        <p:spPr>
          <a:xfrm>
            <a:off x="564040" y="2837840"/>
            <a:ext cx="3297538" cy="3350308"/>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Alta Disponibilidad: </a:t>
            </a:r>
            <a:r>
              <a:rPr b="0" i="0" lang="es-MX" sz="1800" u="none" cap="none" strike="noStrike">
                <a:solidFill>
                  <a:schemeClr val="lt1"/>
                </a:solidFill>
                <a:latin typeface="Arial"/>
                <a:ea typeface="Arial"/>
                <a:cs typeface="Arial"/>
                <a:sym typeface="Arial"/>
              </a:rPr>
              <a:t>Ambos protocolos aseguran la alta disponibilidad de la puerta de enlace predeterminada en la red. Si un router falla, otro puede tomar su lugar inmediatamente, minimizando el tiempo de inactividad.</a:t>
            </a:r>
            <a:endParaRPr b="0" i="0" sz="1800" u="none" cap="none" strike="noStrike">
              <a:solidFill>
                <a:schemeClr val="lt1"/>
              </a:solidFill>
              <a:latin typeface="Arial"/>
              <a:ea typeface="Arial"/>
              <a:cs typeface="Arial"/>
              <a:sym typeface="Arial"/>
            </a:endParaRPr>
          </a:p>
        </p:txBody>
      </p:sp>
      <p:sp>
        <p:nvSpPr>
          <p:cNvPr id="426" name="Google Shape;426;p11"/>
          <p:cNvSpPr/>
          <p:nvPr/>
        </p:nvSpPr>
        <p:spPr>
          <a:xfrm>
            <a:off x="4394150" y="2705637"/>
            <a:ext cx="3295064" cy="3350309"/>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27" name="Google Shape;427;p11"/>
          <p:cNvSpPr/>
          <p:nvPr/>
        </p:nvSpPr>
        <p:spPr>
          <a:xfrm>
            <a:off x="4513500" y="2837839"/>
            <a:ext cx="3295064" cy="3350309"/>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Mejora la Fiabilidad de la Red: </a:t>
            </a:r>
            <a:r>
              <a:rPr b="0" i="0" lang="es-MX" sz="1800" u="none" cap="none" strike="noStrike">
                <a:solidFill>
                  <a:schemeClr val="lt1"/>
                </a:solidFill>
                <a:latin typeface="Arial"/>
                <a:ea typeface="Arial"/>
                <a:cs typeface="Arial"/>
                <a:sym typeface="Arial"/>
              </a:rPr>
              <a:t>ambos protocolos aumentan la fiabilidad de la red. Los usuarios finales no notarán ninguna interrupción si un router se cae, ya que el tráfico será dirigido al router de respaldo automáticamente.</a:t>
            </a:r>
            <a:endParaRPr b="0" i="0" sz="1800" u="none" cap="none" strike="noStrike">
              <a:solidFill>
                <a:schemeClr val="lt1"/>
              </a:solidFill>
              <a:latin typeface="Arial"/>
              <a:ea typeface="Arial"/>
              <a:cs typeface="Arial"/>
              <a:sym typeface="Arial"/>
            </a:endParaRPr>
          </a:p>
        </p:txBody>
      </p:sp>
      <p:sp>
        <p:nvSpPr>
          <p:cNvPr id="428" name="Google Shape;428;p11"/>
          <p:cNvSpPr/>
          <p:nvPr/>
        </p:nvSpPr>
        <p:spPr>
          <a:xfrm>
            <a:off x="8341136" y="2705638"/>
            <a:ext cx="3295064" cy="3350308"/>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29" name="Google Shape;429;p11"/>
          <p:cNvSpPr/>
          <p:nvPr/>
        </p:nvSpPr>
        <p:spPr>
          <a:xfrm>
            <a:off x="8460486" y="2837840"/>
            <a:ext cx="3295064" cy="3350308"/>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Pre-empción: </a:t>
            </a:r>
            <a:r>
              <a:rPr b="0" i="0" lang="es-MX" sz="1800" u="none" cap="none" strike="noStrike">
                <a:solidFill>
                  <a:schemeClr val="lt1"/>
                </a:solidFill>
                <a:latin typeface="Arial"/>
                <a:ea typeface="Arial"/>
                <a:cs typeface="Arial"/>
                <a:sym typeface="Arial"/>
              </a:rPr>
              <a:t>Tanto VRRP como HSRP permiten la opción de preempción, garantizando que el router con la mayor prioridad o capacidad siempre tomará el control como router maestro o activo.</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2"/>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Ventajas</a:t>
            </a:r>
            <a:endParaRPr/>
          </a:p>
        </p:txBody>
      </p:sp>
      <p:sp>
        <p:nvSpPr>
          <p:cNvPr id="436" name="Google Shape;436;p12"/>
          <p:cNvSpPr/>
          <p:nvPr/>
        </p:nvSpPr>
        <p:spPr>
          <a:xfrm>
            <a:off x="1382745" y="2667719"/>
            <a:ext cx="4055624" cy="3350308"/>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7" name="Google Shape;437;p12"/>
          <p:cNvSpPr/>
          <p:nvPr/>
        </p:nvSpPr>
        <p:spPr>
          <a:xfrm>
            <a:off x="1502095" y="2799921"/>
            <a:ext cx="4055624" cy="3350308"/>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Facilidad de Configuración: </a:t>
            </a:r>
            <a:r>
              <a:rPr b="0" i="0" lang="es-MX" sz="1800" u="none" cap="none" strike="noStrike">
                <a:solidFill>
                  <a:schemeClr val="lt1"/>
                </a:solidFill>
                <a:latin typeface="Arial"/>
                <a:ea typeface="Arial"/>
                <a:cs typeface="Arial"/>
                <a:sym typeface="Arial"/>
              </a:rPr>
              <a:t>La configuración de ambos protocolos es relativamente sencilla, lo que facilita la implementación de soluciones de redundancia de router sin complicar la administración de la red.</a:t>
            </a:r>
            <a:endParaRPr b="0" i="0" sz="1800" u="none" cap="none" strike="noStrike">
              <a:solidFill>
                <a:schemeClr val="lt1"/>
              </a:solidFill>
              <a:latin typeface="Arial"/>
              <a:ea typeface="Arial"/>
              <a:cs typeface="Arial"/>
              <a:sym typeface="Arial"/>
            </a:endParaRPr>
          </a:p>
        </p:txBody>
      </p:sp>
      <p:sp>
        <p:nvSpPr>
          <p:cNvPr id="438" name="Google Shape;438;p12"/>
          <p:cNvSpPr/>
          <p:nvPr/>
        </p:nvSpPr>
        <p:spPr>
          <a:xfrm>
            <a:off x="6634283" y="2667719"/>
            <a:ext cx="3936274" cy="3350309"/>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9" name="Google Shape;439;p12"/>
          <p:cNvSpPr/>
          <p:nvPr/>
        </p:nvSpPr>
        <p:spPr>
          <a:xfrm>
            <a:off x="6753633" y="2799921"/>
            <a:ext cx="3936274" cy="3350309"/>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Balance de Carga: </a:t>
            </a:r>
            <a:r>
              <a:rPr b="0" i="0" lang="es-MX" sz="1800" u="none" cap="none" strike="noStrike">
                <a:solidFill>
                  <a:schemeClr val="lt1"/>
                </a:solidFill>
                <a:latin typeface="Arial"/>
                <a:ea typeface="Arial"/>
                <a:cs typeface="Arial"/>
                <a:sym typeface="Arial"/>
              </a:rPr>
              <a:t>En algunas configuraciones, como en VRRP, es posible realizar un balanceo de carga entre los routers de un mismo grupo, distribuyendo el tráfico entre ellos, lo que mejora el rendimiento global de la red.</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3"/>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Desventajas</a:t>
            </a:r>
            <a:endParaRPr/>
          </a:p>
        </p:txBody>
      </p:sp>
      <p:sp>
        <p:nvSpPr>
          <p:cNvPr id="446" name="Google Shape;446;p13"/>
          <p:cNvSpPr/>
          <p:nvPr/>
        </p:nvSpPr>
        <p:spPr>
          <a:xfrm>
            <a:off x="379704" y="2775453"/>
            <a:ext cx="3466890"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47" name="Google Shape;447;p13"/>
          <p:cNvSpPr/>
          <p:nvPr/>
        </p:nvSpPr>
        <p:spPr>
          <a:xfrm>
            <a:off x="499054" y="2907655"/>
            <a:ext cx="3466890"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Recursos de Hardware: </a:t>
            </a:r>
            <a:r>
              <a:rPr b="0" i="0" lang="es-MX" sz="1800" u="none" cap="none" strike="noStrike">
                <a:solidFill>
                  <a:schemeClr val="lt1"/>
                </a:solidFill>
                <a:latin typeface="Arial"/>
                <a:ea typeface="Arial"/>
                <a:cs typeface="Arial"/>
                <a:sym typeface="Arial"/>
              </a:rPr>
              <a:t>Al utilizar múltiples routers en paralelo, se requiere más hardware (más routers) para garantizar la redundancia. Esto puede implicar costos adicionales en términos de infraestructura.</a:t>
            </a:r>
            <a:endParaRPr b="0" i="0" sz="1800" u="none" cap="none" strike="noStrike">
              <a:solidFill>
                <a:schemeClr val="lt1"/>
              </a:solidFill>
              <a:latin typeface="Arial"/>
              <a:ea typeface="Arial"/>
              <a:cs typeface="Arial"/>
              <a:sym typeface="Arial"/>
            </a:endParaRPr>
          </a:p>
        </p:txBody>
      </p:sp>
      <p:sp>
        <p:nvSpPr>
          <p:cNvPr id="448" name="Google Shape;448;p13"/>
          <p:cNvSpPr/>
          <p:nvPr/>
        </p:nvSpPr>
        <p:spPr>
          <a:xfrm>
            <a:off x="4434253" y="2802034"/>
            <a:ext cx="3466890"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49" name="Google Shape;449;p13"/>
          <p:cNvSpPr/>
          <p:nvPr/>
        </p:nvSpPr>
        <p:spPr>
          <a:xfrm>
            <a:off x="4553603" y="2934236"/>
            <a:ext cx="3466890"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Limitado a una Red Local: </a:t>
            </a:r>
            <a:r>
              <a:rPr b="0" i="0" lang="es-MX" sz="1800" u="none" cap="none" strike="noStrike">
                <a:solidFill>
                  <a:schemeClr val="lt1"/>
                </a:solidFill>
                <a:latin typeface="Arial"/>
                <a:ea typeface="Arial"/>
                <a:cs typeface="Arial"/>
                <a:sym typeface="Arial"/>
              </a:rPr>
              <a:t>ambos</a:t>
            </a:r>
            <a:r>
              <a:rPr b="1" i="0" lang="es-MX" sz="1800" u="none" cap="none" strike="noStrike">
                <a:solidFill>
                  <a:schemeClr val="lt1"/>
                </a:solidFill>
                <a:latin typeface="Arial"/>
                <a:ea typeface="Arial"/>
                <a:cs typeface="Arial"/>
                <a:sym typeface="Arial"/>
              </a:rPr>
              <a:t> </a:t>
            </a:r>
            <a:r>
              <a:rPr b="0" i="0" lang="es-MX" sz="1800" u="none" cap="none" strike="noStrike">
                <a:solidFill>
                  <a:schemeClr val="lt1"/>
                </a:solidFill>
                <a:latin typeface="Arial"/>
                <a:ea typeface="Arial"/>
                <a:cs typeface="Arial"/>
                <a:sym typeface="Arial"/>
              </a:rPr>
              <a:t>protocolos están diseñados para redes locales (LAN) y no son adecuados para proporcionar redundancia entre redes dispersas geográficamente. En este sentido, no son ideales para redes de área amplia (WAN).</a:t>
            </a:r>
            <a:endParaRPr b="0" i="0" sz="1800" u="none" cap="none" strike="noStrike">
              <a:solidFill>
                <a:schemeClr val="lt1"/>
              </a:solidFill>
              <a:latin typeface="Arial"/>
              <a:ea typeface="Arial"/>
              <a:cs typeface="Arial"/>
              <a:sym typeface="Arial"/>
            </a:endParaRPr>
          </a:p>
        </p:txBody>
      </p:sp>
      <p:sp>
        <p:nvSpPr>
          <p:cNvPr id="450" name="Google Shape;450;p13"/>
          <p:cNvSpPr/>
          <p:nvPr/>
        </p:nvSpPr>
        <p:spPr>
          <a:xfrm>
            <a:off x="8369452" y="2802034"/>
            <a:ext cx="3466890"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51" name="Google Shape;451;p13"/>
          <p:cNvSpPr/>
          <p:nvPr/>
        </p:nvSpPr>
        <p:spPr>
          <a:xfrm>
            <a:off x="8488802" y="2934236"/>
            <a:ext cx="3466890"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Soporte Nativo para IPv6: </a:t>
            </a:r>
            <a:r>
              <a:rPr b="0" i="0" lang="es-MX" sz="1800" u="none" cap="none" strike="noStrike">
                <a:solidFill>
                  <a:schemeClr val="lt1"/>
                </a:solidFill>
                <a:latin typeface="Arial"/>
                <a:ea typeface="Arial"/>
                <a:cs typeface="Arial"/>
                <a:sym typeface="Arial"/>
              </a:rPr>
              <a:t>algunas versiones más antiguas no son totalmente compatibles con esta versión del protocolo de Internet, lo que puede ser una limitación si se implementa IPv6.</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4"/>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Desventajas</a:t>
            </a:r>
            <a:endParaRPr/>
          </a:p>
        </p:txBody>
      </p:sp>
      <p:sp>
        <p:nvSpPr>
          <p:cNvPr id="458" name="Google Shape;458;p14"/>
          <p:cNvSpPr/>
          <p:nvPr/>
        </p:nvSpPr>
        <p:spPr>
          <a:xfrm>
            <a:off x="1027808" y="2896660"/>
            <a:ext cx="4207625"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59" name="Google Shape;459;p14"/>
          <p:cNvSpPr/>
          <p:nvPr/>
        </p:nvSpPr>
        <p:spPr>
          <a:xfrm>
            <a:off x="1147158" y="3028862"/>
            <a:ext cx="4207625"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Problemas de Convergencia:</a:t>
            </a:r>
            <a:r>
              <a:rPr b="0" i="0" lang="es-MX" sz="1800" u="none" cap="none" strike="noStrike">
                <a:solidFill>
                  <a:schemeClr val="lt1"/>
                </a:solidFill>
                <a:latin typeface="Arial"/>
                <a:ea typeface="Arial"/>
                <a:cs typeface="Arial"/>
                <a:sym typeface="Arial"/>
              </a:rPr>
              <a:t> En caso de fallo de un router activo, puede haber un breve período de inactividad mientras otro router toma el control. Esto puede causar algunos retrasos en la convergencia de la red, aunque estos retrasos suelen ser mínimos.</a:t>
            </a:r>
            <a:endParaRPr b="0" i="0" sz="1800" u="none" cap="none" strike="noStrike">
              <a:solidFill>
                <a:schemeClr val="lt1"/>
              </a:solidFill>
              <a:latin typeface="Arial"/>
              <a:ea typeface="Arial"/>
              <a:cs typeface="Arial"/>
              <a:sym typeface="Arial"/>
            </a:endParaRPr>
          </a:p>
        </p:txBody>
      </p:sp>
      <p:sp>
        <p:nvSpPr>
          <p:cNvPr id="460" name="Google Shape;460;p14"/>
          <p:cNvSpPr/>
          <p:nvPr/>
        </p:nvSpPr>
        <p:spPr>
          <a:xfrm>
            <a:off x="6837219" y="2896660"/>
            <a:ext cx="4207625"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61" name="Google Shape;461;p14"/>
          <p:cNvSpPr/>
          <p:nvPr/>
        </p:nvSpPr>
        <p:spPr>
          <a:xfrm>
            <a:off x="6956569" y="3028862"/>
            <a:ext cx="4207625"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Dependencia de Configuración: </a:t>
            </a:r>
            <a:r>
              <a:rPr b="0" i="0" lang="es-MX" sz="1800" u="none" cap="none" strike="noStrike">
                <a:solidFill>
                  <a:schemeClr val="lt1"/>
                </a:solidFill>
                <a:latin typeface="Arial"/>
                <a:ea typeface="Arial"/>
                <a:cs typeface="Arial"/>
                <a:sym typeface="Arial"/>
              </a:rPr>
              <a:t>La configuración incorrecta de los routers o de los parámetros, como la prioridad o la preempción, puede causar problemas en la conmutación por error o en la asignación de la puerta de enlace correcta.</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MX">
                <a:solidFill>
                  <a:schemeClr val="dk1"/>
                </a:solidFill>
              </a:rPr>
              <a:t>DNS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DNS</a:t>
            </a:r>
            <a:endParaRPr/>
          </a:p>
        </p:txBody>
      </p:sp>
      <p:sp>
        <p:nvSpPr>
          <p:cNvPr id="473" name="Google Shape;473;p16"/>
          <p:cNvSpPr txBox="1"/>
          <p:nvPr/>
        </p:nvSpPr>
        <p:spPr>
          <a:xfrm>
            <a:off x="602987" y="2202641"/>
            <a:ext cx="7712734" cy="4368978"/>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rPr b="0" i="0" lang="es-MX" sz="1600" u="none" cap="none" strike="noStrike">
                <a:solidFill>
                  <a:schemeClr val="dk1"/>
                </a:solidFill>
                <a:latin typeface="Arial"/>
                <a:ea typeface="Arial"/>
                <a:cs typeface="Arial"/>
                <a:sym typeface="Arial"/>
              </a:rPr>
              <a:t>El Protocolo de Nombres de Dominio (DNS, por sus siglas en inglés: Domain Name System) es uno de los componentes más importantes de la infraestructura de Internet. Permite la traducción de nombres de dominio legibles por los humanos (como www.google.com) a direcciones IP numéricas (como 192.168.123.1) que las computadoras utilizan para identificarse y comunicarse en la red. Sin el DNS, navegar por Internet sería demasiado complejo ya que tendríamos que conocer las diferentes IP’s de los diferentes sitios que desearíamos visitar. Algunas de sus características:</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600" u="none" cap="none" strike="noStrike">
                <a:solidFill>
                  <a:schemeClr val="dk2"/>
                </a:solidFill>
                <a:latin typeface="Arial"/>
                <a:ea typeface="Arial"/>
                <a:cs typeface="Arial"/>
                <a:sym typeface="Arial"/>
              </a:rPr>
              <a:t>Jerarquía Distribuida: </a:t>
            </a:r>
            <a:r>
              <a:rPr b="0" i="0" lang="es-MX" sz="1600" u="none" cap="none" strike="noStrike">
                <a:solidFill>
                  <a:schemeClr val="dk2"/>
                </a:solidFill>
                <a:latin typeface="Arial"/>
                <a:ea typeface="Arial"/>
                <a:cs typeface="Arial"/>
                <a:sym typeface="Arial"/>
              </a:rPr>
              <a:t>El protocolo DNS tiene un estructura distribuida y jerárquica. A nivel global existe una jerarquía de servidores DNS que se organizan en niveles, desde los servidores raíz hasta los servidores autoritativos para dominios específicos.</a:t>
            </a:r>
            <a:endParaRPr b="1" i="0" sz="1600" u="none" cap="none" strike="noStrike">
              <a:solidFill>
                <a:schemeClr val="dk1"/>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descr="Imagen que contiene Aplicación&#10;&#10;El contenido generado por IA puede ser incorrecto." id="474" name="Google Shape;474;p16"/>
          <p:cNvPicPr preferRelativeResize="0"/>
          <p:nvPr/>
        </p:nvPicPr>
        <p:blipFill rotWithShape="1">
          <a:blip r:embed="rId3">
            <a:alphaModFix/>
          </a:blip>
          <a:srcRect b="0" l="0" r="0" t="0"/>
          <a:stretch/>
        </p:blipFill>
        <p:spPr>
          <a:xfrm>
            <a:off x="8629159" y="3043166"/>
            <a:ext cx="3332469" cy="221305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DNS</a:t>
            </a:r>
            <a:endParaRPr/>
          </a:p>
        </p:txBody>
      </p:sp>
      <p:sp>
        <p:nvSpPr>
          <p:cNvPr id="481" name="Google Shape;481;p17"/>
          <p:cNvSpPr txBox="1"/>
          <p:nvPr/>
        </p:nvSpPr>
        <p:spPr>
          <a:xfrm>
            <a:off x="602987" y="2114059"/>
            <a:ext cx="4766455" cy="4368978"/>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2"/>
                </a:solidFill>
                <a:latin typeface="Arial"/>
                <a:ea typeface="Arial"/>
                <a:cs typeface="Arial"/>
                <a:sym typeface="Arial"/>
              </a:rPr>
              <a:t>Resolución de Nombres: </a:t>
            </a:r>
            <a:r>
              <a:rPr b="0" i="0" lang="es-MX" sz="1800" u="none" cap="none" strike="noStrike">
                <a:solidFill>
                  <a:schemeClr val="dk2"/>
                </a:solidFill>
                <a:latin typeface="Arial"/>
                <a:ea typeface="Arial"/>
                <a:cs typeface="Arial"/>
                <a:sym typeface="Arial"/>
              </a:rPr>
              <a:t>El proceso fundamental del DNS es la resolución de nombres, que es la acción de traducir un nombre de dominio a su correspondiente dirección IP. Este proceso se realiza en varias etapas, comenzando con las consultas a los servidores raíz, luego a los servidores de dominios de nivel superior (TLD), y finalmente a los servidores autoritativos del dominio específico.</a:t>
            </a:r>
            <a:endParaRPr b="0" i="0" sz="1800" u="none" cap="none" strike="noStrike">
              <a:solidFill>
                <a:schemeClr val="dk1"/>
              </a:solidFill>
              <a:latin typeface="Arial"/>
              <a:ea typeface="Arial"/>
              <a:cs typeface="Arial"/>
              <a:sym typeface="Arial"/>
            </a:endParaRPr>
          </a:p>
        </p:txBody>
      </p:sp>
      <p:pic>
        <p:nvPicPr>
          <p:cNvPr descr="Diagrama&#10;&#10;El contenido generado por IA puede ser incorrecto." id="482" name="Google Shape;482;p17"/>
          <p:cNvPicPr preferRelativeResize="0"/>
          <p:nvPr/>
        </p:nvPicPr>
        <p:blipFill rotWithShape="1">
          <a:blip r:embed="rId3">
            <a:alphaModFix/>
          </a:blip>
          <a:srcRect b="0" l="0" r="0" t="0"/>
          <a:stretch/>
        </p:blipFill>
        <p:spPr>
          <a:xfrm>
            <a:off x="5805377" y="550546"/>
            <a:ext cx="5783636" cy="57836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8"/>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DNS</a:t>
            </a:r>
            <a:endParaRPr/>
          </a:p>
        </p:txBody>
      </p:sp>
      <p:sp>
        <p:nvSpPr>
          <p:cNvPr id="489" name="Google Shape;489;p18"/>
          <p:cNvSpPr txBox="1"/>
          <p:nvPr/>
        </p:nvSpPr>
        <p:spPr>
          <a:xfrm>
            <a:off x="602987" y="2135325"/>
            <a:ext cx="5659590" cy="4368978"/>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2"/>
                </a:solidFill>
                <a:latin typeface="Arial"/>
                <a:ea typeface="Arial"/>
                <a:cs typeface="Arial"/>
                <a:sym typeface="Arial"/>
              </a:rPr>
              <a:t>Caché DNS: </a:t>
            </a:r>
            <a:r>
              <a:rPr b="0" i="0" lang="es-MX" sz="1800" u="none" cap="none" strike="noStrike">
                <a:solidFill>
                  <a:schemeClr val="dk2"/>
                </a:solidFill>
                <a:latin typeface="Arial"/>
                <a:ea typeface="Arial"/>
                <a:cs typeface="Arial"/>
                <a:sym typeface="Arial"/>
              </a:rPr>
              <a:t>Para mejorar el rendimiento y reducir la carga en los servidores, tanto los clientes (computadoras) como los servidores DNS intermedios almacenan las respuestas a las consultas durante un tiempo determinado, conocido como Time to Live (TTL).</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Protocolo UDP</a:t>
            </a:r>
            <a:r>
              <a:rPr b="0" i="0" lang="es-MX" sz="1800" u="none" cap="none" strike="noStrike">
                <a:solidFill>
                  <a:schemeClr val="dk1"/>
                </a:solidFill>
                <a:latin typeface="Arial"/>
                <a:ea typeface="Arial"/>
                <a:cs typeface="Arial"/>
                <a:sym typeface="Arial"/>
              </a:rPr>
              <a:t>: El protocolo DNS generalmente utiliza el protocolo UDP (User Datagram Protocol) para enviar y recibir las consultas, lo que facilita una comunicación rápida y eficiente, aunque no garantiza la entrega de los paquetes.</a:t>
            </a:r>
            <a:endParaRPr/>
          </a:p>
        </p:txBody>
      </p:sp>
      <p:pic>
        <p:nvPicPr>
          <p:cNvPr descr="Interfaz de usuario gráfica, Aplicación&#10;&#10;El contenido generado por IA puede ser incorrecto." id="490" name="Google Shape;490;p18"/>
          <p:cNvPicPr preferRelativeResize="0"/>
          <p:nvPr/>
        </p:nvPicPr>
        <p:blipFill rotWithShape="1">
          <a:blip r:embed="rId3">
            <a:alphaModFix/>
          </a:blip>
          <a:srcRect b="0" l="0" r="0" t="0"/>
          <a:stretch/>
        </p:blipFill>
        <p:spPr>
          <a:xfrm>
            <a:off x="6556135" y="1585837"/>
            <a:ext cx="5544324" cy="423921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DNS</a:t>
            </a:r>
            <a:endParaRPr/>
          </a:p>
        </p:txBody>
      </p:sp>
      <p:sp>
        <p:nvSpPr>
          <p:cNvPr id="497" name="Google Shape;497;p19"/>
          <p:cNvSpPr txBox="1"/>
          <p:nvPr/>
        </p:nvSpPr>
        <p:spPr>
          <a:xfrm>
            <a:off x="602986" y="2135325"/>
            <a:ext cx="10614363" cy="4368978"/>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rPr b="0" i="0" lang="es-MX" sz="1800" u="none" cap="none" strike="noStrike">
                <a:solidFill>
                  <a:schemeClr val="dk1"/>
                </a:solidFill>
                <a:latin typeface="Arial"/>
                <a:ea typeface="Arial"/>
                <a:cs typeface="Arial"/>
                <a:sym typeface="Arial"/>
              </a:rPr>
              <a:t>Tipos de registros DNS:</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A (Address): </a:t>
            </a:r>
            <a:r>
              <a:rPr b="0" i="0" lang="es-MX" sz="1800" u="none" cap="none" strike="noStrike">
                <a:solidFill>
                  <a:schemeClr val="dk1"/>
                </a:solidFill>
                <a:latin typeface="Arial"/>
                <a:ea typeface="Arial"/>
                <a:cs typeface="Arial"/>
                <a:sym typeface="Arial"/>
              </a:rPr>
              <a:t>Traduce un nombre de dominio a una dirección IPv4.</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AAAA:</a:t>
            </a:r>
            <a:r>
              <a:rPr b="0" i="0" lang="es-MX" sz="1800" u="none" cap="none" strike="noStrike">
                <a:solidFill>
                  <a:schemeClr val="dk1"/>
                </a:solidFill>
                <a:latin typeface="Arial"/>
                <a:ea typeface="Arial"/>
                <a:cs typeface="Arial"/>
                <a:sym typeface="Arial"/>
              </a:rPr>
              <a:t> Traduce un nombre de dominio a una dirección IPv6.</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MX (Mail Exchange): </a:t>
            </a:r>
            <a:r>
              <a:rPr b="0" i="0" lang="es-MX" sz="1800" u="none" cap="none" strike="noStrike">
                <a:solidFill>
                  <a:schemeClr val="dk1"/>
                </a:solidFill>
                <a:latin typeface="Arial"/>
                <a:ea typeface="Arial"/>
                <a:cs typeface="Arial"/>
                <a:sym typeface="Arial"/>
              </a:rPr>
              <a:t>Indica los servidores de correo electrónico de un dominio.</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CNAME (Canonical Name): </a:t>
            </a:r>
            <a:r>
              <a:rPr b="0" i="0" lang="es-MX" sz="1800" u="none" cap="none" strike="noStrike">
                <a:solidFill>
                  <a:schemeClr val="dk1"/>
                </a:solidFill>
                <a:latin typeface="Arial"/>
                <a:ea typeface="Arial"/>
                <a:cs typeface="Arial"/>
                <a:sym typeface="Arial"/>
              </a:rPr>
              <a:t>Redirige un dominio a otro.</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NS (Name Server): </a:t>
            </a:r>
            <a:r>
              <a:rPr b="0" i="0" lang="es-MX" sz="1800" u="none" cap="none" strike="noStrike">
                <a:solidFill>
                  <a:schemeClr val="dk1"/>
                </a:solidFill>
                <a:latin typeface="Arial"/>
                <a:ea typeface="Arial"/>
                <a:cs typeface="Arial"/>
                <a:sym typeface="Arial"/>
              </a:rPr>
              <a:t>Indica qué servidores DNS son responsables de un dominio.</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MX" sz="1800" u="none" cap="none" strike="noStrike">
                <a:solidFill>
                  <a:schemeClr val="dk1"/>
                </a:solidFill>
                <a:latin typeface="Arial"/>
                <a:ea typeface="Arial"/>
                <a:cs typeface="Arial"/>
                <a:sym typeface="Arial"/>
              </a:rPr>
              <a:t>TXT:</a:t>
            </a:r>
            <a:r>
              <a:rPr b="0" i="0" lang="es-MX" sz="1800" u="none" cap="none" strike="noStrike">
                <a:solidFill>
                  <a:schemeClr val="dk1"/>
                </a:solidFill>
                <a:latin typeface="Arial"/>
                <a:ea typeface="Arial"/>
                <a:cs typeface="Arial"/>
                <a:sym typeface="Arial"/>
              </a:rPr>
              <a:t> Permite asociar texto arbitrario, útil para verificaciones como SPF (Sender Policy Framework).</a:t>
            </a:r>
            <a:endParaRPr b="0" i="0" sz="1800" u="none" cap="none" strike="noStrike">
              <a:solidFill>
                <a:schemeClr val="dk1"/>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0"/>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Ventajas DNS</a:t>
            </a:r>
            <a:endParaRPr/>
          </a:p>
        </p:txBody>
      </p:sp>
      <p:sp>
        <p:nvSpPr>
          <p:cNvPr id="504" name="Google Shape;504;p20"/>
          <p:cNvSpPr/>
          <p:nvPr/>
        </p:nvSpPr>
        <p:spPr>
          <a:xfrm>
            <a:off x="444690" y="2705638"/>
            <a:ext cx="3297538" cy="2961516"/>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05" name="Google Shape;505;p20"/>
          <p:cNvSpPr/>
          <p:nvPr/>
        </p:nvSpPr>
        <p:spPr>
          <a:xfrm>
            <a:off x="564040" y="2837840"/>
            <a:ext cx="3297538" cy="2961516"/>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Facilidad de Uso: </a:t>
            </a:r>
            <a:r>
              <a:rPr b="0" i="0" lang="es-MX" sz="1800" u="none" cap="none" strike="noStrike">
                <a:solidFill>
                  <a:schemeClr val="lt1"/>
                </a:solidFill>
                <a:latin typeface="Arial"/>
                <a:ea typeface="Arial"/>
                <a:cs typeface="Arial"/>
                <a:sym typeface="Arial"/>
              </a:rPr>
              <a:t>Permite a los usuarios acceder a servicios en Internet mediante nombres de dominio fáciles de recordar, en lugar de memorizar complejas direcciones IP numéricas.</a:t>
            </a:r>
            <a:endParaRPr/>
          </a:p>
        </p:txBody>
      </p:sp>
      <p:sp>
        <p:nvSpPr>
          <p:cNvPr id="506" name="Google Shape;506;p20"/>
          <p:cNvSpPr/>
          <p:nvPr/>
        </p:nvSpPr>
        <p:spPr>
          <a:xfrm>
            <a:off x="4394150" y="2705638"/>
            <a:ext cx="3295064" cy="2961516"/>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07" name="Google Shape;507;p20"/>
          <p:cNvSpPr/>
          <p:nvPr/>
        </p:nvSpPr>
        <p:spPr>
          <a:xfrm>
            <a:off x="4513500" y="2837840"/>
            <a:ext cx="3295064" cy="2961516"/>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Escalabilidad: </a:t>
            </a:r>
            <a:r>
              <a:rPr b="0" i="0" lang="es-MX" sz="1800" u="none" cap="none" strike="noStrike">
                <a:solidFill>
                  <a:schemeClr val="lt1"/>
                </a:solidFill>
                <a:latin typeface="Arial"/>
                <a:ea typeface="Arial"/>
                <a:cs typeface="Arial"/>
                <a:sym typeface="Arial"/>
              </a:rPr>
              <a:t>Al ser un sistema distribuido, DNS puede manejar un gran volumen de solicitudes sin un solo punto de fallo. Esta arquitectura lo hace escalable y robusto frente al crecimiento de Internet.</a:t>
            </a:r>
            <a:endParaRPr/>
          </a:p>
        </p:txBody>
      </p:sp>
      <p:sp>
        <p:nvSpPr>
          <p:cNvPr id="508" name="Google Shape;508;p20"/>
          <p:cNvSpPr/>
          <p:nvPr/>
        </p:nvSpPr>
        <p:spPr>
          <a:xfrm>
            <a:off x="8341136" y="2705638"/>
            <a:ext cx="3295064" cy="2961516"/>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09" name="Google Shape;509;p20"/>
          <p:cNvSpPr/>
          <p:nvPr/>
        </p:nvSpPr>
        <p:spPr>
          <a:xfrm>
            <a:off x="8460486" y="2837840"/>
            <a:ext cx="3295064" cy="2961516"/>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Flexibilidad y Seguridad: </a:t>
            </a:r>
            <a:r>
              <a:rPr b="0" i="0" lang="es-MX" sz="1800" u="none" cap="none" strike="noStrike">
                <a:solidFill>
                  <a:schemeClr val="lt1"/>
                </a:solidFill>
                <a:latin typeface="Arial"/>
                <a:ea typeface="Arial"/>
                <a:cs typeface="Arial"/>
                <a:sym typeface="Arial"/>
              </a:rPr>
              <a:t>El DNS también permite la implementación de DNSSEC (DNS Security Extensions) para proteger la integridad y autenticidad de las respuestas.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1"/>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Ventajas DNS</a:t>
            </a:r>
            <a:endParaRPr/>
          </a:p>
        </p:txBody>
      </p:sp>
      <p:sp>
        <p:nvSpPr>
          <p:cNvPr id="516" name="Google Shape;516;p21"/>
          <p:cNvSpPr/>
          <p:nvPr/>
        </p:nvSpPr>
        <p:spPr>
          <a:xfrm>
            <a:off x="1571741" y="2758801"/>
            <a:ext cx="3297538" cy="2961516"/>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17" name="Google Shape;517;p21"/>
          <p:cNvSpPr/>
          <p:nvPr/>
        </p:nvSpPr>
        <p:spPr>
          <a:xfrm>
            <a:off x="1691091" y="2891003"/>
            <a:ext cx="3297538" cy="2961516"/>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Reducción de la Carga: </a:t>
            </a:r>
            <a:r>
              <a:rPr b="0" i="0" lang="es-MX" sz="1800" u="none" cap="none" strike="noStrike">
                <a:solidFill>
                  <a:schemeClr val="lt1"/>
                </a:solidFill>
                <a:latin typeface="Arial"/>
                <a:ea typeface="Arial"/>
                <a:cs typeface="Arial"/>
                <a:sym typeface="Arial"/>
              </a:rPr>
              <a:t>Con la implementación de la caché de DNS, se reducen los tiempos de respuesta y la carga en los servidores de nombres, mejorando el rendimiento general de la red.</a:t>
            </a:r>
            <a:endParaRPr/>
          </a:p>
        </p:txBody>
      </p:sp>
      <p:sp>
        <p:nvSpPr>
          <p:cNvPr id="518" name="Google Shape;518;p21"/>
          <p:cNvSpPr/>
          <p:nvPr/>
        </p:nvSpPr>
        <p:spPr>
          <a:xfrm>
            <a:off x="6733313" y="2758801"/>
            <a:ext cx="3297538" cy="2961516"/>
          </a:xfrm>
          <a:prstGeom prst="roundRect">
            <a:avLst>
              <a:gd fmla="val 16667" name="adj"/>
            </a:avLst>
          </a:prstGeom>
          <a:gradFill>
            <a:gsLst>
              <a:gs pos="0">
                <a:srgbClr val="478F37"/>
              </a:gs>
              <a:gs pos="100000">
                <a:srgbClr val="B2DFAB"/>
              </a:gs>
            </a:gsLst>
            <a:lin ang="16200000" scaled="0"/>
          </a:gradFill>
          <a:ln cap="flat" cmpd="sng" w="9525">
            <a:solidFill>
              <a:srgbClr val="4A823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19" name="Google Shape;519;p21"/>
          <p:cNvSpPr/>
          <p:nvPr/>
        </p:nvSpPr>
        <p:spPr>
          <a:xfrm>
            <a:off x="6852663" y="2891003"/>
            <a:ext cx="3297538" cy="2961516"/>
          </a:xfrm>
          <a:prstGeom prst="roundRect">
            <a:avLst>
              <a:gd fmla="val 16667" name="adj"/>
            </a:avLst>
          </a:prstGeom>
          <a:solidFill>
            <a:schemeClr val="accent4"/>
          </a:solidFill>
          <a:ln cap="flat" cmpd="sng" w="25400">
            <a:solidFill>
              <a:srgbClr val="203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Descentralización: </a:t>
            </a:r>
            <a:r>
              <a:rPr b="0" i="0" lang="es-MX" sz="1800" u="none" cap="none" strike="noStrike">
                <a:solidFill>
                  <a:schemeClr val="lt1"/>
                </a:solidFill>
                <a:latin typeface="Arial"/>
                <a:ea typeface="Arial"/>
                <a:cs typeface="Arial"/>
                <a:sym typeface="Arial"/>
              </a:rPr>
              <a:t>No depende de un único servidor central. Los servidores están distribuidos geográficamente, lo que contribuye a la disponibilidad y redundancia del sistema.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2"/>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Desventajas DNS</a:t>
            </a:r>
            <a:endParaRPr/>
          </a:p>
        </p:txBody>
      </p:sp>
      <p:sp>
        <p:nvSpPr>
          <p:cNvPr id="526" name="Google Shape;526;p22"/>
          <p:cNvSpPr/>
          <p:nvPr/>
        </p:nvSpPr>
        <p:spPr>
          <a:xfrm>
            <a:off x="1007024" y="2796718"/>
            <a:ext cx="4319887"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27" name="Google Shape;527;p22"/>
          <p:cNvSpPr/>
          <p:nvPr/>
        </p:nvSpPr>
        <p:spPr>
          <a:xfrm>
            <a:off x="1126374" y="2928920"/>
            <a:ext cx="4319887"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Vulnerabilidades de Seguridad: </a:t>
            </a:r>
            <a:r>
              <a:rPr b="0" i="0" lang="es-MX" sz="1800" u="none" cap="none" strike="noStrike">
                <a:solidFill>
                  <a:schemeClr val="lt1"/>
                </a:solidFill>
                <a:latin typeface="Arial"/>
                <a:ea typeface="Arial"/>
                <a:cs typeface="Arial"/>
                <a:sym typeface="Arial"/>
              </a:rPr>
              <a:t>Aunque existen mecanismos como DNSSEC para mitigar los riesgos, el sistema DNS no está exento de vulnerabilidades. Ataques como DNS Spoofing o Cache Poisoning pueden permitir a un atacante redirigir a los usuarios a sitios web maliciosos.</a:t>
            </a:r>
            <a:endParaRPr/>
          </a:p>
        </p:txBody>
      </p:sp>
      <p:sp>
        <p:nvSpPr>
          <p:cNvPr id="528" name="Google Shape;528;p22"/>
          <p:cNvSpPr/>
          <p:nvPr/>
        </p:nvSpPr>
        <p:spPr>
          <a:xfrm>
            <a:off x="6500037" y="2796718"/>
            <a:ext cx="4319887"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29" name="Google Shape;529;p22"/>
          <p:cNvSpPr/>
          <p:nvPr/>
        </p:nvSpPr>
        <p:spPr>
          <a:xfrm>
            <a:off x="6619387" y="2928920"/>
            <a:ext cx="4319887"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Dependencia de Internet: </a:t>
            </a:r>
            <a:r>
              <a:rPr b="0" i="0" lang="es-MX" sz="1800" u="none" cap="none" strike="noStrike">
                <a:solidFill>
                  <a:schemeClr val="lt1"/>
                </a:solidFill>
                <a:latin typeface="Arial"/>
                <a:ea typeface="Arial"/>
                <a:cs typeface="Arial"/>
                <a:sym typeface="Arial"/>
              </a:rPr>
              <a:t>El funcionamiento del DNS depende de la conectividad a Internet. Si un servidor DNS está caído o se enfrenta a problemas, las consultas no se podrán resolver correctamente, lo que puede afectar el acceso a los sitios web.</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3"/>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Desventajas DNS</a:t>
            </a:r>
            <a:endParaRPr/>
          </a:p>
        </p:txBody>
      </p:sp>
      <p:sp>
        <p:nvSpPr>
          <p:cNvPr id="536" name="Google Shape;536;p23"/>
          <p:cNvSpPr/>
          <p:nvPr/>
        </p:nvSpPr>
        <p:spPr>
          <a:xfrm>
            <a:off x="1007024" y="2796718"/>
            <a:ext cx="4319887"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37" name="Google Shape;537;p23"/>
          <p:cNvSpPr/>
          <p:nvPr/>
        </p:nvSpPr>
        <p:spPr>
          <a:xfrm>
            <a:off x="1126374" y="2928920"/>
            <a:ext cx="4319887"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Caché Obsoleta: </a:t>
            </a:r>
            <a:r>
              <a:rPr b="0" i="0" lang="es-MX" sz="1800" u="none" cap="none" strike="noStrike">
                <a:solidFill>
                  <a:schemeClr val="lt1"/>
                </a:solidFill>
                <a:latin typeface="Arial"/>
                <a:ea typeface="Arial"/>
                <a:cs typeface="Arial"/>
                <a:sym typeface="Arial"/>
              </a:rPr>
              <a:t>Si el TTL de los registros DNS no se gestiona adecuadamente, la información desactualizada puede permanecer en la caché durante más tiempo del necesario, lo que podría causar errores o accesos a direcciones incorrectas.</a:t>
            </a:r>
            <a:endParaRPr/>
          </a:p>
        </p:txBody>
      </p:sp>
      <p:sp>
        <p:nvSpPr>
          <p:cNvPr id="538" name="Google Shape;538;p23"/>
          <p:cNvSpPr/>
          <p:nvPr/>
        </p:nvSpPr>
        <p:spPr>
          <a:xfrm>
            <a:off x="6500037" y="2796718"/>
            <a:ext cx="4319887" cy="3089108"/>
          </a:xfrm>
          <a:prstGeom prst="roundRect">
            <a:avLst>
              <a:gd fmla="val 16667" name="adj"/>
            </a:avLst>
          </a:prstGeom>
          <a:gradFill>
            <a:gsLst>
              <a:gs pos="0">
                <a:srgbClr val="B01728"/>
              </a:gs>
              <a:gs pos="100000">
                <a:srgbClr val="F69B9F"/>
              </a:gs>
            </a:gsLst>
            <a:lin ang="16200000" scaled="0"/>
          </a:gradFill>
          <a:ln cap="flat" cmpd="sng" w="9525">
            <a:solidFill>
              <a:srgbClr val="9D253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39" name="Google Shape;539;p23"/>
          <p:cNvSpPr/>
          <p:nvPr/>
        </p:nvSpPr>
        <p:spPr>
          <a:xfrm>
            <a:off x="6619387" y="2928920"/>
            <a:ext cx="4319887" cy="3089108"/>
          </a:xfrm>
          <a:prstGeom prst="roundRect">
            <a:avLst>
              <a:gd fmla="val 16667" name="adj"/>
            </a:avLst>
          </a:prstGeom>
          <a:solidFill>
            <a:schemeClr val="accent2"/>
          </a:solidFill>
          <a:ln cap="flat" cmpd="sng" w="25400">
            <a:solidFill>
              <a:srgbClr val="4311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MX" sz="1800" u="none" cap="none" strike="noStrike">
                <a:solidFill>
                  <a:schemeClr val="lt1"/>
                </a:solidFill>
                <a:latin typeface="Arial"/>
                <a:ea typeface="Arial"/>
                <a:cs typeface="Arial"/>
                <a:sym typeface="Arial"/>
              </a:rPr>
              <a:t>Complejidad en la Configuración: </a:t>
            </a:r>
            <a:r>
              <a:rPr b="0" i="0" lang="es-MX" sz="1800" u="none" cap="none" strike="noStrike">
                <a:solidFill>
                  <a:schemeClr val="lt1"/>
                </a:solidFill>
                <a:latin typeface="Arial"/>
                <a:ea typeface="Arial"/>
                <a:cs typeface="Arial"/>
                <a:sym typeface="Arial"/>
              </a:rPr>
              <a:t>Aunque el sistema DNS es fundamental, su administración y configuración, especialmente en grandes redes o servidores, puede ser compleja y propensa a errores.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4"/>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Aplicaciones DNS</a:t>
            </a:r>
            <a:endParaRPr/>
          </a:p>
        </p:txBody>
      </p:sp>
      <p:sp>
        <p:nvSpPr>
          <p:cNvPr id="546" name="Google Shape;546;p24"/>
          <p:cNvSpPr txBox="1"/>
          <p:nvPr/>
        </p:nvSpPr>
        <p:spPr>
          <a:xfrm>
            <a:off x="602987" y="2264735"/>
            <a:ext cx="10614363" cy="4368978"/>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Acceso a Sitios Web: El uso más común de DNS es la navegación en la web. Cada vez que escribimos un nombre de dominio en el navegador (como www.google.com), el DNS traduce esa cadena de caracteres en una dirección IP para que podamos acceder al sitio.</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Correo Electrónico (SMTP): DNS también es esencial en el funcionamiento del correo electrónico. Los servidores de correo utilizan el DNS para localizar los servidores de destino y enviar los correos electrónicos correctamente.</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Servicios en la Nube: Muchas aplicaciones basadas en la nube utilizan DNS para garantizar la correcta distribución del tráfico y la gestión de la disponibilidad. Por ejemplo, servicios como AWS y Azure dependen de registros DNS para dirigir las solicitudes a sus servidores.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25"/>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sz="4800">
                <a:solidFill>
                  <a:schemeClr val="dk1"/>
                </a:solidFill>
              </a:rPr>
              <a:t>Aplicaciones DNS</a:t>
            </a:r>
            <a:endParaRPr/>
          </a:p>
        </p:txBody>
      </p:sp>
      <p:sp>
        <p:nvSpPr>
          <p:cNvPr id="553" name="Google Shape;553;p25"/>
          <p:cNvSpPr txBox="1"/>
          <p:nvPr/>
        </p:nvSpPr>
        <p:spPr>
          <a:xfrm>
            <a:off x="602987" y="2264735"/>
            <a:ext cx="10614363" cy="4368978"/>
          </a:xfrm>
          <a:prstGeom prst="rect">
            <a:avLst/>
          </a:prstGeom>
          <a:noFill/>
          <a:ln>
            <a:noFill/>
          </a:ln>
        </p:spPr>
        <p:txBody>
          <a:bodyPr anchorCtr="0" anchor="t" bIns="91425" lIns="0" spcFirstLastPara="1" rIns="91425" wrap="square" tIns="91425">
            <a:noAutofit/>
          </a:bodyPr>
          <a:lstStyle/>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Redes Privadas: En redes internas (intranet) o en redes de empresas, el DNS se utiliza para gestionar los recursos de la red y hacer posible la comunicación entre dispositivos de manera eficiente.</a:t>
            </a:r>
            <a:endParaRPr/>
          </a:p>
          <a:p>
            <a:pPr indent="-285750" lvl="0" marL="285750" marR="0" rtl="0" algn="just">
              <a:lnSpc>
                <a:spcPct val="115000"/>
              </a:lnSpc>
              <a:spcBef>
                <a:spcPts val="1800"/>
              </a:spcBef>
              <a:spcAft>
                <a:spcPts val="0"/>
              </a:spcAft>
              <a:buClr>
                <a:schemeClr val="dk2"/>
              </a:buClr>
              <a:buSzPts val="1800"/>
              <a:buFont typeface="Arial"/>
              <a:buChar char="•"/>
            </a:pPr>
            <a:r>
              <a:rPr b="0" i="0" lang="es-MX" sz="1800" u="none" cap="none" strike="noStrike">
                <a:solidFill>
                  <a:schemeClr val="dk1"/>
                </a:solidFill>
                <a:latin typeface="Arial"/>
                <a:ea typeface="Arial"/>
                <a:cs typeface="Arial"/>
                <a:sym typeface="Arial"/>
              </a:rPr>
              <a:t>Servicios de CDN (Content Delivery Networks): Las redes de distribución de contenido como Cloudflare o Akamai utilizan DNS para dirigir el tráfico de los usuarios a los servidores más cercanos, mejorando la velocidad de carga y reduciendo la latencia.</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6"/>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Conceptos Clave</a:t>
            </a:r>
            <a:endParaRPr/>
          </a:p>
        </p:txBody>
      </p:sp>
      <p:sp>
        <p:nvSpPr>
          <p:cNvPr id="559" name="Google Shape;559;p26"/>
          <p:cNvSpPr txBox="1"/>
          <p:nvPr>
            <p:ph idx="1" type="body"/>
          </p:nvPr>
        </p:nvSpPr>
        <p:spPr>
          <a:xfrm>
            <a:off x="529322" y="2671449"/>
            <a:ext cx="11133300" cy="3597600"/>
          </a:xfrm>
          <a:prstGeom prst="rect">
            <a:avLst/>
          </a:prstGeom>
          <a:noFill/>
          <a:ln>
            <a:noFill/>
          </a:ln>
        </p:spPr>
        <p:txBody>
          <a:bodyPr anchorCtr="0" anchor="ctr" bIns="0" lIns="0" spcFirstLastPara="1" rIns="0" wrap="square" tIns="45700">
            <a:noAutofit/>
          </a:bodyPr>
          <a:lstStyle/>
          <a:p>
            <a:pPr indent="-342900" lvl="0" marL="342900" rtl="0" algn="l">
              <a:lnSpc>
                <a:spcPct val="115000"/>
              </a:lnSpc>
              <a:spcBef>
                <a:spcPts val="0"/>
              </a:spcBef>
              <a:spcAft>
                <a:spcPts val="0"/>
              </a:spcAft>
              <a:buClr>
                <a:schemeClr val="dk1"/>
              </a:buClr>
              <a:buSzPts val="1500"/>
              <a:buChar char="•"/>
            </a:pPr>
            <a:r>
              <a:rPr b="1" lang="es-MX" sz="1500"/>
              <a:t>1. Redundancia Activa con Protocolos de Gateway Virtual</a:t>
            </a:r>
            <a:br>
              <a:rPr lang="es-MX" sz="1500"/>
            </a:br>
            <a:r>
              <a:rPr lang="es-MX" sz="1500"/>
              <a:t>Descripción: VRRP (estándar abierto) y HSRP (propietario Cisco) crean un router lógico compartido entre dispositivos físicos, donde un router actúa como activo y otros en standby, proporcionando failover transparente para hosts sin configuración de gateway múltiple.</a:t>
            </a:r>
            <a:endParaRPr sz="1500"/>
          </a:p>
          <a:p>
            <a:pPr indent="-342900" lvl="0" marL="342900" rtl="0" algn="l">
              <a:lnSpc>
                <a:spcPct val="115000"/>
              </a:lnSpc>
              <a:spcBef>
                <a:spcPts val="1800"/>
              </a:spcBef>
              <a:spcAft>
                <a:spcPts val="0"/>
              </a:spcAft>
              <a:buClr>
                <a:schemeClr val="dk1"/>
              </a:buClr>
              <a:buSzPts val="1500"/>
              <a:buChar char="•"/>
            </a:pPr>
            <a:r>
              <a:rPr b="1" lang="es-MX" sz="1500"/>
              <a:t>2. Jerarquía Distribuida en Resolución de Nombres DNS</a:t>
            </a:r>
            <a:br>
              <a:rPr lang="es-MX" sz="1500"/>
            </a:br>
            <a:r>
              <a:rPr lang="es-MX" sz="1500"/>
              <a:t>Descripción: El DNS implementa un sistema de nombres distribuido y jerárquico que traduce nombres de dominio a direcciones IP mediante recursión e iteración entre servidores raíz, TLD y autoritativos, utilizando registros como A, AAAA, CNAME y MX.</a:t>
            </a:r>
            <a:endParaRPr sz="1500"/>
          </a:p>
          <a:p>
            <a:pPr indent="-342900" lvl="0" marL="342900" rtl="0" algn="l">
              <a:lnSpc>
                <a:spcPct val="115000"/>
              </a:lnSpc>
              <a:spcBef>
                <a:spcPts val="1800"/>
              </a:spcBef>
              <a:spcAft>
                <a:spcPts val="0"/>
              </a:spcAft>
              <a:buClr>
                <a:schemeClr val="dk1"/>
              </a:buClr>
              <a:buSzPts val="1500"/>
              <a:buChar char="•"/>
            </a:pPr>
            <a:r>
              <a:rPr b="1" lang="es-MX" sz="1500"/>
              <a:t>3. Replicación y Caché para Resiliencia DNS</a:t>
            </a:r>
            <a:br>
              <a:rPr lang="es-MX" sz="1500"/>
            </a:br>
            <a:r>
              <a:rPr lang="es-MX" sz="1500"/>
              <a:t>Descripción: Los servidores DNS primarios almacenan zonas originales, los secundarios replican para redundancia, y los caché almacenan temporalmente respuestas para optimizar performance, creando un sistema escalable y tolerante a fallos.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7"/>
          <p:cNvSpPr txBox="1"/>
          <p:nvPr>
            <p:ph type="title"/>
          </p:nvPr>
        </p:nvSpPr>
        <p:spPr>
          <a:xfrm>
            <a:off x="572589" y="670015"/>
            <a:ext cx="8036651" cy="1451054"/>
          </a:xfrm>
          <a:prstGeom prst="rect">
            <a:avLst/>
          </a:prstGeom>
          <a:noFill/>
          <a:ln>
            <a:noFill/>
          </a:ln>
        </p:spPr>
        <p:txBody>
          <a:bodyPr anchorCtr="0" anchor="ctr" bIns="0" lIns="0" spcFirstLastPara="1" rIns="0" wrap="square" tIns="0">
            <a:normAutofit/>
          </a:bodyPr>
          <a:lstStyle/>
          <a:p>
            <a:pPr indent="0" lvl="0" marL="0" rtl="0" algn="r">
              <a:lnSpc>
                <a:spcPct val="80000"/>
              </a:lnSpc>
              <a:spcBef>
                <a:spcPts val="0"/>
              </a:spcBef>
              <a:spcAft>
                <a:spcPts val="0"/>
              </a:spcAft>
              <a:buClr>
                <a:schemeClr val="dk1"/>
              </a:buClr>
              <a:buSzPts val="4400"/>
              <a:buFont typeface="Franklin Gothic"/>
              <a:buNone/>
            </a:pPr>
            <a:r>
              <a:rPr lang="es-MX"/>
              <a:t>Valores</a:t>
            </a:r>
            <a:endParaRPr/>
          </a:p>
        </p:txBody>
      </p:sp>
      <p:sp>
        <p:nvSpPr>
          <p:cNvPr id="565" name="Google Shape;565;p27"/>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a:bodyPr>
          <a:lstStyle/>
          <a:p>
            <a:pPr indent="0" lvl="0" marL="0" rtl="0" algn="r">
              <a:lnSpc>
                <a:spcPct val="70000"/>
              </a:lnSpc>
              <a:spcBef>
                <a:spcPts val="0"/>
              </a:spcBef>
              <a:spcAft>
                <a:spcPts val="0"/>
              </a:spcAft>
              <a:buClr>
                <a:schemeClr val="dk1"/>
              </a:buClr>
              <a:buSzPts val="2000"/>
              <a:buNone/>
            </a:pPr>
            <a:r>
              <a:rPr b="1" lang="es-MX"/>
              <a:t>Transparencia y Equidad en Acceso a Servicios Críticos</a:t>
            </a:r>
            <a:br>
              <a:rPr b="1" lang="es-MX"/>
            </a:br>
            <a:endParaRPr b="1"/>
          </a:p>
          <a:p>
            <a:pPr indent="0" lvl="0" marL="0" rtl="0" algn="r">
              <a:lnSpc>
                <a:spcPct val="115000"/>
              </a:lnSpc>
              <a:spcBef>
                <a:spcPts val="1800"/>
              </a:spcBef>
              <a:spcAft>
                <a:spcPts val="0"/>
              </a:spcAft>
              <a:buClr>
                <a:schemeClr val="dk1"/>
              </a:buClr>
              <a:buSzPts val="2000"/>
              <a:buNone/>
            </a:pPr>
            <a:r>
              <a:rPr lang="es-MX"/>
              <a:t>La implementación ética de estos protocolos garantiza: disponibilidad equitativa de servicios mediante redundancia que evita privilegios por ubicación; uso responsable de estándares abiertos (VRRP) versus propietarios (HSRP) considerando interoperabilidad futura; y gestión transparente de DNS que asegure resolución imparcial sin manipulación de respuestas para favorecer o perjudicar dominios específicos.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8"/>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Referencias</a:t>
            </a:r>
            <a:endParaRPr/>
          </a:p>
        </p:txBody>
      </p:sp>
      <p:sp>
        <p:nvSpPr>
          <p:cNvPr id="571" name="Google Shape;571;p28"/>
          <p:cNvSpPr txBox="1"/>
          <p:nvPr>
            <p:ph idx="1" type="body"/>
          </p:nvPr>
        </p:nvSpPr>
        <p:spPr>
          <a:xfrm>
            <a:off x="893409" y="4017112"/>
            <a:ext cx="9465598" cy="3597470"/>
          </a:xfrm>
          <a:prstGeom prst="rect">
            <a:avLst/>
          </a:prstGeom>
          <a:noFill/>
          <a:ln>
            <a:noFill/>
          </a:ln>
        </p:spPr>
        <p:txBody>
          <a:bodyPr anchorCtr="0" anchor="ctr" bIns="0" lIns="0" spcFirstLastPara="1" rIns="0" wrap="square" tIns="45700">
            <a:normAutofit/>
          </a:bodyPr>
          <a:lstStyle/>
          <a:p>
            <a:pPr indent="0" lvl="0" marL="0" rtl="0" algn="l">
              <a:lnSpc>
                <a:spcPct val="70000"/>
              </a:lnSpc>
              <a:spcBef>
                <a:spcPts val="0"/>
              </a:spcBef>
              <a:spcAft>
                <a:spcPts val="0"/>
              </a:spcAft>
              <a:buClr>
                <a:srgbClr val="000000"/>
              </a:buClr>
              <a:buSzPts val="2000"/>
              <a:buNone/>
            </a:pPr>
            <a:r>
              <a:rPr lang="es-MX">
                <a:solidFill>
                  <a:srgbClr val="000000"/>
                </a:solidFill>
              </a:rPr>
              <a:t>RFC 5798 - VRRP Version 3</a:t>
            </a:r>
            <a:br>
              <a:rPr lang="es-MX">
                <a:solidFill>
                  <a:srgbClr val="000000"/>
                </a:solidFill>
              </a:rPr>
            </a:br>
            <a:r>
              <a:rPr lang="es-MX">
                <a:solidFill>
                  <a:srgbClr val="000000"/>
                </a:solidFill>
              </a:rPr>
              <a:t>https://datatracker.ietf.org/doc/html/rfc5798</a:t>
            </a:r>
            <a:endParaRPr/>
          </a:p>
          <a:p>
            <a:pPr indent="0" lvl="0" marL="0" rtl="0" algn="l">
              <a:lnSpc>
                <a:spcPct val="70000"/>
              </a:lnSpc>
              <a:spcBef>
                <a:spcPts val="1800"/>
              </a:spcBef>
              <a:spcAft>
                <a:spcPts val="0"/>
              </a:spcAft>
              <a:buClr>
                <a:srgbClr val="000000"/>
              </a:buClr>
              <a:buSzPts val="2000"/>
              <a:buNone/>
            </a:pPr>
            <a:r>
              <a:rPr lang="es-MX">
                <a:solidFill>
                  <a:srgbClr val="000000"/>
                </a:solidFill>
              </a:rPr>
              <a:t>RFC 1034 &amp; 1035 - DNS Specifications</a:t>
            </a:r>
            <a:br>
              <a:rPr lang="es-MX">
                <a:solidFill>
                  <a:srgbClr val="000000"/>
                </a:solidFill>
              </a:rPr>
            </a:br>
            <a:r>
              <a:rPr lang="es-MX">
                <a:solidFill>
                  <a:srgbClr val="000000"/>
                </a:solidFill>
              </a:rPr>
              <a:t>https://datatracker.ietf.org/doc/html/rfc1034</a:t>
            </a:r>
            <a:br>
              <a:rPr lang="es-MX">
                <a:solidFill>
                  <a:srgbClr val="000000"/>
                </a:solidFill>
              </a:rPr>
            </a:br>
            <a:r>
              <a:rPr lang="es-MX">
                <a:solidFill>
                  <a:srgbClr val="000000"/>
                </a:solidFill>
              </a:rPr>
              <a:t>https://datatracker.ietf.org/doc/html/rfc1035</a:t>
            </a:r>
            <a:endParaRPr/>
          </a:p>
          <a:p>
            <a:pPr indent="0" lvl="0" marL="0" rtl="0" algn="l">
              <a:lnSpc>
                <a:spcPct val="70000"/>
              </a:lnSpc>
              <a:spcBef>
                <a:spcPts val="1800"/>
              </a:spcBef>
              <a:spcAft>
                <a:spcPts val="0"/>
              </a:spcAft>
              <a:buClr>
                <a:srgbClr val="000000"/>
              </a:buClr>
              <a:buSzPts val="2000"/>
              <a:buNone/>
            </a:pPr>
            <a:r>
              <a:rPr lang="es-MX">
                <a:solidFill>
                  <a:srgbClr val="000000"/>
                </a:solidFill>
              </a:rPr>
              <a:t>Cisco HSRP Configuration Guide</a:t>
            </a:r>
            <a:br>
              <a:rPr lang="es-MX">
                <a:solidFill>
                  <a:srgbClr val="000000"/>
                </a:solidFill>
              </a:rPr>
            </a:br>
            <a:r>
              <a:rPr lang="es-MX">
                <a:solidFill>
                  <a:srgbClr val="000000"/>
                </a:solidFill>
              </a:rPr>
              <a:t>https://www.cisco.com/c/en/us/td/docs/ios-xml/ios/ipapp_fhrp/configuration/15-mt/fhp-15-mt-book.html</a:t>
            </a:r>
            <a:endParaRPr/>
          </a:p>
          <a:p>
            <a:pPr indent="0" lvl="0" marL="0" rtl="0" algn="l">
              <a:lnSpc>
                <a:spcPct val="70000"/>
              </a:lnSpc>
              <a:spcBef>
                <a:spcPts val="1800"/>
              </a:spcBef>
              <a:spcAft>
                <a:spcPts val="0"/>
              </a:spcAft>
              <a:buClr>
                <a:srgbClr val="000000"/>
              </a:buClr>
              <a:buSzPts val="2000"/>
              <a:buNone/>
            </a:pPr>
            <a:r>
              <a:rPr lang="es-MX">
                <a:solidFill>
                  <a:srgbClr val="000000"/>
                </a:solidFill>
              </a:rPr>
              <a:t>NIST Guidelines DNS Security</a:t>
            </a:r>
            <a:br>
              <a:rPr lang="es-MX">
                <a:solidFill>
                  <a:srgbClr val="000000"/>
                </a:solidFill>
              </a:rPr>
            </a:br>
            <a:r>
              <a:rPr lang="es-MX">
                <a:solidFill>
                  <a:srgbClr val="000000"/>
                </a:solidFill>
              </a:rPr>
              <a:t>https://csrc.nist.gov/publications/detail/sp/800-81/2/final</a:t>
            </a:r>
            <a:endParaRPr/>
          </a:p>
          <a:p>
            <a:pPr indent="0" lvl="0" marL="0" rtl="0" algn="l">
              <a:lnSpc>
                <a:spcPct val="70000"/>
              </a:lnSpc>
              <a:spcBef>
                <a:spcPts val="1800"/>
              </a:spcBef>
              <a:spcAft>
                <a:spcPts val="0"/>
              </a:spcAft>
              <a:buClr>
                <a:srgbClr val="000000"/>
              </a:buClr>
              <a:buSzPts val="2000"/>
              <a:buNone/>
            </a:pPr>
            <a:r>
              <a:rPr lang="es-MX">
                <a:solidFill>
                  <a:srgbClr val="000000"/>
                </a:solidFill>
              </a:rPr>
              <a:t>Cisco Packet Tracer Official Resources</a:t>
            </a:r>
            <a:br>
              <a:rPr lang="es-MX">
                <a:solidFill>
                  <a:srgbClr val="000000"/>
                </a:solidFill>
              </a:rPr>
            </a:br>
            <a:r>
              <a:rPr lang="es-MX">
                <a:solidFill>
                  <a:srgbClr val="000000"/>
                </a:solidFill>
              </a:rPr>
              <a:t>https://www.netacad.com/courses/packet-tracer</a:t>
            </a:r>
            <a:endParaRPr/>
          </a:p>
          <a:p>
            <a:pPr indent="0" lvl="0" marL="0" rtl="0" algn="l">
              <a:lnSpc>
                <a:spcPct val="80000"/>
              </a:lnSpc>
              <a:spcBef>
                <a:spcPts val="1800"/>
              </a:spcBef>
              <a:spcAft>
                <a:spcPts val="0"/>
              </a:spcAft>
              <a:buClr>
                <a:schemeClr val="dk1"/>
              </a:buClr>
              <a:buSzPts val="2000"/>
              <a:buNone/>
            </a:pPr>
            <a:r>
              <a:t/>
            </a:r>
            <a:endParaRPr/>
          </a:p>
          <a:p>
            <a:pPr indent="0" lvl="0" marL="0" rtl="0" algn="l">
              <a:lnSpc>
                <a:spcPct val="8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a:p>
            <a:pPr indent="0" lvl="0" marL="0" rtl="0" algn="l">
              <a:lnSpc>
                <a:spcPct val="90000"/>
              </a:lnSpc>
              <a:spcBef>
                <a:spcPts val="1800"/>
              </a:spcBef>
              <a:spcAft>
                <a:spcPts val="0"/>
              </a:spcAft>
              <a:buClr>
                <a:schemeClr val="dk1"/>
              </a:buClr>
              <a:buSzPts val="2000"/>
              <a:buFont typeface="Arial"/>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9"/>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Ejemplo Práctico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0"/>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Practiquemos lo aprendido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g3a07a6af24c_0_0"/>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589" name="Google Shape;589;g3a07a6af24c_0_0"/>
          <p:cNvGraphicFramePr/>
          <p:nvPr/>
        </p:nvGraphicFramePr>
        <p:xfrm>
          <a:off x="11267" y="1004833"/>
          <a:ext cx="3000000" cy="3000000"/>
        </p:xfrm>
        <a:graphic>
          <a:graphicData uri="http://schemas.openxmlformats.org/drawingml/2006/table">
            <a:tbl>
              <a:tblPr>
                <a:noFill/>
                <a:tableStyleId>{CEB23990-E564-48F0-B680-3A7E9AEE6933}</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Nombre de la actividad:</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Hoja de trabajo 1</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Sí</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90" name="Google Shape;590;g3a07a6af24c_0_0"/>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MX"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591" name="Google Shape;591;g3a07a6af24c_0_0"/>
          <p:cNvSpPr txBox="1"/>
          <p:nvPr/>
        </p:nvSpPr>
        <p:spPr>
          <a:xfrm>
            <a:off x="11267"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NombreTutor académico21:29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Listado de participantes a hoja de trabajo No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Estudiante1 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200000001 Estudiante1 Apellido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200000002 Estudiante2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200000003 Estudiante3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Estudiante4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200000004 Estudiante4 Apellido</a:t>
            </a:r>
            <a:endParaRPr b="0" i="0" sz="1900" u="none" cap="none" strike="noStrike">
              <a:solidFill>
                <a:schemeClr val="dk1"/>
              </a:solidFill>
              <a:latin typeface="Arial"/>
              <a:ea typeface="Arial"/>
              <a:cs typeface="Arial"/>
              <a:sym typeface="Arial"/>
            </a:endParaRPr>
          </a:p>
        </p:txBody>
      </p:sp>
      <p:graphicFrame>
        <p:nvGraphicFramePr>
          <p:cNvPr id="592" name="Google Shape;592;g3a07a6af24c_0_0"/>
          <p:cNvGraphicFramePr/>
          <p:nvPr/>
        </p:nvGraphicFramePr>
        <p:xfrm>
          <a:off x="7104267" y="1293367"/>
          <a:ext cx="3000000" cy="3000000"/>
        </p:xfrm>
        <a:graphic>
          <a:graphicData uri="http://schemas.openxmlformats.org/drawingml/2006/table">
            <a:tbl>
              <a:tblPr>
                <a:noFill/>
                <a:tableStyleId>{CEB23990-E564-48F0-B680-3A7E9AEE6933}</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21:30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fin:</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21:50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MX" sz="1900" u="none" cap="none" strike="noStrike">
                          <a:solidFill>
                            <a:schemeClr val="dk1"/>
                          </a:solidFill>
                        </a:rPr>
                        <a:t>Duración(min):</a:t>
                      </a:r>
                      <a:endParaRPr b="1" sz="7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93" name="Google Shape;593;g3a07a6af24c_0_0"/>
          <p:cNvSpPr txBox="1"/>
          <p:nvPr/>
        </p:nvSpPr>
        <p:spPr>
          <a:xfrm>
            <a:off x="4174400"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Estudiante5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200000005 Estudiante5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Estudiante6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200000006 Estudiante6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Estudiante7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200000007 Estudiante7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Estudiante8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200000008 Estudiante8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Estudiante9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200000009 Estudiante9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
        <p:nvSpPr>
          <p:cNvPr id="594" name="Google Shape;594;g3a07a6af24c_0_0"/>
          <p:cNvSpPr txBox="1"/>
          <p:nvPr/>
        </p:nvSpPr>
        <p:spPr>
          <a:xfrm>
            <a:off x="8337533" y="3303867"/>
            <a:ext cx="3843300" cy="37557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Estudiante10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2000000010 Estudiante10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Estudiante11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2000000011 Estudiante11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2000000012 Estudiante12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2000000013 Estudiant13 Apellido</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1"/>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Dudas</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Gracias por su atención</a:t>
            </a:r>
            <a:endParaRPr b="1" i="0" sz="6000" u="none" cap="none" strike="noStrike">
              <a:solidFill>
                <a:schemeClr val="dk1"/>
              </a:solidFill>
              <a:latin typeface="Franklin Gothic"/>
              <a:ea typeface="Franklin Gothic"/>
              <a:cs typeface="Franklin Gothic"/>
              <a:sym typeface="Franklin Gothic"/>
            </a:endParaRPr>
          </a:p>
        </p:txBody>
      </p:sp>
      <p:sp>
        <p:nvSpPr>
          <p:cNvPr id="607" name="Google Shape;607;p32"/>
          <p:cNvSpPr txBox="1"/>
          <p:nvPr/>
        </p:nvSpPr>
        <p:spPr>
          <a:xfrm>
            <a:off x="598715" y="5225142"/>
            <a:ext cx="785948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1800" u="none" cap="none" strike="noStrike">
                <a:solidFill>
                  <a:srgbClr val="0C0C0C"/>
                </a:solidFill>
                <a:latin typeface="Libre Franklin"/>
                <a:ea typeface="Libre Franklin"/>
                <a:cs typeface="Libre Franklin"/>
                <a:sym typeface="Libre Franklin"/>
              </a:rPr>
              <a:t>RECUERDA QUE TENEMOS NUESTRO FORO SEMANAL DONDE PUEDES CONSULTAR CUALQUIER DUDA QUE TE SURJA EN LA SEMANA</a:t>
            </a:r>
            <a:endParaRPr/>
          </a:p>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Aspecto">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2025-01-29T05:11:38Z</dcterms:created>
  <dc:creator>Jose Rodrigo Rodas Palencia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0x010100DC455CA444E7564FBCD418AEB3DAFB1D</vt:lpwstr>
  </property>
</Properties>
</file>