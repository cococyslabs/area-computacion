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4"/>
    <p:sldMasterId id="2147483660" r:id="rId5"/>
    <p:sldMasterId id="2147483674" r:id="rId6"/>
    <p:sldMasterId id="2147483697"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Lst>
  <p:sldSz cy="6858000" cx="12192000"/>
  <p:notesSz cx="6858000" cy="9144000"/>
  <p:embeddedFontLst>
    <p:embeddedFont>
      <p:font typeface="Libre Franklin"/>
      <p:regular r:id="rId41"/>
      <p:bold r:id="rId42"/>
      <p:italic r:id="rId43"/>
      <p:boldItalic r:id="rId44"/>
    </p:embeddedFont>
    <p:embeddedFont>
      <p:font typeface="Franklin Gothic"/>
      <p:bold r:id="rId45"/>
    </p:embeddedFont>
    <p:embeddedFont>
      <p:font typeface="Arimo"/>
      <p:regular r:id="rId46"/>
      <p:bold r:id="rId47"/>
      <p:italic r:id="rId48"/>
      <p:boldItalic r:id="rId4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50" roundtripDataSignature="AMtx7mgoLzQWeJQZ8FQaUY2SPEco3z7rj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6883223-0784-4719-B913-249BE2AAB9E8}">
  <a:tblStyle styleId="{26883223-0784-4719-B913-249BE2AAB9E8}"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789C3D47-8B47-42E8-AAFC-73C4992D6684}" styleName="Table_1">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2.xml"/><Relationship Id="rId42" Type="http://schemas.openxmlformats.org/officeDocument/2006/relationships/font" Target="fonts/LibreFranklin-bold.fntdata"/><Relationship Id="rId41" Type="http://schemas.openxmlformats.org/officeDocument/2006/relationships/font" Target="fonts/LibreFranklin-regular.fntdata"/><Relationship Id="rId44" Type="http://schemas.openxmlformats.org/officeDocument/2006/relationships/font" Target="fonts/LibreFranklin-boldItalic.fntdata"/><Relationship Id="rId43" Type="http://schemas.openxmlformats.org/officeDocument/2006/relationships/font" Target="fonts/LibreFranklin-italic.fntdata"/><Relationship Id="rId46" Type="http://schemas.openxmlformats.org/officeDocument/2006/relationships/font" Target="fonts/Arimo-regular.fntdata"/><Relationship Id="rId45" Type="http://schemas.openxmlformats.org/officeDocument/2006/relationships/font" Target="fonts/FranklinGothic-bold.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1.xml"/><Relationship Id="rId48" Type="http://schemas.openxmlformats.org/officeDocument/2006/relationships/font" Target="fonts/Arimo-italic.fntdata"/><Relationship Id="rId47" Type="http://schemas.openxmlformats.org/officeDocument/2006/relationships/font" Target="fonts/Arimo-bold.fntdata"/><Relationship Id="rId49" Type="http://schemas.openxmlformats.org/officeDocument/2006/relationships/font" Target="fonts/Arimo-boldItalic.fntdata"/><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notesMaster" Target="notesMasters/notesMaster1.xml"/><Relationship Id="rId31" Type="http://schemas.openxmlformats.org/officeDocument/2006/relationships/slide" Target="slides/slide23.xml"/><Relationship Id="rId30" Type="http://schemas.openxmlformats.org/officeDocument/2006/relationships/slide" Target="slides/slide22.xml"/><Relationship Id="rId33" Type="http://schemas.openxmlformats.org/officeDocument/2006/relationships/slide" Target="slides/slide25.xml"/><Relationship Id="rId32" Type="http://schemas.openxmlformats.org/officeDocument/2006/relationships/slide" Target="slides/slide24.xml"/><Relationship Id="rId35" Type="http://schemas.openxmlformats.org/officeDocument/2006/relationships/slide" Target="slides/slide27.xml"/><Relationship Id="rId34" Type="http://schemas.openxmlformats.org/officeDocument/2006/relationships/slide" Target="slides/slide26.xml"/><Relationship Id="rId37" Type="http://schemas.openxmlformats.org/officeDocument/2006/relationships/slide" Target="slides/slide29.xml"/><Relationship Id="rId36" Type="http://schemas.openxmlformats.org/officeDocument/2006/relationships/slide" Target="slides/slide28.xml"/><Relationship Id="rId39" Type="http://schemas.openxmlformats.org/officeDocument/2006/relationships/slide" Target="slides/slide31.xml"/><Relationship Id="rId38" Type="http://schemas.openxmlformats.org/officeDocument/2006/relationships/slide" Target="slides/slide30.xml"/><Relationship Id="rId20" Type="http://schemas.openxmlformats.org/officeDocument/2006/relationships/slide" Target="slides/slide12.xml"/><Relationship Id="rId22" Type="http://schemas.openxmlformats.org/officeDocument/2006/relationships/slide" Target="slides/slide14.xml"/><Relationship Id="rId21" Type="http://schemas.openxmlformats.org/officeDocument/2006/relationships/slide" Target="slides/slide13.xml"/><Relationship Id="rId24" Type="http://schemas.openxmlformats.org/officeDocument/2006/relationships/slide" Target="slides/slide16.xml"/><Relationship Id="rId23" Type="http://schemas.openxmlformats.org/officeDocument/2006/relationships/slide" Target="slides/slide15.xml"/><Relationship Id="rId26" Type="http://schemas.openxmlformats.org/officeDocument/2006/relationships/slide" Target="slides/slide18.xml"/><Relationship Id="rId25" Type="http://schemas.openxmlformats.org/officeDocument/2006/relationships/slide" Target="slides/slide17.xml"/><Relationship Id="rId28" Type="http://schemas.openxmlformats.org/officeDocument/2006/relationships/slide" Target="slides/slide20.xml"/><Relationship Id="rId27" Type="http://schemas.openxmlformats.org/officeDocument/2006/relationships/slide" Target="slides/slide19.xml"/><Relationship Id="rId29" Type="http://schemas.openxmlformats.org/officeDocument/2006/relationships/slide" Target="slides/slide21.xml"/><Relationship Id="rId50" Type="http://customschemas.google.com/relationships/presentationmetadata" Target="metadata"/><Relationship Id="rId11" Type="http://schemas.openxmlformats.org/officeDocument/2006/relationships/slide" Target="slides/slide3.xml"/><Relationship Id="rId10" Type="http://schemas.openxmlformats.org/officeDocument/2006/relationships/slide" Target="slides/slide2.xml"/><Relationship Id="rId13" Type="http://schemas.openxmlformats.org/officeDocument/2006/relationships/slide" Target="slides/slide5.xml"/><Relationship Id="rId12" Type="http://schemas.openxmlformats.org/officeDocument/2006/relationships/slide" Target="slides/slide4.xml"/><Relationship Id="rId15" Type="http://schemas.openxmlformats.org/officeDocument/2006/relationships/slide" Target="slides/slide7.xml"/><Relationship Id="rId14" Type="http://schemas.openxmlformats.org/officeDocument/2006/relationships/slide" Target="slides/slide6.xml"/><Relationship Id="rId17" Type="http://schemas.openxmlformats.org/officeDocument/2006/relationships/slide" Target="slides/slide9.xml"/><Relationship Id="rId16" Type="http://schemas.openxmlformats.org/officeDocument/2006/relationships/slide" Target="slides/slide8.xml"/><Relationship Id="rId19" Type="http://schemas.openxmlformats.org/officeDocument/2006/relationships/slide" Target="slides/slide11.xml"/><Relationship Id="rId18"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MX"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3" name="Google Shape;353;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1" name="Google Shape;361;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6" name="Google Shape;366;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367" name="Google Shape;367;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MX"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3" name="Google Shape;373;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9" name="Google Shape;379;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4" name="Google Shape;384;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1" name="Google Shape;391;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8" name="Google Shape;398;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3" name="Google Shape;403;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8" name="Google Shape;408;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3" name="Google Shape;413;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0" name="Google Shape;420;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5" name="Google Shape;425;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0" lang="es-MX" sz="1800" u="none" strike="noStrike">
                <a:solidFill>
                  <a:srgbClr val="233944"/>
                </a:solidFill>
                <a:latin typeface="Arimo"/>
                <a:ea typeface="Arimo"/>
                <a:cs typeface="Arimo"/>
                <a:sym typeface="Arimo"/>
              </a:rPr>
              <a:t>Las diferencias entre el Protocolo de árbol de expansión (STP), el Protocolo de árbol de expansión rápido  (RSTP) y el Protocolo de árbol de expansión múltiple (MSTP) son las siguientes:</a:t>
            </a:r>
            <a:endParaRPr/>
          </a:p>
          <a:p>
            <a:pPr indent="-114300" lvl="0" marL="333375" rtl="0" algn="l">
              <a:spcBef>
                <a:spcPts val="0"/>
              </a:spcBef>
              <a:spcAft>
                <a:spcPts val="0"/>
              </a:spcAft>
              <a:buClr>
                <a:srgbClr val="233944"/>
              </a:buClr>
              <a:buSzPts val="1800"/>
              <a:buFont typeface="Arial"/>
              <a:buChar char="•"/>
            </a:pPr>
            <a:r>
              <a:rPr b="0" i="0" lang="es-MX" sz="1800" u="none" strike="noStrike">
                <a:solidFill>
                  <a:srgbClr val="233944"/>
                </a:solidFill>
                <a:latin typeface="Arimo"/>
                <a:ea typeface="Arimo"/>
                <a:cs typeface="Arimo"/>
                <a:sym typeface="Arimo"/>
              </a:rPr>
              <a:t>STP: solo soporta una sola instancia.</a:t>
            </a:r>
            <a:endParaRPr b="0" i="0" sz="1800" u="none" strike="noStrike">
              <a:solidFill>
                <a:srgbClr val="233944"/>
              </a:solidFill>
              <a:latin typeface="Arial"/>
              <a:ea typeface="Arial"/>
              <a:cs typeface="Arial"/>
              <a:sym typeface="Arial"/>
            </a:endParaRPr>
          </a:p>
          <a:p>
            <a:pPr indent="-114300" lvl="0" marL="333375" rtl="0" algn="l">
              <a:spcBef>
                <a:spcPts val="0"/>
              </a:spcBef>
              <a:spcAft>
                <a:spcPts val="0"/>
              </a:spcAft>
              <a:buClr>
                <a:srgbClr val="233944"/>
              </a:buClr>
              <a:buSzPts val="1800"/>
              <a:buFont typeface="Arial"/>
              <a:buChar char="•"/>
            </a:pPr>
            <a:r>
              <a:rPr b="0" i="0" lang="es-MX" sz="1800" u="none" strike="noStrike">
                <a:solidFill>
                  <a:srgbClr val="233944"/>
                </a:solidFill>
                <a:latin typeface="Arimo"/>
                <a:ea typeface="Arimo"/>
                <a:cs typeface="Arimo"/>
                <a:sym typeface="Arimo"/>
              </a:rPr>
              <a:t>RSTP: soporta convergencia rápida y una sola instancia.</a:t>
            </a:r>
            <a:endParaRPr b="0" i="0" sz="1800" u="none" strike="noStrike">
              <a:solidFill>
                <a:srgbClr val="233944"/>
              </a:solidFill>
              <a:latin typeface="Arial"/>
              <a:ea typeface="Arial"/>
              <a:cs typeface="Arial"/>
              <a:sym typeface="Arial"/>
            </a:endParaRPr>
          </a:p>
          <a:p>
            <a:pPr indent="-114300" lvl="0" marL="333375" rtl="0" algn="l">
              <a:spcBef>
                <a:spcPts val="0"/>
              </a:spcBef>
              <a:spcAft>
                <a:spcPts val="0"/>
              </a:spcAft>
              <a:buClr>
                <a:srgbClr val="233944"/>
              </a:buClr>
              <a:buSzPts val="1800"/>
              <a:buFont typeface="Arial"/>
              <a:buChar char="•"/>
            </a:pPr>
            <a:r>
              <a:rPr b="0" i="0" lang="es-MX" sz="1800" u="none" strike="noStrike">
                <a:solidFill>
                  <a:srgbClr val="233944"/>
                </a:solidFill>
                <a:latin typeface="Arimo"/>
                <a:ea typeface="Arimo"/>
                <a:cs typeface="Arimo"/>
                <a:sym typeface="Arimo"/>
              </a:rPr>
              <a:t>MSTP: incluye las ventajas de RSTP y admite varias instancias</a:t>
            </a:r>
            <a:endParaRPr b="0" i="0" sz="1800" u="none" strike="noStrike">
              <a:solidFill>
                <a:srgbClr val="233944"/>
              </a:solidFill>
              <a:latin typeface="Arial"/>
              <a:ea typeface="Arial"/>
              <a:cs typeface="Arial"/>
              <a:sym typeface="Arial"/>
            </a:endParaRPr>
          </a:p>
          <a:p>
            <a:pPr indent="0" lvl="0" marL="0" rtl="0" algn="l">
              <a:spcBef>
                <a:spcPts val="0"/>
              </a:spcBef>
              <a:spcAft>
                <a:spcPts val="0"/>
              </a:spcAft>
              <a:buNone/>
            </a:pPr>
            <a:r>
              <a:t/>
            </a:r>
            <a:endParaRPr/>
          </a:p>
        </p:txBody>
      </p:sp>
      <p:sp>
        <p:nvSpPr>
          <p:cNvPr id="426" name="Google Shape;426;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2" name="Google Shape;432;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8" name="Google Shape;438;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4" name="Google Shape;444;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268605" marR="0" rtl="0" algn="l">
              <a:lnSpc>
                <a:spcPct val="100000"/>
              </a:lnSpc>
              <a:spcBef>
                <a:spcPts val="0"/>
              </a:spcBef>
              <a:spcAft>
                <a:spcPts val="0"/>
              </a:spcAft>
              <a:buClr>
                <a:schemeClr val="dk1"/>
              </a:buClr>
              <a:buSzPts val="1200"/>
              <a:buFont typeface="Calibri"/>
              <a:buNone/>
            </a:pPr>
            <a:r>
              <a:t/>
            </a:r>
            <a:endParaRPr/>
          </a:p>
        </p:txBody>
      </p:sp>
      <p:sp>
        <p:nvSpPr>
          <p:cNvPr id="445" name="Google Shape;445;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1" name="Google Shape;451;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268605" marR="0" rtl="0" algn="l">
              <a:lnSpc>
                <a:spcPct val="100000"/>
              </a:lnSpc>
              <a:spcBef>
                <a:spcPts val="0"/>
              </a:spcBef>
              <a:spcAft>
                <a:spcPts val="0"/>
              </a:spcAft>
              <a:buClr>
                <a:srgbClr val="90C226"/>
              </a:buClr>
              <a:buSzPts val="1200"/>
              <a:buFont typeface="Calibri"/>
              <a:buNone/>
            </a:pPr>
            <a:r>
              <a:rPr b="0" i="0" lang="es-MX" sz="1200" u="none" strike="noStrike">
                <a:solidFill>
                  <a:srgbClr val="90C226"/>
                </a:solidFill>
                <a:latin typeface="Trebuchet MS"/>
                <a:ea typeface="Trebuchet MS"/>
                <a:cs typeface="Trebuchet MS"/>
                <a:sym typeface="Trebuchet MS"/>
              </a:rPr>
              <a:t>¿Cómo trabaja STP?</a:t>
            </a:r>
            <a:endParaRPr sz="1800"/>
          </a:p>
          <a:p>
            <a:pPr indent="0" lvl="0" marL="268605" rtl="0" algn="l">
              <a:spcBef>
                <a:spcPts val="0"/>
              </a:spcBef>
              <a:spcAft>
                <a:spcPts val="0"/>
              </a:spcAft>
              <a:buClr>
                <a:schemeClr val="dk1"/>
              </a:buClr>
              <a:buSzPts val="1200"/>
              <a:buFont typeface="Calibri"/>
              <a:buNone/>
            </a:pPr>
            <a:r>
              <a:t/>
            </a:r>
            <a:endParaRPr b="0" i="0" sz="1200" u="none" strike="noStrike">
              <a:solidFill>
                <a:srgbClr val="404040"/>
              </a:solidFill>
              <a:latin typeface="Trebuchet MS"/>
              <a:ea typeface="Trebuchet MS"/>
              <a:cs typeface="Trebuchet MS"/>
              <a:sym typeface="Trebuchet MS"/>
            </a:endParaRPr>
          </a:p>
          <a:p>
            <a:pPr indent="-76200" lvl="0" marL="268605" rtl="0" algn="l">
              <a:spcBef>
                <a:spcPts val="0"/>
              </a:spcBef>
              <a:spcAft>
                <a:spcPts val="0"/>
              </a:spcAft>
              <a:buClr>
                <a:srgbClr val="404040"/>
              </a:buClr>
              <a:buSzPts val="1200"/>
              <a:buFont typeface="Calibri"/>
              <a:buAutoNum type="arabicPeriod"/>
            </a:pPr>
            <a:r>
              <a:rPr b="0" i="0" lang="es-MX" sz="1200" u="none" strike="noStrike">
                <a:solidFill>
                  <a:srgbClr val="404040"/>
                </a:solidFill>
                <a:latin typeface="Trebuchet MS"/>
                <a:ea typeface="Trebuchet MS"/>
                <a:cs typeface="Trebuchet MS"/>
                <a:sym typeface="Trebuchet MS"/>
              </a:rPr>
              <a:t>Elección del Switch Raíz</a:t>
            </a:r>
            <a:endParaRPr/>
          </a:p>
          <a:p>
            <a:pPr indent="-76200" lvl="0" marL="268605" rtl="0" algn="l">
              <a:spcBef>
                <a:spcPts val="0"/>
              </a:spcBef>
              <a:spcAft>
                <a:spcPts val="0"/>
              </a:spcAft>
              <a:buClr>
                <a:srgbClr val="404040"/>
              </a:buClr>
              <a:buSzPts val="1200"/>
              <a:buFont typeface="Calibri"/>
              <a:buAutoNum type="arabicPeriod"/>
            </a:pPr>
            <a:r>
              <a:rPr b="0" i="0" lang="es-MX" sz="1200" u="none" strike="noStrike">
                <a:solidFill>
                  <a:srgbClr val="404040"/>
                </a:solidFill>
                <a:latin typeface="Trebuchet MS"/>
                <a:ea typeface="Trebuchet MS"/>
                <a:cs typeface="Trebuchet MS"/>
                <a:sym typeface="Trebuchet MS"/>
              </a:rPr>
              <a:t>Cálculo de los Costos de los Caminos</a:t>
            </a:r>
            <a:endParaRPr/>
          </a:p>
          <a:p>
            <a:pPr indent="-76200" lvl="0" marL="268605" rtl="0" algn="l">
              <a:spcBef>
                <a:spcPts val="0"/>
              </a:spcBef>
              <a:spcAft>
                <a:spcPts val="0"/>
              </a:spcAft>
              <a:buClr>
                <a:srgbClr val="404040"/>
              </a:buClr>
              <a:buSzPts val="1200"/>
              <a:buFont typeface="Calibri"/>
              <a:buAutoNum type="arabicPeriod"/>
            </a:pPr>
            <a:r>
              <a:rPr b="0" i="0" lang="es-MX" sz="1200" u="none" strike="noStrike">
                <a:solidFill>
                  <a:srgbClr val="404040"/>
                </a:solidFill>
                <a:latin typeface="Trebuchet MS"/>
                <a:ea typeface="Trebuchet MS"/>
                <a:cs typeface="Trebuchet MS"/>
                <a:sym typeface="Trebuchet MS"/>
              </a:rPr>
              <a:t>Bloqueo de Puertos Redundantes</a:t>
            </a:r>
            <a:endParaRPr/>
          </a:p>
          <a:p>
            <a:pPr indent="-76200" lvl="0" marL="268605" rtl="0" algn="l">
              <a:spcBef>
                <a:spcPts val="0"/>
              </a:spcBef>
              <a:spcAft>
                <a:spcPts val="0"/>
              </a:spcAft>
              <a:buClr>
                <a:srgbClr val="404040"/>
              </a:buClr>
              <a:buSzPts val="1200"/>
              <a:buFont typeface="Calibri"/>
              <a:buAutoNum type="arabicPeriod"/>
            </a:pPr>
            <a:r>
              <a:rPr b="0" i="0" lang="es-MX" sz="1200" u="none" strike="noStrike">
                <a:solidFill>
                  <a:srgbClr val="404040"/>
                </a:solidFill>
                <a:latin typeface="Trebuchet MS"/>
                <a:ea typeface="Trebuchet MS"/>
                <a:cs typeface="Trebuchet MS"/>
                <a:sym typeface="Trebuchet MS"/>
              </a:rPr>
              <a:t>Detección de Cambios en la Red</a:t>
            </a:r>
            <a:endParaRPr/>
          </a:p>
          <a:p>
            <a:pPr indent="0" lvl="0" marL="0" rtl="0" algn="l">
              <a:spcBef>
                <a:spcPts val="0"/>
              </a:spcBef>
              <a:spcAft>
                <a:spcPts val="0"/>
              </a:spcAft>
              <a:buNone/>
            </a:pPr>
            <a:br>
              <a:rPr lang="es-MX"/>
            </a:br>
            <a:r>
              <a:rPr b="1" i="0" lang="es-MX" sz="1200" u="none" strike="noStrike">
                <a:solidFill>
                  <a:srgbClr val="404040"/>
                </a:solidFill>
                <a:latin typeface="Arial"/>
                <a:ea typeface="Arial"/>
                <a:cs typeface="Arial"/>
                <a:sym typeface="Arial"/>
              </a:rPr>
              <a:t>Costo</a:t>
            </a:r>
            <a:r>
              <a:rPr b="0" i="0" lang="es-MX" sz="1200" u="none" strike="noStrike">
                <a:solidFill>
                  <a:srgbClr val="404040"/>
                </a:solidFill>
                <a:latin typeface="Trebuchet MS"/>
                <a:ea typeface="Trebuchet MS"/>
                <a:cs typeface="Trebuchet MS"/>
                <a:sym typeface="Trebuchet MS"/>
              </a:rPr>
              <a:t>: es una métrica utilizada para calcular la mejor ruta hacia el switch raíz en una red. Se calcula utilizando la velocidad de la conexión entre dos switches.</a:t>
            </a:r>
            <a:endParaRPr/>
          </a:p>
          <a:p>
            <a:pPr indent="0" lvl="0" marL="0" rtl="0" algn="l">
              <a:spcBef>
                <a:spcPts val="0"/>
              </a:spcBef>
              <a:spcAft>
                <a:spcPts val="0"/>
              </a:spcAft>
              <a:buNone/>
            </a:pPr>
            <a:r>
              <a:t/>
            </a:r>
            <a:endParaRPr/>
          </a:p>
        </p:txBody>
      </p:sp>
      <p:sp>
        <p:nvSpPr>
          <p:cNvPr id="452" name="Google Shape;452;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8" name="Google Shape;458;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3" name="Google Shape;463;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0" name="Google Shape;470;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6" name="Google Shape;476;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3" name="Google Shape;483;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0" name="Google Shape;490;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p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7" name="Google Shape;497;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p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4" name="Google Shape;504;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p2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0" name="Google Shape;510;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p2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6" name="Google Shape;516;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2" name="Google Shape;522;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523" name="Google Shape;523;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MX"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6" name="Shape 526"/>
        <p:cNvGrpSpPr/>
        <p:nvPr/>
      </p:nvGrpSpPr>
      <p:grpSpPr>
        <a:xfrm>
          <a:off x="0" y="0"/>
          <a:ext cx="0" cy="0"/>
          <a:chOff x="0" y="0"/>
          <a:chExt cx="0" cy="0"/>
        </a:xfrm>
      </p:grpSpPr>
      <p:sp>
        <p:nvSpPr>
          <p:cNvPr id="527" name="Google Shape;527;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8" name="Google Shape;528;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529" name="Google Shape;529;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MX"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 name="Shape 532"/>
        <p:cNvGrpSpPr/>
        <p:nvPr/>
      </p:nvGrpSpPr>
      <p:grpSpPr>
        <a:xfrm>
          <a:off x="0" y="0"/>
          <a:ext cx="0" cy="0"/>
          <a:chOff x="0" y="0"/>
          <a:chExt cx="0" cy="0"/>
        </a:xfrm>
      </p:grpSpPr>
      <p:sp>
        <p:nvSpPr>
          <p:cNvPr id="533" name="Google Shape;533;g3a077d5c087_0_2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34" name="Google Shape;534;g3a077d5c087_0_2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3" name="Shape 543"/>
        <p:cNvGrpSpPr/>
        <p:nvPr/>
      </p:nvGrpSpPr>
      <p:grpSpPr>
        <a:xfrm>
          <a:off x="0" y="0"/>
          <a:ext cx="0" cy="0"/>
          <a:chOff x="0" y="0"/>
          <a:chExt cx="0" cy="0"/>
        </a:xfrm>
      </p:grpSpPr>
      <p:sp>
        <p:nvSpPr>
          <p:cNvPr id="544" name="Google Shape;544;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5" name="Google Shape;545;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546" name="Google Shape;546;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MX"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1" name="Google Shape;551;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552" name="Google Shape;552;p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MX"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33"/>
          <p:cNvSpPr txBox="1"/>
          <p:nvPr>
            <p:ph type="title"/>
          </p:nvPr>
        </p:nvSpPr>
        <p:spPr>
          <a:xfrm>
            <a:off x="415600" y="593367"/>
            <a:ext cx="11360800" cy="763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5" name="Google Shape;15;p33"/>
          <p:cNvSpPr txBox="1"/>
          <p:nvPr>
            <p:ph idx="1" type="body"/>
          </p:nvPr>
        </p:nvSpPr>
        <p:spPr>
          <a:xfrm>
            <a:off x="415600" y="1536633"/>
            <a:ext cx="11360800" cy="45552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6" name="Google Shape;16;p33"/>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chemeClr val="dk2"/>
              </a:buClr>
              <a:buSzPts val="1333"/>
              <a:buFont typeface="Arial"/>
              <a:buNone/>
              <a:defRPr b="0" i="0" sz="1333" u="none" cap="none" strike="noStrike">
                <a:solidFill>
                  <a:schemeClr val="dk2"/>
                </a:solidFill>
                <a:latin typeface="Arial"/>
                <a:ea typeface="Arial"/>
                <a:cs typeface="Arial"/>
                <a:sym typeface="Arial"/>
              </a:defRPr>
            </a:lvl1pPr>
            <a:lvl2pPr indent="0" lvl="1" marL="0" algn="r">
              <a:buClr>
                <a:schemeClr val="dk2"/>
              </a:buClr>
              <a:buSzPts val="1333"/>
              <a:buFont typeface="Arial"/>
              <a:buNone/>
              <a:defRPr b="0" i="0" sz="1333" u="none" cap="none" strike="noStrike">
                <a:solidFill>
                  <a:schemeClr val="dk2"/>
                </a:solidFill>
                <a:latin typeface="Arial"/>
                <a:ea typeface="Arial"/>
                <a:cs typeface="Arial"/>
                <a:sym typeface="Arial"/>
              </a:defRPr>
            </a:lvl2pPr>
            <a:lvl3pPr indent="0" lvl="2" marL="0" algn="r">
              <a:buClr>
                <a:schemeClr val="dk2"/>
              </a:buClr>
              <a:buSzPts val="1333"/>
              <a:buFont typeface="Arial"/>
              <a:buNone/>
              <a:defRPr b="0" i="0" sz="1333" u="none" cap="none" strike="noStrike">
                <a:solidFill>
                  <a:schemeClr val="dk2"/>
                </a:solidFill>
                <a:latin typeface="Arial"/>
                <a:ea typeface="Arial"/>
                <a:cs typeface="Arial"/>
                <a:sym typeface="Arial"/>
              </a:defRPr>
            </a:lvl3pPr>
            <a:lvl4pPr indent="0" lvl="3" marL="0" algn="r">
              <a:buClr>
                <a:schemeClr val="dk2"/>
              </a:buClr>
              <a:buSzPts val="1333"/>
              <a:buFont typeface="Arial"/>
              <a:buNone/>
              <a:defRPr b="0" i="0" sz="1333" u="none" cap="none" strike="noStrike">
                <a:solidFill>
                  <a:schemeClr val="dk2"/>
                </a:solidFill>
                <a:latin typeface="Arial"/>
                <a:ea typeface="Arial"/>
                <a:cs typeface="Arial"/>
                <a:sym typeface="Arial"/>
              </a:defRPr>
            </a:lvl4pPr>
            <a:lvl5pPr indent="0" lvl="4" marL="0" algn="r">
              <a:buClr>
                <a:schemeClr val="dk2"/>
              </a:buClr>
              <a:buSzPts val="1333"/>
              <a:buFont typeface="Arial"/>
              <a:buNone/>
              <a:defRPr b="0" i="0" sz="1333" u="none" cap="none" strike="noStrike">
                <a:solidFill>
                  <a:schemeClr val="dk2"/>
                </a:solidFill>
                <a:latin typeface="Arial"/>
                <a:ea typeface="Arial"/>
                <a:cs typeface="Arial"/>
                <a:sym typeface="Arial"/>
              </a:defRPr>
            </a:lvl5pPr>
            <a:lvl6pPr indent="0" lvl="5" marL="0" algn="r">
              <a:buClr>
                <a:schemeClr val="dk2"/>
              </a:buClr>
              <a:buSzPts val="1333"/>
              <a:buFont typeface="Arial"/>
              <a:buNone/>
              <a:defRPr b="0" i="0" sz="1333" u="none" cap="none" strike="noStrike">
                <a:solidFill>
                  <a:schemeClr val="dk2"/>
                </a:solidFill>
                <a:latin typeface="Arial"/>
                <a:ea typeface="Arial"/>
                <a:cs typeface="Arial"/>
                <a:sym typeface="Arial"/>
              </a:defRPr>
            </a:lvl6pPr>
            <a:lvl7pPr indent="0" lvl="6" marL="0" algn="r">
              <a:buClr>
                <a:schemeClr val="dk2"/>
              </a:buClr>
              <a:buSzPts val="1333"/>
              <a:buFont typeface="Arial"/>
              <a:buNone/>
              <a:defRPr b="0" i="0" sz="1333" u="none" cap="none" strike="noStrike">
                <a:solidFill>
                  <a:schemeClr val="dk2"/>
                </a:solidFill>
                <a:latin typeface="Arial"/>
                <a:ea typeface="Arial"/>
                <a:cs typeface="Arial"/>
                <a:sym typeface="Arial"/>
              </a:defRPr>
            </a:lvl7pPr>
            <a:lvl8pPr indent="0" lvl="7" marL="0" algn="r">
              <a:buClr>
                <a:schemeClr val="dk2"/>
              </a:buClr>
              <a:buSzPts val="1333"/>
              <a:buFont typeface="Arial"/>
              <a:buNone/>
              <a:defRPr b="0" i="0" sz="1333" u="none" cap="none" strike="noStrike">
                <a:solidFill>
                  <a:schemeClr val="dk2"/>
                </a:solidFill>
                <a:latin typeface="Arial"/>
                <a:ea typeface="Arial"/>
                <a:cs typeface="Arial"/>
                <a:sym typeface="Arial"/>
              </a:defRPr>
            </a:lvl8pPr>
            <a:lvl9pPr indent="0" lvl="8" marL="0" algn="r">
              <a:buClr>
                <a:schemeClr val="dk2"/>
              </a:buClr>
              <a:buSzPts val="1333"/>
              <a:buFont typeface="Arial"/>
              <a:buNone/>
              <a:defRPr b="0" i="0" sz="1333"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7" name="Shape 17"/>
        <p:cNvGrpSpPr/>
        <p:nvPr/>
      </p:nvGrpSpPr>
      <p:grpSpPr>
        <a:xfrm>
          <a:off x="0" y="0"/>
          <a:ext cx="0" cy="0"/>
          <a:chOff x="0" y="0"/>
          <a:chExt cx="0" cy="0"/>
        </a:xfrm>
      </p:grpSpPr>
      <p:sp>
        <p:nvSpPr>
          <p:cNvPr id="18" name="Google Shape;18;p52"/>
          <p:cNvSpPr txBox="1"/>
          <p:nvPr>
            <p:ph type="ctrTitle"/>
          </p:nvPr>
        </p:nvSpPr>
        <p:spPr>
          <a:xfrm>
            <a:off x="415611" y="992767"/>
            <a:ext cx="11360800" cy="27368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6933"/>
            </a:lvl1pPr>
            <a:lvl2pPr lvl="1" algn="ctr">
              <a:lnSpc>
                <a:spcPct val="100000"/>
              </a:lnSpc>
              <a:spcBef>
                <a:spcPts val="0"/>
              </a:spcBef>
              <a:spcAft>
                <a:spcPts val="0"/>
              </a:spcAft>
              <a:buSzPts val="5200"/>
              <a:buNone/>
              <a:defRPr sz="6933"/>
            </a:lvl2pPr>
            <a:lvl3pPr lvl="2" algn="ctr">
              <a:lnSpc>
                <a:spcPct val="100000"/>
              </a:lnSpc>
              <a:spcBef>
                <a:spcPts val="0"/>
              </a:spcBef>
              <a:spcAft>
                <a:spcPts val="0"/>
              </a:spcAft>
              <a:buSzPts val="5200"/>
              <a:buNone/>
              <a:defRPr sz="6933"/>
            </a:lvl3pPr>
            <a:lvl4pPr lvl="3" algn="ctr">
              <a:lnSpc>
                <a:spcPct val="100000"/>
              </a:lnSpc>
              <a:spcBef>
                <a:spcPts val="0"/>
              </a:spcBef>
              <a:spcAft>
                <a:spcPts val="0"/>
              </a:spcAft>
              <a:buSzPts val="5200"/>
              <a:buNone/>
              <a:defRPr sz="6933"/>
            </a:lvl4pPr>
            <a:lvl5pPr lvl="4" algn="ctr">
              <a:lnSpc>
                <a:spcPct val="100000"/>
              </a:lnSpc>
              <a:spcBef>
                <a:spcPts val="0"/>
              </a:spcBef>
              <a:spcAft>
                <a:spcPts val="0"/>
              </a:spcAft>
              <a:buSzPts val="5200"/>
              <a:buNone/>
              <a:defRPr sz="6933"/>
            </a:lvl5pPr>
            <a:lvl6pPr lvl="5" algn="ctr">
              <a:lnSpc>
                <a:spcPct val="100000"/>
              </a:lnSpc>
              <a:spcBef>
                <a:spcPts val="0"/>
              </a:spcBef>
              <a:spcAft>
                <a:spcPts val="0"/>
              </a:spcAft>
              <a:buSzPts val="5200"/>
              <a:buNone/>
              <a:defRPr sz="6933"/>
            </a:lvl6pPr>
            <a:lvl7pPr lvl="6" algn="ctr">
              <a:lnSpc>
                <a:spcPct val="100000"/>
              </a:lnSpc>
              <a:spcBef>
                <a:spcPts val="0"/>
              </a:spcBef>
              <a:spcAft>
                <a:spcPts val="0"/>
              </a:spcAft>
              <a:buSzPts val="5200"/>
              <a:buNone/>
              <a:defRPr sz="6933"/>
            </a:lvl7pPr>
            <a:lvl8pPr lvl="7" algn="ctr">
              <a:lnSpc>
                <a:spcPct val="100000"/>
              </a:lnSpc>
              <a:spcBef>
                <a:spcPts val="0"/>
              </a:spcBef>
              <a:spcAft>
                <a:spcPts val="0"/>
              </a:spcAft>
              <a:buSzPts val="5200"/>
              <a:buNone/>
              <a:defRPr sz="6933"/>
            </a:lvl8pPr>
            <a:lvl9pPr lvl="8" algn="ctr">
              <a:lnSpc>
                <a:spcPct val="100000"/>
              </a:lnSpc>
              <a:spcBef>
                <a:spcPts val="0"/>
              </a:spcBef>
              <a:spcAft>
                <a:spcPts val="0"/>
              </a:spcAft>
              <a:buSzPts val="5200"/>
              <a:buNone/>
              <a:defRPr sz="6933"/>
            </a:lvl9pPr>
          </a:lstStyle>
          <a:p/>
        </p:txBody>
      </p:sp>
      <p:sp>
        <p:nvSpPr>
          <p:cNvPr id="19" name="Google Shape;19;p52"/>
          <p:cNvSpPr txBox="1"/>
          <p:nvPr>
            <p:ph idx="1" type="subTitle"/>
          </p:nvPr>
        </p:nvSpPr>
        <p:spPr>
          <a:xfrm>
            <a:off x="415600" y="3778833"/>
            <a:ext cx="11360800" cy="10568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3733"/>
            </a:lvl1pPr>
            <a:lvl2pPr lvl="1" algn="ctr">
              <a:lnSpc>
                <a:spcPct val="100000"/>
              </a:lnSpc>
              <a:spcBef>
                <a:spcPts val="0"/>
              </a:spcBef>
              <a:spcAft>
                <a:spcPts val="0"/>
              </a:spcAft>
              <a:buSzPts val="2800"/>
              <a:buNone/>
              <a:defRPr sz="3733"/>
            </a:lvl2pPr>
            <a:lvl3pPr lvl="2" algn="ctr">
              <a:lnSpc>
                <a:spcPct val="100000"/>
              </a:lnSpc>
              <a:spcBef>
                <a:spcPts val="0"/>
              </a:spcBef>
              <a:spcAft>
                <a:spcPts val="0"/>
              </a:spcAft>
              <a:buSzPts val="2800"/>
              <a:buNone/>
              <a:defRPr sz="3733"/>
            </a:lvl3pPr>
            <a:lvl4pPr lvl="3" algn="ctr">
              <a:lnSpc>
                <a:spcPct val="100000"/>
              </a:lnSpc>
              <a:spcBef>
                <a:spcPts val="0"/>
              </a:spcBef>
              <a:spcAft>
                <a:spcPts val="0"/>
              </a:spcAft>
              <a:buSzPts val="2800"/>
              <a:buNone/>
              <a:defRPr sz="3733"/>
            </a:lvl4pPr>
            <a:lvl5pPr lvl="4" algn="ctr">
              <a:lnSpc>
                <a:spcPct val="100000"/>
              </a:lnSpc>
              <a:spcBef>
                <a:spcPts val="0"/>
              </a:spcBef>
              <a:spcAft>
                <a:spcPts val="0"/>
              </a:spcAft>
              <a:buSzPts val="2800"/>
              <a:buNone/>
              <a:defRPr sz="3733"/>
            </a:lvl5pPr>
            <a:lvl6pPr lvl="5" algn="ctr">
              <a:lnSpc>
                <a:spcPct val="100000"/>
              </a:lnSpc>
              <a:spcBef>
                <a:spcPts val="0"/>
              </a:spcBef>
              <a:spcAft>
                <a:spcPts val="0"/>
              </a:spcAft>
              <a:buSzPts val="2800"/>
              <a:buNone/>
              <a:defRPr sz="3733"/>
            </a:lvl6pPr>
            <a:lvl7pPr lvl="6" algn="ctr">
              <a:lnSpc>
                <a:spcPct val="100000"/>
              </a:lnSpc>
              <a:spcBef>
                <a:spcPts val="0"/>
              </a:spcBef>
              <a:spcAft>
                <a:spcPts val="0"/>
              </a:spcAft>
              <a:buSzPts val="2800"/>
              <a:buNone/>
              <a:defRPr sz="3733"/>
            </a:lvl7pPr>
            <a:lvl8pPr lvl="7" algn="ctr">
              <a:lnSpc>
                <a:spcPct val="100000"/>
              </a:lnSpc>
              <a:spcBef>
                <a:spcPts val="0"/>
              </a:spcBef>
              <a:spcAft>
                <a:spcPts val="0"/>
              </a:spcAft>
              <a:buSzPts val="2800"/>
              <a:buNone/>
              <a:defRPr sz="3733"/>
            </a:lvl8pPr>
            <a:lvl9pPr lvl="8" algn="ctr">
              <a:lnSpc>
                <a:spcPct val="100000"/>
              </a:lnSpc>
              <a:spcBef>
                <a:spcPts val="0"/>
              </a:spcBef>
              <a:spcAft>
                <a:spcPts val="0"/>
              </a:spcAft>
              <a:buSzPts val="2800"/>
              <a:buNone/>
              <a:defRPr sz="3733"/>
            </a:lvl9pPr>
          </a:lstStyle>
          <a:p/>
        </p:txBody>
      </p:sp>
      <p:sp>
        <p:nvSpPr>
          <p:cNvPr id="20" name="Google Shape;20;p52"/>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chemeClr val="dk2"/>
              </a:buClr>
              <a:buSzPts val="1333"/>
              <a:buFont typeface="Arial"/>
              <a:buNone/>
              <a:defRPr sz="1333">
                <a:solidFill>
                  <a:schemeClr val="dk2"/>
                </a:solidFill>
                <a:latin typeface="Arial"/>
                <a:ea typeface="Arial"/>
                <a:cs typeface="Arial"/>
                <a:sym typeface="Arial"/>
              </a:defRPr>
            </a:lvl1pPr>
            <a:lvl2pPr indent="0" lvl="1" marL="0" algn="r">
              <a:buClr>
                <a:schemeClr val="dk2"/>
              </a:buClr>
              <a:buSzPts val="1333"/>
              <a:buFont typeface="Arial"/>
              <a:buNone/>
              <a:defRPr sz="1333">
                <a:solidFill>
                  <a:schemeClr val="dk2"/>
                </a:solidFill>
                <a:latin typeface="Arial"/>
                <a:ea typeface="Arial"/>
                <a:cs typeface="Arial"/>
                <a:sym typeface="Arial"/>
              </a:defRPr>
            </a:lvl2pPr>
            <a:lvl3pPr indent="0" lvl="2" marL="0" algn="r">
              <a:buClr>
                <a:schemeClr val="dk2"/>
              </a:buClr>
              <a:buSzPts val="1333"/>
              <a:buFont typeface="Arial"/>
              <a:buNone/>
              <a:defRPr sz="1333">
                <a:solidFill>
                  <a:schemeClr val="dk2"/>
                </a:solidFill>
                <a:latin typeface="Arial"/>
                <a:ea typeface="Arial"/>
                <a:cs typeface="Arial"/>
                <a:sym typeface="Arial"/>
              </a:defRPr>
            </a:lvl3pPr>
            <a:lvl4pPr indent="0" lvl="3" marL="0" algn="r">
              <a:buClr>
                <a:schemeClr val="dk2"/>
              </a:buClr>
              <a:buSzPts val="1333"/>
              <a:buFont typeface="Arial"/>
              <a:buNone/>
              <a:defRPr sz="1333">
                <a:solidFill>
                  <a:schemeClr val="dk2"/>
                </a:solidFill>
                <a:latin typeface="Arial"/>
                <a:ea typeface="Arial"/>
                <a:cs typeface="Arial"/>
                <a:sym typeface="Arial"/>
              </a:defRPr>
            </a:lvl4pPr>
            <a:lvl5pPr indent="0" lvl="4" marL="0" algn="r">
              <a:buClr>
                <a:schemeClr val="dk2"/>
              </a:buClr>
              <a:buSzPts val="1333"/>
              <a:buFont typeface="Arial"/>
              <a:buNone/>
              <a:defRPr sz="1333">
                <a:solidFill>
                  <a:schemeClr val="dk2"/>
                </a:solidFill>
                <a:latin typeface="Arial"/>
                <a:ea typeface="Arial"/>
                <a:cs typeface="Arial"/>
                <a:sym typeface="Arial"/>
              </a:defRPr>
            </a:lvl5pPr>
            <a:lvl6pPr indent="0" lvl="5" marL="0" algn="r">
              <a:buClr>
                <a:schemeClr val="dk2"/>
              </a:buClr>
              <a:buSzPts val="1333"/>
              <a:buFont typeface="Arial"/>
              <a:buNone/>
              <a:defRPr sz="1333">
                <a:solidFill>
                  <a:schemeClr val="dk2"/>
                </a:solidFill>
                <a:latin typeface="Arial"/>
                <a:ea typeface="Arial"/>
                <a:cs typeface="Arial"/>
                <a:sym typeface="Arial"/>
              </a:defRPr>
            </a:lvl6pPr>
            <a:lvl7pPr indent="0" lvl="6" marL="0" algn="r">
              <a:buClr>
                <a:schemeClr val="dk2"/>
              </a:buClr>
              <a:buSzPts val="1333"/>
              <a:buFont typeface="Arial"/>
              <a:buNone/>
              <a:defRPr sz="1333">
                <a:solidFill>
                  <a:schemeClr val="dk2"/>
                </a:solidFill>
                <a:latin typeface="Arial"/>
                <a:ea typeface="Arial"/>
                <a:cs typeface="Arial"/>
                <a:sym typeface="Arial"/>
              </a:defRPr>
            </a:lvl7pPr>
            <a:lvl8pPr indent="0" lvl="7" marL="0" algn="r">
              <a:buClr>
                <a:schemeClr val="dk2"/>
              </a:buClr>
              <a:buSzPts val="1333"/>
              <a:buFont typeface="Arial"/>
              <a:buNone/>
              <a:defRPr sz="1333">
                <a:solidFill>
                  <a:schemeClr val="dk2"/>
                </a:solidFill>
                <a:latin typeface="Arial"/>
                <a:ea typeface="Arial"/>
                <a:cs typeface="Arial"/>
                <a:sym typeface="Arial"/>
              </a:defRPr>
            </a:lvl8pPr>
            <a:lvl9pPr indent="0" lvl="8" marL="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1" name="Shape 21"/>
        <p:cNvGrpSpPr/>
        <p:nvPr/>
      </p:nvGrpSpPr>
      <p:grpSpPr>
        <a:xfrm>
          <a:off x="0" y="0"/>
          <a:ext cx="0" cy="0"/>
          <a:chOff x="0" y="0"/>
          <a:chExt cx="0" cy="0"/>
        </a:xfrm>
      </p:grpSpPr>
      <p:sp>
        <p:nvSpPr>
          <p:cNvPr id="22" name="Google Shape;22;p53"/>
          <p:cNvSpPr txBox="1"/>
          <p:nvPr>
            <p:ph type="title"/>
          </p:nvPr>
        </p:nvSpPr>
        <p:spPr>
          <a:xfrm>
            <a:off x="415600" y="2867800"/>
            <a:ext cx="11360800" cy="11224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4800"/>
            </a:lvl1pPr>
            <a:lvl2pPr lvl="1" algn="ctr">
              <a:lnSpc>
                <a:spcPct val="100000"/>
              </a:lnSpc>
              <a:spcBef>
                <a:spcPts val="0"/>
              </a:spcBef>
              <a:spcAft>
                <a:spcPts val="0"/>
              </a:spcAft>
              <a:buSzPts val="3600"/>
              <a:buNone/>
              <a:defRPr sz="4800"/>
            </a:lvl2pPr>
            <a:lvl3pPr lvl="2" algn="ctr">
              <a:lnSpc>
                <a:spcPct val="100000"/>
              </a:lnSpc>
              <a:spcBef>
                <a:spcPts val="0"/>
              </a:spcBef>
              <a:spcAft>
                <a:spcPts val="0"/>
              </a:spcAft>
              <a:buSzPts val="3600"/>
              <a:buNone/>
              <a:defRPr sz="4800"/>
            </a:lvl3pPr>
            <a:lvl4pPr lvl="3" algn="ctr">
              <a:lnSpc>
                <a:spcPct val="100000"/>
              </a:lnSpc>
              <a:spcBef>
                <a:spcPts val="0"/>
              </a:spcBef>
              <a:spcAft>
                <a:spcPts val="0"/>
              </a:spcAft>
              <a:buSzPts val="3600"/>
              <a:buNone/>
              <a:defRPr sz="4800"/>
            </a:lvl4pPr>
            <a:lvl5pPr lvl="4" algn="ctr">
              <a:lnSpc>
                <a:spcPct val="100000"/>
              </a:lnSpc>
              <a:spcBef>
                <a:spcPts val="0"/>
              </a:spcBef>
              <a:spcAft>
                <a:spcPts val="0"/>
              </a:spcAft>
              <a:buSzPts val="3600"/>
              <a:buNone/>
              <a:defRPr sz="4800"/>
            </a:lvl5pPr>
            <a:lvl6pPr lvl="5" algn="ctr">
              <a:lnSpc>
                <a:spcPct val="100000"/>
              </a:lnSpc>
              <a:spcBef>
                <a:spcPts val="0"/>
              </a:spcBef>
              <a:spcAft>
                <a:spcPts val="0"/>
              </a:spcAft>
              <a:buSzPts val="3600"/>
              <a:buNone/>
              <a:defRPr sz="4800"/>
            </a:lvl6pPr>
            <a:lvl7pPr lvl="6" algn="ctr">
              <a:lnSpc>
                <a:spcPct val="100000"/>
              </a:lnSpc>
              <a:spcBef>
                <a:spcPts val="0"/>
              </a:spcBef>
              <a:spcAft>
                <a:spcPts val="0"/>
              </a:spcAft>
              <a:buSzPts val="3600"/>
              <a:buNone/>
              <a:defRPr sz="4800"/>
            </a:lvl7pPr>
            <a:lvl8pPr lvl="7" algn="ctr">
              <a:lnSpc>
                <a:spcPct val="100000"/>
              </a:lnSpc>
              <a:spcBef>
                <a:spcPts val="0"/>
              </a:spcBef>
              <a:spcAft>
                <a:spcPts val="0"/>
              </a:spcAft>
              <a:buSzPts val="3600"/>
              <a:buNone/>
              <a:defRPr sz="4800"/>
            </a:lvl8pPr>
            <a:lvl9pPr lvl="8" algn="ctr">
              <a:lnSpc>
                <a:spcPct val="100000"/>
              </a:lnSpc>
              <a:spcBef>
                <a:spcPts val="0"/>
              </a:spcBef>
              <a:spcAft>
                <a:spcPts val="0"/>
              </a:spcAft>
              <a:buSzPts val="3600"/>
              <a:buNone/>
              <a:defRPr sz="4800"/>
            </a:lvl9pPr>
          </a:lstStyle>
          <a:p/>
        </p:txBody>
      </p:sp>
      <p:sp>
        <p:nvSpPr>
          <p:cNvPr id="23" name="Google Shape;23;p53"/>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chemeClr val="dk2"/>
              </a:buClr>
              <a:buSzPts val="1333"/>
              <a:buFont typeface="Arial"/>
              <a:buNone/>
              <a:defRPr sz="1333">
                <a:solidFill>
                  <a:schemeClr val="dk2"/>
                </a:solidFill>
                <a:latin typeface="Arial"/>
                <a:ea typeface="Arial"/>
                <a:cs typeface="Arial"/>
                <a:sym typeface="Arial"/>
              </a:defRPr>
            </a:lvl1pPr>
            <a:lvl2pPr indent="0" lvl="1" marL="0" algn="r">
              <a:buClr>
                <a:schemeClr val="dk2"/>
              </a:buClr>
              <a:buSzPts val="1333"/>
              <a:buFont typeface="Arial"/>
              <a:buNone/>
              <a:defRPr sz="1333">
                <a:solidFill>
                  <a:schemeClr val="dk2"/>
                </a:solidFill>
                <a:latin typeface="Arial"/>
                <a:ea typeface="Arial"/>
                <a:cs typeface="Arial"/>
                <a:sym typeface="Arial"/>
              </a:defRPr>
            </a:lvl2pPr>
            <a:lvl3pPr indent="0" lvl="2" marL="0" algn="r">
              <a:buClr>
                <a:schemeClr val="dk2"/>
              </a:buClr>
              <a:buSzPts val="1333"/>
              <a:buFont typeface="Arial"/>
              <a:buNone/>
              <a:defRPr sz="1333">
                <a:solidFill>
                  <a:schemeClr val="dk2"/>
                </a:solidFill>
                <a:latin typeface="Arial"/>
                <a:ea typeface="Arial"/>
                <a:cs typeface="Arial"/>
                <a:sym typeface="Arial"/>
              </a:defRPr>
            </a:lvl3pPr>
            <a:lvl4pPr indent="0" lvl="3" marL="0" algn="r">
              <a:buClr>
                <a:schemeClr val="dk2"/>
              </a:buClr>
              <a:buSzPts val="1333"/>
              <a:buFont typeface="Arial"/>
              <a:buNone/>
              <a:defRPr sz="1333">
                <a:solidFill>
                  <a:schemeClr val="dk2"/>
                </a:solidFill>
                <a:latin typeface="Arial"/>
                <a:ea typeface="Arial"/>
                <a:cs typeface="Arial"/>
                <a:sym typeface="Arial"/>
              </a:defRPr>
            </a:lvl4pPr>
            <a:lvl5pPr indent="0" lvl="4" marL="0" algn="r">
              <a:buClr>
                <a:schemeClr val="dk2"/>
              </a:buClr>
              <a:buSzPts val="1333"/>
              <a:buFont typeface="Arial"/>
              <a:buNone/>
              <a:defRPr sz="1333">
                <a:solidFill>
                  <a:schemeClr val="dk2"/>
                </a:solidFill>
                <a:latin typeface="Arial"/>
                <a:ea typeface="Arial"/>
                <a:cs typeface="Arial"/>
                <a:sym typeface="Arial"/>
              </a:defRPr>
            </a:lvl5pPr>
            <a:lvl6pPr indent="0" lvl="5" marL="0" algn="r">
              <a:buClr>
                <a:schemeClr val="dk2"/>
              </a:buClr>
              <a:buSzPts val="1333"/>
              <a:buFont typeface="Arial"/>
              <a:buNone/>
              <a:defRPr sz="1333">
                <a:solidFill>
                  <a:schemeClr val="dk2"/>
                </a:solidFill>
                <a:latin typeface="Arial"/>
                <a:ea typeface="Arial"/>
                <a:cs typeface="Arial"/>
                <a:sym typeface="Arial"/>
              </a:defRPr>
            </a:lvl6pPr>
            <a:lvl7pPr indent="0" lvl="6" marL="0" algn="r">
              <a:buClr>
                <a:schemeClr val="dk2"/>
              </a:buClr>
              <a:buSzPts val="1333"/>
              <a:buFont typeface="Arial"/>
              <a:buNone/>
              <a:defRPr sz="1333">
                <a:solidFill>
                  <a:schemeClr val="dk2"/>
                </a:solidFill>
                <a:latin typeface="Arial"/>
                <a:ea typeface="Arial"/>
                <a:cs typeface="Arial"/>
                <a:sym typeface="Arial"/>
              </a:defRPr>
            </a:lvl7pPr>
            <a:lvl8pPr indent="0" lvl="7" marL="0" algn="r">
              <a:buClr>
                <a:schemeClr val="dk2"/>
              </a:buClr>
              <a:buSzPts val="1333"/>
              <a:buFont typeface="Arial"/>
              <a:buNone/>
              <a:defRPr sz="1333">
                <a:solidFill>
                  <a:schemeClr val="dk2"/>
                </a:solidFill>
                <a:latin typeface="Arial"/>
                <a:ea typeface="Arial"/>
                <a:cs typeface="Arial"/>
                <a:sym typeface="Arial"/>
              </a:defRPr>
            </a:lvl8pPr>
            <a:lvl9pPr indent="0" lvl="8" marL="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4"/>
          <p:cNvSpPr txBox="1"/>
          <p:nvPr>
            <p:ph type="title"/>
          </p:nvPr>
        </p:nvSpPr>
        <p:spPr>
          <a:xfrm>
            <a:off x="415600" y="593367"/>
            <a:ext cx="11360800" cy="763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6" name="Google Shape;26;p54"/>
          <p:cNvSpPr txBox="1"/>
          <p:nvPr>
            <p:ph idx="1" type="body"/>
          </p:nvPr>
        </p:nvSpPr>
        <p:spPr>
          <a:xfrm>
            <a:off x="415600" y="1536633"/>
            <a:ext cx="5333200" cy="45552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867"/>
            </a:lvl1pPr>
            <a:lvl2pPr indent="-304800" lvl="1" marL="914400" algn="l">
              <a:lnSpc>
                <a:spcPct val="115000"/>
              </a:lnSpc>
              <a:spcBef>
                <a:spcPts val="0"/>
              </a:spcBef>
              <a:spcAft>
                <a:spcPts val="0"/>
              </a:spcAft>
              <a:buSzPts val="1200"/>
              <a:buChar char="○"/>
              <a:defRPr sz="1600"/>
            </a:lvl2pPr>
            <a:lvl3pPr indent="-304800" lvl="2" marL="1371600" algn="l">
              <a:lnSpc>
                <a:spcPct val="115000"/>
              </a:lnSpc>
              <a:spcBef>
                <a:spcPts val="0"/>
              </a:spcBef>
              <a:spcAft>
                <a:spcPts val="0"/>
              </a:spcAft>
              <a:buSzPts val="1200"/>
              <a:buChar char="■"/>
              <a:defRPr sz="1600"/>
            </a:lvl3pPr>
            <a:lvl4pPr indent="-304800" lvl="3" marL="1828800" algn="l">
              <a:lnSpc>
                <a:spcPct val="115000"/>
              </a:lnSpc>
              <a:spcBef>
                <a:spcPts val="0"/>
              </a:spcBef>
              <a:spcAft>
                <a:spcPts val="0"/>
              </a:spcAft>
              <a:buSzPts val="1200"/>
              <a:buChar char="●"/>
              <a:defRPr sz="1600"/>
            </a:lvl4pPr>
            <a:lvl5pPr indent="-304800" lvl="4" marL="2286000" algn="l">
              <a:lnSpc>
                <a:spcPct val="115000"/>
              </a:lnSpc>
              <a:spcBef>
                <a:spcPts val="0"/>
              </a:spcBef>
              <a:spcAft>
                <a:spcPts val="0"/>
              </a:spcAft>
              <a:buSzPts val="1200"/>
              <a:buChar char="○"/>
              <a:defRPr sz="1600"/>
            </a:lvl5pPr>
            <a:lvl6pPr indent="-304800" lvl="5" marL="2743200" algn="l">
              <a:lnSpc>
                <a:spcPct val="115000"/>
              </a:lnSpc>
              <a:spcBef>
                <a:spcPts val="0"/>
              </a:spcBef>
              <a:spcAft>
                <a:spcPts val="0"/>
              </a:spcAft>
              <a:buSzPts val="1200"/>
              <a:buChar char="■"/>
              <a:defRPr sz="1600"/>
            </a:lvl6pPr>
            <a:lvl7pPr indent="-304800" lvl="6" marL="3200400" algn="l">
              <a:lnSpc>
                <a:spcPct val="115000"/>
              </a:lnSpc>
              <a:spcBef>
                <a:spcPts val="0"/>
              </a:spcBef>
              <a:spcAft>
                <a:spcPts val="0"/>
              </a:spcAft>
              <a:buSzPts val="1200"/>
              <a:buChar char="●"/>
              <a:defRPr sz="1600"/>
            </a:lvl7pPr>
            <a:lvl8pPr indent="-304800" lvl="7" marL="3657600" algn="l">
              <a:lnSpc>
                <a:spcPct val="115000"/>
              </a:lnSpc>
              <a:spcBef>
                <a:spcPts val="0"/>
              </a:spcBef>
              <a:spcAft>
                <a:spcPts val="0"/>
              </a:spcAft>
              <a:buSzPts val="1200"/>
              <a:buChar char="○"/>
              <a:defRPr sz="1600"/>
            </a:lvl8pPr>
            <a:lvl9pPr indent="-304800" lvl="8" marL="4114800" algn="l">
              <a:lnSpc>
                <a:spcPct val="115000"/>
              </a:lnSpc>
              <a:spcBef>
                <a:spcPts val="0"/>
              </a:spcBef>
              <a:spcAft>
                <a:spcPts val="0"/>
              </a:spcAft>
              <a:buSzPts val="1200"/>
              <a:buChar char="■"/>
              <a:defRPr sz="1600"/>
            </a:lvl9pPr>
          </a:lstStyle>
          <a:p/>
        </p:txBody>
      </p:sp>
      <p:sp>
        <p:nvSpPr>
          <p:cNvPr id="27" name="Google Shape;27;p54"/>
          <p:cNvSpPr txBox="1"/>
          <p:nvPr>
            <p:ph idx="2" type="body"/>
          </p:nvPr>
        </p:nvSpPr>
        <p:spPr>
          <a:xfrm>
            <a:off x="6443200" y="1536633"/>
            <a:ext cx="5333200" cy="45552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867"/>
            </a:lvl1pPr>
            <a:lvl2pPr indent="-304800" lvl="1" marL="914400" algn="l">
              <a:lnSpc>
                <a:spcPct val="115000"/>
              </a:lnSpc>
              <a:spcBef>
                <a:spcPts val="0"/>
              </a:spcBef>
              <a:spcAft>
                <a:spcPts val="0"/>
              </a:spcAft>
              <a:buSzPts val="1200"/>
              <a:buChar char="○"/>
              <a:defRPr sz="1600"/>
            </a:lvl2pPr>
            <a:lvl3pPr indent="-304800" lvl="2" marL="1371600" algn="l">
              <a:lnSpc>
                <a:spcPct val="115000"/>
              </a:lnSpc>
              <a:spcBef>
                <a:spcPts val="0"/>
              </a:spcBef>
              <a:spcAft>
                <a:spcPts val="0"/>
              </a:spcAft>
              <a:buSzPts val="1200"/>
              <a:buChar char="■"/>
              <a:defRPr sz="1600"/>
            </a:lvl3pPr>
            <a:lvl4pPr indent="-304800" lvl="3" marL="1828800" algn="l">
              <a:lnSpc>
                <a:spcPct val="115000"/>
              </a:lnSpc>
              <a:spcBef>
                <a:spcPts val="0"/>
              </a:spcBef>
              <a:spcAft>
                <a:spcPts val="0"/>
              </a:spcAft>
              <a:buSzPts val="1200"/>
              <a:buChar char="●"/>
              <a:defRPr sz="1600"/>
            </a:lvl4pPr>
            <a:lvl5pPr indent="-304800" lvl="4" marL="2286000" algn="l">
              <a:lnSpc>
                <a:spcPct val="115000"/>
              </a:lnSpc>
              <a:spcBef>
                <a:spcPts val="0"/>
              </a:spcBef>
              <a:spcAft>
                <a:spcPts val="0"/>
              </a:spcAft>
              <a:buSzPts val="1200"/>
              <a:buChar char="○"/>
              <a:defRPr sz="1600"/>
            </a:lvl5pPr>
            <a:lvl6pPr indent="-304800" lvl="5" marL="2743200" algn="l">
              <a:lnSpc>
                <a:spcPct val="115000"/>
              </a:lnSpc>
              <a:spcBef>
                <a:spcPts val="0"/>
              </a:spcBef>
              <a:spcAft>
                <a:spcPts val="0"/>
              </a:spcAft>
              <a:buSzPts val="1200"/>
              <a:buChar char="■"/>
              <a:defRPr sz="1600"/>
            </a:lvl6pPr>
            <a:lvl7pPr indent="-304800" lvl="6" marL="3200400" algn="l">
              <a:lnSpc>
                <a:spcPct val="115000"/>
              </a:lnSpc>
              <a:spcBef>
                <a:spcPts val="0"/>
              </a:spcBef>
              <a:spcAft>
                <a:spcPts val="0"/>
              </a:spcAft>
              <a:buSzPts val="1200"/>
              <a:buChar char="●"/>
              <a:defRPr sz="1600"/>
            </a:lvl7pPr>
            <a:lvl8pPr indent="-304800" lvl="7" marL="3657600" algn="l">
              <a:lnSpc>
                <a:spcPct val="115000"/>
              </a:lnSpc>
              <a:spcBef>
                <a:spcPts val="0"/>
              </a:spcBef>
              <a:spcAft>
                <a:spcPts val="0"/>
              </a:spcAft>
              <a:buSzPts val="1200"/>
              <a:buChar char="○"/>
              <a:defRPr sz="1600"/>
            </a:lvl8pPr>
            <a:lvl9pPr indent="-304800" lvl="8" marL="4114800" algn="l">
              <a:lnSpc>
                <a:spcPct val="115000"/>
              </a:lnSpc>
              <a:spcBef>
                <a:spcPts val="0"/>
              </a:spcBef>
              <a:spcAft>
                <a:spcPts val="0"/>
              </a:spcAft>
              <a:buSzPts val="1200"/>
              <a:buChar char="■"/>
              <a:defRPr sz="1600"/>
            </a:lvl9pPr>
          </a:lstStyle>
          <a:p/>
        </p:txBody>
      </p:sp>
      <p:sp>
        <p:nvSpPr>
          <p:cNvPr id="28" name="Google Shape;28;p54"/>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chemeClr val="dk2"/>
              </a:buClr>
              <a:buSzPts val="1333"/>
              <a:buFont typeface="Arial"/>
              <a:buNone/>
              <a:defRPr sz="1333">
                <a:solidFill>
                  <a:schemeClr val="dk2"/>
                </a:solidFill>
                <a:latin typeface="Arial"/>
                <a:ea typeface="Arial"/>
                <a:cs typeface="Arial"/>
                <a:sym typeface="Arial"/>
              </a:defRPr>
            </a:lvl1pPr>
            <a:lvl2pPr indent="0" lvl="1" marL="0" algn="r">
              <a:buClr>
                <a:schemeClr val="dk2"/>
              </a:buClr>
              <a:buSzPts val="1333"/>
              <a:buFont typeface="Arial"/>
              <a:buNone/>
              <a:defRPr sz="1333">
                <a:solidFill>
                  <a:schemeClr val="dk2"/>
                </a:solidFill>
                <a:latin typeface="Arial"/>
                <a:ea typeface="Arial"/>
                <a:cs typeface="Arial"/>
                <a:sym typeface="Arial"/>
              </a:defRPr>
            </a:lvl2pPr>
            <a:lvl3pPr indent="0" lvl="2" marL="0" algn="r">
              <a:buClr>
                <a:schemeClr val="dk2"/>
              </a:buClr>
              <a:buSzPts val="1333"/>
              <a:buFont typeface="Arial"/>
              <a:buNone/>
              <a:defRPr sz="1333">
                <a:solidFill>
                  <a:schemeClr val="dk2"/>
                </a:solidFill>
                <a:latin typeface="Arial"/>
                <a:ea typeface="Arial"/>
                <a:cs typeface="Arial"/>
                <a:sym typeface="Arial"/>
              </a:defRPr>
            </a:lvl3pPr>
            <a:lvl4pPr indent="0" lvl="3" marL="0" algn="r">
              <a:buClr>
                <a:schemeClr val="dk2"/>
              </a:buClr>
              <a:buSzPts val="1333"/>
              <a:buFont typeface="Arial"/>
              <a:buNone/>
              <a:defRPr sz="1333">
                <a:solidFill>
                  <a:schemeClr val="dk2"/>
                </a:solidFill>
                <a:latin typeface="Arial"/>
                <a:ea typeface="Arial"/>
                <a:cs typeface="Arial"/>
                <a:sym typeface="Arial"/>
              </a:defRPr>
            </a:lvl4pPr>
            <a:lvl5pPr indent="0" lvl="4" marL="0" algn="r">
              <a:buClr>
                <a:schemeClr val="dk2"/>
              </a:buClr>
              <a:buSzPts val="1333"/>
              <a:buFont typeface="Arial"/>
              <a:buNone/>
              <a:defRPr sz="1333">
                <a:solidFill>
                  <a:schemeClr val="dk2"/>
                </a:solidFill>
                <a:latin typeface="Arial"/>
                <a:ea typeface="Arial"/>
                <a:cs typeface="Arial"/>
                <a:sym typeface="Arial"/>
              </a:defRPr>
            </a:lvl5pPr>
            <a:lvl6pPr indent="0" lvl="5" marL="0" algn="r">
              <a:buClr>
                <a:schemeClr val="dk2"/>
              </a:buClr>
              <a:buSzPts val="1333"/>
              <a:buFont typeface="Arial"/>
              <a:buNone/>
              <a:defRPr sz="1333">
                <a:solidFill>
                  <a:schemeClr val="dk2"/>
                </a:solidFill>
                <a:latin typeface="Arial"/>
                <a:ea typeface="Arial"/>
                <a:cs typeface="Arial"/>
                <a:sym typeface="Arial"/>
              </a:defRPr>
            </a:lvl6pPr>
            <a:lvl7pPr indent="0" lvl="6" marL="0" algn="r">
              <a:buClr>
                <a:schemeClr val="dk2"/>
              </a:buClr>
              <a:buSzPts val="1333"/>
              <a:buFont typeface="Arial"/>
              <a:buNone/>
              <a:defRPr sz="1333">
                <a:solidFill>
                  <a:schemeClr val="dk2"/>
                </a:solidFill>
                <a:latin typeface="Arial"/>
                <a:ea typeface="Arial"/>
                <a:cs typeface="Arial"/>
                <a:sym typeface="Arial"/>
              </a:defRPr>
            </a:lvl7pPr>
            <a:lvl8pPr indent="0" lvl="7" marL="0" algn="r">
              <a:buClr>
                <a:schemeClr val="dk2"/>
              </a:buClr>
              <a:buSzPts val="1333"/>
              <a:buFont typeface="Arial"/>
              <a:buNone/>
              <a:defRPr sz="1333">
                <a:solidFill>
                  <a:schemeClr val="dk2"/>
                </a:solidFill>
                <a:latin typeface="Arial"/>
                <a:ea typeface="Arial"/>
                <a:cs typeface="Arial"/>
                <a:sym typeface="Arial"/>
              </a:defRPr>
            </a:lvl8pPr>
            <a:lvl9pPr indent="0" lvl="8" marL="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55"/>
          <p:cNvSpPr txBox="1"/>
          <p:nvPr>
            <p:ph type="title"/>
          </p:nvPr>
        </p:nvSpPr>
        <p:spPr>
          <a:xfrm>
            <a:off x="415600" y="593367"/>
            <a:ext cx="11360800" cy="763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1" name="Google Shape;31;p55"/>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chemeClr val="dk2"/>
              </a:buClr>
              <a:buSzPts val="1333"/>
              <a:buFont typeface="Arial"/>
              <a:buNone/>
              <a:defRPr sz="1333">
                <a:solidFill>
                  <a:schemeClr val="dk2"/>
                </a:solidFill>
                <a:latin typeface="Arial"/>
                <a:ea typeface="Arial"/>
                <a:cs typeface="Arial"/>
                <a:sym typeface="Arial"/>
              </a:defRPr>
            </a:lvl1pPr>
            <a:lvl2pPr indent="0" lvl="1" marL="0" algn="r">
              <a:buClr>
                <a:schemeClr val="dk2"/>
              </a:buClr>
              <a:buSzPts val="1333"/>
              <a:buFont typeface="Arial"/>
              <a:buNone/>
              <a:defRPr sz="1333">
                <a:solidFill>
                  <a:schemeClr val="dk2"/>
                </a:solidFill>
                <a:latin typeface="Arial"/>
                <a:ea typeface="Arial"/>
                <a:cs typeface="Arial"/>
                <a:sym typeface="Arial"/>
              </a:defRPr>
            </a:lvl2pPr>
            <a:lvl3pPr indent="0" lvl="2" marL="0" algn="r">
              <a:buClr>
                <a:schemeClr val="dk2"/>
              </a:buClr>
              <a:buSzPts val="1333"/>
              <a:buFont typeface="Arial"/>
              <a:buNone/>
              <a:defRPr sz="1333">
                <a:solidFill>
                  <a:schemeClr val="dk2"/>
                </a:solidFill>
                <a:latin typeface="Arial"/>
                <a:ea typeface="Arial"/>
                <a:cs typeface="Arial"/>
                <a:sym typeface="Arial"/>
              </a:defRPr>
            </a:lvl3pPr>
            <a:lvl4pPr indent="0" lvl="3" marL="0" algn="r">
              <a:buClr>
                <a:schemeClr val="dk2"/>
              </a:buClr>
              <a:buSzPts val="1333"/>
              <a:buFont typeface="Arial"/>
              <a:buNone/>
              <a:defRPr sz="1333">
                <a:solidFill>
                  <a:schemeClr val="dk2"/>
                </a:solidFill>
                <a:latin typeface="Arial"/>
                <a:ea typeface="Arial"/>
                <a:cs typeface="Arial"/>
                <a:sym typeface="Arial"/>
              </a:defRPr>
            </a:lvl4pPr>
            <a:lvl5pPr indent="0" lvl="4" marL="0" algn="r">
              <a:buClr>
                <a:schemeClr val="dk2"/>
              </a:buClr>
              <a:buSzPts val="1333"/>
              <a:buFont typeface="Arial"/>
              <a:buNone/>
              <a:defRPr sz="1333">
                <a:solidFill>
                  <a:schemeClr val="dk2"/>
                </a:solidFill>
                <a:latin typeface="Arial"/>
                <a:ea typeface="Arial"/>
                <a:cs typeface="Arial"/>
                <a:sym typeface="Arial"/>
              </a:defRPr>
            </a:lvl5pPr>
            <a:lvl6pPr indent="0" lvl="5" marL="0" algn="r">
              <a:buClr>
                <a:schemeClr val="dk2"/>
              </a:buClr>
              <a:buSzPts val="1333"/>
              <a:buFont typeface="Arial"/>
              <a:buNone/>
              <a:defRPr sz="1333">
                <a:solidFill>
                  <a:schemeClr val="dk2"/>
                </a:solidFill>
                <a:latin typeface="Arial"/>
                <a:ea typeface="Arial"/>
                <a:cs typeface="Arial"/>
                <a:sym typeface="Arial"/>
              </a:defRPr>
            </a:lvl6pPr>
            <a:lvl7pPr indent="0" lvl="6" marL="0" algn="r">
              <a:buClr>
                <a:schemeClr val="dk2"/>
              </a:buClr>
              <a:buSzPts val="1333"/>
              <a:buFont typeface="Arial"/>
              <a:buNone/>
              <a:defRPr sz="1333">
                <a:solidFill>
                  <a:schemeClr val="dk2"/>
                </a:solidFill>
                <a:latin typeface="Arial"/>
                <a:ea typeface="Arial"/>
                <a:cs typeface="Arial"/>
                <a:sym typeface="Arial"/>
              </a:defRPr>
            </a:lvl7pPr>
            <a:lvl8pPr indent="0" lvl="7" marL="0" algn="r">
              <a:buClr>
                <a:schemeClr val="dk2"/>
              </a:buClr>
              <a:buSzPts val="1333"/>
              <a:buFont typeface="Arial"/>
              <a:buNone/>
              <a:defRPr sz="1333">
                <a:solidFill>
                  <a:schemeClr val="dk2"/>
                </a:solidFill>
                <a:latin typeface="Arial"/>
                <a:ea typeface="Arial"/>
                <a:cs typeface="Arial"/>
                <a:sym typeface="Arial"/>
              </a:defRPr>
            </a:lvl8pPr>
            <a:lvl9pPr indent="0" lvl="8" marL="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32" name="Shape 32"/>
        <p:cNvGrpSpPr/>
        <p:nvPr/>
      </p:nvGrpSpPr>
      <p:grpSpPr>
        <a:xfrm>
          <a:off x="0" y="0"/>
          <a:ext cx="0" cy="0"/>
          <a:chOff x="0" y="0"/>
          <a:chExt cx="0" cy="0"/>
        </a:xfrm>
      </p:grpSpPr>
      <p:sp>
        <p:nvSpPr>
          <p:cNvPr id="33" name="Google Shape;33;p56"/>
          <p:cNvSpPr txBox="1"/>
          <p:nvPr>
            <p:ph type="title"/>
          </p:nvPr>
        </p:nvSpPr>
        <p:spPr>
          <a:xfrm>
            <a:off x="415600" y="740800"/>
            <a:ext cx="3744000" cy="10076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3200"/>
            </a:lvl1pPr>
            <a:lvl2pPr lvl="1" algn="l">
              <a:lnSpc>
                <a:spcPct val="100000"/>
              </a:lnSpc>
              <a:spcBef>
                <a:spcPts val="0"/>
              </a:spcBef>
              <a:spcAft>
                <a:spcPts val="0"/>
              </a:spcAft>
              <a:buSzPts val="2400"/>
              <a:buNone/>
              <a:defRPr sz="3200"/>
            </a:lvl2pPr>
            <a:lvl3pPr lvl="2" algn="l">
              <a:lnSpc>
                <a:spcPct val="100000"/>
              </a:lnSpc>
              <a:spcBef>
                <a:spcPts val="0"/>
              </a:spcBef>
              <a:spcAft>
                <a:spcPts val="0"/>
              </a:spcAft>
              <a:buSzPts val="2400"/>
              <a:buNone/>
              <a:defRPr sz="3200"/>
            </a:lvl3pPr>
            <a:lvl4pPr lvl="3" algn="l">
              <a:lnSpc>
                <a:spcPct val="100000"/>
              </a:lnSpc>
              <a:spcBef>
                <a:spcPts val="0"/>
              </a:spcBef>
              <a:spcAft>
                <a:spcPts val="0"/>
              </a:spcAft>
              <a:buSzPts val="2400"/>
              <a:buNone/>
              <a:defRPr sz="3200"/>
            </a:lvl4pPr>
            <a:lvl5pPr lvl="4" algn="l">
              <a:lnSpc>
                <a:spcPct val="100000"/>
              </a:lnSpc>
              <a:spcBef>
                <a:spcPts val="0"/>
              </a:spcBef>
              <a:spcAft>
                <a:spcPts val="0"/>
              </a:spcAft>
              <a:buSzPts val="2400"/>
              <a:buNone/>
              <a:defRPr sz="3200"/>
            </a:lvl5pPr>
            <a:lvl6pPr lvl="5" algn="l">
              <a:lnSpc>
                <a:spcPct val="100000"/>
              </a:lnSpc>
              <a:spcBef>
                <a:spcPts val="0"/>
              </a:spcBef>
              <a:spcAft>
                <a:spcPts val="0"/>
              </a:spcAft>
              <a:buSzPts val="2400"/>
              <a:buNone/>
              <a:defRPr sz="3200"/>
            </a:lvl6pPr>
            <a:lvl7pPr lvl="6" algn="l">
              <a:lnSpc>
                <a:spcPct val="100000"/>
              </a:lnSpc>
              <a:spcBef>
                <a:spcPts val="0"/>
              </a:spcBef>
              <a:spcAft>
                <a:spcPts val="0"/>
              </a:spcAft>
              <a:buSzPts val="2400"/>
              <a:buNone/>
              <a:defRPr sz="3200"/>
            </a:lvl7pPr>
            <a:lvl8pPr lvl="7" algn="l">
              <a:lnSpc>
                <a:spcPct val="100000"/>
              </a:lnSpc>
              <a:spcBef>
                <a:spcPts val="0"/>
              </a:spcBef>
              <a:spcAft>
                <a:spcPts val="0"/>
              </a:spcAft>
              <a:buSzPts val="2400"/>
              <a:buNone/>
              <a:defRPr sz="3200"/>
            </a:lvl8pPr>
            <a:lvl9pPr lvl="8" algn="l">
              <a:lnSpc>
                <a:spcPct val="100000"/>
              </a:lnSpc>
              <a:spcBef>
                <a:spcPts val="0"/>
              </a:spcBef>
              <a:spcAft>
                <a:spcPts val="0"/>
              </a:spcAft>
              <a:buSzPts val="2400"/>
              <a:buNone/>
              <a:defRPr sz="3200"/>
            </a:lvl9pPr>
          </a:lstStyle>
          <a:p/>
        </p:txBody>
      </p:sp>
      <p:sp>
        <p:nvSpPr>
          <p:cNvPr id="34" name="Google Shape;34;p56"/>
          <p:cNvSpPr txBox="1"/>
          <p:nvPr>
            <p:ph idx="1" type="body"/>
          </p:nvPr>
        </p:nvSpPr>
        <p:spPr>
          <a:xfrm>
            <a:off x="415600" y="1852800"/>
            <a:ext cx="3744000" cy="42392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600"/>
            </a:lvl1pPr>
            <a:lvl2pPr indent="-304800" lvl="1" marL="914400" algn="l">
              <a:lnSpc>
                <a:spcPct val="115000"/>
              </a:lnSpc>
              <a:spcBef>
                <a:spcPts val="0"/>
              </a:spcBef>
              <a:spcAft>
                <a:spcPts val="0"/>
              </a:spcAft>
              <a:buSzPts val="1200"/>
              <a:buChar char="○"/>
              <a:defRPr sz="1600"/>
            </a:lvl2pPr>
            <a:lvl3pPr indent="-304800" lvl="2" marL="1371600" algn="l">
              <a:lnSpc>
                <a:spcPct val="115000"/>
              </a:lnSpc>
              <a:spcBef>
                <a:spcPts val="0"/>
              </a:spcBef>
              <a:spcAft>
                <a:spcPts val="0"/>
              </a:spcAft>
              <a:buSzPts val="1200"/>
              <a:buChar char="■"/>
              <a:defRPr sz="1600"/>
            </a:lvl3pPr>
            <a:lvl4pPr indent="-304800" lvl="3" marL="1828800" algn="l">
              <a:lnSpc>
                <a:spcPct val="115000"/>
              </a:lnSpc>
              <a:spcBef>
                <a:spcPts val="0"/>
              </a:spcBef>
              <a:spcAft>
                <a:spcPts val="0"/>
              </a:spcAft>
              <a:buSzPts val="1200"/>
              <a:buChar char="●"/>
              <a:defRPr sz="1600"/>
            </a:lvl4pPr>
            <a:lvl5pPr indent="-304800" lvl="4" marL="2286000" algn="l">
              <a:lnSpc>
                <a:spcPct val="115000"/>
              </a:lnSpc>
              <a:spcBef>
                <a:spcPts val="0"/>
              </a:spcBef>
              <a:spcAft>
                <a:spcPts val="0"/>
              </a:spcAft>
              <a:buSzPts val="1200"/>
              <a:buChar char="○"/>
              <a:defRPr sz="1600"/>
            </a:lvl5pPr>
            <a:lvl6pPr indent="-304800" lvl="5" marL="2743200" algn="l">
              <a:lnSpc>
                <a:spcPct val="115000"/>
              </a:lnSpc>
              <a:spcBef>
                <a:spcPts val="0"/>
              </a:spcBef>
              <a:spcAft>
                <a:spcPts val="0"/>
              </a:spcAft>
              <a:buSzPts val="1200"/>
              <a:buChar char="■"/>
              <a:defRPr sz="1600"/>
            </a:lvl6pPr>
            <a:lvl7pPr indent="-304800" lvl="6" marL="3200400" algn="l">
              <a:lnSpc>
                <a:spcPct val="115000"/>
              </a:lnSpc>
              <a:spcBef>
                <a:spcPts val="0"/>
              </a:spcBef>
              <a:spcAft>
                <a:spcPts val="0"/>
              </a:spcAft>
              <a:buSzPts val="1200"/>
              <a:buChar char="●"/>
              <a:defRPr sz="1600"/>
            </a:lvl7pPr>
            <a:lvl8pPr indent="-304800" lvl="7" marL="3657600" algn="l">
              <a:lnSpc>
                <a:spcPct val="115000"/>
              </a:lnSpc>
              <a:spcBef>
                <a:spcPts val="0"/>
              </a:spcBef>
              <a:spcAft>
                <a:spcPts val="0"/>
              </a:spcAft>
              <a:buSzPts val="1200"/>
              <a:buChar char="○"/>
              <a:defRPr sz="1600"/>
            </a:lvl8pPr>
            <a:lvl9pPr indent="-304800" lvl="8" marL="4114800" algn="l">
              <a:lnSpc>
                <a:spcPct val="115000"/>
              </a:lnSpc>
              <a:spcBef>
                <a:spcPts val="0"/>
              </a:spcBef>
              <a:spcAft>
                <a:spcPts val="0"/>
              </a:spcAft>
              <a:buSzPts val="1200"/>
              <a:buChar char="■"/>
              <a:defRPr sz="1600"/>
            </a:lvl9pPr>
          </a:lstStyle>
          <a:p/>
        </p:txBody>
      </p:sp>
      <p:sp>
        <p:nvSpPr>
          <p:cNvPr id="35" name="Google Shape;35;p56"/>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chemeClr val="dk2"/>
              </a:buClr>
              <a:buSzPts val="1333"/>
              <a:buFont typeface="Arial"/>
              <a:buNone/>
              <a:defRPr sz="1333">
                <a:solidFill>
                  <a:schemeClr val="dk2"/>
                </a:solidFill>
                <a:latin typeface="Arial"/>
                <a:ea typeface="Arial"/>
                <a:cs typeface="Arial"/>
                <a:sym typeface="Arial"/>
              </a:defRPr>
            </a:lvl1pPr>
            <a:lvl2pPr indent="0" lvl="1" marL="0" algn="r">
              <a:buClr>
                <a:schemeClr val="dk2"/>
              </a:buClr>
              <a:buSzPts val="1333"/>
              <a:buFont typeface="Arial"/>
              <a:buNone/>
              <a:defRPr sz="1333">
                <a:solidFill>
                  <a:schemeClr val="dk2"/>
                </a:solidFill>
                <a:latin typeface="Arial"/>
                <a:ea typeface="Arial"/>
                <a:cs typeface="Arial"/>
                <a:sym typeface="Arial"/>
              </a:defRPr>
            </a:lvl2pPr>
            <a:lvl3pPr indent="0" lvl="2" marL="0" algn="r">
              <a:buClr>
                <a:schemeClr val="dk2"/>
              </a:buClr>
              <a:buSzPts val="1333"/>
              <a:buFont typeface="Arial"/>
              <a:buNone/>
              <a:defRPr sz="1333">
                <a:solidFill>
                  <a:schemeClr val="dk2"/>
                </a:solidFill>
                <a:latin typeface="Arial"/>
                <a:ea typeface="Arial"/>
                <a:cs typeface="Arial"/>
                <a:sym typeface="Arial"/>
              </a:defRPr>
            </a:lvl3pPr>
            <a:lvl4pPr indent="0" lvl="3" marL="0" algn="r">
              <a:buClr>
                <a:schemeClr val="dk2"/>
              </a:buClr>
              <a:buSzPts val="1333"/>
              <a:buFont typeface="Arial"/>
              <a:buNone/>
              <a:defRPr sz="1333">
                <a:solidFill>
                  <a:schemeClr val="dk2"/>
                </a:solidFill>
                <a:latin typeface="Arial"/>
                <a:ea typeface="Arial"/>
                <a:cs typeface="Arial"/>
                <a:sym typeface="Arial"/>
              </a:defRPr>
            </a:lvl4pPr>
            <a:lvl5pPr indent="0" lvl="4" marL="0" algn="r">
              <a:buClr>
                <a:schemeClr val="dk2"/>
              </a:buClr>
              <a:buSzPts val="1333"/>
              <a:buFont typeface="Arial"/>
              <a:buNone/>
              <a:defRPr sz="1333">
                <a:solidFill>
                  <a:schemeClr val="dk2"/>
                </a:solidFill>
                <a:latin typeface="Arial"/>
                <a:ea typeface="Arial"/>
                <a:cs typeface="Arial"/>
                <a:sym typeface="Arial"/>
              </a:defRPr>
            </a:lvl5pPr>
            <a:lvl6pPr indent="0" lvl="5" marL="0" algn="r">
              <a:buClr>
                <a:schemeClr val="dk2"/>
              </a:buClr>
              <a:buSzPts val="1333"/>
              <a:buFont typeface="Arial"/>
              <a:buNone/>
              <a:defRPr sz="1333">
                <a:solidFill>
                  <a:schemeClr val="dk2"/>
                </a:solidFill>
                <a:latin typeface="Arial"/>
                <a:ea typeface="Arial"/>
                <a:cs typeface="Arial"/>
                <a:sym typeface="Arial"/>
              </a:defRPr>
            </a:lvl6pPr>
            <a:lvl7pPr indent="0" lvl="6" marL="0" algn="r">
              <a:buClr>
                <a:schemeClr val="dk2"/>
              </a:buClr>
              <a:buSzPts val="1333"/>
              <a:buFont typeface="Arial"/>
              <a:buNone/>
              <a:defRPr sz="1333">
                <a:solidFill>
                  <a:schemeClr val="dk2"/>
                </a:solidFill>
                <a:latin typeface="Arial"/>
                <a:ea typeface="Arial"/>
                <a:cs typeface="Arial"/>
                <a:sym typeface="Arial"/>
              </a:defRPr>
            </a:lvl7pPr>
            <a:lvl8pPr indent="0" lvl="7" marL="0" algn="r">
              <a:buClr>
                <a:schemeClr val="dk2"/>
              </a:buClr>
              <a:buSzPts val="1333"/>
              <a:buFont typeface="Arial"/>
              <a:buNone/>
              <a:defRPr sz="1333">
                <a:solidFill>
                  <a:schemeClr val="dk2"/>
                </a:solidFill>
                <a:latin typeface="Arial"/>
                <a:ea typeface="Arial"/>
                <a:cs typeface="Arial"/>
                <a:sym typeface="Arial"/>
              </a:defRPr>
            </a:lvl8pPr>
            <a:lvl9pPr indent="0" lvl="8" marL="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36" name="Shape 36"/>
        <p:cNvGrpSpPr/>
        <p:nvPr/>
      </p:nvGrpSpPr>
      <p:grpSpPr>
        <a:xfrm>
          <a:off x="0" y="0"/>
          <a:ext cx="0" cy="0"/>
          <a:chOff x="0" y="0"/>
          <a:chExt cx="0" cy="0"/>
        </a:xfrm>
      </p:grpSpPr>
      <p:sp>
        <p:nvSpPr>
          <p:cNvPr id="37" name="Google Shape;37;p57"/>
          <p:cNvSpPr txBox="1"/>
          <p:nvPr>
            <p:ph type="title"/>
          </p:nvPr>
        </p:nvSpPr>
        <p:spPr>
          <a:xfrm>
            <a:off x="653667" y="600200"/>
            <a:ext cx="8490400" cy="54544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6400"/>
            </a:lvl1pPr>
            <a:lvl2pPr lvl="1" algn="l">
              <a:lnSpc>
                <a:spcPct val="100000"/>
              </a:lnSpc>
              <a:spcBef>
                <a:spcPts val="0"/>
              </a:spcBef>
              <a:spcAft>
                <a:spcPts val="0"/>
              </a:spcAft>
              <a:buSzPts val="4800"/>
              <a:buNone/>
              <a:defRPr sz="6400"/>
            </a:lvl2pPr>
            <a:lvl3pPr lvl="2" algn="l">
              <a:lnSpc>
                <a:spcPct val="100000"/>
              </a:lnSpc>
              <a:spcBef>
                <a:spcPts val="0"/>
              </a:spcBef>
              <a:spcAft>
                <a:spcPts val="0"/>
              </a:spcAft>
              <a:buSzPts val="4800"/>
              <a:buNone/>
              <a:defRPr sz="6400"/>
            </a:lvl3pPr>
            <a:lvl4pPr lvl="3" algn="l">
              <a:lnSpc>
                <a:spcPct val="100000"/>
              </a:lnSpc>
              <a:spcBef>
                <a:spcPts val="0"/>
              </a:spcBef>
              <a:spcAft>
                <a:spcPts val="0"/>
              </a:spcAft>
              <a:buSzPts val="4800"/>
              <a:buNone/>
              <a:defRPr sz="6400"/>
            </a:lvl4pPr>
            <a:lvl5pPr lvl="4" algn="l">
              <a:lnSpc>
                <a:spcPct val="100000"/>
              </a:lnSpc>
              <a:spcBef>
                <a:spcPts val="0"/>
              </a:spcBef>
              <a:spcAft>
                <a:spcPts val="0"/>
              </a:spcAft>
              <a:buSzPts val="4800"/>
              <a:buNone/>
              <a:defRPr sz="6400"/>
            </a:lvl5pPr>
            <a:lvl6pPr lvl="5" algn="l">
              <a:lnSpc>
                <a:spcPct val="100000"/>
              </a:lnSpc>
              <a:spcBef>
                <a:spcPts val="0"/>
              </a:spcBef>
              <a:spcAft>
                <a:spcPts val="0"/>
              </a:spcAft>
              <a:buSzPts val="4800"/>
              <a:buNone/>
              <a:defRPr sz="6400"/>
            </a:lvl6pPr>
            <a:lvl7pPr lvl="6" algn="l">
              <a:lnSpc>
                <a:spcPct val="100000"/>
              </a:lnSpc>
              <a:spcBef>
                <a:spcPts val="0"/>
              </a:spcBef>
              <a:spcAft>
                <a:spcPts val="0"/>
              </a:spcAft>
              <a:buSzPts val="4800"/>
              <a:buNone/>
              <a:defRPr sz="6400"/>
            </a:lvl7pPr>
            <a:lvl8pPr lvl="7" algn="l">
              <a:lnSpc>
                <a:spcPct val="100000"/>
              </a:lnSpc>
              <a:spcBef>
                <a:spcPts val="0"/>
              </a:spcBef>
              <a:spcAft>
                <a:spcPts val="0"/>
              </a:spcAft>
              <a:buSzPts val="4800"/>
              <a:buNone/>
              <a:defRPr sz="6400"/>
            </a:lvl8pPr>
            <a:lvl9pPr lvl="8" algn="l">
              <a:lnSpc>
                <a:spcPct val="100000"/>
              </a:lnSpc>
              <a:spcBef>
                <a:spcPts val="0"/>
              </a:spcBef>
              <a:spcAft>
                <a:spcPts val="0"/>
              </a:spcAft>
              <a:buSzPts val="4800"/>
              <a:buNone/>
              <a:defRPr sz="6400"/>
            </a:lvl9pPr>
          </a:lstStyle>
          <a:p/>
        </p:txBody>
      </p:sp>
      <p:sp>
        <p:nvSpPr>
          <p:cNvPr id="38" name="Google Shape;38;p57"/>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chemeClr val="dk2"/>
              </a:buClr>
              <a:buSzPts val="1333"/>
              <a:buFont typeface="Arial"/>
              <a:buNone/>
              <a:defRPr sz="1333">
                <a:solidFill>
                  <a:schemeClr val="dk2"/>
                </a:solidFill>
                <a:latin typeface="Arial"/>
                <a:ea typeface="Arial"/>
                <a:cs typeface="Arial"/>
                <a:sym typeface="Arial"/>
              </a:defRPr>
            </a:lvl1pPr>
            <a:lvl2pPr indent="0" lvl="1" marL="0" algn="r">
              <a:buClr>
                <a:schemeClr val="dk2"/>
              </a:buClr>
              <a:buSzPts val="1333"/>
              <a:buFont typeface="Arial"/>
              <a:buNone/>
              <a:defRPr sz="1333">
                <a:solidFill>
                  <a:schemeClr val="dk2"/>
                </a:solidFill>
                <a:latin typeface="Arial"/>
                <a:ea typeface="Arial"/>
                <a:cs typeface="Arial"/>
                <a:sym typeface="Arial"/>
              </a:defRPr>
            </a:lvl2pPr>
            <a:lvl3pPr indent="0" lvl="2" marL="0" algn="r">
              <a:buClr>
                <a:schemeClr val="dk2"/>
              </a:buClr>
              <a:buSzPts val="1333"/>
              <a:buFont typeface="Arial"/>
              <a:buNone/>
              <a:defRPr sz="1333">
                <a:solidFill>
                  <a:schemeClr val="dk2"/>
                </a:solidFill>
                <a:latin typeface="Arial"/>
                <a:ea typeface="Arial"/>
                <a:cs typeface="Arial"/>
                <a:sym typeface="Arial"/>
              </a:defRPr>
            </a:lvl3pPr>
            <a:lvl4pPr indent="0" lvl="3" marL="0" algn="r">
              <a:buClr>
                <a:schemeClr val="dk2"/>
              </a:buClr>
              <a:buSzPts val="1333"/>
              <a:buFont typeface="Arial"/>
              <a:buNone/>
              <a:defRPr sz="1333">
                <a:solidFill>
                  <a:schemeClr val="dk2"/>
                </a:solidFill>
                <a:latin typeface="Arial"/>
                <a:ea typeface="Arial"/>
                <a:cs typeface="Arial"/>
                <a:sym typeface="Arial"/>
              </a:defRPr>
            </a:lvl4pPr>
            <a:lvl5pPr indent="0" lvl="4" marL="0" algn="r">
              <a:buClr>
                <a:schemeClr val="dk2"/>
              </a:buClr>
              <a:buSzPts val="1333"/>
              <a:buFont typeface="Arial"/>
              <a:buNone/>
              <a:defRPr sz="1333">
                <a:solidFill>
                  <a:schemeClr val="dk2"/>
                </a:solidFill>
                <a:latin typeface="Arial"/>
                <a:ea typeface="Arial"/>
                <a:cs typeface="Arial"/>
                <a:sym typeface="Arial"/>
              </a:defRPr>
            </a:lvl5pPr>
            <a:lvl6pPr indent="0" lvl="5" marL="0" algn="r">
              <a:buClr>
                <a:schemeClr val="dk2"/>
              </a:buClr>
              <a:buSzPts val="1333"/>
              <a:buFont typeface="Arial"/>
              <a:buNone/>
              <a:defRPr sz="1333">
                <a:solidFill>
                  <a:schemeClr val="dk2"/>
                </a:solidFill>
                <a:latin typeface="Arial"/>
                <a:ea typeface="Arial"/>
                <a:cs typeface="Arial"/>
                <a:sym typeface="Arial"/>
              </a:defRPr>
            </a:lvl6pPr>
            <a:lvl7pPr indent="0" lvl="6" marL="0" algn="r">
              <a:buClr>
                <a:schemeClr val="dk2"/>
              </a:buClr>
              <a:buSzPts val="1333"/>
              <a:buFont typeface="Arial"/>
              <a:buNone/>
              <a:defRPr sz="1333">
                <a:solidFill>
                  <a:schemeClr val="dk2"/>
                </a:solidFill>
                <a:latin typeface="Arial"/>
                <a:ea typeface="Arial"/>
                <a:cs typeface="Arial"/>
                <a:sym typeface="Arial"/>
              </a:defRPr>
            </a:lvl7pPr>
            <a:lvl8pPr indent="0" lvl="7" marL="0" algn="r">
              <a:buClr>
                <a:schemeClr val="dk2"/>
              </a:buClr>
              <a:buSzPts val="1333"/>
              <a:buFont typeface="Arial"/>
              <a:buNone/>
              <a:defRPr sz="1333">
                <a:solidFill>
                  <a:schemeClr val="dk2"/>
                </a:solidFill>
                <a:latin typeface="Arial"/>
                <a:ea typeface="Arial"/>
                <a:cs typeface="Arial"/>
                <a:sym typeface="Arial"/>
              </a:defRPr>
            </a:lvl8pPr>
            <a:lvl9pPr indent="0" lvl="8" marL="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39" name="Shape 39"/>
        <p:cNvGrpSpPr/>
        <p:nvPr/>
      </p:nvGrpSpPr>
      <p:grpSpPr>
        <a:xfrm>
          <a:off x="0" y="0"/>
          <a:ext cx="0" cy="0"/>
          <a:chOff x="0" y="0"/>
          <a:chExt cx="0" cy="0"/>
        </a:xfrm>
      </p:grpSpPr>
      <p:sp>
        <p:nvSpPr>
          <p:cNvPr id="40" name="Google Shape;40;p58"/>
          <p:cNvSpPr/>
          <p:nvPr/>
        </p:nvSpPr>
        <p:spPr>
          <a:xfrm>
            <a:off x="6096000" y="-167"/>
            <a:ext cx="6096000" cy="6858000"/>
          </a:xfrm>
          <a:prstGeom prst="rect">
            <a:avLst/>
          </a:prstGeom>
          <a:solidFill>
            <a:schemeClr val="lt2"/>
          </a:solidFill>
          <a:ln>
            <a:noFill/>
          </a:ln>
        </p:spPr>
        <p:txBody>
          <a:bodyPr anchorCtr="0" anchor="ctr" bIns="121900" lIns="121900" spcFirstLastPara="1" rIns="121900" wrap="square" tIns="121900">
            <a:noAutofit/>
          </a:bodyPr>
          <a:lstStyle/>
          <a:p>
            <a:pPr indent="0" lvl="0" marL="0" marR="0" rtl="0" algn="l">
              <a:spcBef>
                <a:spcPts val="0"/>
              </a:spcBef>
              <a:spcAft>
                <a:spcPts val="0"/>
              </a:spcAft>
              <a:buClr>
                <a:schemeClr val="dk1"/>
              </a:buClr>
              <a:buSzPts val="2400"/>
              <a:buFont typeface="Arial"/>
              <a:buNone/>
            </a:pPr>
            <a:r>
              <a:t/>
            </a:r>
            <a:endParaRPr sz="2400">
              <a:solidFill>
                <a:schemeClr val="dk1"/>
              </a:solidFill>
              <a:latin typeface="Arial"/>
              <a:ea typeface="Arial"/>
              <a:cs typeface="Arial"/>
              <a:sym typeface="Arial"/>
            </a:endParaRPr>
          </a:p>
        </p:txBody>
      </p:sp>
      <p:sp>
        <p:nvSpPr>
          <p:cNvPr id="41" name="Google Shape;41;p58"/>
          <p:cNvSpPr txBox="1"/>
          <p:nvPr>
            <p:ph type="title"/>
          </p:nvPr>
        </p:nvSpPr>
        <p:spPr>
          <a:xfrm>
            <a:off x="354000" y="1644233"/>
            <a:ext cx="5393600" cy="19764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5600"/>
            </a:lvl1pPr>
            <a:lvl2pPr lvl="1" algn="ctr">
              <a:lnSpc>
                <a:spcPct val="100000"/>
              </a:lnSpc>
              <a:spcBef>
                <a:spcPts val="0"/>
              </a:spcBef>
              <a:spcAft>
                <a:spcPts val="0"/>
              </a:spcAft>
              <a:buSzPts val="4200"/>
              <a:buNone/>
              <a:defRPr sz="5600"/>
            </a:lvl2pPr>
            <a:lvl3pPr lvl="2" algn="ctr">
              <a:lnSpc>
                <a:spcPct val="100000"/>
              </a:lnSpc>
              <a:spcBef>
                <a:spcPts val="0"/>
              </a:spcBef>
              <a:spcAft>
                <a:spcPts val="0"/>
              </a:spcAft>
              <a:buSzPts val="4200"/>
              <a:buNone/>
              <a:defRPr sz="5600"/>
            </a:lvl3pPr>
            <a:lvl4pPr lvl="3" algn="ctr">
              <a:lnSpc>
                <a:spcPct val="100000"/>
              </a:lnSpc>
              <a:spcBef>
                <a:spcPts val="0"/>
              </a:spcBef>
              <a:spcAft>
                <a:spcPts val="0"/>
              </a:spcAft>
              <a:buSzPts val="4200"/>
              <a:buNone/>
              <a:defRPr sz="5600"/>
            </a:lvl4pPr>
            <a:lvl5pPr lvl="4" algn="ctr">
              <a:lnSpc>
                <a:spcPct val="100000"/>
              </a:lnSpc>
              <a:spcBef>
                <a:spcPts val="0"/>
              </a:spcBef>
              <a:spcAft>
                <a:spcPts val="0"/>
              </a:spcAft>
              <a:buSzPts val="4200"/>
              <a:buNone/>
              <a:defRPr sz="5600"/>
            </a:lvl5pPr>
            <a:lvl6pPr lvl="5" algn="ctr">
              <a:lnSpc>
                <a:spcPct val="100000"/>
              </a:lnSpc>
              <a:spcBef>
                <a:spcPts val="0"/>
              </a:spcBef>
              <a:spcAft>
                <a:spcPts val="0"/>
              </a:spcAft>
              <a:buSzPts val="4200"/>
              <a:buNone/>
              <a:defRPr sz="5600"/>
            </a:lvl6pPr>
            <a:lvl7pPr lvl="6" algn="ctr">
              <a:lnSpc>
                <a:spcPct val="100000"/>
              </a:lnSpc>
              <a:spcBef>
                <a:spcPts val="0"/>
              </a:spcBef>
              <a:spcAft>
                <a:spcPts val="0"/>
              </a:spcAft>
              <a:buSzPts val="4200"/>
              <a:buNone/>
              <a:defRPr sz="5600"/>
            </a:lvl7pPr>
            <a:lvl8pPr lvl="7" algn="ctr">
              <a:lnSpc>
                <a:spcPct val="100000"/>
              </a:lnSpc>
              <a:spcBef>
                <a:spcPts val="0"/>
              </a:spcBef>
              <a:spcAft>
                <a:spcPts val="0"/>
              </a:spcAft>
              <a:buSzPts val="4200"/>
              <a:buNone/>
              <a:defRPr sz="5600"/>
            </a:lvl8pPr>
            <a:lvl9pPr lvl="8" algn="ctr">
              <a:lnSpc>
                <a:spcPct val="100000"/>
              </a:lnSpc>
              <a:spcBef>
                <a:spcPts val="0"/>
              </a:spcBef>
              <a:spcAft>
                <a:spcPts val="0"/>
              </a:spcAft>
              <a:buSzPts val="4200"/>
              <a:buNone/>
              <a:defRPr sz="5600"/>
            </a:lvl9pPr>
          </a:lstStyle>
          <a:p/>
        </p:txBody>
      </p:sp>
      <p:sp>
        <p:nvSpPr>
          <p:cNvPr id="42" name="Google Shape;42;p58"/>
          <p:cNvSpPr txBox="1"/>
          <p:nvPr>
            <p:ph idx="1" type="subTitle"/>
          </p:nvPr>
        </p:nvSpPr>
        <p:spPr>
          <a:xfrm>
            <a:off x="354000" y="3737433"/>
            <a:ext cx="5393600" cy="16468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800"/>
            </a:lvl1pPr>
            <a:lvl2pPr lvl="1" algn="ctr">
              <a:lnSpc>
                <a:spcPct val="100000"/>
              </a:lnSpc>
              <a:spcBef>
                <a:spcPts val="0"/>
              </a:spcBef>
              <a:spcAft>
                <a:spcPts val="0"/>
              </a:spcAft>
              <a:buSzPts val="2100"/>
              <a:buNone/>
              <a:defRPr sz="2800"/>
            </a:lvl2pPr>
            <a:lvl3pPr lvl="2" algn="ctr">
              <a:lnSpc>
                <a:spcPct val="100000"/>
              </a:lnSpc>
              <a:spcBef>
                <a:spcPts val="0"/>
              </a:spcBef>
              <a:spcAft>
                <a:spcPts val="0"/>
              </a:spcAft>
              <a:buSzPts val="2100"/>
              <a:buNone/>
              <a:defRPr sz="2800"/>
            </a:lvl3pPr>
            <a:lvl4pPr lvl="3" algn="ctr">
              <a:lnSpc>
                <a:spcPct val="100000"/>
              </a:lnSpc>
              <a:spcBef>
                <a:spcPts val="0"/>
              </a:spcBef>
              <a:spcAft>
                <a:spcPts val="0"/>
              </a:spcAft>
              <a:buSzPts val="2100"/>
              <a:buNone/>
              <a:defRPr sz="2800"/>
            </a:lvl4pPr>
            <a:lvl5pPr lvl="4" algn="ctr">
              <a:lnSpc>
                <a:spcPct val="100000"/>
              </a:lnSpc>
              <a:spcBef>
                <a:spcPts val="0"/>
              </a:spcBef>
              <a:spcAft>
                <a:spcPts val="0"/>
              </a:spcAft>
              <a:buSzPts val="2100"/>
              <a:buNone/>
              <a:defRPr sz="2800"/>
            </a:lvl5pPr>
            <a:lvl6pPr lvl="5" algn="ctr">
              <a:lnSpc>
                <a:spcPct val="100000"/>
              </a:lnSpc>
              <a:spcBef>
                <a:spcPts val="0"/>
              </a:spcBef>
              <a:spcAft>
                <a:spcPts val="0"/>
              </a:spcAft>
              <a:buSzPts val="2100"/>
              <a:buNone/>
              <a:defRPr sz="2800"/>
            </a:lvl6pPr>
            <a:lvl7pPr lvl="6" algn="ctr">
              <a:lnSpc>
                <a:spcPct val="100000"/>
              </a:lnSpc>
              <a:spcBef>
                <a:spcPts val="0"/>
              </a:spcBef>
              <a:spcAft>
                <a:spcPts val="0"/>
              </a:spcAft>
              <a:buSzPts val="2100"/>
              <a:buNone/>
              <a:defRPr sz="2800"/>
            </a:lvl7pPr>
            <a:lvl8pPr lvl="7" algn="ctr">
              <a:lnSpc>
                <a:spcPct val="100000"/>
              </a:lnSpc>
              <a:spcBef>
                <a:spcPts val="0"/>
              </a:spcBef>
              <a:spcAft>
                <a:spcPts val="0"/>
              </a:spcAft>
              <a:buSzPts val="2100"/>
              <a:buNone/>
              <a:defRPr sz="2800"/>
            </a:lvl8pPr>
            <a:lvl9pPr lvl="8" algn="ctr">
              <a:lnSpc>
                <a:spcPct val="100000"/>
              </a:lnSpc>
              <a:spcBef>
                <a:spcPts val="0"/>
              </a:spcBef>
              <a:spcAft>
                <a:spcPts val="0"/>
              </a:spcAft>
              <a:buSzPts val="2100"/>
              <a:buNone/>
              <a:defRPr sz="2800"/>
            </a:lvl9pPr>
          </a:lstStyle>
          <a:p/>
        </p:txBody>
      </p:sp>
      <p:sp>
        <p:nvSpPr>
          <p:cNvPr id="43" name="Google Shape;43;p58"/>
          <p:cNvSpPr txBox="1"/>
          <p:nvPr>
            <p:ph idx="2" type="body"/>
          </p:nvPr>
        </p:nvSpPr>
        <p:spPr>
          <a:xfrm>
            <a:off x="6586000" y="965433"/>
            <a:ext cx="5116000" cy="49268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4" name="Google Shape;44;p58"/>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chemeClr val="dk2"/>
              </a:buClr>
              <a:buSzPts val="1333"/>
              <a:buFont typeface="Arial"/>
              <a:buNone/>
              <a:defRPr sz="1333">
                <a:solidFill>
                  <a:schemeClr val="dk2"/>
                </a:solidFill>
                <a:latin typeface="Arial"/>
                <a:ea typeface="Arial"/>
                <a:cs typeface="Arial"/>
                <a:sym typeface="Arial"/>
              </a:defRPr>
            </a:lvl1pPr>
            <a:lvl2pPr indent="0" lvl="1" marL="0" algn="r">
              <a:buClr>
                <a:schemeClr val="dk2"/>
              </a:buClr>
              <a:buSzPts val="1333"/>
              <a:buFont typeface="Arial"/>
              <a:buNone/>
              <a:defRPr sz="1333">
                <a:solidFill>
                  <a:schemeClr val="dk2"/>
                </a:solidFill>
                <a:latin typeface="Arial"/>
                <a:ea typeface="Arial"/>
                <a:cs typeface="Arial"/>
                <a:sym typeface="Arial"/>
              </a:defRPr>
            </a:lvl2pPr>
            <a:lvl3pPr indent="0" lvl="2" marL="0" algn="r">
              <a:buClr>
                <a:schemeClr val="dk2"/>
              </a:buClr>
              <a:buSzPts val="1333"/>
              <a:buFont typeface="Arial"/>
              <a:buNone/>
              <a:defRPr sz="1333">
                <a:solidFill>
                  <a:schemeClr val="dk2"/>
                </a:solidFill>
                <a:latin typeface="Arial"/>
                <a:ea typeface="Arial"/>
                <a:cs typeface="Arial"/>
                <a:sym typeface="Arial"/>
              </a:defRPr>
            </a:lvl3pPr>
            <a:lvl4pPr indent="0" lvl="3" marL="0" algn="r">
              <a:buClr>
                <a:schemeClr val="dk2"/>
              </a:buClr>
              <a:buSzPts val="1333"/>
              <a:buFont typeface="Arial"/>
              <a:buNone/>
              <a:defRPr sz="1333">
                <a:solidFill>
                  <a:schemeClr val="dk2"/>
                </a:solidFill>
                <a:latin typeface="Arial"/>
                <a:ea typeface="Arial"/>
                <a:cs typeface="Arial"/>
                <a:sym typeface="Arial"/>
              </a:defRPr>
            </a:lvl4pPr>
            <a:lvl5pPr indent="0" lvl="4" marL="0" algn="r">
              <a:buClr>
                <a:schemeClr val="dk2"/>
              </a:buClr>
              <a:buSzPts val="1333"/>
              <a:buFont typeface="Arial"/>
              <a:buNone/>
              <a:defRPr sz="1333">
                <a:solidFill>
                  <a:schemeClr val="dk2"/>
                </a:solidFill>
                <a:latin typeface="Arial"/>
                <a:ea typeface="Arial"/>
                <a:cs typeface="Arial"/>
                <a:sym typeface="Arial"/>
              </a:defRPr>
            </a:lvl5pPr>
            <a:lvl6pPr indent="0" lvl="5" marL="0" algn="r">
              <a:buClr>
                <a:schemeClr val="dk2"/>
              </a:buClr>
              <a:buSzPts val="1333"/>
              <a:buFont typeface="Arial"/>
              <a:buNone/>
              <a:defRPr sz="1333">
                <a:solidFill>
                  <a:schemeClr val="dk2"/>
                </a:solidFill>
                <a:latin typeface="Arial"/>
                <a:ea typeface="Arial"/>
                <a:cs typeface="Arial"/>
                <a:sym typeface="Arial"/>
              </a:defRPr>
            </a:lvl6pPr>
            <a:lvl7pPr indent="0" lvl="6" marL="0" algn="r">
              <a:buClr>
                <a:schemeClr val="dk2"/>
              </a:buClr>
              <a:buSzPts val="1333"/>
              <a:buFont typeface="Arial"/>
              <a:buNone/>
              <a:defRPr sz="1333">
                <a:solidFill>
                  <a:schemeClr val="dk2"/>
                </a:solidFill>
                <a:latin typeface="Arial"/>
                <a:ea typeface="Arial"/>
                <a:cs typeface="Arial"/>
                <a:sym typeface="Arial"/>
              </a:defRPr>
            </a:lvl7pPr>
            <a:lvl8pPr indent="0" lvl="7" marL="0" algn="r">
              <a:buClr>
                <a:schemeClr val="dk2"/>
              </a:buClr>
              <a:buSzPts val="1333"/>
              <a:buFont typeface="Arial"/>
              <a:buNone/>
              <a:defRPr sz="1333">
                <a:solidFill>
                  <a:schemeClr val="dk2"/>
                </a:solidFill>
                <a:latin typeface="Arial"/>
                <a:ea typeface="Arial"/>
                <a:cs typeface="Arial"/>
                <a:sym typeface="Arial"/>
              </a:defRPr>
            </a:lvl8pPr>
            <a:lvl9pPr indent="0" lvl="8" marL="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45" name="Shape 45"/>
        <p:cNvGrpSpPr/>
        <p:nvPr/>
      </p:nvGrpSpPr>
      <p:grpSpPr>
        <a:xfrm>
          <a:off x="0" y="0"/>
          <a:ext cx="0" cy="0"/>
          <a:chOff x="0" y="0"/>
          <a:chExt cx="0" cy="0"/>
        </a:xfrm>
      </p:grpSpPr>
      <p:sp>
        <p:nvSpPr>
          <p:cNvPr id="46" name="Google Shape;46;p59"/>
          <p:cNvSpPr txBox="1"/>
          <p:nvPr>
            <p:ph idx="1" type="body"/>
          </p:nvPr>
        </p:nvSpPr>
        <p:spPr>
          <a:xfrm>
            <a:off x="415600" y="5640767"/>
            <a:ext cx="7998400" cy="8068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7" name="Google Shape;47;p59"/>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chemeClr val="dk2"/>
              </a:buClr>
              <a:buSzPts val="1333"/>
              <a:buFont typeface="Arial"/>
              <a:buNone/>
              <a:defRPr sz="1333">
                <a:solidFill>
                  <a:schemeClr val="dk2"/>
                </a:solidFill>
                <a:latin typeface="Arial"/>
                <a:ea typeface="Arial"/>
                <a:cs typeface="Arial"/>
                <a:sym typeface="Arial"/>
              </a:defRPr>
            </a:lvl1pPr>
            <a:lvl2pPr indent="0" lvl="1" marL="0" algn="r">
              <a:buClr>
                <a:schemeClr val="dk2"/>
              </a:buClr>
              <a:buSzPts val="1333"/>
              <a:buFont typeface="Arial"/>
              <a:buNone/>
              <a:defRPr sz="1333">
                <a:solidFill>
                  <a:schemeClr val="dk2"/>
                </a:solidFill>
                <a:latin typeface="Arial"/>
                <a:ea typeface="Arial"/>
                <a:cs typeface="Arial"/>
                <a:sym typeface="Arial"/>
              </a:defRPr>
            </a:lvl2pPr>
            <a:lvl3pPr indent="0" lvl="2" marL="0" algn="r">
              <a:buClr>
                <a:schemeClr val="dk2"/>
              </a:buClr>
              <a:buSzPts val="1333"/>
              <a:buFont typeface="Arial"/>
              <a:buNone/>
              <a:defRPr sz="1333">
                <a:solidFill>
                  <a:schemeClr val="dk2"/>
                </a:solidFill>
                <a:latin typeface="Arial"/>
                <a:ea typeface="Arial"/>
                <a:cs typeface="Arial"/>
                <a:sym typeface="Arial"/>
              </a:defRPr>
            </a:lvl3pPr>
            <a:lvl4pPr indent="0" lvl="3" marL="0" algn="r">
              <a:buClr>
                <a:schemeClr val="dk2"/>
              </a:buClr>
              <a:buSzPts val="1333"/>
              <a:buFont typeface="Arial"/>
              <a:buNone/>
              <a:defRPr sz="1333">
                <a:solidFill>
                  <a:schemeClr val="dk2"/>
                </a:solidFill>
                <a:latin typeface="Arial"/>
                <a:ea typeface="Arial"/>
                <a:cs typeface="Arial"/>
                <a:sym typeface="Arial"/>
              </a:defRPr>
            </a:lvl4pPr>
            <a:lvl5pPr indent="0" lvl="4" marL="0" algn="r">
              <a:buClr>
                <a:schemeClr val="dk2"/>
              </a:buClr>
              <a:buSzPts val="1333"/>
              <a:buFont typeface="Arial"/>
              <a:buNone/>
              <a:defRPr sz="1333">
                <a:solidFill>
                  <a:schemeClr val="dk2"/>
                </a:solidFill>
                <a:latin typeface="Arial"/>
                <a:ea typeface="Arial"/>
                <a:cs typeface="Arial"/>
                <a:sym typeface="Arial"/>
              </a:defRPr>
            </a:lvl5pPr>
            <a:lvl6pPr indent="0" lvl="5" marL="0" algn="r">
              <a:buClr>
                <a:schemeClr val="dk2"/>
              </a:buClr>
              <a:buSzPts val="1333"/>
              <a:buFont typeface="Arial"/>
              <a:buNone/>
              <a:defRPr sz="1333">
                <a:solidFill>
                  <a:schemeClr val="dk2"/>
                </a:solidFill>
                <a:latin typeface="Arial"/>
                <a:ea typeface="Arial"/>
                <a:cs typeface="Arial"/>
                <a:sym typeface="Arial"/>
              </a:defRPr>
            </a:lvl6pPr>
            <a:lvl7pPr indent="0" lvl="6" marL="0" algn="r">
              <a:buClr>
                <a:schemeClr val="dk2"/>
              </a:buClr>
              <a:buSzPts val="1333"/>
              <a:buFont typeface="Arial"/>
              <a:buNone/>
              <a:defRPr sz="1333">
                <a:solidFill>
                  <a:schemeClr val="dk2"/>
                </a:solidFill>
                <a:latin typeface="Arial"/>
                <a:ea typeface="Arial"/>
                <a:cs typeface="Arial"/>
                <a:sym typeface="Arial"/>
              </a:defRPr>
            </a:lvl7pPr>
            <a:lvl8pPr indent="0" lvl="7" marL="0" algn="r">
              <a:buClr>
                <a:schemeClr val="dk2"/>
              </a:buClr>
              <a:buSzPts val="1333"/>
              <a:buFont typeface="Arial"/>
              <a:buNone/>
              <a:defRPr sz="1333">
                <a:solidFill>
                  <a:schemeClr val="dk2"/>
                </a:solidFill>
                <a:latin typeface="Arial"/>
                <a:ea typeface="Arial"/>
                <a:cs typeface="Arial"/>
                <a:sym typeface="Arial"/>
              </a:defRPr>
            </a:lvl8pPr>
            <a:lvl9pPr indent="0" lvl="8" marL="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48" name="Shape 48"/>
        <p:cNvGrpSpPr/>
        <p:nvPr/>
      </p:nvGrpSpPr>
      <p:grpSpPr>
        <a:xfrm>
          <a:off x="0" y="0"/>
          <a:ext cx="0" cy="0"/>
          <a:chOff x="0" y="0"/>
          <a:chExt cx="0" cy="0"/>
        </a:xfrm>
      </p:grpSpPr>
      <p:sp>
        <p:nvSpPr>
          <p:cNvPr id="49" name="Google Shape;49;p60"/>
          <p:cNvSpPr txBox="1"/>
          <p:nvPr>
            <p:ph type="title"/>
          </p:nvPr>
        </p:nvSpPr>
        <p:spPr>
          <a:xfrm>
            <a:off x="415600" y="1474833"/>
            <a:ext cx="11360800" cy="26180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6000"/>
            </a:lvl1pPr>
            <a:lvl2pPr lvl="1" algn="ctr">
              <a:lnSpc>
                <a:spcPct val="100000"/>
              </a:lnSpc>
              <a:spcBef>
                <a:spcPts val="0"/>
              </a:spcBef>
              <a:spcAft>
                <a:spcPts val="0"/>
              </a:spcAft>
              <a:buSzPts val="12000"/>
              <a:buNone/>
              <a:defRPr sz="16000"/>
            </a:lvl2pPr>
            <a:lvl3pPr lvl="2" algn="ctr">
              <a:lnSpc>
                <a:spcPct val="100000"/>
              </a:lnSpc>
              <a:spcBef>
                <a:spcPts val="0"/>
              </a:spcBef>
              <a:spcAft>
                <a:spcPts val="0"/>
              </a:spcAft>
              <a:buSzPts val="12000"/>
              <a:buNone/>
              <a:defRPr sz="16000"/>
            </a:lvl3pPr>
            <a:lvl4pPr lvl="3" algn="ctr">
              <a:lnSpc>
                <a:spcPct val="100000"/>
              </a:lnSpc>
              <a:spcBef>
                <a:spcPts val="0"/>
              </a:spcBef>
              <a:spcAft>
                <a:spcPts val="0"/>
              </a:spcAft>
              <a:buSzPts val="12000"/>
              <a:buNone/>
              <a:defRPr sz="16000"/>
            </a:lvl4pPr>
            <a:lvl5pPr lvl="4" algn="ctr">
              <a:lnSpc>
                <a:spcPct val="100000"/>
              </a:lnSpc>
              <a:spcBef>
                <a:spcPts val="0"/>
              </a:spcBef>
              <a:spcAft>
                <a:spcPts val="0"/>
              </a:spcAft>
              <a:buSzPts val="12000"/>
              <a:buNone/>
              <a:defRPr sz="16000"/>
            </a:lvl5pPr>
            <a:lvl6pPr lvl="5" algn="ctr">
              <a:lnSpc>
                <a:spcPct val="100000"/>
              </a:lnSpc>
              <a:spcBef>
                <a:spcPts val="0"/>
              </a:spcBef>
              <a:spcAft>
                <a:spcPts val="0"/>
              </a:spcAft>
              <a:buSzPts val="12000"/>
              <a:buNone/>
              <a:defRPr sz="16000"/>
            </a:lvl6pPr>
            <a:lvl7pPr lvl="6" algn="ctr">
              <a:lnSpc>
                <a:spcPct val="100000"/>
              </a:lnSpc>
              <a:spcBef>
                <a:spcPts val="0"/>
              </a:spcBef>
              <a:spcAft>
                <a:spcPts val="0"/>
              </a:spcAft>
              <a:buSzPts val="12000"/>
              <a:buNone/>
              <a:defRPr sz="16000"/>
            </a:lvl7pPr>
            <a:lvl8pPr lvl="7" algn="ctr">
              <a:lnSpc>
                <a:spcPct val="100000"/>
              </a:lnSpc>
              <a:spcBef>
                <a:spcPts val="0"/>
              </a:spcBef>
              <a:spcAft>
                <a:spcPts val="0"/>
              </a:spcAft>
              <a:buSzPts val="12000"/>
              <a:buNone/>
              <a:defRPr sz="16000"/>
            </a:lvl8pPr>
            <a:lvl9pPr lvl="8" algn="ctr">
              <a:lnSpc>
                <a:spcPct val="100000"/>
              </a:lnSpc>
              <a:spcBef>
                <a:spcPts val="0"/>
              </a:spcBef>
              <a:spcAft>
                <a:spcPts val="0"/>
              </a:spcAft>
              <a:buSzPts val="12000"/>
              <a:buNone/>
              <a:defRPr sz="16000"/>
            </a:lvl9pPr>
          </a:lstStyle>
          <a:p/>
        </p:txBody>
      </p:sp>
      <p:sp>
        <p:nvSpPr>
          <p:cNvPr id="50" name="Google Shape;50;p60"/>
          <p:cNvSpPr txBox="1"/>
          <p:nvPr>
            <p:ph idx="1" type="body"/>
          </p:nvPr>
        </p:nvSpPr>
        <p:spPr>
          <a:xfrm>
            <a:off x="415600" y="4202967"/>
            <a:ext cx="11360800" cy="17344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51" name="Google Shape;51;p60"/>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chemeClr val="dk2"/>
              </a:buClr>
              <a:buSzPts val="1333"/>
              <a:buFont typeface="Arial"/>
              <a:buNone/>
              <a:defRPr sz="1333">
                <a:solidFill>
                  <a:schemeClr val="dk2"/>
                </a:solidFill>
                <a:latin typeface="Arial"/>
                <a:ea typeface="Arial"/>
                <a:cs typeface="Arial"/>
                <a:sym typeface="Arial"/>
              </a:defRPr>
            </a:lvl1pPr>
            <a:lvl2pPr indent="0" lvl="1" marL="0" algn="r">
              <a:buClr>
                <a:schemeClr val="dk2"/>
              </a:buClr>
              <a:buSzPts val="1333"/>
              <a:buFont typeface="Arial"/>
              <a:buNone/>
              <a:defRPr sz="1333">
                <a:solidFill>
                  <a:schemeClr val="dk2"/>
                </a:solidFill>
                <a:latin typeface="Arial"/>
                <a:ea typeface="Arial"/>
                <a:cs typeface="Arial"/>
                <a:sym typeface="Arial"/>
              </a:defRPr>
            </a:lvl2pPr>
            <a:lvl3pPr indent="0" lvl="2" marL="0" algn="r">
              <a:buClr>
                <a:schemeClr val="dk2"/>
              </a:buClr>
              <a:buSzPts val="1333"/>
              <a:buFont typeface="Arial"/>
              <a:buNone/>
              <a:defRPr sz="1333">
                <a:solidFill>
                  <a:schemeClr val="dk2"/>
                </a:solidFill>
                <a:latin typeface="Arial"/>
                <a:ea typeface="Arial"/>
                <a:cs typeface="Arial"/>
                <a:sym typeface="Arial"/>
              </a:defRPr>
            </a:lvl3pPr>
            <a:lvl4pPr indent="0" lvl="3" marL="0" algn="r">
              <a:buClr>
                <a:schemeClr val="dk2"/>
              </a:buClr>
              <a:buSzPts val="1333"/>
              <a:buFont typeface="Arial"/>
              <a:buNone/>
              <a:defRPr sz="1333">
                <a:solidFill>
                  <a:schemeClr val="dk2"/>
                </a:solidFill>
                <a:latin typeface="Arial"/>
                <a:ea typeface="Arial"/>
                <a:cs typeface="Arial"/>
                <a:sym typeface="Arial"/>
              </a:defRPr>
            </a:lvl4pPr>
            <a:lvl5pPr indent="0" lvl="4" marL="0" algn="r">
              <a:buClr>
                <a:schemeClr val="dk2"/>
              </a:buClr>
              <a:buSzPts val="1333"/>
              <a:buFont typeface="Arial"/>
              <a:buNone/>
              <a:defRPr sz="1333">
                <a:solidFill>
                  <a:schemeClr val="dk2"/>
                </a:solidFill>
                <a:latin typeface="Arial"/>
                <a:ea typeface="Arial"/>
                <a:cs typeface="Arial"/>
                <a:sym typeface="Arial"/>
              </a:defRPr>
            </a:lvl5pPr>
            <a:lvl6pPr indent="0" lvl="5" marL="0" algn="r">
              <a:buClr>
                <a:schemeClr val="dk2"/>
              </a:buClr>
              <a:buSzPts val="1333"/>
              <a:buFont typeface="Arial"/>
              <a:buNone/>
              <a:defRPr sz="1333">
                <a:solidFill>
                  <a:schemeClr val="dk2"/>
                </a:solidFill>
                <a:latin typeface="Arial"/>
                <a:ea typeface="Arial"/>
                <a:cs typeface="Arial"/>
                <a:sym typeface="Arial"/>
              </a:defRPr>
            </a:lvl6pPr>
            <a:lvl7pPr indent="0" lvl="6" marL="0" algn="r">
              <a:buClr>
                <a:schemeClr val="dk2"/>
              </a:buClr>
              <a:buSzPts val="1333"/>
              <a:buFont typeface="Arial"/>
              <a:buNone/>
              <a:defRPr sz="1333">
                <a:solidFill>
                  <a:schemeClr val="dk2"/>
                </a:solidFill>
                <a:latin typeface="Arial"/>
                <a:ea typeface="Arial"/>
                <a:cs typeface="Arial"/>
                <a:sym typeface="Arial"/>
              </a:defRPr>
            </a:lvl7pPr>
            <a:lvl8pPr indent="0" lvl="7" marL="0" algn="r">
              <a:buClr>
                <a:schemeClr val="dk2"/>
              </a:buClr>
              <a:buSzPts val="1333"/>
              <a:buFont typeface="Arial"/>
              <a:buNone/>
              <a:defRPr sz="1333">
                <a:solidFill>
                  <a:schemeClr val="dk2"/>
                </a:solidFill>
                <a:latin typeface="Arial"/>
                <a:ea typeface="Arial"/>
                <a:cs typeface="Arial"/>
                <a:sym typeface="Arial"/>
              </a:defRPr>
            </a:lvl8pPr>
            <a:lvl9pPr indent="0" lvl="8" marL="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2" name="Shape 52"/>
        <p:cNvGrpSpPr/>
        <p:nvPr/>
      </p:nvGrpSpPr>
      <p:grpSpPr>
        <a:xfrm>
          <a:off x="0" y="0"/>
          <a:ext cx="0" cy="0"/>
          <a:chOff x="0" y="0"/>
          <a:chExt cx="0" cy="0"/>
        </a:xfrm>
      </p:grpSpPr>
      <p:sp>
        <p:nvSpPr>
          <p:cNvPr id="53" name="Google Shape;53;p61"/>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chemeClr val="dk2"/>
              </a:buClr>
              <a:buSzPts val="1333"/>
              <a:buFont typeface="Arial"/>
              <a:buNone/>
              <a:defRPr sz="1333">
                <a:solidFill>
                  <a:schemeClr val="dk2"/>
                </a:solidFill>
                <a:latin typeface="Arial"/>
                <a:ea typeface="Arial"/>
                <a:cs typeface="Arial"/>
                <a:sym typeface="Arial"/>
              </a:defRPr>
            </a:lvl1pPr>
            <a:lvl2pPr indent="0" lvl="1" marL="0" algn="r">
              <a:buClr>
                <a:schemeClr val="dk2"/>
              </a:buClr>
              <a:buSzPts val="1333"/>
              <a:buFont typeface="Arial"/>
              <a:buNone/>
              <a:defRPr sz="1333">
                <a:solidFill>
                  <a:schemeClr val="dk2"/>
                </a:solidFill>
                <a:latin typeface="Arial"/>
                <a:ea typeface="Arial"/>
                <a:cs typeface="Arial"/>
                <a:sym typeface="Arial"/>
              </a:defRPr>
            </a:lvl2pPr>
            <a:lvl3pPr indent="0" lvl="2" marL="0" algn="r">
              <a:buClr>
                <a:schemeClr val="dk2"/>
              </a:buClr>
              <a:buSzPts val="1333"/>
              <a:buFont typeface="Arial"/>
              <a:buNone/>
              <a:defRPr sz="1333">
                <a:solidFill>
                  <a:schemeClr val="dk2"/>
                </a:solidFill>
                <a:latin typeface="Arial"/>
                <a:ea typeface="Arial"/>
                <a:cs typeface="Arial"/>
                <a:sym typeface="Arial"/>
              </a:defRPr>
            </a:lvl3pPr>
            <a:lvl4pPr indent="0" lvl="3" marL="0" algn="r">
              <a:buClr>
                <a:schemeClr val="dk2"/>
              </a:buClr>
              <a:buSzPts val="1333"/>
              <a:buFont typeface="Arial"/>
              <a:buNone/>
              <a:defRPr sz="1333">
                <a:solidFill>
                  <a:schemeClr val="dk2"/>
                </a:solidFill>
                <a:latin typeface="Arial"/>
                <a:ea typeface="Arial"/>
                <a:cs typeface="Arial"/>
                <a:sym typeface="Arial"/>
              </a:defRPr>
            </a:lvl4pPr>
            <a:lvl5pPr indent="0" lvl="4" marL="0" algn="r">
              <a:buClr>
                <a:schemeClr val="dk2"/>
              </a:buClr>
              <a:buSzPts val="1333"/>
              <a:buFont typeface="Arial"/>
              <a:buNone/>
              <a:defRPr sz="1333">
                <a:solidFill>
                  <a:schemeClr val="dk2"/>
                </a:solidFill>
                <a:latin typeface="Arial"/>
                <a:ea typeface="Arial"/>
                <a:cs typeface="Arial"/>
                <a:sym typeface="Arial"/>
              </a:defRPr>
            </a:lvl5pPr>
            <a:lvl6pPr indent="0" lvl="5" marL="0" algn="r">
              <a:buClr>
                <a:schemeClr val="dk2"/>
              </a:buClr>
              <a:buSzPts val="1333"/>
              <a:buFont typeface="Arial"/>
              <a:buNone/>
              <a:defRPr sz="1333">
                <a:solidFill>
                  <a:schemeClr val="dk2"/>
                </a:solidFill>
                <a:latin typeface="Arial"/>
                <a:ea typeface="Arial"/>
                <a:cs typeface="Arial"/>
                <a:sym typeface="Arial"/>
              </a:defRPr>
            </a:lvl6pPr>
            <a:lvl7pPr indent="0" lvl="6" marL="0" algn="r">
              <a:buClr>
                <a:schemeClr val="dk2"/>
              </a:buClr>
              <a:buSzPts val="1333"/>
              <a:buFont typeface="Arial"/>
              <a:buNone/>
              <a:defRPr sz="1333">
                <a:solidFill>
                  <a:schemeClr val="dk2"/>
                </a:solidFill>
                <a:latin typeface="Arial"/>
                <a:ea typeface="Arial"/>
                <a:cs typeface="Arial"/>
                <a:sym typeface="Arial"/>
              </a:defRPr>
            </a:lvl7pPr>
            <a:lvl8pPr indent="0" lvl="7" marL="0" algn="r">
              <a:buClr>
                <a:schemeClr val="dk2"/>
              </a:buClr>
              <a:buSzPts val="1333"/>
              <a:buFont typeface="Arial"/>
              <a:buNone/>
              <a:defRPr sz="1333">
                <a:solidFill>
                  <a:schemeClr val="dk2"/>
                </a:solidFill>
                <a:latin typeface="Arial"/>
                <a:ea typeface="Arial"/>
                <a:cs typeface="Arial"/>
                <a:sym typeface="Arial"/>
              </a:defRPr>
            </a:lvl8pPr>
            <a:lvl9pPr indent="0" lvl="8" marL="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p:cSld name="Título">
    <p:bg>
      <p:bgPr>
        <a:solidFill>
          <a:schemeClr val="lt1"/>
        </a:solidFill>
      </p:bgPr>
    </p:bg>
    <p:spTree>
      <p:nvGrpSpPr>
        <p:cNvPr id="59" name="Shape 59"/>
        <p:cNvGrpSpPr/>
        <p:nvPr/>
      </p:nvGrpSpPr>
      <p:grpSpPr>
        <a:xfrm>
          <a:off x="0" y="0"/>
          <a:ext cx="0" cy="0"/>
          <a:chOff x="0" y="0"/>
          <a:chExt cx="0" cy="0"/>
        </a:xfrm>
      </p:grpSpPr>
      <p:sp>
        <p:nvSpPr>
          <p:cNvPr id="60" name="Google Shape;60;p35"/>
          <p:cNvSpPr txBox="1"/>
          <p:nvPr>
            <p:ph type="ctrTitle"/>
          </p:nvPr>
        </p:nvSpPr>
        <p:spPr>
          <a:xfrm>
            <a:off x="6309904" y="411479"/>
            <a:ext cx="5486400" cy="3291840"/>
          </a:xfrm>
          <a:prstGeom prst="rect">
            <a:avLst/>
          </a:prstGeom>
          <a:noFill/>
          <a:ln>
            <a:noFill/>
          </a:ln>
        </p:spPr>
        <p:txBody>
          <a:bodyPr anchorCtr="0" anchor="b" bIns="0" lIns="0" spcFirstLastPara="1" rIns="0" wrap="square" tIns="0">
            <a:noAutofit/>
          </a:bodyPr>
          <a:lstStyle>
            <a:lvl1pPr lvl="0" algn="l">
              <a:lnSpc>
                <a:spcPct val="80000"/>
              </a:lnSpc>
              <a:spcBef>
                <a:spcPts val="0"/>
              </a:spcBef>
              <a:spcAft>
                <a:spcPts val="0"/>
              </a:spcAft>
              <a:buClr>
                <a:schemeClr val="dk1"/>
              </a:buClr>
              <a:buSzPts val="6000"/>
              <a:buFont typeface="Franklin Gothic"/>
              <a:buNone/>
              <a:defRPr b="1" i="0" sz="6000">
                <a:solidFill>
                  <a:schemeClr val="dk1"/>
                </a:solidFill>
                <a:latin typeface="Franklin Gothic"/>
                <a:ea typeface="Franklin Gothic"/>
                <a:cs typeface="Franklin Gothic"/>
                <a:sym typeface="Franklin Gothic"/>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grpSp>
        <p:nvGrpSpPr>
          <p:cNvPr id="61" name="Google Shape;61;p35"/>
          <p:cNvGrpSpPr/>
          <p:nvPr/>
        </p:nvGrpSpPr>
        <p:grpSpPr>
          <a:xfrm>
            <a:off x="1" y="758752"/>
            <a:ext cx="6099248" cy="6099248"/>
            <a:chOff x="0" y="12289"/>
            <a:chExt cx="3550" cy="3551"/>
          </a:xfrm>
        </p:grpSpPr>
        <p:sp>
          <p:nvSpPr>
            <p:cNvPr id="62" name="Google Shape;62;p35"/>
            <p:cNvSpPr/>
            <p:nvPr/>
          </p:nvSpPr>
          <p:spPr>
            <a:xfrm>
              <a:off x="0" y="12289"/>
              <a:ext cx="1789" cy="2386"/>
            </a:xfrm>
            <a:custGeom>
              <a:rect b="b" l="l" r="r" t="t"/>
              <a:pathLst>
                <a:path extrusionOk="0" h="2386" w="1789">
                  <a:moveTo>
                    <a:pt x="0" y="0"/>
                  </a:moveTo>
                  <a:lnTo>
                    <a:pt x="0" y="1194"/>
                  </a:lnTo>
                  <a:lnTo>
                    <a:pt x="1192" y="2386"/>
                  </a:lnTo>
                  <a:lnTo>
                    <a:pt x="1789" y="1789"/>
                  </a:lnTo>
                  <a:lnTo>
                    <a:pt x="0" y="0"/>
                  </a:lnTo>
                  <a:close/>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lt1"/>
                </a:solidFill>
                <a:latin typeface="Libre Franklin"/>
                <a:ea typeface="Libre Franklin"/>
                <a:cs typeface="Libre Franklin"/>
                <a:sym typeface="Libre Franklin"/>
              </a:endParaRPr>
            </a:p>
          </p:txBody>
        </p:sp>
        <p:sp>
          <p:nvSpPr>
            <p:cNvPr id="63" name="Google Shape;63;p35"/>
            <p:cNvSpPr/>
            <p:nvPr/>
          </p:nvSpPr>
          <p:spPr>
            <a:xfrm>
              <a:off x="0" y="14678"/>
              <a:ext cx="1162" cy="1162"/>
            </a:xfrm>
            <a:custGeom>
              <a:rect b="b" l="l" r="r" t="t"/>
              <a:pathLst>
                <a:path extrusionOk="0" h="1162" w="1162">
                  <a:moveTo>
                    <a:pt x="0" y="0"/>
                  </a:moveTo>
                  <a:lnTo>
                    <a:pt x="0" y="1161"/>
                  </a:lnTo>
                  <a:lnTo>
                    <a:pt x="1161" y="1161"/>
                  </a:lnTo>
                  <a:lnTo>
                    <a:pt x="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lt1"/>
                </a:solidFill>
                <a:latin typeface="Libre Franklin"/>
                <a:ea typeface="Libre Franklin"/>
                <a:cs typeface="Libre Franklin"/>
                <a:sym typeface="Libre Franklin"/>
              </a:endParaRPr>
            </a:p>
          </p:txBody>
        </p:sp>
        <p:sp>
          <p:nvSpPr>
            <p:cNvPr id="64" name="Google Shape;64;p35"/>
            <p:cNvSpPr/>
            <p:nvPr/>
          </p:nvSpPr>
          <p:spPr>
            <a:xfrm>
              <a:off x="1221" y="14675"/>
              <a:ext cx="2329" cy="1165"/>
            </a:xfrm>
            <a:custGeom>
              <a:rect b="b" l="l" r="r" t="t"/>
              <a:pathLst>
                <a:path extrusionOk="0" h="1165" w="2329">
                  <a:moveTo>
                    <a:pt x="2329" y="1164"/>
                  </a:moveTo>
                  <a:lnTo>
                    <a:pt x="1165" y="0"/>
                  </a:lnTo>
                  <a:lnTo>
                    <a:pt x="0" y="1164"/>
                  </a:lnTo>
                  <a:lnTo>
                    <a:pt x="2329" y="1164"/>
                  </a:lnTo>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lt1"/>
                </a:solidFill>
                <a:latin typeface="Libre Franklin"/>
                <a:ea typeface="Libre Franklin"/>
                <a:cs typeface="Libre Franklin"/>
                <a:sym typeface="Libre Franklin"/>
              </a:endParaRPr>
            </a:p>
          </p:txBody>
        </p:sp>
      </p:grpSp>
      <p:cxnSp>
        <p:nvCxnSpPr>
          <p:cNvPr id="65" name="Google Shape;65;p35"/>
          <p:cNvCxnSpPr/>
          <p:nvPr/>
        </p:nvCxnSpPr>
        <p:spPr>
          <a:xfrm>
            <a:off x="6309360" y="3950208"/>
            <a:ext cx="2133600" cy="3992"/>
          </a:xfrm>
          <a:prstGeom prst="straightConnector1">
            <a:avLst/>
          </a:prstGeom>
          <a:noFill/>
          <a:ln cap="flat" cmpd="sng" w="101600">
            <a:solidFill>
              <a:srgbClr val="5D7C3F"/>
            </a:solidFill>
            <a:prstDash val="solid"/>
            <a:miter lim="800000"/>
            <a:headEnd len="sm" w="sm" type="none"/>
            <a:tailEnd len="sm" w="sm" type="none"/>
          </a:ln>
        </p:spPr>
      </p:cxnSp>
      <p:sp>
        <p:nvSpPr>
          <p:cNvPr id="66" name="Google Shape;66;p35"/>
          <p:cNvSpPr txBox="1"/>
          <p:nvPr>
            <p:ph idx="1" type="body"/>
          </p:nvPr>
        </p:nvSpPr>
        <p:spPr>
          <a:xfrm>
            <a:off x="6309905" y="4549552"/>
            <a:ext cx="5486400" cy="164592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1000"/>
              </a:spcBef>
              <a:spcAft>
                <a:spcPts val="0"/>
              </a:spcAft>
              <a:buClr>
                <a:srgbClr val="5D7C3F"/>
              </a:buClr>
              <a:buSzPts val="2400"/>
              <a:buNone/>
              <a:defRPr b="1" i="0" sz="2400">
                <a:solidFill>
                  <a:srgbClr val="5D7C3F"/>
                </a:solidFill>
                <a:latin typeface="Libre Franklin"/>
                <a:ea typeface="Libre Franklin"/>
                <a:cs typeface="Libre Franklin"/>
                <a:sym typeface="Libre Franklin"/>
              </a:defRPr>
            </a:lvl1pPr>
            <a:lvl2pPr indent="-482600" lvl="1" marL="914400" algn="l">
              <a:lnSpc>
                <a:spcPct val="90000"/>
              </a:lnSpc>
              <a:spcBef>
                <a:spcPts val="500"/>
              </a:spcBef>
              <a:spcAft>
                <a:spcPts val="0"/>
              </a:spcAft>
              <a:buClr>
                <a:schemeClr val="dk1"/>
              </a:buClr>
              <a:buSzPts val="4000"/>
              <a:buChar char="•"/>
              <a:defRPr sz="4000"/>
            </a:lvl2pPr>
            <a:lvl3pPr indent="-482600" lvl="2" marL="1371600" algn="l">
              <a:lnSpc>
                <a:spcPct val="90000"/>
              </a:lnSpc>
              <a:spcBef>
                <a:spcPts val="500"/>
              </a:spcBef>
              <a:spcAft>
                <a:spcPts val="0"/>
              </a:spcAft>
              <a:buClr>
                <a:schemeClr val="dk1"/>
              </a:buClr>
              <a:buSzPts val="4000"/>
              <a:buChar char="•"/>
              <a:defRPr sz="4000"/>
            </a:lvl3pPr>
            <a:lvl4pPr indent="-482600" lvl="3" marL="1828800" algn="l">
              <a:lnSpc>
                <a:spcPct val="90000"/>
              </a:lnSpc>
              <a:spcBef>
                <a:spcPts val="500"/>
              </a:spcBef>
              <a:spcAft>
                <a:spcPts val="0"/>
              </a:spcAft>
              <a:buClr>
                <a:schemeClr val="dk1"/>
              </a:buClr>
              <a:buSzPts val="4000"/>
              <a:buChar char="•"/>
              <a:defRPr sz="4000"/>
            </a:lvl4pPr>
            <a:lvl5pPr indent="-482600" lvl="4" marL="2286000" algn="l">
              <a:lnSpc>
                <a:spcPct val="90000"/>
              </a:lnSpc>
              <a:spcBef>
                <a:spcPts val="500"/>
              </a:spcBef>
              <a:spcAft>
                <a:spcPts val="0"/>
              </a:spcAft>
              <a:buClr>
                <a:schemeClr val="dk1"/>
              </a:buClr>
              <a:buSzPts val="4000"/>
              <a:buChar char="•"/>
              <a:defRPr sz="4000"/>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1">
  <p:cSld name="Agenda 1">
    <p:spTree>
      <p:nvGrpSpPr>
        <p:cNvPr id="67" name="Shape 67"/>
        <p:cNvGrpSpPr/>
        <p:nvPr/>
      </p:nvGrpSpPr>
      <p:grpSpPr>
        <a:xfrm>
          <a:off x="0" y="0"/>
          <a:ext cx="0" cy="0"/>
          <a:chOff x="0" y="0"/>
          <a:chExt cx="0" cy="0"/>
        </a:xfrm>
      </p:grpSpPr>
      <p:grpSp>
        <p:nvGrpSpPr>
          <p:cNvPr id="68" name="Google Shape;68;p36"/>
          <p:cNvGrpSpPr/>
          <p:nvPr/>
        </p:nvGrpSpPr>
        <p:grpSpPr>
          <a:xfrm>
            <a:off x="6362700" y="0"/>
            <a:ext cx="5829298" cy="3235602"/>
            <a:chOff x="5612972" y="1"/>
            <a:chExt cx="6615961" cy="3672246"/>
          </a:xfrm>
        </p:grpSpPr>
        <p:sp>
          <p:nvSpPr>
            <p:cNvPr id="69" name="Google Shape;69;p36"/>
            <p:cNvSpPr/>
            <p:nvPr/>
          </p:nvSpPr>
          <p:spPr>
            <a:xfrm>
              <a:off x="5612972" y="1"/>
              <a:ext cx="4408998" cy="3672246"/>
            </a:xfrm>
            <a:custGeom>
              <a:rect b="b" l="l" r="r" t="t"/>
              <a:pathLst>
                <a:path extrusionOk="0" h="2980" w="3578">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lt1"/>
                </a:solidFill>
                <a:latin typeface="Libre Franklin"/>
                <a:ea typeface="Libre Franklin"/>
                <a:cs typeface="Libre Franklin"/>
                <a:sym typeface="Libre Franklin"/>
              </a:endParaRPr>
            </a:p>
          </p:txBody>
        </p:sp>
        <p:sp>
          <p:nvSpPr>
            <p:cNvPr id="70" name="Google Shape;70;p36"/>
            <p:cNvSpPr/>
            <p:nvPr/>
          </p:nvSpPr>
          <p:spPr>
            <a:xfrm>
              <a:off x="6341233" y="1463970"/>
              <a:ext cx="2208196" cy="2208277"/>
            </a:xfrm>
            <a:custGeom>
              <a:rect b="b" l="l" r="r" t="t"/>
              <a:pathLst>
                <a:path extrusionOk="0" h="1792" w="1792">
                  <a:moveTo>
                    <a:pt x="597" y="0"/>
                  </a:moveTo>
                  <a:lnTo>
                    <a:pt x="0" y="598"/>
                  </a:lnTo>
                  <a:lnTo>
                    <a:pt x="1195" y="1792"/>
                  </a:lnTo>
                  <a:lnTo>
                    <a:pt x="1792" y="1195"/>
                  </a:lnTo>
                  <a:lnTo>
                    <a:pt x="597" y="0"/>
                  </a:lnTo>
                  <a:close/>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lt1"/>
                </a:solidFill>
                <a:latin typeface="Libre Franklin"/>
                <a:ea typeface="Libre Franklin"/>
                <a:cs typeface="Libre Franklin"/>
                <a:sym typeface="Libre Franklin"/>
              </a:endParaRPr>
            </a:p>
          </p:txBody>
        </p:sp>
        <p:sp>
          <p:nvSpPr>
            <p:cNvPr id="71" name="Google Shape;71;p36"/>
            <p:cNvSpPr/>
            <p:nvPr/>
          </p:nvSpPr>
          <p:spPr>
            <a:xfrm>
              <a:off x="8555590" y="1"/>
              <a:ext cx="1457754" cy="729520"/>
            </a:xfrm>
            <a:custGeom>
              <a:rect b="b" l="l" r="r" t="t"/>
              <a:pathLst>
                <a:path extrusionOk="0" h="592" w="1183">
                  <a:moveTo>
                    <a:pt x="1183" y="0"/>
                  </a:moveTo>
                  <a:lnTo>
                    <a:pt x="0" y="0"/>
                  </a:lnTo>
                  <a:lnTo>
                    <a:pt x="591" y="591"/>
                  </a:lnTo>
                  <a:lnTo>
                    <a:pt x="1183" y="0"/>
                  </a:lnTo>
                  <a:close/>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lt1"/>
                </a:solidFill>
                <a:latin typeface="Libre Franklin"/>
                <a:ea typeface="Libre Franklin"/>
                <a:cs typeface="Libre Franklin"/>
                <a:sym typeface="Libre Franklin"/>
              </a:endParaRPr>
            </a:p>
          </p:txBody>
        </p:sp>
        <p:sp>
          <p:nvSpPr>
            <p:cNvPr id="72" name="Google Shape;72;p36"/>
            <p:cNvSpPr/>
            <p:nvPr/>
          </p:nvSpPr>
          <p:spPr>
            <a:xfrm>
              <a:off x="7076887" y="728289"/>
              <a:ext cx="2208196" cy="2208277"/>
            </a:xfrm>
            <a:custGeom>
              <a:rect b="b" l="l" r="r" t="t"/>
              <a:pathLst>
                <a:path extrusionOk="0" h="1792" w="1792">
                  <a:moveTo>
                    <a:pt x="598" y="0"/>
                  </a:moveTo>
                  <a:lnTo>
                    <a:pt x="0" y="597"/>
                  </a:lnTo>
                  <a:lnTo>
                    <a:pt x="1195" y="1792"/>
                  </a:lnTo>
                  <a:lnTo>
                    <a:pt x="1792" y="1195"/>
                  </a:lnTo>
                  <a:lnTo>
                    <a:pt x="598"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lt1"/>
                </a:solidFill>
                <a:latin typeface="Libre Franklin"/>
                <a:ea typeface="Libre Franklin"/>
                <a:cs typeface="Libre Franklin"/>
                <a:sym typeface="Libre Franklin"/>
              </a:endParaRPr>
            </a:p>
          </p:txBody>
        </p:sp>
        <p:sp>
          <p:nvSpPr>
            <p:cNvPr id="73" name="Google Shape;73;p36"/>
            <p:cNvSpPr/>
            <p:nvPr/>
          </p:nvSpPr>
          <p:spPr>
            <a:xfrm>
              <a:off x="9285083" y="728289"/>
              <a:ext cx="2943850" cy="2943958"/>
            </a:xfrm>
            <a:custGeom>
              <a:rect b="b" l="l" r="r" t="t"/>
              <a:pathLst>
                <a:path extrusionOk="0" h="2389" w="2389">
                  <a:moveTo>
                    <a:pt x="2389" y="1195"/>
                  </a:moveTo>
                  <a:lnTo>
                    <a:pt x="1194" y="0"/>
                  </a:lnTo>
                  <a:lnTo>
                    <a:pt x="0" y="1195"/>
                  </a:lnTo>
                  <a:lnTo>
                    <a:pt x="1194" y="2389"/>
                  </a:lnTo>
                  <a:lnTo>
                    <a:pt x="2389" y="1195"/>
                  </a:lnTo>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lt1"/>
                </a:solidFill>
                <a:latin typeface="Libre Franklin"/>
                <a:ea typeface="Libre Franklin"/>
                <a:cs typeface="Libre Franklin"/>
                <a:sym typeface="Libre Franklin"/>
              </a:endParaRPr>
            </a:p>
          </p:txBody>
        </p:sp>
      </p:grpSp>
      <p:sp>
        <p:nvSpPr>
          <p:cNvPr id="74" name="Google Shape;74;p36"/>
          <p:cNvSpPr txBox="1"/>
          <p:nvPr>
            <p:ph type="title"/>
          </p:nvPr>
        </p:nvSpPr>
        <p:spPr>
          <a:xfrm>
            <a:off x="594360" y="189572"/>
            <a:ext cx="6787747" cy="1593507"/>
          </a:xfrm>
          <a:prstGeom prst="rect">
            <a:avLst/>
          </a:prstGeom>
          <a:noFill/>
          <a:ln>
            <a:noFill/>
          </a:ln>
        </p:spPr>
        <p:txBody>
          <a:bodyPr anchorCtr="0" anchor="b" bIns="0" lIns="0" spcFirstLastPara="1" rIns="0" wrap="square" tIns="0">
            <a:noAutofit/>
          </a:bodyPr>
          <a:lstStyle>
            <a:lvl1pPr lvl="0" algn="l">
              <a:lnSpc>
                <a:spcPct val="80000"/>
              </a:lnSpc>
              <a:spcBef>
                <a:spcPts val="0"/>
              </a:spcBef>
              <a:spcAft>
                <a:spcPts val="0"/>
              </a:spcAft>
              <a:buClr>
                <a:schemeClr val="dk1"/>
              </a:buClr>
              <a:buSzPts val="4400"/>
              <a:buFont typeface="Franklin Gothic"/>
              <a:buNone/>
              <a:defRPr b="1" i="0" sz="4400">
                <a:latin typeface="Franklin Gothic"/>
                <a:ea typeface="Franklin Gothic"/>
                <a:cs typeface="Franklin Gothic"/>
                <a:sym typeface="Franklin Gothic"/>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36"/>
          <p:cNvSpPr txBox="1"/>
          <p:nvPr>
            <p:ph idx="1" type="body"/>
          </p:nvPr>
        </p:nvSpPr>
        <p:spPr>
          <a:xfrm>
            <a:off x="594359" y="2281918"/>
            <a:ext cx="6787747" cy="3708517"/>
          </a:xfrm>
          <a:prstGeom prst="rect">
            <a:avLst/>
          </a:prstGeom>
          <a:noFill/>
          <a:ln>
            <a:noFill/>
          </a:ln>
        </p:spPr>
        <p:txBody>
          <a:bodyPr anchorCtr="0" anchor="t" bIns="0" lIns="0" spcFirstLastPara="1" rIns="0" wrap="square" tIns="228600">
            <a:normAutofit/>
          </a:bodyPr>
          <a:lstStyle>
            <a:lvl1pPr indent="-381000" lvl="0" marL="457200" algn="l">
              <a:lnSpc>
                <a:spcPct val="80000"/>
              </a:lnSpc>
              <a:spcBef>
                <a:spcPts val="2200"/>
              </a:spcBef>
              <a:spcAft>
                <a:spcPts val="0"/>
              </a:spcAft>
              <a:buClr>
                <a:srgbClr val="5D7C3F"/>
              </a:buClr>
              <a:buSzPts val="2400"/>
              <a:buFont typeface="Arial"/>
              <a:buChar char="•"/>
              <a:defRPr b="1" i="0" sz="2400">
                <a:solidFill>
                  <a:srgbClr val="5D7C3F"/>
                </a:solidFill>
                <a:latin typeface="Libre Franklin"/>
                <a:ea typeface="Libre Franklin"/>
                <a:cs typeface="Libre Franklin"/>
                <a:sym typeface="Libre Franklin"/>
              </a:defRPr>
            </a:lvl1pPr>
            <a:lvl2pPr indent="-355600" lvl="1" marL="914400" algn="l">
              <a:lnSpc>
                <a:spcPct val="90000"/>
              </a:lnSpc>
              <a:spcBef>
                <a:spcPts val="600"/>
              </a:spcBef>
              <a:spcAft>
                <a:spcPts val="0"/>
              </a:spcAft>
              <a:buClr>
                <a:schemeClr val="dk1"/>
              </a:buClr>
              <a:buSzPts val="2000"/>
              <a:buChar char="•"/>
              <a:defRPr sz="2000"/>
            </a:lvl2pPr>
            <a:lvl3pPr indent="-355600" lvl="2" marL="1371600" algn="l">
              <a:lnSpc>
                <a:spcPct val="90000"/>
              </a:lnSpc>
              <a:spcBef>
                <a:spcPts val="1800"/>
              </a:spcBef>
              <a:spcAft>
                <a:spcPts val="0"/>
              </a:spcAft>
              <a:buClr>
                <a:schemeClr val="dk1"/>
              </a:buClr>
              <a:buSzPts val="2000"/>
              <a:buChar char="•"/>
              <a:defRPr sz="2000"/>
            </a:lvl3pPr>
            <a:lvl4pPr indent="-355600" lvl="3" marL="1828800" algn="l">
              <a:lnSpc>
                <a:spcPct val="90000"/>
              </a:lnSpc>
              <a:spcBef>
                <a:spcPts val="1800"/>
              </a:spcBef>
              <a:spcAft>
                <a:spcPts val="0"/>
              </a:spcAft>
              <a:buClr>
                <a:schemeClr val="dk1"/>
              </a:buClr>
              <a:buSzPts val="2000"/>
              <a:buChar char="•"/>
              <a:defRPr sz="2000"/>
            </a:lvl4pPr>
            <a:lvl5pPr indent="-355600" lvl="4" marL="2286000" algn="l">
              <a:lnSpc>
                <a:spcPct val="90000"/>
              </a:lnSpc>
              <a:spcBef>
                <a:spcPts val="1800"/>
              </a:spcBef>
              <a:spcAft>
                <a:spcPts val="0"/>
              </a:spcAft>
              <a:buClr>
                <a:schemeClr val="dk1"/>
              </a:buClr>
              <a:buSzPts val="2000"/>
              <a:buChar char="•"/>
              <a:defRPr sz="2000"/>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76" name="Google Shape;76;p36"/>
          <p:cNvSpPr txBox="1"/>
          <p:nvPr>
            <p:ph idx="12" type="sldNum"/>
          </p:nvPr>
        </p:nvSpPr>
        <p:spPr>
          <a:xfrm>
            <a:off x="594360" y="6332220"/>
            <a:ext cx="523240" cy="247651"/>
          </a:xfrm>
          <a:prstGeom prst="rect">
            <a:avLst/>
          </a:prstGeom>
          <a:noFill/>
          <a:ln>
            <a:noFill/>
          </a:ln>
        </p:spPr>
        <p:txBody>
          <a:bodyPr anchorCtr="0" anchor="t" bIns="0" lIns="0" spcFirstLastPara="1" rIns="0" wrap="square" tIns="0">
            <a:noAutofit/>
          </a:bodyPr>
          <a:lstStyle>
            <a:lvl1pPr indent="0" lvl="0" marL="0" marR="0" algn="l">
              <a:spcBef>
                <a:spcPts val="0"/>
              </a:spcBef>
              <a:buNone/>
              <a:defRPr b="1" i="0" sz="1100" u="none" cap="none" strike="noStrike">
                <a:solidFill>
                  <a:schemeClr val="dk1"/>
                </a:solidFill>
                <a:latin typeface="Libre Franklin"/>
                <a:ea typeface="Libre Franklin"/>
                <a:cs typeface="Libre Franklin"/>
                <a:sym typeface="Libre Franklin"/>
              </a:defRPr>
            </a:lvl1pPr>
            <a:lvl2pPr indent="0" lvl="1" marL="0" marR="0" algn="l">
              <a:spcBef>
                <a:spcPts val="0"/>
              </a:spcBef>
              <a:buNone/>
              <a:defRPr b="1" i="0" sz="1100" u="none" cap="none" strike="noStrike">
                <a:solidFill>
                  <a:schemeClr val="dk1"/>
                </a:solidFill>
                <a:latin typeface="Libre Franklin"/>
                <a:ea typeface="Libre Franklin"/>
                <a:cs typeface="Libre Franklin"/>
                <a:sym typeface="Libre Franklin"/>
              </a:defRPr>
            </a:lvl2pPr>
            <a:lvl3pPr indent="0" lvl="2" marL="0" marR="0" algn="l">
              <a:spcBef>
                <a:spcPts val="0"/>
              </a:spcBef>
              <a:buNone/>
              <a:defRPr b="1" i="0" sz="1100" u="none" cap="none" strike="noStrike">
                <a:solidFill>
                  <a:schemeClr val="dk1"/>
                </a:solidFill>
                <a:latin typeface="Libre Franklin"/>
                <a:ea typeface="Libre Franklin"/>
                <a:cs typeface="Libre Franklin"/>
                <a:sym typeface="Libre Franklin"/>
              </a:defRPr>
            </a:lvl3pPr>
            <a:lvl4pPr indent="0" lvl="3" marL="0" marR="0" algn="l">
              <a:spcBef>
                <a:spcPts val="0"/>
              </a:spcBef>
              <a:buNone/>
              <a:defRPr b="1" i="0" sz="1100" u="none" cap="none" strike="noStrike">
                <a:solidFill>
                  <a:schemeClr val="dk1"/>
                </a:solidFill>
                <a:latin typeface="Libre Franklin"/>
                <a:ea typeface="Libre Franklin"/>
                <a:cs typeface="Libre Franklin"/>
                <a:sym typeface="Libre Franklin"/>
              </a:defRPr>
            </a:lvl4pPr>
            <a:lvl5pPr indent="0" lvl="4" marL="0" marR="0" algn="l">
              <a:spcBef>
                <a:spcPts val="0"/>
              </a:spcBef>
              <a:buNone/>
              <a:defRPr b="1" i="0" sz="1100" u="none" cap="none" strike="noStrike">
                <a:solidFill>
                  <a:schemeClr val="dk1"/>
                </a:solidFill>
                <a:latin typeface="Libre Franklin"/>
                <a:ea typeface="Libre Franklin"/>
                <a:cs typeface="Libre Franklin"/>
                <a:sym typeface="Libre Franklin"/>
              </a:defRPr>
            </a:lvl5pPr>
            <a:lvl6pPr indent="0" lvl="5" marL="0" marR="0" algn="l">
              <a:spcBef>
                <a:spcPts val="0"/>
              </a:spcBef>
              <a:buNone/>
              <a:defRPr b="1" i="0" sz="1100" u="none" cap="none" strike="noStrike">
                <a:solidFill>
                  <a:schemeClr val="dk1"/>
                </a:solidFill>
                <a:latin typeface="Libre Franklin"/>
                <a:ea typeface="Libre Franklin"/>
                <a:cs typeface="Libre Franklin"/>
                <a:sym typeface="Libre Franklin"/>
              </a:defRPr>
            </a:lvl6pPr>
            <a:lvl7pPr indent="0" lvl="6" marL="0" marR="0" algn="l">
              <a:spcBef>
                <a:spcPts val="0"/>
              </a:spcBef>
              <a:buNone/>
              <a:defRPr b="1" i="0" sz="1100" u="none" cap="none" strike="noStrike">
                <a:solidFill>
                  <a:schemeClr val="dk1"/>
                </a:solidFill>
                <a:latin typeface="Libre Franklin"/>
                <a:ea typeface="Libre Franklin"/>
                <a:cs typeface="Libre Franklin"/>
                <a:sym typeface="Libre Franklin"/>
              </a:defRPr>
            </a:lvl7pPr>
            <a:lvl8pPr indent="0" lvl="7" marL="0" marR="0" algn="l">
              <a:spcBef>
                <a:spcPts val="0"/>
              </a:spcBef>
              <a:buNone/>
              <a:defRPr b="1" i="0" sz="1100" u="none" cap="none" strike="noStrike">
                <a:solidFill>
                  <a:schemeClr val="dk1"/>
                </a:solidFill>
                <a:latin typeface="Libre Franklin"/>
                <a:ea typeface="Libre Franklin"/>
                <a:cs typeface="Libre Franklin"/>
                <a:sym typeface="Libre Franklin"/>
              </a:defRPr>
            </a:lvl8pPr>
            <a:lvl9pPr indent="0" lvl="8" marL="0" marR="0" algn="l">
              <a:spcBef>
                <a:spcPts val="0"/>
              </a:spcBef>
              <a:buNone/>
              <a:defRPr b="1" i="0" sz="1100" u="none" cap="none" strike="noStrike">
                <a:solidFill>
                  <a:schemeClr val="dk1"/>
                </a:solidFill>
                <a:latin typeface="Libre Franklin"/>
                <a:ea typeface="Libre Franklin"/>
                <a:cs typeface="Libre Franklin"/>
                <a:sym typeface="Libre Franklin"/>
              </a:defRPr>
            </a:lvl9pPr>
          </a:lstStyle>
          <a:p>
            <a:pPr indent="0" lvl="0" marL="0" rtl="0" algn="l">
              <a:spcBef>
                <a:spcPts val="0"/>
              </a:spcBef>
              <a:spcAft>
                <a:spcPts val="0"/>
              </a:spcAft>
              <a:buNone/>
            </a:pPr>
            <a:fld id="{00000000-1234-1234-1234-123412341234}" type="slidenum">
              <a:rPr lang="es-MX"/>
              <a:t>‹#›</a:t>
            </a:fld>
            <a:endParaRPr/>
          </a:p>
        </p:txBody>
      </p:sp>
      <p:sp>
        <p:nvSpPr>
          <p:cNvPr id="77" name="Google Shape;77;p36"/>
          <p:cNvSpPr txBox="1"/>
          <p:nvPr>
            <p:ph idx="10" type="dt"/>
          </p:nvPr>
        </p:nvSpPr>
        <p:spPr>
          <a:xfrm>
            <a:off x="1133648" y="6332220"/>
            <a:ext cx="1313180" cy="247651"/>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cxnSp>
        <p:nvCxnSpPr>
          <p:cNvPr id="78" name="Google Shape;78;p36"/>
          <p:cNvCxnSpPr/>
          <p:nvPr/>
        </p:nvCxnSpPr>
        <p:spPr>
          <a:xfrm>
            <a:off x="594360" y="2148840"/>
            <a:ext cx="2130552" cy="0"/>
          </a:xfrm>
          <a:prstGeom prst="straightConnector1">
            <a:avLst/>
          </a:prstGeom>
          <a:noFill/>
          <a:ln cap="flat" cmpd="sng" w="101600">
            <a:solidFill>
              <a:srgbClr val="5D7C3F"/>
            </a:solidFill>
            <a:prstDash val="solid"/>
            <a:miter lim="800000"/>
            <a:headEnd len="sm" w="sm" type="none"/>
            <a:tailEnd len="sm" w="sm" type="none"/>
          </a:ln>
        </p:spPr>
      </p:cxn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dos contenidos 2">
  <p:cSld name="Título y dos contenidos 2">
    <p:bg>
      <p:bgPr>
        <a:solidFill>
          <a:schemeClr val="lt1"/>
        </a:solidFill>
      </p:bgPr>
    </p:bg>
    <p:spTree>
      <p:nvGrpSpPr>
        <p:cNvPr id="79" name="Shape 79"/>
        <p:cNvGrpSpPr/>
        <p:nvPr/>
      </p:nvGrpSpPr>
      <p:grpSpPr>
        <a:xfrm>
          <a:off x="0" y="0"/>
          <a:ext cx="0" cy="0"/>
          <a:chOff x="0" y="0"/>
          <a:chExt cx="0" cy="0"/>
        </a:xfrm>
      </p:grpSpPr>
      <p:grpSp>
        <p:nvGrpSpPr>
          <p:cNvPr id="80" name="Google Shape;80;p37"/>
          <p:cNvGrpSpPr/>
          <p:nvPr/>
        </p:nvGrpSpPr>
        <p:grpSpPr>
          <a:xfrm rot="10800000">
            <a:off x="8870040" y="0"/>
            <a:ext cx="3325208" cy="3325208"/>
            <a:chOff x="0" y="12289"/>
            <a:chExt cx="3550" cy="3551"/>
          </a:xfrm>
        </p:grpSpPr>
        <p:sp>
          <p:nvSpPr>
            <p:cNvPr id="81" name="Google Shape;81;p37"/>
            <p:cNvSpPr/>
            <p:nvPr/>
          </p:nvSpPr>
          <p:spPr>
            <a:xfrm>
              <a:off x="0" y="12289"/>
              <a:ext cx="1789" cy="2386"/>
            </a:xfrm>
            <a:custGeom>
              <a:rect b="b" l="l" r="r" t="t"/>
              <a:pathLst>
                <a:path extrusionOk="0" h="2386" w="1789">
                  <a:moveTo>
                    <a:pt x="0" y="0"/>
                  </a:moveTo>
                  <a:lnTo>
                    <a:pt x="0" y="1194"/>
                  </a:lnTo>
                  <a:lnTo>
                    <a:pt x="1192" y="2386"/>
                  </a:lnTo>
                  <a:lnTo>
                    <a:pt x="1789" y="1789"/>
                  </a:lnTo>
                  <a:lnTo>
                    <a:pt x="0" y="0"/>
                  </a:lnTo>
                  <a:close/>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lt1"/>
                </a:solidFill>
                <a:latin typeface="Libre Franklin"/>
                <a:ea typeface="Libre Franklin"/>
                <a:cs typeface="Libre Franklin"/>
                <a:sym typeface="Libre Franklin"/>
              </a:endParaRPr>
            </a:p>
          </p:txBody>
        </p:sp>
        <p:sp>
          <p:nvSpPr>
            <p:cNvPr id="82" name="Google Shape;82;p37"/>
            <p:cNvSpPr/>
            <p:nvPr/>
          </p:nvSpPr>
          <p:spPr>
            <a:xfrm>
              <a:off x="0" y="14678"/>
              <a:ext cx="1162" cy="1162"/>
            </a:xfrm>
            <a:custGeom>
              <a:rect b="b" l="l" r="r" t="t"/>
              <a:pathLst>
                <a:path extrusionOk="0" h="1162" w="1162">
                  <a:moveTo>
                    <a:pt x="0" y="0"/>
                  </a:moveTo>
                  <a:lnTo>
                    <a:pt x="0" y="1161"/>
                  </a:lnTo>
                  <a:lnTo>
                    <a:pt x="1161" y="1161"/>
                  </a:lnTo>
                  <a:lnTo>
                    <a:pt x="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lt1"/>
                </a:solidFill>
                <a:latin typeface="Libre Franklin"/>
                <a:ea typeface="Libre Franklin"/>
                <a:cs typeface="Libre Franklin"/>
                <a:sym typeface="Libre Franklin"/>
              </a:endParaRPr>
            </a:p>
          </p:txBody>
        </p:sp>
        <p:sp>
          <p:nvSpPr>
            <p:cNvPr id="83" name="Google Shape;83;p37"/>
            <p:cNvSpPr/>
            <p:nvPr/>
          </p:nvSpPr>
          <p:spPr>
            <a:xfrm>
              <a:off x="1221" y="14675"/>
              <a:ext cx="2329" cy="1165"/>
            </a:xfrm>
            <a:custGeom>
              <a:rect b="b" l="l" r="r" t="t"/>
              <a:pathLst>
                <a:path extrusionOk="0" h="1165" w="2329">
                  <a:moveTo>
                    <a:pt x="2329" y="1164"/>
                  </a:moveTo>
                  <a:lnTo>
                    <a:pt x="1165" y="0"/>
                  </a:lnTo>
                  <a:lnTo>
                    <a:pt x="0" y="1164"/>
                  </a:lnTo>
                  <a:lnTo>
                    <a:pt x="2329" y="1164"/>
                  </a:lnTo>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lt1"/>
                </a:solidFill>
                <a:latin typeface="Libre Franklin"/>
                <a:ea typeface="Libre Franklin"/>
                <a:cs typeface="Libre Franklin"/>
                <a:sym typeface="Libre Franklin"/>
              </a:endParaRPr>
            </a:p>
          </p:txBody>
        </p:sp>
      </p:grpSp>
      <p:sp>
        <p:nvSpPr>
          <p:cNvPr id="84" name="Google Shape;84;p37"/>
          <p:cNvSpPr txBox="1"/>
          <p:nvPr>
            <p:ph type="title"/>
          </p:nvPr>
        </p:nvSpPr>
        <p:spPr>
          <a:xfrm>
            <a:off x="594360" y="278129"/>
            <a:ext cx="9778365" cy="1494596"/>
          </a:xfrm>
          <a:prstGeom prst="rect">
            <a:avLst/>
          </a:prstGeom>
          <a:noFill/>
          <a:ln>
            <a:noFill/>
          </a:ln>
        </p:spPr>
        <p:txBody>
          <a:bodyPr anchorCtr="0" anchor="b" bIns="0" lIns="0" spcFirstLastPara="1" rIns="0" wrap="square" tIns="0">
            <a:noAutofit/>
          </a:bodyPr>
          <a:lstStyle>
            <a:lvl1pPr lvl="0" algn="l">
              <a:lnSpc>
                <a:spcPct val="80000"/>
              </a:lnSpc>
              <a:spcBef>
                <a:spcPts val="0"/>
              </a:spcBef>
              <a:spcAft>
                <a:spcPts val="0"/>
              </a:spcAft>
              <a:buClr>
                <a:schemeClr val="dk1"/>
              </a:buClr>
              <a:buSzPts val="4400"/>
              <a:buFont typeface="Franklin Gothic"/>
              <a:buNone/>
              <a:defRPr b="1" i="0" sz="4400">
                <a:solidFill>
                  <a:schemeClr val="dk1"/>
                </a:solidFill>
                <a:latin typeface="Franklin Gothic"/>
                <a:ea typeface="Franklin Gothic"/>
                <a:cs typeface="Franklin Gothic"/>
                <a:sym typeface="Franklin Gothic"/>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37"/>
          <p:cNvSpPr txBox="1"/>
          <p:nvPr>
            <p:ph idx="1" type="body"/>
          </p:nvPr>
        </p:nvSpPr>
        <p:spPr>
          <a:xfrm>
            <a:off x="594360" y="2676525"/>
            <a:ext cx="4490827" cy="3597470"/>
          </a:xfrm>
          <a:prstGeom prst="rect">
            <a:avLst/>
          </a:prstGeom>
          <a:noFill/>
          <a:ln>
            <a:noFill/>
          </a:ln>
        </p:spPr>
        <p:txBody>
          <a:bodyPr anchorCtr="0" anchor="t" bIns="0" lIns="0" spcFirstLastPara="1" rIns="0" wrap="square" tIns="45700">
            <a:normAutofit/>
          </a:bodyPr>
          <a:lstStyle>
            <a:lvl1pPr indent="-228600" lvl="0" marL="457200" algn="l">
              <a:lnSpc>
                <a:spcPct val="90000"/>
              </a:lnSpc>
              <a:spcBef>
                <a:spcPts val="1800"/>
              </a:spcBef>
              <a:spcAft>
                <a:spcPts val="0"/>
              </a:spcAft>
              <a:buClr>
                <a:schemeClr val="dk1"/>
              </a:buClr>
              <a:buSzPts val="2000"/>
              <a:buFont typeface="Arial"/>
              <a:buNone/>
              <a:defRPr sz="2000"/>
            </a:lvl1pPr>
            <a:lvl2pPr indent="-355600" lvl="1" marL="914400" algn="l">
              <a:lnSpc>
                <a:spcPct val="90000"/>
              </a:lnSpc>
              <a:spcBef>
                <a:spcPts val="1800"/>
              </a:spcBef>
              <a:spcAft>
                <a:spcPts val="0"/>
              </a:spcAft>
              <a:buClr>
                <a:schemeClr val="dk1"/>
              </a:buClr>
              <a:buSzPts val="2000"/>
              <a:buChar char="•"/>
              <a:defRPr sz="2000"/>
            </a:lvl2pPr>
            <a:lvl3pPr indent="-355600" lvl="2" marL="1371600" algn="l">
              <a:lnSpc>
                <a:spcPct val="90000"/>
              </a:lnSpc>
              <a:spcBef>
                <a:spcPts val="1800"/>
              </a:spcBef>
              <a:spcAft>
                <a:spcPts val="0"/>
              </a:spcAft>
              <a:buClr>
                <a:schemeClr val="dk1"/>
              </a:buClr>
              <a:buSzPts val="2000"/>
              <a:buChar char="•"/>
              <a:defRPr sz="2000"/>
            </a:lvl3pPr>
            <a:lvl4pPr indent="-355600" lvl="3" marL="1828800" algn="l">
              <a:lnSpc>
                <a:spcPct val="90000"/>
              </a:lnSpc>
              <a:spcBef>
                <a:spcPts val="1800"/>
              </a:spcBef>
              <a:spcAft>
                <a:spcPts val="0"/>
              </a:spcAft>
              <a:buClr>
                <a:schemeClr val="dk1"/>
              </a:buClr>
              <a:buSzPts val="2000"/>
              <a:buChar char="•"/>
              <a:defRPr sz="2000"/>
            </a:lvl4pPr>
            <a:lvl5pPr indent="-355600" lvl="4" marL="2286000" algn="l">
              <a:lnSpc>
                <a:spcPct val="90000"/>
              </a:lnSpc>
              <a:spcBef>
                <a:spcPts val="1800"/>
              </a:spcBef>
              <a:spcAft>
                <a:spcPts val="0"/>
              </a:spcAft>
              <a:buClr>
                <a:schemeClr val="dk1"/>
              </a:buClr>
              <a:buSzPts val="2000"/>
              <a:buChar char="•"/>
              <a:defRPr sz="2000"/>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86" name="Google Shape;86;p37"/>
          <p:cNvSpPr txBox="1"/>
          <p:nvPr>
            <p:ph idx="2" type="body"/>
          </p:nvPr>
        </p:nvSpPr>
        <p:spPr>
          <a:xfrm>
            <a:off x="5881898" y="2676525"/>
            <a:ext cx="4490827" cy="3597470"/>
          </a:xfrm>
          <a:prstGeom prst="rect">
            <a:avLst/>
          </a:prstGeom>
          <a:noFill/>
          <a:ln>
            <a:noFill/>
          </a:ln>
        </p:spPr>
        <p:txBody>
          <a:bodyPr anchorCtr="0" anchor="t" bIns="0" lIns="0" spcFirstLastPara="1" rIns="0" wrap="square" tIns="45700">
            <a:normAutofit/>
          </a:bodyPr>
          <a:lstStyle>
            <a:lvl1pPr indent="-228600" lvl="0" marL="457200" algn="l">
              <a:lnSpc>
                <a:spcPct val="90000"/>
              </a:lnSpc>
              <a:spcBef>
                <a:spcPts val="1800"/>
              </a:spcBef>
              <a:spcAft>
                <a:spcPts val="0"/>
              </a:spcAft>
              <a:buClr>
                <a:schemeClr val="dk1"/>
              </a:buClr>
              <a:buSzPts val="2000"/>
              <a:buFont typeface="Arial"/>
              <a:buNone/>
              <a:defRPr sz="2000"/>
            </a:lvl1pPr>
            <a:lvl2pPr indent="-355600" lvl="1" marL="914400" algn="l">
              <a:lnSpc>
                <a:spcPct val="90000"/>
              </a:lnSpc>
              <a:spcBef>
                <a:spcPts val="1800"/>
              </a:spcBef>
              <a:spcAft>
                <a:spcPts val="0"/>
              </a:spcAft>
              <a:buClr>
                <a:schemeClr val="dk1"/>
              </a:buClr>
              <a:buSzPts val="2000"/>
              <a:buChar char="•"/>
              <a:defRPr sz="2000"/>
            </a:lvl2pPr>
            <a:lvl3pPr indent="-355600" lvl="2" marL="1371600" algn="l">
              <a:lnSpc>
                <a:spcPct val="90000"/>
              </a:lnSpc>
              <a:spcBef>
                <a:spcPts val="1800"/>
              </a:spcBef>
              <a:spcAft>
                <a:spcPts val="0"/>
              </a:spcAft>
              <a:buClr>
                <a:schemeClr val="dk1"/>
              </a:buClr>
              <a:buSzPts val="2000"/>
              <a:buChar char="•"/>
              <a:defRPr sz="2000"/>
            </a:lvl3pPr>
            <a:lvl4pPr indent="-355600" lvl="3" marL="1828800" algn="l">
              <a:lnSpc>
                <a:spcPct val="90000"/>
              </a:lnSpc>
              <a:spcBef>
                <a:spcPts val="1800"/>
              </a:spcBef>
              <a:spcAft>
                <a:spcPts val="0"/>
              </a:spcAft>
              <a:buClr>
                <a:schemeClr val="dk1"/>
              </a:buClr>
              <a:buSzPts val="2000"/>
              <a:buChar char="•"/>
              <a:defRPr sz="2000"/>
            </a:lvl4pPr>
            <a:lvl5pPr indent="-355600" lvl="4" marL="2286000" algn="l">
              <a:lnSpc>
                <a:spcPct val="90000"/>
              </a:lnSpc>
              <a:spcBef>
                <a:spcPts val="1800"/>
              </a:spcBef>
              <a:spcAft>
                <a:spcPts val="0"/>
              </a:spcAft>
              <a:buClr>
                <a:schemeClr val="dk1"/>
              </a:buClr>
              <a:buSzPts val="2000"/>
              <a:buChar char="•"/>
              <a:defRPr sz="2000"/>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87" name="Google Shape;87;p37"/>
          <p:cNvSpPr txBox="1"/>
          <p:nvPr>
            <p:ph idx="12" type="sldNum"/>
          </p:nvPr>
        </p:nvSpPr>
        <p:spPr>
          <a:xfrm>
            <a:off x="594360" y="6332220"/>
            <a:ext cx="523240" cy="247651"/>
          </a:xfrm>
          <a:prstGeom prst="rect">
            <a:avLst/>
          </a:prstGeom>
          <a:noFill/>
          <a:ln>
            <a:noFill/>
          </a:ln>
        </p:spPr>
        <p:txBody>
          <a:bodyPr anchorCtr="0" anchor="t" bIns="0" lIns="0" spcFirstLastPara="1" rIns="0" wrap="square" tIns="0">
            <a:noAutofit/>
          </a:bodyPr>
          <a:lstStyle>
            <a:lvl1pPr indent="0" lvl="0" marL="0" marR="0" algn="l">
              <a:spcBef>
                <a:spcPts val="0"/>
              </a:spcBef>
              <a:buNone/>
              <a:defRPr b="1" i="0" sz="1100" u="none" cap="none" strike="noStrike">
                <a:solidFill>
                  <a:schemeClr val="dk1"/>
                </a:solidFill>
                <a:latin typeface="Libre Franklin"/>
                <a:ea typeface="Libre Franklin"/>
                <a:cs typeface="Libre Franklin"/>
                <a:sym typeface="Libre Franklin"/>
              </a:defRPr>
            </a:lvl1pPr>
            <a:lvl2pPr indent="0" lvl="1" marL="0" marR="0" algn="l">
              <a:spcBef>
                <a:spcPts val="0"/>
              </a:spcBef>
              <a:buNone/>
              <a:defRPr b="1" i="0" sz="1100" u="none" cap="none" strike="noStrike">
                <a:solidFill>
                  <a:schemeClr val="dk1"/>
                </a:solidFill>
                <a:latin typeface="Libre Franklin"/>
                <a:ea typeface="Libre Franklin"/>
                <a:cs typeface="Libre Franklin"/>
                <a:sym typeface="Libre Franklin"/>
              </a:defRPr>
            </a:lvl2pPr>
            <a:lvl3pPr indent="0" lvl="2" marL="0" marR="0" algn="l">
              <a:spcBef>
                <a:spcPts val="0"/>
              </a:spcBef>
              <a:buNone/>
              <a:defRPr b="1" i="0" sz="1100" u="none" cap="none" strike="noStrike">
                <a:solidFill>
                  <a:schemeClr val="dk1"/>
                </a:solidFill>
                <a:latin typeface="Libre Franklin"/>
                <a:ea typeface="Libre Franklin"/>
                <a:cs typeface="Libre Franklin"/>
                <a:sym typeface="Libre Franklin"/>
              </a:defRPr>
            </a:lvl3pPr>
            <a:lvl4pPr indent="0" lvl="3" marL="0" marR="0" algn="l">
              <a:spcBef>
                <a:spcPts val="0"/>
              </a:spcBef>
              <a:buNone/>
              <a:defRPr b="1" i="0" sz="1100" u="none" cap="none" strike="noStrike">
                <a:solidFill>
                  <a:schemeClr val="dk1"/>
                </a:solidFill>
                <a:latin typeface="Libre Franklin"/>
                <a:ea typeface="Libre Franklin"/>
                <a:cs typeface="Libre Franklin"/>
                <a:sym typeface="Libre Franklin"/>
              </a:defRPr>
            </a:lvl4pPr>
            <a:lvl5pPr indent="0" lvl="4" marL="0" marR="0" algn="l">
              <a:spcBef>
                <a:spcPts val="0"/>
              </a:spcBef>
              <a:buNone/>
              <a:defRPr b="1" i="0" sz="1100" u="none" cap="none" strike="noStrike">
                <a:solidFill>
                  <a:schemeClr val="dk1"/>
                </a:solidFill>
                <a:latin typeface="Libre Franklin"/>
                <a:ea typeface="Libre Franklin"/>
                <a:cs typeface="Libre Franklin"/>
                <a:sym typeface="Libre Franklin"/>
              </a:defRPr>
            </a:lvl5pPr>
            <a:lvl6pPr indent="0" lvl="5" marL="0" marR="0" algn="l">
              <a:spcBef>
                <a:spcPts val="0"/>
              </a:spcBef>
              <a:buNone/>
              <a:defRPr b="1" i="0" sz="1100" u="none" cap="none" strike="noStrike">
                <a:solidFill>
                  <a:schemeClr val="dk1"/>
                </a:solidFill>
                <a:latin typeface="Libre Franklin"/>
                <a:ea typeface="Libre Franklin"/>
                <a:cs typeface="Libre Franklin"/>
                <a:sym typeface="Libre Franklin"/>
              </a:defRPr>
            </a:lvl6pPr>
            <a:lvl7pPr indent="0" lvl="6" marL="0" marR="0" algn="l">
              <a:spcBef>
                <a:spcPts val="0"/>
              </a:spcBef>
              <a:buNone/>
              <a:defRPr b="1" i="0" sz="1100" u="none" cap="none" strike="noStrike">
                <a:solidFill>
                  <a:schemeClr val="dk1"/>
                </a:solidFill>
                <a:latin typeface="Libre Franklin"/>
                <a:ea typeface="Libre Franklin"/>
                <a:cs typeface="Libre Franklin"/>
                <a:sym typeface="Libre Franklin"/>
              </a:defRPr>
            </a:lvl7pPr>
            <a:lvl8pPr indent="0" lvl="7" marL="0" marR="0" algn="l">
              <a:spcBef>
                <a:spcPts val="0"/>
              </a:spcBef>
              <a:buNone/>
              <a:defRPr b="1" i="0" sz="1100" u="none" cap="none" strike="noStrike">
                <a:solidFill>
                  <a:schemeClr val="dk1"/>
                </a:solidFill>
                <a:latin typeface="Libre Franklin"/>
                <a:ea typeface="Libre Franklin"/>
                <a:cs typeface="Libre Franklin"/>
                <a:sym typeface="Libre Franklin"/>
              </a:defRPr>
            </a:lvl8pPr>
            <a:lvl9pPr indent="0" lvl="8" marL="0" marR="0" algn="l">
              <a:spcBef>
                <a:spcPts val="0"/>
              </a:spcBef>
              <a:buNone/>
              <a:defRPr b="1" i="0" sz="1100" u="none" cap="none" strike="noStrike">
                <a:solidFill>
                  <a:schemeClr val="dk1"/>
                </a:solidFill>
                <a:latin typeface="Libre Franklin"/>
                <a:ea typeface="Libre Franklin"/>
                <a:cs typeface="Libre Franklin"/>
                <a:sym typeface="Libre Franklin"/>
              </a:defRPr>
            </a:lvl9pPr>
          </a:lstStyle>
          <a:p>
            <a:pPr indent="0" lvl="0" marL="0" rtl="0" algn="l">
              <a:spcBef>
                <a:spcPts val="0"/>
              </a:spcBef>
              <a:spcAft>
                <a:spcPts val="0"/>
              </a:spcAft>
              <a:buNone/>
            </a:pPr>
            <a:fld id="{00000000-1234-1234-1234-123412341234}" type="slidenum">
              <a:rPr lang="es-MX"/>
              <a:t>‹#›</a:t>
            </a:fld>
            <a:endParaRPr/>
          </a:p>
        </p:txBody>
      </p:sp>
      <p:sp>
        <p:nvSpPr>
          <p:cNvPr id="88" name="Google Shape;88;p37"/>
          <p:cNvSpPr txBox="1"/>
          <p:nvPr>
            <p:ph idx="10" type="dt"/>
          </p:nvPr>
        </p:nvSpPr>
        <p:spPr>
          <a:xfrm>
            <a:off x="1133648" y="6332220"/>
            <a:ext cx="1313180" cy="247651"/>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cxnSp>
        <p:nvCxnSpPr>
          <p:cNvPr id="89" name="Google Shape;89;p37"/>
          <p:cNvCxnSpPr/>
          <p:nvPr/>
        </p:nvCxnSpPr>
        <p:spPr>
          <a:xfrm>
            <a:off x="594360" y="2148840"/>
            <a:ext cx="2133600" cy="3992"/>
          </a:xfrm>
          <a:prstGeom prst="straightConnector1">
            <a:avLst/>
          </a:prstGeom>
          <a:noFill/>
          <a:ln cap="flat" cmpd="sng" w="101600">
            <a:solidFill>
              <a:srgbClr val="5D7C3F"/>
            </a:solidFill>
            <a:prstDash val="solid"/>
            <a:miter lim="800000"/>
            <a:headEnd len="sm" w="sm" type="none"/>
            <a:tailEnd len="sm" w="sm" type="none"/>
          </a:ln>
        </p:spPr>
      </p:cxnSp>
    </p:spTree>
  </p:cSld>
  <p:clrMapOvr>
    <a:masterClrMapping/>
  </p:clrMapOvr>
  <p:extLst>
    <p:ext uri="{DCECCB84-F9BA-43D5-87BE-67443E8EF086}">
      <p15:sldGuideLst>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9" orient="horz" pos="552">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y tabla del título">
  <p:cSld name="Contenido y tabla del título">
    <p:bg>
      <p:bgPr>
        <a:solidFill>
          <a:schemeClr val="lt1"/>
        </a:solidFill>
      </p:bgPr>
    </p:bg>
    <p:spTree>
      <p:nvGrpSpPr>
        <p:cNvPr id="90" name="Shape 90"/>
        <p:cNvGrpSpPr/>
        <p:nvPr/>
      </p:nvGrpSpPr>
      <p:grpSpPr>
        <a:xfrm>
          <a:off x="0" y="0"/>
          <a:ext cx="0" cy="0"/>
          <a:chOff x="0" y="0"/>
          <a:chExt cx="0" cy="0"/>
        </a:xfrm>
      </p:grpSpPr>
      <p:grpSp>
        <p:nvGrpSpPr>
          <p:cNvPr id="91" name="Google Shape;91;p38"/>
          <p:cNvGrpSpPr/>
          <p:nvPr/>
        </p:nvGrpSpPr>
        <p:grpSpPr>
          <a:xfrm flipH="1" rot="5400000">
            <a:off x="0" y="3900132"/>
            <a:ext cx="2959226" cy="2959226"/>
            <a:chOff x="0" y="12289"/>
            <a:chExt cx="3550" cy="3551"/>
          </a:xfrm>
        </p:grpSpPr>
        <p:sp>
          <p:nvSpPr>
            <p:cNvPr id="92" name="Google Shape;92;p38"/>
            <p:cNvSpPr/>
            <p:nvPr/>
          </p:nvSpPr>
          <p:spPr>
            <a:xfrm>
              <a:off x="0" y="12289"/>
              <a:ext cx="1789" cy="2386"/>
            </a:xfrm>
            <a:custGeom>
              <a:rect b="b" l="l" r="r" t="t"/>
              <a:pathLst>
                <a:path extrusionOk="0" h="2386" w="1789">
                  <a:moveTo>
                    <a:pt x="0" y="0"/>
                  </a:moveTo>
                  <a:lnTo>
                    <a:pt x="0" y="1194"/>
                  </a:lnTo>
                  <a:lnTo>
                    <a:pt x="1192" y="2386"/>
                  </a:lnTo>
                  <a:lnTo>
                    <a:pt x="1789" y="1789"/>
                  </a:lnTo>
                  <a:lnTo>
                    <a:pt x="0" y="0"/>
                  </a:lnTo>
                  <a:close/>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lt1"/>
                </a:solidFill>
                <a:latin typeface="Libre Franklin"/>
                <a:ea typeface="Libre Franklin"/>
                <a:cs typeface="Libre Franklin"/>
                <a:sym typeface="Libre Franklin"/>
              </a:endParaRPr>
            </a:p>
          </p:txBody>
        </p:sp>
        <p:sp>
          <p:nvSpPr>
            <p:cNvPr id="93" name="Google Shape;93;p38"/>
            <p:cNvSpPr/>
            <p:nvPr/>
          </p:nvSpPr>
          <p:spPr>
            <a:xfrm>
              <a:off x="0" y="14678"/>
              <a:ext cx="1162" cy="1162"/>
            </a:xfrm>
            <a:custGeom>
              <a:rect b="b" l="l" r="r" t="t"/>
              <a:pathLst>
                <a:path extrusionOk="0" h="1162" w="1162">
                  <a:moveTo>
                    <a:pt x="0" y="0"/>
                  </a:moveTo>
                  <a:lnTo>
                    <a:pt x="0" y="1161"/>
                  </a:lnTo>
                  <a:lnTo>
                    <a:pt x="1161" y="1161"/>
                  </a:lnTo>
                  <a:lnTo>
                    <a:pt x="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lt1"/>
                </a:solidFill>
                <a:latin typeface="Libre Franklin"/>
                <a:ea typeface="Libre Franklin"/>
                <a:cs typeface="Libre Franklin"/>
                <a:sym typeface="Libre Franklin"/>
              </a:endParaRPr>
            </a:p>
          </p:txBody>
        </p:sp>
        <p:sp>
          <p:nvSpPr>
            <p:cNvPr id="94" name="Google Shape;94;p38"/>
            <p:cNvSpPr/>
            <p:nvPr/>
          </p:nvSpPr>
          <p:spPr>
            <a:xfrm>
              <a:off x="1221" y="14675"/>
              <a:ext cx="2329" cy="1165"/>
            </a:xfrm>
            <a:custGeom>
              <a:rect b="b" l="l" r="r" t="t"/>
              <a:pathLst>
                <a:path extrusionOk="0" h="1165" w="2329">
                  <a:moveTo>
                    <a:pt x="2329" y="1164"/>
                  </a:moveTo>
                  <a:lnTo>
                    <a:pt x="1165" y="0"/>
                  </a:lnTo>
                  <a:lnTo>
                    <a:pt x="0" y="1164"/>
                  </a:lnTo>
                  <a:lnTo>
                    <a:pt x="2329" y="1164"/>
                  </a:lnTo>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lt1"/>
                </a:solidFill>
                <a:latin typeface="Libre Franklin"/>
                <a:ea typeface="Libre Franklin"/>
                <a:cs typeface="Libre Franklin"/>
                <a:sym typeface="Libre Franklin"/>
              </a:endParaRPr>
            </a:p>
          </p:txBody>
        </p:sp>
      </p:grpSp>
      <p:sp>
        <p:nvSpPr>
          <p:cNvPr id="95" name="Google Shape;95;p38"/>
          <p:cNvSpPr txBox="1"/>
          <p:nvPr>
            <p:ph type="title"/>
          </p:nvPr>
        </p:nvSpPr>
        <p:spPr>
          <a:xfrm>
            <a:off x="3661409" y="4661717"/>
            <a:ext cx="7936230" cy="1380760"/>
          </a:xfrm>
          <a:prstGeom prst="rect">
            <a:avLst/>
          </a:prstGeom>
          <a:noFill/>
          <a:ln>
            <a:noFill/>
          </a:ln>
        </p:spPr>
        <p:txBody>
          <a:bodyPr anchorCtr="0" anchor="b" bIns="0" lIns="0" spcFirstLastPara="1" rIns="0" wrap="square" tIns="0">
            <a:noAutofit/>
          </a:bodyPr>
          <a:lstStyle>
            <a:lvl1pPr lvl="0" algn="l">
              <a:lnSpc>
                <a:spcPct val="80000"/>
              </a:lnSpc>
              <a:spcBef>
                <a:spcPts val="0"/>
              </a:spcBef>
              <a:spcAft>
                <a:spcPts val="0"/>
              </a:spcAft>
              <a:buClr>
                <a:schemeClr val="dk1"/>
              </a:buClr>
              <a:buSzPts val="4400"/>
              <a:buFont typeface="Franklin Gothic"/>
              <a:buNone/>
              <a:defRPr b="1" i="0" sz="4400">
                <a:solidFill>
                  <a:schemeClr val="dk1"/>
                </a:solidFill>
                <a:latin typeface="Franklin Gothic"/>
                <a:ea typeface="Franklin Gothic"/>
                <a:cs typeface="Franklin Gothic"/>
                <a:sym typeface="Franklin Gothic"/>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cxnSp>
        <p:nvCxnSpPr>
          <p:cNvPr id="96" name="Google Shape;96;p38"/>
          <p:cNvCxnSpPr/>
          <p:nvPr/>
        </p:nvCxnSpPr>
        <p:spPr>
          <a:xfrm>
            <a:off x="3670935" y="6313170"/>
            <a:ext cx="2133600" cy="3992"/>
          </a:xfrm>
          <a:prstGeom prst="straightConnector1">
            <a:avLst/>
          </a:prstGeom>
          <a:noFill/>
          <a:ln cap="flat" cmpd="sng" w="101600">
            <a:solidFill>
              <a:srgbClr val="5D7C3F"/>
            </a:solidFill>
            <a:prstDash val="solid"/>
            <a:miter lim="800000"/>
            <a:headEnd len="sm" w="sm" type="none"/>
            <a:tailEnd len="sm" w="sm" type="none"/>
          </a:ln>
        </p:spPr>
      </p:cxnSp>
      <p:sp>
        <p:nvSpPr>
          <p:cNvPr id="97" name="Google Shape;97;p38"/>
          <p:cNvSpPr txBox="1"/>
          <p:nvPr>
            <p:ph idx="1" type="body"/>
          </p:nvPr>
        </p:nvSpPr>
        <p:spPr>
          <a:xfrm>
            <a:off x="603885" y="584005"/>
            <a:ext cx="2825115" cy="3999060"/>
          </a:xfrm>
          <a:prstGeom prst="rect">
            <a:avLst/>
          </a:prstGeom>
          <a:noFill/>
          <a:ln>
            <a:noFill/>
          </a:ln>
        </p:spPr>
        <p:txBody>
          <a:bodyPr anchorCtr="0" anchor="t" bIns="45700" lIns="0" spcFirstLastPara="1" rIns="91425" wrap="square" tIns="274300">
            <a:normAutofit/>
          </a:bodyPr>
          <a:lstStyle>
            <a:lvl1pPr indent="-228600" lvl="0" marL="457200" algn="l">
              <a:lnSpc>
                <a:spcPct val="90000"/>
              </a:lnSpc>
              <a:spcBef>
                <a:spcPts val="1800"/>
              </a:spcBef>
              <a:spcAft>
                <a:spcPts val="0"/>
              </a:spcAft>
              <a:buClr>
                <a:schemeClr val="dk1"/>
              </a:buClr>
              <a:buSzPts val="2000"/>
              <a:buFont typeface="Arial"/>
              <a:buNone/>
              <a:defRPr sz="2000"/>
            </a:lvl1pPr>
            <a:lvl2pPr indent="-228600" lvl="1" marL="914400" algn="l">
              <a:lnSpc>
                <a:spcPct val="90000"/>
              </a:lnSpc>
              <a:spcBef>
                <a:spcPts val="1800"/>
              </a:spcBef>
              <a:spcAft>
                <a:spcPts val="0"/>
              </a:spcAft>
              <a:buClr>
                <a:schemeClr val="dk1"/>
              </a:buClr>
              <a:buSzPts val="2000"/>
              <a:buNone/>
              <a:defRPr sz="2000"/>
            </a:lvl2pPr>
            <a:lvl3pPr indent="-228600" lvl="2" marL="1371600" algn="l">
              <a:lnSpc>
                <a:spcPct val="90000"/>
              </a:lnSpc>
              <a:spcBef>
                <a:spcPts val="1800"/>
              </a:spcBef>
              <a:spcAft>
                <a:spcPts val="0"/>
              </a:spcAft>
              <a:buClr>
                <a:schemeClr val="dk1"/>
              </a:buClr>
              <a:buSzPts val="2000"/>
              <a:buNone/>
              <a:defRPr sz="2000"/>
            </a:lvl3pPr>
            <a:lvl4pPr indent="-228600" lvl="3" marL="1828800" algn="l">
              <a:lnSpc>
                <a:spcPct val="90000"/>
              </a:lnSpc>
              <a:spcBef>
                <a:spcPts val="1800"/>
              </a:spcBef>
              <a:spcAft>
                <a:spcPts val="0"/>
              </a:spcAft>
              <a:buClr>
                <a:schemeClr val="dk1"/>
              </a:buClr>
              <a:buSzPts val="2000"/>
              <a:buNone/>
              <a:defRPr sz="2000"/>
            </a:lvl4pPr>
            <a:lvl5pPr indent="-228600" lvl="4" marL="2286000" algn="l">
              <a:lnSpc>
                <a:spcPct val="90000"/>
              </a:lnSpc>
              <a:spcBef>
                <a:spcPts val="1800"/>
              </a:spcBef>
              <a:spcAft>
                <a:spcPts val="0"/>
              </a:spcAft>
              <a:buClr>
                <a:schemeClr val="dk1"/>
              </a:buClr>
              <a:buSzPts val="2000"/>
              <a:buNone/>
              <a:defRPr sz="2000"/>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98" name="Google Shape;98;p38"/>
          <p:cNvSpPr txBox="1"/>
          <p:nvPr>
            <p:ph idx="2" type="body"/>
          </p:nvPr>
        </p:nvSpPr>
        <p:spPr>
          <a:xfrm>
            <a:off x="3670934" y="584005"/>
            <a:ext cx="7926705" cy="3999060"/>
          </a:xfrm>
          <a:prstGeom prst="rect">
            <a:avLst/>
          </a:prstGeom>
          <a:noFill/>
          <a:ln>
            <a:noFill/>
          </a:ln>
        </p:spPr>
        <p:txBody>
          <a:bodyPr anchorCtr="0" anchor="t" bIns="45700" lIns="0" spcFirstLastPara="1" rIns="91425" wrap="square" tIns="45700">
            <a:normAutofit/>
          </a:bodyPr>
          <a:lstStyle>
            <a:lvl1pPr indent="-228600" lvl="0" marL="457200" algn="l">
              <a:lnSpc>
                <a:spcPct val="90000"/>
              </a:lnSpc>
              <a:spcBef>
                <a:spcPts val="1800"/>
              </a:spcBef>
              <a:spcAft>
                <a:spcPts val="0"/>
              </a:spcAft>
              <a:buClr>
                <a:schemeClr val="dk1"/>
              </a:buClr>
              <a:buSzPts val="2000"/>
              <a:buNone/>
              <a:defRPr sz="2000"/>
            </a:lvl1pPr>
            <a:lvl2pPr indent="-355600" lvl="1" marL="914400" algn="l">
              <a:lnSpc>
                <a:spcPct val="90000"/>
              </a:lnSpc>
              <a:spcBef>
                <a:spcPts val="600"/>
              </a:spcBef>
              <a:spcAft>
                <a:spcPts val="0"/>
              </a:spcAft>
              <a:buClr>
                <a:schemeClr val="dk1"/>
              </a:buClr>
              <a:buSzPts val="2000"/>
              <a:buChar char="•"/>
              <a:defRPr sz="2000"/>
            </a:lvl2pPr>
            <a:lvl3pPr indent="-355600" lvl="2" marL="1371600" algn="l">
              <a:lnSpc>
                <a:spcPct val="90000"/>
              </a:lnSpc>
              <a:spcBef>
                <a:spcPts val="1800"/>
              </a:spcBef>
              <a:spcAft>
                <a:spcPts val="0"/>
              </a:spcAft>
              <a:buClr>
                <a:schemeClr val="dk1"/>
              </a:buClr>
              <a:buSzPts val="2000"/>
              <a:buChar char="•"/>
              <a:defRPr sz="2000"/>
            </a:lvl3pPr>
            <a:lvl4pPr indent="-355600" lvl="3" marL="1828800" algn="l">
              <a:lnSpc>
                <a:spcPct val="90000"/>
              </a:lnSpc>
              <a:spcBef>
                <a:spcPts val="1800"/>
              </a:spcBef>
              <a:spcAft>
                <a:spcPts val="0"/>
              </a:spcAft>
              <a:buClr>
                <a:schemeClr val="dk1"/>
              </a:buClr>
              <a:buSzPts val="2000"/>
              <a:buChar char="•"/>
              <a:defRPr sz="2000"/>
            </a:lvl4pPr>
            <a:lvl5pPr indent="-355600" lvl="4" marL="2286000" algn="l">
              <a:lnSpc>
                <a:spcPct val="90000"/>
              </a:lnSpc>
              <a:spcBef>
                <a:spcPts val="1800"/>
              </a:spcBef>
              <a:spcAft>
                <a:spcPts val="0"/>
              </a:spcAft>
              <a:buClr>
                <a:schemeClr val="dk1"/>
              </a:buClr>
              <a:buSzPts val="2000"/>
              <a:buChar char="•"/>
              <a:defRPr sz="2000"/>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99" name="Google Shape;99;p38"/>
          <p:cNvSpPr txBox="1"/>
          <p:nvPr>
            <p:ph idx="12" type="sldNum"/>
          </p:nvPr>
        </p:nvSpPr>
        <p:spPr>
          <a:xfrm>
            <a:off x="594360" y="6332220"/>
            <a:ext cx="523240" cy="247651"/>
          </a:xfrm>
          <a:prstGeom prst="rect">
            <a:avLst/>
          </a:prstGeom>
          <a:noFill/>
          <a:ln>
            <a:noFill/>
          </a:ln>
        </p:spPr>
        <p:txBody>
          <a:bodyPr anchorCtr="0" anchor="t" bIns="0" lIns="0" spcFirstLastPara="1" rIns="0" wrap="square" tIns="0">
            <a:noAutofit/>
          </a:bodyPr>
          <a:lstStyle>
            <a:lvl1pPr indent="0" lvl="0" marL="0" marR="0" algn="l">
              <a:spcBef>
                <a:spcPts val="0"/>
              </a:spcBef>
              <a:buNone/>
              <a:defRPr b="1" i="0" sz="1100" u="none" cap="none" strike="noStrike">
                <a:solidFill>
                  <a:schemeClr val="dk1"/>
                </a:solidFill>
                <a:latin typeface="Libre Franklin"/>
                <a:ea typeface="Libre Franklin"/>
                <a:cs typeface="Libre Franklin"/>
                <a:sym typeface="Libre Franklin"/>
              </a:defRPr>
            </a:lvl1pPr>
            <a:lvl2pPr indent="0" lvl="1" marL="0" marR="0" algn="l">
              <a:spcBef>
                <a:spcPts val="0"/>
              </a:spcBef>
              <a:buNone/>
              <a:defRPr b="1" i="0" sz="1100" u="none" cap="none" strike="noStrike">
                <a:solidFill>
                  <a:schemeClr val="dk1"/>
                </a:solidFill>
                <a:latin typeface="Libre Franklin"/>
                <a:ea typeface="Libre Franklin"/>
                <a:cs typeface="Libre Franklin"/>
                <a:sym typeface="Libre Franklin"/>
              </a:defRPr>
            </a:lvl2pPr>
            <a:lvl3pPr indent="0" lvl="2" marL="0" marR="0" algn="l">
              <a:spcBef>
                <a:spcPts val="0"/>
              </a:spcBef>
              <a:buNone/>
              <a:defRPr b="1" i="0" sz="1100" u="none" cap="none" strike="noStrike">
                <a:solidFill>
                  <a:schemeClr val="dk1"/>
                </a:solidFill>
                <a:latin typeface="Libre Franklin"/>
                <a:ea typeface="Libre Franklin"/>
                <a:cs typeface="Libre Franklin"/>
                <a:sym typeface="Libre Franklin"/>
              </a:defRPr>
            </a:lvl3pPr>
            <a:lvl4pPr indent="0" lvl="3" marL="0" marR="0" algn="l">
              <a:spcBef>
                <a:spcPts val="0"/>
              </a:spcBef>
              <a:buNone/>
              <a:defRPr b="1" i="0" sz="1100" u="none" cap="none" strike="noStrike">
                <a:solidFill>
                  <a:schemeClr val="dk1"/>
                </a:solidFill>
                <a:latin typeface="Libre Franklin"/>
                <a:ea typeface="Libre Franklin"/>
                <a:cs typeface="Libre Franklin"/>
                <a:sym typeface="Libre Franklin"/>
              </a:defRPr>
            </a:lvl4pPr>
            <a:lvl5pPr indent="0" lvl="4" marL="0" marR="0" algn="l">
              <a:spcBef>
                <a:spcPts val="0"/>
              </a:spcBef>
              <a:buNone/>
              <a:defRPr b="1" i="0" sz="1100" u="none" cap="none" strike="noStrike">
                <a:solidFill>
                  <a:schemeClr val="dk1"/>
                </a:solidFill>
                <a:latin typeface="Libre Franklin"/>
                <a:ea typeface="Libre Franklin"/>
                <a:cs typeface="Libre Franklin"/>
                <a:sym typeface="Libre Franklin"/>
              </a:defRPr>
            </a:lvl5pPr>
            <a:lvl6pPr indent="0" lvl="5" marL="0" marR="0" algn="l">
              <a:spcBef>
                <a:spcPts val="0"/>
              </a:spcBef>
              <a:buNone/>
              <a:defRPr b="1" i="0" sz="1100" u="none" cap="none" strike="noStrike">
                <a:solidFill>
                  <a:schemeClr val="dk1"/>
                </a:solidFill>
                <a:latin typeface="Libre Franklin"/>
                <a:ea typeface="Libre Franklin"/>
                <a:cs typeface="Libre Franklin"/>
                <a:sym typeface="Libre Franklin"/>
              </a:defRPr>
            </a:lvl6pPr>
            <a:lvl7pPr indent="0" lvl="6" marL="0" marR="0" algn="l">
              <a:spcBef>
                <a:spcPts val="0"/>
              </a:spcBef>
              <a:buNone/>
              <a:defRPr b="1" i="0" sz="1100" u="none" cap="none" strike="noStrike">
                <a:solidFill>
                  <a:schemeClr val="dk1"/>
                </a:solidFill>
                <a:latin typeface="Libre Franklin"/>
                <a:ea typeface="Libre Franklin"/>
                <a:cs typeface="Libre Franklin"/>
                <a:sym typeface="Libre Franklin"/>
              </a:defRPr>
            </a:lvl7pPr>
            <a:lvl8pPr indent="0" lvl="7" marL="0" marR="0" algn="l">
              <a:spcBef>
                <a:spcPts val="0"/>
              </a:spcBef>
              <a:buNone/>
              <a:defRPr b="1" i="0" sz="1100" u="none" cap="none" strike="noStrike">
                <a:solidFill>
                  <a:schemeClr val="dk1"/>
                </a:solidFill>
                <a:latin typeface="Libre Franklin"/>
                <a:ea typeface="Libre Franklin"/>
                <a:cs typeface="Libre Franklin"/>
                <a:sym typeface="Libre Franklin"/>
              </a:defRPr>
            </a:lvl8pPr>
            <a:lvl9pPr indent="0" lvl="8" marL="0" marR="0" algn="l">
              <a:spcBef>
                <a:spcPts val="0"/>
              </a:spcBef>
              <a:buNone/>
              <a:defRPr b="1" i="0" sz="1100" u="none" cap="none" strike="noStrike">
                <a:solidFill>
                  <a:schemeClr val="dk1"/>
                </a:solidFill>
                <a:latin typeface="Libre Franklin"/>
                <a:ea typeface="Libre Franklin"/>
                <a:cs typeface="Libre Franklin"/>
                <a:sym typeface="Libre Franklin"/>
              </a:defRPr>
            </a:lvl9pPr>
          </a:lstStyle>
          <a:p>
            <a:pPr indent="0" lvl="0" marL="0" rtl="0" algn="l">
              <a:spcBef>
                <a:spcPts val="0"/>
              </a:spcBef>
              <a:spcAft>
                <a:spcPts val="0"/>
              </a:spcAft>
              <a:buNone/>
            </a:pPr>
            <a:fld id="{00000000-1234-1234-1234-123412341234}" type="slidenum">
              <a:rPr lang="es-MX"/>
              <a:t>‹#›</a:t>
            </a:fld>
            <a:endParaRPr/>
          </a:p>
        </p:txBody>
      </p:sp>
      <p:sp>
        <p:nvSpPr>
          <p:cNvPr id="100" name="Google Shape;100;p38"/>
          <p:cNvSpPr txBox="1"/>
          <p:nvPr>
            <p:ph idx="10" type="dt"/>
          </p:nvPr>
        </p:nvSpPr>
        <p:spPr>
          <a:xfrm>
            <a:off x="1133648" y="6332220"/>
            <a:ext cx="1313180" cy="247651"/>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extLst>
    <p:ext uri="{DCECCB84-F9BA-43D5-87BE-67443E8EF086}">
      <p15:sldGuideLst>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9" orient="horz" pos="552">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3">
  <p:cSld name="Título 3">
    <p:bg>
      <p:bgPr>
        <a:solidFill>
          <a:schemeClr val="lt1"/>
        </a:solidFill>
      </p:bgPr>
    </p:bg>
    <p:spTree>
      <p:nvGrpSpPr>
        <p:cNvPr id="101" name="Shape 101"/>
        <p:cNvGrpSpPr/>
        <p:nvPr/>
      </p:nvGrpSpPr>
      <p:grpSpPr>
        <a:xfrm>
          <a:off x="0" y="0"/>
          <a:ext cx="0" cy="0"/>
          <a:chOff x="0" y="0"/>
          <a:chExt cx="0" cy="0"/>
        </a:xfrm>
      </p:grpSpPr>
      <p:sp>
        <p:nvSpPr>
          <p:cNvPr id="102" name="Google Shape;102;p43"/>
          <p:cNvSpPr txBox="1"/>
          <p:nvPr>
            <p:ph type="ctrTitle"/>
          </p:nvPr>
        </p:nvSpPr>
        <p:spPr>
          <a:xfrm>
            <a:off x="594360" y="411479"/>
            <a:ext cx="5486400" cy="3291840"/>
          </a:xfrm>
          <a:prstGeom prst="rect">
            <a:avLst/>
          </a:prstGeom>
          <a:noFill/>
          <a:ln>
            <a:noFill/>
          </a:ln>
        </p:spPr>
        <p:txBody>
          <a:bodyPr anchorCtr="0" anchor="b" bIns="0" lIns="0" spcFirstLastPara="1" rIns="0" wrap="square" tIns="0">
            <a:noAutofit/>
          </a:bodyPr>
          <a:lstStyle>
            <a:lvl1pPr lvl="0" algn="l">
              <a:lnSpc>
                <a:spcPct val="80000"/>
              </a:lnSpc>
              <a:spcBef>
                <a:spcPts val="0"/>
              </a:spcBef>
              <a:spcAft>
                <a:spcPts val="0"/>
              </a:spcAft>
              <a:buClr>
                <a:schemeClr val="dk1"/>
              </a:buClr>
              <a:buSzPts val="6000"/>
              <a:buFont typeface="Franklin Gothic"/>
              <a:buNone/>
              <a:defRPr b="1" i="0" sz="6000">
                <a:solidFill>
                  <a:schemeClr val="dk1"/>
                </a:solidFill>
                <a:latin typeface="Franklin Gothic"/>
                <a:ea typeface="Franklin Gothic"/>
                <a:cs typeface="Franklin Gothic"/>
                <a:sym typeface="Franklin Gothic"/>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grpSp>
        <p:nvGrpSpPr>
          <p:cNvPr id="103" name="Google Shape;103;p43"/>
          <p:cNvGrpSpPr/>
          <p:nvPr/>
        </p:nvGrpSpPr>
        <p:grpSpPr>
          <a:xfrm rot="10800000">
            <a:off x="6092752" y="0"/>
            <a:ext cx="6099248" cy="6099248"/>
            <a:chOff x="0" y="12289"/>
            <a:chExt cx="3550" cy="3551"/>
          </a:xfrm>
        </p:grpSpPr>
        <p:sp>
          <p:nvSpPr>
            <p:cNvPr id="104" name="Google Shape;104;p43"/>
            <p:cNvSpPr/>
            <p:nvPr/>
          </p:nvSpPr>
          <p:spPr>
            <a:xfrm>
              <a:off x="0" y="12289"/>
              <a:ext cx="1789" cy="2386"/>
            </a:xfrm>
            <a:custGeom>
              <a:rect b="b" l="l" r="r" t="t"/>
              <a:pathLst>
                <a:path extrusionOk="0" h="2386" w="1789">
                  <a:moveTo>
                    <a:pt x="0" y="0"/>
                  </a:moveTo>
                  <a:lnTo>
                    <a:pt x="0" y="1194"/>
                  </a:lnTo>
                  <a:lnTo>
                    <a:pt x="1192" y="2386"/>
                  </a:lnTo>
                  <a:lnTo>
                    <a:pt x="1789" y="1789"/>
                  </a:lnTo>
                  <a:lnTo>
                    <a:pt x="0" y="0"/>
                  </a:lnTo>
                  <a:close/>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lt1"/>
                </a:solidFill>
                <a:latin typeface="Libre Franklin"/>
                <a:ea typeface="Libre Franklin"/>
                <a:cs typeface="Libre Franklin"/>
                <a:sym typeface="Libre Franklin"/>
              </a:endParaRPr>
            </a:p>
          </p:txBody>
        </p:sp>
        <p:sp>
          <p:nvSpPr>
            <p:cNvPr id="105" name="Google Shape;105;p43"/>
            <p:cNvSpPr/>
            <p:nvPr/>
          </p:nvSpPr>
          <p:spPr>
            <a:xfrm>
              <a:off x="0" y="14678"/>
              <a:ext cx="1162" cy="1162"/>
            </a:xfrm>
            <a:custGeom>
              <a:rect b="b" l="l" r="r" t="t"/>
              <a:pathLst>
                <a:path extrusionOk="0" h="1162" w="1162">
                  <a:moveTo>
                    <a:pt x="0" y="0"/>
                  </a:moveTo>
                  <a:lnTo>
                    <a:pt x="0" y="1161"/>
                  </a:lnTo>
                  <a:lnTo>
                    <a:pt x="1161" y="1161"/>
                  </a:lnTo>
                  <a:lnTo>
                    <a:pt x="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lt1"/>
                </a:solidFill>
                <a:latin typeface="Libre Franklin"/>
                <a:ea typeface="Libre Franklin"/>
                <a:cs typeface="Libre Franklin"/>
                <a:sym typeface="Libre Franklin"/>
              </a:endParaRPr>
            </a:p>
          </p:txBody>
        </p:sp>
        <p:sp>
          <p:nvSpPr>
            <p:cNvPr id="106" name="Google Shape;106;p43"/>
            <p:cNvSpPr/>
            <p:nvPr/>
          </p:nvSpPr>
          <p:spPr>
            <a:xfrm>
              <a:off x="1221" y="14675"/>
              <a:ext cx="2329" cy="1165"/>
            </a:xfrm>
            <a:custGeom>
              <a:rect b="b" l="l" r="r" t="t"/>
              <a:pathLst>
                <a:path extrusionOk="0" h="1165" w="2329">
                  <a:moveTo>
                    <a:pt x="2329" y="1164"/>
                  </a:moveTo>
                  <a:lnTo>
                    <a:pt x="1165" y="0"/>
                  </a:lnTo>
                  <a:lnTo>
                    <a:pt x="0" y="1164"/>
                  </a:lnTo>
                  <a:lnTo>
                    <a:pt x="2329" y="1164"/>
                  </a:lnTo>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lt1"/>
                </a:solidFill>
                <a:latin typeface="Libre Franklin"/>
                <a:ea typeface="Libre Franklin"/>
                <a:cs typeface="Libre Franklin"/>
                <a:sym typeface="Libre Franklin"/>
              </a:endParaRPr>
            </a:p>
          </p:txBody>
        </p:sp>
      </p:grpSp>
      <p:sp>
        <p:nvSpPr>
          <p:cNvPr id="107" name="Google Shape;107;p43"/>
          <p:cNvSpPr txBox="1"/>
          <p:nvPr>
            <p:ph idx="1" type="body"/>
          </p:nvPr>
        </p:nvSpPr>
        <p:spPr>
          <a:xfrm>
            <a:off x="594360" y="4549552"/>
            <a:ext cx="5486400" cy="164592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1000"/>
              </a:spcBef>
              <a:spcAft>
                <a:spcPts val="0"/>
              </a:spcAft>
              <a:buClr>
                <a:srgbClr val="5D7C3F"/>
              </a:buClr>
              <a:buSzPts val="2400"/>
              <a:buNone/>
              <a:defRPr b="1" i="0" sz="2400">
                <a:solidFill>
                  <a:srgbClr val="5D7C3F"/>
                </a:solidFill>
                <a:latin typeface="Libre Franklin"/>
                <a:ea typeface="Libre Franklin"/>
                <a:cs typeface="Libre Franklin"/>
                <a:sym typeface="Libre Franklin"/>
              </a:defRPr>
            </a:lvl1pPr>
            <a:lvl2pPr indent="-482600" lvl="1" marL="914400" algn="l">
              <a:lnSpc>
                <a:spcPct val="90000"/>
              </a:lnSpc>
              <a:spcBef>
                <a:spcPts val="500"/>
              </a:spcBef>
              <a:spcAft>
                <a:spcPts val="0"/>
              </a:spcAft>
              <a:buClr>
                <a:schemeClr val="dk1"/>
              </a:buClr>
              <a:buSzPts val="4000"/>
              <a:buChar char="•"/>
              <a:defRPr sz="4000"/>
            </a:lvl2pPr>
            <a:lvl3pPr indent="-482600" lvl="2" marL="1371600" algn="l">
              <a:lnSpc>
                <a:spcPct val="90000"/>
              </a:lnSpc>
              <a:spcBef>
                <a:spcPts val="500"/>
              </a:spcBef>
              <a:spcAft>
                <a:spcPts val="0"/>
              </a:spcAft>
              <a:buClr>
                <a:schemeClr val="dk1"/>
              </a:buClr>
              <a:buSzPts val="4000"/>
              <a:buChar char="•"/>
              <a:defRPr sz="4000"/>
            </a:lvl3pPr>
            <a:lvl4pPr indent="-482600" lvl="3" marL="1828800" algn="l">
              <a:lnSpc>
                <a:spcPct val="90000"/>
              </a:lnSpc>
              <a:spcBef>
                <a:spcPts val="500"/>
              </a:spcBef>
              <a:spcAft>
                <a:spcPts val="0"/>
              </a:spcAft>
              <a:buClr>
                <a:schemeClr val="dk1"/>
              </a:buClr>
              <a:buSzPts val="4000"/>
              <a:buChar char="•"/>
              <a:defRPr sz="4000"/>
            </a:lvl4pPr>
            <a:lvl5pPr indent="-482600" lvl="4" marL="2286000" algn="l">
              <a:lnSpc>
                <a:spcPct val="90000"/>
              </a:lnSpc>
              <a:spcBef>
                <a:spcPts val="500"/>
              </a:spcBef>
              <a:spcAft>
                <a:spcPts val="0"/>
              </a:spcAft>
              <a:buClr>
                <a:schemeClr val="dk1"/>
              </a:buClr>
              <a:buSzPts val="4000"/>
              <a:buChar char="•"/>
              <a:defRPr sz="4000"/>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cxnSp>
        <p:nvCxnSpPr>
          <p:cNvPr id="108" name="Google Shape;108;p43"/>
          <p:cNvCxnSpPr/>
          <p:nvPr/>
        </p:nvCxnSpPr>
        <p:spPr>
          <a:xfrm>
            <a:off x="594360" y="3950208"/>
            <a:ext cx="2133600" cy="3992"/>
          </a:xfrm>
          <a:prstGeom prst="straightConnector1">
            <a:avLst/>
          </a:prstGeom>
          <a:noFill/>
          <a:ln cap="flat" cmpd="sng" w="101600">
            <a:solidFill>
              <a:srgbClr val="5D7C3F"/>
            </a:solidFill>
            <a:prstDash val="solid"/>
            <a:miter lim="800000"/>
            <a:headEnd len="sm" w="sm" type="none"/>
            <a:tailEnd len="sm" w="sm" type="none"/>
          </a:ln>
        </p:spPr>
      </p:cxn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1">
  <p:cSld name="Título 1">
    <p:bg>
      <p:bgPr>
        <a:solidFill>
          <a:schemeClr val="lt1"/>
        </a:solidFill>
      </p:bgPr>
    </p:bg>
    <p:spTree>
      <p:nvGrpSpPr>
        <p:cNvPr id="109" name="Shape 109"/>
        <p:cNvGrpSpPr/>
        <p:nvPr/>
      </p:nvGrpSpPr>
      <p:grpSpPr>
        <a:xfrm>
          <a:off x="0" y="0"/>
          <a:ext cx="0" cy="0"/>
          <a:chOff x="0" y="0"/>
          <a:chExt cx="0" cy="0"/>
        </a:xfrm>
      </p:grpSpPr>
      <p:sp>
        <p:nvSpPr>
          <p:cNvPr id="110" name="Google Shape;110;p44"/>
          <p:cNvSpPr txBox="1"/>
          <p:nvPr>
            <p:ph type="ctrTitle"/>
          </p:nvPr>
        </p:nvSpPr>
        <p:spPr>
          <a:xfrm>
            <a:off x="6309904" y="411479"/>
            <a:ext cx="5486400" cy="3291840"/>
          </a:xfrm>
          <a:prstGeom prst="rect">
            <a:avLst/>
          </a:prstGeom>
          <a:noFill/>
          <a:ln>
            <a:noFill/>
          </a:ln>
        </p:spPr>
        <p:txBody>
          <a:bodyPr anchorCtr="0" anchor="b" bIns="0" lIns="0" spcFirstLastPara="1" rIns="0" wrap="square" tIns="0">
            <a:noAutofit/>
          </a:bodyPr>
          <a:lstStyle>
            <a:lvl1pPr lvl="0" algn="l">
              <a:lnSpc>
                <a:spcPct val="80000"/>
              </a:lnSpc>
              <a:spcBef>
                <a:spcPts val="0"/>
              </a:spcBef>
              <a:spcAft>
                <a:spcPts val="0"/>
              </a:spcAft>
              <a:buClr>
                <a:schemeClr val="dk1"/>
              </a:buClr>
              <a:buSzPts val="6000"/>
              <a:buFont typeface="Franklin Gothic"/>
              <a:buNone/>
              <a:defRPr b="1" i="0" sz="6000">
                <a:solidFill>
                  <a:schemeClr val="dk1"/>
                </a:solidFill>
                <a:latin typeface="Franklin Gothic"/>
                <a:ea typeface="Franklin Gothic"/>
                <a:cs typeface="Franklin Gothic"/>
                <a:sym typeface="Franklin Gothic"/>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grpSp>
        <p:nvGrpSpPr>
          <p:cNvPr id="111" name="Google Shape;111;p44"/>
          <p:cNvGrpSpPr/>
          <p:nvPr/>
        </p:nvGrpSpPr>
        <p:grpSpPr>
          <a:xfrm>
            <a:off x="1" y="758752"/>
            <a:ext cx="6099248" cy="6099248"/>
            <a:chOff x="0" y="12289"/>
            <a:chExt cx="3550" cy="3551"/>
          </a:xfrm>
        </p:grpSpPr>
        <p:sp>
          <p:nvSpPr>
            <p:cNvPr id="112" name="Google Shape;112;p44"/>
            <p:cNvSpPr/>
            <p:nvPr/>
          </p:nvSpPr>
          <p:spPr>
            <a:xfrm>
              <a:off x="0" y="12289"/>
              <a:ext cx="1789" cy="2386"/>
            </a:xfrm>
            <a:custGeom>
              <a:rect b="b" l="l" r="r" t="t"/>
              <a:pathLst>
                <a:path extrusionOk="0" h="2386" w="1789">
                  <a:moveTo>
                    <a:pt x="0" y="0"/>
                  </a:moveTo>
                  <a:lnTo>
                    <a:pt x="0" y="1194"/>
                  </a:lnTo>
                  <a:lnTo>
                    <a:pt x="1192" y="2386"/>
                  </a:lnTo>
                  <a:lnTo>
                    <a:pt x="1789" y="1789"/>
                  </a:lnTo>
                  <a:lnTo>
                    <a:pt x="0" y="0"/>
                  </a:lnTo>
                  <a:close/>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Libre Franklin"/>
                <a:ea typeface="Libre Franklin"/>
                <a:cs typeface="Libre Franklin"/>
                <a:sym typeface="Libre Franklin"/>
              </a:endParaRPr>
            </a:p>
          </p:txBody>
        </p:sp>
        <p:sp>
          <p:nvSpPr>
            <p:cNvPr id="113" name="Google Shape;113;p44"/>
            <p:cNvSpPr/>
            <p:nvPr/>
          </p:nvSpPr>
          <p:spPr>
            <a:xfrm>
              <a:off x="0" y="14678"/>
              <a:ext cx="1162" cy="1162"/>
            </a:xfrm>
            <a:custGeom>
              <a:rect b="b" l="l" r="r" t="t"/>
              <a:pathLst>
                <a:path extrusionOk="0" h="1162" w="1162">
                  <a:moveTo>
                    <a:pt x="0" y="0"/>
                  </a:moveTo>
                  <a:lnTo>
                    <a:pt x="0" y="1161"/>
                  </a:lnTo>
                  <a:lnTo>
                    <a:pt x="1161" y="1161"/>
                  </a:lnTo>
                  <a:lnTo>
                    <a:pt x="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Libre Franklin"/>
                <a:ea typeface="Libre Franklin"/>
                <a:cs typeface="Libre Franklin"/>
                <a:sym typeface="Libre Franklin"/>
              </a:endParaRPr>
            </a:p>
          </p:txBody>
        </p:sp>
        <p:sp>
          <p:nvSpPr>
            <p:cNvPr id="114" name="Google Shape;114;p44"/>
            <p:cNvSpPr/>
            <p:nvPr/>
          </p:nvSpPr>
          <p:spPr>
            <a:xfrm>
              <a:off x="1221" y="14675"/>
              <a:ext cx="2329" cy="1165"/>
            </a:xfrm>
            <a:custGeom>
              <a:rect b="b" l="l" r="r" t="t"/>
              <a:pathLst>
                <a:path extrusionOk="0" h="1165" w="2329">
                  <a:moveTo>
                    <a:pt x="2329" y="1164"/>
                  </a:moveTo>
                  <a:lnTo>
                    <a:pt x="1165" y="0"/>
                  </a:lnTo>
                  <a:lnTo>
                    <a:pt x="0" y="1164"/>
                  </a:lnTo>
                  <a:lnTo>
                    <a:pt x="2329" y="1164"/>
                  </a:lnTo>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Libre Franklin"/>
                <a:ea typeface="Libre Franklin"/>
                <a:cs typeface="Libre Franklin"/>
                <a:sym typeface="Libre Franklin"/>
              </a:endParaRPr>
            </a:p>
          </p:txBody>
        </p:sp>
      </p:grpSp>
      <p:cxnSp>
        <p:nvCxnSpPr>
          <p:cNvPr id="115" name="Google Shape;115;p44"/>
          <p:cNvCxnSpPr/>
          <p:nvPr/>
        </p:nvCxnSpPr>
        <p:spPr>
          <a:xfrm>
            <a:off x="6309360" y="3950208"/>
            <a:ext cx="2133600" cy="3992"/>
          </a:xfrm>
          <a:prstGeom prst="straightConnector1">
            <a:avLst/>
          </a:prstGeom>
          <a:noFill/>
          <a:ln cap="flat" cmpd="sng" w="101600">
            <a:solidFill>
              <a:srgbClr val="5D7C3F"/>
            </a:solidFill>
            <a:prstDash val="solid"/>
            <a:miter lim="800000"/>
            <a:headEnd len="sm" w="sm" type="none"/>
            <a:tailEnd len="sm" w="sm" type="none"/>
          </a:ln>
        </p:spPr>
      </p:cxn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de sección">
  <p:cSld name="Título de sección">
    <p:bg>
      <p:bgPr>
        <a:solidFill>
          <a:schemeClr val="accent3"/>
        </a:solidFill>
      </p:bgPr>
    </p:bg>
    <p:spTree>
      <p:nvGrpSpPr>
        <p:cNvPr id="116" name="Shape 116"/>
        <p:cNvGrpSpPr/>
        <p:nvPr/>
      </p:nvGrpSpPr>
      <p:grpSpPr>
        <a:xfrm>
          <a:off x="0" y="0"/>
          <a:ext cx="0" cy="0"/>
          <a:chOff x="0" y="0"/>
          <a:chExt cx="0" cy="0"/>
        </a:xfrm>
      </p:grpSpPr>
      <p:sp>
        <p:nvSpPr>
          <p:cNvPr id="117" name="Google Shape;117;p45"/>
          <p:cNvSpPr/>
          <p:nvPr>
            <p:ph idx="2" type="pic"/>
          </p:nvPr>
        </p:nvSpPr>
        <p:spPr>
          <a:xfrm>
            <a:off x="0" y="0"/>
            <a:ext cx="12192000" cy="6880543"/>
          </a:xfrm>
          <a:prstGeom prst="rect">
            <a:avLst/>
          </a:prstGeom>
          <a:noFill/>
          <a:ln>
            <a:noFill/>
          </a:ln>
        </p:spPr>
      </p:sp>
      <p:sp>
        <p:nvSpPr>
          <p:cNvPr id="118" name="Google Shape;118;p45"/>
          <p:cNvSpPr txBox="1"/>
          <p:nvPr>
            <p:ph type="title"/>
          </p:nvPr>
        </p:nvSpPr>
        <p:spPr>
          <a:xfrm>
            <a:off x="6309359" y="444933"/>
            <a:ext cx="5477479" cy="3291840"/>
          </a:xfrm>
          <a:prstGeom prst="rect">
            <a:avLst/>
          </a:prstGeom>
          <a:noFill/>
          <a:ln>
            <a:noFill/>
          </a:ln>
        </p:spPr>
        <p:txBody>
          <a:bodyPr anchorCtr="0" anchor="b" bIns="0" lIns="0" spcFirstLastPara="1" rIns="0" wrap="square" tIns="0">
            <a:noAutofit/>
          </a:bodyPr>
          <a:lstStyle>
            <a:lvl1pPr lvl="0" algn="l">
              <a:lnSpc>
                <a:spcPct val="80000"/>
              </a:lnSpc>
              <a:spcBef>
                <a:spcPts val="0"/>
              </a:spcBef>
              <a:spcAft>
                <a:spcPts val="0"/>
              </a:spcAft>
              <a:buClr>
                <a:schemeClr val="lt1"/>
              </a:buClr>
              <a:buSzPts val="6000"/>
              <a:buFont typeface="Franklin Gothic"/>
              <a:buNone/>
              <a:defRPr b="1" i="0" sz="6000">
                <a:solidFill>
                  <a:schemeClr val="lt1"/>
                </a:solidFill>
                <a:latin typeface="Franklin Gothic"/>
                <a:ea typeface="Franklin Gothic"/>
                <a:cs typeface="Franklin Gothic"/>
                <a:sym typeface="Franklin Gothic"/>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9" name="Google Shape;119;p45"/>
          <p:cNvSpPr/>
          <p:nvPr/>
        </p:nvSpPr>
        <p:spPr>
          <a:xfrm>
            <a:off x="6309360" y="3951843"/>
            <a:ext cx="2133600" cy="100584"/>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Libre Franklin"/>
              <a:ea typeface="Libre Franklin"/>
              <a:cs typeface="Libre Franklin"/>
              <a:sym typeface="Libre Franklin"/>
            </a:endParaRPr>
          </a:p>
        </p:txBody>
      </p:sp>
    </p:spTree>
  </p:cSld>
  <p:clrMapOvr>
    <a:masterClrMapping/>
  </p:clrMapOvr>
  <p:extLst>
    <p:ext uri="{DCECCB84-F9BA-43D5-87BE-67443E8EF086}">
      <p15:sldGuideLst>
        <p15:guide id="1" pos="7104">
          <p15:clr>
            <a:srgbClr val="FBAE40"/>
          </p15:clr>
        </p15:guide>
        <p15:guide id="2" pos="4344">
          <p15:clr>
            <a:srgbClr val="FBAE40"/>
          </p15:clr>
        </p15:guide>
        <p15:guide id="3" pos="4560">
          <p15:clr>
            <a:srgbClr val="FBAE40"/>
          </p15:clr>
        </p15:guide>
        <p15:guide id="4" orient="horz" pos="1848">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2">
  <p:cSld name="Título 2">
    <p:bg>
      <p:bgPr>
        <a:solidFill>
          <a:schemeClr val="lt1"/>
        </a:solidFill>
      </p:bgPr>
    </p:bg>
    <p:spTree>
      <p:nvGrpSpPr>
        <p:cNvPr id="120" name="Shape 120"/>
        <p:cNvGrpSpPr/>
        <p:nvPr/>
      </p:nvGrpSpPr>
      <p:grpSpPr>
        <a:xfrm>
          <a:off x="0" y="0"/>
          <a:ext cx="0" cy="0"/>
          <a:chOff x="0" y="0"/>
          <a:chExt cx="0" cy="0"/>
        </a:xfrm>
      </p:grpSpPr>
      <p:sp>
        <p:nvSpPr>
          <p:cNvPr id="121" name="Google Shape;121;p46"/>
          <p:cNvSpPr txBox="1"/>
          <p:nvPr>
            <p:ph type="ctrTitle"/>
          </p:nvPr>
        </p:nvSpPr>
        <p:spPr>
          <a:xfrm>
            <a:off x="6299835" y="430529"/>
            <a:ext cx="5486400" cy="3291840"/>
          </a:xfrm>
          <a:prstGeom prst="rect">
            <a:avLst/>
          </a:prstGeom>
          <a:noFill/>
          <a:ln>
            <a:noFill/>
          </a:ln>
        </p:spPr>
        <p:txBody>
          <a:bodyPr anchorCtr="0" anchor="b" bIns="0" lIns="0" spcFirstLastPara="1" rIns="0" wrap="square" tIns="0">
            <a:noAutofit/>
          </a:bodyPr>
          <a:lstStyle>
            <a:lvl1pPr lvl="0" algn="l">
              <a:lnSpc>
                <a:spcPct val="80000"/>
              </a:lnSpc>
              <a:spcBef>
                <a:spcPts val="0"/>
              </a:spcBef>
              <a:spcAft>
                <a:spcPts val="0"/>
              </a:spcAft>
              <a:buClr>
                <a:schemeClr val="dk1"/>
              </a:buClr>
              <a:buSzPts val="6000"/>
              <a:buFont typeface="Franklin Gothic"/>
              <a:buNone/>
              <a:defRPr b="1" i="0" sz="6000">
                <a:solidFill>
                  <a:schemeClr val="dk1"/>
                </a:solidFill>
                <a:latin typeface="Franklin Gothic"/>
                <a:ea typeface="Franklin Gothic"/>
                <a:cs typeface="Franklin Gothic"/>
                <a:sym typeface="Franklin Gothic"/>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2" name="Google Shape;122;p46"/>
          <p:cNvSpPr/>
          <p:nvPr>
            <p:ph idx="2" type="pic"/>
          </p:nvPr>
        </p:nvSpPr>
        <p:spPr>
          <a:xfrm>
            <a:off x="0" y="-11113"/>
            <a:ext cx="5791200" cy="6880226"/>
          </a:xfrm>
          <a:prstGeom prst="rect">
            <a:avLst/>
          </a:prstGeom>
          <a:noFill/>
          <a:ln>
            <a:noFill/>
          </a:ln>
        </p:spPr>
      </p:sp>
      <p:sp>
        <p:nvSpPr>
          <p:cNvPr id="123" name="Google Shape;123;p46"/>
          <p:cNvSpPr txBox="1"/>
          <p:nvPr>
            <p:ph idx="1" type="body"/>
          </p:nvPr>
        </p:nvSpPr>
        <p:spPr>
          <a:xfrm>
            <a:off x="6299835" y="4568602"/>
            <a:ext cx="5486400" cy="164592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1000"/>
              </a:spcBef>
              <a:spcAft>
                <a:spcPts val="0"/>
              </a:spcAft>
              <a:buClr>
                <a:srgbClr val="5D7C3F"/>
              </a:buClr>
              <a:buSzPts val="2400"/>
              <a:buNone/>
              <a:defRPr b="1" i="0" sz="2400">
                <a:solidFill>
                  <a:srgbClr val="5D7C3F"/>
                </a:solidFill>
                <a:latin typeface="Libre Franklin"/>
                <a:ea typeface="Libre Franklin"/>
                <a:cs typeface="Libre Franklin"/>
                <a:sym typeface="Libre Franklin"/>
              </a:defRPr>
            </a:lvl1pPr>
            <a:lvl2pPr indent="-482600" lvl="1" marL="914400" algn="l">
              <a:lnSpc>
                <a:spcPct val="90000"/>
              </a:lnSpc>
              <a:spcBef>
                <a:spcPts val="500"/>
              </a:spcBef>
              <a:spcAft>
                <a:spcPts val="0"/>
              </a:spcAft>
              <a:buClr>
                <a:schemeClr val="dk1"/>
              </a:buClr>
              <a:buSzPts val="4000"/>
              <a:buChar char="•"/>
              <a:defRPr sz="4000"/>
            </a:lvl2pPr>
            <a:lvl3pPr indent="-482600" lvl="2" marL="1371600" algn="l">
              <a:lnSpc>
                <a:spcPct val="90000"/>
              </a:lnSpc>
              <a:spcBef>
                <a:spcPts val="500"/>
              </a:spcBef>
              <a:spcAft>
                <a:spcPts val="0"/>
              </a:spcAft>
              <a:buClr>
                <a:schemeClr val="dk1"/>
              </a:buClr>
              <a:buSzPts val="4000"/>
              <a:buChar char="•"/>
              <a:defRPr sz="4000"/>
            </a:lvl3pPr>
            <a:lvl4pPr indent="-482600" lvl="3" marL="1828800" algn="l">
              <a:lnSpc>
                <a:spcPct val="90000"/>
              </a:lnSpc>
              <a:spcBef>
                <a:spcPts val="500"/>
              </a:spcBef>
              <a:spcAft>
                <a:spcPts val="0"/>
              </a:spcAft>
              <a:buClr>
                <a:schemeClr val="dk1"/>
              </a:buClr>
              <a:buSzPts val="4000"/>
              <a:buChar char="•"/>
              <a:defRPr sz="4000"/>
            </a:lvl4pPr>
            <a:lvl5pPr indent="-482600" lvl="4" marL="2286000" algn="l">
              <a:lnSpc>
                <a:spcPct val="90000"/>
              </a:lnSpc>
              <a:spcBef>
                <a:spcPts val="500"/>
              </a:spcBef>
              <a:spcAft>
                <a:spcPts val="0"/>
              </a:spcAft>
              <a:buClr>
                <a:schemeClr val="dk1"/>
              </a:buClr>
              <a:buSzPts val="4000"/>
              <a:buChar char="•"/>
              <a:defRPr sz="4000"/>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cxnSp>
        <p:nvCxnSpPr>
          <p:cNvPr id="124" name="Google Shape;124;p46"/>
          <p:cNvCxnSpPr/>
          <p:nvPr/>
        </p:nvCxnSpPr>
        <p:spPr>
          <a:xfrm>
            <a:off x="6309360" y="3950208"/>
            <a:ext cx="2133600" cy="3992"/>
          </a:xfrm>
          <a:prstGeom prst="straightConnector1">
            <a:avLst/>
          </a:prstGeom>
          <a:noFill/>
          <a:ln cap="flat" cmpd="sng" w="101600">
            <a:solidFill>
              <a:srgbClr val="5D7C3F"/>
            </a:solidFill>
            <a:prstDash val="solid"/>
            <a:miter lim="800000"/>
            <a:headEnd len="sm" w="sm" type="none"/>
            <a:tailEnd len="sm" w="sm" type="none"/>
          </a:ln>
        </p:spPr>
      </p:cxn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sumen 2">
  <p:cSld name="Resumen 2">
    <p:bg>
      <p:bgPr>
        <a:solidFill>
          <a:schemeClr val="lt1"/>
        </a:solidFill>
      </p:bgPr>
    </p:bg>
    <p:spTree>
      <p:nvGrpSpPr>
        <p:cNvPr id="125" name="Shape 125"/>
        <p:cNvGrpSpPr/>
        <p:nvPr/>
      </p:nvGrpSpPr>
      <p:grpSpPr>
        <a:xfrm>
          <a:off x="0" y="0"/>
          <a:ext cx="0" cy="0"/>
          <a:chOff x="0" y="0"/>
          <a:chExt cx="0" cy="0"/>
        </a:xfrm>
      </p:grpSpPr>
      <p:cxnSp>
        <p:nvCxnSpPr>
          <p:cNvPr id="126" name="Google Shape;126;p47"/>
          <p:cNvCxnSpPr/>
          <p:nvPr/>
        </p:nvCxnSpPr>
        <p:spPr>
          <a:xfrm>
            <a:off x="594360" y="2148840"/>
            <a:ext cx="2133600" cy="3992"/>
          </a:xfrm>
          <a:prstGeom prst="straightConnector1">
            <a:avLst/>
          </a:prstGeom>
          <a:noFill/>
          <a:ln cap="flat" cmpd="sng" w="101600">
            <a:solidFill>
              <a:srgbClr val="5D7C3F"/>
            </a:solidFill>
            <a:prstDash val="solid"/>
            <a:miter lim="800000"/>
            <a:headEnd len="sm" w="sm" type="none"/>
            <a:tailEnd len="sm" w="sm" type="none"/>
          </a:ln>
        </p:spPr>
      </p:cxnSp>
      <p:grpSp>
        <p:nvGrpSpPr>
          <p:cNvPr id="127" name="Google Shape;127;p47"/>
          <p:cNvGrpSpPr/>
          <p:nvPr/>
        </p:nvGrpSpPr>
        <p:grpSpPr>
          <a:xfrm flipH="1" rot="5400000">
            <a:off x="0" y="3900132"/>
            <a:ext cx="2959226" cy="2959226"/>
            <a:chOff x="0" y="12289"/>
            <a:chExt cx="3550" cy="3551"/>
          </a:xfrm>
        </p:grpSpPr>
        <p:sp>
          <p:nvSpPr>
            <p:cNvPr id="128" name="Google Shape;128;p47"/>
            <p:cNvSpPr/>
            <p:nvPr/>
          </p:nvSpPr>
          <p:spPr>
            <a:xfrm>
              <a:off x="0" y="12289"/>
              <a:ext cx="1789" cy="2386"/>
            </a:xfrm>
            <a:custGeom>
              <a:rect b="b" l="l" r="r" t="t"/>
              <a:pathLst>
                <a:path extrusionOk="0" h="2386" w="1789">
                  <a:moveTo>
                    <a:pt x="0" y="0"/>
                  </a:moveTo>
                  <a:lnTo>
                    <a:pt x="0" y="1194"/>
                  </a:lnTo>
                  <a:lnTo>
                    <a:pt x="1192" y="2386"/>
                  </a:lnTo>
                  <a:lnTo>
                    <a:pt x="1789" y="1789"/>
                  </a:lnTo>
                  <a:lnTo>
                    <a:pt x="0" y="0"/>
                  </a:lnTo>
                  <a:close/>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Libre Franklin"/>
                <a:ea typeface="Libre Franklin"/>
                <a:cs typeface="Libre Franklin"/>
                <a:sym typeface="Libre Franklin"/>
              </a:endParaRPr>
            </a:p>
          </p:txBody>
        </p:sp>
        <p:sp>
          <p:nvSpPr>
            <p:cNvPr id="129" name="Google Shape;129;p47"/>
            <p:cNvSpPr/>
            <p:nvPr/>
          </p:nvSpPr>
          <p:spPr>
            <a:xfrm>
              <a:off x="0" y="14678"/>
              <a:ext cx="1162" cy="1162"/>
            </a:xfrm>
            <a:custGeom>
              <a:rect b="b" l="l" r="r" t="t"/>
              <a:pathLst>
                <a:path extrusionOk="0" h="1162" w="1162">
                  <a:moveTo>
                    <a:pt x="0" y="0"/>
                  </a:moveTo>
                  <a:lnTo>
                    <a:pt x="0" y="1161"/>
                  </a:lnTo>
                  <a:lnTo>
                    <a:pt x="1161" y="1161"/>
                  </a:lnTo>
                  <a:lnTo>
                    <a:pt x="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Libre Franklin"/>
                <a:ea typeface="Libre Franklin"/>
                <a:cs typeface="Libre Franklin"/>
                <a:sym typeface="Libre Franklin"/>
              </a:endParaRPr>
            </a:p>
          </p:txBody>
        </p:sp>
        <p:sp>
          <p:nvSpPr>
            <p:cNvPr id="130" name="Google Shape;130;p47"/>
            <p:cNvSpPr/>
            <p:nvPr/>
          </p:nvSpPr>
          <p:spPr>
            <a:xfrm>
              <a:off x="1221" y="14675"/>
              <a:ext cx="2329" cy="1165"/>
            </a:xfrm>
            <a:custGeom>
              <a:rect b="b" l="l" r="r" t="t"/>
              <a:pathLst>
                <a:path extrusionOk="0" h="1165" w="2329">
                  <a:moveTo>
                    <a:pt x="2329" y="1164"/>
                  </a:moveTo>
                  <a:lnTo>
                    <a:pt x="1165" y="0"/>
                  </a:lnTo>
                  <a:lnTo>
                    <a:pt x="0" y="1164"/>
                  </a:lnTo>
                  <a:lnTo>
                    <a:pt x="2329" y="1164"/>
                  </a:lnTo>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Libre Franklin"/>
                <a:ea typeface="Libre Franklin"/>
                <a:cs typeface="Libre Franklin"/>
                <a:sym typeface="Libre Franklin"/>
              </a:endParaRPr>
            </a:p>
          </p:txBody>
        </p:sp>
      </p:grpSp>
      <p:sp>
        <p:nvSpPr>
          <p:cNvPr id="131" name="Google Shape;131;p47"/>
          <p:cNvSpPr txBox="1"/>
          <p:nvPr>
            <p:ph type="title"/>
          </p:nvPr>
        </p:nvSpPr>
        <p:spPr>
          <a:xfrm>
            <a:off x="594360" y="102875"/>
            <a:ext cx="10873740" cy="1680205"/>
          </a:xfrm>
          <a:prstGeom prst="rect">
            <a:avLst/>
          </a:prstGeom>
          <a:noFill/>
          <a:ln>
            <a:noFill/>
          </a:ln>
        </p:spPr>
        <p:txBody>
          <a:bodyPr anchorCtr="0" anchor="b" bIns="0" lIns="0" spcFirstLastPara="1" rIns="0" wrap="square" tIns="0">
            <a:noAutofit/>
          </a:bodyPr>
          <a:lstStyle>
            <a:lvl1pPr lvl="0" algn="l">
              <a:lnSpc>
                <a:spcPct val="80000"/>
              </a:lnSpc>
              <a:spcBef>
                <a:spcPts val="0"/>
              </a:spcBef>
              <a:spcAft>
                <a:spcPts val="0"/>
              </a:spcAft>
              <a:buClr>
                <a:schemeClr val="dk1"/>
              </a:buClr>
              <a:buSzPts val="4400"/>
              <a:buFont typeface="Franklin Gothic"/>
              <a:buNone/>
              <a:defRPr b="1" i="0" sz="4400">
                <a:latin typeface="Franklin Gothic"/>
                <a:ea typeface="Franklin Gothic"/>
                <a:cs typeface="Franklin Gothic"/>
                <a:sym typeface="Franklin Gothic"/>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2" name="Google Shape;132;p47"/>
          <p:cNvSpPr txBox="1"/>
          <p:nvPr>
            <p:ph idx="1" type="body"/>
          </p:nvPr>
        </p:nvSpPr>
        <p:spPr>
          <a:xfrm>
            <a:off x="3657600" y="2282008"/>
            <a:ext cx="7810500" cy="3699328"/>
          </a:xfrm>
          <a:prstGeom prst="rect">
            <a:avLst/>
          </a:prstGeom>
          <a:noFill/>
          <a:ln>
            <a:noFill/>
          </a:ln>
        </p:spPr>
        <p:txBody>
          <a:bodyPr anchorCtr="0" anchor="t" bIns="0" lIns="0" spcFirstLastPara="1" rIns="0" wrap="square" tIns="228600">
            <a:normAutofit/>
          </a:bodyPr>
          <a:lstStyle>
            <a:lvl1pPr indent="-355600" lvl="0" marL="457200" algn="l">
              <a:lnSpc>
                <a:spcPct val="90000"/>
              </a:lnSpc>
              <a:spcBef>
                <a:spcPts val="1800"/>
              </a:spcBef>
              <a:spcAft>
                <a:spcPts val="0"/>
              </a:spcAft>
              <a:buClr>
                <a:schemeClr val="dk1"/>
              </a:buClr>
              <a:buSzPts val="2000"/>
              <a:buFont typeface="Arial"/>
              <a:buChar char="•"/>
              <a:defRPr sz="2000"/>
            </a:lvl1pPr>
            <a:lvl2pPr indent="-355600" lvl="1" marL="914400" algn="l">
              <a:lnSpc>
                <a:spcPct val="90000"/>
              </a:lnSpc>
              <a:spcBef>
                <a:spcPts val="1800"/>
              </a:spcBef>
              <a:spcAft>
                <a:spcPts val="0"/>
              </a:spcAft>
              <a:buClr>
                <a:schemeClr val="dk1"/>
              </a:buClr>
              <a:buSzPts val="2000"/>
              <a:buChar char="•"/>
              <a:defRPr sz="2000"/>
            </a:lvl2pPr>
            <a:lvl3pPr indent="-355600" lvl="2" marL="1371600" algn="l">
              <a:lnSpc>
                <a:spcPct val="90000"/>
              </a:lnSpc>
              <a:spcBef>
                <a:spcPts val="1800"/>
              </a:spcBef>
              <a:spcAft>
                <a:spcPts val="0"/>
              </a:spcAft>
              <a:buClr>
                <a:schemeClr val="dk1"/>
              </a:buClr>
              <a:buSzPts val="2000"/>
              <a:buChar char="•"/>
              <a:defRPr sz="2000"/>
            </a:lvl3pPr>
            <a:lvl4pPr indent="-355600" lvl="3" marL="1828800" algn="l">
              <a:lnSpc>
                <a:spcPct val="90000"/>
              </a:lnSpc>
              <a:spcBef>
                <a:spcPts val="1800"/>
              </a:spcBef>
              <a:spcAft>
                <a:spcPts val="0"/>
              </a:spcAft>
              <a:buClr>
                <a:schemeClr val="dk1"/>
              </a:buClr>
              <a:buSzPts val="2000"/>
              <a:buChar char="•"/>
              <a:defRPr sz="2000"/>
            </a:lvl4pPr>
            <a:lvl5pPr indent="-355600" lvl="4" marL="2286000" algn="l">
              <a:lnSpc>
                <a:spcPct val="90000"/>
              </a:lnSpc>
              <a:spcBef>
                <a:spcPts val="1800"/>
              </a:spcBef>
              <a:spcAft>
                <a:spcPts val="0"/>
              </a:spcAft>
              <a:buClr>
                <a:schemeClr val="dk1"/>
              </a:buClr>
              <a:buSzPts val="2000"/>
              <a:buChar char="•"/>
              <a:defRPr sz="2000"/>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33" name="Google Shape;133;p47"/>
          <p:cNvSpPr txBox="1"/>
          <p:nvPr>
            <p:ph idx="12" type="sldNum"/>
          </p:nvPr>
        </p:nvSpPr>
        <p:spPr>
          <a:xfrm>
            <a:off x="594360" y="6332220"/>
            <a:ext cx="523240" cy="247651"/>
          </a:xfrm>
          <a:prstGeom prst="rect">
            <a:avLst/>
          </a:prstGeom>
          <a:noFill/>
          <a:ln>
            <a:noFill/>
          </a:ln>
        </p:spPr>
        <p:txBody>
          <a:bodyPr anchorCtr="0" anchor="t" bIns="0" lIns="0" spcFirstLastPara="1" rIns="0" wrap="square" tIns="0">
            <a:noAutofit/>
          </a:bodyPr>
          <a:lstStyle>
            <a:lvl1pPr indent="0" lvl="0" marL="0" marR="0" algn="l">
              <a:spcBef>
                <a:spcPts val="0"/>
              </a:spcBef>
              <a:buNone/>
              <a:defRPr b="1" i="0" sz="1100">
                <a:solidFill>
                  <a:schemeClr val="dk1"/>
                </a:solidFill>
                <a:latin typeface="Libre Franklin"/>
                <a:ea typeface="Libre Franklin"/>
                <a:cs typeface="Libre Franklin"/>
                <a:sym typeface="Libre Franklin"/>
              </a:defRPr>
            </a:lvl1pPr>
            <a:lvl2pPr indent="0" lvl="1" marL="0" marR="0" algn="l">
              <a:spcBef>
                <a:spcPts val="0"/>
              </a:spcBef>
              <a:buNone/>
              <a:defRPr b="1" i="0" sz="1100">
                <a:solidFill>
                  <a:schemeClr val="dk1"/>
                </a:solidFill>
                <a:latin typeface="Libre Franklin"/>
                <a:ea typeface="Libre Franklin"/>
                <a:cs typeface="Libre Franklin"/>
                <a:sym typeface="Libre Franklin"/>
              </a:defRPr>
            </a:lvl2pPr>
            <a:lvl3pPr indent="0" lvl="2" marL="0" marR="0" algn="l">
              <a:spcBef>
                <a:spcPts val="0"/>
              </a:spcBef>
              <a:buNone/>
              <a:defRPr b="1" i="0" sz="1100">
                <a:solidFill>
                  <a:schemeClr val="dk1"/>
                </a:solidFill>
                <a:latin typeface="Libre Franklin"/>
                <a:ea typeface="Libre Franklin"/>
                <a:cs typeface="Libre Franklin"/>
                <a:sym typeface="Libre Franklin"/>
              </a:defRPr>
            </a:lvl3pPr>
            <a:lvl4pPr indent="0" lvl="3" marL="0" marR="0" algn="l">
              <a:spcBef>
                <a:spcPts val="0"/>
              </a:spcBef>
              <a:buNone/>
              <a:defRPr b="1" i="0" sz="1100">
                <a:solidFill>
                  <a:schemeClr val="dk1"/>
                </a:solidFill>
                <a:latin typeface="Libre Franklin"/>
                <a:ea typeface="Libre Franklin"/>
                <a:cs typeface="Libre Franklin"/>
                <a:sym typeface="Libre Franklin"/>
              </a:defRPr>
            </a:lvl4pPr>
            <a:lvl5pPr indent="0" lvl="4" marL="0" marR="0" algn="l">
              <a:spcBef>
                <a:spcPts val="0"/>
              </a:spcBef>
              <a:buNone/>
              <a:defRPr b="1" i="0" sz="1100">
                <a:solidFill>
                  <a:schemeClr val="dk1"/>
                </a:solidFill>
                <a:latin typeface="Libre Franklin"/>
                <a:ea typeface="Libre Franklin"/>
                <a:cs typeface="Libre Franklin"/>
                <a:sym typeface="Libre Franklin"/>
              </a:defRPr>
            </a:lvl5pPr>
            <a:lvl6pPr indent="0" lvl="5" marL="0" marR="0" algn="l">
              <a:spcBef>
                <a:spcPts val="0"/>
              </a:spcBef>
              <a:buNone/>
              <a:defRPr b="1" i="0" sz="1100">
                <a:solidFill>
                  <a:schemeClr val="dk1"/>
                </a:solidFill>
                <a:latin typeface="Libre Franklin"/>
                <a:ea typeface="Libre Franklin"/>
                <a:cs typeface="Libre Franklin"/>
                <a:sym typeface="Libre Franklin"/>
              </a:defRPr>
            </a:lvl6pPr>
            <a:lvl7pPr indent="0" lvl="6" marL="0" marR="0" algn="l">
              <a:spcBef>
                <a:spcPts val="0"/>
              </a:spcBef>
              <a:buNone/>
              <a:defRPr b="1" i="0" sz="1100">
                <a:solidFill>
                  <a:schemeClr val="dk1"/>
                </a:solidFill>
                <a:latin typeface="Libre Franklin"/>
                <a:ea typeface="Libre Franklin"/>
                <a:cs typeface="Libre Franklin"/>
                <a:sym typeface="Libre Franklin"/>
              </a:defRPr>
            </a:lvl7pPr>
            <a:lvl8pPr indent="0" lvl="7" marL="0" marR="0" algn="l">
              <a:spcBef>
                <a:spcPts val="0"/>
              </a:spcBef>
              <a:buNone/>
              <a:defRPr b="1" i="0" sz="1100">
                <a:solidFill>
                  <a:schemeClr val="dk1"/>
                </a:solidFill>
                <a:latin typeface="Libre Franklin"/>
                <a:ea typeface="Libre Franklin"/>
                <a:cs typeface="Libre Franklin"/>
                <a:sym typeface="Libre Franklin"/>
              </a:defRPr>
            </a:lvl8pPr>
            <a:lvl9pPr indent="0" lvl="8" marL="0" marR="0" algn="l">
              <a:spcBef>
                <a:spcPts val="0"/>
              </a:spcBef>
              <a:buNone/>
              <a:defRPr b="1" i="0" sz="1100">
                <a:solidFill>
                  <a:schemeClr val="dk1"/>
                </a:solidFill>
                <a:latin typeface="Libre Franklin"/>
                <a:ea typeface="Libre Franklin"/>
                <a:cs typeface="Libre Franklin"/>
                <a:sym typeface="Libre Franklin"/>
              </a:defRPr>
            </a:lvl9pPr>
          </a:lstStyle>
          <a:p>
            <a:pPr indent="0" lvl="0" marL="0" rtl="0" algn="l">
              <a:spcBef>
                <a:spcPts val="0"/>
              </a:spcBef>
              <a:spcAft>
                <a:spcPts val="0"/>
              </a:spcAft>
              <a:buNone/>
            </a:pPr>
            <a:fld id="{00000000-1234-1234-1234-123412341234}" type="slidenum">
              <a:rPr lang="es-MX"/>
              <a:t>‹#›</a:t>
            </a:fld>
            <a:endParaRPr/>
          </a:p>
        </p:txBody>
      </p:sp>
      <p:sp>
        <p:nvSpPr>
          <p:cNvPr id="134" name="Google Shape;134;p47"/>
          <p:cNvSpPr txBox="1"/>
          <p:nvPr>
            <p:ph idx="10" type="dt"/>
          </p:nvPr>
        </p:nvSpPr>
        <p:spPr>
          <a:xfrm>
            <a:off x="1133648" y="6332220"/>
            <a:ext cx="1313180" cy="247651"/>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extLst>
    <p:ext uri="{DCECCB84-F9BA-43D5-87BE-67443E8EF086}">
      <p15:sldGuideLst>
        <p15:guide id="1" pos="600">
          <p15:clr>
            <a:srgbClr val="FBAE40"/>
          </p15:clr>
        </p15:guide>
        <p15:guide id="2" pos="7080">
          <p15:clr>
            <a:srgbClr val="FBAE40"/>
          </p15:clr>
        </p15:guide>
        <p15:guide id="3" pos="2304">
          <p15:clr>
            <a:srgbClr val="FBAE40"/>
          </p15:clr>
        </p15:guide>
        <p15:guide id="4" pos="5736">
          <p15:clr>
            <a:srgbClr val="FBAE40"/>
          </p15:clr>
        </p15:guide>
        <p15:guide id="5" pos="1944">
          <p15:clr>
            <a:srgbClr val="FBAE40"/>
          </p15:clr>
        </p15:guide>
        <p15:guide id="6" pos="4008">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5352">
          <p15:clr>
            <a:srgbClr val="FBAE40"/>
          </p15:clr>
        </p15:guide>
        <p15:guide id="11" pos="3648">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contenido ">
  <p:cSld name="Título y contenido ">
    <p:bg>
      <p:bgPr>
        <a:solidFill>
          <a:schemeClr val="lt1"/>
        </a:solidFill>
      </p:bgPr>
    </p:bg>
    <p:spTree>
      <p:nvGrpSpPr>
        <p:cNvPr id="135" name="Shape 135"/>
        <p:cNvGrpSpPr/>
        <p:nvPr/>
      </p:nvGrpSpPr>
      <p:grpSpPr>
        <a:xfrm>
          <a:off x="0" y="0"/>
          <a:ext cx="0" cy="0"/>
          <a:chOff x="0" y="0"/>
          <a:chExt cx="0" cy="0"/>
        </a:xfrm>
      </p:grpSpPr>
      <p:grpSp>
        <p:nvGrpSpPr>
          <p:cNvPr id="136" name="Google Shape;136;p48"/>
          <p:cNvGrpSpPr/>
          <p:nvPr/>
        </p:nvGrpSpPr>
        <p:grpSpPr>
          <a:xfrm>
            <a:off x="6362700" y="0"/>
            <a:ext cx="5829298" cy="3235602"/>
            <a:chOff x="5612972" y="1"/>
            <a:chExt cx="6615961" cy="3672246"/>
          </a:xfrm>
        </p:grpSpPr>
        <p:sp>
          <p:nvSpPr>
            <p:cNvPr id="137" name="Google Shape;137;p48"/>
            <p:cNvSpPr/>
            <p:nvPr/>
          </p:nvSpPr>
          <p:spPr>
            <a:xfrm>
              <a:off x="5612972" y="1"/>
              <a:ext cx="4408998" cy="3672246"/>
            </a:xfrm>
            <a:custGeom>
              <a:rect b="b" l="l" r="r" t="t"/>
              <a:pathLst>
                <a:path extrusionOk="0" h="2980" w="3578">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Libre Franklin"/>
                <a:ea typeface="Libre Franklin"/>
                <a:cs typeface="Libre Franklin"/>
                <a:sym typeface="Libre Franklin"/>
              </a:endParaRPr>
            </a:p>
          </p:txBody>
        </p:sp>
        <p:sp>
          <p:nvSpPr>
            <p:cNvPr id="138" name="Google Shape;138;p48"/>
            <p:cNvSpPr/>
            <p:nvPr/>
          </p:nvSpPr>
          <p:spPr>
            <a:xfrm>
              <a:off x="6341233" y="1463970"/>
              <a:ext cx="2208196" cy="2208277"/>
            </a:xfrm>
            <a:custGeom>
              <a:rect b="b" l="l" r="r" t="t"/>
              <a:pathLst>
                <a:path extrusionOk="0" h="1792" w="1792">
                  <a:moveTo>
                    <a:pt x="597" y="0"/>
                  </a:moveTo>
                  <a:lnTo>
                    <a:pt x="0" y="598"/>
                  </a:lnTo>
                  <a:lnTo>
                    <a:pt x="1195" y="1792"/>
                  </a:lnTo>
                  <a:lnTo>
                    <a:pt x="1792" y="1195"/>
                  </a:lnTo>
                  <a:lnTo>
                    <a:pt x="597" y="0"/>
                  </a:lnTo>
                  <a:close/>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Libre Franklin"/>
                <a:ea typeface="Libre Franklin"/>
                <a:cs typeface="Libre Franklin"/>
                <a:sym typeface="Libre Franklin"/>
              </a:endParaRPr>
            </a:p>
          </p:txBody>
        </p:sp>
        <p:sp>
          <p:nvSpPr>
            <p:cNvPr id="139" name="Google Shape;139;p48"/>
            <p:cNvSpPr/>
            <p:nvPr/>
          </p:nvSpPr>
          <p:spPr>
            <a:xfrm>
              <a:off x="8555590" y="1"/>
              <a:ext cx="1457754" cy="729520"/>
            </a:xfrm>
            <a:custGeom>
              <a:rect b="b" l="l" r="r" t="t"/>
              <a:pathLst>
                <a:path extrusionOk="0" h="592" w="1183">
                  <a:moveTo>
                    <a:pt x="1183" y="0"/>
                  </a:moveTo>
                  <a:lnTo>
                    <a:pt x="0" y="0"/>
                  </a:lnTo>
                  <a:lnTo>
                    <a:pt x="591" y="591"/>
                  </a:lnTo>
                  <a:lnTo>
                    <a:pt x="1183" y="0"/>
                  </a:lnTo>
                  <a:close/>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Libre Franklin"/>
                <a:ea typeface="Libre Franklin"/>
                <a:cs typeface="Libre Franklin"/>
                <a:sym typeface="Libre Franklin"/>
              </a:endParaRPr>
            </a:p>
          </p:txBody>
        </p:sp>
        <p:sp>
          <p:nvSpPr>
            <p:cNvPr id="140" name="Google Shape;140;p48"/>
            <p:cNvSpPr/>
            <p:nvPr/>
          </p:nvSpPr>
          <p:spPr>
            <a:xfrm>
              <a:off x="7076887" y="728289"/>
              <a:ext cx="2208196" cy="2208277"/>
            </a:xfrm>
            <a:custGeom>
              <a:rect b="b" l="l" r="r" t="t"/>
              <a:pathLst>
                <a:path extrusionOk="0" h="1792" w="1792">
                  <a:moveTo>
                    <a:pt x="598" y="0"/>
                  </a:moveTo>
                  <a:lnTo>
                    <a:pt x="0" y="597"/>
                  </a:lnTo>
                  <a:lnTo>
                    <a:pt x="1195" y="1792"/>
                  </a:lnTo>
                  <a:lnTo>
                    <a:pt x="1792" y="1195"/>
                  </a:lnTo>
                  <a:lnTo>
                    <a:pt x="598"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Libre Franklin"/>
                <a:ea typeface="Libre Franklin"/>
                <a:cs typeface="Libre Franklin"/>
                <a:sym typeface="Libre Franklin"/>
              </a:endParaRPr>
            </a:p>
          </p:txBody>
        </p:sp>
        <p:sp>
          <p:nvSpPr>
            <p:cNvPr id="141" name="Google Shape;141;p48"/>
            <p:cNvSpPr/>
            <p:nvPr/>
          </p:nvSpPr>
          <p:spPr>
            <a:xfrm>
              <a:off x="9285083" y="728289"/>
              <a:ext cx="2943850" cy="2943958"/>
            </a:xfrm>
            <a:custGeom>
              <a:rect b="b" l="l" r="r" t="t"/>
              <a:pathLst>
                <a:path extrusionOk="0" h="2389" w="2389">
                  <a:moveTo>
                    <a:pt x="2389" y="1195"/>
                  </a:moveTo>
                  <a:lnTo>
                    <a:pt x="1194" y="0"/>
                  </a:lnTo>
                  <a:lnTo>
                    <a:pt x="0" y="1195"/>
                  </a:lnTo>
                  <a:lnTo>
                    <a:pt x="1194" y="2389"/>
                  </a:lnTo>
                  <a:lnTo>
                    <a:pt x="2389" y="1195"/>
                  </a:lnTo>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Libre Franklin"/>
                <a:ea typeface="Libre Franklin"/>
                <a:cs typeface="Libre Franklin"/>
                <a:sym typeface="Libre Franklin"/>
              </a:endParaRPr>
            </a:p>
          </p:txBody>
        </p:sp>
      </p:grpSp>
      <p:sp>
        <p:nvSpPr>
          <p:cNvPr id="142" name="Google Shape;142;p48"/>
          <p:cNvSpPr txBox="1"/>
          <p:nvPr>
            <p:ph type="title"/>
          </p:nvPr>
        </p:nvSpPr>
        <p:spPr>
          <a:xfrm>
            <a:off x="6318885" y="3499667"/>
            <a:ext cx="4939666" cy="2542810"/>
          </a:xfrm>
          <a:prstGeom prst="rect">
            <a:avLst/>
          </a:prstGeom>
          <a:noFill/>
          <a:ln>
            <a:noFill/>
          </a:ln>
        </p:spPr>
        <p:txBody>
          <a:bodyPr anchorCtr="0" anchor="b" bIns="0" lIns="0" spcFirstLastPara="1" rIns="0" wrap="square" tIns="0">
            <a:noAutofit/>
          </a:bodyPr>
          <a:lstStyle>
            <a:lvl1pPr lvl="0" algn="l">
              <a:lnSpc>
                <a:spcPct val="80000"/>
              </a:lnSpc>
              <a:spcBef>
                <a:spcPts val="0"/>
              </a:spcBef>
              <a:spcAft>
                <a:spcPts val="0"/>
              </a:spcAft>
              <a:buClr>
                <a:schemeClr val="dk1"/>
              </a:buClr>
              <a:buSzPts val="4400"/>
              <a:buFont typeface="Franklin Gothic"/>
              <a:buNone/>
              <a:defRPr b="1" i="0" sz="4400">
                <a:solidFill>
                  <a:schemeClr val="dk1"/>
                </a:solidFill>
                <a:latin typeface="Franklin Gothic"/>
                <a:ea typeface="Franklin Gothic"/>
                <a:cs typeface="Franklin Gothic"/>
                <a:sym typeface="Franklin Gothic"/>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cxnSp>
        <p:nvCxnSpPr>
          <p:cNvPr id="143" name="Google Shape;143;p48"/>
          <p:cNvCxnSpPr/>
          <p:nvPr/>
        </p:nvCxnSpPr>
        <p:spPr>
          <a:xfrm>
            <a:off x="6347460" y="6313170"/>
            <a:ext cx="2133600" cy="3992"/>
          </a:xfrm>
          <a:prstGeom prst="straightConnector1">
            <a:avLst/>
          </a:prstGeom>
          <a:noFill/>
          <a:ln cap="flat" cmpd="sng" w="101600">
            <a:solidFill>
              <a:srgbClr val="5D7C3F"/>
            </a:solidFill>
            <a:prstDash val="solid"/>
            <a:miter lim="800000"/>
            <a:headEnd len="sm" w="sm" type="none"/>
            <a:tailEnd len="sm" w="sm" type="none"/>
          </a:ln>
        </p:spPr>
      </p:cxnSp>
      <p:sp>
        <p:nvSpPr>
          <p:cNvPr id="144" name="Google Shape;144;p48"/>
          <p:cNvSpPr txBox="1"/>
          <p:nvPr>
            <p:ph idx="1" type="body"/>
          </p:nvPr>
        </p:nvSpPr>
        <p:spPr>
          <a:xfrm>
            <a:off x="603885" y="457201"/>
            <a:ext cx="5198269" cy="2305050"/>
          </a:xfrm>
          <a:prstGeom prst="rect">
            <a:avLst/>
          </a:prstGeom>
          <a:noFill/>
          <a:ln>
            <a:noFill/>
          </a:ln>
        </p:spPr>
        <p:txBody>
          <a:bodyPr anchorCtr="0" anchor="t" bIns="45700" lIns="0" spcFirstLastPara="1" rIns="91425" wrap="square" tIns="274300">
            <a:normAutofit/>
          </a:bodyPr>
          <a:lstStyle>
            <a:lvl1pPr indent="-355600" lvl="0" marL="457200" algn="l">
              <a:lnSpc>
                <a:spcPct val="90000"/>
              </a:lnSpc>
              <a:spcBef>
                <a:spcPts val="1800"/>
              </a:spcBef>
              <a:spcAft>
                <a:spcPts val="0"/>
              </a:spcAft>
              <a:buClr>
                <a:schemeClr val="dk1"/>
              </a:buClr>
              <a:buSzPts val="2000"/>
              <a:buFont typeface="Franklin Gothic"/>
              <a:buAutoNum type="arabicPeriod"/>
              <a:defRPr sz="2000"/>
            </a:lvl1pPr>
            <a:lvl2pPr indent="-355600" lvl="1" marL="914400" algn="l">
              <a:lnSpc>
                <a:spcPct val="90000"/>
              </a:lnSpc>
              <a:spcBef>
                <a:spcPts val="1800"/>
              </a:spcBef>
              <a:spcAft>
                <a:spcPts val="0"/>
              </a:spcAft>
              <a:buClr>
                <a:schemeClr val="dk1"/>
              </a:buClr>
              <a:buSzPts val="2000"/>
              <a:buFont typeface="Franklin Gothic"/>
              <a:buAutoNum type="alphaLcPeriod"/>
              <a:defRPr sz="2000"/>
            </a:lvl2pPr>
            <a:lvl3pPr indent="-355600" lvl="2" marL="1371600" algn="l">
              <a:lnSpc>
                <a:spcPct val="90000"/>
              </a:lnSpc>
              <a:spcBef>
                <a:spcPts val="1800"/>
              </a:spcBef>
              <a:spcAft>
                <a:spcPts val="0"/>
              </a:spcAft>
              <a:buClr>
                <a:schemeClr val="dk1"/>
              </a:buClr>
              <a:buSzPts val="2000"/>
              <a:buFont typeface="Franklin Gothic"/>
              <a:buAutoNum type="arabicParenR"/>
              <a:defRPr sz="2000"/>
            </a:lvl3pPr>
            <a:lvl4pPr indent="-228600" lvl="3" marL="1828800" algn="l">
              <a:lnSpc>
                <a:spcPct val="90000"/>
              </a:lnSpc>
              <a:spcBef>
                <a:spcPts val="1800"/>
              </a:spcBef>
              <a:spcAft>
                <a:spcPts val="0"/>
              </a:spcAft>
              <a:buClr>
                <a:schemeClr val="dk1"/>
              </a:buClr>
              <a:buSzPts val="2000"/>
              <a:buFont typeface="Franklin Gothic"/>
              <a:buNone/>
              <a:defRPr sz="2000"/>
            </a:lvl4pPr>
            <a:lvl5pPr indent="-355600" lvl="4" marL="2286000" algn="l">
              <a:lnSpc>
                <a:spcPct val="90000"/>
              </a:lnSpc>
              <a:spcBef>
                <a:spcPts val="1800"/>
              </a:spcBef>
              <a:spcAft>
                <a:spcPts val="0"/>
              </a:spcAft>
              <a:buClr>
                <a:schemeClr val="dk1"/>
              </a:buClr>
              <a:buSzPts val="2000"/>
              <a:buFont typeface="Franklin Gothic"/>
              <a:buAutoNum type="arabicPeriod"/>
              <a:defRPr sz="2000"/>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45" name="Google Shape;145;p48"/>
          <p:cNvSpPr txBox="1"/>
          <p:nvPr>
            <p:ph idx="2" type="body"/>
          </p:nvPr>
        </p:nvSpPr>
        <p:spPr>
          <a:xfrm>
            <a:off x="594360" y="2810595"/>
            <a:ext cx="5198269" cy="3319513"/>
          </a:xfrm>
          <a:prstGeom prst="rect">
            <a:avLst/>
          </a:prstGeom>
          <a:noFill/>
          <a:ln>
            <a:noFill/>
          </a:ln>
        </p:spPr>
        <p:txBody>
          <a:bodyPr anchorCtr="0" anchor="t" bIns="0" lIns="0" spcFirstLastPara="1" rIns="0" wrap="square" tIns="45700">
            <a:normAutofit/>
          </a:bodyPr>
          <a:lstStyle>
            <a:lvl1pPr indent="-228600" lvl="0" marL="457200" algn="l">
              <a:lnSpc>
                <a:spcPct val="90000"/>
              </a:lnSpc>
              <a:spcBef>
                <a:spcPts val="1800"/>
              </a:spcBef>
              <a:spcAft>
                <a:spcPts val="0"/>
              </a:spcAft>
              <a:buClr>
                <a:schemeClr val="dk1"/>
              </a:buClr>
              <a:buSzPts val="2000"/>
              <a:buFont typeface="Arial"/>
              <a:buNone/>
              <a:defRPr sz="2000"/>
            </a:lvl1pPr>
            <a:lvl2pPr indent="-355600" lvl="1" marL="914400" algn="l">
              <a:lnSpc>
                <a:spcPct val="90000"/>
              </a:lnSpc>
              <a:spcBef>
                <a:spcPts val="1800"/>
              </a:spcBef>
              <a:spcAft>
                <a:spcPts val="0"/>
              </a:spcAft>
              <a:buClr>
                <a:schemeClr val="dk1"/>
              </a:buClr>
              <a:buSzPts val="2000"/>
              <a:buChar char="•"/>
              <a:defRPr sz="2000"/>
            </a:lvl2pPr>
            <a:lvl3pPr indent="-355600" lvl="2" marL="1371600" algn="l">
              <a:lnSpc>
                <a:spcPct val="90000"/>
              </a:lnSpc>
              <a:spcBef>
                <a:spcPts val="1800"/>
              </a:spcBef>
              <a:spcAft>
                <a:spcPts val="0"/>
              </a:spcAft>
              <a:buClr>
                <a:schemeClr val="dk1"/>
              </a:buClr>
              <a:buSzPts val="2000"/>
              <a:buChar char="•"/>
              <a:defRPr sz="2000"/>
            </a:lvl3pPr>
            <a:lvl4pPr indent="-355600" lvl="3" marL="1828800" algn="l">
              <a:lnSpc>
                <a:spcPct val="90000"/>
              </a:lnSpc>
              <a:spcBef>
                <a:spcPts val="1800"/>
              </a:spcBef>
              <a:spcAft>
                <a:spcPts val="0"/>
              </a:spcAft>
              <a:buClr>
                <a:schemeClr val="dk1"/>
              </a:buClr>
              <a:buSzPts val="2000"/>
              <a:buChar char="•"/>
              <a:defRPr sz="2000"/>
            </a:lvl4pPr>
            <a:lvl5pPr indent="-355600" lvl="4" marL="2286000" algn="l">
              <a:lnSpc>
                <a:spcPct val="90000"/>
              </a:lnSpc>
              <a:spcBef>
                <a:spcPts val="1800"/>
              </a:spcBef>
              <a:spcAft>
                <a:spcPts val="0"/>
              </a:spcAft>
              <a:buClr>
                <a:schemeClr val="dk1"/>
              </a:buClr>
              <a:buSzPts val="2000"/>
              <a:buChar char="•"/>
              <a:defRPr sz="2000"/>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46" name="Google Shape;146;p48"/>
          <p:cNvSpPr txBox="1"/>
          <p:nvPr>
            <p:ph idx="12" type="sldNum"/>
          </p:nvPr>
        </p:nvSpPr>
        <p:spPr>
          <a:xfrm>
            <a:off x="594360" y="6332220"/>
            <a:ext cx="523240" cy="247651"/>
          </a:xfrm>
          <a:prstGeom prst="rect">
            <a:avLst/>
          </a:prstGeom>
          <a:noFill/>
          <a:ln>
            <a:noFill/>
          </a:ln>
        </p:spPr>
        <p:txBody>
          <a:bodyPr anchorCtr="0" anchor="t" bIns="0" lIns="0" spcFirstLastPara="1" rIns="0" wrap="square" tIns="0">
            <a:noAutofit/>
          </a:bodyPr>
          <a:lstStyle>
            <a:lvl1pPr indent="0" lvl="0" marL="0" marR="0" algn="l">
              <a:spcBef>
                <a:spcPts val="0"/>
              </a:spcBef>
              <a:buNone/>
              <a:defRPr b="1" i="0" sz="1100">
                <a:solidFill>
                  <a:schemeClr val="dk1"/>
                </a:solidFill>
                <a:latin typeface="Libre Franklin"/>
                <a:ea typeface="Libre Franklin"/>
                <a:cs typeface="Libre Franklin"/>
                <a:sym typeface="Libre Franklin"/>
              </a:defRPr>
            </a:lvl1pPr>
            <a:lvl2pPr indent="0" lvl="1" marL="0" marR="0" algn="l">
              <a:spcBef>
                <a:spcPts val="0"/>
              </a:spcBef>
              <a:buNone/>
              <a:defRPr b="1" i="0" sz="1100">
                <a:solidFill>
                  <a:schemeClr val="dk1"/>
                </a:solidFill>
                <a:latin typeface="Libre Franklin"/>
                <a:ea typeface="Libre Franklin"/>
                <a:cs typeface="Libre Franklin"/>
                <a:sym typeface="Libre Franklin"/>
              </a:defRPr>
            </a:lvl2pPr>
            <a:lvl3pPr indent="0" lvl="2" marL="0" marR="0" algn="l">
              <a:spcBef>
                <a:spcPts val="0"/>
              </a:spcBef>
              <a:buNone/>
              <a:defRPr b="1" i="0" sz="1100">
                <a:solidFill>
                  <a:schemeClr val="dk1"/>
                </a:solidFill>
                <a:latin typeface="Libre Franklin"/>
                <a:ea typeface="Libre Franklin"/>
                <a:cs typeface="Libre Franklin"/>
                <a:sym typeface="Libre Franklin"/>
              </a:defRPr>
            </a:lvl3pPr>
            <a:lvl4pPr indent="0" lvl="3" marL="0" marR="0" algn="l">
              <a:spcBef>
                <a:spcPts val="0"/>
              </a:spcBef>
              <a:buNone/>
              <a:defRPr b="1" i="0" sz="1100">
                <a:solidFill>
                  <a:schemeClr val="dk1"/>
                </a:solidFill>
                <a:latin typeface="Libre Franklin"/>
                <a:ea typeface="Libre Franklin"/>
                <a:cs typeface="Libre Franklin"/>
                <a:sym typeface="Libre Franklin"/>
              </a:defRPr>
            </a:lvl4pPr>
            <a:lvl5pPr indent="0" lvl="4" marL="0" marR="0" algn="l">
              <a:spcBef>
                <a:spcPts val="0"/>
              </a:spcBef>
              <a:buNone/>
              <a:defRPr b="1" i="0" sz="1100">
                <a:solidFill>
                  <a:schemeClr val="dk1"/>
                </a:solidFill>
                <a:latin typeface="Libre Franklin"/>
                <a:ea typeface="Libre Franklin"/>
                <a:cs typeface="Libre Franklin"/>
                <a:sym typeface="Libre Franklin"/>
              </a:defRPr>
            </a:lvl5pPr>
            <a:lvl6pPr indent="0" lvl="5" marL="0" marR="0" algn="l">
              <a:spcBef>
                <a:spcPts val="0"/>
              </a:spcBef>
              <a:buNone/>
              <a:defRPr b="1" i="0" sz="1100">
                <a:solidFill>
                  <a:schemeClr val="dk1"/>
                </a:solidFill>
                <a:latin typeface="Libre Franklin"/>
                <a:ea typeface="Libre Franklin"/>
                <a:cs typeface="Libre Franklin"/>
                <a:sym typeface="Libre Franklin"/>
              </a:defRPr>
            </a:lvl6pPr>
            <a:lvl7pPr indent="0" lvl="6" marL="0" marR="0" algn="l">
              <a:spcBef>
                <a:spcPts val="0"/>
              </a:spcBef>
              <a:buNone/>
              <a:defRPr b="1" i="0" sz="1100">
                <a:solidFill>
                  <a:schemeClr val="dk1"/>
                </a:solidFill>
                <a:latin typeface="Libre Franklin"/>
                <a:ea typeface="Libre Franklin"/>
                <a:cs typeface="Libre Franklin"/>
                <a:sym typeface="Libre Franklin"/>
              </a:defRPr>
            </a:lvl7pPr>
            <a:lvl8pPr indent="0" lvl="7" marL="0" marR="0" algn="l">
              <a:spcBef>
                <a:spcPts val="0"/>
              </a:spcBef>
              <a:buNone/>
              <a:defRPr b="1" i="0" sz="1100">
                <a:solidFill>
                  <a:schemeClr val="dk1"/>
                </a:solidFill>
                <a:latin typeface="Libre Franklin"/>
                <a:ea typeface="Libre Franklin"/>
                <a:cs typeface="Libre Franklin"/>
                <a:sym typeface="Libre Franklin"/>
              </a:defRPr>
            </a:lvl8pPr>
            <a:lvl9pPr indent="0" lvl="8" marL="0" marR="0" algn="l">
              <a:spcBef>
                <a:spcPts val="0"/>
              </a:spcBef>
              <a:buNone/>
              <a:defRPr b="1" i="0" sz="1100">
                <a:solidFill>
                  <a:schemeClr val="dk1"/>
                </a:solidFill>
                <a:latin typeface="Libre Franklin"/>
                <a:ea typeface="Libre Franklin"/>
                <a:cs typeface="Libre Franklin"/>
                <a:sym typeface="Libre Franklin"/>
              </a:defRPr>
            </a:lvl9pPr>
          </a:lstStyle>
          <a:p>
            <a:pPr indent="0" lvl="0" marL="0" rtl="0" algn="l">
              <a:spcBef>
                <a:spcPts val="0"/>
              </a:spcBef>
              <a:spcAft>
                <a:spcPts val="0"/>
              </a:spcAft>
              <a:buNone/>
            </a:pPr>
            <a:fld id="{00000000-1234-1234-1234-123412341234}" type="slidenum">
              <a:rPr lang="es-MX"/>
              <a:t>‹#›</a:t>
            </a:fld>
            <a:endParaRPr/>
          </a:p>
        </p:txBody>
      </p:sp>
      <p:sp>
        <p:nvSpPr>
          <p:cNvPr id="147" name="Google Shape;147;p48"/>
          <p:cNvSpPr txBox="1"/>
          <p:nvPr>
            <p:ph idx="10" type="dt"/>
          </p:nvPr>
        </p:nvSpPr>
        <p:spPr>
          <a:xfrm>
            <a:off x="1133648" y="6332220"/>
            <a:ext cx="1313180" cy="247651"/>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extLst>
    <p:ext uri="{DCECCB84-F9BA-43D5-87BE-67443E8EF086}">
      <p15:sldGuideLst>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9" orient="horz" pos="552">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e imagen del título">
  <p:cSld name="Contenido e imagen del título">
    <p:bg>
      <p:bgPr>
        <a:solidFill>
          <a:schemeClr val="lt1"/>
        </a:solidFill>
      </p:bgPr>
    </p:bg>
    <p:spTree>
      <p:nvGrpSpPr>
        <p:cNvPr id="148" name="Shape 148"/>
        <p:cNvGrpSpPr/>
        <p:nvPr/>
      </p:nvGrpSpPr>
      <p:grpSpPr>
        <a:xfrm>
          <a:off x="0" y="0"/>
          <a:ext cx="0" cy="0"/>
          <a:chOff x="0" y="0"/>
          <a:chExt cx="0" cy="0"/>
        </a:xfrm>
      </p:grpSpPr>
      <p:sp>
        <p:nvSpPr>
          <p:cNvPr id="149" name="Google Shape;149;p49"/>
          <p:cNvSpPr txBox="1"/>
          <p:nvPr>
            <p:ph type="title"/>
          </p:nvPr>
        </p:nvSpPr>
        <p:spPr>
          <a:xfrm>
            <a:off x="575310" y="278129"/>
            <a:ext cx="5063490" cy="2354026"/>
          </a:xfrm>
          <a:prstGeom prst="rect">
            <a:avLst/>
          </a:prstGeom>
          <a:noFill/>
          <a:ln>
            <a:noFill/>
          </a:ln>
        </p:spPr>
        <p:txBody>
          <a:bodyPr anchorCtr="0" anchor="b" bIns="0" lIns="0" spcFirstLastPara="1" rIns="0" wrap="square" tIns="0">
            <a:noAutofit/>
          </a:bodyPr>
          <a:lstStyle>
            <a:lvl1pPr lvl="0" algn="l">
              <a:lnSpc>
                <a:spcPct val="80000"/>
              </a:lnSpc>
              <a:spcBef>
                <a:spcPts val="0"/>
              </a:spcBef>
              <a:spcAft>
                <a:spcPts val="0"/>
              </a:spcAft>
              <a:buClr>
                <a:schemeClr val="dk1"/>
              </a:buClr>
              <a:buSzPts val="4400"/>
              <a:buFont typeface="Franklin Gothic"/>
              <a:buNone/>
              <a:defRPr b="1" i="0" sz="4400">
                <a:solidFill>
                  <a:schemeClr val="dk1"/>
                </a:solidFill>
                <a:latin typeface="Franklin Gothic"/>
                <a:ea typeface="Franklin Gothic"/>
                <a:cs typeface="Franklin Gothic"/>
                <a:sym typeface="Franklin Gothic"/>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0" name="Google Shape;150;p49"/>
          <p:cNvSpPr txBox="1"/>
          <p:nvPr>
            <p:ph idx="1" type="body"/>
          </p:nvPr>
        </p:nvSpPr>
        <p:spPr>
          <a:xfrm>
            <a:off x="594360" y="3279579"/>
            <a:ext cx="5044440" cy="2994415"/>
          </a:xfrm>
          <a:prstGeom prst="rect">
            <a:avLst/>
          </a:prstGeom>
          <a:noFill/>
          <a:ln>
            <a:noFill/>
          </a:ln>
        </p:spPr>
        <p:txBody>
          <a:bodyPr anchorCtr="0" anchor="t" bIns="0" lIns="0" spcFirstLastPara="1" rIns="0" wrap="square" tIns="228600">
            <a:normAutofit/>
          </a:bodyPr>
          <a:lstStyle>
            <a:lvl1pPr indent="-228600" lvl="0" marL="457200" algn="l">
              <a:lnSpc>
                <a:spcPct val="90000"/>
              </a:lnSpc>
              <a:spcBef>
                <a:spcPts val="1800"/>
              </a:spcBef>
              <a:spcAft>
                <a:spcPts val="0"/>
              </a:spcAft>
              <a:buClr>
                <a:schemeClr val="dk1"/>
              </a:buClr>
              <a:buSzPts val="2000"/>
              <a:buFont typeface="Arial"/>
              <a:buNone/>
              <a:defRPr sz="2000"/>
            </a:lvl1pPr>
            <a:lvl2pPr indent="-355600" lvl="1" marL="914400" algn="l">
              <a:lnSpc>
                <a:spcPct val="90000"/>
              </a:lnSpc>
              <a:spcBef>
                <a:spcPts val="1800"/>
              </a:spcBef>
              <a:spcAft>
                <a:spcPts val="0"/>
              </a:spcAft>
              <a:buClr>
                <a:schemeClr val="dk1"/>
              </a:buClr>
              <a:buSzPts val="2000"/>
              <a:buChar char="•"/>
              <a:defRPr sz="2000"/>
            </a:lvl2pPr>
            <a:lvl3pPr indent="-355600" lvl="2" marL="1371600" algn="l">
              <a:lnSpc>
                <a:spcPct val="90000"/>
              </a:lnSpc>
              <a:spcBef>
                <a:spcPts val="1800"/>
              </a:spcBef>
              <a:spcAft>
                <a:spcPts val="0"/>
              </a:spcAft>
              <a:buClr>
                <a:schemeClr val="dk1"/>
              </a:buClr>
              <a:buSzPts val="2000"/>
              <a:buChar char="•"/>
              <a:defRPr sz="2000"/>
            </a:lvl3pPr>
            <a:lvl4pPr indent="-355600" lvl="3" marL="1828800" algn="l">
              <a:lnSpc>
                <a:spcPct val="90000"/>
              </a:lnSpc>
              <a:spcBef>
                <a:spcPts val="1800"/>
              </a:spcBef>
              <a:spcAft>
                <a:spcPts val="0"/>
              </a:spcAft>
              <a:buClr>
                <a:schemeClr val="dk1"/>
              </a:buClr>
              <a:buSzPts val="2000"/>
              <a:buChar char="•"/>
              <a:defRPr sz="2000"/>
            </a:lvl4pPr>
            <a:lvl5pPr indent="-355600" lvl="4" marL="2286000" algn="l">
              <a:lnSpc>
                <a:spcPct val="90000"/>
              </a:lnSpc>
              <a:spcBef>
                <a:spcPts val="1800"/>
              </a:spcBef>
              <a:spcAft>
                <a:spcPts val="0"/>
              </a:spcAft>
              <a:buClr>
                <a:schemeClr val="dk1"/>
              </a:buClr>
              <a:buSzPts val="2000"/>
              <a:buChar char="•"/>
              <a:defRPr sz="2000"/>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cxnSp>
        <p:nvCxnSpPr>
          <p:cNvPr id="151" name="Google Shape;151;p49"/>
          <p:cNvCxnSpPr/>
          <p:nvPr/>
        </p:nvCxnSpPr>
        <p:spPr>
          <a:xfrm>
            <a:off x="594360" y="2997459"/>
            <a:ext cx="2133600" cy="3992"/>
          </a:xfrm>
          <a:prstGeom prst="straightConnector1">
            <a:avLst/>
          </a:prstGeom>
          <a:noFill/>
          <a:ln cap="flat" cmpd="sng" w="101600">
            <a:solidFill>
              <a:srgbClr val="5D7C3F"/>
            </a:solidFill>
            <a:prstDash val="solid"/>
            <a:miter lim="800000"/>
            <a:headEnd len="sm" w="sm" type="none"/>
            <a:tailEnd len="sm" w="sm" type="none"/>
          </a:ln>
        </p:spPr>
      </p:cxnSp>
      <p:sp>
        <p:nvSpPr>
          <p:cNvPr id="152" name="Google Shape;152;p49"/>
          <p:cNvSpPr/>
          <p:nvPr>
            <p:ph idx="2" type="pic"/>
          </p:nvPr>
        </p:nvSpPr>
        <p:spPr>
          <a:xfrm>
            <a:off x="6096000" y="0"/>
            <a:ext cx="6118225" cy="6858000"/>
          </a:xfrm>
          <a:prstGeom prst="rect">
            <a:avLst/>
          </a:prstGeom>
          <a:noFill/>
          <a:ln>
            <a:noFill/>
          </a:ln>
        </p:spPr>
      </p:sp>
      <p:sp>
        <p:nvSpPr>
          <p:cNvPr id="153" name="Google Shape;153;p49"/>
          <p:cNvSpPr txBox="1"/>
          <p:nvPr>
            <p:ph idx="12" type="sldNum"/>
          </p:nvPr>
        </p:nvSpPr>
        <p:spPr>
          <a:xfrm>
            <a:off x="594360" y="6332220"/>
            <a:ext cx="523240" cy="247651"/>
          </a:xfrm>
          <a:prstGeom prst="rect">
            <a:avLst/>
          </a:prstGeom>
          <a:noFill/>
          <a:ln>
            <a:noFill/>
          </a:ln>
        </p:spPr>
        <p:txBody>
          <a:bodyPr anchorCtr="0" anchor="t" bIns="0" lIns="0" spcFirstLastPara="1" rIns="0" wrap="square" tIns="0">
            <a:noAutofit/>
          </a:bodyPr>
          <a:lstStyle>
            <a:lvl1pPr indent="0" lvl="0" marL="0" marR="0" algn="l">
              <a:spcBef>
                <a:spcPts val="0"/>
              </a:spcBef>
              <a:buNone/>
              <a:defRPr b="1" i="0" sz="1100">
                <a:solidFill>
                  <a:schemeClr val="dk1"/>
                </a:solidFill>
                <a:latin typeface="Libre Franklin"/>
                <a:ea typeface="Libre Franklin"/>
                <a:cs typeface="Libre Franklin"/>
                <a:sym typeface="Libre Franklin"/>
              </a:defRPr>
            </a:lvl1pPr>
            <a:lvl2pPr indent="0" lvl="1" marL="0" marR="0" algn="l">
              <a:spcBef>
                <a:spcPts val="0"/>
              </a:spcBef>
              <a:buNone/>
              <a:defRPr b="1" i="0" sz="1100">
                <a:solidFill>
                  <a:schemeClr val="dk1"/>
                </a:solidFill>
                <a:latin typeface="Libre Franklin"/>
                <a:ea typeface="Libre Franklin"/>
                <a:cs typeface="Libre Franklin"/>
                <a:sym typeface="Libre Franklin"/>
              </a:defRPr>
            </a:lvl2pPr>
            <a:lvl3pPr indent="0" lvl="2" marL="0" marR="0" algn="l">
              <a:spcBef>
                <a:spcPts val="0"/>
              </a:spcBef>
              <a:buNone/>
              <a:defRPr b="1" i="0" sz="1100">
                <a:solidFill>
                  <a:schemeClr val="dk1"/>
                </a:solidFill>
                <a:latin typeface="Libre Franklin"/>
                <a:ea typeface="Libre Franklin"/>
                <a:cs typeface="Libre Franklin"/>
                <a:sym typeface="Libre Franklin"/>
              </a:defRPr>
            </a:lvl3pPr>
            <a:lvl4pPr indent="0" lvl="3" marL="0" marR="0" algn="l">
              <a:spcBef>
                <a:spcPts val="0"/>
              </a:spcBef>
              <a:buNone/>
              <a:defRPr b="1" i="0" sz="1100">
                <a:solidFill>
                  <a:schemeClr val="dk1"/>
                </a:solidFill>
                <a:latin typeface="Libre Franklin"/>
                <a:ea typeface="Libre Franklin"/>
                <a:cs typeface="Libre Franklin"/>
                <a:sym typeface="Libre Franklin"/>
              </a:defRPr>
            </a:lvl4pPr>
            <a:lvl5pPr indent="0" lvl="4" marL="0" marR="0" algn="l">
              <a:spcBef>
                <a:spcPts val="0"/>
              </a:spcBef>
              <a:buNone/>
              <a:defRPr b="1" i="0" sz="1100">
                <a:solidFill>
                  <a:schemeClr val="dk1"/>
                </a:solidFill>
                <a:latin typeface="Libre Franklin"/>
                <a:ea typeface="Libre Franklin"/>
                <a:cs typeface="Libre Franklin"/>
                <a:sym typeface="Libre Franklin"/>
              </a:defRPr>
            </a:lvl5pPr>
            <a:lvl6pPr indent="0" lvl="5" marL="0" marR="0" algn="l">
              <a:spcBef>
                <a:spcPts val="0"/>
              </a:spcBef>
              <a:buNone/>
              <a:defRPr b="1" i="0" sz="1100">
                <a:solidFill>
                  <a:schemeClr val="dk1"/>
                </a:solidFill>
                <a:latin typeface="Libre Franklin"/>
                <a:ea typeface="Libre Franklin"/>
                <a:cs typeface="Libre Franklin"/>
                <a:sym typeface="Libre Franklin"/>
              </a:defRPr>
            </a:lvl6pPr>
            <a:lvl7pPr indent="0" lvl="6" marL="0" marR="0" algn="l">
              <a:spcBef>
                <a:spcPts val="0"/>
              </a:spcBef>
              <a:buNone/>
              <a:defRPr b="1" i="0" sz="1100">
                <a:solidFill>
                  <a:schemeClr val="dk1"/>
                </a:solidFill>
                <a:latin typeface="Libre Franklin"/>
                <a:ea typeface="Libre Franklin"/>
                <a:cs typeface="Libre Franklin"/>
                <a:sym typeface="Libre Franklin"/>
              </a:defRPr>
            </a:lvl7pPr>
            <a:lvl8pPr indent="0" lvl="7" marL="0" marR="0" algn="l">
              <a:spcBef>
                <a:spcPts val="0"/>
              </a:spcBef>
              <a:buNone/>
              <a:defRPr b="1" i="0" sz="1100">
                <a:solidFill>
                  <a:schemeClr val="dk1"/>
                </a:solidFill>
                <a:latin typeface="Libre Franklin"/>
                <a:ea typeface="Libre Franklin"/>
                <a:cs typeface="Libre Franklin"/>
                <a:sym typeface="Libre Franklin"/>
              </a:defRPr>
            </a:lvl8pPr>
            <a:lvl9pPr indent="0" lvl="8" marL="0" marR="0" algn="l">
              <a:spcBef>
                <a:spcPts val="0"/>
              </a:spcBef>
              <a:buNone/>
              <a:defRPr b="1" i="0" sz="1100">
                <a:solidFill>
                  <a:schemeClr val="dk1"/>
                </a:solidFill>
                <a:latin typeface="Libre Franklin"/>
                <a:ea typeface="Libre Franklin"/>
                <a:cs typeface="Libre Franklin"/>
                <a:sym typeface="Libre Franklin"/>
              </a:defRPr>
            </a:lvl9pPr>
          </a:lstStyle>
          <a:p>
            <a:pPr indent="0" lvl="0" marL="0" rtl="0" algn="l">
              <a:spcBef>
                <a:spcPts val="0"/>
              </a:spcBef>
              <a:spcAft>
                <a:spcPts val="0"/>
              </a:spcAft>
              <a:buNone/>
            </a:pPr>
            <a:fld id="{00000000-1234-1234-1234-123412341234}" type="slidenum">
              <a:rPr lang="es-MX"/>
              <a:t>‹#›</a:t>
            </a:fld>
            <a:endParaRPr/>
          </a:p>
        </p:txBody>
      </p:sp>
      <p:sp>
        <p:nvSpPr>
          <p:cNvPr id="154" name="Google Shape;154;p49"/>
          <p:cNvSpPr txBox="1"/>
          <p:nvPr>
            <p:ph idx="10" type="dt"/>
          </p:nvPr>
        </p:nvSpPr>
        <p:spPr>
          <a:xfrm>
            <a:off x="1133648" y="6332220"/>
            <a:ext cx="1313180" cy="247651"/>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extLst>
    <p:ext uri="{DCECCB84-F9BA-43D5-87BE-67443E8EF086}">
      <p15:sldGuideLst>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9" orient="horz" pos="552">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dos contenidos">
  <p:cSld name="Título y dos contenidos">
    <p:bg>
      <p:bgPr>
        <a:solidFill>
          <a:schemeClr val="lt1"/>
        </a:solidFill>
      </p:bgPr>
    </p:bg>
    <p:spTree>
      <p:nvGrpSpPr>
        <p:cNvPr id="155" name="Shape 155"/>
        <p:cNvGrpSpPr/>
        <p:nvPr/>
      </p:nvGrpSpPr>
      <p:grpSpPr>
        <a:xfrm>
          <a:off x="0" y="0"/>
          <a:ext cx="0" cy="0"/>
          <a:chOff x="0" y="0"/>
          <a:chExt cx="0" cy="0"/>
        </a:xfrm>
      </p:grpSpPr>
      <p:grpSp>
        <p:nvGrpSpPr>
          <p:cNvPr id="156" name="Google Shape;156;p50"/>
          <p:cNvGrpSpPr/>
          <p:nvPr/>
        </p:nvGrpSpPr>
        <p:grpSpPr>
          <a:xfrm rot="10800000">
            <a:off x="8870040" y="0"/>
            <a:ext cx="3325208" cy="3325208"/>
            <a:chOff x="0" y="12289"/>
            <a:chExt cx="3550" cy="3551"/>
          </a:xfrm>
        </p:grpSpPr>
        <p:sp>
          <p:nvSpPr>
            <p:cNvPr id="157" name="Google Shape;157;p50"/>
            <p:cNvSpPr/>
            <p:nvPr/>
          </p:nvSpPr>
          <p:spPr>
            <a:xfrm>
              <a:off x="0" y="12289"/>
              <a:ext cx="1789" cy="2386"/>
            </a:xfrm>
            <a:custGeom>
              <a:rect b="b" l="l" r="r" t="t"/>
              <a:pathLst>
                <a:path extrusionOk="0" h="2386" w="1789">
                  <a:moveTo>
                    <a:pt x="0" y="0"/>
                  </a:moveTo>
                  <a:lnTo>
                    <a:pt x="0" y="1194"/>
                  </a:lnTo>
                  <a:lnTo>
                    <a:pt x="1192" y="2386"/>
                  </a:lnTo>
                  <a:lnTo>
                    <a:pt x="1789" y="1789"/>
                  </a:lnTo>
                  <a:lnTo>
                    <a:pt x="0" y="0"/>
                  </a:lnTo>
                  <a:close/>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Libre Franklin"/>
                <a:ea typeface="Libre Franklin"/>
                <a:cs typeface="Libre Franklin"/>
                <a:sym typeface="Libre Franklin"/>
              </a:endParaRPr>
            </a:p>
          </p:txBody>
        </p:sp>
        <p:sp>
          <p:nvSpPr>
            <p:cNvPr id="158" name="Google Shape;158;p50"/>
            <p:cNvSpPr/>
            <p:nvPr/>
          </p:nvSpPr>
          <p:spPr>
            <a:xfrm>
              <a:off x="0" y="14678"/>
              <a:ext cx="1162" cy="1162"/>
            </a:xfrm>
            <a:custGeom>
              <a:rect b="b" l="l" r="r" t="t"/>
              <a:pathLst>
                <a:path extrusionOk="0" h="1162" w="1162">
                  <a:moveTo>
                    <a:pt x="0" y="0"/>
                  </a:moveTo>
                  <a:lnTo>
                    <a:pt x="0" y="1161"/>
                  </a:lnTo>
                  <a:lnTo>
                    <a:pt x="1161" y="1161"/>
                  </a:lnTo>
                  <a:lnTo>
                    <a:pt x="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Libre Franklin"/>
                <a:ea typeface="Libre Franklin"/>
                <a:cs typeface="Libre Franklin"/>
                <a:sym typeface="Libre Franklin"/>
              </a:endParaRPr>
            </a:p>
          </p:txBody>
        </p:sp>
        <p:sp>
          <p:nvSpPr>
            <p:cNvPr id="159" name="Google Shape;159;p50"/>
            <p:cNvSpPr/>
            <p:nvPr/>
          </p:nvSpPr>
          <p:spPr>
            <a:xfrm>
              <a:off x="1221" y="14675"/>
              <a:ext cx="2329" cy="1165"/>
            </a:xfrm>
            <a:custGeom>
              <a:rect b="b" l="l" r="r" t="t"/>
              <a:pathLst>
                <a:path extrusionOk="0" h="1165" w="2329">
                  <a:moveTo>
                    <a:pt x="2329" y="1164"/>
                  </a:moveTo>
                  <a:lnTo>
                    <a:pt x="1165" y="0"/>
                  </a:lnTo>
                  <a:lnTo>
                    <a:pt x="0" y="1164"/>
                  </a:lnTo>
                  <a:lnTo>
                    <a:pt x="2329" y="1164"/>
                  </a:lnTo>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Libre Franklin"/>
                <a:ea typeface="Libre Franklin"/>
                <a:cs typeface="Libre Franklin"/>
                <a:sym typeface="Libre Franklin"/>
              </a:endParaRPr>
            </a:p>
          </p:txBody>
        </p:sp>
      </p:grpSp>
      <p:sp>
        <p:nvSpPr>
          <p:cNvPr id="160" name="Google Shape;160;p50"/>
          <p:cNvSpPr txBox="1"/>
          <p:nvPr>
            <p:ph type="title"/>
          </p:nvPr>
        </p:nvSpPr>
        <p:spPr>
          <a:xfrm>
            <a:off x="594360" y="198408"/>
            <a:ext cx="10972800" cy="1574317"/>
          </a:xfrm>
          <a:prstGeom prst="rect">
            <a:avLst/>
          </a:prstGeom>
          <a:noFill/>
          <a:ln>
            <a:noFill/>
          </a:ln>
        </p:spPr>
        <p:txBody>
          <a:bodyPr anchorCtr="0" anchor="b" bIns="0" lIns="0" spcFirstLastPara="1" rIns="0" wrap="square" tIns="0">
            <a:noAutofit/>
          </a:bodyPr>
          <a:lstStyle>
            <a:lvl1pPr lvl="0" algn="l">
              <a:lnSpc>
                <a:spcPct val="80000"/>
              </a:lnSpc>
              <a:spcBef>
                <a:spcPts val="0"/>
              </a:spcBef>
              <a:spcAft>
                <a:spcPts val="0"/>
              </a:spcAft>
              <a:buClr>
                <a:schemeClr val="dk1"/>
              </a:buClr>
              <a:buSzPts val="4400"/>
              <a:buFont typeface="Franklin Gothic"/>
              <a:buNone/>
              <a:defRPr b="1" i="0" sz="4400">
                <a:solidFill>
                  <a:schemeClr val="dk1"/>
                </a:solidFill>
                <a:latin typeface="Franklin Gothic"/>
                <a:ea typeface="Franklin Gothic"/>
                <a:cs typeface="Franklin Gothic"/>
                <a:sym typeface="Franklin Gothic"/>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cxnSp>
        <p:nvCxnSpPr>
          <p:cNvPr id="161" name="Google Shape;161;p50"/>
          <p:cNvCxnSpPr/>
          <p:nvPr/>
        </p:nvCxnSpPr>
        <p:spPr>
          <a:xfrm>
            <a:off x="594360" y="2148840"/>
            <a:ext cx="2133600" cy="3992"/>
          </a:xfrm>
          <a:prstGeom prst="straightConnector1">
            <a:avLst/>
          </a:prstGeom>
          <a:noFill/>
          <a:ln cap="flat" cmpd="sng" w="101600">
            <a:solidFill>
              <a:srgbClr val="5D7C3F"/>
            </a:solidFill>
            <a:prstDash val="solid"/>
            <a:miter lim="800000"/>
            <a:headEnd len="sm" w="sm" type="none"/>
            <a:tailEnd len="sm" w="sm" type="none"/>
          </a:ln>
        </p:spPr>
      </p:cxnSp>
      <p:sp>
        <p:nvSpPr>
          <p:cNvPr id="162" name="Google Shape;162;p50"/>
          <p:cNvSpPr txBox="1"/>
          <p:nvPr>
            <p:ph idx="1" type="body"/>
          </p:nvPr>
        </p:nvSpPr>
        <p:spPr>
          <a:xfrm>
            <a:off x="595523" y="2676525"/>
            <a:ext cx="5746750" cy="3597470"/>
          </a:xfrm>
          <a:prstGeom prst="rect">
            <a:avLst/>
          </a:prstGeom>
          <a:noFill/>
          <a:ln>
            <a:noFill/>
          </a:ln>
        </p:spPr>
        <p:txBody>
          <a:bodyPr anchorCtr="0" anchor="t" bIns="45700" lIns="0" spcFirstLastPara="1" rIns="91425" wrap="square" tIns="45700">
            <a:normAutofit/>
          </a:bodyPr>
          <a:lstStyle>
            <a:lvl1pPr indent="-228600" lvl="0" marL="457200" algn="l">
              <a:lnSpc>
                <a:spcPct val="90000"/>
              </a:lnSpc>
              <a:spcBef>
                <a:spcPts val="1800"/>
              </a:spcBef>
              <a:spcAft>
                <a:spcPts val="0"/>
              </a:spcAft>
              <a:buClr>
                <a:schemeClr val="dk1"/>
              </a:buClr>
              <a:buSzPts val="2000"/>
              <a:buNone/>
              <a:defRPr sz="2000"/>
            </a:lvl1pPr>
            <a:lvl2pPr indent="-355600" lvl="1" marL="914400" algn="l">
              <a:lnSpc>
                <a:spcPct val="90000"/>
              </a:lnSpc>
              <a:spcBef>
                <a:spcPts val="600"/>
              </a:spcBef>
              <a:spcAft>
                <a:spcPts val="0"/>
              </a:spcAft>
              <a:buClr>
                <a:schemeClr val="dk1"/>
              </a:buClr>
              <a:buSzPts val="2000"/>
              <a:buChar char="•"/>
              <a:defRPr sz="2000"/>
            </a:lvl2pPr>
            <a:lvl3pPr indent="-355600" lvl="2" marL="1371600" algn="l">
              <a:lnSpc>
                <a:spcPct val="90000"/>
              </a:lnSpc>
              <a:spcBef>
                <a:spcPts val="1800"/>
              </a:spcBef>
              <a:spcAft>
                <a:spcPts val="0"/>
              </a:spcAft>
              <a:buClr>
                <a:schemeClr val="dk1"/>
              </a:buClr>
              <a:buSzPts val="2000"/>
              <a:buChar char="•"/>
              <a:defRPr sz="2000"/>
            </a:lvl3pPr>
            <a:lvl4pPr indent="-355600" lvl="3" marL="1828800" algn="l">
              <a:lnSpc>
                <a:spcPct val="90000"/>
              </a:lnSpc>
              <a:spcBef>
                <a:spcPts val="1800"/>
              </a:spcBef>
              <a:spcAft>
                <a:spcPts val="0"/>
              </a:spcAft>
              <a:buClr>
                <a:schemeClr val="dk1"/>
              </a:buClr>
              <a:buSzPts val="2000"/>
              <a:buChar char="•"/>
              <a:defRPr sz="2000"/>
            </a:lvl4pPr>
            <a:lvl5pPr indent="-355600" lvl="4" marL="2286000" algn="l">
              <a:lnSpc>
                <a:spcPct val="90000"/>
              </a:lnSpc>
              <a:spcBef>
                <a:spcPts val="1800"/>
              </a:spcBef>
              <a:spcAft>
                <a:spcPts val="0"/>
              </a:spcAft>
              <a:buClr>
                <a:schemeClr val="dk1"/>
              </a:buClr>
              <a:buSzPts val="2000"/>
              <a:buChar char="•"/>
              <a:defRPr sz="2000"/>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63" name="Google Shape;163;p50"/>
          <p:cNvSpPr txBox="1"/>
          <p:nvPr>
            <p:ph idx="2" type="body"/>
          </p:nvPr>
        </p:nvSpPr>
        <p:spPr>
          <a:xfrm>
            <a:off x="7620000" y="2676525"/>
            <a:ext cx="3947160" cy="3597470"/>
          </a:xfrm>
          <a:prstGeom prst="rect">
            <a:avLst/>
          </a:prstGeom>
          <a:noFill/>
          <a:ln>
            <a:noFill/>
          </a:ln>
        </p:spPr>
        <p:txBody>
          <a:bodyPr anchorCtr="0" anchor="t" bIns="45700" lIns="0" spcFirstLastPara="1" rIns="91425" wrap="square" tIns="45700">
            <a:normAutofit/>
          </a:bodyPr>
          <a:lstStyle>
            <a:lvl1pPr indent="-355600" lvl="0" marL="457200" algn="l">
              <a:lnSpc>
                <a:spcPct val="90000"/>
              </a:lnSpc>
              <a:spcBef>
                <a:spcPts val="1800"/>
              </a:spcBef>
              <a:spcAft>
                <a:spcPts val="0"/>
              </a:spcAft>
              <a:buClr>
                <a:schemeClr val="dk1"/>
              </a:buClr>
              <a:buSzPts val="2000"/>
              <a:buFont typeface="Arial"/>
              <a:buChar char="•"/>
              <a:defRPr sz="2000"/>
            </a:lvl1pPr>
            <a:lvl2pPr indent="-355600" lvl="1" marL="914400" algn="l">
              <a:lnSpc>
                <a:spcPct val="90000"/>
              </a:lnSpc>
              <a:spcBef>
                <a:spcPts val="1800"/>
              </a:spcBef>
              <a:spcAft>
                <a:spcPts val="0"/>
              </a:spcAft>
              <a:buClr>
                <a:schemeClr val="dk1"/>
              </a:buClr>
              <a:buSzPts val="2000"/>
              <a:buChar char="•"/>
              <a:defRPr sz="2000"/>
            </a:lvl2pPr>
            <a:lvl3pPr indent="-355600" lvl="2" marL="1371600" algn="l">
              <a:lnSpc>
                <a:spcPct val="90000"/>
              </a:lnSpc>
              <a:spcBef>
                <a:spcPts val="1800"/>
              </a:spcBef>
              <a:spcAft>
                <a:spcPts val="0"/>
              </a:spcAft>
              <a:buClr>
                <a:schemeClr val="dk1"/>
              </a:buClr>
              <a:buSzPts val="2000"/>
              <a:buChar char="•"/>
              <a:defRPr sz="2000"/>
            </a:lvl3pPr>
            <a:lvl4pPr indent="-355600" lvl="3" marL="1828800" algn="l">
              <a:lnSpc>
                <a:spcPct val="90000"/>
              </a:lnSpc>
              <a:spcBef>
                <a:spcPts val="1800"/>
              </a:spcBef>
              <a:spcAft>
                <a:spcPts val="0"/>
              </a:spcAft>
              <a:buClr>
                <a:schemeClr val="dk1"/>
              </a:buClr>
              <a:buSzPts val="2000"/>
              <a:buChar char="•"/>
              <a:defRPr sz="2000"/>
            </a:lvl4pPr>
            <a:lvl5pPr indent="-355600" lvl="4" marL="2286000" algn="l">
              <a:lnSpc>
                <a:spcPct val="90000"/>
              </a:lnSpc>
              <a:spcBef>
                <a:spcPts val="1800"/>
              </a:spcBef>
              <a:spcAft>
                <a:spcPts val="0"/>
              </a:spcAft>
              <a:buClr>
                <a:schemeClr val="dk1"/>
              </a:buClr>
              <a:buSzPts val="2000"/>
              <a:buChar char="•"/>
              <a:defRPr sz="2000"/>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64" name="Google Shape;164;p50"/>
          <p:cNvSpPr txBox="1"/>
          <p:nvPr>
            <p:ph idx="10" type="dt"/>
          </p:nvPr>
        </p:nvSpPr>
        <p:spPr>
          <a:xfrm>
            <a:off x="1133648" y="6332220"/>
            <a:ext cx="1313180" cy="247651"/>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5" name="Google Shape;165;p50"/>
          <p:cNvSpPr txBox="1"/>
          <p:nvPr>
            <p:ph idx="12" type="sldNum"/>
          </p:nvPr>
        </p:nvSpPr>
        <p:spPr>
          <a:xfrm>
            <a:off x="594360" y="6332220"/>
            <a:ext cx="523240" cy="247651"/>
          </a:xfrm>
          <a:prstGeom prst="rect">
            <a:avLst/>
          </a:prstGeom>
          <a:noFill/>
          <a:ln>
            <a:noFill/>
          </a:ln>
        </p:spPr>
        <p:txBody>
          <a:bodyPr anchorCtr="0" anchor="t" bIns="0" lIns="0" spcFirstLastPara="1" rIns="0" wrap="square" tIns="0">
            <a:noAutofit/>
          </a:bodyPr>
          <a:lstStyle>
            <a:lvl1pPr indent="0" lvl="0" marL="0" marR="0" algn="l">
              <a:spcBef>
                <a:spcPts val="0"/>
              </a:spcBef>
              <a:buNone/>
              <a:defRPr b="1" i="0" sz="1100">
                <a:solidFill>
                  <a:schemeClr val="dk1"/>
                </a:solidFill>
                <a:latin typeface="Libre Franklin"/>
                <a:ea typeface="Libre Franklin"/>
                <a:cs typeface="Libre Franklin"/>
                <a:sym typeface="Libre Franklin"/>
              </a:defRPr>
            </a:lvl1pPr>
            <a:lvl2pPr indent="0" lvl="1" marL="0" marR="0" algn="l">
              <a:spcBef>
                <a:spcPts val="0"/>
              </a:spcBef>
              <a:buNone/>
              <a:defRPr b="1" i="0" sz="1100">
                <a:solidFill>
                  <a:schemeClr val="dk1"/>
                </a:solidFill>
                <a:latin typeface="Libre Franklin"/>
                <a:ea typeface="Libre Franklin"/>
                <a:cs typeface="Libre Franklin"/>
                <a:sym typeface="Libre Franklin"/>
              </a:defRPr>
            </a:lvl2pPr>
            <a:lvl3pPr indent="0" lvl="2" marL="0" marR="0" algn="l">
              <a:spcBef>
                <a:spcPts val="0"/>
              </a:spcBef>
              <a:buNone/>
              <a:defRPr b="1" i="0" sz="1100">
                <a:solidFill>
                  <a:schemeClr val="dk1"/>
                </a:solidFill>
                <a:latin typeface="Libre Franklin"/>
                <a:ea typeface="Libre Franklin"/>
                <a:cs typeface="Libre Franklin"/>
                <a:sym typeface="Libre Franklin"/>
              </a:defRPr>
            </a:lvl3pPr>
            <a:lvl4pPr indent="0" lvl="3" marL="0" marR="0" algn="l">
              <a:spcBef>
                <a:spcPts val="0"/>
              </a:spcBef>
              <a:buNone/>
              <a:defRPr b="1" i="0" sz="1100">
                <a:solidFill>
                  <a:schemeClr val="dk1"/>
                </a:solidFill>
                <a:latin typeface="Libre Franklin"/>
                <a:ea typeface="Libre Franklin"/>
                <a:cs typeface="Libre Franklin"/>
                <a:sym typeface="Libre Franklin"/>
              </a:defRPr>
            </a:lvl4pPr>
            <a:lvl5pPr indent="0" lvl="4" marL="0" marR="0" algn="l">
              <a:spcBef>
                <a:spcPts val="0"/>
              </a:spcBef>
              <a:buNone/>
              <a:defRPr b="1" i="0" sz="1100">
                <a:solidFill>
                  <a:schemeClr val="dk1"/>
                </a:solidFill>
                <a:latin typeface="Libre Franklin"/>
                <a:ea typeface="Libre Franklin"/>
                <a:cs typeface="Libre Franklin"/>
                <a:sym typeface="Libre Franklin"/>
              </a:defRPr>
            </a:lvl5pPr>
            <a:lvl6pPr indent="0" lvl="5" marL="0" marR="0" algn="l">
              <a:spcBef>
                <a:spcPts val="0"/>
              </a:spcBef>
              <a:buNone/>
              <a:defRPr b="1" i="0" sz="1100">
                <a:solidFill>
                  <a:schemeClr val="dk1"/>
                </a:solidFill>
                <a:latin typeface="Libre Franklin"/>
                <a:ea typeface="Libre Franklin"/>
                <a:cs typeface="Libre Franklin"/>
                <a:sym typeface="Libre Franklin"/>
              </a:defRPr>
            </a:lvl6pPr>
            <a:lvl7pPr indent="0" lvl="6" marL="0" marR="0" algn="l">
              <a:spcBef>
                <a:spcPts val="0"/>
              </a:spcBef>
              <a:buNone/>
              <a:defRPr b="1" i="0" sz="1100">
                <a:solidFill>
                  <a:schemeClr val="dk1"/>
                </a:solidFill>
                <a:latin typeface="Libre Franklin"/>
                <a:ea typeface="Libre Franklin"/>
                <a:cs typeface="Libre Franklin"/>
                <a:sym typeface="Libre Franklin"/>
              </a:defRPr>
            </a:lvl7pPr>
            <a:lvl8pPr indent="0" lvl="7" marL="0" marR="0" algn="l">
              <a:spcBef>
                <a:spcPts val="0"/>
              </a:spcBef>
              <a:buNone/>
              <a:defRPr b="1" i="0" sz="1100">
                <a:solidFill>
                  <a:schemeClr val="dk1"/>
                </a:solidFill>
                <a:latin typeface="Libre Franklin"/>
                <a:ea typeface="Libre Franklin"/>
                <a:cs typeface="Libre Franklin"/>
                <a:sym typeface="Libre Franklin"/>
              </a:defRPr>
            </a:lvl8pPr>
            <a:lvl9pPr indent="0" lvl="8" marL="0" marR="0" algn="l">
              <a:spcBef>
                <a:spcPts val="0"/>
              </a:spcBef>
              <a:buNone/>
              <a:defRPr b="1" i="0" sz="1100">
                <a:solidFill>
                  <a:schemeClr val="dk1"/>
                </a:solidFill>
                <a:latin typeface="Libre Franklin"/>
                <a:ea typeface="Libre Franklin"/>
                <a:cs typeface="Libre Franklin"/>
                <a:sym typeface="Libre Franklin"/>
              </a:defRPr>
            </a:lvl9pPr>
          </a:lstStyle>
          <a:p>
            <a:pPr indent="0" lvl="0" marL="0" rtl="0" algn="l">
              <a:spcBef>
                <a:spcPts val="0"/>
              </a:spcBef>
              <a:spcAft>
                <a:spcPts val="0"/>
              </a:spcAft>
              <a:buNone/>
            </a:pPr>
            <a:fld id="{00000000-1234-1234-1234-123412341234}" type="slidenum">
              <a:rPr lang="es-MX"/>
              <a:t>‹#›</a:t>
            </a:fld>
            <a:endParaRPr/>
          </a:p>
        </p:txBody>
      </p:sp>
    </p:spTree>
  </p:cSld>
  <p:clrMapOvr>
    <a:masterClrMapping/>
  </p:clrMapOvr>
  <p:extLst>
    <p:ext uri="{DCECCB84-F9BA-43D5-87BE-67443E8EF086}">
      <p15:sldGuideLst>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9" orient="horz" pos="552">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a 2">
  <p:cSld name="Tabla 2">
    <p:bg>
      <p:bgPr>
        <a:solidFill>
          <a:schemeClr val="lt1"/>
        </a:solidFill>
      </p:bgPr>
    </p:bg>
    <p:spTree>
      <p:nvGrpSpPr>
        <p:cNvPr id="166" name="Shape 166"/>
        <p:cNvGrpSpPr/>
        <p:nvPr/>
      </p:nvGrpSpPr>
      <p:grpSpPr>
        <a:xfrm>
          <a:off x="0" y="0"/>
          <a:ext cx="0" cy="0"/>
          <a:chOff x="0" y="0"/>
          <a:chExt cx="0" cy="0"/>
        </a:xfrm>
      </p:grpSpPr>
      <p:sp>
        <p:nvSpPr>
          <p:cNvPr id="167" name="Google Shape;167;p51"/>
          <p:cNvSpPr txBox="1"/>
          <p:nvPr>
            <p:ph type="title"/>
          </p:nvPr>
        </p:nvSpPr>
        <p:spPr>
          <a:xfrm>
            <a:off x="594360" y="202400"/>
            <a:ext cx="10972800" cy="1570325"/>
          </a:xfrm>
          <a:prstGeom prst="rect">
            <a:avLst/>
          </a:prstGeom>
          <a:noFill/>
          <a:ln>
            <a:noFill/>
          </a:ln>
        </p:spPr>
        <p:txBody>
          <a:bodyPr anchorCtr="0" anchor="b" bIns="0" lIns="0" spcFirstLastPara="1" rIns="0" wrap="square" tIns="0">
            <a:noAutofit/>
          </a:bodyPr>
          <a:lstStyle>
            <a:lvl1pPr lvl="0" algn="l">
              <a:lnSpc>
                <a:spcPct val="80000"/>
              </a:lnSpc>
              <a:spcBef>
                <a:spcPts val="0"/>
              </a:spcBef>
              <a:spcAft>
                <a:spcPts val="0"/>
              </a:spcAft>
              <a:buClr>
                <a:schemeClr val="dk1"/>
              </a:buClr>
              <a:buSzPts val="4400"/>
              <a:buFont typeface="Franklin Gothic"/>
              <a:buNone/>
              <a:defRPr b="1" i="0" sz="4400">
                <a:solidFill>
                  <a:schemeClr val="dk1"/>
                </a:solidFill>
                <a:latin typeface="Franklin Gothic"/>
                <a:ea typeface="Franklin Gothic"/>
                <a:cs typeface="Franklin Gothic"/>
                <a:sym typeface="Franklin Gothic"/>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8" name="Google Shape;168;p51"/>
          <p:cNvSpPr txBox="1"/>
          <p:nvPr>
            <p:ph idx="12" type="sldNum"/>
          </p:nvPr>
        </p:nvSpPr>
        <p:spPr>
          <a:xfrm>
            <a:off x="594360" y="6332220"/>
            <a:ext cx="523240" cy="247651"/>
          </a:xfrm>
          <a:prstGeom prst="rect">
            <a:avLst/>
          </a:prstGeom>
          <a:noFill/>
          <a:ln>
            <a:noFill/>
          </a:ln>
        </p:spPr>
        <p:txBody>
          <a:bodyPr anchorCtr="0" anchor="t" bIns="0" lIns="0" spcFirstLastPara="1" rIns="0" wrap="square" tIns="0">
            <a:noAutofit/>
          </a:bodyPr>
          <a:lstStyle>
            <a:lvl1pPr indent="0" lvl="0" marL="0" marR="0" algn="l">
              <a:spcBef>
                <a:spcPts val="0"/>
              </a:spcBef>
              <a:buNone/>
              <a:defRPr b="1" i="0" sz="1100">
                <a:solidFill>
                  <a:schemeClr val="dk1"/>
                </a:solidFill>
                <a:latin typeface="Libre Franklin"/>
                <a:ea typeface="Libre Franklin"/>
                <a:cs typeface="Libre Franklin"/>
                <a:sym typeface="Libre Franklin"/>
              </a:defRPr>
            </a:lvl1pPr>
            <a:lvl2pPr indent="0" lvl="1" marL="0" marR="0" algn="l">
              <a:spcBef>
                <a:spcPts val="0"/>
              </a:spcBef>
              <a:buNone/>
              <a:defRPr b="1" i="0" sz="1100">
                <a:solidFill>
                  <a:schemeClr val="dk1"/>
                </a:solidFill>
                <a:latin typeface="Libre Franklin"/>
                <a:ea typeface="Libre Franklin"/>
                <a:cs typeface="Libre Franklin"/>
                <a:sym typeface="Libre Franklin"/>
              </a:defRPr>
            </a:lvl2pPr>
            <a:lvl3pPr indent="0" lvl="2" marL="0" marR="0" algn="l">
              <a:spcBef>
                <a:spcPts val="0"/>
              </a:spcBef>
              <a:buNone/>
              <a:defRPr b="1" i="0" sz="1100">
                <a:solidFill>
                  <a:schemeClr val="dk1"/>
                </a:solidFill>
                <a:latin typeface="Libre Franklin"/>
                <a:ea typeface="Libre Franklin"/>
                <a:cs typeface="Libre Franklin"/>
                <a:sym typeface="Libre Franklin"/>
              </a:defRPr>
            </a:lvl3pPr>
            <a:lvl4pPr indent="0" lvl="3" marL="0" marR="0" algn="l">
              <a:spcBef>
                <a:spcPts val="0"/>
              </a:spcBef>
              <a:buNone/>
              <a:defRPr b="1" i="0" sz="1100">
                <a:solidFill>
                  <a:schemeClr val="dk1"/>
                </a:solidFill>
                <a:latin typeface="Libre Franklin"/>
                <a:ea typeface="Libre Franklin"/>
                <a:cs typeface="Libre Franklin"/>
                <a:sym typeface="Libre Franklin"/>
              </a:defRPr>
            </a:lvl4pPr>
            <a:lvl5pPr indent="0" lvl="4" marL="0" marR="0" algn="l">
              <a:spcBef>
                <a:spcPts val="0"/>
              </a:spcBef>
              <a:buNone/>
              <a:defRPr b="1" i="0" sz="1100">
                <a:solidFill>
                  <a:schemeClr val="dk1"/>
                </a:solidFill>
                <a:latin typeface="Libre Franklin"/>
                <a:ea typeface="Libre Franklin"/>
                <a:cs typeface="Libre Franklin"/>
                <a:sym typeface="Libre Franklin"/>
              </a:defRPr>
            </a:lvl5pPr>
            <a:lvl6pPr indent="0" lvl="5" marL="0" marR="0" algn="l">
              <a:spcBef>
                <a:spcPts val="0"/>
              </a:spcBef>
              <a:buNone/>
              <a:defRPr b="1" i="0" sz="1100">
                <a:solidFill>
                  <a:schemeClr val="dk1"/>
                </a:solidFill>
                <a:latin typeface="Libre Franklin"/>
                <a:ea typeface="Libre Franklin"/>
                <a:cs typeface="Libre Franklin"/>
                <a:sym typeface="Libre Franklin"/>
              </a:defRPr>
            </a:lvl6pPr>
            <a:lvl7pPr indent="0" lvl="6" marL="0" marR="0" algn="l">
              <a:spcBef>
                <a:spcPts val="0"/>
              </a:spcBef>
              <a:buNone/>
              <a:defRPr b="1" i="0" sz="1100">
                <a:solidFill>
                  <a:schemeClr val="dk1"/>
                </a:solidFill>
                <a:latin typeface="Libre Franklin"/>
                <a:ea typeface="Libre Franklin"/>
                <a:cs typeface="Libre Franklin"/>
                <a:sym typeface="Libre Franklin"/>
              </a:defRPr>
            </a:lvl7pPr>
            <a:lvl8pPr indent="0" lvl="7" marL="0" marR="0" algn="l">
              <a:spcBef>
                <a:spcPts val="0"/>
              </a:spcBef>
              <a:buNone/>
              <a:defRPr b="1" i="0" sz="1100">
                <a:solidFill>
                  <a:schemeClr val="dk1"/>
                </a:solidFill>
                <a:latin typeface="Libre Franklin"/>
                <a:ea typeface="Libre Franklin"/>
                <a:cs typeface="Libre Franklin"/>
                <a:sym typeface="Libre Franklin"/>
              </a:defRPr>
            </a:lvl8pPr>
            <a:lvl9pPr indent="0" lvl="8" marL="0" marR="0" algn="l">
              <a:spcBef>
                <a:spcPts val="0"/>
              </a:spcBef>
              <a:buNone/>
              <a:defRPr b="1" i="0" sz="1100">
                <a:solidFill>
                  <a:schemeClr val="dk1"/>
                </a:solidFill>
                <a:latin typeface="Libre Franklin"/>
                <a:ea typeface="Libre Franklin"/>
                <a:cs typeface="Libre Franklin"/>
                <a:sym typeface="Libre Franklin"/>
              </a:defRPr>
            </a:lvl9pPr>
          </a:lstStyle>
          <a:p>
            <a:pPr indent="0" lvl="0" marL="0" rtl="0" algn="l">
              <a:spcBef>
                <a:spcPts val="0"/>
              </a:spcBef>
              <a:spcAft>
                <a:spcPts val="0"/>
              </a:spcAft>
              <a:buNone/>
            </a:pPr>
            <a:fld id="{00000000-1234-1234-1234-123412341234}" type="slidenum">
              <a:rPr lang="es-MX"/>
              <a:t>‹#›</a:t>
            </a:fld>
            <a:endParaRPr/>
          </a:p>
        </p:txBody>
      </p:sp>
      <p:sp>
        <p:nvSpPr>
          <p:cNvPr id="169" name="Google Shape;169;p51"/>
          <p:cNvSpPr txBox="1"/>
          <p:nvPr>
            <p:ph idx="10" type="dt"/>
          </p:nvPr>
        </p:nvSpPr>
        <p:spPr>
          <a:xfrm>
            <a:off x="1133648" y="6332220"/>
            <a:ext cx="1313180" cy="247651"/>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cxnSp>
        <p:nvCxnSpPr>
          <p:cNvPr id="170" name="Google Shape;170;p51"/>
          <p:cNvCxnSpPr/>
          <p:nvPr/>
        </p:nvCxnSpPr>
        <p:spPr>
          <a:xfrm>
            <a:off x="594360" y="2148840"/>
            <a:ext cx="2133600" cy="3992"/>
          </a:xfrm>
          <a:prstGeom prst="straightConnector1">
            <a:avLst/>
          </a:prstGeom>
          <a:noFill/>
          <a:ln cap="flat" cmpd="sng" w="101600">
            <a:solidFill>
              <a:srgbClr val="5D7C3F"/>
            </a:solidFill>
            <a:prstDash val="solid"/>
            <a:miter lim="800000"/>
            <a:headEnd len="sm" w="sm" type="none"/>
            <a:tailEnd len="sm" w="sm" type="none"/>
          </a:ln>
        </p:spPr>
      </p:cxnSp>
    </p:spTree>
  </p:cSld>
  <p:clrMapOvr>
    <a:masterClrMapping/>
  </p:clrMapOvr>
  <p:extLst>
    <p:ext uri="{DCECCB84-F9BA-43D5-87BE-67443E8EF086}">
      <p15:sldGuideLst>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9" orient="horz" pos="552">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p:cSld name="Título">
    <p:spTree>
      <p:nvGrpSpPr>
        <p:cNvPr id="175" name="Shape 175"/>
        <p:cNvGrpSpPr/>
        <p:nvPr/>
      </p:nvGrpSpPr>
      <p:grpSpPr>
        <a:xfrm>
          <a:off x="0" y="0"/>
          <a:ext cx="0" cy="0"/>
          <a:chOff x="0" y="0"/>
          <a:chExt cx="0" cy="0"/>
        </a:xfrm>
      </p:grpSpPr>
      <p:sp>
        <p:nvSpPr>
          <p:cNvPr id="176" name="Google Shape;176;p40"/>
          <p:cNvSpPr txBox="1"/>
          <p:nvPr>
            <p:ph type="ctrTitle"/>
          </p:nvPr>
        </p:nvSpPr>
        <p:spPr>
          <a:xfrm>
            <a:off x="6309904" y="411479"/>
            <a:ext cx="5486400" cy="3291840"/>
          </a:xfrm>
          <a:prstGeom prst="rect">
            <a:avLst/>
          </a:prstGeom>
          <a:noFill/>
          <a:ln>
            <a:noFill/>
          </a:ln>
        </p:spPr>
        <p:txBody>
          <a:bodyPr anchorCtr="0" anchor="b" bIns="0" lIns="0" spcFirstLastPara="1" rIns="0" wrap="square" tIns="0">
            <a:noAutofit/>
          </a:bodyPr>
          <a:lstStyle>
            <a:lvl1pPr lvl="0" algn="l">
              <a:lnSpc>
                <a:spcPct val="80000"/>
              </a:lnSpc>
              <a:spcBef>
                <a:spcPts val="0"/>
              </a:spcBef>
              <a:spcAft>
                <a:spcPts val="0"/>
              </a:spcAft>
              <a:buSzPts val="2800"/>
              <a:buNone/>
              <a:defRPr b="1" i="0" sz="6000">
                <a:solidFill>
                  <a:schemeClr val="lt1"/>
                </a:solidFill>
                <a:latin typeface="Arial"/>
                <a:ea typeface="Arial"/>
                <a:cs typeface="Arial"/>
                <a:sym typeface="Aria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grpSp>
        <p:nvGrpSpPr>
          <p:cNvPr id="177" name="Google Shape;177;p40"/>
          <p:cNvGrpSpPr/>
          <p:nvPr/>
        </p:nvGrpSpPr>
        <p:grpSpPr>
          <a:xfrm>
            <a:off x="1" y="758752"/>
            <a:ext cx="6099248" cy="6099248"/>
            <a:chOff x="0" y="12289"/>
            <a:chExt cx="3550" cy="3551"/>
          </a:xfrm>
        </p:grpSpPr>
        <p:sp>
          <p:nvSpPr>
            <p:cNvPr id="178" name="Google Shape;178;p40"/>
            <p:cNvSpPr/>
            <p:nvPr/>
          </p:nvSpPr>
          <p:spPr>
            <a:xfrm>
              <a:off x="0" y="12289"/>
              <a:ext cx="1789" cy="2386"/>
            </a:xfrm>
            <a:custGeom>
              <a:rect b="b" l="l" r="r" t="t"/>
              <a:pathLst>
                <a:path extrusionOk="0" h="2386" w="1789">
                  <a:moveTo>
                    <a:pt x="0" y="0"/>
                  </a:moveTo>
                  <a:lnTo>
                    <a:pt x="0" y="1194"/>
                  </a:lnTo>
                  <a:lnTo>
                    <a:pt x="1192" y="2386"/>
                  </a:lnTo>
                  <a:lnTo>
                    <a:pt x="1789" y="1789"/>
                  </a:lnTo>
                  <a:lnTo>
                    <a:pt x="0" y="0"/>
                  </a:lnTo>
                  <a:close/>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79" name="Google Shape;179;p40"/>
            <p:cNvSpPr/>
            <p:nvPr/>
          </p:nvSpPr>
          <p:spPr>
            <a:xfrm>
              <a:off x="0" y="14678"/>
              <a:ext cx="1162" cy="1162"/>
            </a:xfrm>
            <a:custGeom>
              <a:rect b="b" l="l" r="r" t="t"/>
              <a:pathLst>
                <a:path extrusionOk="0" h="1162" w="1162">
                  <a:moveTo>
                    <a:pt x="0" y="0"/>
                  </a:moveTo>
                  <a:lnTo>
                    <a:pt x="0" y="1161"/>
                  </a:lnTo>
                  <a:lnTo>
                    <a:pt x="1161" y="1161"/>
                  </a:lnTo>
                  <a:lnTo>
                    <a:pt x="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80" name="Google Shape;180;p40"/>
            <p:cNvSpPr/>
            <p:nvPr/>
          </p:nvSpPr>
          <p:spPr>
            <a:xfrm>
              <a:off x="1221" y="14675"/>
              <a:ext cx="2329" cy="1165"/>
            </a:xfrm>
            <a:custGeom>
              <a:rect b="b" l="l" r="r" t="t"/>
              <a:pathLst>
                <a:path extrusionOk="0" h="1165" w="2329">
                  <a:moveTo>
                    <a:pt x="2329" y="1164"/>
                  </a:moveTo>
                  <a:lnTo>
                    <a:pt x="1165" y="0"/>
                  </a:lnTo>
                  <a:lnTo>
                    <a:pt x="0" y="1164"/>
                  </a:lnTo>
                  <a:lnTo>
                    <a:pt x="2329" y="1164"/>
                  </a:lnTo>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grpSp>
      <p:cxnSp>
        <p:nvCxnSpPr>
          <p:cNvPr id="181" name="Google Shape;181;p40"/>
          <p:cNvCxnSpPr/>
          <p:nvPr/>
        </p:nvCxnSpPr>
        <p:spPr>
          <a:xfrm>
            <a:off x="6309360" y="3950208"/>
            <a:ext cx="2133600" cy="3992"/>
          </a:xfrm>
          <a:prstGeom prst="straightConnector1">
            <a:avLst/>
          </a:prstGeom>
          <a:noFill/>
          <a:ln cap="flat" cmpd="sng" w="101600">
            <a:solidFill>
              <a:srgbClr val="B9AD8D"/>
            </a:solidFill>
            <a:prstDash val="solid"/>
            <a:round/>
            <a:headEnd len="sm" w="sm" type="none"/>
            <a:tailEnd len="sm" w="sm" type="none"/>
          </a:ln>
        </p:spPr>
      </p:cxnSp>
      <p:sp>
        <p:nvSpPr>
          <p:cNvPr id="182" name="Google Shape;182;p40"/>
          <p:cNvSpPr txBox="1"/>
          <p:nvPr>
            <p:ph idx="1" type="body"/>
          </p:nvPr>
        </p:nvSpPr>
        <p:spPr>
          <a:xfrm>
            <a:off x="6309905" y="4549552"/>
            <a:ext cx="5486400" cy="1645920"/>
          </a:xfrm>
          <a:prstGeom prst="rect">
            <a:avLst/>
          </a:prstGeom>
          <a:noFill/>
          <a:ln>
            <a:noFill/>
          </a:ln>
        </p:spPr>
        <p:txBody>
          <a:bodyPr anchorCtr="0" anchor="t" bIns="0" lIns="0" spcFirstLastPara="1" rIns="0" wrap="square" tIns="0">
            <a:noAutofit/>
          </a:bodyPr>
          <a:lstStyle>
            <a:lvl1pPr indent="-228600" lvl="0" marL="457200" algn="l">
              <a:lnSpc>
                <a:spcPct val="115000"/>
              </a:lnSpc>
              <a:spcBef>
                <a:spcPts val="0"/>
              </a:spcBef>
              <a:spcAft>
                <a:spcPts val="0"/>
              </a:spcAft>
              <a:buSzPts val="1800"/>
              <a:buNone/>
              <a:defRPr b="1" i="0" sz="2400">
                <a:solidFill>
                  <a:srgbClr val="B9AD8D"/>
                </a:solidFill>
                <a:latin typeface="Arial"/>
                <a:ea typeface="Arial"/>
                <a:cs typeface="Arial"/>
                <a:sym typeface="Arial"/>
              </a:defRPr>
            </a:lvl1pPr>
            <a:lvl2pPr indent="-317500" lvl="1" marL="914400" algn="l">
              <a:lnSpc>
                <a:spcPct val="115000"/>
              </a:lnSpc>
              <a:spcBef>
                <a:spcPts val="0"/>
              </a:spcBef>
              <a:spcAft>
                <a:spcPts val="0"/>
              </a:spcAft>
              <a:buSzPts val="1400"/>
              <a:buChar char="○"/>
              <a:defRPr sz="4000"/>
            </a:lvl2pPr>
            <a:lvl3pPr indent="-317500" lvl="2" marL="1371600" algn="l">
              <a:lnSpc>
                <a:spcPct val="115000"/>
              </a:lnSpc>
              <a:spcBef>
                <a:spcPts val="0"/>
              </a:spcBef>
              <a:spcAft>
                <a:spcPts val="0"/>
              </a:spcAft>
              <a:buSzPts val="1400"/>
              <a:buChar char="■"/>
              <a:defRPr sz="4000"/>
            </a:lvl3pPr>
            <a:lvl4pPr indent="-317500" lvl="3" marL="1828800" algn="l">
              <a:lnSpc>
                <a:spcPct val="115000"/>
              </a:lnSpc>
              <a:spcBef>
                <a:spcPts val="0"/>
              </a:spcBef>
              <a:spcAft>
                <a:spcPts val="0"/>
              </a:spcAft>
              <a:buSzPts val="1400"/>
              <a:buChar char="●"/>
              <a:defRPr sz="4000"/>
            </a:lvl4pPr>
            <a:lvl5pPr indent="-317500" lvl="4" marL="2286000" algn="l">
              <a:lnSpc>
                <a:spcPct val="115000"/>
              </a:lnSpc>
              <a:spcBef>
                <a:spcPts val="0"/>
              </a:spcBef>
              <a:spcAft>
                <a:spcPts val="0"/>
              </a:spcAft>
              <a:buSzPts val="1400"/>
              <a:buChar char="○"/>
              <a:defRPr sz="4000"/>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dos contenidos">
  <p:cSld name="Título y dos contenidos">
    <p:spTree>
      <p:nvGrpSpPr>
        <p:cNvPr id="183" name="Shape 183"/>
        <p:cNvGrpSpPr/>
        <p:nvPr/>
      </p:nvGrpSpPr>
      <p:grpSpPr>
        <a:xfrm>
          <a:off x="0" y="0"/>
          <a:ext cx="0" cy="0"/>
          <a:chOff x="0" y="0"/>
          <a:chExt cx="0" cy="0"/>
        </a:xfrm>
      </p:grpSpPr>
      <p:grpSp>
        <p:nvGrpSpPr>
          <p:cNvPr id="184" name="Google Shape;184;p41"/>
          <p:cNvGrpSpPr/>
          <p:nvPr/>
        </p:nvGrpSpPr>
        <p:grpSpPr>
          <a:xfrm rot="10800000">
            <a:off x="8870040" y="0"/>
            <a:ext cx="3325208" cy="3325208"/>
            <a:chOff x="0" y="12289"/>
            <a:chExt cx="3550" cy="3551"/>
          </a:xfrm>
        </p:grpSpPr>
        <p:sp>
          <p:nvSpPr>
            <p:cNvPr id="185" name="Google Shape;185;p41"/>
            <p:cNvSpPr/>
            <p:nvPr/>
          </p:nvSpPr>
          <p:spPr>
            <a:xfrm>
              <a:off x="0" y="12289"/>
              <a:ext cx="1789" cy="2386"/>
            </a:xfrm>
            <a:custGeom>
              <a:rect b="b" l="l" r="r" t="t"/>
              <a:pathLst>
                <a:path extrusionOk="0" h="2386" w="1789">
                  <a:moveTo>
                    <a:pt x="0" y="0"/>
                  </a:moveTo>
                  <a:lnTo>
                    <a:pt x="0" y="1194"/>
                  </a:lnTo>
                  <a:lnTo>
                    <a:pt x="1192" y="2386"/>
                  </a:lnTo>
                  <a:lnTo>
                    <a:pt x="1789" y="1789"/>
                  </a:lnTo>
                  <a:lnTo>
                    <a:pt x="0" y="0"/>
                  </a:lnTo>
                  <a:close/>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86" name="Google Shape;186;p41"/>
            <p:cNvSpPr/>
            <p:nvPr/>
          </p:nvSpPr>
          <p:spPr>
            <a:xfrm>
              <a:off x="0" y="14678"/>
              <a:ext cx="1162" cy="1162"/>
            </a:xfrm>
            <a:custGeom>
              <a:rect b="b" l="l" r="r" t="t"/>
              <a:pathLst>
                <a:path extrusionOk="0" h="1162" w="1162">
                  <a:moveTo>
                    <a:pt x="0" y="0"/>
                  </a:moveTo>
                  <a:lnTo>
                    <a:pt x="0" y="1161"/>
                  </a:lnTo>
                  <a:lnTo>
                    <a:pt x="1161" y="1161"/>
                  </a:lnTo>
                  <a:lnTo>
                    <a:pt x="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87" name="Google Shape;187;p41"/>
            <p:cNvSpPr/>
            <p:nvPr/>
          </p:nvSpPr>
          <p:spPr>
            <a:xfrm>
              <a:off x="1221" y="14675"/>
              <a:ext cx="2329" cy="1165"/>
            </a:xfrm>
            <a:custGeom>
              <a:rect b="b" l="l" r="r" t="t"/>
              <a:pathLst>
                <a:path extrusionOk="0" h="1165" w="2329">
                  <a:moveTo>
                    <a:pt x="2329" y="1164"/>
                  </a:moveTo>
                  <a:lnTo>
                    <a:pt x="1165" y="0"/>
                  </a:lnTo>
                  <a:lnTo>
                    <a:pt x="0" y="1164"/>
                  </a:lnTo>
                  <a:lnTo>
                    <a:pt x="2329" y="1164"/>
                  </a:lnTo>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grpSp>
      <p:sp>
        <p:nvSpPr>
          <p:cNvPr id="188" name="Google Shape;188;p41"/>
          <p:cNvSpPr txBox="1"/>
          <p:nvPr>
            <p:ph type="title"/>
          </p:nvPr>
        </p:nvSpPr>
        <p:spPr>
          <a:xfrm>
            <a:off x="594360" y="198408"/>
            <a:ext cx="10972800" cy="1574317"/>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2800"/>
              <a:buNone/>
              <a:defRPr b="1" i="0" sz="4400">
                <a:solidFill>
                  <a:schemeClr val="lt1"/>
                </a:solidFill>
                <a:latin typeface="Arial"/>
                <a:ea typeface="Arial"/>
                <a:cs typeface="Arial"/>
                <a:sym typeface="Aria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cxnSp>
        <p:nvCxnSpPr>
          <p:cNvPr id="189" name="Google Shape;189;p41"/>
          <p:cNvCxnSpPr/>
          <p:nvPr/>
        </p:nvCxnSpPr>
        <p:spPr>
          <a:xfrm>
            <a:off x="594360" y="2148840"/>
            <a:ext cx="2133600" cy="3992"/>
          </a:xfrm>
          <a:prstGeom prst="straightConnector1">
            <a:avLst/>
          </a:prstGeom>
          <a:noFill/>
          <a:ln cap="flat" cmpd="sng" w="101600">
            <a:solidFill>
              <a:srgbClr val="B9AD8D"/>
            </a:solidFill>
            <a:prstDash val="solid"/>
            <a:round/>
            <a:headEnd len="sm" w="sm" type="none"/>
            <a:tailEnd len="sm" w="sm" type="none"/>
          </a:ln>
        </p:spPr>
      </p:cxnSp>
      <p:sp>
        <p:nvSpPr>
          <p:cNvPr id="190" name="Google Shape;190;p41"/>
          <p:cNvSpPr txBox="1"/>
          <p:nvPr>
            <p:ph idx="1" type="body"/>
          </p:nvPr>
        </p:nvSpPr>
        <p:spPr>
          <a:xfrm>
            <a:off x="595523" y="2676525"/>
            <a:ext cx="5746750" cy="3597470"/>
          </a:xfrm>
          <a:prstGeom prst="rect">
            <a:avLst/>
          </a:prstGeom>
          <a:noFill/>
          <a:ln>
            <a:noFill/>
          </a:ln>
        </p:spPr>
        <p:txBody>
          <a:bodyPr anchorCtr="0" anchor="t" bIns="91425" lIns="0" spcFirstLastPara="1" rIns="91425" wrap="square" tIns="91425">
            <a:normAutofit/>
          </a:bodyPr>
          <a:lstStyle>
            <a:lvl1pPr indent="-228600" lvl="0" marL="457200" algn="l">
              <a:lnSpc>
                <a:spcPct val="115000"/>
              </a:lnSpc>
              <a:spcBef>
                <a:spcPts val="1800"/>
              </a:spcBef>
              <a:spcAft>
                <a:spcPts val="0"/>
              </a:spcAft>
              <a:buSzPts val="1800"/>
              <a:buNone/>
              <a:defRPr sz="2000"/>
            </a:lvl1pPr>
            <a:lvl2pPr indent="-317500" lvl="1" marL="914400" algn="l">
              <a:lnSpc>
                <a:spcPct val="115000"/>
              </a:lnSpc>
              <a:spcBef>
                <a:spcPts val="600"/>
              </a:spcBef>
              <a:spcAft>
                <a:spcPts val="0"/>
              </a:spcAft>
              <a:buSzPts val="1400"/>
              <a:buChar char="○"/>
              <a:defRPr sz="2000"/>
            </a:lvl2pPr>
            <a:lvl3pPr indent="-317500" lvl="2" marL="1371600" algn="l">
              <a:lnSpc>
                <a:spcPct val="115000"/>
              </a:lnSpc>
              <a:spcBef>
                <a:spcPts val="1800"/>
              </a:spcBef>
              <a:spcAft>
                <a:spcPts val="0"/>
              </a:spcAft>
              <a:buSzPts val="1400"/>
              <a:buChar char="■"/>
              <a:defRPr sz="2000"/>
            </a:lvl3pPr>
            <a:lvl4pPr indent="-317500" lvl="3" marL="1828800" algn="l">
              <a:lnSpc>
                <a:spcPct val="115000"/>
              </a:lnSpc>
              <a:spcBef>
                <a:spcPts val="1800"/>
              </a:spcBef>
              <a:spcAft>
                <a:spcPts val="0"/>
              </a:spcAft>
              <a:buSzPts val="1400"/>
              <a:buChar char="●"/>
              <a:defRPr sz="2000"/>
            </a:lvl4pPr>
            <a:lvl5pPr indent="-317500" lvl="4" marL="2286000" algn="l">
              <a:lnSpc>
                <a:spcPct val="115000"/>
              </a:lnSpc>
              <a:spcBef>
                <a:spcPts val="1800"/>
              </a:spcBef>
              <a:spcAft>
                <a:spcPts val="0"/>
              </a:spcAft>
              <a:buSzPts val="1400"/>
              <a:buChar char="○"/>
              <a:defRPr sz="2000"/>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91" name="Google Shape;191;p41"/>
          <p:cNvSpPr txBox="1"/>
          <p:nvPr>
            <p:ph idx="2" type="body"/>
          </p:nvPr>
        </p:nvSpPr>
        <p:spPr>
          <a:xfrm>
            <a:off x="7620000" y="2676525"/>
            <a:ext cx="3947160" cy="3597470"/>
          </a:xfrm>
          <a:prstGeom prst="rect">
            <a:avLst/>
          </a:prstGeom>
          <a:noFill/>
          <a:ln>
            <a:noFill/>
          </a:ln>
        </p:spPr>
        <p:txBody>
          <a:bodyPr anchorCtr="0" anchor="t" bIns="91425" lIns="0" spcFirstLastPara="1" rIns="91425" wrap="square" tIns="91425">
            <a:normAutofit/>
          </a:bodyPr>
          <a:lstStyle>
            <a:lvl1pPr indent="-342900" lvl="0" marL="457200" algn="l">
              <a:lnSpc>
                <a:spcPct val="115000"/>
              </a:lnSpc>
              <a:spcBef>
                <a:spcPts val="1800"/>
              </a:spcBef>
              <a:spcAft>
                <a:spcPts val="0"/>
              </a:spcAft>
              <a:buSzPts val="1800"/>
              <a:buFont typeface="Arial"/>
              <a:buChar char="•"/>
              <a:defRPr sz="2000"/>
            </a:lvl1pPr>
            <a:lvl2pPr indent="-317500" lvl="1" marL="914400" algn="l">
              <a:lnSpc>
                <a:spcPct val="115000"/>
              </a:lnSpc>
              <a:spcBef>
                <a:spcPts val="1800"/>
              </a:spcBef>
              <a:spcAft>
                <a:spcPts val="0"/>
              </a:spcAft>
              <a:buSzPts val="1400"/>
              <a:buChar char="○"/>
              <a:defRPr sz="2000"/>
            </a:lvl2pPr>
            <a:lvl3pPr indent="-317500" lvl="2" marL="1371600" algn="l">
              <a:lnSpc>
                <a:spcPct val="115000"/>
              </a:lnSpc>
              <a:spcBef>
                <a:spcPts val="1800"/>
              </a:spcBef>
              <a:spcAft>
                <a:spcPts val="0"/>
              </a:spcAft>
              <a:buSzPts val="1400"/>
              <a:buChar char="■"/>
              <a:defRPr sz="2000"/>
            </a:lvl3pPr>
            <a:lvl4pPr indent="-317500" lvl="3" marL="1828800" algn="l">
              <a:lnSpc>
                <a:spcPct val="115000"/>
              </a:lnSpc>
              <a:spcBef>
                <a:spcPts val="1800"/>
              </a:spcBef>
              <a:spcAft>
                <a:spcPts val="0"/>
              </a:spcAft>
              <a:buSzPts val="1400"/>
              <a:buChar char="●"/>
              <a:defRPr sz="2000"/>
            </a:lvl4pPr>
            <a:lvl5pPr indent="-317500" lvl="4" marL="2286000" algn="l">
              <a:lnSpc>
                <a:spcPct val="115000"/>
              </a:lnSpc>
              <a:spcBef>
                <a:spcPts val="1800"/>
              </a:spcBef>
              <a:spcAft>
                <a:spcPts val="0"/>
              </a:spcAft>
              <a:buSzPts val="1400"/>
              <a:buChar char="○"/>
              <a:defRPr sz="2000"/>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92" name="Google Shape;192;p41"/>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93" name="Google Shape;193;p41"/>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marR="0" algn="r">
              <a:buClr>
                <a:schemeClr val="dk2"/>
              </a:buClr>
              <a:buSzPts val="1333"/>
              <a:buFont typeface="Arial"/>
              <a:buNone/>
              <a:defRPr b="0" i="0" sz="1333" u="none" cap="none" strike="noStrike">
                <a:solidFill>
                  <a:schemeClr val="dk2"/>
                </a:solidFill>
                <a:latin typeface="Arial"/>
                <a:ea typeface="Arial"/>
                <a:cs typeface="Arial"/>
                <a:sym typeface="Arial"/>
              </a:defRPr>
            </a:lvl1pPr>
            <a:lvl2pPr indent="0" lvl="1" marL="0" marR="0" algn="r">
              <a:buClr>
                <a:schemeClr val="dk2"/>
              </a:buClr>
              <a:buSzPts val="1333"/>
              <a:buFont typeface="Arial"/>
              <a:buNone/>
              <a:defRPr b="0" i="0" sz="1333" u="none" cap="none" strike="noStrike">
                <a:solidFill>
                  <a:schemeClr val="dk2"/>
                </a:solidFill>
                <a:latin typeface="Arial"/>
                <a:ea typeface="Arial"/>
                <a:cs typeface="Arial"/>
                <a:sym typeface="Arial"/>
              </a:defRPr>
            </a:lvl2pPr>
            <a:lvl3pPr indent="0" lvl="2" marL="0" marR="0" algn="r">
              <a:buClr>
                <a:schemeClr val="dk2"/>
              </a:buClr>
              <a:buSzPts val="1333"/>
              <a:buFont typeface="Arial"/>
              <a:buNone/>
              <a:defRPr b="0" i="0" sz="1333" u="none" cap="none" strike="noStrike">
                <a:solidFill>
                  <a:schemeClr val="dk2"/>
                </a:solidFill>
                <a:latin typeface="Arial"/>
                <a:ea typeface="Arial"/>
                <a:cs typeface="Arial"/>
                <a:sym typeface="Arial"/>
              </a:defRPr>
            </a:lvl3pPr>
            <a:lvl4pPr indent="0" lvl="3" marL="0" marR="0" algn="r">
              <a:buClr>
                <a:schemeClr val="dk2"/>
              </a:buClr>
              <a:buSzPts val="1333"/>
              <a:buFont typeface="Arial"/>
              <a:buNone/>
              <a:defRPr b="0" i="0" sz="1333" u="none" cap="none" strike="noStrike">
                <a:solidFill>
                  <a:schemeClr val="dk2"/>
                </a:solidFill>
                <a:latin typeface="Arial"/>
                <a:ea typeface="Arial"/>
                <a:cs typeface="Arial"/>
                <a:sym typeface="Arial"/>
              </a:defRPr>
            </a:lvl4pPr>
            <a:lvl5pPr indent="0" lvl="4" marL="0" marR="0" algn="r">
              <a:buClr>
                <a:schemeClr val="dk2"/>
              </a:buClr>
              <a:buSzPts val="1333"/>
              <a:buFont typeface="Arial"/>
              <a:buNone/>
              <a:defRPr b="0" i="0" sz="1333" u="none" cap="none" strike="noStrike">
                <a:solidFill>
                  <a:schemeClr val="dk2"/>
                </a:solidFill>
                <a:latin typeface="Arial"/>
                <a:ea typeface="Arial"/>
                <a:cs typeface="Arial"/>
                <a:sym typeface="Arial"/>
              </a:defRPr>
            </a:lvl5pPr>
            <a:lvl6pPr indent="0" lvl="5" marL="0" marR="0" algn="r">
              <a:buClr>
                <a:schemeClr val="dk2"/>
              </a:buClr>
              <a:buSzPts val="1333"/>
              <a:buFont typeface="Arial"/>
              <a:buNone/>
              <a:defRPr b="0" i="0" sz="1333" u="none" cap="none" strike="noStrike">
                <a:solidFill>
                  <a:schemeClr val="dk2"/>
                </a:solidFill>
                <a:latin typeface="Arial"/>
                <a:ea typeface="Arial"/>
                <a:cs typeface="Arial"/>
                <a:sym typeface="Arial"/>
              </a:defRPr>
            </a:lvl6pPr>
            <a:lvl7pPr indent="0" lvl="6" marL="0" marR="0" algn="r">
              <a:buClr>
                <a:schemeClr val="dk2"/>
              </a:buClr>
              <a:buSzPts val="1333"/>
              <a:buFont typeface="Arial"/>
              <a:buNone/>
              <a:defRPr b="0" i="0" sz="1333" u="none" cap="none" strike="noStrike">
                <a:solidFill>
                  <a:schemeClr val="dk2"/>
                </a:solidFill>
                <a:latin typeface="Arial"/>
                <a:ea typeface="Arial"/>
                <a:cs typeface="Arial"/>
                <a:sym typeface="Arial"/>
              </a:defRPr>
            </a:lvl7pPr>
            <a:lvl8pPr indent="0" lvl="7" marL="0" marR="0" algn="r">
              <a:buClr>
                <a:schemeClr val="dk2"/>
              </a:buClr>
              <a:buSzPts val="1333"/>
              <a:buFont typeface="Arial"/>
              <a:buNone/>
              <a:defRPr b="0" i="0" sz="1333" u="none" cap="none" strike="noStrike">
                <a:solidFill>
                  <a:schemeClr val="dk2"/>
                </a:solidFill>
                <a:latin typeface="Arial"/>
                <a:ea typeface="Arial"/>
                <a:cs typeface="Arial"/>
                <a:sym typeface="Arial"/>
              </a:defRPr>
            </a:lvl8pPr>
            <a:lvl9pPr indent="0" lvl="8" marL="0" marR="0" algn="r">
              <a:buClr>
                <a:schemeClr val="dk2"/>
              </a:buClr>
              <a:buSzPts val="1333"/>
              <a:buFont typeface="Arial"/>
              <a:buNone/>
              <a:defRPr b="0" i="0" sz="1333"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extLst>
    <p:ext uri="{DCECCB84-F9BA-43D5-87BE-67443E8EF086}">
      <p15:sldGuideLst>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9" orient="horz" pos="552">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sumen 2">
  <p:cSld name="Resumen 2">
    <p:spTree>
      <p:nvGrpSpPr>
        <p:cNvPr id="194" name="Shape 194"/>
        <p:cNvGrpSpPr/>
        <p:nvPr/>
      </p:nvGrpSpPr>
      <p:grpSpPr>
        <a:xfrm>
          <a:off x="0" y="0"/>
          <a:ext cx="0" cy="0"/>
          <a:chOff x="0" y="0"/>
          <a:chExt cx="0" cy="0"/>
        </a:xfrm>
      </p:grpSpPr>
      <p:cxnSp>
        <p:nvCxnSpPr>
          <p:cNvPr id="195" name="Google Shape;195;p42"/>
          <p:cNvCxnSpPr/>
          <p:nvPr/>
        </p:nvCxnSpPr>
        <p:spPr>
          <a:xfrm>
            <a:off x="594360" y="2148840"/>
            <a:ext cx="2133600" cy="3992"/>
          </a:xfrm>
          <a:prstGeom prst="straightConnector1">
            <a:avLst/>
          </a:prstGeom>
          <a:noFill/>
          <a:ln cap="flat" cmpd="sng" w="101600">
            <a:solidFill>
              <a:srgbClr val="B9AD8D"/>
            </a:solidFill>
            <a:prstDash val="solid"/>
            <a:round/>
            <a:headEnd len="sm" w="sm" type="none"/>
            <a:tailEnd len="sm" w="sm" type="none"/>
          </a:ln>
        </p:spPr>
      </p:cxnSp>
      <p:grpSp>
        <p:nvGrpSpPr>
          <p:cNvPr id="196" name="Google Shape;196;p42"/>
          <p:cNvGrpSpPr/>
          <p:nvPr/>
        </p:nvGrpSpPr>
        <p:grpSpPr>
          <a:xfrm flipH="1" rot="5400000">
            <a:off x="0" y="3900132"/>
            <a:ext cx="2959226" cy="2959226"/>
            <a:chOff x="0" y="12289"/>
            <a:chExt cx="3550" cy="3551"/>
          </a:xfrm>
        </p:grpSpPr>
        <p:sp>
          <p:nvSpPr>
            <p:cNvPr id="197" name="Google Shape;197;p42"/>
            <p:cNvSpPr/>
            <p:nvPr/>
          </p:nvSpPr>
          <p:spPr>
            <a:xfrm>
              <a:off x="0" y="12289"/>
              <a:ext cx="1789" cy="2386"/>
            </a:xfrm>
            <a:custGeom>
              <a:rect b="b" l="l" r="r" t="t"/>
              <a:pathLst>
                <a:path extrusionOk="0" h="2386" w="1789">
                  <a:moveTo>
                    <a:pt x="0" y="0"/>
                  </a:moveTo>
                  <a:lnTo>
                    <a:pt x="0" y="1194"/>
                  </a:lnTo>
                  <a:lnTo>
                    <a:pt x="1192" y="2386"/>
                  </a:lnTo>
                  <a:lnTo>
                    <a:pt x="1789" y="1789"/>
                  </a:lnTo>
                  <a:lnTo>
                    <a:pt x="0" y="0"/>
                  </a:lnTo>
                  <a:close/>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98" name="Google Shape;198;p42"/>
            <p:cNvSpPr/>
            <p:nvPr/>
          </p:nvSpPr>
          <p:spPr>
            <a:xfrm>
              <a:off x="0" y="14678"/>
              <a:ext cx="1162" cy="1162"/>
            </a:xfrm>
            <a:custGeom>
              <a:rect b="b" l="l" r="r" t="t"/>
              <a:pathLst>
                <a:path extrusionOk="0" h="1162" w="1162">
                  <a:moveTo>
                    <a:pt x="0" y="0"/>
                  </a:moveTo>
                  <a:lnTo>
                    <a:pt x="0" y="1161"/>
                  </a:lnTo>
                  <a:lnTo>
                    <a:pt x="1161" y="1161"/>
                  </a:lnTo>
                  <a:lnTo>
                    <a:pt x="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99" name="Google Shape;199;p42"/>
            <p:cNvSpPr/>
            <p:nvPr/>
          </p:nvSpPr>
          <p:spPr>
            <a:xfrm>
              <a:off x="1221" y="14675"/>
              <a:ext cx="2329" cy="1165"/>
            </a:xfrm>
            <a:custGeom>
              <a:rect b="b" l="l" r="r" t="t"/>
              <a:pathLst>
                <a:path extrusionOk="0" h="1165" w="2329">
                  <a:moveTo>
                    <a:pt x="2329" y="1164"/>
                  </a:moveTo>
                  <a:lnTo>
                    <a:pt x="1165" y="0"/>
                  </a:lnTo>
                  <a:lnTo>
                    <a:pt x="0" y="1164"/>
                  </a:lnTo>
                  <a:lnTo>
                    <a:pt x="2329" y="1164"/>
                  </a:lnTo>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grpSp>
      <p:sp>
        <p:nvSpPr>
          <p:cNvPr id="200" name="Google Shape;200;p42"/>
          <p:cNvSpPr txBox="1"/>
          <p:nvPr>
            <p:ph type="title"/>
          </p:nvPr>
        </p:nvSpPr>
        <p:spPr>
          <a:xfrm>
            <a:off x="594360" y="102875"/>
            <a:ext cx="10873740" cy="168020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2800"/>
              <a:buNone/>
              <a:defRPr b="1" i="0" sz="4400">
                <a:latin typeface="Arial"/>
                <a:ea typeface="Arial"/>
                <a:cs typeface="Arial"/>
                <a:sym typeface="Aria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01" name="Google Shape;201;p42"/>
          <p:cNvSpPr txBox="1"/>
          <p:nvPr>
            <p:ph idx="1" type="body"/>
          </p:nvPr>
        </p:nvSpPr>
        <p:spPr>
          <a:xfrm>
            <a:off x="3657600" y="2282008"/>
            <a:ext cx="7810500" cy="3699328"/>
          </a:xfrm>
          <a:prstGeom prst="rect">
            <a:avLst/>
          </a:prstGeom>
          <a:noFill/>
          <a:ln>
            <a:noFill/>
          </a:ln>
        </p:spPr>
        <p:txBody>
          <a:bodyPr anchorCtr="0" anchor="t" bIns="0" lIns="0" spcFirstLastPara="1" rIns="0" wrap="square" tIns="228600">
            <a:normAutofit/>
          </a:bodyPr>
          <a:lstStyle>
            <a:lvl1pPr indent="-342900" lvl="0" marL="457200" algn="l">
              <a:lnSpc>
                <a:spcPct val="115000"/>
              </a:lnSpc>
              <a:spcBef>
                <a:spcPts val="1800"/>
              </a:spcBef>
              <a:spcAft>
                <a:spcPts val="0"/>
              </a:spcAft>
              <a:buSzPts val="1800"/>
              <a:buFont typeface="Arial"/>
              <a:buChar char="•"/>
              <a:defRPr sz="2000"/>
            </a:lvl1pPr>
            <a:lvl2pPr indent="-317500" lvl="1" marL="914400" algn="l">
              <a:lnSpc>
                <a:spcPct val="115000"/>
              </a:lnSpc>
              <a:spcBef>
                <a:spcPts val="1800"/>
              </a:spcBef>
              <a:spcAft>
                <a:spcPts val="0"/>
              </a:spcAft>
              <a:buSzPts val="1400"/>
              <a:buChar char="○"/>
              <a:defRPr sz="2000"/>
            </a:lvl2pPr>
            <a:lvl3pPr indent="-317500" lvl="2" marL="1371600" algn="l">
              <a:lnSpc>
                <a:spcPct val="115000"/>
              </a:lnSpc>
              <a:spcBef>
                <a:spcPts val="1800"/>
              </a:spcBef>
              <a:spcAft>
                <a:spcPts val="0"/>
              </a:spcAft>
              <a:buSzPts val="1400"/>
              <a:buChar char="■"/>
              <a:defRPr sz="2000"/>
            </a:lvl3pPr>
            <a:lvl4pPr indent="-317500" lvl="3" marL="1828800" algn="l">
              <a:lnSpc>
                <a:spcPct val="115000"/>
              </a:lnSpc>
              <a:spcBef>
                <a:spcPts val="1800"/>
              </a:spcBef>
              <a:spcAft>
                <a:spcPts val="0"/>
              </a:spcAft>
              <a:buSzPts val="1400"/>
              <a:buChar char="●"/>
              <a:defRPr sz="2000"/>
            </a:lvl4pPr>
            <a:lvl5pPr indent="-317500" lvl="4" marL="2286000" algn="l">
              <a:lnSpc>
                <a:spcPct val="115000"/>
              </a:lnSpc>
              <a:spcBef>
                <a:spcPts val="1800"/>
              </a:spcBef>
              <a:spcAft>
                <a:spcPts val="0"/>
              </a:spcAft>
              <a:buSzPts val="1400"/>
              <a:buChar char="○"/>
              <a:defRPr sz="2000"/>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02" name="Google Shape;202;p42"/>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marR="0" algn="r">
              <a:buClr>
                <a:schemeClr val="dk2"/>
              </a:buClr>
              <a:buSzPts val="1333"/>
              <a:buFont typeface="Arial"/>
              <a:buNone/>
              <a:defRPr b="0" i="0" sz="1333" u="none" cap="none" strike="noStrike">
                <a:solidFill>
                  <a:schemeClr val="dk2"/>
                </a:solidFill>
                <a:latin typeface="Arial"/>
                <a:ea typeface="Arial"/>
                <a:cs typeface="Arial"/>
                <a:sym typeface="Arial"/>
              </a:defRPr>
            </a:lvl1pPr>
            <a:lvl2pPr indent="0" lvl="1" marL="0" marR="0" algn="r">
              <a:buClr>
                <a:schemeClr val="dk2"/>
              </a:buClr>
              <a:buSzPts val="1333"/>
              <a:buFont typeface="Arial"/>
              <a:buNone/>
              <a:defRPr b="0" i="0" sz="1333" u="none" cap="none" strike="noStrike">
                <a:solidFill>
                  <a:schemeClr val="dk2"/>
                </a:solidFill>
                <a:latin typeface="Arial"/>
                <a:ea typeface="Arial"/>
                <a:cs typeface="Arial"/>
                <a:sym typeface="Arial"/>
              </a:defRPr>
            </a:lvl2pPr>
            <a:lvl3pPr indent="0" lvl="2" marL="0" marR="0" algn="r">
              <a:buClr>
                <a:schemeClr val="dk2"/>
              </a:buClr>
              <a:buSzPts val="1333"/>
              <a:buFont typeface="Arial"/>
              <a:buNone/>
              <a:defRPr b="0" i="0" sz="1333" u="none" cap="none" strike="noStrike">
                <a:solidFill>
                  <a:schemeClr val="dk2"/>
                </a:solidFill>
                <a:latin typeface="Arial"/>
                <a:ea typeface="Arial"/>
                <a:cs typeface="Arial"/>
                <a:sym typeface="Arial"/>
              </a:defRPr>
            </a:lvl3pPr>
            <a:lvl4pPr indent="0" lvl="3" marL="0" marR="0" algn="r">
              <a:buClr>
                <a:schemeClr val="dk2"/>
              </a:buClr>
              <a:buSzPts val="1333"/>
              <a:buFont typeface="Arial"/>
              <a:buNone/>
              <a:defRPr b="0" i="0" sz="1333" u="none" cap="none" strike="noStrike">
                <a:solidFill>
                  <a:schemeClr val="dk2"/>
                </a:solidFill>
                <a:latin typeface="Arial"/>
                <a:ea typeface="Arial"/>
                <a:cs typeface="Arial"/>
                <a:sym typeface="Arial"/>
              </a:defRPr>
            </a:lvl4pPr>
            <a:lvl5pPr indent="0" lvl="4" marL="0" marR="0" algn="r">
              <a:buClr>
                <a:schemeClr val="dk2"/>
              </a:buClr>
              <a:buSzPts val="1333"/>
              <a:buFont typeface="Arial"/>
              <a:buNone/>
              <a:defRPr b="0" i="0" sz="1333" u="none" cap="none" strike="noStrike">
                <a:solidFill>
                  <a:schemeClr val="dk2"/>
                </a:solidFill>
                <a:latin typeface="Arial"/>
                <a:ea typeface="Arial"/>
                <a:cs typeface="Arial"/>
                <a:sym typeface="Arial"/>
              </a:defRPr>
            </a:lvl5pPr>
            <a:lvl6pPr indent="0" lvl="5" marL="0" marR="0" algn="r">
              <a:buClr>
                <a:schemeClr val="dk2"/>
              </a:buClr>
              <a:buSzPts val="1333"/>
              <a:buFont typeface="Arial"/>
              <a:buNone/>
              <a:defRPr b="0" i="0" sz="1333" u="none" cap="none" strike="noStrike">
                <a:solidFill>
                  <a:schemeClr val="dk2"/>
                </a:solidFill>
                <a:latin typeface="Arial"/>
                <a:ea typeface="Arial"/>
                <a:cs typeface="Arial"/>
                <a:sym typeface="Arial"/>
              </a:defRPr>
            </a:lvl6pPr>
            <a:lvl7pPr indent="0" lvl="6" marL="0" marR="0" algn="r">
              <a:buClr>
                <a:schemeClr val="dk2"/>
              </a:buClr>
              <a:buSzPts val="1333"/>
              <a:buFont typeface="Arial"/>
              <a:buNone/>
              <a:defRPr b="0" i="0" sz="1333" u="none" cap="none" strike="noStrike">
                <a:solidFill>
                  <a:schemeClr val="dk2"/>
                </a:solidFill>
                <a:latin typeface="Arial"/>
                <a:ea typeface="Arial"/>
                <a:cs typeface="Arial"/>
                <a:sym typeface="Arial"/>
              </a:defRPr>
            </a:lvl7pPr>
            <a:lvl8pPr indent="0" lvl="7" marL="0" marR="0" algn="r">
              <a:buClr>
                <a:schemeClr val="dk2"/>
              </a:buClr>
              <a:buSzPts val="1333"/>
              <a:buFont typeface="Arial"/>
              <a:buNone/>
              <a:defRPr b="0" i="0" sz="1333" u="none" cap="none" strike="noStrike">
                <a:solidFill>
                  <a:schemeClr val="dk2"/>
                </a:solidFill>
                <a:latin typeface="Arial"/>
                <a:ea typeface="Arial"/>
                <a:cs typeface="Arial"/>
                <a:sym typeface="Arial"/>
              </a:defRPr>
            </a:lvl8pPr>
            <a:lvl9pPr indent="0" lvl="8" marL="0" marR="0" algn="r">
              <a:buClr>
                <a:schemeClr val="dk2"/>
              </a:buClr>
              <a:buSzPts val="1333"/>
              <a:buFont typeface="Arial"/>
              <a:buNone/>
              <a:defRPr b="0" i="0" sz="1333"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MX"/>
              <a:t>‹#›</a:t>
            </a:fld>
            <a:endParaRPr/>
          </a:p>
        </p:txBody>
      </p:sp>
      <p:sp>
        <p:nvSpPr>
          <p:cNvPr id="203" name="Google Shape;203;p42"/>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pos="600">
          <p15:clr>
            <a:srgbClr val="FBAE40"/>
          </p15:clr>
        </p15:guide>
        <p15:guide id="2" pos="7080">
          <p15:clr>
            <a:srgbClr val="FBAE40"/>
          </p15:clr>
        </p15:guide>
        <p15:guide id="3" pos="2304">
          <p15:clr>
            <a:srgbClr val="FBAE40"/>
          </p15:clr>
        </p15:guide>
        <p15:guide id="4" pos="5736">
          <p15:clr>
            <a:srgbClr val="FBAE40"/>
          </p15:clr>
        </p15:guide>
        <p15:guide id="5" pos="1944">
          <p15:clr>
            <a:srgbClr val="FBAE40"/>
          </p15:clr>
        </p15:guide>
        <p15:guide id="6" pos="4008">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5352">
          <p15:clr>
            <a:srgbClr val="FBAE40"/>
          </p15:clr>
        </p15:guide>
        <p15:guide id="11" pos="3648">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04" name="Shape 204"/>
        <p:cNvGrpSpPr/>
        <p:nvPr/>
      </p:nvGrpSpPr>
      <p:grpSpPr>
        <a:xfrm>
          <a:off x="0" y="0"/>
          <a:ext cx="0" cy="0"/>
          <a:chOff x="0" y="0"/>
          <a:chExt cx="0" cy="0"/>
        </a:xfrm>
      </p:grpSpPr>
      <p:sp>
        <p:nvSpPr>
          <p:cNvPr id="205" name="Google Shape;205;p62"/>
          <p:cNvSpPr txBox="1"/>
          <p:nvPr>
            <p:ph type="ctrTitle"/>
          </p:nvPr>
        </p:nvSpPr>
        <p:spPr>
          <a:xfrm>
            <a:off x="415611" y="992767"/>
            <a:ext cx="11360800" cy="27368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6933"/>
            </a:lvl1pPr>
            <a:lvl2pPr lvl="1" algn="ctr">
              <a:lnSpc>
                <a:spcPct val="100000"/>
              </a:lnSpc>
              <a:spcBef>
                <a:spcPts val="0"/>
              </a:spcBef>
              <a:spcAft>
                <a:spcPts val="0"/>
              </a:spcAft>
              <a:buSzPts val="5200"/>
              <a:buNone/>
              <a:defRPr sz="6933"/>
            </a:lvl2pPr>
            <a:lvl3pPr lvl="2" algn="ctr">
              <a:lnSpc>
                <a:spcPct val="100000"/>
              </a:lnSpc>
              <a:spcBef>
                <a:spcPts val="0"/>
              </a:spcBef>
              <a:spcAft>
                <a:spcPts val="0"/>
              </a:spcAft>
              <a:buSzPts val="5200"/>
              <a:buNone/>
              <a:defRPr sz="6933"/>
            </a:lvl3pPr>
            <a:lvl4pPr lvl="3" algn="ctr">
              <a:lnSpc>
                <a:spcPct val="100000"/>
              </a:lnSpc>
              <a:spcBef>
                <a:spcPts val="0"/>
              </a:spcBef>
              <a:spcAft>
                <a:spcPts val="0"/>
              </a:spcAft>
              <a:buSzPts val="5200"/>
              <a:buNone/>
              <a:defRPr sz="6933"/>
            </a:lvl4pPr>
            <a:lvl5pPr lvl="4" algn="ctr">
              <a:lnSpc>
                <a:spcPct val="100000"/>
              </a:lnSpc>
              <a:spcBef>
                <a:spcPts val="0"/>
              </a:spcBef>
              <a:spcAft>
                <a:spcPts val="0"/>
              </a:spcAft>
              <a:buSzPts val="5200"/>
              <a:buNone/>
              <a:defRPr sz="6933"/>
            </a:lvl5pPr>
            <a:lvl6pPr lvl="5" algn="ctr">
              <a:lnSpc>
                <a:spcPct val="100000"/>
              </a:lnSpc>
              <a:spcBef>
                <a:spcPts val="0"/>
              </a:spcBef>
              <a:spcAft>
                <a:spcPts val="0"/>
              </a:spcAft>
              <a:buSzPts val="5200"/>
              <a:buNone/>
              <a:defRPr sz="6933"/>
            </a:lvl6pPr>
            <a:lvl7pPr lvl="6" algn="ctr">
              <a:lnSpc>
                <a:spcPct val="100000"/>
              </a:lnSpc>
              <a:spcBef>
                <a:spcPts val="0"/>
              </a:spcBef>
              <a:spcAft>
                <a:spcPts val="0"/>
              </a:spcAft>
              <a:buSzPts val="5200"/>
              <a:buNone/>
              <a:defRPr sz="6933"/>
            </a:lvl7pPr>
            <a:lvl8pPr lvl="7" algn="ctr">
              <a:lnSpc>
                <a:spcPct val="100000"/>
              </a:lnSpc>
              <a:spcBef>
                <a:spcPts val="0"/>
              </a:spcBef>
              <a:spcAft>
                <a:spcPts val="0"/>
              </a:spcAft>
              <a:buSzPts val="5200"/>
              <a:buNone/>
              <a:defRPr sz="6933"/>
            </a:lvl8pPr>
            <a:lvl9pPr lvl="8" algn="ctr">
              <a:lnSpc>
                <a:spcPct val="100000"/>
              </a:lnSpc>
              <a:spcBef>
                <a:spcPts val="0"/>
              </a:spcBef>
              <a:spcAft>
                <a:spcPts val="0"/>
              </a:spcAft>
              <a:buSzPts val="5200"/>
              <a:buNone/>
              <a:defRPr sz="6933"/>
            </a:lvl9pPr>
          </a:lstStyle>
          <a:p/>
        </p:txBody>
      </p:sp>
      <p:sp>
        <p:nvSpPr>
          <p:cNvPr id="206" name="Google Shape;206;p62"/>
          <p:cNvSpPr txBox="1"/>
          <p:nvPr>
            <p:ph idx="1" type="subTitle"/>
          </p:nvPr>
        </p:nvSpPr>
        <p:spPr>
          <a:xfrm>
            <a:off x="415600" y="3778833"/>
            <a:ext cx="11360800" cy="10568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3733"/>
            </a:lvl1pPr>
            <a:lvl2pPr lvl="1" algn="ctr">
              <a:lnSpc>
                <a:spcPct val="100000"/>
              </a:lnSpc>
              <a:spcBef>
                <a:spcPts val="0"/>
              </a:spcBef>
              <a:spcAft>
                <a:spcPts val="0"/>
              </a:spcAft>
              <a:buSzPts val="2800"/>
              <a:buNone/>
              <a:defRPr sz="3733"/>
            </a:lvl2pPr>
            <a:lvl3pPr lvl="2" algn="ctr">
              <a:lnSpc>
                <a:spcPct val="100000"/>
              </a:lnSpc>
              <a:spcBef>
                <a:spcPts val="0"/>
              </a:spcBef>
              <a:spcAft>
                <a:spcPts val="0"/>
              </a:spcAft>
              <a:buSzPts val="2800"/>
              <a:buNone/>
              <a:defRPr sz="3733"/>
            </a:lvl3pPr>
            <a:lvl4pPr lvl="3" algn="ctr">
              <a:lnSpc>
                <a:spcPct val="100000"/>
              </a:lnSpc>
              <a:spcBef>
                <a:spcPts val="0"/>
              </a:spcBef>
              <a:spcAft>
                <a:spcPts val="0"/>
              </a:spcAft>
              <a:buSzPts val="2800"/>
              <a:buNone/>
              <a:defRPr sz="3733"/>
            </a:lvl4pPr>
            <a:lvl5pPr lvl="4" algn="ctr">
              <a:lnSpc>
                <a:spcPct val="100000"/>
              </a:lnSpc>
              <a:spcBef>
                <a:spcPts val="0"/>
              </a:spcBef>
              <a:spcAft>
                <a:spcPts val="0"/>
              </a:spcAft>
              <a:buSzPts val="2800"/>
              <a:buNone/>
              <a:defRPr sz="3733"/>
            </a:lvl5pPr>
            <a:lvl6pPr lvl="5" algn="ctr">
              <a:lnSpc>
                <a:spcPct val="100000"/>
              </a:lnSpc>
              <a:spcBef>
                <a:spcPts val="0"/>
              </a:spcBef>
              <a:spcAft>
                <a:spcPts val="0"/>
              </a:spcAft>
              <a:buSzPts val="2800"/>
              <a:buNone/>
              <a:defRPr sz="3733"/>
            </a:lvl6pPr>
            <a:lvl7pPr lvl="6" algn="ctr">
              <a:lnSpc>
                <a:spcPct val="100000"/>
              </a:lnSpc>
              <a:spcBef>
                <a:spcPts val="0"/>
              </a:spcBef>
              <a:spcAft>
                <a:spcPts val="0"/>
              </a:spcAft>
              <a:buSzPts val="2800"/>
              <a:buNone/>
              <a:defRPr sz="3733"/>
            </a:lvl7pPr>
            <a:lvl8pPr lvl="7" algn="ctr">
              <a:lnSpc>
                <a:spcPct val="100000"/>
              </a:lnSpc>
              <a:spcBef>
                <a:spcPts val="0"/>
              </a:spcBef>
              <a:spcAft>
                <a:spcPts val="0"/>
              </a:spcAft>
              <a:buSzPts val="2800"/>
              <a:buNone/>
              <a:defRPr sz="3733"/>
            </a:lvl8pPr>
            <a:lvl9pPr lvl="8" algn="ctr">
              <a:lnSpc>
                <a:spcPct val="100000"/>
              </a:lnSpc>
              <a:spcBef>
                <a:spcPts val="0"/>
              </a:spcBef>
              <a:spcAft>
                <a:spcPts val="0"/>
              </a:spcAft>
              <a:buSzPts val="2800"/>
              <a:buNone/>
              <a:defRPr sz="3733"/>
            </a:lvl9pPr>
          </a:lstStyle>
          <a:p/>
        </p:txBody>
      </p:sp>
      <p:sp>
        <p:nvSpPr>
          <p:cNvPr id="207" name="Google Shape;207;p62"/>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chemeClr val="dk2"/>
              </a:buClr>
              <a:buSzPts val="1333"/>
              <a:buFont typeface="Arial"/>
              <a:buNone/>
              <a:defRPr sz="1333">
                <a:solidFill>
                  <a:schemeClr val="dk2"/>
                </a:solidFill>
                <a:latin typeface="Arial"/>
                <a:ea typeface="Arial"/>
                <a:cs typeface="Arial"/>
                <a:sym typeface="Arial"/>
              </a:defRPr>
            </a:lvl1pPr>
            <a:lvl2pPr indent="0" lvl="1" marL="0" algn="r">
              <a:buClr>
                <a:schemeClr val="dk2"/>
              </a:buClr>
              <a:buSzPts val="1333"/>
              <a:buFont typeface="Arial"/>
              <a:buNone/>
              <a:defRPr sz="1333">
                <a:solidFill>
                  <a:schemeClr val="dk2"/>
                </a:solidFill>
                <a:latin typeface="Arial"/>
                <a:ea typeface="Arial"/>
                <a:cs typeface="Arial"/>
                <a:sym typeface="Arial"/>
              </a:defRPr>
            </a:lvl2pPr>
            <a:lvl3pPr indent="0" lvl="2" marL="0" algn="r">
              <a:buClr>
                <a:schemeClr val="dk2"/>
              </a:buClr>
              <a:buSzPts val="1333"/>
              <a:buFont typeface="Arial"/>
              <a:buNone/>
              <a:defRPr sz="1333">
                <a:solidFill>
                  <a:schemeClr val="dk2"/>
                </a:solidFill>
                <a:latin typeface="Arial"/>
                <a:ea typeface="Arial"/>
                <a:cs typeface="Arial"/>
                <a:sym typeface="Arial"/>
              </a:defRPr>
            </a:lvl3pPr>
            <a:lvl4pPr indent="0" lvl="3" marL="0" algn="r">
              <a:buClr>
                <a:schemeClr val="dk2"/>
              </a:buClr>
              <a:buSzPts val="1333"/>
              <a:buFont typeface="Arial"/>
              <a:buNone/>
              <a:defRPr sz="1333">
                <a:solidFill>
                  <a:schemeClr val="dk2"/>
                </a:solidFill>
                <a:latin typeface="Arial"/>
                <a:ea typeface="Arial"/>
                <a:cs typeface="Arial"/>
                <a:sym typeface="Arial"/>
              </a:defRPr>
            </a:lvl4pPr>
            <a:lvl5pPr indent="0" lvl="4" marL="0" algn="r">
              <a:buClr>
                <a:schemeClr val="dk2"/>
              </a:buClr>
              <a:buSzPts val="1333"/>
              <a:buFont typeface="Arial"/>
              <a:buNone/>
              <a:defRPr sz="1333">
                <a:solidFill>
                  <a:schemeClr val="dk2"/>
                </a:solidFill>
                <a:latin typeface="Arial"/>
                <a:ea typeface="Arial"/>
                <a:cs typeface="Arial"/>
                <a:sym typeface="Arial"/>
              </a:defRPr>
            </a:lvl5pPr>
            <a:lvl6pPr indent="0" lvl="5" marL="0" algn="r">
              <a:buClr>
                <a:schemeClr val="dk2"/>
              </a:buClr>
              <a:buSzPts val="1333"/>
              <a:buFont typeface="Arial"/>
              <a:buNone/>
              <a:defRPr sz="1333">
                <a:solidFill>
                  <a:schemeClr val="dk2"/>
                </a:solidFill>
                <a:latin typeface="Arial"/>
                <a:ea typeface="Arial"/>
                <a:cs typeface="Arial"/>
                <a:sym typeface="Arial"/>
              </a:defRPr>
            </a:lvl6pPr>
            <a:lvl7pPr indent="0" lvl="6" marL="0" algn="r">
              <a:buClr>
                <a:schemeClr val="dk2"/>
              </a:buClr>
              <a:buSzPts val="1333"/>
              <a:buFont typeface="Arial"/>
              <a:buNone/>
              <a:defRPr sz="1333">
                <a:solidFill>
                  <a:schemeClr val="dk2"/>
                </a:solidFill>
                <a:latin typeface="Arial"/>
                <a:ea typeface="Arial"/>
                <a:cs typeface="Arial"/>
                <a:sym typeface="Arial"/>
              </a:defRPr>
            </a:lvl7pPr>
            <a:lvl8pPr indent="0" lvl="7" marL="0" algn="r">
              <a:buClr>
                <a:schemeClr val="dk2"/>
              </a:buClr>
              <a:buSzPts val="1333"/>
              <a:buFont typeface="Arial"/>
              <a:buNone/>
              <a:defRPr sz="1333">
                <a:solidFill>
                  <a:schemeClr val="dk2"/>
                </a:solidFill>
                <a:latin typeface="Arial"/>
                <a:ea typeface="Arial"/>
                <a:cs typeface="Arial"/>
                <a:sym typeface="Arial"/>
              </a:defRPr>
            </a:lvl8pPr>
            <a:lvl9pPr indent="0" lvl="8" marL="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08" name="Shape 208"/>
        <p:cNvGrpSpPr/>
        <p:nvPr/>
      </p:nvGrpSpPr>
      <p:grpSpPr>
        <a:xfrm>
          <a:off x="0" y="0"/>
          <a:ext cx="0" cy="0"/>
          <a:chOff x="0" y="0"/>
          <a:chExt cx="0" cy="0"/>
        </a:xfrm>
      </p:grpSpPr>
      <p:sp>
        <p:nvSpPr>
          <p:cNvPr id="209" name="Google Shape;209;p63"/>
          <p:cNvSpPr txBox="1"/>
          <p:nvPr>
            <p:ph type="title"/>
          </p:nvPr>
        </p:nvSpPr>
        <p:spPr>
          <a:xfrm>
            <a:off x="415600" y="2867800"/>
            <a:ext cx="11360800" cy="11224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4800"/>
            </a:lvl1pPr>
            <a:lvl2pPr lvl="1" algn="ctr">
              <a:lnSpc>
                <a:spcPct val="100000"/>
              </a:lnSpc>
              <a:spcBef>
                <a:spcPts val="0"/>
              </a:spcBef>
              <a:spcAft>
                <a:spcPts val="0"/>
              </a:spcAft>
              <a:buSzPts val="3600"/>
              <a:buNone/>
              <a:defRPr sz="4800"/>
            </a:lvl2pPr>
            <a:lvl3pPr lvl="2" algn="ctr">
              <a:lnSpc>
                <a:spcPct val="100000"/>
              </a:lnSpc>
              <a:spcBef>
                <a:spcPts val="0"/>
              </a:spcBef>
              <a:spcAft>
                <a:spcPts val="0"/>
              </a:spcAft>
              <a:buSzPts val="3600"/>
              <a:buNone/>
              <a:defRPr sz="4800"/>
            </a:lvl3pPr>
            <a:lvl4pPr lvl="3" algn="ctr">
              <a:lnSpc>
                <a:spcPct val="100000"/>
              </a:lnSpc>
              <a:spcBef>
                <a:spcPts val="0"/>
              </a:spcBef>
              <a:spcAft>
                <a:spcPts val="0"/>
              </a:spcAft>
              <a:buSzPts val="3600"/>
              <a:buNone/>
              <a:defRPr sz="4800"/>
            </a:lvl4pPr>
            <a:lvl5pPr lvl="4" algn="ctr">
              <a:lnSpc>
                <a:spcPct val="100000"/>
              </a:lnSpc>
              <a:spcBef>
                <a:spcPts val="0"/>
              </a:spcBef>
              <a:spcAft>
                <a:spcPts val="0"/>
              </a:spcAft>
              <a:buSzPts val="3600"/>
              <a:buNone/>
              <a:defRPr sz="4800"/>
            </a:lvl5pPr>
            <a:lvl6pPr lvl="5" algn="ctr">
              <a:lnSpc>
                <a:spcPct val="100000"/>
              </a:lnSpc>
              <a:spcBef>
                <a:spcPts val="0"/>
              </a:spcBef>
              <a:spcAft>
                <a:spcPts val="0"/>
              </a:spcAft>
              <a:buSzPts val="3600"/>
              <a:buNone/>
              <a:defRPr sz="4800"/>
            </a:lvl6pPr>
            <a:lvl7pPr lvl="6" algn="ctr">
              <a:lnSpc>
                <a:spcPct val="100000"/>
              </a:lnSpc>
              <a:spcBef>
                <a:spcPts val="0"/>
              </a:spcBef>
              <a:spcAft>
                <a:spcPts val="0"/>
              </a:spcAft>
              <a:buSzPts val="3600"/>
              <a:buNone/>
              <a:defRPr sz="4800"/>
            </a:lvl7pPr>
            <a:lvl8pPr lvl="7" algn="ctr">
              <a:lnSpc>
                <a:spcPct val="100000"/>
              </a:lnSpc>
              <a:spcBef>
                <a:spcPts val="0"/>
              </a:spcBef>
              <a:spcAft>
                <a:spcPts val="0"/>
              </a:spcAft>
              <a:buSzPts val="3600"/>
              <a:buNone/>
              <a:defRPr sz="4800"/>
            </a:lvl8pPr>
            <a:lvl9pPr lvl="8" algn="ctr">
              <a:lnSpc>
                <a:spcPct val="100000"/>
              </a:lnSpc>
              <a:spcBef>
                <a:spcPts val="0"/>
              </a:spcBef>
              <a:spcAft>
                <a:spcPts val="0"/>
              </a:spcAft>
              <a:buSzPts val="3600"/>
              <a:buNone/>
              <a:defRPr sz="4800"/>
            </a:lvl9pPr>
          </a:lstStyle>
          <a:p/>
        </p:txBody>
      </p:sp>
      <p:sp>
        <p:nvSpPr>
          <p:cNvPr id="210" name="Google Shape;210;p63"/>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chemeClr val="dk2"/>
              </a:buClr>
              <a:buSzPts val="1333"/>
              <a:buFont typeface="Arial"/>
              <a:buNone/>
              <a:defRPr sz="1333">
                <a:solidFill>
                  <a:schemeClr val="dk2"/>
                </a:solidFill>
                <a:latin typeface="Arial"/>
                <a:ea typeface="Arial"/>
                <a:cs typeface="Arial"/>
                <a:sym typeface="Arial"/>
              </a:defRPr>
            </a:lvl1pPr>
            <a:lvl2pPr indent="0" lvl="1" marL="0" algn="r">
              <a:buClr>
                <a:schemeClr val="dk2"/>
              </a:buClr>
              <a:buSzPts val="1333"/>
              <a:buFont typeface="Arial"/>
              <a:buNone/>
              <a:defRPr sz="1333">
                <a:solidFill>
                  <a:schemeClr val="dk2"/>
                </a:solidFill>
                <a:latin typeface="Arial"/>
                <a:ea typeface="Arial"/>
                <a:cs typeface="Arial"/>
                <a:sym typeface="Arial"/>
              </a:defRPr>
            </a:lvl2pPr>
            <a:lvl3pPr indent="0" lvl="2" marL="0" algn="r">
              <a:buClr>
                <a:schemeClr val="dk2"/>
              </a:buClr>
              <a:buSzPts val="1333"/>
              <a:buFont typeface="Arial"/>
              <a:buNone/>
              <a:defRPr sz="1333">
                <a:solidFill>
                  <a:schemeClr val="dk2"/>
                </a:solidFill>
                <a:latin typeface="Arial"/>
                <a:ea typeface="Arial"/>
                <a:cs typeface="Arial"/>
                <a:sym typeface="Arial"/>
              </a:defRPr>
            </a:lvl3pPr>
            <a:lvl4pPr indent="0" lvl="3" marL="0" algn="r">
              <a:buClr>
                <a:schemeClr val="dk2"/>
              </a:buClr>
              <a:buSzPts val="1333"/>
              <a:buFont typeface="Arial"/>
              <a:buNone/>
              <a:defRPr sz="1333">
                <a:solidFill>
                  <a:schemeClr val="dk2"/>
                </a:solidFill>
                <a:latin typeface="Arial"/>
                <a:ea typeface="Arial"/>
                <a:cs typeface="Arial"/>
                <a:sym typeface="Arial"/>
              </a:defRPr>
            </a:lvl4pPr>
            <a:lvl5pPr indent="0" lvl="4" marL="0" algn="r">
              <a:buClr>
                <a:schemeClr val="dk2"/>
              </a:buClr>
              <a:buSzPts val="1333"/>
              <a:buFont typeface="Arial"/>
              <a:buNone/>
              <a:defRPr sz="1333">
                <a:solidFill>
                  <a:schemeClr val="dk2"/>
                </a:solidFill>
                <a:latin typeface="Arial"/>
                <a:ea typeface="Arial"/>
                <a:cs typeface="Arial"/>
                <a:sym typeface="Arial"/>
              </a:defRPr>
            </a:lvl5pPr>
            <a:lvl6pPr indent="0" lvl="5" marL="0" algn="r">
              <a:buClr>
                <a:schemeClr val="dk2"/>
              </a:buClr>
              <a:buSzPts val="1333"/>
              <a:buFont typeface="Arial"/>
              <a:buNone/>
              <a:defRPr sz="1333">
                <a:solidFill>
                  <a:schemeClr val="dk2"/>
                </a:solidFill>
                <a:latin typeface="Arial"/>
                <a:ea typeface="Arial"/>
                <a:cs typeface="Arial"/>
                <a:sym typeface="Arial"/>
              </a:defRPr>
            </a:lvl6pPr>
            <a:lvl7pPr indent="0" lvl="6" marL="0" algn="r">
              <a:buClr>
                <a:schemeClr val="dk2"/>
              </a:buClr>
              <a:buSzPts val="1333"/>
              <a:buFont typeface="Arial"/>
              <a:buNone/>
              <a:defRPr sz="1333">
                <a:solidFill>
                  <a:schemeClr val="dk2"/>
                </a:solidFill>
                <a:latin typeface="Arial"/>
                <a:ea typeface="Arial"/>
                <a:cs typeface="Arial"/>
                <a:sym typeface="Arial"/>
              </a:defRPr>
            </a:lvl7pPr>
            <a:lvl8pPr indent="0" lvl="7" marL="0" algn="r">
              <a:buClr>
                <a:schemeClr val="dk2"/>
              </a:buClr>
              <a:buSzPts val="1333"/>
              <a:buFont typeface="Arial"/>
              <a:buNone/>
              <a:defRPr sz="1333">
                <a:solidFill>
                  <a:schemeClr val="dk2"/>
                </a:solidFill>
                <a:latin typeface="Arial"/>
                <a:ea typeface="Arial"/>
                <a:cs typeface="Arial"/>
                <a:sym typeface="Arial"/>
              </a:defRPr>
            </a:lvl8pPr>
            <a:lvl9pPr indent="0" lvl="8" marL="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11" name="Shape 211"/>
        <p:cNvGrpSpPr/>
        <p:nvPr/>
      </p:nvGrpSpPr>
      <p:grpSpPr>
        <a:xfrm>
          <a:off x="0" y="0"/>
          <a:ext cx="0" cy="0"/>
          <a:chOff x="0" y="0"/>
          <a:chExt cx="0" cy="0"/>
        </a:xfrm>
      </p:grpSpPr>
      <p:sp>
        <p:nvSpPr>
          <p:cNvPr id="212" name="Google Shape;212;p64"/>
          <p:cNvSpPr txBox="1"/>
          <p:nvPr>
            <p:ph type="title"/>
          </p:nvPr>
        </p:nvSpPr>
        <p:spPr>
          <a:xfrm>
            <a:off x="415600" y="593367"/>
            <a:ext cx="11360800" cy="763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13" name="Google Shape;213;p64"/>
          <p:cNvSpPr txBox="1"/>
          <p:nvPr>
            <p:ph idx="1" type="body"/>
          </p:nvPr>
        </p:nvSpPr>
        <p:spPr>
          <a:xfrm>
            <a:off x="415600" y="1536633"/>
            <a:ext cx="11360800" cy="45552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14" name="Google Shape;214;p64"/>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chemeClr val="dk2"/>
              </a:buClr>
              <a:buSzPts val="1333"/>
              <a:buFont typeface="Arial"/>
              <a:buNone/>
              <a:defRPr sz="1333">
                <a:solidFill>
                  <a:schemeClr val="dk2"/>
                </a:solidFill>
                <a:latin typeface="Arial"/>
                <a:ea typeface="Arial"/>
                <a:cs typeface="Arial"/>
                <a:sym typeface="Arial"/>
              </a:defRPr>
            </a:lvl1pPr>
            <a:lvl2pPr indent="0" lvl="1" marL="0" algn="r">
              <a:buClr>
                <a:schemeClr val="dk2"/>
              </a:buClr>
              <a:buSzPts val="1333"/>
              <a:buFont typeface="Arial"/>
              <a:buNone/>
              <a:defRPr sz="1333">
                <a:solidFill>
                  <a:schemeClr val="dk2"/>
                </a:solidFill>
                <a:latin typeface="Arial"/>
                <a:ea typeface="Arial"/>
                <a:cs typeface="Arial"/>
                <a:sym typeface="Arial"/>
              </a:defRPr>
            </a:lvl2pPr>
            <a:lvl3pPr indent="0" lvl="2" marL="0" algn="r">
              <a:buClr>
                <a:schemeClr val="dk2"/>
              </a:buClr>
              <a:buSzPts val="1333"/>
              <a:buFont typeface="Arial"/>
              <a:buNone/>
              <a:defRPr sz="1333">
                <a:solidFill>
                  <a:schemeClr val="dk2"/>
                </a:solidFill>
                <a:latin typeface="Arial"/>
                <a:ea typeface="Arial"/>
                <a:cs typeface="Arial"/>
                <a:sym typeface="Arial"/>
              </a:defRPr>
            </a:lvl3pPr>
            <a:lvl4pPr indent="0" lvl="3" marL="0" algn="r">
              <a:buClr>
                <a:schemeClr val="dk2"/>
              </a:buClr>
              <a:buSzPts val="1333"/>
              <a:buFont typeface="Arial"/>
              <a:buNone/>
              <a:defRPr sz="1333">
                <a:solidFill>
                  <a:schemeClr val="dk2"/>
                </a:solidFill>
                <a:latin typeface="Arial"/>
                <a:ea typeface="Arial"/>
                <a:cs typeface="Arial"/>
                <a:sym typeface="Arial"/>
              </a:defRPr>
            </a:lvl4pPr>
            <a:lvl5pPr indent="0" lvl="4" marL="0" algn="r">
              <a:buClr>
                <a:schemeClr val="dk2"/>
              </a:buClr>
              <a:buSzPts val="1333"/>
              <a:buFont typeface="Arial"/>
              <a:buNone/>
              <a:defRPr sz="1333">
                <a:solidFill>
                  <a:schemeClr val="dk2"/>
                </a:solidFill>
                <a:latin typeface="Arial"/>
                <a:ea typeface="Arial"/>
                <a:cs typeface="Arial"/>
                <a:sym typeface="Arial"/>
              </a:defRPr>
            </a:lvl5pPr>
            <a:lvl6pPr indent="0" lvl="5" marL="0" algn="r">
              <a:buClr>
                <a:schemeClr val="dk2"/>
              </a:buClr>
              <a:buSzPts val="1333"/>
              <a:buFont typeface="Arial"/>
              <a:buNone/>
              <a:defRPr sz="1333">
                <a:solidFill>
                  <a:schemeClr val="dk2"/>
                </a:solidFill>
                <a:latin typeface="Arial"/>
                <a:ea typeface="Arial"/>
                <a:cs typeface="Arial"/>
                <a:sym typeface="Arial"/>
              </a:defRPr>
            </a:lvl6pPr>
            <a:lvl7pPr indent="0" lvl="6" marL="0" algn="r">
              <a:buClr>
                <a:schemeClr val="dk2"/>
              </a:buClr>
              <a:buSzPts val="1333"/>
              <a:buFont typeface="Arial"/>
              <a:buNone/>
              <a:defRPr sz="1333">
                <a:solidFill>
                  <a:schemeClr val="dk2"/>
                </a:solidFill>
                <a:latin typeface="Arial"/>
                <a:ea typeface="Arial"/>
                <a:cs typeface="Arial"/>
                <a:sym typeface="Arial"/>
              </a:defRPr>
            </a:lvl7pPr>
            <a:lvl8pPr indent="0" lvl="7" marL="0" algn="r">
              <a:buClr>
                <a:schemeClr val="dk2"/>
              </a:buClr>
              <a:buSzPts val="1333"/>
              <a:buFont typeface="Arial"/>
              <a:buNone/>
              <a:defRPr sz="1333">
                <a:solidFill>
                  <a:schemeClr val="dk2"/>
                </a:solidFill>
                <a:latin typeface="Arial"/>
                <a:ea typeface="Arial"/>
                <a:cs typeface="Arial"/>
                <a:sym typeface="Arial"/>
              </a:defRPr>
            </a:lvl8pPr>
            <a:lvl9pPr indent="0" lvl="8" marL="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15" name="Shape 215"/>
        <p:cNvGrpSpPr/>
        <p:nvPr/>
      </p:nvGrpSpPr>
      <p:grpSpPr>
        <a:xfrm>
          <a:off x="0" y="0"/>
          <a:ext cx="0" cy="0"/>
          <a:chOff x="0" y="0"/>
          <a:chExt cx="0" cy="0"/>
        </a:xfrm>
      </p:grpSpPr>
      <p:sp>
        <p:nvSpPr>
          <p:cNvPr id="216" name="Google Shape;216;p65"/>
          <p:cNvSpPr txBox="1"/>
          <p:nvPr>
            <p:ph type="title"/>
          </p:nvPr>
        </p:nvSpPr>
        <p:spPr>
          <a:xfrm>
            <a:off x="415600" y="593367"/>
            <a:ext cx="11360800" cy="763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17" name="Google Shape;217;p65"/>
          <p:cNvSpPr txBox="1"/>
          <p:nvPr>
            <p:ph idx="1" type="body"/>
          </p:nvPr>
        </p:nvSpPr>
        <p:spPr>
          <a:xfrm>
            <a:off x="415600" y="1536633"/>
            <a:ext cx="5333200" cy="45552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867"/>
            </a:lvl1pPr>
            <a:lvl2pPr indent="-304800" lvl="1" marL="914400" algn="l">
              <a:lnSpc>
                <a:spcPct val="115000"/>
              </a:lnSpc>
              <a:spcBef>
                <a:spcPts val="0"/>
              </a:spcBef>
              <a:spcAft>
                <a:spcPts val="0"/>
              </a:spcAft>
              <a:buSzPts val="1200"/>
              <a:buChar char="○"/>
              <a:defRPr sz="1600"/>
            </a:lvl2pPr>
            <a:lvl3pPr indent="-304800" lvl="2" marL="1371600" algn="l">
              <a:lnSpc>
                <a:spcPct val="115000"/>
              </a:lnSpc>
              <a:spcBef>
                <a:spcPts val="0"/>
              </a:spcBef>
              <a:spcAft>
                <a:spcPts val="0"/>
              </a:spcAft>
              <a:buSzPts val="1200"/>
              <a:buChar char="■"/>
              <a:defRPr sz="1600"/>
            </a:lvl3pPr>
            <a:lvl4pPr indent="-304800" lvl="3" marL="1828800" algn="l">
              <a:lnSpc>
                <a:spcPct val="115000"/>
              </a:lnSpc>
              <a:spcBef>
                <a:spcPts val="0"/>
              </a:spcBef>
              <a:spcAft>
                <a:spcPts val="0"/>
              </a:spcAft>
              <a:buSzPts val="1200"/>
              <a:buChar char="●"/>
              <a:defRPr sz="1600"/>
            </a:lvl4pPr>
            <a:lvl5pPr indent="-304800" lvl="4" marL="2286000" algn="l">
              <a:lnSpc>
                <a:spcPct val="115000"/>
              </a:lnSpc>
              <a:spcBef>
                <a:spcPts val="0"/>
              </a:spcBef>
              <a:spcAft>
                <a:spcPts val="0"/>
              </a:spcAft>
              <a:buSzPts val="1200"/>
              <a:buChar char="○"/>
              <a:defRPr sz="1600"/>
            </a:lvl5pPr>
            <a:lvl6pPr indent="-304800" lvl="5" marL="2743200" algn="l">
              <a:lnSpc>
                <a:spcPct val="115000"/>
              </a:lnSpc>
              <a:spcBef>
                <a:spcPts val="0"/>
              </a:spcBef>
              <a:spcAft>
                <a:spcPts val="0"/>
              </a:spcAft>
              <a:buSzPts val="1200"/>
              <a:buChar char="■"/>
              <a:defRPr sz="1600"/>
            </a:lvl6pPr>
            <a:lvl7pPr indent="-304800" lvl="6" marL="3200400" algn="l">
              <a:lnSpc>
                <a:spcPct val="115000"/>
              </a:lnSpc>
              <a:spcBef>
                <a:spcPts val="0"/>
              </a:spcBef>
              <a:spcAft>
                <a:spcPts val="0"/>
              </a:spcAft>
              <a:buSzPts val="1200"/>
              <a:buChar char="●"/>
              <a:defRPr sz="1600"/>
            </a:lvl7pPr>
            <a:lvl8pPr indent="-304800" lvl="7" marL="3657600" algn="l">
              <a:lnSpc>
                <a:spcPct val="115000"/>
              </a:lnSpc>
              <a:spcBef>
                <a:spcPts val="0"/>
              </a:spcBef>
              <a:spcAft>
                <a:spcPts val="0"/>
              </a:spcAft>
              <a:buSzPts val="1200"/>
              <a:buChar char="○"/>
              <a:defRPr sz="1600"/>
            </a:lvl8pPr>
            <a:lvl9pPr indent="-304800" lvl="8" marL="4114800" algn="l">
              <a:lnSpc>
                <a:spcPct val="115000"/>
              </a:lnSpc>
              <a:spcBef>
                <a:spcPts val="0"/>
              </a:spcBef>
              <a:spcAft>
                <a:spcPts val="0"/>
              </a:spcAft>
              <a:buSzPts val="1200"/>
              <a:buChar char="■"/>
              <a:defRPr sz="1600"/>
            </a:lvl9pPr>
          </a:lstStyle>
          <a:p/>
        </p:txBody>
      </p:sp>
      <p:sp>
        <p:nvSpPr>
          <p:cNvPr id="218" name="Google Shape;218;p65"/>
          <p:cNvSpPr txBox="1"/>
          <p:nvPr>
            <p:ph idx="2" type="body"/>
          </p:nvPr>
        </p:nvSpPr>
        <p:spPr>
          <a:xfrm>
            <a:off x="6443200" y="1536633"/>
            <a:ext cx="5333200" cy="45552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867"/>
            </a:lvl1pPr>
            <a:lvl2pPr indent="-304800" lvl="1" marL="914400" algn="l">
              <a:lnSpc>
                <a:spcPct val="115000"/>
              </a:lnSpc>
              <a:spcBef>
                <a:spcPts val="0"/>
              </a:spcBef>
              <a:spcAft>
                <a:spcPts val="0"/>
              </a:spcAft>
              <a:buSzPts val="1200"/>
              <a:buChar char="○"/>
              <a:defRPr sz="1600"/>
            </a:lvl2pPr>
            <a:lvl3pPr indent="-304800" lvl="2" marL="1371600" algn="l">
              <a:lnSpc>
                <a:spcPct val="115000"/>
              </a:lnSpc>
              <a:spcBef>
                <a:spcPts val="0"/>
              </a:spcBef>
              <a:spcAft>
                <a:spcPts val="0"/>
              </a:spcAft>
              <a:buSzPts val="1200"/>
              <a:buChar char="■"/>
              <a:defRPr sz="1600"/>
            </a:lvl3pPr>
            <a:lvl4pPr indent="-304800" lvl="3" marL="1828800" algn="l">
              <a:lnSpc>
                <a:spcPct val="115000"/>
              </a:lnSpc>
              <a:spcBef>
                <a:spcPts val="0"/>
              </a:spcBef>
              <a:spcAft>
                <a:spcPts val="0"/>
              </a:spcAft>
              <a:buSzPts val="1200"/>
              <a:buChar char="●"/>
              <a:defRPr sz="1600"/>
            </a:lvl4pPr>
            <a:lvl5pPr indent="-304800" lvl="4" marL="2286000" algn="l">
              <a:lnSpc>
                <a:spcPct val="115000"/>
              </a:lnSpc>
              <a:spcBef>
                <a:spcPts val="0"/>
              </a:spcBef>
              <a:spcAft>
                <a:spcPts val="0"/>
              </a:spcAft>
              <a:buSzPts val="1200"/>
              <a:buChar char="○"/>
              <a:defRPr sz="1600"/>
            </a:lvl5pPr>
            <a:lvl6pPr indent="-304800" lvl="5" marL="2743200" algn="l">
              <a:lnSpc>
                <a:spcPct val="115000"/>
              </a:lnSpc>
              <a:spcBef>
                <a:spcPts val="0"/>
              </a:spcBef>
              <a:spcAft>
                <a:spcPts val="0"/>
              </a:spcAft>
              <a:buSzPts val="1200"/>
              <a:buChar char="■"/>
              <a:defRPr sz="1600"/>
            </a:lvl6pPr>
            <a:lvl7pPr indent="-304800" lvl="6" marL="3200400" algn="l">
              <a:lnSpc>
                <a:spcPct val="115000"/>
              </a:lnSpc>
              <a:spcBef>
                <a:spcPts val="0"/>
              </a:spcBef>
              <a:spcAft>
                <a:spcPts val="0"/>
              </a:spcAft>
              <a:buSzPts val="1200"/>
              <a:buChar char="●"/>
              <a:defRPr sz="1600"/>
            </a:lvl7pPr>
            <a:lvl8pPr indent="-304800" lvl="7" marL="3657600" algn="l">
              <a:lnSpc>
                <a:spcPct val="115000"/>
              </a:lnSpc>
              <a:spcBef>
                <a:spcPts val="0"/>
              </a:spcBef>
              <a:spcAft>
                <a:spcPts val="0"/>
              </a:spcAft>
              <a:buSzPts val="1200"/>
              <a:buChar char="○"/>
              <a:defRPr sz="1600"/>
            </a:lvl8pPr>
            <a:lvl9pPr indent="-304800" lvl="8" marL="4114800" algn="l">
              <a:lnSpc>
                <a:spcPct val="115000"/>
              </a:lnSpc>
              <a:spcBef>
                <a:spcPts val="0"/>
              </a:spcBef>
              <a:spcAft>
                <a:spcPts val="0"/>
              </a:spcAft>
              <a:buSzPts val="1200"/>
              <a:buChar char="■"/>
              <a:defRPr sz="1600"/>
            </a:lvl9pPr>
          </a:lstStyle>
          <a:p/>
        </p:txBody>
      </p:sp>
      <p:sp>
        <p:nvSpPr>
          <p:cNvPr id="219" name="Google Shape;219;p65"/>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chemeClr val="dk2"/>
              </a:buClr>
              <a:buSzPts val="1333"/>
              <a:buFont typeface="Arial"/>
              <a:buNone/>
              <a:defRPr sz="1333">
                <a:solidFill>
                  <a:schemeClr val="dk2"/>
                </a:solidFill>
                <a:latin typeface="Arial"/>
                <a:ea typeface="Arial"/>
                <a:cs typeface="Arial"/>
                <a:sym typeface="Arial"/>
              </a:defRPr>
            </a:lvl1pPr>
            <a:lvl2pPr indent="0" lvl="1" marL="0" algn="r">
              <a:buClr>
                <a:schemeClr val="dk2"/>
              </a:buClr>
              <a:buSzPts val="1333"/>
              <a:buFont typeface="Arial"/>
              <a:buNone/>
              <a:defRPr sz="1333">
                <a:solidFill>
                  <a:schemeClr val="dk2"/>
                </a:solidFill>
                <a:latin typeface="Arial"/>
                <a:ea typeface="Arial"/>
                <a:cs typeface="Arial"/>
                <a:sym typeface="Arial"/>
              </a:defRPr>
            </a:lvl2pPr>
            <a:lvl3pPr indent="0" lvl="2" marL="0" algn="r">
              <a:buClr>
                <a:schemeClr val="dk2"/>
              </a:buClr>
              <a:buSzPts val="1333"/>
              <a:buFont typeface="Arial"/>
              <a:buNone/>
              <a:defRPr sz="1333">
                <a:solidFill>
                  <a:schemeClr val="dk2"/>
                </a:solidFill>
                <a:latin typeface="Arial"/>
                <a:ea typeface="Arial"/>
                <a:cs typeface="Arial"/>
                <a:sym typeface="Arial"/>
              </a:defRPr>
            </a:lvl3pPr>
            <a:lvl4pPr indent="0" lvl="3" marL="0" algn="r">
              <a:buClr>
                <a:schemeClr val="dk2"/>
              </a:buClr>
              <a:buSzPts val="1333"/>
              <a:buFont typeface="Arial"/>
              <a:buNone/>
              <a:defRPr sz="1333">
                <a:solidFill>
                  <a:schemeClr val="dk2"/>
                </a:solidFill>
                <a:latin typeface="Arial"/>
                <a:ea typeface="Arial"/>
                <a:cs typeface="Arial"/>
                <a:sym typeface="Arial"/>
              </a:defRPr>
            </a:lvl4pPr>
            <a:lvl5pPr indent="0" lvl="4" marL="0" algn="r">
              <a:buClr>
                <a:schemeClr val="dk2"/>
              </a:buClr>
              <a:buSzPts val="1333"/>
              <a:buFont typeface="Arial"/>
              <a:buNone/>
              <a:defRPr sz="1333">
                <a:solidFill>
                  <a:schemeClr val="dk2"/>
                </a:solidFill>
                <a:latin typeface="Arial"/>
                <a:ea typeface="Arial"/>
                <a:cs typeface="Arial"/>
                <a:sym typeface="Arial"/>
              </a:defRPr>
            </a:lvl5pPr>
            <a:lvl6pPr indent="0" lvl="5" marL="0" algn="r">
              <a:buClr>
                <a:schemeClr val="dk2"/>
              </a:buClr>
              <a:buSzPts val="1333"/>
              <a:buFont typeface="Arial"/>
              <a:buNone/>
              <a:defRPr sz="1333">
                <a:solidFill>
                  <a:schemeClr val="dk2"/>
                </a:solidFill>
                <a:latin typeface="Arial"/>
                <a:ea typeface="Arial"/>
                <a:cs typeface="Arial"/>
                <a:sym typeface="Arial"/>
              </a:defRPr>
            </a:lvl6pPr>
            <a:lvl7pPr indent="0" lvl="6" marL="0" algn="r">
              <a:buClr>
                <a:schemeClr val="dk2"/>
              </a:buClr>
              <a:buSzPts val="1333"/>
              <a:buFont typeface="Arial"/>
              <a:buNone/>
              <a:defRPr sz="1333">
                <a:solidFill>
                  <a:schemeClr val="dk2"/>
                </a:solidFill>
                <a:latin typeface="Arial"/>
                <a:ea typeface="Arial"/>
                <a:cs typeface="Arial"/>
                <a:sym typeface="Arial"/>
              </a:defRPr>
            </a:lvl7pPr>
            <a:lvl8pPr indent="0" lvl="7" marL="0" algn="r">
              <a:buClr>
                <a:schemeClr val="dk2"/>
              </a:buClr>
              <a:buSzPts val="1333"/>
              <a:buFont typeface="Arial"/>
              <a:buNone/>
              <a:defRPr sz="1333">
                <a:solidFill>
                  <a:schemeClr val="dk2"/>
                </a:solidFill>
                <a:latin typeface="Arial"/>
                <a:ea typeface="Arial"/>
                <a:cs typeface="Arial"/>
                <a:sym typeface="Arial"/>
              </a:defRPr>
            </a:lvl8pPr>
            <a:lvl9pPr indent="0" lvl="8" marL="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20" name="Shape 220"/>
        <p:cNvGrpSpPr/>
        <p:nvPr/>
      </p:nvGrpSpPr>
      <p:grpSpPr>
        <a:xfrm>
          <a:off x="0" y="0"/>
          <a:ext cx="0" cy="0"/>
          <a:chOff x="0" y="0"/>
          <a:chExt cx="0" cy="0"/>
        </a:xfrm>
      </p:grpSpPr>
      <p:sp>
        <p:nvSpPr>
          <p:cNvPr id="221" name="Google Shape;221;p66"/>
          <p:cNvSpPr txBox="1"/>
          <p:nvPr>
            <p:ph type="title"/>
          </p:nvPr>
        </p:nvSpPr>
        <p:spPr>
          <a:xfrm>
            <a:off x="415600" y="593367"/>
            <a:ext cx="11360800" cy="763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2" name="Google Shape;222;p66"/>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chemeClr val="dk2"/>
              </a:buClr>
              <a:buSzPts val="1333"/>
              <a:buFont typeface="Arial"/>
              <a:buNone/>
              <a:defRPr sz="1333">
                <a:solidFill>
                  <a:schemeClr val="dk2"/>
                </a:solidFill>
                <a:latin typeface="Arial"/>
                <a:ea typeface="Arial"/>
                <a:cs typeface="Arial"/>
                <a:sym typeface="Arial"/>
              </a:defRPr>
            </a:lvl1pPr>
            <a:lvl2pPr indent="0" lvl="1" marL="0" algn="r">
              <a:buClr>
                <a:schemeClr val="dk2"/>
              </a:buClr>
              <a:buSzPts val="1333"/>
              <a:buFont typeface="Arial"/>
              <a:buNone/>
              <a:defRPr sz="1333">
                <a:solidFill>
                  <a:schemeClr val="dk2"/>
                </a:solidFill>
                <a:latin typeface="Arial"/>
                <a:ea typeface="Arial"/>
                <a:cs typeface="Arial"/>
                <a:sym typeface="Arial"/>
              </a:defRPr>
            </a:lvl2pPr>
            <a:lvl3pPr indent="0" lvl="2" marL="0" algn="r">
              <a:buClr>
                <a:schemeClr val="dk2"/>
              </a:buClr>
              <a:buSzPts val="1333"/>
              <a:buFont typeface="Arial"/>
              <a:buNone/>
              <a:defRPr sz="1333">
                <a:solidFill>
                  <a:schemeClr val="dk2"/>
                </a:solidFill>
                <a:latin typeface="Arial"/>
                <a:ea typeface="Arial"/>
                <a:cs typeface="Arial"/>
                <a:sym typeface="Arial"/>
              </a:defRPr>
            </a:lvl3pPr>
            <a:lvl4pPr indent="0" lvl="3" marL="0" algn="r">
              <a:buClr>
                <a:schemeClr val="dk2"/>
              </a:buClr>
              <a:buSzPts val="1333"/>
              <a:buFont typeface="Arial"/>
              <a:buNone/>
              <a:defRPr sz="1333">
                <a:solidFill>
                  <a:schemeClr val="dk2"/>
                </a:solidFill>
                <a:latin typeface="Arial"/>
                <a:ea typeface="Arial"/>
                <a:cs typeface="Arial"/>
                <a:sym typeface="Arial"/>
              </a:defRPr>
            </a:lvl4pPr>
            <a:lvl5pPr indent="0" lvl="4" marL="0" algn="r">
              <a:buClr>
                <a:schemeClr val="dk2"/>
              </a:buClr>
              <a:buSzPts val="1333"/>
              <a:buFont typeface="Arial"/>
              <a:buNone/>
              <a:defRPr sz="1333">
                <a:solidFill>
                  <a:schemeClr val="dk2"/>
                </a:solidFill>
                <a:latin typeface="Arial"/>
                <a:ea typeface="Arial"/>
                <a:cs typeface="Arial"/>
                <a:sym typeface="Arial"/>
              </a:defRPr>
            </a:lvl5pPr>
            <a:lvl6pPr indent="0" lvl="5" marL="0" algn="r">
              <a:buClr>
                <a:schemeClr val="dk2"/>
              </a:buClr>
              <a:buSzPts val="1333"/>
              <a:buFont typeface="Arial"/>
              <a:buNone/>
              <a:defRPr sz="1333">
                <a:solidFill>
                  <a:schemeClr val="dk2"/>
                </a:solidFill>
                <a:latin typeface="Arial"/>
                <a:ea typeface="Arial"/>
                <a:cs typeface="Arial"/>
                <a:sym typeface="Arial"/>
              </a:defRPr>
            </a:lvl6pPr>
            <a:lvl7pPr indent="0" lvl="6" marL="0" algn="r">
              <a:buClr>
                <a:schemeClr val="dk2"/>
              </a:buClr>
              <a:buSzPts val="1333"/>
              <a:buFont typeface="Arial"/>
              <a:buNone/>
              <a:defRPr sz="1333">
                <a:solidFill>
                  <a:schemeClr val="dk2"/>
                </a:solidFill>
                <a:latin typeface="Arial"/>
                <a:ea typeface="Arial"/>
                <a:cs typeface="Arial"/>
                <a:sym typeface="Arial"/>
              </a:defRPr>
            </a:lvl7pPr>
            <a:lvl8pPr indent="0" lvl="7" marL="0" algn="r">
              <a:buClr>
                <a:schemeClr val="dk2"/>
              </a:buClr>
              <a:buSzPts val="1333"/>
              <a:buFont typeface="Arial"/>
              <a:buNone/>
              <a:defRPr sz="1333">
                <a:solidFill>
                  <a:schemeClr val="dk2"/>
                </a:solidFill>
                <a:latin typeface="Arial"/>
                <a:ea typeface="Arial"/>
                <a:cs typeface="Arial"/>
                <a:sym typeface="Arial"/>
              </a:defRPr>
            </a:lvl8pPr>
            <a:lvl9pPr indent="0" lvl="8" marL="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223" name="Shape 223"/>
        <p:cNvGrpSpPr/>
        <p:nvPr/>
      </p:nvGrpSpPr>
      <p:grpSpPr>
        <a:xfrm>
          <a:off x="0" y="0"/>
          <a:ext cx="0" cy="0"/>
          <a:chOff x="0" y="0"/>
          <a:chExt cx="0" cy="0"/>
        </a:xfrm>
      </p:grpSpPr>
      <p:sp>
        <p:nvSpPr>
          <p:cNvPr id="224" name="Google Shape;224;p67"/>
          <p:cNvSpPr txBox="1"/>
          <p:nvPr>
            <p:ph type="title"/>
          </p:nvPr>
        </p:nvSpPr>
        <p:spPr>
          <a:xfrm>
            <a:off x="415600" y="740800"/>
            <a:ext cx="3744000" cy="10076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3200"/>
            </a:lvl1pPr>
            <a:lvl2pPr lvl="1" algn="l">
              <a:lnSpc>
                <a:spcPct val="100000"/>
              </a:lnSpc>
              <a:spcBef>
                <a:spcPts val="0"/>
              </a:spcBef>
              <a:spcAft>
                <a:spcPts val="0"/>
              </a:spcAft>
              <a:buSzPts val="2400"/>
              <a:buNone/>
              <a:defRPr sz="3200"/>
            </a:lvl2pPr>
            <a:lvl3pPr lvl="2" algn="l">
              <a:lnSpc>
                <a:spcPct val="100000"/>
              </a:lnSpc>
              <a:spcBef>
                <a:spcPts val="0"/>
              </a:spcBef>
              <a:spcAft>
                <a:spcPts val="0"/>
              </a:spcAft>
              <a:buSzPts val="2400"/>
              <a:buNone/>
              <a:defRPr sz="3200"/>
            </a:lvl3pPr>
            <a:lvl4pPr lvl="3" algn="l">
              <a:lnSpc>
                <a:spcPct val="100000"/>
              </a:lnSpc>
              <a:spcBef>
                <a:spcPts val="0"/>
              </a:spcBef>
              <a:spcAft>
                <a:spcPts val="0"/>
              </a:spcAft>
              <a:buSzPts val="2400"/>
              <a:buNone/>
              <a:defRPr sz="3200"/>
            </a:lvl4pPr>
            <a:lvl5pPr lvl="4" algn="l">
              <a:lnSpc>
                <a:spcPct val="100000"/>
              </a:lnSpc>
              <a:spcBef>
                <a:spcPts val="0"/>
              </a:spcBef>
              <a:spcAft>
                <a:spcPts val="0"/>
              </a:spcAft>
              <a:buSzPts val="2400"/>
              <a:buNone/>
              <a:defRPr sz="3200"/>
            </a:lvl5pPr>
            <a:lvl6pPr lvl="5" algn="l">
              <a:lnSpc>
                <a:spcPct val="100000"/>
              </a:lnSpc>
              <a:spcBef>
                <a:spcPts val="0"/>
              </a:spcBef>
              <a:spcAft>
                <a:spcPts val="0"/>
              </a:spcAft>
              <a:buSzPts val="2400"/>
              <a:buNone/>
              <a:defRPr sz="3200"/>
            </a:lvl6pPr>
            <a:lvl7pPr lvl="6" algn="l">
              <a:lnSpc>
                <a:spcPct val="100000"/>
              </a:lnSpc>
              <a:spcBef>
                <a:spcPts val="0"/>
              </a:spcBef>
              <a:spcAft>
                <a:spcPts val="0"/>
              </a:spcAft>
              <a:buSzPts val="2400"/>
              <a:buNone/>
              <a:defRPr sz="3200"/>
            </a:lvl7pPr>
            <a:lvl8pPr lvl="7" algn="l">
              <a:lnSpc>
                <a:spcPct val="100000"/>
              </a:lnSpc>
              <a:spcBef>
                <a:spcPts val="0"/>
              </a:spcBef>
              <a:spcAft>
                <a:spcPts val="0"/>
              </a:spcAft>
              <a:buSzPts val="2400"/>
              <a:buNone/>
              <a:defRPr sz="3200"/>
            </a:lvl8pPr>
            <a:lvl9pPr lvl="8" algn="l">
              <a:lnSpc>
                <a:spcPct val="100000"/>
              </a:lnSpc>
              <a:spcBef>
                <a:spcPts val="0"/>
              </a:spcBef>
              <a:spcAft>
                <a:spcPts val="0"/>
              </a:spcAft>
              <a:buSzPts val="2400"/>
              <a:buNone/>
              <a:defRPr sz="3200"/>
            </a:lvl9pPr>
          </a:lstStyle>
          <a:p/>
        </p:txBody>
      </p:sp>
      <p:sp>
        <p:nvSpPr>
          <p:cNvPr id="225" name="Google Shape;225;p67"/>
          <p:cNvSpPr txBox="1"/>
          <p:nvPr>
            <p:ph idx="1" type="body"/>
          </p:nvPr>
        </p:nvSpPr>
        <p:spPr>
          <a:xfrm>
            <a:off x="415600" y="1852800"/>
            <a:ext cx="3744000" cy="42392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600"/>
            </a:lvl1pPr>
            <a:lvl2pPr indent="-304800" lvl="1" marL="914400" algn="l">
              <a:lnSpc>
                <a:spcPct val="115000"/>
              </a:lnSpc>
              <a:spcBef>
                <a:spcPts val="0"/>
              </a:spcBef>
              <a:spcAft>
                <a:spcPts val="0"/>
              </a:spcAft>
              <a:buSzPts val="1200"/>
              <a:buChar char="○"/>
              <a:defRPr sz="1600"/>
            </a:lvl2pPr>
            <a:lvl3pPr indent="-304800" lvl="2" marL="1371600" algn="l">
              <a:lnSpc>
                <a:spcPct val="115000"/>
              </a:lnSpc>
              <a:spcBef>
                <a:spcPts val="0"/>
              </a:spcBef>
              <a:spcAft>
                <a:spcPts val="0"/>
              </a:spcAft>
              <a:buSzPts val="1200"/>
              <a:buChar char="■"/>
              <a:defRPr sz="1600"/>
            </a:lvl3pPr>
            <a:lvl4pPr indent="-304800" lvl="3" marL="1828800" algn="l">
              <a:lnSpc>
                <a:spcPct val="115000"/>
              </a:lnSpc>
              <a:spcBef>
                <a:spcPts val="0"/>
              </a:spcBef>
              <a:spcAft>
                <a:spcPts val="0"/>
              </a:spcAft>
              <a:buSzPts val="1200"/>
              <a:buChar char="●"/>
              <a:defRPr sz="1600"/>
            </a:lvl4pPr>
            <a:lvl5pPr indent="-304800" lvl="4" marL="2286000" algn="l">
              <a:lnSpc>
                <a:spcPct val="115000"/>
              </a:lnSpc>
              <a:spcBef>
                <a:spcPts val="0"/>
              </a:spcBef>
              <a:spcAft>
                <a:spcPts val="0"/>
              </a:spcAft>
              <a:buSzPts val="1200"/>
              <a:buChar char="○"/>
              <a:defRPr sz="1600"/>
            </a:lvl5pPr>
            <a:lvl6pPr indent="-304800" lvl="5" marL="2743200" algn="l">
              <a:lnSpc>
                <a:spcPct val="115000"/>
              </a:lnSpc>
              <a:spcBef>
                <a:spcPts val="0"/>
              </a:spcBef>
              <a:spcAft>
                <a:spcPts val="0"/>
              </a:spcAft>
              <a:buSzPts val="1200"/>
              <a:buChar char="■"/>
              <a:defRPr sz="1600"/>
            </a:lvl6pPr>
            <a:lvl7pPr indent="-304800" lvl="6" marL="3200400" algn="l">
              <a:lnSpc>
                <a:spcPct val="115000"/>
              </a:lnSpc>
              <a:spcBef>
                <a:spcPts val="0"/>
              </a:spcBef>
              <a:spcAft>
                <a:spcPts val="0"/>
              </a:spcAft>
              <a:buSzPts val="1200"/>
              <a:buChar char="●"/>
              <a:defRPr sz="1600"/>
            </a:lvl7pPr>
            <a:lvl8pPr indent="-304800" lvl="7" marL="3657600" algn="l">
              <a:lnSpc>
                <a:spcPct val="115000"/>
              </a:lnSpc>
              <a:spcBef>
                <a:spcPts val="0"/>
              </a:spcBef>
              <a:spcAft>
                <a:spcPts val="0"/>
              </a:spcAft>
              <a:buSzPts val="1200"/>
              <a:buChar char="○"/>
              <a:defRPr sz="1600"/>
            </a:lvl8pPr>
            <a:lvl9pPr indent="-304800" lvl="8" marL="4114800" algn="l">
              <a:lnSpc>
                <a:spcPct val="115000"/>
              </a:lnSpc>
              <a:spcBef>
                <a:spcPts val="0"/>
              </a:spcBef>
              <a:spcAft>
                <a:spcPts val="0"/>
              </a:spcAft>
              <a:buSzPts val="1200"/>
              <a:buChar char="■"/>
              <a:defRPr sz="1600"/>
            </a:lvl9pPr>
          </a:lstStyle>
          <a:p/>
        </p:txBody>
      </p:sp>
      <p:sp>
        <p:nvSpPr>
          <p:cNvPr id="226" name="Google Shape;226;p67"/>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chemeClr val="dk2"/>
              </a:buClr>
              <a:buSzPts val="1333"/>
              <a:buFont typeface="Arial"/>
              <a:buNone/>
              <a:defRPr sz="1333">
                <a:solidFill>
                  <a:schemeClr val="dk2"/>
                </a:solidFill>
                <a:latin typeface="Arial"/>
                <a:ea typeface="Arial"/>
                <a:cs typeface="Arial"/>
                <a:sym typeface="Arial"/>
              </a:defRPr>
            </a:lvl1pPr>
            <a:lvl2pPr indent="0" lvl="1" marL="0" algn="r">
              <a:buClr>
                <a:schemeClr val="dk2"/>
              </a:buClr>
              <a:buSzPts val="1333"/>
              <a:buFont typeface="Arial"/>
              <a:buNone/>
              <a:defRPr sz="1333">
                <a:solidFill>
                  <a:schemeClr val="dk2"/>
                </a:solidFill>
                <a:latin typeface="Arial"/>
                <a:ea typeface="Arial"/>
                <a:cs typeface="Arial"/>
                <a:sym typeface="Arial"/>
              </a:defRPr>
            </a:lvl2pPr>
            <a:lvl3pPr indent="0" lvl="2" marL="0" algn="r">
              <a:buClr>
                <a:schemeClr val="dk2"/>
              </a:buClr>
              <a:buSzPts val="1333"/>
              <a:buFont typeface="Arial"/>
              <a:buNone/>
              <a:defRPr sz="1333">
                <a:solidFill>
                  <a:schemeClr val="dk2"/>
                </a:solidFill>
                <a:latin typeface="Arial"/>
                <a:ea typeface="Arial"/>
                <a:cs typeface="Arial"/>
                <a:sym typeface="Arial"/>
              </a:defRPr>
            </a:lvl3pPr>
            <a:lvl4pPr indent="0" lvl="3" marL="0" algn="r">
              <a:buClr>
                <a:schemeClr val="dk2"/>
              </a:buClr>
              <a:buSzPts val="1333"/>
              <a:buFont typeface="Arial"/>
              <a:buNone/>
              <a:defRPr sz="1333">
                <a:solidFill>
                  <a:schemeClr val="dk2"/>
                </a:solidFill>
                <a:latin typeface="Arial"/>
                <a:ea typeface="Arial"/>
                <a:cs typeface="Arial"/>
                <a:sym typeface="Arial"/>
              </a:defRPr>
            </a:lvl4pPr>
            <a:lvl5pPr indent="0" lvl="4" marL="0" algn="r">
              <a:buClr>
                <a:schemeClr val="dk2"/>
              </a:buClr>
              <a:buSzPts val="1333"/>
              <a:buFont typeface="Arial"/>
              <a:buNone/>
              <a:defRPr sz="1333">
                <a:solidFill>
                  <a:schemeClr val="dk2"/>
                </a:solidFill>
                <a:latin typeface="Arial"/>
                <a:ea typeface="Arial"/>
                <a:cs typeface="Arial"/>
                <a:sym typeface="Arial"/>
              </a:defRPr>
            </a:lvl5pPr>
            <a:lvl6pPr indent="0" lvl="5" marL="0" algn="r">
              <a:buClr>
                <a:schemeClr val="dk2"/>
              </a:buClr>
              <a:buSzPts val="1333"/>
              <a:buFont typeface="Arial"/>
              <a:buNone/>
              <a:defRPr sz="1333">
                <a:solidFill>
                  <a:schemeClr val="dk2"/>
                </a:solidFill>
                <a:latin typeface="Arial"/>
                <a:ea typeface="Arial"/>
                <a:cs typeface="Arial"/>
                <a:sym typeface="Arial"/>
              </a:defRPr>
            </a:lvl6pPr>
            <a:lvl7pPr indent="0" lvl="6" marL="0" algn="r">
              <a:buClr>
                <a:schemeClr val="dk2"/>
              </a:buClr>
              <a:buSzPts val="1333"/>
              <a:buFont typeface="Arial"/>
              <a:buNone/>
              <a:defRPr sz="1333">
                <a:solidFill>
                  <a:schemeClr val="dk2"/>
                </a:solidFill>
                <a:latin typeface="Arial"/>
                <a:ea typeface="Arial"/>
                <a:cs typeface="Arial"/>
                <a:sym typeface="Arial"/>
              </a:defRPr>
            </a:lvl7pPr>
            <a:lvl8pPr indent="0" lvl="7" marL="0" algn="r">
              <a:buClr>
                <a:schemeClr val="dk2"/>
              </a:buClr>
              <a:buSzPts val="1333"/>
              <a:buFont typeface="Arial"/>
              <a:buNone/>
              <a:defRPr sz="1333">
                <a:solidFill>
                  <a:schemeClr val="dk2"/>
                </a:solidFill>
                <a:latin typeface="Arial"/>
                <a:ea typeface="Arial"/>
                <a:cs typeface="Arial"/>
                <a:sym typeface="Arial"/>
              </a:defRPr>
            </a:lvl8pPr>
            <a:lvl9pPr indent="0" lvl="8" marL="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227" name="Shape 227"/>
        <p:cNvGrpSpPr/>
        <p:nvPr/>
      </p:nvGrpSpPr>
      <p:grpSpPr>
        <a:xfrm>
          <a:off x="0" y="0"/>
          <a:ext cx="0" cy="0"/>
          <a:chOff x="0" y="0"/>
          <a:chExt cx="0" cy="0"/>
        </a:xfrm>
      </p:grpSpPr>
      <p:sp>
        <p:nvSpPr>
          <p:cNvPr id="228" name="Google Shape;228;p68"/>
          <p:cNvSpPr txBox="1"/>
          <p:nvPr>
            <p:ph type="title"/>
          </p:nvPr>
        </p:nvSpPr>
        <p:spPr>
          <a:xfrm>
            <a:off x="653667" y="600200"/>
            <a:ext cx="8490400" cy="54544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6400"/>
            </a:lvl1pPr>
            <a:lvl2pPr lvl="1" algn="l">
              <a:lnSpc>
                <a:spcPct val="100000"/>
              </a:lnSpc>
              <a:spcBef>
                <a:spcPts val="0"/>
              </a:spcBef>
              <a:spcAft>
                <a:spcPts val="0"/>
              </a:spcAft>
              <a:buSzPts val="4800"/>
              <a:buNone/>
              <a:defRPr sz="6400"/>
            </a:lvl2pPr>
            <a:lvl3pPr lvl="2" algn="l">
              <a:lnSpc>
                <a:spcPct val="100000"/>
              </a:lnSpc>
              <a:spcBef>
                <a:spcPts val="0"/>
              </a:spcBef>
              <a:spcAft>
                <a:spcPts val="0"/>
              </a:spcAft>
              <a:buSzPts val="4800"/>
              <a:buNone/>
              <a:defRPr sz="6400"/>
            </a:lvl3pPr>
            <a:lvl4pPr lvl="3" algn="l">
              <a:lnSpc>
                <a:spcPct val="100000"/>
              </a:lnSpc>
              <a:spcBef>
                <a:spcPts val="0"/>
              </a:spcBef>
              <a:spcAft>
                <a:spcPts val="0"/>
              </a:spcAft>
              <a:buSzPts val="4800"/>
              <a:buNone/>
              <a:defRPr sz="6400"/>
            </a:lvl4pPr>
            <a:lvl5pPr lvl="4" algn="l">
              <a:lnSpc>
                <a:spcPct val="100000"/>
              </a:lnSpc>
              <a:spcBef>
                <a:spcPts val="0"/>
              </a:spcBef>
              <a:spcAft>
                <a:spcPts val="0"/>
              </a:spcAft>
              <a:buSzPts val="4800"/>
              <a:buNone/>
              <a:defRPr sz="6400"/>
            </a:lvl5pPr>
            <a:lvl6pPr lvl="5" algn="l">
              <a:lnSpc>
                <a:spcPct val="100000"/>
              </a:lnSpc>
              <a:spcBef>
                <a:spcPts val="0"/>
              </a:spcBef>
              <a:spcAft>
                <a:spcPts val="0"/>
              </a:spcAft>
              <a:buSzPts val="4800"/>
              <a:buNone/>
              <a:defRPr sz="6400"/>
            </a:lvl6pPr>
            <a:lvl7pPr lvl="6" algn="l">
              <a:lnSpc>
                <a:spcPct val="100000"/>
              </a:lnSpc>
              <a:spcBef>
                <a:spcPts val="0"/>
              </a:spcBef>
              <a:spcAft>
                <a:spcPts val="0"/>
              </a:spcAft>
              <a:buSzPts val="4800"/>
              <a:buNone/>
              <a:defRPr sz="6400"/>
            </a:lvl7pPr>
            <a:lvl8pPr lvl="7" algn="l">
              <a:lnSpc>
                <a:spcPct val="100000"/>
              </a:lnSpc>
              <a:spcBef>
                <a:spcPts val="0"/>
              </a:spcBef>
              <a:spcAft>
                <a:spcPts val="0"/>
              </a:spcAft>
              <a:buSzPts val="4800"/>
              <a:buNone/>
              <a:defRPr sz="6400"/>
            </a:lvl8pPr>
            <a:lvl9pPr lvl="8" algn="l">
              <a:lnSpc>
                <a:spcPct val="100000"/>
              </a:lnSpc>
              <a:spcBef>
                <a:spcPts val="0"/>
              </a:spcBef>
              <a:spcAft>
                <a:spcPts val="0"/>
              </a:spcAft>
              <a:buSzPts val="4800"/>
              <a:buNone/>
              <a:defRPr sz="6400"/>
            </a:lvl9pPr>
          </a:lstStyle>
          <a:p/>
        </p:txBody>
      </p:sp>
      <p:sp>
        <p:nvSpPr>
          <p:cNvPr id="229" name="Google Shape;229;p68"/>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chemeClr val="dk2"/>
              </a:buClr>
              <a:buSzPts val="1333"/>
              <a:buFont typeface="Arial"/>
              <a:buNone/>
              <a:defRPr sz="1333">
                <a:solidFill>
                  <a:schemeClr val="dk2"/>
                </a:solidFill>
                <a:latin typeface="Arial"/>
                <a:ea typeface="Arial"/>
                <a:cs typeface="Arial"/>
                <a:sym typeface="Arial"/>
              </a:defRPr>
            </a:lvl1pPr>
            <a:lvl2pPr indent="0" lvl="1" marL="0" algn="r">
              <a:buClr>
                <a:schemeClr val="dk2"/>
              </a:buClr>
              <a:buSzPts val="1333"/>
              <a:buFont typeface="Arial"/>
              <a:buNone/>
              <a:defRPr sz="1333">
                <a:solidFill>
                  <a:schemeClr val="dk2"/>
                </a:solidFill>
                <a:latin typeface="Arial"/>
                <a:ea typeface="Arial"/>
                <a:cs typeface="Arial"/>
                <a:sym typeface="Arial"/>
              </a:defRPr>
            </a:lvl2pPr>
            <a:lvl3pPr indent="0" lvl="2" marL="0" algn="r">
              <a:buClr>
                <a:schemeClr val="dk2"/>
              </a:buClr>
              <a:buSzPts val="1333"/>
              <a:buFont typeface="Arial"/>
              <a:buNone/>
              <a:defRPr sz="1333">
                <a:solidFill>
                  <a:schemeClr val="dk2"/>
                </a:solidFill>
                <a:latin typeface="Arial"/>
                <a:ea typeface="Arial"/>
                <a:cs typeface="Arial"/>
                <a:sym typeface="Arial"/>
              </a:defRPr>
            </a:lvl3pPr>
            <a:lvl4pPr indent="0" lvl="3" marL="0" algn="r">
              <a:buClr>
                <a:schemeClr val="dk2"/>
              </a:buClr>
              <a:buSzPts val="1333"/>
              <a:buFont typeface="Arial"/>
              <a:buNone/>
              <a:defRPr sz="1333">
                <a:solidFill>
                  <a:schemeClr val="dk2"/>
                </a:solidFill>
                <a:latin typeface="Arial"/>
                <a:ea typeface="Arial"/>
                <a:cs typeface="Arial"/>
                <a:sym typeface="Arial"/>
              </a:defRPr>
            </a:lvl4pPr>
            <a:lvl5pPr indent="0" lvl="4" marL="0" algn="r">
              <a:buClr>
                <a:schemeClr val="dk2"/>
              </a:buClr>
              <a:buSzPts val="1333"/>
              <a:buFont typeface="Arial"/>
              <a:buNone/>
              <a:defRPr sz="1333">
                <a:solidFill>
                  <a:schemeClr val="dk2"/>
                </a:solidFill>
                <a:latin typeface="Arial"/>
                <a:ea typeface="Arial"/>
                <a:cs typeface="Arial"/>
                <a:sym typeface="Arial"/>
              </a:defRPr>
            </a:lvl5pPr>
            <a:lvl6pPr indent="0" lvl="5" marL="0" algn="r">
              <a:buClr>
                <a:schemeClr val="dk2"/>
              </a:buClr>
              <a:buSzPts val="1333"/>
              <a:buFont typeface="Arial"/>
              <a:buNone/>
              <a:defRPr sz="1333">
                <a:solidFill>
                  <a:schemeClr val="dk2"/>
                </a:solidFill>
                <a:latin typeface="Arial"/>
                <a:ea typeface="Arial"/>
                <a:cs typeface="Arial"/>
                <a:sym typeface="Arial"/>
              </a:defRPr>
            </a:lvl6pPr>
            <a:lvl7pPr indent="0" lvl="6" marL="0" algn="r">
              <a:buClr>
                <a:schemeClr val="dk2"/>
              </a:buClr>
              <a:buSzPts val="1333"/>
              <a:buFont typeface="Arial"/>
              <a:buNone/>
              <a:defRPr sz="1333">
                <a:solidFill>
                  <a:schemeClr val="dk2"/>
                </a:solidFill>
                <a:latin typeface="Arial"/>
                <a:ea typeface="Arial"/>
                <a:cs typeface="Arial"/>
                <a:sym typeface="Arial"/>
              </a:defRPr>
            </a:lvl7pPr>
            <a:lvl8pPr indent="0" lvl="7" marL="0" algn="r">
              <a:buClr>
                <a:schemeClr val="dk2"/>
              </a:buClr>
              <a:buSzPts val="1333"/>
              <a:buFont typeface="Arial"/>
              <a:buNone/>
              <a:defRPr sz="1333">
                <a:solidFill>
                  <a:schemeClr val="dk2"/>
                </a:solidFill>
                <a:latin typeface="Arial"/>
                <a:ea typeface="Arial"/>
                <a:cs typeface="Arial"/>
                <a:sym typeface="Arial"/>
              </a:defRPr>
            </a:lvl8pPr>
            <a:lvl9pPr indent="0" lvl="8" marL="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230" name="Shape 230"/>
        <p:cNvGrpSpPr/>
        <p:nvPr/>
      </p:nvGrpSpPr>
      <p:grpSpPr>
        <a:xfrm>
          <a:off x="0" y="0"/>
          <a:ext cx="0" cy="0"/>
          <a:chOff x="0" y="0"/>
          <a:chExt cx="0" cy="0"/>
        </a:xfrm>
      </p:grpSpPr>
      <p:sp>
        <p:nvSpPr>
          <p:cNvPr id="231" name="Google Shape;231;p69"/>
          <p:cNvSpPr/>
          <p:nvPr/>
        </p:nvSpPr>
        <p:spPr>
          <a:xfrm>
            <a:off x="6096000" y="-167"/>
            <a:ext cx="6096000" cy="6858000"/>
          </a:xfrm>
          <a:prstGeom prst="rect">
            <a:avLst/>
          </a:prstGeom>
          <a:solidFill>
            <a:schemeClr val="lt2"/>
          </a:solidFill>
          <a:ln>
            <a:noFill/>
          </a:ln>
        </p:spPr>
        <p:txBody>
          <a:bodyPr anchorCtr="0" anchor="ctr" bIns="121900" lIns="121900" spcFirstLastPara="1" rIns="121900" wrap="square" tIns="121900">
            <a:noAutofit/>
          </a:bodyPr>
          <a:lstStyle/>
          <a:p>
            <a:pPr indent="0" lvl="0" marL="0" marR="0" rtl="0" algn="l">
              <a:spcBef>
                <a:spcPts val="0"/>
              </a:spcBef>
              <a:spcAft>
                <a:spcPts val="0"/>
              </a:spcAft>
              <a:buClr>
                <a:schemeClr val="dk1"/>
              </a:buClr>
              <a:buSzPts val="2400"/>
              <a:buFont typeface="Arial"/>
              <a:buNone/>
            </a:pPr>
            <a:r>
              <a:t/>
            </a:r>
            <a:endParaRPr sz="2400">
              <a:solidFill>
                <a:schemeClr val="dk1"/>
              </a:solidFill>
              <a:latin typeface="Arial"/>
              <a:ea typeface="Arial"/>
              <a:cs typeface="Arial"/>
              <a:sym typeface="Arial"/>
            </a:endParaRPr>
          </a:p>
        </p:txBody>
      </p:sp>
      <p:sp>
        <p:nvSpPr>
          <p:cNvPr id="232" name="Google Shape;232;p69"/>
          <p:cNvSpPr txBox="1"/>
          <p:nvPr>
            <p:ph type="title"/>
          </p:nvPr>
        </p:nvSpPr>
        <p:spPr>
          <a:xfrm>
            <a:off x="354000" y="1644233"/>
            <a:ext cx="5393600" cy="19764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5600"/>
            </a:lvl1pPr>
            <a:lvl2pPr lvl="1" algn="ctr">
              <a:lnSpc>
                <a:spcPct val="100000"/>
              </a:lnSpc>
              <a:spcBef>
                <a:spcPts val="0"/>
              </a:spcBef>
              <a:spcAft>
                <a:spcPts val="0"/>
              </a:spcAft>
              <a:buSzPts val="4200"/>
              <a:buNone/>
              <a:defRPr sz="5600"/>
            </a:lvl2pPr>
            <a:lvl3pPr lvl="2" algn="ctr">
              <a:lnSpc>
                <a:spcPct val="100000"/>
              </a:lnSpc>
              <a:spcBef>
                <a:spcPts val="0"/>
              </a:spcBef>
              <a:spcAft>
                <a:spcPts val="0"/>
              </a:spcAft>
              <a:buSzPts val="4200"/>
              <a:buNone/>
              <a:defRPr sz="5600"/>
            </a:lvl3pPr>
            <a:lvl4pPr lvl="3" algn="ctr">
              <a:lnSpc>
                <a:spcPct val="100000"/>
              </a:lnSpc>
              <a:spcBef>
                <a:spcPts val="0"/>
              </a:spcBef>
              <a:spcAft>
                <a:spcPts val="0"/>
              </a:spcAft>
              <a:buSzPts val="4200"/>
              <a:buNone/>
              <a:defRPr sz="5600"/>
            </a:lvl4pPr>
            <a:lvl5pPr lvl="4" algn="ctr">
              <a:lnSpc>
                <a:spcPct val="100000"/>
              </a:lnSpc>
              <a:spcBef>
                <a:spcPts val="0"/>
              </a:spcBef>
              <a:spcAft>
                <a:spcPts val="0"/>
              </a:spcAft>
              <a:buSzPts val="4200"/>
              <a:buNone/>
              <a:defRPr sz="5600"/>
            </a:lvl5pPr>
            <a:lvl6pPr lvl="5" algn="ctr">
              <a:lnSpc>
                <a:spcPct val="100000"/>
              </a:lnSpc>
              <a:spcBef>
                <a:spcPts val="0"/>
              </a:spcBef>
              <a:spcAft>
                <a:spcPts val="0"/>
              </a:spcAft>
              <a:buSzPts val="4200"/>
              <a:buNone/>
              <a:defRPr sz="5600"/>
            </a:lvl6pPr>
            <a:lvl7pPr lvl="6" algn="ctr">
              <a:lnSpc>
                <a:spcPct val="100000"/>
              </a:lnSpc>
              <a:spcBef>
                <a:spcPts val="0"/>
              </a:spcBef>
              <a:spcAft>
                <a:spcPts val="0"/>
              </a:spcAft>
              <a:buSzPts val="4200"/>
              <a:buNone/>
              <a:defRPr sz="5600"/>
            </a:lvl7pPr>
            <a:lvl8pPr lvl="7" algn="ctr">
              <a:lnSpc>
                <a:spcPct val="100000"/>
              </a:lnSpc>
              <a:spcBef>
                <a:spcPts val="0"/>
              </a:spcBef>
              <a:spcAft>
                <a:spcPts val="0"/>
              </a:spcAft>
              <a:buSzPts val="4200"/>
              <a:buNone/>
              <a:defRPr sz="5600"/>
            </a:lvl8pPr>
            <a:lvl9pPr lvl="8" algn="ctr">
              <a:lnSpc>
                <a:spcPct val="100000"/>
              </a:lnSpc>
              <a:spcBef>
                <a:spcPts val="0"/>
              </a:spcBef>
              <a:spcAft>
                <a:spcPts val="0"/>
              </a:spcAft>
              <a:buSzPts val="4200"/>
              <a:buNone/>
              <a:defRPr sz="5600"/>
            </a:lvl9pPr>
          </a:lstStyle>
          <a:p/>
        </p:txBody>
      </p:sp>
      <p:sp>
        <p:nvSpPr>
          <p:cNvPr id="233" name="Google Shape;233;p69"/>
          <p:cNvSpPr txBox="1"/>
          <p:nvPr>
            <p:ph idx="1" type="subTitle"/>
          </p:nvPr>
        </p:nvSpPr>
        <p:spPr>
          <a:xfrm>
            <a:off x="354000" y="3737433"/>
            <a:ext cx="5393600" cy="16468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800"/>
            </a:lvl1pPr>
            <a:lvl2pPr lvl="1" algn="ctr">
              <a:lnSpc>
                <a:spcPct val="100000"/>
              </a:lnSpc>
              <a:spcBef>
                <a:spcPts val="0"/>
              </a:spcBef>
              <a:spcAft>
                <a:spcPts val="0"/>
              </a:spcAft>
              <a:buSzPts val="2100"/>
              <a:buNone/>
              <a:defRPr sz="2800"/>
            </a:lvl2pPr>
            <a:lvl3pPr lvl="2" algn="ctr">
              <a:lnSpc>
                <a:spcPct val="100000"/>
              </a:lnSpc>
              <a:spcBef>
                <a:spcPts val="0"/>
              </a:spcBef>
              <a:spcAft>
                <a:spcPts val="0"/>
              </a:spcAft>
              <a:buSzPts val="2100"/>
              <a:buNone/>
              <a:defRPr sz="2800"/>
            </a:lvl3pPr>
            <a:lvl4pPr lvl="3" algn="ctr">
              <a:lnSpc>
                <a:spcPct val="100000"/>
              </a:lnSpc>
              <a:spcBef>
                <a:spcPts val="0"/>
              </a:spcBef>
              <a:spcAft>
                <a:spcPts val="0"/>
              </a:spcAft>
              <a:buSzPts val="2100"/>
              <a:buNone/>
              <a:defRPr sz="2800"/>
            </a:lvl4pPr>
            <a:lvl5pPr lvl="4" algn="ctr">
              <a:lnSpc>
                <a:spcPct val="100000"/>
              </a:lnSpc>
              <a:spcBef>
                <a:spcPts val="0"/>
              </a:spcBef>
              <a:spcAft>
                <a:spcPts val="0"/>
              </a:spcAft>
              <a:buSzPts val="2100"/>
              <a:buNone/>
              <a:defRPr sz="2800"/>
            </a:lvl5pPr>
            <a:lvl6pPr lvl="5" algn="ctr">
              <a:lnSpc>
                <a:spcPct val="100000"/>
              </a:lnSpc>
              <a:spcBef>
                <a:spcPts val="0"/>
              </a:spcBef>
              <a:spcAft>
                <a:spcPts val="0"/>
              </a:spcAft>
              <a:buSzPts val="2100"/>
              <a:buNone/>
              <a:defRPr sz="2800"/>
            </a:lvl6pPr>
            <a:lvl7pPr lvl="6" algn="ctr">
              <a:lnSpc>
                <a:spcPct val="100000"/>
              </a:lnSpc>
              <a:spcBef>
                <a:spcPts val="0"/>
              </a:spcBef>
              <a:spcAft>
                <a:spcPts val="0"/>
              </a:spcAft>
              <a:buSzPts val="2100"/>
              <a:buNone/>
              <a:defRPr sz="2800"/>
            </a:lvl7pPr>
            <a:lvl8pPr lvl="7" algn="ctr">
              <a:lnSpc>
                <a:spcPct val="100000"/>
              </a:lnSpc>
              <a:spcBef>
                <a:spcPts val="0"/>
              </a:spcBef>
              <a:spcAft>
                <a:spcPts val="0"/>
              </a:spcAft>
              <a:buSzPts val="2100"/>
              <a:buNone/>
              <a:defRPr sz="2800"/>
            </a:lvl8pPr>
            <a:lvl9pPr lvl="8" algn="ctr">
              <a:lnSpc>
                <a:spcPct val="100000"/>
              </a:lnSpc>
              <a:spcBef>
                <a:spcPts val="0"/>
              </a:spcBef>
              <a:spcAft>
                <a:spcPts val="0"/>
              </a:spcAft>
              <a:buSzPts val="2100"/>
              <a:buNone/>
              <a:defRPr sz="2800"/>
            </a:lvl9pPr>
          </a:lstStyle>
          <a:p/>
        </p:txBody>
      </p:sp>
      <p:sp>
        <p:nvSpPr>
          <p:cNvPr id="234" name="Google Shape;234;p69"/>
          <p:cNvSpPr txBox="1"/>
          <p:nvPr>
            <p:ph idx="2" type="body"/>
          </p:nvPr>
        </p:nvSpPr>
        <p:spPr>
          <a:xfrm>
            <a:off x="6586000" y="965433"/>
            <a:ext cx="5116000" cy="49268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35" name="Google Shape;235;p69"/>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chemeClr val="dk2"/>
              </a:buClr>
              <a:buSzPts val="1333"/>
              <a:buFont typeface="Arial"/>
              <a:buNone/>
              <a:defRPr sz="1333">
                <a:solidFill>
                  <a:schemeClr val="dk2"/>
                </a:solidFill>
                <a:latin typeface="Arial"/>
                <a:ea typeface="Arial"/>
                <a:cs typeface="Arial"/>
                <a:sym typeface="Arial"/>
              </a:defRPr>
            </a:lvl1pPr>
            <a:lvl2pPr indent="0" lvl="1" marL="0" algn="r">
              <a:buClr>
                <a:schemeClr val="dk2"/>
              </a:buClr>
              <a:buSzPts val="1333"/>
              <a:buFont typeface="Arial"/>
              <a:buNone/>
              <a:defRPr sz="1333">
                <a:solidFill>
                  <a:schemeClr val="dk2"/>
                </a:solidFill>
                <a:latin typeface="Arial"/>
                <a:ea typeface="Arial"/>
                <a:cs typeface="Arial"/>
                <a:sym typeface="Arial"/>
              </a:defRPr>
            </a:lvl2pPr>
            <a:lvl3pPr indent="0" lvl="2" marL="0" algn="r">
              <a:buClr>
                <a:schemeClr val="dk2"/>
              </a:buClr>
              <a:buSzPts val="1333"/>
              <a:buFont typeface="Arial"/>
              <a:buNone/>
              <a:defRPr sz="1333">
                <a:solidFill>
                  <a:schemeClr val="dk2"/>
                </a:solidFill>
                <a:latin typeface="Arial"/>
                <a:ea typeface="Arial"/>
                <a:cs typeface="Arial"/>
                <a:sym typeface="Arial"/>
              </a:defRPr>
            </a:lvl3pPr>
            <a:lvl4pPr indent="0" lvl="3" marL="0" algn="r">
              <a:buClr>
                <a:schemeClr val="dk2"/>
              </a:buClr>
              <a:buSzPts val="1333"/>
              <a:buFont typeface="Arial"/>
              <a:buNone/>
              <a:defRPr sz="1333">
                <a:solidFill>
                  <a:schemeClr val="dk2"/>
                </a:solidFill>
                <a:latin typeface="Arial"/>
                <a:ea typeface="Arial"/>
                <a:cs typeface="Arial"/>
                <a:sym typeface="Arial"/>
              </a:defRPr>
            </a:lvl4pPr>
            <a:lvl5pPr indent="0" lvl="4" marL="0" algn="r">
              <a:buClr>
                <a:schemeClr val="dk2"/>
              </a:buClr>
              <a:buSzPts val="1333"/>
              <a:buFont typeface="Arial"/>
              <a:buNone/>
              <a:defRPr sz="1333">
                <a:solidFill>
                  <a:schemeClr val="dk2"/>
                </a:solidFill>
                <a:latin typeface="Arial"/>
                <a:ea typeface="Arial"/>
                <a:cs typeface="Arial"/>
                <a:sym typeface="Arial"/>
              </a:defRPr>
            </a:lvl5pPr>
            <a:lvl6pPr indent="0" lvl="5" marL="0" algn="r">
              <a:buClr>
                <a:schemeClr val="dk2"/>
              </a:buClr>
              <a:buSzPts val="1333"/>
              <a:buFont typeface="Arial"/>
              <a:buNone/>
              <a:defRPr sz="1333">
                <a:solidFill>
                  <a:schemeClr val="dk2"/>
                </a:solidFill>
                <a:latin typeface="Arial"/>
                <a:ea typeface="Arial"/>
                <a:cs typeface="Arial"/>
                <a:sym typeface="Arial"/>
              </a:defRPr>
            </a:lvl6pPr>
            <a:lvl7pPr indent="0" lvl="6" marL="0" algn="r">
              <a:buClr>
                <a:schemeClr val="dk2"/>
              </a:buClr>
              <a:buSzPts val="1333"/>
              <a:buFont typeface="Arial"/>
              <a:buNone/>
              <a:defRPr sz="1333">
                <a:solidFill>
                  <a:schemeClr val="dk2"/>
                </a:solidFill>
                <a:latin typeface="Arial"/>
                <a:ea typeface="Arial"/>
                <a:cs typeface="Arial"/>
                <a:sym typeface="Arial"/>
              </a:defRPr>
            </a:lvl7pPr>
            <a:lvl8pPr indent="0" lvl="7" marL="0" algn="r">
              <a:buClr>
                <a:schemeClr val="dk2"/>
              </a:buClr>
              <a:buSzPts val="1333"/>
              <a:buFont typeface="Arial"/>
              <a:buNone/>
              <a:defRPr sz="1333">
                <a:solidFill>
                  <a:schemeClr val="dk2"/>
                </a:solidFill>
                <a:latin typeface="Arial"/>
                <a:ea typeface="Arial"/>
                <a:cs typeface="Arial"/>
                <a:sym typeface="Arial"/>
              </a:defRPr>
            </a:lvl8pPr>
            <a:lvl9pPr indent="0" lvl="8" marL="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236" name="Shape 236"/>
        <p:cNvGrpSpPr/>
        <p:nvPr/>
      </p:nvGrpSpPr>
      <p:grpSpPr>
        <a:xfrm>
          <a:off x="0" y="0"/>
          <a:ext cx="0" cy="0"/>
          <a:chOff x="0" y="0"/>
          <a:chExt cx="0" cy="0"/>
        </a:xfrm>
      </p:grpSpPr>
      <p:sp>
        <p:nvSpPr>
          <p:cNvPr id="237" name="Google Shape;237;p70"/>
          <p:cNvSpPr txBox="1"/>
          <p:nvPr>
            <p:ph idx="1" type="body"/>
          </p:nvPr>
        </p:nvSpPr>
        <p:spPr>
          <a:xfrm>
            <a:off x="415600" y="5640767"/>
            <a:ext cx="7998400" cy="8068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38" name="Google Shape;238;p70"/>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chemeClr val="dk2"/>
              </a:buClr>
              <a:buSzPts val="1333"/>
              <a:buFont typeface="Arial"/>
              <a:buNone/>
              <a:defRPr sz="1333">
                <a:solidFill>
                  <a:schemeClr val="dk2"/>
                </a:solidFill>
                <a:latin typeface="Arial"/>
                <a:ea typeface="Arial"/>
                <a:cs typeface="Arial"/>
                <a:sym typeface="Arial"/>
              </a:defRPr>
            </a:lvl1pPr>
            <a:lvl2pPr indent="0" lvl="1" marL="0" algn="r">
              <a:buClr>
                <a:schemeClr val="dk2"/>
              </a:buClr>
              <a:buSzPts val="1333"/>
              <a:buFont typeface="Arial"/>
              <a:buNone/>
              <a:defRPr sz="1333">
                <a:solidFill>
                  <a:schemeClr val="dk2"/>
                </a:solidFill>
                <a:latin typeface="Arial"/>
                <a:ea typeface="Arial"/>
                <a:cs typeface="Arial"/>
                <a:sym typeface="Arial"/>
              </a:defRPr>
            </a:lvl2pPr>
            <a:lvl3pPr indent="0" lvl="2" marL="0" algn="r">
              <a:buClr>
                <a:schemeClr val="dk2"/>
              </a:buClr>
              <a:buSzPts val="1333"/>
              <a:buFont typeface="Arial"/>
              <a:buNone/>
              <a:defRPr sz="1333">
                <a:solidFill>
                  <a:schemeClr val="dk2"/>
                </a:solidFill>
                <a:latin typeface="Arial"/>
                <a:ea typeface="Arial"/>
                <a:cs typeface="Arial"/>
                <a:sym typeface="Arial"/>
              </a:defRPr>
            </a:lvl3pPr>
            <a:lvl4pPr indent="0" lvl="3" marL="0" algn="r">
              <a:buClr>
                <a:schemeClr val="dk2"/>
              </a:buClr>
              <a:buSzPts val="1333"/>
              <a:buFont typeface="Arial"/>
              <a:buNone/>
              <a:defRPr sz="1333">
                <a:solidFill>
                  <a:schemeClr val="dk2"/>
                </a:solidFill>
                <a:latin typeface="Arial"/>
                <a:ea typeface="Arial"/>
                <a:cs typeface="Arial"/>
                <a:sym typeface="Arial"/>
              </a:defRPr>
            </a:lvl4pPr>
            <a:lvl5pPr indent="0" lvl="4" marL="0" algn="r">
              <a:buClr>
                <a:schemeClr val="dk2"/>
              </a:buClr>
              <a:buSzPts val="1333"/>
              <a:buFont typeface="Arial"/>
              <a:buNone/>
              <a:defRPr sz="1333">
                <a:solidFill>
                  <a:schemeClr val="dk2"/>
                </a:solidFill>
                <a:latin typeface="Arial"/>
                <a:ea typeface="Arial"/>
                <a:cs typeface="Arial"/>
                <a:sym typeface="Arial"/>
              </a:defRPr>
            </a:lvl5pPr>
            <a:lvl6pPr indent="0" lvl="5" marL="0" algn="r">
              <a:buClr>
                <a:schemeClr val="dk2"/>
              </a:buClr>
              <a:buSzPts val="1333"/>
              <a:buFont typeface="Arial"/>
              <a:buNone/>
              <a:defRPr sz="1333">
                <a:solidFill>
                  <a:schemeClr val="dk2"/>
                </a:solidFill>
                <a:latin typeface="Arial"/>
                <a:ea typeface="Arial"/>
                <a:cs typeface="Arial"/>
                <a:sym typeface="Arial"/>
              </a:defRPr>
            </a:lvl6pPr>
            <a:lvl7pPr indent="0" lvl="6" marL="0" algn="r">
              <a:buClr>
                <a:schemeClr val="dk2"/>
              </a:buClr>
              <a:buSzPts val="1333"/>
              <a:buFont typeface="Arial"/>
              <a:buNone/>
              <a:defRPr sz="1333">
                <a:solidFill>
                  <a:schemeClr val="dk2"/>
                </a:solidFill>
                <a:latin typeface="Arial"/>
                <a:ea typeface="Arial"/>
                <a:cs typeface="Arial"/>
                <a:sym typeface="Arial"/>
              </a:defRPr>
            </a:lvl7pPr>
            <a:lvl8pPr indent="0" lvl="7" marL="0" algn="r">
              <a:buClr>
                <a:schemeClr val="dk2"/>
              </a:buClr>
              <a:buSzPts val="1333"/>
              <a:buFont typeface="Arial"/>
              <a:buNone/>
              <a:defRPr sz="1333">
                <a:solidFill>
                  <a:schemeClr val="dk2"/>
                </a:solidFill>
                <a:latin typeface="Arial"/>
                <a:ea typeface="Arial"/>
                <a:cs typeface="Arial"/>
                <a:sym typeface="Arial"/>
              </a:defRPr>
            </a:lvl8pPr>
            <a:lvl9pPr indent="0" lvl="8" marL="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239" name="Shape 239"/>
        <p:cNvGrpSpPr/>
        <p:nvPr/>
      </p:nvGrpSpPr>
      <p:grpSpPr>
        <a:xfrm>
          <a:off x="0" y="0"/>
          <a:ext cx="0" cy="0"/>
          <a:chOff x="0" y="0"/>
          <a:chExt cx="0" cy="0"/>
        </a:xfrm>
      </p:grpSpPr>
      <p:sp>
        <p:nvSpPr>
          <p:cNvPr id="240" name="Google Shape;240;p71"/>
          <p:cNvSpPr txBox="1"/>
          <p:nvPr>
            <p:ph type="title"/>
          </p:nvPr>
        </p:nvSpPr>
        <p:spPr>
          <a:xfrm>
            <a:off x="415600" y="1474833"/>
            <a:ext cx="11360800" cy="26180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6000"/>
            </a:lvl1pPr>
            <a:lvl2pPr lvl="1" algn="ctr">
              <a:lnSpc>
                <a:spcPct val="100000"/>
              </a:lnSpc>
              <a:spcBef>
                <a:spcPts val="0"/>
              </a:spcBef>
              <a:spcAft>
                <a:spcPts val="0"/>
              </a:spcAft>
              <a:buSzPts val="12000"/>
              <a:buNone/>
              <a:defRPr sz="16000"/>
            </a:lvl2pPr>
            <a:lvl3pPr lvl="2" algn="ctr">
              <a:lnSpc>
                <a:spcPct val="100000"/>
              </a:lnSpc>
              <a:spcBef>
                <a:spcPts val="0"/>
              </a:spcBef>
              <a:spcAft>
                <a:spcPts val="0"/>
              </a:spcAft>
              <a:buSzPts val="12000"/>
              <a:buNone/>
              <a:defRPr sz="16000"/>
            </a:lvl3pPr>
            <a:lvl4pPr lvl="3" algn="ctr">
              <a:lnSpc>
                <a:spcPct val="100000"/>
              </a:lnSpc>
              <a:spcBef>
                <a:spcPts val="0"/>
              </a:spcBef>
              <a:spcAft>
                <a:spcPts val="0"/>
              </a:spcAft>
              <a:buSzPts val="12000"/>
              <a:buNone/>
              <a:defRPr sz="16000"/>
            </a:lvl4pPr>
            <a:lvl5pPr lvl="4" algn="ctr">
              <a:lnSpc>
                <a:spcPct val="100000"/>
              </a:lnSpc>
              <a:spcBef>
                <a:spcPts val="0"/>
              </a:spcBef>
              <a:spcAft>
                <a:spcPts val="0"/>
              </a:spcAft>
              <a:buSzPts val="12000"/>
              <a:buNone/>
              <a:defRPr sz="16000"/>
            </a:lvl5pPr>
            <a:lvl6pPr lvl="5" algn="ctr">
              <a:lnSpc>
                <a:spcPct val="100000"/>
              </a:lnSpc>
              <a:spcBef>
                <a:spcPts val="0"/>
              </a:spcBef>
              <a:spcAft>
                <a:spcPts val="0"/>
              </a:spcAft>
              <a:buSzPts val="12000"/>
              <a:buNone/>
              <a:defRPr sz="16000"/>
            </a:lvl6pPr>
            <a:lvl7pPr lvl="6" algn="ctr">
              <a:lnSpc>
                <a:spcPct val="100000"/>
              </a:lnSpc>
              <a:spcBef>
                <a:spcPts val="0"/>
              </a:spcBef>
              <a:spcAft>
                <a:spcPts val="0"/>
              </a:spcAft>
              <a:buSzPts val="12000"/>
              <a:buNone/>
              <a:defRPr sz="16000"/>
            </a:lvl7pPr>
            <a:lvl8pPr lvl="7" algn="ctr">
              <a:lnSpc>
                <a:spcPct val="100000"/>
              </a:lnSpc>
              <a:spcBef>
                <a:spcPts val="0"/>
              </a:spcBef>
              <a:spcAft>
                <a:spcPts val="0"/>
              </a:spcAft>
              <a:buSzPts val="12000"/>
              <a:buNone/>
              <a:defRPr sz="16000"/>
            </a:lvl8pPr>
            <a:lvl9pPr lvl="8" algn="ctr">
              <a:lnSpc>
                <a:spcPct val="100000"/>
              </a:lnSpc>
              <a:spcBef>
                <a:spcPts val="0"/>
              </a:spcBef>
              <a:spcAft>
                <a:spcPts val="0"/>
              </a:spcAft>
              <a:buSzPts val="12000"/>
              <a:buNone/>
              <a:defRPr sz="16000"/>
            </a:lvl9pPr>
          </a:lstStyle>
          <a:p/>
        </p:txBody>
      </p:sp>
      <p:sp>
        <p:nvSpPr>
          <p:cNvPr id="241" name="Google Shape;241;p71"/>
          <p:cNvSpPr txBox="1"/>
          <p:nvPr>
            <p:ph idx="1" type="body"/>
          </p:nvPr>
        </p:nvSpPr>
        <p:spPr>
          <a:xfrm>
            <a:off x="415600" y="4202967"/>
            <a:ext cx="11360800" cy="17344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242" name="Google Shape;242;p71"/>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chemeClr val="dk2"/>
              </a:buClr>
              <a:buSzPts val="1333"/>
              <a:buFont typeface="Arial"/>
              <a:buNone/>
              <a:defRPr sz="1333">
                <a:solidFill>
                  <a:schemeClr val="dk2"/>
                </a:solidFill>
                <a:latin typeface="Arial"/>
                <a:ea typeface="Arial"/>
                <a:cs typeface="Arial"/>
                <a:sym typeface="Arial"/>
              </a:defRPr>
            </a:lvl1pPr>
            <a:lvl2pPr indent="0" lvl="1" marL="0" algn="r">
              <a:buClr>
                <a:schemeClr val="dk2"/>
              </a:buClr>
              <a:buSzPts val="1333"/>
              <a:buFont typeface="Arial"/>
              <a:buNone/>
              <a:defRPr sz="1333">
                <a:solidFill>
                  <a:schemeClr val="dk2"/>
                </a:solidFill>
                <a:latin typeface="Arial"/>
                <a:ea typeface="Arial"/>
                <a:cs typeface="Arial"/>
                <a:sym typeface="Arial"/>
              </a:defRPr>
            </a:lvl2pPr>
            <a:lvl3pPr indent="0" lvl="2" marL="0" algn="r">
              <a:buClr>
                <a:schemeClr val="dk2"/>
              </a:buClr>
              <a:buSzPts val="1333"/>
              <a:buFont typeface="Arial"/>
              <a:buNone/>
              <a:defRPr sz="1333">
                <a:solidFill>
                  <a:schemeClr val="dk2"/>
                </a:solidFill>
                <a:latin typeface="Arial"/>
                <a:ea typeface="Arial"/>
                <a:cs typeface="Arial"/>
                <a:sym typeface="Arial"/>
              </a:defRPr>
            </a:lvl3pPr>
            <a:lvl4pPr indent="0" lvl="3" marL="0" algn="r">
              <a:buClr>
                <a:schemeClr val="dk2"/>
              </a:buClr>
              <a:buSzPts val="1333"/>
              <a:buFont typeface="Arial"/>
              <a:buNone/>
              <a:defRPr sz="1333">
                <a:solidFill>
                  <a:schemeClr val="dk2"/>
                </a:solidFill>
                <a:latin typeface="Arial"/>
                <a:ea typeface="Arial"/>
                <a:cs typeface="Arial"/>
                <a:sym typeface="Arial"/>
              </a:defRPr>
            </a:lvl4pPr>
            <a:lvl5pPr indent="0" lvl="4" marL="0" algn="r">
              <a:buClr>
                <a:schemeClr val="dk2"/>
              </a:buClr>
              <a:buSzPts val="1333"/>
              <a:buFont typeface="Arial"/>
              <a:buNone/>
              <a:defRPr sz="1333">
                <a:solidFill>
                  <a:schemeClr val="dk2"/>
                </a:solidFill>
                <a:latin typeface="Arial"/>
                <a:ea typeface="Arial"/>
                <a:cs typeface="Arial"/>
                <a:sym typeface="Arial"/>
              </a:defRPr>
            </a:lvl5pPr>
            <a:lvl6pPr indent="0" lvl="5" marL="0" algn="r">
              <a:buClr>
                <a:schemeClr val="dk2"/>
              </a:buClr>
              <a:buSzPts val="1333"/>
              <a:buFont typeface="Arial"/>
              <a:buNone/>
              <a:defRPr sz="1333">
                <a:solidFill>
                  <a:schemeClr val="dk2"/>
                </a:solidFill>
                <a:latin typeface="Arial"/>
                <a:ea typeface="Arial"/>
                <a:cs typeface="Arial"/>
                <a:sym typeface="Arial"/>
              </a:defRPr>
            </a:lvl6pPr>
            <a:lvl7pPr indent="0" lvl="6" marL="0" algn="r">
              <a:buClr>
                <a:schemeClr val="dk2"/>
              </a:buClr>
              <a:buSzPts val="1333"/>
              <a:buFont typeface="Arial"/>
              <a:buNone/>
              <a:defRPr sz="1333">
                <a:solidFill>
                  <a:schemeClr val="dk2"/>
                </a:solidFill>
                <a:latin typeface="Arial"/>
                <a:ea typeface="Arial"/>
                <a:cs typeface="Arial"/>
                <a:sym typeface="Arial"/>
              </a:defRPr>
            </a:lvl7pPr>
            <a:lvl8pPr indent="0" lvl="7" marL="0" algn="r">
              <a:buClr>
                <a:schemeClr val="dk2"/>
              </a:buClr>
              <a:buSzPts val="1333"/>
              <a:buFont typeface="Arial"/>
              <a:buNone/>
              <a:defRPr sz="1333">
                <a:solidFill>
                  <a:schemeClr val="dk2"/>
                </a:solidFill>
                <a:latin typeface="Arial"/>
                <a:ea typeface="Arial"/>
                <a:cs typeface="Arial"/>
                <a:sym typeface="Arial"/>
              </a:defRPr>
            </a:lvl8pPr>
            <a:lvl9pPr indent="0" lvl="8" marL="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43" name="Shape 243"/>
        <p:cNvGrpSpPr/>
        <p:nvPr/>
      </p:nvGrpSpPr>
      <p:grpSpPr>
        <a:xfrm>
          <a:off x="0" y="0"/>
          <a:ext cx="0" cy="0"/>
          <a:chOff x="0" y="0"/>
          <a:chExt cx="0" cy="0"/>
        </a:xfrm>
      </p:grpSpPr>
      <p:sp>
        <p:nvSpPr>
          <p:cNvPr id="244" name="Google Shape;244;p72"/>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chemeClr val="dk2"/>
              </a:buClr>
              <a:buSzPts val="1333"/>
              <a:buFont typeface="Arial"/>
              <a:buNone/>
              <a:defRPr sz="1333">
                <a:solidFill>
                  <a:schemeClr val="dk2"/>
                </a:solidFill>
                <a:latin typeface="Arial"/>
                <a:ea typeface="Arial"/>
                <a:cs typeface="Arial"/>
                <a:sym typeface="Arial"/>
              </a:defRPr>
            </a:lvl1pPr>
            <a:lvl2pPr indent="0" lvl="1" marL="0" algn="r">
              <a:buClr>
                <a:schemeClr val="dk2"/>
              </a:buClr>
              <a:buSzPts val="1333"/>
              <a:buFont typeface="Arial"/>
              <a:buNone/>
              <a:defRPr sz="1333">
                <a:solidFill>
                  <a:schemeClr val="dk2"/>
                </a:solidFill>
                <a:latin typeface="Arial"/>
                <a:ea typeface="Arial"/>
                <a:cs typeface="Arial"/>
                <a:sym typeface="Arial"/>
              </a:defRPr>
            </a:lvl2pPr>
            <a:lvl3pPr indent="0" lvl="2" marL="0" algn="r">
              <a:buClr>
                <a:schemeClr val="dk2"/>
              </a:buClr>
              <a:buSzPts val="1333"/>
              <a:buFont typeface="Arial"/>
              <a:buNone/>
              <a:defRPr sz="1333">
                <a:solidFill>
                  <a:schemeClr val="dk2"/>
                </a:solidFill>
                <a:latin typeface="Arial"/>
                <a:ea typeface="Arial"/>
                <a:cs typeface="Arial"/>
                <a:sym typeface="Arial"/>
              </a:defRPr>
            </a:lvl3pPr>
            <a:lvl4pPr indent="0" lvl="3" marL="0" algn="r">
              <a:buClr>
                <a:schemeClr val="dk2"/>
              </a:buClr>
              <a:buSzPts val="1333"/>
              <a:buFont typeface="Arial"/>
              <a:buNone/>
              <a:defRPr sz="1333">
                <a:solidFill>
                  <a:schemeClr val="dk2"/>
                </a:solidFill>
                <a:latin typeface="Arial"/>
                <a:ea typeface="Arial"/>
                <a:cs typeface="Arial"/>
                <a:sym typeface="Arial"/>
              </a:defRPr>
            </a:lvl4pPr>
            <a:lvl5pPr indent="0" lvl="4" marL="0" algn="r">
              <a:buClr>
                <a:schemeClr val="dk2"/>
              </a:buClr>
              <a:buSzPts val="1333"/>
              <a:buFont typeface="Arial"/>
              <a:buNone/>
              <a:defRPr sz="1333">
                <a:solidFill>
                  <a:schemeClr val="dk2"/>
                </a:solidFill>
                <a:latin typeface="Arial"/>
                <a:ea typeface="Arial"/>
                <a:cs typeface="Arial"/>
                <a:sym typeface="Arial"/>
              </a:defRPr>
            </a:lvl5pPr>
            <a:lvl6pPr indent="0" lvl="5" marL="0" algn="r">
              <a:buClr>
                <a:schemeClr val="dk2"/>
              </a:buClr>
              <a:buSzPts val="1333"/>
              <a:buFont typeface="Arial"/>
              <a:buNone/>
              <a:defRPr sz="1333">
                <a:solidFill>
                  <a:schemeClr val="dk2"/>
                </a:solidFill>
                <a:latin typeface="Arial"/>
                <a:ea typeface="Arial"/>
                <a:cs typeface="Arial"/>
                <a:sym typeface="Arial"/>
              </a:defRPr>
            </a:lvl6pPr>
            <a:lvl7pPr indent="0" lvl="6" marL="0" algn="r">
              <a:buClr>
                <a:schemeClr val="dk2"/>
              </a:buClr>
              <a:buSzPts val="1333"/>
              <a:buFont typeface="Arial"/>
              <a:buNone/>
              <a:defRPr sz="1333">
                <a:solidFill>
                  <a:schemeClr val="dk2"/>
                </a:solidFill>
                <a:latin typeface="Arial"/>
                <a:ea typeface="Arial"/>
                <a:cs typeface="Arial"/>
                <a:sym typeface="Arial"/>
              </a:defRPr>
            </a:lvl7pPr>
            <a:lvl8pPr indent="0" lvl="7" marL="0" algn="r">
              <a:buClr>
                <a:schemeClr val="dk2"/>
              </a:buClr>
              <a:buSzPts val="1333"/>
              <a:buFont typeface="Arial"/>
              <a:buNone/>
              <a:defRPr sz="1333">
                <a:solidFill>
                  <a:schemeClr val="dk2"/>
                </a:solidFill>
                <a:latin typeface="Arial"/>
                <a:ea typeface="Arial"/>
                <a:cs typeface="Arial"/>
                <a:sym typeface="Arial"/>
              </a:defRPr>
            </a:lvl8pPr>
            <a:lvl9pPr indent="0" lvl="8" marL="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1">
  <p:cSld name="Agenda 1">
    <p:spTree>
      <p:nvGrpSpPr>
        <p:cNvPr id="245" name="Shape 245"/>
        <p:cNvGrpSpPr/>
        <p:nvPr/>
      </p:nvGrpSpPr>
      <p:grpSpPr>
        <a:xfrm>
          <a:off x="0" y="0"/>
          <a:ext cx="0" cy="0"/>
          <a:chOff x="0" y="0"/>
          <a:chExt cx="0" cy="0"/>
        </a:xfrm>
      </p:grpSpPr>
      <p:grpSp>
        <p:nvGrpSpPr>
          <p:cNvPr id="246" name="Google Shape;246;p73"/>
          <p:cNvGrpSpPr/>
          <p:nvPr/>
        </p:nvGrpSpPr>
        <p:grpSpPr>
          <a:xfrm>
            <a:off x="6362700" y="0"/>
            <a:ext cx="5829298" cy="3235602"/>
            <a:chOff x="5612972" y="1"/>
            <a:chExt cx="6615961" cy="3672246"/>
          </a:xfrm>
        </p:grpSpPr>
        <p:sp>
          <p:nvSpPr>
            <p:cNvPr id="247" name="Google Shape;247;p73"/>
            <p:cNvSpPr/>
            <p:nvPr/>
          </p:nvSpPr>
          <p:spPr>
            <a:xfrm>
              <a:off x="5612972" y="1"/>
              <a:ext cx="4408998" cy="3672246"/>
            </a:xfrm>
            <a:custGeom>
              <a:rect b="b" l="l" r="r" t="t"/>
              <a:pathLst>
                <a:path extrusionOk="0" h="2980" w="3578">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48" name="Google Shape;248;p73"/>
            <p:cNvSpPr/>
            <p:nvPr/>
          </p:nvSpPr>
          <p:spPr>
            <a:xfrm>
              <a:off x="6341233" y="1463970"/>
              <a:ext cx="2208196" cy="2208277"/>
            </a:xfrm>
            <a:custGeom>
              <a:rect b="b" l="l" r="r" t="t"/>
              <a:pathLst>
                <a:path extrusionOk="0" h="1792" w="1792">
                  <a:moveTo>
                    <a:pt x="597" y="0"/>
                  </a:moveTo>
                  <a:lnTo>
                    <a:pt x="0" y="598"/>
                  </a:lnTo>
                  <a:lnTo>
                    <a:pt x="1195" y="1792"/>
                  </a:lnTo>
                  <a:lnTo>
                    <a:pt x="1792" y="1195"/>
                  </a:lnTo>
                  <a:lnTo>
                    <a:pt x="597" y="0"/>
                  </a:lnTo>
                  <a:close/>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49" name="Google Shape;249;p73"/>
            <p:cNvSpPr/>
            <p:nvPr/>
          </p:nvSpPr>
          <p:spPr>
            <a:xfrm>
              <a:off x="8555590" y="1"/>
              <a:ext cx="1457754" cy="729520"/>
            </a:xfrm>
            <a:custGeom>
              <a:rect b="b" l="l" r="r" t="t"/>
              <a:pathLst>
                <a:path extrusionOk="0" h="592" w="1183">
                  <a:moveTo>
                    <a:pt x="1183" y="0"/>
                  </a:moveTo>
                  <a:lnTo>
                    <a:pt x="0" y="0"/>
                  </a:lnTo>
                  <a:lnTo>
                    <a:pt x="591" y="591"/>
                  </a:lnTo>
                  <a:lnTo>
                    <a:pt x="1183" y="0"/>
                  </a:lnTo>
                  <a:close/>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50" name="Google Shape;250;p73"/>
            <p:cNvSpPr/>
            <p:nvPr/>
          </p:nvSpPr>
          <p:spPr>
            <a:xfrm>
              <a:off x="7076887" y="728289"/>
              <a:ext cx="2208196" cy="2208277"/>
            </a:xfrm>
            <a:custGeom>
              <a:rect b="b" l="l" r="r" t="t"/>
              <a:pathLst>
                <a:path extrusionOk="0" h="1792" w="1792">
                  <a:moveTo>
                    <a:pt x="598" y="0"/>
                  </a:moveTo>
                  <a:lnTo>
                    <a:pt x="0" y="597"/>
                  </a:lnTo>
                  <a:lnTo>
                    <a:pt x="1195" y="1792"/>
                  </a:lnTo>
                  <a:lnTo>
                    <a:pt x="1792" y="1195"/>
                  </a:lnTo>
                  <a:lnTo>
                    <a:pt x="598"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51" name="Google Shape;251;p73"/>
            <p:cNvSpPr/>
            <p:nvPr/>
          </p:nvSpPr>
          <p:spPr>
            <a:xfrm>
              <a:off x="9285083" y="728289"/>
              <a:ext cx="2943850" cy="2943958"/>
            </a:xfrm>
            <a:custGeom>
              <a:rect b="b" l="l" r="r" t="t"/>
              <a:pathLst>
                <a:path extrusionOk="0" h="2389" w="2389">
                  <a:moveTo>
                    <a:pt x="2389" y="1195"/>
                  </a:moveTo>
                  <a:lnTo>
                    <a:pt x="1194" y="0"/>
                  </a:lnTo>
                  <a:lnTo>
                    <a:pt x="0" y="1195"/>
                  </a:lnTo>
                  <a:lnTo>
                    <a:pt x="1194" y="2389"/>
                  </a:lnTo>
                  <a:lnTo>
                    <a:pt x="2389" y="1195"/>
                  </a:lnTo>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252" name="Google Shape;252;p73"/>
          <p:cNvSpPr txBox="1"/>
          <p:nvPr>
            <p:ph type="title"/>
          </p:nvPr>
        </p:nvSpPr>
        <p:spPr>
          <a:xfrm>
            <a:off x="594360" y="189572"/>
            <a:ext cx="6787747" cy="1593507"/>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2800"/>
              <a:buNone/>
              <a:defRPr b="1" i="0" sz="4400">
                <a:latin typeface="Arial"/>
                <a:ea typeface="Arial"/>
                <a:cs typeface="Arial"/>
                <a:sym typeface="Aria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53" name="Google Shape;253;p73"/>
          <p:cNvSpPr txBox="1"/>
          <p:nvPr>
            <p:ph idx="1" type="body"/>
          </p:nvPr>
        </p:nvSpPr>
        <p:spPr>
          <a:xfrm>
            <a:off x="594359" y="2281918"/>
            <a:ext cx="6787747" cy="3708517"/>
          </a:xfrm>
          <a:prstGeom prst="rect">
            <a:avLst/>
          </a:prstGeom>
          <a:noFill/>
          <a:ln>
            <a:noFill/>
          </a:ln>
        </p:spPr>
        <p:txBody>
          <a:bodyPr anchorCtr="0" anchor="t" bIns="0" lIns="0" spcFirstLastPara="1" rIns="0" wrap="square" tIns="228600">
            <a:normAutofit/>
          </a:bodyPr>
          <a:lstStyle>
            <a:lvl1pPr indent="-342900" lvl="0" marL="457200" algn="l">
              <a:lnSpc>
                <a:spcPct val="80000"/>
              </a:lnSpc>
              <a:spcBef>
                <a:spcPts val="2200"/>
              </a:spcBef>
              <a:spcAft>
                <a:spcPts val="0"/>
              </a:spcAft>
              <a:buSzPts val="1800"/>
              <a:buFont typeface="Arial"/>
              <a:buChar char="•"/>
              <a:defRPr b="1" i="0" sz="2400">
                <a:solidFill>
                  <a:srgbClr val="B9AD8D"/>
                </a:solidFill>
                <a:latin typeface="Arial"/>
                <a:ea typeface="Arial"/>
                <a:cs typeface="Arial"/>
                <a:sym typeface="Arial"/>
              </a:defRPr>
            </a:lvl1pPr>
            <a:lvl2pPr indent="-317500" lvl="1" marL="914400" algn="l">
              <a:lnSpc>
                <a:spcPct val="115000"/>
              </a:lnSpc>
              <a:spcBef>
                <a:spcPts val="600"/>
              </a:spcBef>
              <a:spcAft>
                <a:spcPts val="0"/>
              </a:spcAft>
              <a:buSzPts val="1400"/>
              <a:buChar char="○"/>
              <a:defRPr sz="2000"/>
            </a:lvl2pPr>
            <a:lvl3pPr indent="-317500" lvl="2" marL="1371600" algn="l">
              <a:lnSpc>
                <a:spcPct val="115000"/>
              </a:lnSpc>
              <a:spcBef>
                <a:spcPts val="1800"/>
              </a:spcBef>
              <a:spcAft>
                <a:spcPts val="0"/>
              </a:spcAft>
              <a:buSzPts val="1400"/>
              <a:buChar char="■"/>
              <a:defRPr sz="2000"/>
            </a:lvl3pPr>
            <a:lvl4pPr indent="-317500" lvl="3" marL="1828800" algn="l">
              <a:lnSpc>
                <a:spcPct val="115000"/>
              </a:lnSpc>
              <a:spcBef>
                <a:spcPts val="1800"/>
              </a:spcBef>
              <a:spcAft>
                <a:spcPts val="0"/>
              </a:spcAft>
              <a:buSzPts val="1400"/>
              <a:buChar char="●"/>
              <a:defRPr sz="2000"/>
            </a:lvl4pPr>
            <a:lvl5pPr indent="-317500" lvl="4" marL="2286000" algn="l">
              <a:lnSpc>
                <a:spcPct val="115000"/>
              </a:lnSpc>
              <a:spcBef>
                <a:spcPts val="1800"/>
              </a:spcBef>
              <a:spcAft>
                <a:spcPts val="0"/>
              </a:spcAft>
              <a:buSzPts val="1400"/>
              <a:buChar char="○"/>
              <a:defRPr sz="2000"/>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54" name="Google Shape;254;p73"/>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marR="0" algn="r">
              <a:buClr>
                <a:schemeClr val="dk2"/>
              </a:buClr>
              <a:buSzPts val="1333"/>
              <a:buFont typeface="Arial"/>
              <a:buNone/>
              <a:defRPr sz="1333">
                <a:solidFill>
                  <a:schemeClr val="dk2"/>
                </a:solidFill>
                <a:latin typeface="Arial"/>
                <a:ea typeface="Arial"/>
                <a:cs typeface="Arial"/>
                <a:sym typeface="Arial"/>
              </a:defRPr>
            </a:lvl1pPr>
            <a:lvl2pPr indent="0" lvl="1" marL="0" marR="0" algn="r">
              <a:buClr>
                <a:schemeClr val="dk2"/>
              </a:buClr>
              <a:buSzPts val="1333"/>
              <a:buFont typeface="Arial"/>
              <a:buNone/>
              <a:defRPr sz="1333">
                <a:solidFill>
                  <a:schemeClr val="dk2"/>
                </a:solidFill>
                <a:latin typeface="Arial"/>
                <a:ea typeface="Arial"/>
                <a:cs typeface="Arial"/>
                <a:sym typeface="Arial"/>
              </a:defRPr>
            </a:lvl2pPr>
            <a:lvl3pPr indent="0" lvl="2" marL="0" marR="0" algn="r">
              <a:buClr>
                <a:schemeClr val="dk2"/>
              </a:buClr>
              <a:buSzPts val="1333"/>
              <a:buFont typeface="Arial"/>
              <a:buNone/>
              <a:defRPr sz="1333">
                <a:solidFill>
                  <a:schemeClr val="dk2"/>
                </a:solidFill>
                <a:latin typeface="Arial"/>
                <a:ea typeface="Arial"/>
                <a:cs typeface="Arial"/>
                <a:sym typeface="Arial"/>
              </a:defRPr>
            </a:lvl3pPr>
            <a:lvl4pPr indent="0" lvl="3" marL="0" marR="0" algn="r">
              <a:buClr>
                <a:schemeClr val="dk2"/>
              </a:buClr>
              <a:buSzPts val="1333"/>
              <a:buFont typeface="Arial"/>
              <a:buNone/>
              <a:defRPr sz="1333">
                <a:solidFill>
                  <a:schemeClr val="dk2"/>
                </a:solidFill>
                <a:latin typeface="Arial"/>
                <a:ea typeface="Arial"/>
                <a:cs typeface="Arial"/>
                <a:sym typeface="Arial"/>
              </a:defRPr>
            </a:lvl4pPr>
            <a:lvl5pPr indent="0" lvl="4" marL="0" marR="0" algn="r">
              <a:buClr>
                <a:schemeClr val="dk2"/>
              </a:buClr>
              <a:buSzPts val="1333"/>
              <a:buFont typeface="Arial"/>
              <a:buNone/>
              <a:defRPr sz="1333">
                <a:solidFill>
                  <a:schemeClr val="dk2"/>
                </a:solidFill>
                <a:latin typeface="Arial"/>
                <a:ea typeface="Arial"/>
                <a:cs typeface="Arial"/>
                <a:sym typeface="Arial"/>
              </a:defRPr>
            </a:lvl5pPr>
            <a:lvl6pPr indent="0" lvl="5" marL="0" marR="0" algn="r">
              <a:buClr>
                <a:schemeClr val="dk2"/>
              </a:buClr>
              <a:buSzPts val="1333"/>
              <a:buFont typeface="Arial"/>
              <a:buNone/>
              <a:defRPr sz="1333">
                <a:solidFill>
                  <a:schemeClr val="dk2"/>
                </a:solidFill>
                <a:latin typeface="Arial"/>
                <a:ea typeface="Arial"/>
                <a:cs typeface="Arial"/>
                <a:sym typeface="Arial"/>
              </a:defRPr>
            </a:lvl6pPr>
            <a:lvl7pPr indent="0" lvl="6" marL="0" marR="0" algn="r">
              <a:buClr>
                <a:schemeClr val="dk2"/>
              </a:buClr>
              <a:buSzPts val="1333"/>
              <a:buFont typeface="Arial"/>
              <a:buNone/>
              <a:defRPr sz="1333">
                <a:solidFill>
                  <a:schemeClr val="dk2"/>
                </a:solidFill>
                <a:latin typeface="Arial"/>
                <a:ea typeface="Arial"/>
                <a:cs typeface="Arial"/>
                <a:sym typeface="Arial"/>
              </a:defRPr>
            </a:lvl7pPr>
            <a:lvl8pPr indent="0" lvl="7" marL="0" marR="0" algn="r">
              <a:buClr>
                <a:schemeClr val="dk2"/>
              </a:buClr>
              <a:buSzPts val="1333"/>
              <a:buFont typeface="Arial"/>
              <a:buNone/>
              <a:defRPr sz="1333">
                <a:solidFill>
                  <a:schemeClr val="dk2"/>
                </a:solidFill>
                <a:latin typeface="Arial"/>
                <a:ea typeface="Arial"/>
                <a:cs typeface="Arial"/>
                <a:sym typeface="Arial"/>
              </a:defRPr>
            </a:lvl8pPr>
            <a:lvl9pPr indent="0" lvl="8" marL="0" marR="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MX"/>
              <a:t>‹#›</a:t>
            </a:fld>
            <a:endParaRPr/>
          </a:p>
        </p:txBody>
      </p:sp>
      <p:sp>
        <p:nvSpPr>
          <p:cNvPr id="255" name="Google Shape;255;p73"/>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cxnSp>
        <p:nvCxnSpPr>
          <p:cNvPr id="256" name="Google Shape;256;p73"/>
          <p:cNvCxnSpPr/>
          <p:nvPr/>
        </p:nvCxnSpPr>
        <p:spPr>
          <a:xfrm>
            <a:off x="594360" y="2148840"/>
            <a:ext cx="2130552" cy="0"/>
          </a:xfrm>
          <a:prstGeom prst="straightConnector1">
            <a:avLst/>
          </a:prstGeom>
          <a:noFill/>
          <a:ln cap="flat" cmpd="sng" w="101600">
            <a:solidFill>
              <a:srgbClr val="B9AD8D"/>
            </a:solidFill>
            <a:prstDash val="solid"/>
            <a:round/>
            <a:headEnd len="sm" w="sm" type="none"/>
            <a:tailEnd len="sm" w="sm" type="none"/>
          </a:ln>
        </p:spPr>
      </p:cxn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3">
  <p:cSld name="Título 3">
    <p:spTree>
      <p:nvGrpSpPr>
        <p:cNvPr id="257" name="Shape 257"/>
        <p:cNvGrpSpPr/>
        <p:nvPr/>
      </p:nvGrpSpPr>
      <p:grpSpPr>
        <a:xfrm>
          <a:off x="0" y="0"/>
          <a:ext cx="0" cy="0"/>
          <a:chOff x="0" y="0"/>
          <a:chExt cx="0" cy="0"/>
        </a:xfrm>
      </p:grpSpPr>
      <p:sp>
        <p:nvSpPr>
          <p:cNvPr id="258" name="Google Shape;258;p74"/>
          <p:cNvSpPr txBox="1"/>
          <p:nvPr>
            <p:ph type="ctrTitle"/>
          </p:nvPr>
        </p:nvSpPr>
        <p:spPr>
          <a:xfrm>
            <a:off x="594360" y="411479"/>
            <a:ext cx="5486400" cy="3291840"/>
          </a:xfrm>
          <a:prstGeom prst="rect">
            <a:avLst/>
          </a:prstGeom>
          <a:noFill/>
          <a:ln>
            <a:noFill/>
          </a:ln>
        </p:spPr>
        <p:txBody>
          <a:bodyPr anchorCtr="0" anchor="b" bIns="0" lIns="0" spcFirstLastPara="1" rIns="0" wrap="square" tIns="0">
            <a:noAutofit/>
          </a:bodyPr>
          <a:lstStyle>
            <a:lvl1pPr lvl="0" algn="l">
              <a:lnSpc>
                <a:spcPct val="80000"/>
              </a:lnSpc>
              <a:spcBef>
                <a:spcPts val="0"/>
              </a:spcBef>
              <a:spcAft>
                <a:spcPts val="0"/>
              </a:spcAft>
              <a:buSzPts val="2800"/>
              <a:buNone/>
              <a:defRPr b="1" i="0" sz="6000">
                <a:solidFill>
                  <a:schemeClr val="lt1"/>
                </a:solidFill>
                <a:latin typeface="Arial"/>
                <a:ea typeface="Arial"/>
                <a:cs typeface="Arial"/>
                <a:sym typeface="Aria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grpSp>
        <p:nvGrpSpPr>
          <p:cNvPr id="259" name="Google Shape;259;p74"/>
          <p:cNvGrpSpPr/>
          <p:nvPr/>
        </p:nvGrpSpPr>
        <p:grpSpPr>
          <a:xfrm rot="10800000">
            <a:off x="6092752" y="0"/>
            <a:ext cx="6099248" cy="6099248"/>
            <a:chOff x="0" y="12289"/>
            <a:chExt cx="3550" cy="3551"/>
          </a:xfrm>
        </p:grpSpPr>
        <p:sp>
          <p:nvSpPr>
            <p:cNvPr id="260" name="Google Shape;260;p74"/>
            <p:cNvSpPr/>
            <p:nvPr/>
          </p:nvSpPr>
          <p:spPr>
            <a:xfrm>
              <a:off x="0" y="12289"/>
              <a:ext cx="1789" cy="2386"/>
            </a:xfrm>
            <a:custGeom>
              <a:rect b="b" l="l" r="r" t="t"/>
              <a:pathLst>
                <a:path extrusionOk="0" h="2386" w="1789">
                  <a:moveTo>
                    <a:pt x="0" y="0"/>
                  </a:moveTo>
                  <a:lnTo>
                    <a:pt x="0" y="1194"/>
                  </a:lnTo>
                  <a:lnTo>
                    <a:pt x="1192" y="2386"/>
                  </a:lnTo>
                  <a:lnTo>
                    <a:pt x="1789" y="1789"/>
                  </a:lnTo>
                  <a:lnTo>
                    <a:pt x="0" y="0"/>
                  </a:lnTo>
                  <a:close/>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61" name="Google Shape;261;p74"/>
            <p:cNvSpPr/>
            <p:nvPr/>
          </p:nvSpPr>
          <p:spPr>
            <a:xfrm>
              <a:off x="0" y="14678"/>
              <a:ext cx="1162" cy="1162"/>
            </a:xfrm>
            <a:custGeom>
              <a:rect b="b" l="l" r="r" t="t"/>
              <a:pathLst>
                <a:path extrusionOk="0" h="1162" w="1162">
                  <a:moveTo>
                    <a:pt x="0" y="0"/>
                  </a:moveTo>
                  <a:lnTo>
                    <a:pt x="0" y="1161"/>
                  </a:lnTo>
                  <a:lnTo>
                    <a:pt x="1161" y="1161"/>
                  </a:lnTo>
                  <a:lnTo>
                    <a:pt x="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62" name="Google Shape;262;p74"/>
            <p:cNvSpPr/>
            <p:nvPr/>
          </p:nvSpPr>
          <p:spPr>
            <a:xfrm>
              <a:off x="1221" y="14675"/>
              <a:ext cx="2329" cy="1165"/>
            </a:xfrm>
            <a:custGeom>
              <a:rect b="b" l="l" r="r" t="t"/>
              <a:pathLst>
                <a:path extrusionOk="0" h="1165" w="2329">
                  <a:moveTo>
                    <a:pt x="2329" y="1164"/>
                  </a:moveTo>
                  <a:lnTo>
                    <a:pt x="1165" y="0"/>
                  </a:lnTo>
                  <a:lnTo>
                    <a:pt x="0" y="1164"/>
                  </a:lnTo>
                  <a:lnTo>
                    <a:pt x="2329" y="1164"/>
                  </a:lnTo>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263" name="Google Shape;263;p74"/>
          <p:cNvSpPr txBox="1"/>
          <p:nvPr>
            <p:ph idx="1" type="body"/>
          </p:nvPr>
        </p:nvSpPr>
        <p:spPr>
          <a:xfrm>
            <a:off x="594360" y="4549552"/>
            <a:ext cx="5486400" cy="1645920"/>
          </a:xfrm>
          <a:prstGeom prst="rect">
            <a:avLst/>
          </a:prstGeom>
          <a:noFill/>
          <a:ln>
            <a:noFill/>
          </a:ln>
        </p:spPr>
        <p:txBody>
          <a:bodyPr anchorCtr="0" anchor="t" bIns="0" lIns="0" spcFirstLastPara="1" rIns="0" wrap="square" tIns="0">
            <a:noAutofit/>
          </a:bodyPr>
          <a:lstStyle>
            <a:lvl1pPr indent="-228600" lvl="0" marL="457200" algn="l">
              <a:lnSpc>
                <a:spcPct val="115000"/>
              </a:lnSpc>
              <a:spcBef>
                <a:spcPts val="0"/>
              </a:spcBef>
              <a:spcAft>
                <a:spcPts val="0"/>
              </a:spcAft>
              <a:buSzPts val="1800"/>
              <a:buNone/>
              <a:defRPr b="1" i="0" sz="2400">
                <a:solidFill>
                  <a:srgbClr val="B9AD8D"/>
                </a:solidFill>
                <a:latin typeface="Arial"/>
                <a:ea typeface="Arial"/>
                <a:cs typeface="Arial"/>
                <a:sym typeface="Arial"/>
              </a:defRPr>
            </a:lvl1pPr>
            <a:lvl2pPr indent="-317500" lvl="1" marL="914400" algn="l">
              <a:lnSpc>
                <a:spcPct val="115000"/>
              </a:lnSpc>
              <a:spcBef>
                <a:spcPts val="0"/>
              </a:spcBef>
              <a:spcAft>
                <a:spcPts val="0"/>
              </a:spcAft>
              <a:buSzPts val="1400"/>
              <a:buChar char="○"/>
              <a:defRPr sz="4000"/>
            </a:lvl2pPr>
            <a:lvl3pPr indent="-317500" lvl="2" marL="1371600" algn="l">
              <a:lnSpc>
                <a:spcPct val="115000"/>
              </a:lnSpc>
              <a:spcBef>
                <a:spcPts val="0"/>
              </a:spcBef>
              <a:spcAft>
                <a:spcPts val="0"/>
              </a:spcAft>
              <a:buSzPts val="1400"/>
              <a:buChar char="■"/>
              <a:defRPr sz="4000"/>
            </a:lvl3pPr>
            <a:lvl4pPr indent="-317500" lvl="3" marL="1828800" algn="l">
              <a:lnSpc>
                <a:spcPct val="115000"/>
              </a:lnSpc>
              <a:spcBef>
                <a:spcPts val="0"/>
              </a:spcBef>
              <a:spcAft>
                <a:spcPts val="0"/>
              </a:spcAft>
              <a:buSzPts val="1400"/>
              <a:buChar char="●"/>
              <a:defRPr sz="4000"/>
            </a:lvl4pPr>
            <a:lvl5pPr indent="-317500" lvl="4" marL="2286000" algn="l">
              <a:lnSpc>
                <a:spcPct val="115000"/>
              </a:lnSpc>
              <a:spcBef>
                <a:spcPts val="0"/>
              </a:spcBef>
              <a:spcAft>
                <a:spcPts val="0"/>
              </a:spcAft>
              <a:buSzPts val="1400"/>
              <a:buChar char="○"/>
              <a:defRPr sz="4000"/>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cxnSp>
        <p:nvCxnSpPr>
          <p:cNvPr id="264" name="Google Shape;264;p74"/>
          <p:cNvCxnSpPr/>
          <p:nvPr/>
        </p:nvCxnSpPr>
        <p:spPr>
          <a:xfrm>
            <a:off x="594360" y="3950208"/>
            <a:ext cx="2133600" cy="3992"/>
          </a:xfrm>
          <a:prstGeom prst="straightConnector1">
            <a:avLst/>
          </a:prstGeom>
          <a:noFill/>
          <a:ln cap="flat" cmpd="sng" w="101600">
            <a:solidFill>
              <a:srgbClr val="B9AD8D"/>
            </a:solidFill>
            <a:prstDash val="solid"/>
            <a:round/>
            <a:headEnd len="sm" w="sm" type="none"/>
            <a:tailEnd len="sm" w="sm" type="none"/>
          </a:ln>
        </p:spPr>
      </p:cxn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1">
  <p:cSld name="Título 1">
    <p:spTree>
      <p:nvGrpSpPr>
        <p:cNvPr id="265" name="Shape 265"/>
        <p:cNvGrpSpPr/>
        <p:nvPr/>
      </p:nvGrpSpPr>
      <p:grpSpPr>
        <a:xfrm>
          <a:off x="0" y="0"/>
          <a:ext cx="0" cy="0"/>
          <a:chOff x="0" y="0"/>
          <a:chExt cx="0" cy="0"/>
        </a:xfrm>
      </p:grpSpPr>
      <p:sp>
        <p:nvSpPr>
          <p:cNvPr id="266" name="Google Shape;266;p75"/>
          <p:cNvSpPr txBox="1"/>
          <p:nvPr>
            <p:ph type="ctrTitle"/>
          </p:nvPr>
        </p:nvSpPr>
        <p:spPr>
          <a:xfrm>
            <a:off x="6309904" y="411479"/>
            <a:ext cx="5486400" cy="3291840"/>
          </a:xfrm>
          <a:prstGeom prst="rect">
            <a:avLst/>
          </a:prstGeom>
          <a:noFill/>
          <a:ln>
            <a:noFill/>
          </a:ln>
        </p:spPr>
        <p:txBody>
          <a:bodyPr anchorCtr="0" anchor="b" bIns="0" lIns="0" spcFirstLastPara="1" rIns="0" wrap="square" tIns="0">
            <a:noAutofit/>
          </a:bodyPr>
          <a:lstStyle>
            <a:lvl1pPr lvl="0" algn="l">
              <a:lnSpc>
                <a:spcPct val="80000"/>
              </a:lnSpc>
              <a:spcBef>
                <a:spcPts val="0"/>
              </a:spcBef>
              <a:spcAft>
                <a:spcPts val="0"/>
              </a:spcAft>
              <a:buSzPts val="2800"/>
              <a:buNone/>
              <a:defRPr b="1" i="0" sz="6000">
                <a:solidFill>
                  <a:schemeClr val="lt1"/>
                </a:solidFill>
                <a:latin typeface="Arial"/>
                <a:ea typeface="Arial"/>
                <a:cs typeface="Arial"/>
                <a:sym typeface="Aria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grpSp>
        <p:nvGrpSpPr>
          <p:cNvPr id="267" name="Google Shape;267;p75"/>
          <p:cNvGrpSpPr/>
          <p:nvPr/>
        </p:nvGrpSpPr>
        <p:grpSpPr>
          <a:xfrm>
            <a:off x="1" y="758752"/>
            <a:ext cx="6099248" cy="6099248"/>
            <a:chOff x="0" y="12289"/>
            <a:chExt cx="3550" cy="3551"/>
          </a:xfrm>
        </p:grpSpPr>
        <p:sp>
          <p:nvSpPr>
            <p:cNvPr id="268" name="Google Shape;268;p75"/>
            <p:cNvSpPr/>
            <p:nvPr/>
          </p:nvSpPr>
          <p:spPr>
            <a:xfrm>
              <a:off x="0" y="12289"/>
              <a:ext cx="1789" cy="2386"/>
            </a:xfrm>
            <a:custGeom>
              <a:rect b="b" l="l" r="r" t="t"/>
              <a:pathLst>
                <a:path extrusionOk="0" h="2386" w="1789">
                  <a:moveTo>
                    <a:pt x="0" y="0"/>
                  </a:moveTo>
                  <a:lnTo>
                    <a:pt x="0" y="1194"/>
                  </a:lnTo>
                  <a:lnTo>
                    <a:pt x="1192" y="2386"/>
                  </a:lnTo>
                  <a:lnTo>
                    <a:pt x="1789" y="1789"/>
                  </a:lnTo>
                  <a:lnTo>
                    <a:pt x="0" y="0"/>
                  </a:lnTo>
                  <a:close/>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69" name="Google Shape;269;p75"/>
            <p:cNvSpPr/>
            <p:nvPr/>
          </p:nvSpPr>
          <p:spPr>
            <a:xfrm>
              <a:off x="0" y="14678"/>
              <a:ext cx="1162" cy="1162"/>
            </a:xfrm>
            <a:custGeom>
              <a:rect b="b" l="l" r="r" t="t"/>
              <a:pathLst>
                <a:path extrusionOk="0" h="1162" w="1162">
                  <a:moveTo>
                    <a:pt x="0" y="0"/>
                  </a:moveTo>
                  <a:lnTo>
                    <a:pt x="0" y="1161"/>
                  </a:lnTo>
                  <a:lnTo>
                    <a:pt x="1161" y="1161"/>
                  </a:lnTo>
                  <a:lnTo>
                    <a:pt x="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70" name="Google Shape;270;p75"/>
            <p:cNvSpPr/>
            <p:nvPr/>
          </p:nvSpPr>
          <p:spPr>
            <a:xfrm>
              <a:off x="1221" y="14675"/>
              <a:ext cx="2329" cy="1165"/>
            </a:xfrm>
            <a:custGeom>
              <a:rect b="b" l="l" r="r" t="t"/>
              <a:pathLst>
                <a:path extrusionOk="0" h="1165" w="2329">
                  <a:moveTo>
                    <a:pt x="2329" y="1164"/>
                  </a:moveTo>
                  <a:lnTo>
                    <a:pt x="1165" y="0"/>
                  </a:lnTo>
                  <a:lnTo>
                    <a:pt x="0" y="1164"/>
                  </a:lnTo>
                  <a:lnTo>
                    <a:pt x="2329" y="1164"/>
                  </a:lnTo>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cxnSp>
        <p:nvCxnSpPr>
          <p:cNvPr id="271" name="Google Shape;271;p75"/>
          <p:cNvCxnSpPr/>
          <p:nvPr/>
        </p:nvCxnSpPr>
        <p:spPr>
          <a:xfrm>
            <a:off x="6309360" y="3950208"/>
            <a:ext cx="2133600" cy="3992"/>
          </a:xfrm>
          <a:prstGeom prst="straightConnector1">
            <a:avLst/>
          </a:prstGeom>
          <a:noFill/>
          <a:ln cap="flat" cmpd="sng" w="101600">
            <a:solidFill>
              <a:srgbClr val="B9AD8D"/>
            </a:solidFill>
            <a:prstDash val="solid"/>
            <a:round/>
            <a:headEnd len="sm" w="sm" type="none"/>
            <a:tailEnd len="sm" w="sm" type="none"/>
          </a:ln>
        </p:spPr>
      </p:cxn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de sección">
  <p:cSld name="Título de sección">
    <p:spTree>
      <p:nvGrpSpPr>
        <p:cNvPr id="272" name="Shape 272"/>
        <p:cNvGrpSpPr/>
        <p:nvPr/>
      </p:nvGrpSpPr>
      <p:grpSpPr>
        <a:xfrm>
          <a:off x="0" y="0"/>
          <a:ext cx="0" cy="0"/>
          <a:chOff x="0" y="0"/>
          <a:chExt cx="0" cy="0"/>
        </a:xfrm>
      </p:grpSpPr>
      <p:sp>
        <p:nvSpPr>
          <p:cNvPr id="273" name="Google Shape;273;p76"/>
          <p:cNvSpPr/>
          <p:nvPr>
            <p:ph idx="2" type="pic"/>
          </p:nvPr>
        </p:nvSpPr>
        <p:spPr>
          <a:xfrm>
            <a:off x="0" y="0"/>
            <a:ext cx="12192000" cy="6880543"/>
          </a:xfrm>
          <a:prstGeom prst="rect">
            <a:avLst/>
          </a:prstGeom>
          <a:noFill/>
          <a:ln>
            <a:noFill/>
          </a:ln>
        </p:spPr>
      </p:sp>
      <p:sp>
        <p:nvSpPr>
          <p:cNvPr id="274" name="Google Shape;274;p76"/>
          <p:cNvSpPr txBox="1"/>
          <p:nvPr>
            <p:ph type="title"/>
          </p:nvPr>
        </p:nvSpPr>
        <p:spPr>
          <a:xfrm>
            <a:off x="6309359" y="444933"/>
            <a:ext cx="5477479" cy="329184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2800"/>
              <a:buNone/>
              <a:defRPr b="1" i="0" sz="6000">
                <a:solidFill>
                  <a:schemeClr val="dk1"/>
                </a:solidFill>
                <a:latin typeface="Arial"/>
                <a:ea typeface="Arial"/>
                <a:cs typeface="Arial"/>
                <a:sym typeface="Aria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5" name="Google Shape;275;p76"/>
          <p:cNvSpPr/>
          <p:nvPr/>
        </p:nvSpPr>
        <p:spPr>
          <a:xfrm>
            <a:off x="6309360" y="3951843"/>
            <a:ext cx="2133600" cy="100584"/>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Tree>
  </p:cSld>
  <p:clrMapOvr>
    <a:masterClrMapping/>
  </p:clrMapOvr>
  <p:extLst>
    <p:ext uri="{DCECCB84-F9BA-43D5-87BE-67443E8EF086}">
      <p15:sldGuideLst>
        <p15:guide id="1" pos="7104">
          <p15:clr>
            <a:srgbClr val="FBAE40"/>
          </p15:clr>
        </p15:guide>
        <p15:guide id="2" pos="4344">
          <p15:clr>
            <a:srgbClr val="FBAE40"/>
          </p15:clr>
        </p15:guide>
        <p15:guide id="3" pos="4560">
          <p15:clr>
            <a:srgbClr val="FBAE40"/>
          </p15:clr>
        </p15:guide>
        <p15:guide id="4" orient="horz" pos="1848">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2">
  <p:cSld name="Título 2">
    <p:spTree>
      <p:nvGrpSpPr>
        <p:cNvPr id="276" name="Shape 276"/>
        <p:cNvGrpSpPr/>
        <p:nvPr/>
      </p:nvGrpSpPr>
      <p:grpSpPr>
        <a:xfrm>
          <a:off x="0" y="0"/>
          <a:ext cx="0" cy="0"/>
          <a:chOff x="0" y="0"/>
          <a:chExt cx="0" cy="0"/>
        </a:xfrm>
      </p:grpSpPr>
      <p:sp>
        <p:nvSpPr>
          <p:cNvPr id="277" name="Google Shape;277;p77"/>
          <p:cNvSpPr txBox="1"/>
          <p:nvPr>
            <p:ph type="ctrTitle"/>
          </p:nvPr>
        </p:nvSpPr>
        <p:spPr>
          <a:xfrm>
            <a:off x="6299835" y="430529"/>
            <a:ext cx="5486400" cy="3291840"/>
          </a:xfrm>
          <a:prstGeom prst="rect">
            <a:avLst/>
          </a:prstGeom>
          <a:noFill/>
          <a:ln>
            <a:noFill/>
          </a:ln>
        </p:spPr>
        <p:txBody>
          <a:bodyPr anchorCtr="0" anchor="b" bIns="0" lIns="0" spcFirstLastPara="1" rIns="0" wrap="square" tIns="0">
            <a:noAutofit/>
          </a:bodyPr>
          <a:lstStyle>
            <a:lvl1pPr lvl="0" algn="l">
              <a:lnSpc>
                <a:spcPct val="80000"/>
              </a:lnSpc>
              <a:spcBef>
                <a:spcPts val="0"/>
              </a:spcBef>
              <a:spcAft>
                <a:spcPts val="0"/>
              </a:spcAft>
              <a:buSzPts val="2800"/>
              <a:buNone/>
              <a:defRPr b="1" i="0" sz="6000">
                <a:solidFill>
                  <a:schemeClr val="lt1"/>
                </a:solidFill>
                <a:latin typeface="Arial"/>
                <a:ea typeface="Arial"/>
                <a:cs typeface="Arial"/>
                <a:sym typeface="Aria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8" name="Google Shape;278;p77"/>
          <p:cNvSpPr/>
          <p:nvPr>
            <p:ph idx="2" type="pic"/>
          </p:nvPr>
        </p:nvSpPr>
        <p:spPr>
          <a:xfrm>
            <a:off x="0" y="-11113"/>
            <a:ext cx="5791200" cy="6880226"/>
          </a:xfrm>
          <a:prstGeom prst="rect">
            <a:avLst/>
          </a:prstGeom>
          <a:noFill/>
          <a:ln>
            <a:noFill/>
          </a:ln>
        </p:spPr>
      </p:sp>
      <p:sp>
        <p:nvSpPr>
          <p:cNvPr id="279" name="Google Shape;279;p77"/>
          <p:cNvSpPr txBox="1"/>
          <p:nvPr>
            <p:ph idx="1" type="body"/>
          </p:nvPr>
        </p:nvSpPr>
        <p:spPr>
          <a:xfrm>
            <a:off x="6299835" y="4568602"/>
            <a:ext cx="5486400" cy="1645920"/>
          </a:xfrm>
          <a:prstGeom prst="rect">
            <a:avLst/>
          </a:prstGeom>
          <a:noFill/>
          <a:ln>
            <a:noFill/>
          </a:ln>
        </p:spPr>
        <p:txBody>
          <a:bodyPr anchorCtr="0" anchor="t" bIns="0" lIns="0" spcFirstLastPara="1" rIns="0" wrap="square" tIns="0">
            <a:noAutofit/>
          </a:bodyPr>
          <a:lstStyle>
            <a:lvl1pPr indent="-228600" lvl="0" marL="457200" algn="l">
              <a:lnSpc>
                <a:spcPct val="115000"/>
              </a:lnSpc>
              <a:spcBef>
                <a:spcPts val="0"/>
              </a:spcBef>
              <a:spcAft>
                <a:spcPts val="0"/>
              </a:spcAft>
              <a:buSzPts val="1800"/>
              <a:buNone/>
              <a:defRPr b="1" i="0" sz="2400">
                <a:solidFill>
                  <a:srgbClr val="B9AD8D"/>
                </a:solidFill>
                <a:latin typeface="Arial"/>
                <a:ea typeface="Arial"/>
                <a:cs typeface="Arial"/>
                <a:sym typeface="Arial"/>
              </a:defRPr>
            </a:lvl1pPr>
            <a:lvl2pPr indent="-317500" lvl="1" marL="914400" algn="l">
              <a:lnSpc>
                <a:spcPct val="115000"/>
              </a:lnSpc>
              <a:spcBef>
                <a:spcPts val="0"/>
              </a:spcBef>
              <a:spcAft>
                <a:spcPts val="0"/>
              </a:spcAft>
              <a:buSzPts val="1400"/>
              <a:buChar char="○"/>
              <a:defRPr sz="4000"/>
            </a:lvl2pPr>
            <a:lvl3pPr indent="-317500" lvl="2" marL="1371600" algn="l">
              <a:lnSpc>
                <a:spcPct val="115000"/>
              </a:lnSpc>
              <a:spcBef>
                <a:spcPts val="0"/>
              </a:spcBef>
              <a:spcAft>
                <a:spcPts val="0"/>
              </a:spcAft>
              <a:buSzPts val="1400"/>
              <a:buChar char="■"/>
              <a:defRPr sz="4000"/>
            </a:lvl3pPr>
            <a:lvl4pPr indent="-317500" lvl="3" marL="1828800" algn="l">
              <a:lnSpc>
                <a:spcPct val="115000"/>
              </a:lnSpc>
              <a:spcBef>
                <a:spcPts val="0"/>
              </a:spcBef>
              <a:spcAft>
                <a:spcPts val="0"/>
              </a:spcAft>
              <a:buSzPts val="1400"/>
              <a:buChar char="●"/>
              <a:defRPr sz="4000"/>
            </a:lvl4pPr>
            <a:lvl5pPr indent="-317500" lvl="4" marL="2286000" algn="l">
              <a:lnSpc>
                <a:spcPct val="115000"/>
              </a:lnSpc>
              <a:spcBef>
                <a:spcPts val="0"/>
              </a:spcBef>
              <a:spcAft>
                <a:spcPts val="0"/>
              </a:spcAft>
              <a:buSzPts val="1400"/>
              <a:buChar char="○"/>
              <a:defRPr sz="4000"/>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cxnSp>
        <p:nvCxnSpPr>
          <p:cNvPr id="280" name="Google Shape;280;p77"/>
          <p:cNvCxnSpPr/>
          <p:nvPr/>
        </p:nvCxnSpPr>
        <p:spPr>
          <a:xfrm>
            <a:off x="6309360" y="3950208"/>
            <a:ext cx="2133600" cy="3992"/>
          </a:xfrm>
          <a:prstGeom prst="straightConnector1">
            <a:avLst/>
          </a:prstGeom>
          <a:noFill/>
          <a:ln cap="flat" cmpd="sng" w="101600">
            <a:solidFill>
              <a:srgbClr val="B9AD8D"/>
            </a:solidFill>
            <a:prstDash val="solid"/>
            <a:round/>
            <a:headEnd len="sm" w="sm" type="none"/>
            <a:tailEnd len="sm" w="sm" type="none"/>
          </a:ln>
        </p:spPr>
      </p:cxn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contenido ">
  <p:cSld name="Título y contenido ">
    <p:spTree>
      <p:nvGrpSpPr>
        <p:cNvPr id="281" name="Shape 281"/>
        <p:cNvGrpSpPr/>
        <p:nvPr/>
      </p:nvGrpSpPr>
      <p:grpSpPr>
        <a:xfrm>
          <a:off x="0" y="0"/>
          <a:ext cx="0" cy="0"/>
          <a:chOff x="0" y="0"/>
          <a:chExt cx="0" cy="0"/>
        </a:xfrm>
      </p:grpSpPr>
      <p:grpSp>
        <p:nvGrpSpPr>
          <p:cNvPr id="282" name="Google Shape;282;p78"/>
          <p:cNvGrpSpPr/>
          <p:nvPr/>
        </p:nvGrpSpPr>
        <p:grpSpPr>
          <a:xfrm>
            <a:off x="6362700" y="0"/>
            <a:ext cx="5829298" cy="3235602"/>
            <a:chOff x="5612972" y="1"/>
            <a:chExt cx="6615961" cy="3672246"/>
          </a:xfrm>
        </p:grpSpPr>
        <p:sp>
          <p:nvSpPr>
            <p:cNvPr id="283" name="Google Shape;283;p78"/>
            <p:cNvSpPr/>
            <p:nvPr/>
          </p:nvSpPr>
          <p:spPr>
            <a:xfrm>
              <a:off x="5612972" y="1"/>
              <a:ext cx="4408998" cy="3672246"/>
            </a:xfrm>
            <a:custGeom>
              <a:rect b="b" l="l" r="r" t="t"/>
              <a:pathLst>
                <a:path extrusionOk="0" h="2980" w="3578">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84" name="Google Shape;284;p78"/>
            <p:cNvSpPr/>
            <p:nvPr/>
          </p:nvSpPr>
          <p:spPr>
            <a:xfrm>
              <a:off x="6341233" y="1463970"/>
              <a:ext cx="2208196" cy="2208277"/>
            </a:xfrm>
            <a:custGeom>
              <a:rect b="b" l="l" r="r" t="t"/>
              <a:pathLst>
                <a:path extrusionOk="0" h="1792" w="1792">
                  <a:moveTo>
                    <a:pt x="597" y="0"/>
                  </a:moveTo>
                  <a:lnTo>
                    <a:pt x="0" y="598"/>
                  </a:lnTo>
                  <a:lnTo>
                    <a:pt x="1195" y="1792"/>
                  </a:lnTo>
                  <a:lnTo>
                    <a:pt x="1792" y="1195"/>
                  </a:lnTo>
                  <a:lnTo>
                    <a:pt x="597" y="0"/>
                  </a:lnTo>
                  <a:close/>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85" name="Google Shape;285;p78"/>
            <p:cNvSpPr/>
            <p:nvPr/>
          </p:nvSpPr>
          <p:spPr>
            <a:xfrm>
              <a:off x="8555590" y="1"/>
              <a:ext cx="1457754" cy="729520"/>
            </a:xfrm>
            <a:custGeom>
              <a:rect b="b" l="l" r="r" t="t"/>
              <a:pathLst>
                <a:path extrusionOk="0" h="592" w="1183">
                  <a:moveTo>
                    <a:pt x="1183" y="0"/>
                  </a:moveTo>
                  <a:lnTo>
                    <a:pt x="0" y="0"/>
                  </a:lnTo>
                  <a:lnTo>
                    <a:pt x="591" y="591"/>
                  </a:lnTo>
                  <a:lnTo>
                    <a:pt x="1183" y="0"/>
                  </a:lnTo>
                  <a:close/>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86" name="Google Shape;286;p78"/>
            <p:cNvSpPr/>
            <p:nvPr/>
          </p:nvSpPr>
          <p:spPr>
            <a:xfrm>
              <a:off x="7076887" y="728289"/>
              <a:ext cx="2208196" cy="2208277"/>
            </a:xfrm>
            <a:custGeom>
              <a:rect b="b" l="l" r="r" t="t"/>
              <a:pathLst>
                <a:path extrusionOk="0" h="1792" w="1792">
                  <a:moveTo>
                    <a:pt x="598" y="0"/>
                  </a:moveTo>
                  <a:lnTo>
                    <a:pt x="0" y="597"/>
                  </a:lnTo>
                  <a:lnTo>
                    <a:pt x="1195" y="1792"/>
                  </a:lnTo>
                  <a:lnTo>
                    <a:pt x="1792" y="1195"/>
                  </a:lnTo>
                  <a:lnTo>
                    <a:pt x="598"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87" name="Google Shape;287;p78"/>
            <p:cNvSpPr/>
            <p:nvPr/>
          </p:nvSpPr>
          <p:spPr>
            <a:xfrm>
              <a:off x="9285083" y="728289"/>
              <a:ext cx="2943850" cy="2943958"/>
            </a:xfrm>
            <a:custGeom>
              <a:rect b="b" l="l" r="r" t="t"/>
              <a:pathLst>
                <a:path extrusionOk="0" h="2389" w="2389">
                  <a:moveTo>
                    <a:pt x="2389" y="1195"/>
                  </a:moveTo>
                  <a:lnTo>
                    <a:pt x="1194" y="0"/>
                  </a:lnTo>
                  <a:lnTo>
                    <a:pt x="0" y="1195"/>
                  </a:lnTo>
                  <a:lnTo>
                    <a:pt x="1194" y="2389"/>
                  </a:lnTo>
                  <a:lnTo>
                    <a:pt x="2389" y="1195"/>
                  </a:lnTo>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288" name="Google Shape;288;p78"/>
          <p:cNvSpPr txBox="1"/>
          <p:nvPr>
            <p:ph type="title"/>
          </p:nvPr>
        </p:nvSpPr>
        <p:spPr>
          <a:xfrm>
            <a:off x="6318885" y="3499667"/>
            <a:ext cx="4939666" cy="254281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2800"/>
              <a:buNone/>
              <a:defRPr b="1" i="0" sz="4400">
                <a:solidFill>
                  <a:schemeClr val="lt1"/>
                </a:solidFill>
                <a:latin typeface="Arial"/>
                <a:ea typeface="Arial"/>
                <a:cs typeface="Arial"/>
                <a:sym typeface="Aria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cxnSp>
        <p:nvCxnSpPr>
          <p:cNvPr id="289" name="Google Shape;289;p78"/>
          <p:cNvCxnSpPr/>
          <p:nvPr/>
        </p:nvCxnSpPr>
        <p:spPr>
          <a:xfrm>
            <a:off x="6347460" y="6313170"/>
            <a:ext cx="2133600" cy="3992"/>
          </a:xfrm>
          <a:prstGeom prst="straightConnector1">
            <a:avLst/>
          </a:prstGeom>
          <a:noFill/>
          <a:ln cap="flat" cmpd="sng" w="101600">
            <a:solidFill>
              <a:srgbClr val="B9AD8D"/>
            </a:solidFill>
            <a:prstDash val="solid"/>
            <a:round/>
            <a:headEnd len="sm" w="sm" type="none"/>
            <a:tailEnd len="sm" w="sm" type="none"/>
          </a:ln>
        </p:spPr>
      </p:cxnSp>
      <p:sp>
        <p:nvSpPr>
          <p:cNvPr id="290" name="Google Shape;290;p78"/>
          <p:cNvSpPr txBox="1"/>
          <p:nvPr>
            <p:ph idx="1" type="body"/>
          </p:nvPr>
        </p:nvSpPr>
        <p:spPr>
          <a:xfrm>
            <a:off x="603885" y="457201"/>
            <a:ext cx="5198269" cy="2305050"/>
          </a:xfrm>
          <a:prstGeom prst="rect">
            <a:avLst/>
          </a:prstGeom>
          <a:noFill/>
          <a:ln>
            <a:noFill/>
          </a:ln>
        </p:spPr>
        <p:txBody>
          <a:bodyPr anchorCtr="0" anchor="t" bIns="91425" lIns="0" spcFirstLastPara="1" rIns="91425" wrap="square" tIns="274300">
            <a:normAutofit/>
          </a:bodyPr>
          <a:lstStyle>
            <a:lvl1pPr indent="-342900" lvl="0" marL="457200" algn="l">
              <a:lnSpc>
                <a:spcPct val="115000"/>
              </a:lnSpc>
              <a:spcBef>
                <a:spcPts val="1800"/>
              </a:spcBef>
              <a:spcAft>
                <a:spcPts val="0"/>
              </a:spcAft>
              <a:buSzPts val="1800"/>
              <a:buFont typeface="Arial"/>
              <a:buAutoNum type="arabicPeriod"/>
              <a:defRPr sz="2000"/>
            </a:lvl1pPr>
            <a:lvl2pPr indent="-317500" lvl="1" marL="914400" algn="l">
              <a:lnSpc>
                <a:spcPct val="115000"/>
              </a:lnSpc>
              <a:spcBef>
                <a:spcPts val="1800"/>
              </a:spcBef>
              <a:spcAft>
                <a:spcPts val="0"/>
              </a:spcAft>
              <a:buSzPts val="1400"/>
              <a:buFont typeface="Arial"/>
              <a:buAutoNum type="alphaLcPeriod"/>
              <a:defRPr sz="2000"/>
            </a:lvl2pPr>
            <a:lvl3pPr indent="-317500" lvl="2" marL="1371600" algn="l">
              <a:lnSpc>
                <a:spcPct val="115000"/>
              </a:lnSpc>
              <a:spcBef>
                <a:spcPts val="1800"/>
              </a:spcBef>
              <a:spcAft>
                <a:spcPts val="0"/>
              </a:spcAft>
              <a:buSzPts val="1400"/>
              <a:buFont typeface="Arial"/>
              <a:buAutoNum type="arabicParenR"/>
              <a:defRPr sz="2000"/>
            </a:lvl3pPr>
            <a:lvl4pPr indent="-228600" lvl="3" marL="1828800" algn="l">
              <a:lnSpc>
                <a:spcPct val="115000"/>
              </a:lnSpc>
              <a:spcBef>
                <a:spcPts val="1800"/>
              </a:spcBef>
              <a:spcAft>
                <a:spcPts val="0"/>
              </a:spcAft>
              <a:buSzPts val="1400"/>
              <a:buFont typeface="Arial"/>
              <a:buNone/>
              <a:defRPr sz="2000"/>
            </a:lvl4pPr>
            <a:lvl5pPr indent="-317500" lvl="4" marL="2286000" algn="l">
              <a:lnSpc>
                <a:spcPct val="115000"/>
              </a:lnSpc>
              <a:spcBef>
                <a:spcPts val="1800"/>
              </a:spcBef>
              <a:spcAft>
                <a:spcPts val="0"/>
              </a:spcAft>
              <a:buSzPts val="1400"/>
              <a:buFont typeface="Arial"/>
              <a:buAutoNum type="arabicPeriod"/>
              <a:defRPr sz="2000"/>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91" name="Google Shape;291;p78"/>
          <p:cNvSpPr txBox="1"/>
          <p:nvPr>
            <p:ph idx="2" type="body"/>
          </p:nvPr>
        </p:nvSpPr>
        <p:spPr>
          <a:xfrm>
            <a:off x="594360" y="2810595"/>
            <a:ext cx="5198269" cy="3319513"/>
          </a:xfrm>
          <a:prstGeom prst="rect">
            <a:avLst/>
          </a:prstGeom>
          <a:noFill/>
          <a:ln>
            <a:noFill/>
          </a:ln>
        </p:spPr>
        <p:txBody>
          <a:bodyPr anchorCtr="0" anchor="t" bIns="0" lIns="0" spcFirstLastPara="1" rIns="0" wrap="square" tIns="45700">
            <a:normAutofit/>
          </a:bodyPr>
          <a:lstStyle>
            <a:lvl1pPr indent="-228600" lvl="0" marL="457200" algn="l">
              <a:lnSpc>
                <a:spcPct val="115000"/>
              </a:lnSpc>
              <a:spcBef>
                <a:spcPts val="1800"/>
              </a:spcBef>
              <a:spcAft>
                <a:spcPts val="0"/>
              </a:spcAft>
              <a:buSzPts val="1800"/>
              <a:buFont typeface="Arial"/>
              <a:buNone/>
              <a:defRPr sz="2000"/>
            </a:lvl1pPr>
            <a:lvl2pPr indent="-317500" lvl="1" marL="914400" algn="l">
              <a:lnSpc>
                <a:spcPct val="115000"/>
              </a:lnSpc>
              <a:spcBef>
                <a:spcPts val="1800"/>
              </a:spcBef>
              <a:spcAft>
                <a:spcPts val="0"/>
              </a:spcAft>
              <a:buSzPts val="1400"/>
              <a:buChar char="○"/>
              <a:defRPr sz="2000"/>
            </a:lvl2pPr>
            <a:lvl3pPr indent="-317500" lvl="2" marL="1371600" algn="l">
              <a:lnSpc>
                <a:spcPct val="115000"/>
              </a:lnSpc>
              <a:spcBef>
                <a:spcPts val="1800"/>
              </a:spcBef>
              <a:spcAft>
                <a:spcPts val="0"/>
              </a:spcAft>
              <a:buSzPts val="1400"/>
              <a:buChar char="■"/>
              <a:defRPr sz="2000"/>
            </a:lvl3pPr>
            <a:lvl4pPr indent="-317500" lvl="3" marL="1828800" algn="l">
              <a:lnSpc>
                <a:spcPct val="115000"/>
              </a:lnSpc>
              <a:spcBef>
                <a:spcPts val="1800"/>
              </a:spcBef>
              <a:spcAft>
                <a:spcPts val="0"/>
              </a:spcAft>
              <a:buSzPts val="1400"/>
              <a:buChar char="●"/>
              <a:defRPr sz="2000"/>
            </a:lvl4pPr>
            <a:lvl5pPr indent="-317500" lvl="4" marL="2286000" algn="l">
              <a:lnSpc>
                <a:spcPct val="115000"/>
              </a:lnSpc>
              <a:spcBef>
                <a:spcPts val="1800"/>
              </a:spcBef>
              <a:spcAft>
                <a:spcPts val="0"/>
              </a:spcAft>
              <a:buSzPts val="1400"/>
              <a:buChar char="○"/>
              <a:defRPr sz="2000"/>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92" name="Google Shape;292;p78"/>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marR="0" algn="r">
              <a:buClr>
                <a:schemeClr val="dk2"/>
              </a:buClr>
              <a:buSzPts val="1333"/>
              <a:buFont typeface="Arial"/>
              <a:buNone/>
              <a:defRPr sz="1333">
                <a:solidFill>
                  <a:schemeClr val="dk2"/>
                </a:solidFill>
                <a:latin typeface="Arial"/>
                <a:ea typeface="Arial"/>
                <a:cs typeface="Arial"/>
                <a:sym typeface="Arial"/>
              </a:defRPr>
            </a:lvl1pPr>
            <a:lvl2pPr indent="0" lvl="1" marL="0" marR="0" algn="r">
              <a:buClr>
                <a:schemeClr val="dk2"/>
              </a:buClr>
              <a:buSzPts val="1333"/>
              <a:buFont typeface="Arial"/>
              <a:buNone/>
              <a:defRPr sz="1333">
                <a:solidFill>
                  <a:schemeClr val="dk2"/>
                </a:solidFill>
                <a:latin typeface="Arial"/>
                <a:ea typeface="Arial"/>
                <a:cs typeface="Arial"/>
                <a:sym typeface="Arial"/>
              </a:defRPr>
            </a:lvl2pPr>
            <a:lvl3pPr indent="0" lvl="2" marL="0" marR="0" algn="r">
              <a:buClr>
                <a:schemeClr val="dk2"/>
              </a:buClr>
              <a:buSzPts val="1333"/>
              <a:buFont typeface="Arial"/>
              <a:buNone/>
              <a:defRPr sz="1333">
                <a:solidFill>
                  <a:schemeClr val="dk2"/>
                </a:solidFill>
                <a:latin typeface="Arial"/>
                <a:ea typeface="Arial"/>
                <a:cs typeface="Arial"/>
                <a:sym typeface="Arial"/>
              </a:defRPr>
            </a:lvl3pPr>
            <a:lvl4pPr indent="0" lvl="3" marL="0" marR="0" algn="r">
              <a:buClr>
                <a:schemeClr val="dk2"/>
              </a:buClr>
              <a:buSzPts val="1333"/>
              <a:buFont typeface="Arial"/>
              <a:buNone/>
              <a:defRPr sz="1333">
                <a:solidFill>
                  <a:schemeClr val="dk2"/>
                </a:solidFill>
                <a:latin typeface="Arial"/>
                <a:ea typeface="Arial"/>
                <a:cs typeface="Arial"/>
                <a:sym typeface="Arial"/>
              </a:defRPr>
            </a:lvl4pPr>
            <a:lvl5pPr indent="0" lvl="4" marL="0" marR="0" algn="r">
              <a:buClr>
                <a:schemeClr val="dk2"/>
              </a:buClr>
              <a:buSzPts val="1333"/>
              <a:buFont typeface="Arial"/>
              <a:buNone/>
              <a:defRPr sz="1333">
                <a:solidFill>
                  <a:schemeClr val="dk2"/>
                </a:solidFill>
                <a:latin typeface="Arial"/>
                <a:ea typeface="Arial"/>
                <a:cs typeface="Arial"/>
                <a:sym typeface="Arial"/>
              </a:defRPr>
            </a:lvl5pPr>
            <a:lvl6pPr indent="0" lvl="5" marL="0" marR="0" algn="r">
              <a:buClr>
                <a:schemeClr val="dk2"/>
              </a:buClr>
              <a:buSzPts val="1333"/>
              <a:buFont typeface="Arial"/>
              <a:buNone/>
              <a:defRPr sz="1333">
                <a:solidFill>
                  <a:schemeClr val="dk2"/>
                </a:solidFill>
                <a:latin typeface="Arial"/>
                <a:ea typeface="Arial"/>
                <a:cs typeface="Arial"/>
                <a:sym typeface="Arial"/>
              </a:defRPr>
            </a:lvl6pPr>
            <a:lvl7pPr indent="0" lvl="6" marL="0" marR="0" algn="r">
              <a:buClr>
                <a:schemeClr val="dk2"/>
              </a:buClr>
              <a:buSzPts val="1333"/>
              <a:buFont typeface="Arial"/>
              <a:buNone/>
              <a:defRPr sz="1333">
                <a:solidFill>
                  <a:schemeClr val="dk2"/>
                </a:solidFill>
                <a:latin typeface="Arial"/>
                <a:ea typeface="Arial"/>
                <a:cs typeface="Arial"/>
                <a:sym typeface="Arial"/>
              </a:defRPr>
            </a:lvl7pPr>
            <a:lvl8pPr indent="0" lvl="7" marL="0" marR="0" algn="r">
              <a:buClr>
                <a:schemeClr val="dk2"/>
              </a:buClr>
              <a:buSzPts val="1333"/>
              <a:buFont typeface="Arial"/>
              <a:buNone/>
              <a:defRPr sz="1333">
                <a:solidFill>
                  <a:schemeClr val="dk2"/>
                </a:solidFill>
                <a:latin typeface="Arial"/>
                <a:ea typeface="Arial"/>
                <a:cs typeface="Arial"/>
                <a:sym typeface="Arial"/>
              </a:defRPr>
            </a:lvl8pPr>
            <a:lvl9pPr indent="0" lvl="8" marL="0" marR="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MX"/>
              <a:t>‹#›</a:t>
            </a:fld>
            <a:endParaRPr/>
          </a:p>
        </p:txBody>
      </p:sp>
      <p:sp>
        <p:nvSpPr>
          <p:cNvPr id="293" name="Google Shape;293;p78"/>
          <p:cNvSpPr txBox="1"/>
          <p:nvPr>
            <p:ph idx="10" type="dt"/>
          </p:nvPr>
        </p:nvSpPr>
        <p:spPr>
          <a:xfrm>
            <a:off x="9904412" y="6172200"/>
            <a:ext cx="1600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9" orient="horz" pos="552">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e imagen del título">
  <p:cSld name="Contenido e imagen del título">
    <p:spTree>
      <p:nvGrpSpPr>
        <p:cNvPr id="294" name="Shape 294"/>
        <p:cNvGrpSpPr/>
        <p:nvPr/>
      </p:nvGrpSpPr>
      <p:grpSpPr>
        <a:xfrm>
          <a:off x="0" y="0"/>
          <a:ext cx="0" cy="0"/>
          <a:chOff x="0" y="0"/>
          <a:chExt cx="0" cy="0"/>
        </a:xfrm>
      </p:grpSpPr>
      <p:sp>
        <p:nvSpPr>
          <p:cNvPr id="295" name="Google Shape;295;p79"/>
          <p:cNvSpPr txBox="1"/>
          <p:nvPr>
            <p:ph type="title"/>
          </p:nvPr>
        </p:nvSpPr>
        <p:spPr>
          <a:xfrm>
            <a:off x="575310" y="278129"/>
            <a:ext cx="5063490" cy="2354026"/>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2800"/>
              <a:buNone/>
              <a:defRPr b="1" i="0" sz="4400">
                <a:solidFill>
                  <a:schemeClr val="lt1"/>
                </a:solidFill>
                <a:latin typeface="Arial"/>
                <a:ea typeface="Arial"/>
                <a:cs typeface="Arial"/>
                <a:sym typeface="Aria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96" name="Google Shape;296;p79"/>
          <p:cNvSpPr txBox="1"/>
          <p:nvPr>
            <p:ph idx="1" type="body"/>
          </p:nvPr>
        </p:nvSpPr>
        <p:spPr>
          <a:xfrm>
            <a:off x="594360" y="3279579"/>
            <a:ext cx="5044440" cy="2994415"/>
          </a:xfrm>
          <a:prstGeom prst="rect">
            <a:avLst/>
          </a:prstGeom>
          <a:noFill/>
          <a:ln>
            <a:noFill/>
          </a:ln>
        </p:spPr>
        <p:txBody>
          <a:bodyPr anchorCtr="0" anchor="t" bIns="0" lIns="0" spcFirstLastPara="1" rIns="0" wrap="square" tIns="228600">
            <a:normAutofit/>
          </a:bodyPr>
          <a:lstStyle>
            <a:lvl1pPr indent="-228600" lvl="0" marL="457200" algn="l">
              <a:lnSpc>
                <a:spcPct val="115000"/>
              </a:lnSpc>
              <a:spcBef>
                <a:spcPts val="1800"/>
              </a:spcBef>
              <a:spcAft>
                <a:spcPts val="0"/>
              </a:spcAft>
              <a:buSzPts val="1800"/>
              <a:buFont typeface="Arial"/>
              <a:buNone/>
              <a:defRPr sz="2000"/>
            </a:lvl1pPr>
            <a:lvl2pPr indent="-317500" lvl="1" marL="914400" algn="l">
              <a:lnSpc>
                <a:spcPct val="115000"/>
              </a:lnSpc>
              <a:spcBef>
                <a:spcPts val="1800"/>
              </a:spcBef>
              <a:spcAft>
                <a:spcPts val="0"/>
              </a:spcAft>
              <a:buSzPts val="1400"/>
              <a:buChar char="○"/>
              <a:defRPr sz="2000"/>
            </a:lvl2pPr>
            <a:lvl3pPr indent="-317500" lvl="2" marL="1371600" algn="l">
              <a:lnSpc>
                <a:spcPct val="115000"/>
              </a:lnSpc>
              <a:spcBef>
                <a:spcPts val="1800"/>
              </a:spcBef>
              <a:spcAft>
                <a:spcPts val="0"/>
              </a:spcAft>
              <a:buSzPts val="1400"/>
              <a:buChar char="■"/>
              <a:defRPr sz="2000"/>
            </a:lvl3pPr>
            <a:lvl4pPr indent="-317500" lvl="3" marL="1828800" algn="l">
              <a:lnSpc>
                <a:spcPct val="115000"/>
              </a:lnSpc>
              <a:spcBef>
                <a:spcPts val="1800"/>
              </a:spcBef>
              <a:spcAft>
                <a:spcPts val="0"/>
              </a:spcAft>
              <a:buSzPts val="1400"/>
              <a:buChar char="●"/>
              <a:defRPr sz="2000"/>
            </a:lvl4pPr>
            <a:lvl5pPr indent="-317500" lvl="4" marL="2286000" algn="l">
              <a:lnSpc>
                <a:spcPct val="115000"/>
              </a:lnSpc>
              <a:spcBef>
                <a:spcPts val="1800"/>
              </a:spcBef>
              <a:spcAft>
                <a:spcPts val="0"/>
              </a:spcAft>
              <a:buSzPts val="1400"/>
              <a:buChar char="○"/>
              <a:defRPr sz="2000"/>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cxnSp>
        <p:nvCxnSpPr>
          <p:cNvPr id="297" name="Google Shape;297;p79"/>
          <p:cNvCxnSpPr/>
          <p:nvPr/>
        </p:nvCxnSpPr>
        <p:spPr>
          <a:xfrm>
            <a:off x="594360" y="2997459"/>
            <a:ext cx="2133600" cy="3992"/>
          </a:xfrm>
          <a:prstGeom prst="straightConnector1">
            <a:avLst/>
          </a:prstGeom>
          <a:noFill/>
          <a:ln cap="flat" cmpd="sng" w="101600">
            <a:solidFill>
              <a:srgbClr val="B9AD8D"/>
            </a:solidFill>
            <a:prstDash val="solid"/>
            <a:round/>
            <a:headEnd len="sm" w="sm" type="none"/>
            <a:tailEnd len="sm" w="sm" type="none"/>
          </a:ln>
        </p:spPr>
      </p:cxnSp>
      <p:sp>
        <p:nvSpPr>
          <p:cNvPr id="298" name="Google Shape;298;p79"/>
          <p:cNvSpPr/>
          <p:nvPr>
            <p:ph idx="2" type="pic"/>
          </p:nvPr>
        </p:nvSpPr>
        <p:spPr>
          <a:xfrm>
            <a:off x="6096000" y="0"/>
            <a:ext cx="6118225" cy="6858000"/>
          </a:xfrm>
          <a:prstGeom prst="rect">
            <a:avLst/>
          </a:prstGeom>
          <a:noFill/>
          <a:ln>
            <a:noFill/>
          </a:ln>
        </p:spPr>
      </p:sp>
      <p:sp>
        <p:nvSpPr>
          <p:cNvPr id="299" name="Google Shape;299;p79"/>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marR="0" algn="r">
              <a:buClr>
                <a:schemeClr val="dk2"/>
              </a:buClr>
              <a:buSzPts val="1333"/>
              <a:buFont typeface="Arial"/>
              <a:buNone/>
              <a:defRPr sz="1333">
                <a:solidFill>
                  <a:schemeClr val="dk2"/>
                </a:solidFill>
                <a:latin typeface="Arial"/>
                <a:ea typeface="Arial"/>
                <a:cs typeface="Arial"/>
                <a:sym typeface="Arial"/>
              </a:defRPr>
            </a:lvl1pPr>
            <a:lvl2pPr indent="0" lvl="1" marL="0" marR="0" algn="r">
              <a:buClr>
                <a:schemeClr val="dk2"/>
              </a:buClr>
              <a:buSzPts val="1333"/>
              <a:buFont typeface="Arial"/>
              <a:buNone/>
              <a:defRPr sz="1333">
                <a:solidFill>
                  <a:schemeClr val="dk2"/>
                </a:solidFill>
                <a:latin typeface="Arial"/>
                <a:ea typeface="Arial"/>
                <a:cs typeface="Arial"/>
                <a:sym typeface="Arial"/>
              </a:defRPr>
            </a:lvl2pPr>
            <a:lvl3pPr indent="0" lvl="2" marL="0" marR="0" algn="r">
              <a:buClr>
                <a:schemeClr val="dk2"/>
              </a:buClr>
              <a:buSzPts val="1333"/>
              <a:buFont typeface="Arial"/>
              <a:buNone/>
              <a:defRPr sz="1333">
                <a:solidFill>
                  <a:schemeClr val="dk2"/>
                </a:solidFill>
                <a:latin typeface="Arial"/>
                <a:ea typeface="Arial"/>
                <a:cs typeface="Arial"/>
                <a:sym typeface="Arial"/>
              </a:defRPr>
            </a:lvl3pPr>
            <a:lvl4pPr indent="0" lvl="3" marL="0" marR="0" algn="r">
              <a:buClr>
                <a:schemeClr val="dk2"/>
              </a:buClr>
              <a:buSzPts val="1333"/>
              <a:buFont typeface="Arial"/>
              <a:buNone/>
              <a:defRPr sz="1333">
                <a:solidFill>
                  <a:schemeClr val="dk2"/>
                </a:solidFill>
                <a:latin typeface="Arial"/>
                <a:ea typeface="Arial"/>
                <a:cs typeface="Arial"/>
                <a:sym typeface="Arial"/>
              </a:defRPr>
            </a:lvl4pPr>
            <a:lvl5pPr indent="0" lvl="4" marL="0" marR="0" algn="r">
              <a:buClr>
                <a:schemeClr val="dk2"/>
              </a:buClr>
              <a:buSzPts val="1333"/>
              <a:buFont typeface="Arial"/>
              <a:buNone/>
              <a:defRPr sz="1333">
                <a:solidFill>
                  <a:schemeClr val="dk2"/>
                </a:solidFill>
                <a:latin typeface="Arial"/>
                <a:ea typeface="Arial"/>
                <a:cs typeface="Arial"/>
                <a:sym typeface="Arial"/>
              </a:defRPr>
            </a:lvl5pPr>
            <a:lvl6pPr indent="0" lvl="5" marL="0" marR="0" algn="r">
              <a:buClr>
                <a:schemeClr val="dk2"/>
              </a:buClr>
              <a:buSzPts val="1333"/>
              <a:buFont typeface="Arial"/>
              <a:buNone/>
              <a:defRPr sz="1333">
                <a:solidFill>
                  <a:schemeClr val="dk2"/>
                </a:solidFill>
                <a:latin typeface="Arial"/>
                <a:ea typeface="Arial"/>
                <a:cs typeface="Arial"/>
                <a:sym typeface="Arial"/>
              </a:defRPr>
            </a:lvl6pPr>
            <a:lvl7pPr indent="0" lvl="6" marL="0" marR="0" algn="r">
              <a:buClr>
                <a:schemeClr val="dk2"/>
              </a:buClr>
              <a:buSzPts val="1333"/>
              <a:buFont typeface="Arial"/>
              <a:buNone/>
              <a:defRPr sz="1333">
                <a:solidFill>
                  <a:schemeClr val="dk2"/>
                </a:solidFill>
                <a:latin typeface="Arial"/>
                <a:ea typeface="Arial"/>
                <a:cs typeface="Arial"/>
                <a:sym typeface="Arial"/>
              </a:defRPr>
            </a:lvl7pPr>
            <a:lvl8pPr indent="0" lvl="7" marL="0" marR="0" algn="r">
              <a:buClr>
                <a:schemeClr val="dk2"/>
              </a:buClr>
              <a:buSzPts val="1333"/>
              <a:buFont typeface="Arial"/>
              <a:buNone/>
              <a:defRPr sz="1333">
                <a:solidFill>
                  <a:schemeClr val="dk2"/>
                </a:solidFill>
                <a:latin typeface="Arial"/>
                <a:ea typeface="Arial"/>
                <a:cs typeface="Arial"/>
                <a:sym typeface="Arial"/>
              </a:defRPr>
            </a:lvl8pPr>
            <a:lvl9pPr indent="0" lvl="8" marL="0" marR="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MX"/>
              <a:t>‹#›</a:t>
            </a:fld>
            <a:endParaRPr/>
          </a:p>
        </p:txBody>
      </p:sp>
      <p:sp>
        <p:nvSpPr>
          <p:cNvPr id="300" name="Google Shape;300;p79"/>
          <p:cNvSpPr txBox="1"/>
          <p:nvPr>
            <p:ph idx="10" type="dt"/>
          </p:nvPr>
        </p:nvSpPr>
        <p:spPr>
          <a:xfrm>
            <a:off x="9904412" y="6172200"/>
            <a:ext cx="1600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9" orient="horz" pos="552">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a 2">
  <p:cSld name="Tabla 2">
    <p:spTree>
      <p:nvGrpSpPr>
        <p:cNvPr id="301" name="Shape 301"/>
        <p:cNvGrpSpPr/>
        <p:nvPr/>
      </p:nvGrpSpPr>
      <p:grpSpPr>
        <a:xfrm>
          <a:off x="0" y="0"/>
          <a:ext cx="0" cy="0"/>
          <a:chOff x="0" y="0"/>
          <a:chExt cx="0" cy="0"/>
        </a:xfrm>
      </p:grpSpPr>
      <p:sp>
        <p:nvSpPr>
          <p:cNvPr id="302" name="Google Shape;302;p80"/>
          <p:cNvSpPr txBox="1"/>
          <p:nvPr>
            <p:ph type="title"/>
          </p:nvPr>
        </p:nvSpPr>
        <p:spPr>
          <a:xfrm>
            <a:off x="594360" y="202400"/>
            <a:ext cx="10972800" cy="15703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2800"/>
              <a:buNone/>
              <a:defRPr b="1" i="0" sz="4400">
                <a:solidFill>
                  <a:schemeClr val="lt1"/>
                </a:solidFill>
                <a:latin typeface="Arial"/>
                <a:ea typeface="Arial"/>
                <a:cs typeface="Arial"/>
                <a:sym typeface="Aria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03" name="Google Shape;303;p80"/>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marR="0" algn="r">
              <a:buClr>
                <a:schemeClr val="dk2"/>
              </a:buClr>
              <a:buSzPts val="1333"/>
              <a:buFont typeface="Arial"/>
              <a:buNone/>
              <a:defRPr sz="1333">
                <a:solidFill>
                  <a:schemeClr val="dk2"/>
                </a:solidFill>
                <a:latin typeface="Arial"/>
                <a:ea typeface="Arial"/>
                <a:cs typeface="Arial"/>
                <a:sym typeface="Arial"/>
              </a:defRPr>
            </a:lvl1pPr>
            <a:lvl2pPr indent="0" lvl="1" marL="0" marR="0" algn="r">
              <a:buClr>
                <a:schemeClr val="dk2"/>
              </a:buClr>
              <a:buSzPts val="1333"/>
              <a:buFont typeface="Arial"/>
              <a:buNone/>
              <a:defRPr sz="1333">
                <a:solidFill>
                  <a:schemeClr val="dk2"/>
                </a:solidFill>
                <a:latin typeface="Arial"/>
                <a:ea typeface="Arial"/>
                <a:cs typeface="Arial"/>
                <a:sym typeface="Arial"/>
              </a:defRPr>
            </a:lvl2pPr>
            <a:lvl3pPr indent="0" lvl="2" marL="0" marR="0" algn="r">
              <a:buClr>
                <a:schemeClr val="dk2"/>
              </a:buClr>
              <a:buSzPts val="1333"/>
              <a:buFont typeface="Arial"/>
              <a:buNone/>
              <a:defRPr sz="1333">
                <a:solidFill>
                  <a:schemeClr val="dk2"/>
                </a:solidFill>
                <a:latin typeface="Arial"/>
                <a:ea typeface="Arial"/>
                <a:cs typeface="Arial"/>
                <a:sym typeface="Arial"/>
              </a:defRPr>
            </a:lvl3pPr>
            <a:lvl4pPr indent="0" lvl="3" marL="0" marR="0" algn="r">
              <a:buClr>
                <a:schemeClr val="dk2"/>
              </a:buClr>
              <a:buSzPts val="1333"/>
              <a:buFont typeface="Arial"/>
              <a:buNone/>
              <a:defRPr sz="1333">
                <a:solidFill>
                  <a:schemeClr val="dk2"/>
                </a:solidFill>
                <a:latin typeface="Arial"/>
                <a:ea typeface="Arial"/>
                <a:cs typeface="Arial"/>
                <a:sym typeface="Arial"/>
              </a:defRPr>
            </a:lvl4pPr>
            <a:lvl5pPr indent="0" lvl="4" marL="0" marR="0" algn="r">
              <a:buClr>
                <a:schemeClr val="dk2"/>
              </a:buClr>
              <a:buSzPts val="1333"/>
              <a:buFont typeface="Arial"/>
              <a:buNone/>
              <a:defRPr sz="1333">
                <a:solidFill>
                  <a:schemeClr val="dk2"/>
                </a:solidFill>
                <a:latin typeface="Arial"/>
                <a:ea typeface="Arial"/>
                <a:cs typeface="Arial"/>
                <a:sym typeface="Arial"/>
              </a:defRPr>
            </a:lvl5pPr>
            <a:lvl6pPr indent="0" lvl="5" marL="0" marR="0" algn="r">
              <a:buClr>
                <a:schemeClr val="dk2"/>
              </a:buClr>
              <a:buSzPts val="1333"/>
              <a:buFont typeface="Arial"/>
              <a:buNone/>
              <a:defRPr sz="1333">
                <a:solidFill>
                  <a:schemeClr val="dk2"/>
                </a:solidFill>
                <a:latin typeface="Arial"/>
                <a:ea typeface="Arial"/>
                <a:cs typeface="Arial"/>
                <a:sym typeface="Arial"/>
              </a:defRPr>
            </a:lvl6pPr>
            <a:lvl7pPr indent="0" lvl="6" marL="0" marR="0" algn="r">
              <a:buClr>
                <a:schemeClr val="dk2"/>
              </a:buClr>
              <a:buSzPts val="1333"/>
              <a:buFont typeface="Arial"/>
              <a:buNone/>
              <a:defRPr sz="1333">
                <a:solidFill>
                  <a:schemeClr val="dk2"/>
                </a:solidFill>
                <a:latin typeface="Arial"/>
                <a:ea typeface="Arial"/>
                <a:cs typeface="Arial"/>
                <a:sym typeface="Arial"/>
              </a:defRPr>
            </a:lvl7pPr>
            <a:lvl8pPr indent="0" lvl="7" marL="0" marR="0" algn="r">
              <a:buClr>
                <a:schemeClr val="dk2"/>
              </a:buClr>
              <a:buSzPts val="1333"/>
              <a:buFont typeface="Arial"/>
              <a:buNone/>
              <a:defRPr sz="1333">
                <a:solidFill>
                  <a:schemeClr val="dk2"/>
                </a:solidFill>
                <a:latin typeface="Arial"/>
                <a:ea typeface="Arial"/>
                <a:cs typeface="Arial"/>
                <a:sym typeface="Arial"/>
              </a:defRPr>
            </a:lvl8pPr>
            <a:lvl9pPr indent="0" lvl="8" marL="0" marR="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MX"/>
              <a:t>‹#›</a:t>
            </a:fld>
            <a:endParaRPr/>
          </a:p>
        </p:txBody>
      </p:sp>
      <p:sp>
        <p:nvSpPr>
          <p:cNvPr id="304" name="Google Shape;304;p80"/>
          <p:cNvSpPr txBox="1"/>
          <p:nvPr>
            <p:ph idx="10" type="dt"/>
          </p:nvPr>
        </p:nvSpPr>
        <p:spPr>
          <a:xfrm>
            <a:off x="9904412" y="6172200"/>
            <a:ext cx="1600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cxnSp>
        <p:nvCxnSpPr>
          <p:cNvPr id="305" name="Google Shape;305;p80"/>
          <p:cNvCxnSpPr/>
          <p:nvPr/>
        </p:nvCxnSpPr>
        <p:spPr>
          <a:xfrm>
            <a:off x="594360" y="2148840"/>
            <a:ext cx="2133600" cy="3992"/>
          </a:xfrm>
          <a:prstGeom prst="straightConnector1">
            <a:avLst/>
          </a:prstGeom>
          <a:noFill/>
          <a:ln cap="flat" cmpd="sng" w="101600">
            <a:solidFill>
              <a:srgbClr val="B9AD8D"/>
            </a:solidFill>
            <a:prstDash val="solid"/>
            <a:round/>
            <a:headEnd len="sm" w="sm" type="none"/>
            <a:tailEnd len="sm" w="sm" type="none"/>
          </a:ln>
        </p:spPr>
      </p:cxnSp>
    </p:spTree>
  </p:cSld>
  <p:clrMapOvr>
    <a:masterClrMapping/>
  </p:clrMapOvr>
  <p:extLst>
    <p:ext uri="{DCECCB84-F9BA-43D5-87BE-67443E8EF086}">
      <p15:sldGuideLst>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9" orient="horz" pos="552">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10" name="Shape 310"/>
        <p:cNvGrpSpPr/>
        <p:nvPr/>
      </p:nvGrpSpPr>
      <p:grpSpPr>
        <a:xfrm>
          <a:off x="0" y="0"/>
          <a:ext cx="0" cy="0"/>
          <a:chOff x="0" y="0"/>
          <a:chExt cx="0" cy="0"/>
        </a:xfrm>
      </p:grpSpPr>
      <p:sp>
        <p:nvSpPr>
          <p:cNvPr id="311" name="Google Shape;311;g3a077d5c087_0_255"/>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algn="l">
              <a:lnSpc>
                <a:spcPct val="100000"/>
              </a:lnSpc>
              <a:spcBef>
                <a:spcPts val="0"/>
              </a:spcBef>
              <a:spcAft>
                <a:spcPts val="0"/>
              </a:spcAft>
              <a:buSzPts val="37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312" name="Google Shape;312;g3a077d5c087_0_255"/>
          <p:cNvSpPr txBox="1"/>
          <p:nvPr>
            <p:ph idx="1" type="body"/>
          </p:nvPr>
        </p:nvSpPr>
        <p:spPr>
          <a:xfrm>
            <a:off x="415600" y="1536633"/>
            <a:ext cx="11360700" cy="4555200"/>
          </a:xfrm>
          <a:prstGeom prst="rect">
            <a:avLst/>
          </a:prstGeom>
          <a:noFill/>
          <a:ln>
            <a:noFill/>
          </a:ln>
        </p:spPr>
        <p:txBody>
          <a:bodyPr anchorCtr="0" anchor="t" bIns="121900" lIns="121900" spcFirstLastPara="1" rIns="121900" wrap="square" tIns="121900">
            <a:normAutofit/>
          </a:bodyPr>
          <a:lstStyle>
            <a:lvl1pPr indent="-381000" lvl="0" marL="457200" algn="l">
              <a:lnSpc>
                <a:spcPct val="115000"/>
              </a:lnSpc>
              <a:spcBef>
                <a:spcPts val="0"/>
              </a:spcBef>
              <a:spcAft>
                <a:spcPts val="0"/>
              </a:spcAft>
              <a:buSzPts val="2400"/>
              <a:buChar char="●"/>
              <a:defRPr/>
            </a:lvl1pPr>
            <a:lvl2pPr indent="-349250" lvl="1" marL="914400" algn="l">
              <a:lnSpc>
                <a:spcPct val="115000"/>
              </a:lnSpc>
              <a:spcBef>
                <a:spcPts val="0"/>
              </a:spcBef>
              <a:spcAft>
                <a:spcPts val="0"/>
              </a:spcAft>
              <a:buSzPts val="1900"/>
              <a:buChar char="○"/>
              <a:defRPr/>
            </a:lvl2pPr>
            <a:lvl3pPr indent="-349250" lvl="2" marL="1371600" algn="l">
              <a:lnSpc>
                <a:spcPct val="115000"/>
              </a:lnSpc>
              <a:spcBef>
                <a:spcPts val="0"/>
              </a:spcBef>
              <a:spcAft>
                <a:spcPts val="0"/>
              </a:spcAft>
              <a:buSzPts val="1900"/>
              <a:buChar char="■"/>
              <a:defRPr/>
            </a:lvl3pPr>
            <a:lvl4pPr indent="-349250" lvl="3" marL="1828800" algn="l">
              <a:lnSpc>
                <a:spcPct val="115000"/>
              </a:lnSpc>
              <a:spcBef>
                <a:spcPts val="0"/>
              </a:spcBef>
              <a:spcAft>
                <a:spcPts val="0"/>
              </a:spcAft>
              <a:buSzPts val="1900"/>
              <a:buChar char="●"/>
              <a:defRPr/>
            </a:lvl4pPr>
            <a:lvl5pPr indent="-349250" lvl="4" marL="2286000" algn="l">
              <a:lnSpc>
                <a:spcPct val="115000"/>
              </a:lnSpc>
              <a:spcBef>
                <a:spcPts val="0"/>
              </a:spcBef>
              <a:spcAft>
                <a:spcPts val="0"/>
              </a:spcAft>
              <a:buSzPts val="1900"/>
              <a:buChar char="○"/>
              <a:defRPr/>
            </a:lvl5pPr>
            <a:lvl6pPr indent="-349250" lvl="5" marL="2743200" algn="l">
              <a:lnSpc>
                <a:spcPct val="115000"/>
              </a:lnSpc>
              <a:spcBef>
                <a:spcPts val="0"/>
              </a:spcBef>
              <a:spcAft>
                <a:spcPts val="0"/>
              </a:spcAft>
              <a:buSzPts val="1900"/>
              <a:buChar char="■"/>
              <a:defRPr/>
            </a:lvl6pPr>
            <a:lvl7pPr indent="-349250" lvl="6" marL="3200400" algn="l">
              <a:lnSpc>
                <a:spcPct val="115000"/>
              </a:lnSpc>
              <a:spcBef>
                <a:spcPts val="0"/>
              </a:spcBef>
              <a:spcAft>
                <a:spcPts val="0"/>
              </a:spcAft>
              <a:buSzPts val="1900"/>
              <a:buChar char="●"/>
              <a:defRPr/>
            </a:lvl7pPr>
            <a:lvl8pPr indent="-349250" lvl="7" marL="3657600" algn="l">
              <a:lnSpc>
                <a:spcPct val="115000"/>
              </a:lnSpc>
              <a:spcBef>
                <a:spcPts val="0"/>
              </a:spcBef>
              <a:spcAft>
                <a:spcPts val="0"/>
              </a:spcAft>
              <a:buSzPts val="1900"/>
              <a:buChar char="○"/>
              <a:defRPr/>
            </a:lvl8pPr>
            <a:lvl9pPr indent="-349250" lvl="8" marL="4114800" algn="l">
              <a:lnSpc>
                <a:spcPct val="115000"/>
              </a:lnSpc>
              <a:spcBef>
                <a:spcPts val="0"/>
              </a:spcBef>
              <a:spcAft>
                <a:spcPts val="0"/>
              </a:spcAft>
              <a:buSzPts val="1900"/>
              <a:buChar char="■"/>
              <a:defRPr/>
            </a:lvl9pPr>
          </a:lstStyle>
          <a:p/>
        </p:txBody>
      </p:sp>
      <p:sp>
        <p:nvSpPr>
          <p:cNvPr id="313" name="Google Shape;313;g3a077d5c087_0_255"/>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314" name="Shape 314"/>
        <p:cNvGrpSpPr/>
        <p:nvPr/>
      </p:nvGrpSpPr>
      <p:grpSpPr>
        <a:xfrm>
          <a:off x="0" y="0"/>
          <a:ext cx="0" cy="0"/>
          <a:chOff x="0" y="0"/>
          <a:chExt cx="0" cy="0"/>
        </a:xfrm>
      </p:grpSpPr>
      <p:sp>
        <p:nvSpPr>
          <p:cNvPr id="315" name="Google Shape;315;g3a077d5c087_0_259"/>
          <p:cNvSpPr txBox="1"/>
          <p:nvPr>
            <p:ph type="ctrTitle"/>
          </p:nvPr>
        </p:nvSpPr>
        <p:spPr>
          <a:xfrm>
            <a:off x="415611" y="992767"/>
            <a:ext cx="11360700" cy="2736900"/>
          </a:xfrm>
          <a:prstGeom prst="rect">
            <a:avLst/>
          </a:prstGeom>
          <a:noFill/>
          <a:ln>
            <a:noFill/>
          </a:ln>
        </p:spPr>
        <p:txBody>
          <a:bodyPr anchorCtr="0" anchor="b" bIns="121900" lIns="121900" spcFirstLastPara="1" rIns="121900" wrap="square" tIns="121900">
            <a:normAutofit/>
          </a:bodyPr>
          <a:lstStyle>
            <a:lvl1pPr lvl="0" algn="ctr">
              <a:lnSpc>
                <a:spcPct val="100000"/>
              </a:lnSpc>
              <a:spcBef>
                <a:spcPts val="0"/>
              </a:spcBef>
              <a:spcAft>
                <a:spcPts val="0"/>
              </a:spcAft>
              <a:buSzPts val="6900"/>
              <a:buNone/>
              <a:defRPr sz="6900"/>
            </a:lvl1pPr>
            <a:lvl2pPr lvl="1" algn="ctr">
              <a:lnSpc>
                <a:spcPct val="100000"/>
              </a:lnSpc>
              <a:spcBef>
                <a:spcPts val="0"/>
              </a:spcBef>
              <a:spcAft>
                <a:spcPts val="0"/>
              </a:spcAft>
              <a:buSzPts val="6900"/>
              <a:buNone/>
              <a:defRPr sz="6900"/>
            </a:lvl2pPr>
            <a:lvl3pPr lvl="2" algn="ctr">
              <a:lnSpc>
                <a:spcPct val="100000"/>
              </a:lnSpc>
              <a:spcBef>
                <a:spcPts val="0"/>
              </a:spcBef>
              <a:spcAft>
                <a:spcPts val="0"/>
              </a:spcAft>
              <a:buSzPts val="6900"/>
              <a:buNone/>
              <a:defRPr sz="6900"/>
            </a:lvl3pPr>
            <a:lvl4pPr lvl="3" algn="ctr">
              <a:lnSpc>
                <a:spcPct val="100000"/>
              </a:lnSpc>
              <a:spcBef>
                <a:spcPts val="0"/>
              </a:spcBef>
              <a:spcAft>
                <a:spcPts val="0"/>
              </a:spcAft>
              <a:buSzPts val="6900"/>
              <a:buNone/>
              <a:defRPr sz="6900"/>
            </a:lvl4pPr>
            <a:lvl5pPr lvl="4" algn="ctr">
              <a:lnSpc>
                <a:spcPct val="100000"/>
              </a:lnSpc>
              <a:spcBef>
                <a:spcPts val="0"/>
              </a:spcBef>
              <a:spcAft>
                <a:spcPts val="0"/>
              </a:spcAft>
              <a:buSzPts val="6900"/>
              <a:buNone/>
              <a:defRPr sz="6900"/>
            </a:lvl5pPr>
            <a:lvl6pPr lvl="5" algn="ctr">
              <a:lnSpc>
                <a:spcPct val="100000"/>
              </a:lnSpc>
              <a:spcBef>
                <a:spcPts val="0"/>
              </a:spcBef>
              <a:spcAft>
                <a:spcPts val="0"/>
              </a:spcAft>
              <a:buSzPts val="6900"/>
              <a:buNone/>
              <a:defRPr sz="6900"/>
            </a:lvl6pPr>
            <a:lvl7pPr lvl="6" algn="ctr">
              <a:lnSpc>
                <a:spcPct val="100000"/>
              </a:lnSpc>
              <a:spcBef>
                <a:spcPts val="0"/>
              </a:spcBef>
              <a:spcAft>
                <a:spcPts val="0"/>
              </a:spcAft>
              <a:buSzPts val="6900"/>
              <a:buNone/>
              <a:defRPr sz="6900"/>
            </a:lvl7pPr>
            <a:lvl8pPr lvl="7" algn="ctr">
              <a:lnSpc>
                <a:spcPct val="100000"/>
              </a:lnSpc>
              <a:spcBef>
                <a:spcPts val="0"/>
              </a:spcBef>
              <a:spcAft>
                <a:spcPts val="0"/>
              </a:spcAft>
              <a:buSzPts val="6900"/>
              <a:buNone/>
              <a:defRPr sz="6900"/>
            </a:lvl8pPr>
            <a:lvl9pPr lvl="8" algn="ctr">
              <a:lnSpc>
                <a:spcPct val="100000"/>
              </a:lnSpc>
              <a:spcBef>
                <a:spcPts val="0"/>
              </a:spcBef>
              <a:spcAft>
                <a:spcPts val="0"/>
              </a:spcAft>
              <a:buSzPts val="6900"/>
              <a:buNone/>
              <a:defRPr sz="6900"/>
            </a:lvl9pPr>
          </a:lstStyle>
          <a:p/>
        </p:txBody>
      </p:sp>
      <p:sp>
        <p:nvSpPr>
          <p:cNvPr id="316" name="Google Shape;316;g3a077d5c087_0_259"/>
          <p:cNvSpPr txBox="1"/>
          <p:nvPr>
            <p:ph idx="1" type="subTitle"/>
          </p:nvPr>
        </p:nvSpPr>
        <p:spPr>
          <a:xfrm>
            <a:off x="415600" y="3778833"/>
            <a:ext cx="11360700" cy="1056900"/>
          </a:xfrm>
          <a:prstGeom prst="rect">
            <a:avLst/>
          </a:prstGeom>
          <a:noFill/>
          <a:ln>
            <a:noFill/>
          </a:ln>
        </p:spPr>
        <p:txBody>
          <a:bodyPr anchorCtr="0" anchor="t" bIns="121900" lIns="121900" spcFirstLastPara="1" rIns="121900" wrap="square" tIns="121900">
            <a:normAutofit/>
          </a:bodyPr>
          <a:lstStyle>
            <a:lvl1pPr lvl="0" algn="ctr">
              <a:lnSpc>
                <a:spcPct val="100000"/>
              </a:lnSpc>
              <a:spcBef>
                <a:spcPts val="0"/>
              </a:spcBef>
              <a:spcAft>
                <a:spcPts val="0"/>
              </a:spcAft>
              <a:buSzPts val="3700"/>
              <a:buNone/>
              <a:defRPr sz="3700"/>
            </a:lvl1pPr>
            <a:lvl2pPr lvl="1" algn="ctr">
              <a:lnSpc>
                <a:spcPct val="100000"/>
              </a:lnSpc>
              <a:spcBef>
                <a:spcPts val="0"/>
              </a:spcBef>
              <a:spcAft>
                <a:spcPts val="0"/>
              </a:spcAft>
              <a:buSzPts val="3700"/>
              <a:buNone/>
              <a:defRPr sz="3700"/>
            </a:lvl2pPr>
            <a:lvl3pPr lvl="2" algn="ctr">
              <a:lnSpc>
                <a:spcPct val="100000"/>
              </a:lnSpc>
              <a:spcBef>
                <a:spcPts val="0"/>
              </a:spcBef>
              <a:spcAft>
                <a:spcPts val="0"/>
              </a:spcAft>
              <a:buSzPts val="3700"/>
              <a:buNone/>
              <a:defRPr sz="3700"/>
            </a:lvl3pPr>
            <a:lvl4pPr lvl="3" algn="ctr">
              <a:lnSpc>
                <a:spcPct val="100000"/>
              </a:lnSpc>
              <a:spcBef>
                <a:spcPts val="0"/>
              </a:spcBef>
              <a:spcAft>
                <a:spcPts val="0"/>
              </a:spcAft>
              <a:buSzPts val="3700"/>
              <a:buNone/>
              <a:defRPr sz="3700"/>
            </a:lvl4pPr>
            <a:lvl5pPr lvl="4" algn="ctr">
              <a:lnSpc>
                <a:spcPct val="100000"/>
              </a:lnSpc>
              <a:spcBef>
                <a:spcPts val="0"/>
              </a:spcBef>
              <a:spcAft>
                <a:spcPts val="0"/>
              </a:spcAft>
              <a:buSzPts val="3700"/>
              <a:buNone/>
              <a:defRPr sz="3700"/>
            </a:lvl5pPr>
            <a:lvl6pPr lvl="5" algn="ctr">
              <a:lnSpc>
                <a:spcPct val="100000"/>
              </a:lnSpc>
              <a:spcBef>
                <a:spcPts val="0"/>
              </a:spcBef>
              <a:spcAft>
                <a:spcPts val="0"/>
              </a:spcAft>
              <a:buSzPts val="3700"/>
              <a:buNone/>
              <a:defRPr sz="3700"/>
            </a:lvl6pPr>
            <a:lvl7pPr lvl="6" algn="ctr">
              <a:lnSpc>
                <a:spcPct val="100000"/>
              </a:lnSpc>
              <a:spcBef>
                <a:spcPts val="0"/>
              </a:spcBef>
              <a:spcAft>
                <a:spcPts val="0"/>
              </a:spcAft>
              <a:buSzPts val="3700"/>
              <a:buNone/>
              <a:defRPr sz="3700"/>
            </a:lvl7pPr>
            <a:lvl8pPr lvl="7" algn="ctr">
              <a:lnSpc>
                <a:spcPct val="100000"/>
              </a:lnSpc>
              <a:spcBef>
                <a:spcPts val="0"/>
              </a:spcBef>
              <a:spcAft>
                <a:spcPts val="0"/>
              </a:spcAft>
              <a:buSzPts val="3700"/>
              <a:buNone/>
              <a:defRPr sz="3700"/>
            </a:lvl8pPr>
            <a:lvl9pPr lvl="8" algn="ctr">
              <a:lnSpc>
                <a:spcPct val="100000"/>
              </a:lnSpc>
              <a:spcBef>
                <a:spcPts val="0"/>
              </a:spcBef>
              <a:spcAft>
                <a:spcPts val="0"/>
              </a:spcAft>
              <a:buSzPts val="3700"/>
              <a:buNone/>
              <a:defRPr sz="3700"/>
            </a:lvl9pPr>
          </a:lstStyle>
          <a:p/>
        </p:txBody>
      </p:sp>
      <p:sp>
        <p:nvSpPr>
          <p:cNvPr id="317" name="Google Shape;317;g3a077d5c087_0_259"/>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8" name="Shape 318"/>
        <p:cNvGrpSpPr/>
        <p:nvPr/>
      </p:nvGrpSpPr>
      <p:grpSpPr>
        <a:xfrm>
          <a:off x="0" y="0"/>
          <a:ext cx="0" cy="0"/>
          <a:chOff x="0" y="0"/>
          <a:chExt cx="0" cy="0"/>
        </a:xfrm>
      </p:grpSpPr>
      <p:sp>
        <p:nvSpPr>
          <p:cNvPr id="319" name="Google Shape;319;g3a077d5c087_0_263"/>
          <p:cNvSpPr txBox="1"/>
          <p:nvPr>
            <p:ph type="title"/>
          </p:nvPr>
        </p:nvSpPr>
        <p:spPr>
          <a:xfrm>
            <a:off x="415600" y="2867800"/>
            <a:ext cx="11360700" cy="1122300"/>
          </a:xfrm>
          <a:prstGeom prst="rect">
            <a:avLst/>
          </a:prstGeom>
          <a:noFill/>
          <a:ln>
            <a:noFill/>
          </a:ln>
        </p:spPr>
        <p:txBody>
          <a:bodyPr anchorCtr="0" anchor="ctr" bIns="121900" lIns="121900" spcFirstLastPara="1" rIns="121900" wrap="square" tIns="121900">
            <a:normAutofit/>
          </a:bodyPr>
          <a:lstStyle>
            <a:lvl1pPr lvl="0" algn="ctr">
              <a:lnSpc>
                <a:spcPct val="100000"/>
              </a:lnSpc>
              <a:spcBef>
                <a:spcPts val="0"/>
              </a:spcBef>
              <a:spcAft>
                <a:spcPts val="0"/>
              </a:spcAft>
              <a:buSzPts val="4800"/>
              <a:buNone/>
              <a:defRPr sz="4800"/>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p:txBody>
      </p:sp>
      <p:sp>
        <p:nvSpPr>
          <p:cNvPr id="320" name="Google Shape;320;g3a077d5c087_0_263"/>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21" name="Shape 321"/>
        <p:cNvGrpSpPr/>
        <p:nvPr/>
      </p:nvGrpSpPr>
      <p:grpSpPr>
        <a:xfrm>
          <a:off x="0" y="0"/>
          <a:ext cx="0" cy="0"/>
          <a:chOff x="0" y="0"/>
          <a:chExt cx="0" cy="0"/>
        </a:xfrm>
      </p:grpSpPr>
      <p:sp>
        <p:nvSpPr>
          <p:cNvPr id="322" name="Google Shape;322;g3a077d5c087_0_266"/>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algn="l">
              <a:lnSpc>
                <a:spcPct val="100000"/>
              </a:lnSpc>
              <a:spcBef>
                <a:spcPts val="0"/>
              </a:spcBef>
              <a:spcAft>
                <a:spcPts val="0"/>
              </a:spcAft>
              <a:buSzPts val="37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323" name="Google Shape;323;g3a077d5c087_0_266"/>
          <p:cNvSpPr txBox="1"/>
          <p:nvPr>
            <p:ph idx="1" type="body"/>
          </p:nvPr>
        </p:nvSpPr>
        <p:spPr>
          <a:xfrm>
            <a:off x="415600" y="1536633"/>
            <a:ext cx="5333100" cy="4555200"/>
          </a:xfrm>
          <a:prstGeom prst="rect">
            <a:avLst/>
          </a:prstGeom>
          <a:noFill/>
          <a:ln>
            <a:noFill/>
          </a:ln>
        </p:spPr>
        <p:txBody>
          <a:bodyPr anchorCtr="0" anchor="t" bIns="121900" lIns="121900" spcFirstLastPara="1" rIns="121900" wrap="square" tIns="121900">
            <a:normAutofit/>
          </a:bodyPr>
          <a:lstStyle>
            <a:lvl1pPr indent="-349250" lvl="0" marL="457200" algn="l">
              <a:lnSpc>
                <a:spcPct val="115000"/>
              </a:lnSpc>
              <a:spcBef>
                <a:spcPts val="0"/>
              </a:spcBef>
              <a:spcAft>
                <a:spcPts val="0"/>
              </a:spcAft>
              <a:buSzPts val="1900"/>
              <a:buChar char="●"/>
              <a:defRPr sz="1900"/>
            </a:lvl1pPr>
            <a:lvl2pPr indent="-330200" lvl="1" marL="914400" algn="l">
              <a:lnSpc>
                <a:spcPct val="115000"/>
              </a:lnSpc>
              <a:spcBef>
                <a:spcPts val="0"/>
              </a:spcBef>
              <a:spcAft>
                <a:spcPts val="0"/>
              </a:spcAft>
              <a:buSzPts val="1600"/>
              <a:buChar char="○"/>
              <a:defRPr sz="1600"/>
            </a:lvl2pPr>
            <a:lvl3pPr indent="-330200" lvl="2" marL="1371600" algn="l">
              <a:lnSpc>
                <a:spcPct val="115000"/>
              </a:lnSpc>
              <a:spcBef>
                <a:spcPts val="0"/>
              </a:spcBef>
              <a:spcAft>
                <a:spcPts val="0"/>
              </a:spcAft>
              <a:buSzPts val="1600"/>
              <a:buChar char="■"/>
              <a:defRPr sz="1600"/>
            </a:lvl3pPr>
            <a:lvl4pPr indent="-330200" lvl="3" marL="1828800" algn="l">
              <a:lnSpc>
                <a:spcPct val="115000"/>
              </a:lnSpc>
              <a:spcBef>
                <a:spcPts val="0"/>
              </a:spcBef>
              <a:spcAft>
                <a:spcPts val="0"/>
              </a:spcAft>
              <a:buSzPts val="1600"/>
              <a:buChar char="●"/>
              <a:defRPr sz="1600"/>
            </a:lvl4pPr>
            <a:lvl5pPr indent="-330200" lvl="4" marL="2286000" algn="l">
              <a:lnSpc>
                <a:spcPct val="115000"/>
              </a:lnSpc>
              <a:spcBef>
                <a:spcPts val="0"/>
              </a:spcBef>
              <a:spcAft>
                <a:spcPts val="0"/>
              </a:spcAft>
              <a:buSzPts val="1600"/>
              <a:buChar char="○"/>
              <a:defRPr sz="1600"/>
            </a:lvl5pPr>
            <a:lvl6pPr indent="-330200" lvl="5" marL="2743200" algn="l">
              <a:lnSpc>
                <a:spcPct val="115000"/>
              </a:lnSpc>
              <a:spcBef>
                <a:spcPts val="0"/>
              </a:spcBef>
              <a:spcAft>
                <a:spcPts val="0"/>
              </a:spcAft>
              <a:buSzPts val="1600"/>
              <a:buChar char="■"/>
              <a:defRPr sz="1600"/>
            </a:lvl6pPr>
            <a:lvl7pPr indent="-330200" lvl="6" marL="3200400" algn="l">
              <a:lnSpc>
                <a:spcPct val="115000"/>
              </a:lnSpc>
              <a:spcBef>
                <a:spcPts val="0"/>
              </a:spcBef>
              <a:spcAft>
                <a:spcPts val="0"/>
              </a:spcAft>
              <a:buSzPts val="1600"/>
              <a:buChar char="●"/>
              <a:defRPr sz="1600"/>
            </a:lvl7pPr>
            <a:lvl8pPr indent="-330200" lvl="7" marL="3657600" algn="l">
              <a:lnSpc>
                <a:spcPct val="115000"/>
              </a:lnSpc>
              <a:spcBef>
                <a:spcPts val="0"/>
              </a:spcBef>
              <a:spcAft>
                <a:spcPts val="0"/>
              </a:spcAft>
              <a:buSzPts val="1600"/>
              <a:buChar char="○"/>
              <a:defRPr sz="1600"/>
            </a:lvl8pPr>
            <a:lvl9pPr indent="-330200" lvl="8" marL="4114800" algn="l">
              <a:lnSpc>
                <a:spcPct val="115000"/>
              </a:lnSpc>
              <a:spcBef>
                <a:spcPts val="0"/>
              </a:spcBef>
              <a:spcAft>
                <a:spcPts val="0"/>
              </a:spcAft>
              <a:buSzPts val="1600"/>
              <a:buChar char="■"/>
              <a:defRPr sz="1600"/>
            </a:lvl9pPr>
          </a:lstStyle>
          <a:p/>
        </p:txBody>
      </p:sp>
      <p:sp>
        <p:nvSpPr>
          <p:cNvPr id="324" name="Google Shape;324;g3a077d5c087_0_266"/>
          <p:cNvSpPr txBox="1"/>
          <p:nvPr>
            <p:ph idx="2" type="body"/>
          </p:nvPr>
        </p:nvSpPr>
        <p:spPr>
          <a:xfrm>
            <a:off x="6443200" y="1536633"/>
            <a:ext cx="5333100" cy="4555200"/>
          </a:xfrm>
          <a:prstGeom prst="rect">
            <a:avLst/>
          </a:prstGeom>
          <a:noFill/>
          <a:ln>
            <a:noFill/>
          </a:ln>
        </p:spPr>
        <p:txBody>
          <a:bodyPr anchorCtr="0" anchor="t" bIns="121900" lIns="121900" spcFirstLastPara="1" rIns="121900" wrap="square" tIns="121900">
            <a:normAutofit/>
          </a:bodyPr>
          <a:lstStyle>
            <a:lvl1pPr indent="-349250" lvl="0" marL="457200" algn="l">
              <a:lnSpc>
                <a:spcPct val="115000"/>
              </a:lnSpc>
              <a:spcBef>
                <a:spcPts val="0"/>
              </a:spcBef>
              <a:spcAft>
                <a:spcPts val="0"/>
              </a:spcAft>
              <a:buSzPts val="1900"/>
              <a:buChar char="●"/>
              <a:defRPr sz="1900"/>
            </a:lvl1pPr>
            <a:lvl2pPr indent="-330200" lvl="1" marL="914400" algn="l">
              <a:lnSpc>
                <a:spcPct val="115000"/>
              </a:lnSpc>
              <a:spcBef>
                <a:spcPts val="0"/>
              </a:spcBef>
              <a:spcAft>
                <a:spcPts val="0"/>
              </a:spcAft>
              <a:buSzPts val="1600"/>
              <a:buChar char="○"/>
              <a:defRPr sz="1600"/>
            </a:lvl2pPr>
            <a:lvl3pPr indent="-330200" lvl="2" marL="1371600" algn="l">
              <a:lnSpc>
                <a:spcPct val="115000"/>
              </a:lnSpc>
              <a:spcBef>
                <a:spcPts val="0"/>
              </a:spcBef>
              <a:spcAft>
                <a:spcPts val="0"/>
              </a:spcAft>
              <a:buSzPts val="1600"/>
              <a:buChar char="■"/>
              <a:defRPr sz="1600"/>
            </a:lvl3pPr>
            <a:lvl4pPr indent="-330200" lvl="3" marL="1828800" algn="l">
              <a:lnSpc>
                <a:spcPct val="115000"/>
              </a:lnSpc>
              <a:spcBef>
                <a:spcPts val="0"/>
              </a:spcBef>
              <a:spcAft>
                <a:spcPts val="0"/>
              </a:spcAft>
              <a:buSzPts val="1600"/>
              <a:buChar char="●"/>
              <a:defRPr sz="1600"/>
            </a:lvl4pPr>
            <a:lvl5pPr indent="-330200" lvl="4" marL="2286000" algn="l">
              <a:lnSpc>
                <a:spcPct val="115000"/>
              </a:lnSpc>
              <a:spcBef>
                <a:spcPts val="0"/>
              </a:spcBef>
              <a:spcAft>
                <a:spcPts val="0"/>
              </a:spcAft>
              <a:buSzPts val="1600"/>
              <a:buChar char="○"/>
              <a:defRPr sz="1600"/>
            </a:lvl5pPr>
            <a:lvl6pPr indent="-330200" lvl="5" marL="2743200" algn="l">
              <a:lnSpc>
                <a:spcPct val="115000"/>
              </a:lnSpc>
              <a:spcBef>
                <a:spcPts val="0"/>
              </a:spcBef>
              <a:spcAft>
                <a:spcPts val="0"/>
              </a:spcAft>
              <a:buSzPts val="1600"/>
              <a:buChar char="■"/>
              <a:defRPr sz="1600"/>
            </a:lvl6pPr>
            <a:lvl7pPr indent="-330200" lvl="6" marL="3200400" algn="l">
              <a:lnSpc>
                <a:spcPct val="115000"/>
              </a:lnSpc>
              <a:spcBef>
                <a:spcPts val="0"/>
              </a:spcBef>
              <a:spcAft>
                <a:spcPts val="0"/>
              </a:spcAft>
              <a:buSzPts val="1600"/>
              <a:buChar char="●"/>
              <a:defRPr sz="1600"/>
            </a:lvl7pPr>
            <a:lvl8pPr indent="-330200" lvl="7" marL="3657600" algn="l">
              <a:lnSpc>
                <a:spcPct val="115000"/>
              </a:lnSpc>
              <a:spcBef>
                <a:spcPts val="0"/>
              </a:spcBef>
              <a:spcAft>
                <a:spcPts val="0"/>
              </a:spcAft>
              <a:buSzPts val="1600"/>
              <a:buChar char="○"/>
              <a:defRPr sz="1600"/>
            </a:lvl8pPr>
            <a:lvl9pPr indent="-330200" lvl="8" marL="4114800" algn="l">
              <a:lnSpc>
                <a:spcPct val="115000"/>
              </a:lnSpc>
              <a:spcBef>
                <a:spcPts val="0"/>
              </a:spcBef>
              <a:spcAft>
                <a:spcPts val="0"/>
              </a:spcAft>
              <a:buSzPts val="1600"/>
              <a:buChar char="■"/>
              <a:defRPr sz="1600"/>
            </a:lvl9pPr>
          </a:lstStyle>
          <a:p/>
        </p:txBody>
      </p:sp>
      <p:sp>
        <p:nvSpPr>
          <p:cNvPr id="325" name="Google Shape;325;g3a077d5c087_0_266"/>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26" name="Shape 326"/>
        <p:cNvGrpSpPr/>
        <p:nvPr/>
      </p:nvGrpSpPr>
      <p:grpSpPr>
        <a:xfrm>
          <a:off x="0" y="0"/>
          <a:ext cx="0" cy="0"/>
          <a:chOff x="0" y="0"/>
          <a:chExt cx="0" cy="0"/>
        </a:xfrm>
      </p:grpSpPr>
      <p:sp>
        <p:nvSpPr>
          <p:cNvPr id="327" name="Google Shape;327;g3a077d5c087_0_271"/>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algn="l">
              <a:lnSpc>
                <a:spcPct val="100000"/>
              </a:lnSpc>
              <a:spcBef>
                <a:spcPts val="0"/>
              </a:spcBef>
              <a:spcAft>
                <a:spcPts val="0"/>
              </a:spcAft>
              <a:buSzPts val="37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328" name="Google Shape;328;g3a077d5c087_0_271"/>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9" name="Shape 329"/>
        <p:cNvGrpSpPr/>
        <p:nvPr/>
      </p:nvGrpSpPr>
      <p:grpSpPr>
        <a:xfrm>
          <a:off x="0" y="0"/>
          <a:ext cx="0" cy="0"/>
          <a:chOff x="0" y="0"/>
          <a:chExt cx="0" cy="0"/>
        </a:xfrm>
      </p:grpSpPr>
      <p:sp>
        <p:nvSpPr>
          <p:cNvPr id="330" name="Google Shape;330;g3a077d5c087_0_274"/>
          <p:cNvSpPr txBox="1"/>
          <p:nvPr>
            <p:ph type="title"/>
          </p:nvPr>
        </p:nvSpPr>
        <p:spPr>
          <a:xfrm>
            <a:off x="415600" y="740800"/>
            <a:ext cx="3744000" cy="1007700"/>
          </a:xfrm>
          <a:prstGeom prst="rect">
            <a:avLst/>
          </a:prstGeom>
          <a:noFill/>
          <a:ln>
            <a:noFill/>
          </a:ln>
        </p:spPr>
        <p:txBody>
          <a:bodyPr anchorCtr="0" anchor="b" bIns="121900" lIns="121900" spcFirstLastPara="1" rIns="121900" wrap="square" tIns="121900">
            <a:normAutofit/>
          </a:bodyPr>
          <a:lstStyle>
            <a:lvl1pPr lvl="0" algn="l">
              <a:lnSpc>
                <a:spcPct val="100000"/>
              </a:lnSpc>
              <a:spcBef>
                <a:spcPts val="0"/>
              </a:spcBef>
              <a:spcAft>
                <a:spcPts val="0"/>
              </a:spcAft>
              <a:buSzPts val="3200"/>
              <a:buNone/>
              <a:defRPr sz="3200"/>
            </a:lvl1pPr>
            <a:lvl2pPr lvl="1" algn="l">
              <a:lnSpc>
                <a:spcPct val="100000"/>
              </a:lnSpc>
              <a:spcBef>
                <a:spcPts val="0"/>
              </a:spcBef>
              <a:spcAft>
                <a:spcPts val="0"/>
              </a:spcAft>
              <a:buSzPts val="3200"/>
              <a:buNone/>
              <a:defRPr sz="3200"/>
            </a:lvl2pPr>
            <a:lvl3pPr lvl="2" algn="l">
              <a:lnSpc>
                <a:spcPct val="100000"/>
              </a:lnSpc>
              <a:spcBef>
                <a:spcPts val="0"/>
              </a:spcBef>
              <a:spcAft>
                <a:spcPts val="0"/>
              </a:spcAft>
              <a:buSzPts val="3200"/>
              <a:buNone/>
              <a:defRPr sz="3200"/>
            </a:lvl3pPr>
            <a:lvl4pPr lvl="3" algn="l">
              <a:lnSpc>
                <a:spcPct val="100000"/>
              </a:lnSpc>
              <a:spcBef>
                <a:spcPts val="0"/>
              </a:spcBef>
              <a:spcAft>
                <a:spcPts val="0"/>
              </a:spcAft>
              <a:buSzPts val="3200"/>
              <a:buNone/>
              <a:defRPr sz="3200"/>
            </a:lvl4pPr>
            <a:lvl5pPr lvl="4" algn="l">
              <a:lnSpc>
                <a:spcPct val="100000"/>
              </a:lnSpc>
              <a:spcBef>
                <a:spcPts val="0"/>
              </a:spcBef>
              <a:spcAft>
                <a:spcPts val="0"/>
              </a:spcAft>
              <a:buSzPts val="3200"/>
              <a:buNone/>
              <a:defRPr sz="3200"/>
            </a:lvl5pPr>
            <a:lvl6pPr lvl="5" algn="l">
              <a:lnSpc>
                <a:spcPct val="100000"/>
              </a:lnSpc>
              <a:spcBef>
                <a:spcPts val="0"/>
              </a:spcBef>
              <a:spcAft>
                <a:spcPts val="0"/>
              </a:spcAft>
              <a:buSzPts val="3200"/>
              <a:buNone/>
              <a:defRPr sz="3200"/>
            </a:lvl6pPr>
            <a:lvl7pPr lvl="6" algn="l">
              <a:lnSpc>
                <a:spcPct val="100000"/>
              </a:lnSpc>
              <a:spcBef>
                <a:spcPts val="0"/>
              </a:spcBef>
              <a:spcAft>
                <a:spcPts val="0"/>
              </a:spcAft>
              <a:buSzPts val="3200"/>
              <a:buNone/>
              <a:defRPr sz="3200"/>
            </a:lvl7pPr>
            <a:lvl8pPr lvl="7" algn="l">
              <a:lnSpc>
                <a:spcPct val="100000"/>
              </a:lnSpc>
              <a:spcBef>
                <a:spcPts val="0"/>
              </a:spcBef>
              <a:spcAft>
                <a:spcPts val="0"/>
              </a:spcAft>
              <a:buSzPts val="3200"/>
              <a:buNone/>
              <a:defRPr sz="3200"/>
            </a:lvl8pPr>
            <a:lvl9pPr lvl="8" algn="l">
              <a:lnSpc>
                <a:spcPct val="100000"/>
              </a:lnSpc>
              <a:spcBef>
                <a:spcPts val="0"/>
              </a:spcBef>
              <a:spcAft>
                <a:spcPts val="0"/>
              </a:spcAft>
              <a:buSzPts val="3200"/>
              <a:buNone/>
              <a:defRPr sz="3200"/>
            </a:lvl9pPr>
          </a:lstStyle>
          <a:p/>
        </p:txBody>
      </p:sp>
      <p:sp>
        <p:nvSpPr>
          <p:cNvPr id="331" name="Google Shape;331;g3a077d5c087_0_274"/>
          <p:cNvSpPr txBox="1"/>
          <p:nvPr>
            <p:ph idx="1" type="body"/>
          </p:nvPr>
        </p:nvSpPr>
        <p:spPr>
          <a:xfrm>
            <a:off x="415600" y="1852800"/>
            <a:ext cx="3744000" cy="4239300"/>
          </a:xfrm>
          <a:prstGeom prst="rect">
            <a:avLst/>
          </a:prstGeom>
          <a:noFill/>
          <a:ln>
            <a:noFill/>
          </a:ln>
        </p:spPr>
        <p:txBody>
          <a:bodyPr anchorCtr="0" anchor="t" bIns="121900" lIns="121900" spcFirstLastPara="1" rIns="121900" wrap="square" tIns="121900">
            <a:normAutofit/>
          </a:bodyPr>
          <a:lstStyle>
            <a:lvl1pPr indent="-330200" lvl="0" marL="457200" algn="l">
              <a:lnSpc>
                <a:spcPct val="115000"/>
              </a:lnSpc>
              <a:spcBef>
                <a:spcPts val="0"/>
              </a:spcBef>
              <a:spcAft>
                <a:spcPts val="0"/>
              </a:spcAft>
              <a:buSzPts val="1600"/>
              <a:buChar char="●"/>
              <a:defRPr sz="1600"/>
            </a:lvl1pPr>
            <a:lvl2pPr indent="-330200" lvl="1" marL="914400" algn="l">
              <a:lnSpc>
                <a:spcPct val="115000"/>
              </a:lnSpc>
              <a:spcBef>
                <a:spcPts val="0"/>
              </a:spcBef>
              <a:spcAft>
                <a:spcPts val="0"/>
              </a:spcAft>
              <a:buSzPts val="1600"/>
              <a:buChar char="○"/>
              <a:defRPr sz="1600"/>
            </a:lvl2pPr>
            <a:lvl3pPr indent="-330200" lvl="2" marL="1371600" algn="l">
              <a:lnSpc>
                <a:spcPct val="115000"/>
              </a:lnSpc>
              <a:spcBef>
                <a:spcPts val="0"/>
              </a:spcBef>
              <a:spcAft>
                <a:spcPts val="0"/>
              </a:spcAft>
              <a:buSzPts val="1600"/>
              <a:buChar char="■"/>
              <a:defRPr sz="1600"/>
            </a:lvl3pPr>
            <a:lvl4pPr indent="-330200" lvl="3" marL="1828800" algn="l">
              <a:lnSpc>
                <a:spcPct val="115000"/>
              </a:lnSpc>
              <a:spcBef>
                <a:spcPts val="0"/>
              </a:spcBef>
              <a:spcAft>
                <a:spcPts val="0"/>
              </a:spcAft>
              <a:buSzPts val="1600"/>
              <a:buChar char="●"/>
              <a:defRPr sz="1600"/>
            </a:lvl4pPr>
            <a:lvl5pPr indent="-330200" lvl="4" marL="2286000" algn="l">
              <a:lnSpc>
                <a:spcPct val="115000"/>
              </a:lnSpc>
              <a:spcBef>
                <a:spcPts val="0"/>
              </a:spcBef>
              <a:spcAft>
                <a:spcPts val="0"/>
              </a:spcAft>
              <a:buSzPts val="1600"/>
              <a:buChar char="○"/>
              <a:defRPr sz="1600"/>
            </a:lvl5pPr>
            <a:lvl6pPr indent="-330200" lvl="5" marL="2743200" algn="l">
              <a:lnSpc>
                <a:spcPct val="115000"/>
              </a:lnSpc>
              <a:spcBef>
                <a:spcPts val="0"/>
              </a:spcBef>
              <a:spcAft>
                <a:spcPts val="0"/>
              </a:spcAft>
              <a:buSzPts val="1600"/>
              <a:buChar char="■"/>
              <a:defRPr sz="1600"/>
            </a:lvl6pPr>
            <a:lvl7pPr indent="-330200" lvl="6" marL="3200400" algn="l">
              <a:lnSpc>
                <a:spcPct val="115000"/>
              </a:lnSpc>
              <a:spcBef>
                <a:spcPts val="0"/>
              </a:spcBef>
              <a:spcAft>
                <a:spcPts val="0"/>
              </a:spcAft>
              <a:buSzPts val="1600"/>
              <a:buChar char="●"/>
              <a:defRPr sz="1600"/>
            </a:lvl7pPr>
            <a:lvl8pPr indent="-330200" lvl="7" marL="3657600" algn="l">
              <a:lnSpc>
                <a:spcPct val="115000"/>
              </a:lnSpc>
              <a:spcBef>
                <a:spcPts val="0"/>
              </a:spcBef>
              <a:spcAft>
                <a:spcPts val="0"/>
              </a:spcAft>
              <a:buSzPts val="1600"/>
              <a:buChar char="○"/>
              <a:defRPr sz="1600"/>
            </a:lvl8pPr>
            <a:lvl9pPr indent="-330200" lvl="8" marL="4114800" algn="l">
              <a:lnSpc>
                <a:spcPct val="115000"/>
              </a:lnSpc>
              <a:spcBef>
                <a:spcPts val="0"/>
              </a:spcBef>
              <a:spcAft>
                <a:spcPts val="0"/>
              </a:spcAft>
              <a:buSzPts val="1600"/>
              <a:buChar char="■"/>
              <a:defRPr sz="1600"/>
            </a:lvl9pPr>
          </a:lstStyle>
          <a:p/>
        </p:txBody>
      </p:sp>
      <p:sp>
        <p:nvSpPr>
          <p:cNvPr id="332" name="Google Shape;332;g3a077d5c087_0_274"/>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33" name="Shape 333"/>
        <p:cNvGrpSpPr/>
        <p:nvPr/>
      </p:nvGrpSpPr>
      <p:grpSpPr>
        <a:xfrm>
          <a:off x="0" y="0"/>
          <a:ext cx="0" cy="0"/>
          <a:chOff x="0" y="0"/>
          <a:chExt cx="0" cy="0"/>
        </a:xfrm>
      </p:grpSpPr>
      <p:sp>
        <p:nvSpPr>
          <p:cNvPr id="334" name="Google Shape;334;g3a077d5c087_0_278"/>
          <p:cNvSpPr txBox="1"/>
          <p:nvPr>
            <p:ph type="title"/>
          </p:nvPr>
        </p:nvSpPr>
        <p:spPr>
          <a:xfrm>
            <a:off x="653667" y="600200"/>
            <a:ext cx="8490300" cy="5454300"/>
          </a:xfrm>
          <a:prstGeom prst="rect">
            <a:avLst/>
          </a:prstGeom>
          <a:noFill/>
          <a:ln>
            <a:noFill/>
          </a:ln>
        </p:spPr>
        <p:txBody>
          <a:bodyPr anchorCtr="0" anchor="ctr" bIns="121900" lIns="121900" spcFirstLastPara="1" rIns="121900" wrap="square" tIns="121900">
            <a:normAutofit/>
          </a:bodyPr>
          <a:lstStyle>
            <a:lvl1pPr lvl="0" algn="l">
              <a:lnSpc>
                <a:spcPct val="100000"/>
              </a:lnSpc>
              <a:spcBef>
                <a:spcPts val="0"/>
              </a:spcBef>
              <a:spcAft>
                <a:spcPts val="0"/>
              </a:spcAft>
              <a:buSzPts val="6400"/>
              <a:buNone/>
              <a:defRPr sz="6400"/>
            </a:lvl1pPr>
            <a:lvl2pPr lvl="1" algn="l">
              <a:lnSpc>
                <a:spcPct val="100000"/>
              </a:lnSpc>
              <a:spcBef>
                <a:spcPts val="0"/>
              </a:spcBef>
              <a:spcAft>
                <a:spcPts val="0"/>
              </a:spcAft>
              <a:buSzPts val="6400"/>
              <a:buNone/>
              <a:defRPr sz="6400"/>
            </a:lvl2pPr>
            <a:lvl3pPr lvl="2" algn="l">
              <a:lnSpc>
                <a:spcPct val="100000"/>
              </a:lnSpc>
              <a:spcBef>
                <a:spcPts val="0"/>
              </a:spcBef>
              <a:spcAft>
                <a:spcPts val="0"/>
              </a:spcAft>
              <a:buSzPts val="6400"/>
              <a:buNone/>
              <a:defRPr sz="6400"/>
            </a:lvl3pPr>
            <a:lvl4pPr lvl="3" algn="l">
              <a:lnSpc>
                <a:spcPct val="100000"/>
              </a:lnSpc>
              <a:spcBef>
                <a:spcPts val="0"/>
              </a:spcBef>
              <a:spcAft>
                <a:spcPts val="0"/>
              </a:spcAft>
              <a:buSzPts val="6400"/>
              <a:buNone/>
              <a:defRPr sz="6400"/>
            </a:lvl4pPr>
            <a:lvl5pPr lvl="4" algn="l">
              <a:lnSpc>
                <a:spcPct val="100000"/>
              </a:lnSpc>
              <a:spcBef>
                <a:spcPts val="0"/>
              </a:spcBef>
              <a:spcAft>
                <a:spcPts val="0"/>
              </a:spcAft>
              <a:buSzPts val="6400"/>
              <a:buNone/>
              <a:defRPr sz="6400"/>
            </a:lvl5pPr>
            <a:lvl6pPr lvl="5" algn="l">
              <a:lnSpc>
                <a:spcPct val="100000"/>
              </a:lnSpc>
              <a:spcBef>
                <a:spcPts val="0"/>
              </a:spcBef>
              <a:spcAft>
                <a:spcPts val="0"/>
              </a:spcAft>
              <a:buSzPts val="6400"/>
              <a:buNone/>
              <a:defRPr sz="6400"/>
            </a:lvl6pPr>
            <a:lvl7pPr lvl="6" algn="l">
              <a:lnSpc>
                <a:spcPct val="100000"/>
              </a:lnSpc>
              <a:spcBef>
                <a:spcPts val="0"/>
              </a:spcBef>
              <a:spcAft>
                <a:spcPts val="0"/>
              </a:spcAft>
              <a:buSzPts val="6400"/>
              <a:buNone/>
              <a:defRPr sz="6400"/>
            </a:lvl7pPr>
            <a:lvl8pPr lvl="7" algn="l">
              <a:lnSpc>
                <a:spcPct val="100000"/>
              </a:lnSpc>
              <a:spcBef>
                <a:spcPts val="0"/>
              </a:spcBef>
              <a:spcAft>
                <a:spcPts val="0"/>
              </a:spcAft>
              <a:buSzPts val="6400"/>
              <a:buNone/>
              <a:defRPr sz="6400"/>
            </a:lvl8pPr>
            <a:lvl9pPr lvl="8" algn="l">
              <a:lnSpc>
                <a:spcPct val="100000"/>
              </a:lnSpc>
              <a:spcBef>
                <a:spcPts val="0"/>
              </a:spcBef>
              <a:spcAft>
                <a:spcPts val="0"/>
              </a:spcAft>
              <a:buSzPts val="6400"/>
              <a:buNone/>
              <a:defRPr sz="6400"/>
            </a:lvl9pPr>
          </a:lstStyle>
          <a:p/>
        </p:txBody>
      </p:sp>
      <p:sp>
        <p:nvSpPr>
          <p:cNvPr id="335" name="Google Shape;335;g3a077d5c087_0_278"/>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36" name="Shape 336"/>
        <p:cNvGrpSpPr/>
        <p:nvPr/>
      </p:nvGrpSpPr>
      <p:grpSpPr>
        <a:xfrm>
          <a:off x="0" y="0"/>
          <a:ext cx="0" cy="0"/>
          <a:chOff x="0" y="0"/>
          <a:chExt cx="0" cy="0"/>
        </a:xfrm>
      </p:grpSpPr>
      <p:sp>
        <p:nvSpPr>
          <p:cNvPr id="337" name="Google Shape;337;g3a077d5c087_0_281"/>
          <p:cNvSpPr/>
          <p:nvPr/>
        </p:nvSpPr>
        <p:spPr>
          <a:xfrm>
            <a:off x="6096000" y="-167"/>
            <a:ext cx="6096000" cy="6858000"/>
          </a:xfrm>
          <a:prstGeom prst="rect">
            <a:avLst/>
          </a:prstGeom>
          <a:solidFill>
            <a:schemeClr val="lt2"/>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338" name="Google Shape;338;g3a077d5c087_0_281"/>
          <p:cNvSpPr txBox="1"/>
          <p:nvPr>
            <p:ph type="title"/>
          </p:nvPr>
        </p:nvSpPr>
        <p:spPr>
          <a:xfrm>
            <a:off x="354000" y="1644233"/>
            <a:ext cx="5393700" cy="1976400"/>
          </a:xfrm>
          <a:prstGeom prst="rect">
            <a:avLst/>
          </a:prstGeom>
          <a:noFill/>
          <a:ln>
            <a:noFill/>
          </a:ln>
        </p:spPr>
        <p:txBody>
          <a:bodyPr anchorCtr="0" anchor="b" bIns="121900" lIns="121900" spcFirstLastPara="1" rIns="121900" wrap="square" tIns="121900">
            <a:normAutofit/>
          </a:bodyPr>
          <a:lstStyle>
            <a:lvl1pPr lvl="0" algn="ctr">
              <a:lnSpc>
                <a:spcPct val="100000"/>
              </a:lnSpc>
              <a:spcBef>
                <a:spcPts val="0"/>
              </a:spcBef>
              <a:spcAft>
                <a:spcPts val="0"/>
              </a:spcAft>
              <a:buSzPts val="5600"/>
              <a:buNone/>
              <a:defRPr sz="5600"/>
            </a:lvl1pPr>
            <a:lvl2pPr lvl="1" algn="ctr">
              <a:lnSpc>
                <a:spcPct val="100000"/>
              </a:lnSpc>
              <a:spcBef>
                <a:spcPts val="0"/>
              </a:spcBef>
              <a:spcAft>
                <a:spcPts val="0"/>
              </a:spcAft>
              <a:buSzPts val="5600"/>
              <a:buNone/>
              <a:defRPr sz="5600"/>
            </a:lvl2pPr>
            <a:lvl3pPr lvl="2" algn="ctr">
              <a:lnSpc>
                <a:spcPct val="100000"/>
              </a:lnSpc>
              <a:spcBef>
                <a:spcPts val="0"/>
              </a:spcBef>
              <a:spcAft>
                <a:spcPts val="0"/>
              </a:spcAft>
              <a:buSzPts val="5600"/>
              <a:buNone/>
              <a:defRPr sz="5600"/>
            </a:lvl3pPr>
            <a:lvl4pPr lvl="3" algn="ctr">
              <a:lnSpc>
                <a:spcPct val="100000"/>
              </a:lnSpc>
              <a:spcBef>
                <a:spcPts val="0"/>
              </a:spcBef>
              <a:spcAft>
                <a:spcPts val="0"/>
              </a:spcAft>
              <a:buSzPts val="5600"/>
              <a:buNone/>
              <a:defRPr sz="5600"/>
            </a:lvl4pPr>
            <a:lvl5pPr lvl="4" algn="ctr">
              <a:lnSpc>
                <a:spcPct val="100000"/>
              </a:lnSpc>
              <a:spcBef>
                <a:spcPts val="0"/>
              </a:spcBef>
              <a:spcAft>
                <a:spcPts val="0"/>
              </a:spcAft>
              <a:buSzPts val="5600"/>
              <a:buNone/>
              <a:defRPr sz="5600"/>
            </a:lvl5pPr>
            <a:lvl6pPr lvl="5" algn="ctr">
              <a:lnSpc>
                <a:spcPct val="100000"/>
              </a:lnSpc>
              <a:spcBef>
                <a:spcPts val="0"/>
              </a:spcBef>
              <a:spcAft>
                <a:spcPts val="0"/>
              </a:spcAft>
              <a:buSzPts val="5600"/>
              <a:buNone/>
              <a:defRPr sz="5600"/>
            </a:lvl6pPr>
            <a:lvl7pPr lvl="6" algn="ctr">
              <a:lnSpc>
                <a:spcPct val="100000"/>
              </a:lnSpc>
              <a:spcBef>
                <a:spcPts val="0"/>
              </a:spcBef>
              <a:spcAft>
                <a:spcPts val="0"/>
              </a:spcAft>
              <a:buSzPts val="5600"/>
              <a:buNone/>
              <a:defRPr sz="5600"/>
            </a:lvl7pPr>
            <a:lvl8pPr lvl="7" algn="ctr">
              <a:lnSpc>
                <a:spcPct val="100000"/>
              </a:lnSpc>
              <a:spcBef>
                <a:spcPts val="0"/>
              </a:spcBef>
              <a:spcAft>
                <a:spcPts val="0"/>
              </a:spcAft>
              <a:buSzPts val="5600"/>
              <a:buNone/>
              <a:defRPr sz="5600"/>
            </a:lvl8pPr>
            <a:lvl9pPr lvl="8" algn="ctr">
              <a:lnSpc>
                <a:spcPct val="100000"/>
              </a:lnSpc>
              <a:spcBef>
                <a:spcPts val="0"/>
              </a:spcBef>
              <a:spcAft>
                <a:spcPts val="0"/>
              </a:spcAft>
              <a:buSzPts val="5600"/>
              <a:buNone/>
              <a:defRPr sz="5600"/>
            </a:lvl9pPr>
          </a:lstStyle>
          <a:p/>
        </p:txBody>
      </p:sp>
      <p:sp>
        <p:nvSpPr>
          <p:cNvPr id="339" name="Google Shape;339;g3a077d5c087_0_281"/>
          <p:cNvSpPr txBox="1"/>
          <p:nvPr>
            <p:ph idx="1" type="subTitle"/>
          </p:nvPr>
        </p:nvSpPr>
        <p:spPr>
          <a:xfrm>
            <a:off x="354000" y="3737433"/>
            <a:ext cx="5393700" cy="1646700"/>
          </a:xfrm>
          <a:prstGeom prst="rect">
            <a:avLst/>
          </a:prstGeom>
          <a:noFill/>
          <a:ln>
            <a:noFill/>
          </a:ln>
        </p:spPr>
        <p:txBody>
          <a:bodyPr anchorCtr="0" anchor="t" bIns="121900" lIns="121900" spcFirstLastPara="1" rIns="121900" wrap="square" tIns="12190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340" name="Google Shape;340;g3a077d5c087_0_281"/>
          <p:cNvSpPr txBox="1"/>
          <p:nvPr>
            <p:ph idx="2" type="body"/>
          </p:nvPr>
        </p:nvSpPr>
        <p:spPr>
          <a:xfrm>
            <a:off x="6586000" y="965433"/>
            <a:ext cx="5115900" cy="4926900"/>
          </a:xfrm>
          <a:prstGeom prst="rect">
            <a:avLst/>
          </a:prstGeom>
          <a:noFill/>
          <a:ln>
            <a:noFill/>
          </a:ln>
        </p:spPr>
        <p:txBody>
          <a:bodyPr anchorCtr="0" anchor="ctr" bIns="121900" lIns="121900" spcFirstLastPara="1" rIns="121900" wrap="square" tIns="121900">
            <a:normAutofit/>
          </a:bodyPr>
          <a:lstStyle>
            <a:lvl1pPr indent="-381000" lvl="0" marL="457200" algn="l">
              <a:lnSpc>
                <a:spcPct val="115000"/>
              </a:lnSpc>
              <a:spcBef>
                <a:spcPts val="0"/>
              </a:spcBef>
              <a:spcAft>
                <a:spcPts val="0"/>
              </a:spcAft>
              <a:buSzPts val="2400"/>
              <a:buChar char="●"/>
              <a:defRPr/>
            </a:lvl1pPr>
            <a:lvl2pPr indent="-349250" lvl="1" marL="914400" algn="l">
              <a:lnSpc>
                <a:spcPct val="115000"/>
              </a:lnSpc>
              <a:spcBef>
                <a:spcPts val="0"/>
              </a:spcBef>
              <a:spcAft>
                <a:spcPts val="0"/>
              </a:spcAft>
              <a:buSzPts val="1900"/>
              <a:buChar char="○"/>
              <a:defRPr/>
            </a:lvl2pPr>
            <a:lvl3pPr indent="-349250" lvl="2" marL="1371600" algn="l">
              <a:lnSpc>
                <a:spcPct val="115000"/>
              </a:lnSpc>
              <a:spcBef>
                <a:spcPts val="0"/>
              </a:spcBef>
              <a:spcAft>
                <a:spcPts val="0"/>
              </a:spcAft>
              <a:buSzPts val="1900"/>
              <a:buChar char="■"/>
              <a:defRPr/>
            </a:lvl3pPr>
            <a:lvl4pPr indent="-349250" lvl="3" marL="1828800" algn="l">
              <a:lnSpc>
                <a:spcPct val="115000"/>
              </a:lnSpc>
              <a:spcBef>
                <a:spcPts val="0"/>
              </a:spcBef>
              <a:spcAft>
                <a:spcPts val="0"/>
              </a:spcAft>
              <a:buSzPts val="1900"/>
              <a:buChar char="●"/>
              <a:defRPr/>
            </a:lvl4pPr>
            <a:lvl5pPr indent="-349250" lvl="4" marL="2286000" algn="l">
              <a:lnSpc>
                <a:spcPct val="115000"/>
              </a:lnSpc>
              <a:spcBef>
                <a:spcPts val="0"/>
              </a:spcBef>
              <a:spcAft>
                <a:spcPts val="0"/>
              </a:spcAft>
              <a:buSzPts val="1900"/>
              <a:buChar char="○"/>
              <a:defRPr/>
            </a:lvl5pPr>
            <a:lvl6pPr indent="-349250" lvl="5" marL="2743200" algn="l">
              <a:lnSpc>
                <a:spcPct val="115000"/>
              </a:lnSpc>
              <a:spcBef>
                <a:spcPts val="0"/>
              </a:spcBef>
              <a:spcAft>
                <a:spcPts val="0"/>
              </a:spcAft>
              <a:buSzPts val="1900"/>
              <a:buChar char="■"/>
              <a:defRPr/>
            </a:lvl6pPr>
            <a:lvl7pPr indent="-349250" lvl="6" marL="3200400" algn="l">
              <a:lnSpc>
                <a:spcPct val="115000"/>
              </a:lnSpc>
              <a:spcBef>
                <a:spcPts val="0"/>
              </a:spcBef>
              <a:spcAft>
                <a:spcPts val="0"/>
              </a:spcAft>
              <a:buSzPts val="1900"/>
              <a:buChar char="●"/>
              <a:defRPr/>
            </a:lvl7pPr>
            <a:lvl8pPr indent="-349250" lvl="7" marL="3657600" algn="l">
              <a:lnSpc>
                <a:spcPct val="115000"/>
              </a:lnSpc>
              <a:spcBef>
                <a:spcPts val="0"/>
              </a:spcBef>
              <a:spcAft>
                <a:spcPts val="0"/>
              </a:spcAft>
              <a:buSzPts val="1900"/>
              <a:buChar char="○"/>
              <a:defRPr/>
            </a:lvl8pPr>
            <a:lvl9pPr indent="-349250" lvl="8" marL="4114800" algn="l">
              <a:lnSpc>
                <a:spcPct val="115000"/>
              </a:lnSpc>
              <a:spcBef>
                <a:spcPts val="0"/>
              </a:spcBef>
              <a:spcAft>
                <a:spcPts val="0"/>
              </a:spcAft>
              <a:buSzPts val="1900"/>
              <a:buChar char="■"/>
              <a:defRPr/>
            </a:lvl9pPr>
          </a:lstStyle>
          <a:p/>
        </p:txBody>
      </p:sp>
      <p:sp>
        <p:nvSpPr>
          <p:cNvPr id="341" name="Google Shape;341;g3a077d5c087_0_281"/>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342" name="Shape 342"/>
        <p:cNvGrpSpPr/>
        <p:nvPr/>
      </p:nvGrpSpPr>
      <p:grpSpPr>
        <a:xfrm>
          <a:off x="0" y="0"/>
          <a:ext cx="0" cy="0"/>
          <a:chOff x="0" y="0"/>
          <a:chExt cx="0" cy="0"/>
        </a:xfrm>
      </p:grpSpPr>
      <p:sp>
        <p:nvSpPr>
          <p:cNvPr id="343" name="Google Shape;343;g3a077d5c087_0_287"/>
          <p:cNvSpPr txBox="1"/>
          <p:nvPr>
            <p:ph idx="1" type="body"/>
          </p:nvPr>
        </p:nvSpPr>
        <p:spPr>
          <a:xfrm>
            <a:off x="415600" y="5640767"/>
            <a:ext cx="7998300" cy="806700"/>
          </a:xfrm>
          <a:prstGeom prst="rect">
            <a:avLst/>
          </a:prstGeom>
          <a:noFill/>
          <a:ln>
            <a:noFill/>
          </a:ln>
        </p:spPr>
        <p:txBody>
          <a:bodyPr anchorCtr="0" anchor="ctr" bIns="121900" lIns="121900" spcFirstLastPara="1" rIns="121900" wrap="square" tIns="121900">
            <a:normAutofit/>
          </a:bodyPr>
          <a:lstStyle>
            <a:lvl1pPr indent="-228600" lvl="0" marL="457200" algn="l">
              <a:lnSpc>
                <a:spcPct val="100000"/>
              </a:lnSpc>
              <a:spcBef>
                <a:spcPts val="0"/>
              </a:spcBef>
              <a:spcAft>
                <a:spcPts val="0"/>
              </a:spcAft>
              <a:buSzPts val="2400"/>
              <a:buNone/>
              <a:defRPr/>
            </a:lvl1pPr>
          </a:lstStyle>
          <a:p/>
        </p:txBody>
      </p:sp>
      <p:sp>
        <p:nvSpPr>
          <p:cNvPr id="344" name="Google Shape;344;g3a077d5c087_0_287"/>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345" name="Shape 345"/>
        <p:cNvGrpSpPr/>
        <p:nvPr/>
      </p:nvGrpSpPr>
      <p:grpSpPr>
        <a:xfrm>
          <a:off x="0" y="0"/>
          <a:ext cx="0" cy="0"/>
          <a:chOff x="0" y="0"/>
          <a:chExt cx="0" cy="0"/>
        </a:xfrm>
      </p:grpSpPr>
      <p:sp>
        <p:nvSpPr>
          <p:cNvPr id="346" name="Google Shape;346;g3a077d5c087_0_290"/>
          <p:cNvSpPr txBox="1"/>
          <p:nvPr>
            <p:ph hasCustomPrompt="1" type="title"/>
          </p:nvPr>
        </p:nvSpPr>
        <p:spPr>
          <a:xfrm>
            <a:off x="415600" y="1474833"/>
            <a:ext cx="11360700" cy="2618100"/>
          </a:xfrm>
          <a:prstGeom prst="rect">
            <a:avLst/>
          </a:prstGeom>
          <a:noFill/>
          <a:ln>
            <a:noFill/>
          </a:ln>
        </p:spPr>
        <p:txBody>
          <a:bodyPr anchorCtr="0" anchor="b" bIns="121900" lIns="121900" spcFirstLastPara="1" rIns="121900" wrap="square" tIns="121900">
            <a:normAutofit/>
          </a:bodyPr>
          <a:lstStyle>
            <a:lvl1pPr lvl="0" algn="ctr">
              <a:lnSpc>
                <a:spcPct val="100000"/>
              </a:lnSpc>
              <a:spcBef>
                <a:spcPts val="0"/>
              </a:spcBef>
              <a:spcAft>
                <a:spcPts val="0"/>
              </a:spcAft>
              <a:buSzPts val="16000"/>
              <a:buNone/>
              <a:defRPr sz="16000"/>
            </a:lvl1pPr>
            <a:lvl2pPr lvl="1" algn="ctr">
              <a:lnSpc>
                <a:spcPct val="100000"/>
              </a:lnSpc>
              <a:spcBef>
                <a:spcPts val="0"/>
              </a:spcBef>
              <a:spcAft>
                <a:spcPts val="0"/>
              </a:spcAft>
              <a:buSzPts val="16000"/>
              <a:buNone/>
              <a:defRPr sz="16000"/>
            </a:lvl2pPr>
            <a:lvl3pPr lvl="2" algn="ctr">
              <a:lnSpc>
                <a:spcPct val="100000"/>
              </a:lnSpc>
              <a:spcBef>
                <a:spcPts val="0"/>
              </a:spcBef>
              <a:spcAft>
                <a:spcPts val="0"/>
              </a:spcAft>
              <a:buSzPts val="16000"/>
              <a:buNone/>
              <a:defRPr sz="16000"/>
            </a:lvl3pPr>
            <a:lvl4pPr lvl="3" algn="ctr">
              <a:lnSpc>
                <a:spcPct val="100000"/>
              </a:lnSpc>
              <a:spcBef>
                <a:spcPts val="0"/>
              </a:spcBef>
              <a:spcAft>
                <a:spcPts val="0"/>
              </a:spcAft>
              <a:buSzPts val="16000"/>
              <a:buNone/>
              <a:defRPr sz="16000"/>
            </a:lvl4pPr>
            <a:lvl5pPr lvl="4" algn="ctr">
              <a:lnSpc>
                <a:spcPct val="100000"/>
              </a:lnSpc>
              <a:spcBef>
                <a:spcPts val="0"/>
              </a:spcBef>
              <a:spcAft>
                <a:spcPts val="0"/>
              </a:spcAft>
              <a:buSzPts val="16000"/>
              <a:buNone/>
              <a:defRPr sz="16000"/>
            </a:lvl5pPr>
            <a:lvl6pPr lvl="5" algn="ctr">
              <a:lnSpc>
                <a:spcPct val="100000"/>
              </a:lnSpc>
              <a:spcBef>
                <a:spcPts val="0"/>
              </a:spcBef>
              <a:spcAft>
                <a:spcPts val="0"/>
              </a:spcAft>
              <a:buSzPts val="16000"/>
              <a:buNone/>
              <a:defRPr sz="16000"/>
            </a:lvl6pPr>
            <a:lvl7pPr lvl="6" algn="ctr">
              <a:lnSpc>
                <a:spcPct val="100000"/>
              </a:lnSpc>
              <a:spcBef>
                <a:spcPts val="0"/>
              </a:spcBef>
              <a:spcAft>
                <a:spcPts val="0"/>
              </a:spcAft>
              <a:buSzPts val="16000"/>
              <a:buNone/>
              <a:defRPr sz="16000"/>
            </a:lvl7pPr>
            <a:lvl8pPr lvl="7" algn="ctr">
              <a:lnSpc>
                <a:spcPct val="100000"/>
              </a:lnSpc>
              <a:spcBef>
                <a:spcPts val="0"/>
              </a:spcBef>
              <a:spcAft>
                <a:spcPts val="0"/>
              </a:spcAft>
              <a:buSzPts val="16000"/>
              <a:buNone/>
              <a:defRPr sz="16000"/>
            </a:lvl8pPr>
            <a:lvl9pPr lvl="8" algn="ctr">
              <a:lnSpc>
                <a:spcPct val="100000"/>
              </a:lnSpc>
              <a:spcBef>
                <a:spcPts val="0"/>
              </a:spcBef>
              <a:spcAft>
                <a:spcPts val="0"/>
              </a:spcAft>
              <a:buSzPts val="16000"/>
              <a:buNone/>
              <a:defRPr sz="16000"/>
            </a:lvl9pPr>
          </a:lstStyle>
          <a:p>
            <a:r>
              <a:t>xx%</a:t>
            </a:r>
          </a:p>
        </p:txBody>
      </p:sp>
      <p:sp>
        <p:nvSpPr>
          <p:cNvPr id="347" name="Google Shape;347;g3a077d5c087_0_290"/>
          <p:cNvSpPr txBox="1"/>
          <p:nvPr>
            <p:ph idx="1" type="body"/>
          </p:nvPr>
        </p:nvSpPr>
        <p:spPr>
          <a:xfrm>
            <a:off x="415600" y="4202967"/>
            <a:ext cx="11360700" cy="1734300"/>
          </a:xfrm>
          <a:prstGeom prst="rect">
            <a:avLst/>
          </a:prstGeom>
          <a:noFill/>
          <a:ln>
            <a:noFill/>
          </a:ln>
        </p:spPr>
        <p:txBody>
          <a:bodyPr anchorCtr="0" anchor="t" bIns="121900" lIns="121900" spcFirstLastPara="1" rIns="121900" wrap="square" tIns="121900">
            <a:normAutofit/>
          </a:bodyPr>
          <a:lstStyle>
            <a:lvl1pPr indent="-381000" lvl="0" marL="457200" algn="ctr">
              <a:lnSpc>
                <a:spcPct val="115000"/>
              </a:lnSpc>
              <a:spcBef>
                <a:spcPts val="0"/>
              </a:spcBef>
              <a:spcAft>
                <a:spcPts val="0"/>
              </a:spcAft>
              <a:buSzPts val="2400"/>
              <a:buChar char="●"/>
              <a:defRPr/>
            </a:lvl1pPr>
            <a:lvl2pPr indent="-349250" lvl="1" marL="914400" algn="ctr">
              <a:lnSpc>
                <a:spcPct val="115000"/>
              </a:lnSpc>
              <a:spcBef>
                <a:spcPts val="0"/>
              </a:spcBef>
              <a:spcAft>
                <a:spcPts val="0"/>
              </a:spcAft>
              <a:buSzPts val="1900"/>
              <a:buChar char="○"/>
              <a:defRPr/>
            </a:lvl2pPr>
            <a:lvl3pPr indent="-349250" lvl="2" marL="1371600" algn="ctr">
              <a:lnSpc>
                <a:spcPct val="115000"/>
              </a:lnSpc>
              <a:spcBef>
                <a:spcPts val="0"/>
              </a:spcBef>
              <a:spcAft>
                <a:spcPts val="0"/>
              </a:spcAft>
              <a:buSzPts val="1900"/>
              <a:buChar char="■"/>
              <a:defRPr/>
            </a:lvl3pPr>
            <a:lvl4pPr indent="-349250" lvl="3" marL="1828800" algn="ctr">
              <a:lnSpc>
                <a:spcPct val="115000"/>
              </a:lnSpc>
              <a:spcBef>
                <a:spcPts val="0"/>
              </a:spcBef>
              <a:spcAft>
                <a:spcPts val="0"/>
              </a:spcAft>
              <a:buSzPts val="1900"/>
              <a:buChar char="●"/>
              <a:defRPr/>
            </a:lvl4pPr>
            <a:lvl5pPr indent="-349250" lvl="4" marL="2286000" algn="ctr">
              <a:lnSpc>
                <a:spcPct val="115000"/>
              </a:lnSpc>
              <a:spcBef>
                <a:spcPts val="0"/>
              </a:spcBef>
              <a:spcAft>
                <a:spcPts val="0"/>
              </a:spcAft>
              <a:buSzPts val="1900"/>
              <a:buChar char="○"/>
              <a:defRPr/>
            </a:lvl5pPr>
            <a:lvl6pPr indent="-349250" lvl="5" marL="2743200" algn="ctr">
              <a:lnSpc>
                <a:spcPct val="115000"/>
              </a:lnSpc>
              <a:spcBef>
                <a:spcPts val="0"/>
              </a:spcBef>
              <a:spcAft>
                <a:spcPts val="0"/>
              </a:spcAft>
              <a:buSzPts val="1900"/>
              <a:buChar char="■"/>
              <a:defRPr/>
            </a:lvl6pPr>
            <a:lvl7pPr indent="-349250" lvl="6" marL="3200400" algn="ctr">
              <a:lnSpc>
                <a:spcPct val="115000"/>
              </a:lnSpc>
              <a:spcBef>
                <a:spcPts val="0"/>
              </a:spcBef>
              <a:spcAft>
                <a:spcPts val="0"/>
              </a:spcAft>
              <a:buSzPts val="1900"/>
              <a:buChar char="●"/>
              <a:defRPr/>
            </a:lvl7pPr>
            <a:lvl8pPr indent="-349250" lvl="7" marL="3657600" algn="ctr">
              <a:lnSpc>
                <a:spcPct val="115000"/>
              </a:lnSpc>
              <a:spcBef>
                <a:spcPts val="0"/>
              </a:spcBef>
              <a:spcAft>
                <a:spcPts val="0"/>
              </a:spcAft>
              <a:buSzPts val="1900"/>
              <a:buChar char="○"/>
              <a:defRPr/>
            </a:lvl8pPr>
            <a:lvl9pPr indent="-349250" lvl="8" marL="4114800" algn="ctr">
              <a:lnSpc>
                <a:spcPct val="115000"/>
              </a:lnSpc>
              <a:spcBef>
                <a:spcPts val="0"/>
              </a:spcBef>
              <a:spcAft>
                <a:spcPts val="0"/>
              </a:spcAft>
              <a:buSzPts val="1900"/>
              <a:buChar char="■"/>
              <a:defRPr/>
            </a:lvl9pPr>
          </a:lstStyle>
          <a:p/>
        </p:txBody>
      </p:sp>
      <p:sp>
        <p:nvSpPr>
          <p:cNvPr id="348" name="Google Shape;348;g3a077d5c087_0_290"/>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49" name="Shape 349"/>
        <p:cNvGrpSpPr/>
        <p:nvPr/>
      </p:nvGrpSpPr>
      <p:grpSpPr>
        <a:xfrm>
          <a:off x="0" y="0"/>
          <a:ext cx="0" cy="0"/>
          <a:chOff x="0" y="0"/>
          <a:chExt cx="0" cy="0"/>
        </a:xfrm>
      </p:grpSpPr>
      <p:sp>
        <p:nvSpPr>
          <p:cNvPr id="350" name="Google Shape;350;g3a077d5c087_0_294"/>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heme" Target="../theme/theme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20" Type="http://schemas.openxmlformats.org/officeDocument/2006/relationships/slideLayout" Target="../slideLayouts/slideLayout44.xml"/><Relationship Id="rId11" Type="http://schemas.openxmlformats.org/officeDocument/2006/relationships/slideLayout" Target="../slideLayouts/slideLayout35.xml"/><Relationship Id="rId22" Type="http://schemas.openxmlformats.org/officeDocument/2006/relationships/slideLayout" Target="../slideLayouts/slideLayout46.xml"/><Relationship Id="rId10" Type="http://schemas.openxmlformats.org/officeDocument/2006/relationships/slideLayout" Target="../slideLayouts/slideLayout34.xml"/><Relationship Id="rId21" Type="http://schemas.openxmlformats.org/officeDocument/2006/relationships/slideLayout" Target="../slideLayouts/slideLayout45.xml"/><Relationship Id="rId13" Type="http://schemas.openxmlformats.org/officeDocument/2006/relationships/slideLayout" Target="../slideLayouts/slideLayout37.xml"/><Relationship Id="rId12" Type="http://schemas.openxmlformats.org/officeDocument/2006/relationships/slideLayout" Target="../slideLayouts/slideLayout36.xml"/><Relationship Id="rId23" Type="http://schemas.openxmlformats.org/officeDocument/2006/relationships/theme" Target="../theme/theme3.xml"/><Relationship Id="rId1" Type="http://schemas.openxmlformats.org/officeDocument/2006/relationships/slideLayout" Target="../slideLayouts/slideLayout25.xml"/><Relationship Id="rId2" Type="http://schemas.openxmlformats.org/officeDocument/2006/relationships/slideLayout" Target="../slideLayouts/slideLayout26.xml"/><Relationship Id="rId3" Type="http://schemas.openxmlformats.org/officeDocument/2006/relationships/slideLayout" Target="../slideLayouts/slideLayout27.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5" Type="http://schemas.openxmlformats.org/officeDocument/2006/relationships/slideLayout" Target="../slideLayouts/slideLayout39.xml"/><Relationship Id="rId14" Type="http://schemas.openxmlformats.org/officeDocument/2006/relationships/slideLayout" Target="../slideLayouts/slideLayout38.xml"/><Relationship Id="rId17" Type="http://schemas.openxmlformats.org/officeDocument/2006/relationships/slideLayout" Target="../slideLayouts/slideLayout41.xml"/><Relationship Id="rId16" Type="http://schemas.openxmlformats.org/officeDocument/2006/relationships/slideLayout" Target="../slideLayouts/slideLayout40.xml"/><Relationship Id="rId5" Type="http://schemas.openxmlformats.org/officeDocument/2006/relationships/slideLayout" Target="../slideLayouts/slideLayout29.xml"/><Relationship Id="rId19" Type="http://schemas.openxmlformats.org/officeDocument/2006/relationships/slideLayout" Target="../slideLayouts/slideLayout43.xml"/><Relationship Id="rId6" Type="http://schemas.openxmlformats.org/officeDocument/2006/relationships/slideLayout" Target="../slideLayouts/slideLayout30.xml"/><Relationship Id="rId18" Type="http://schemas.openxmlformats.org/officeDocument/2006/relationships/slideLayout" Target="../slideLayouts/slideLayout42.xml"/><Relationship Id="rId7" Type="http://schemas.openxmlformats.org/officeDocument/2006/relationships/slideLayout" Target="../slideLayouts/slideLayout31.xml"/><Relationship Id="rId8" Type="http://schemas.openxmlformats.org/officeDocument/2006/relationships/slideLayout" Target="../slideLayouts/slideLayout32.xml"/></Relationships>
</file>

<file path=ppt/slideMasters/_rels/slideMaster4.xml.rels><?xml version="1.0" encoding="UTF-8" standalone="yes"?><Relationships xmlns="http://schemas.openxmlformats.org/package/2006/relationships"><Relationship Id="rId11" Type="http://schemas.openxmlformats.org/officeDocument/2006/relationships/slideLayout" Target="../slideLayouts/slideLayout57.xml"/><Relationship Id="rId10" Type="http://schemas.openxmlformats.org/officeDocument/2006/relationships/slideLayout" Target="../slideLayouts/slideLayout56.xml"/><Relationship Id="rId12" Type="http://schemas.openxmlformats.org/officeDocument/2006/relationships/theme" Target="../theme/theme2.xml"/><Relationship Id="rId1" Type="http://schemas.openxmlformats.org/officeDocument/2006/relationships/slideLayout" Target="../slideLayouts/slideLayout47.xml"/><Relationship Id="rId2" Type="http://schemas.openxmlformats.org/officeDocument/2006/relationships/slideLayout" Target="../slideLayouts/slideLayout48.xml"/><Relationship Id="rId3" Type="http://schemas.openxmlformats.org/officeDocument/2006/relationships/slideLayout" Target="../slideLayouts/slideLayout49.xml"/><Relationship Id="rId4" Type="http://schemas.openxmlformats.org/officeDocument/2006/relationships/slideLayout" Target="../slideLayouts/slideLayout50.xml"/><Relationship Id="rId9" Type="http://schemas.openxmlformats.org/officeDocument/2006/relationships/slideLayout" Target="../slideLayouts/slideLayout55.xml"/><Relationship Id="rId5" Type="http://schemas.openxmlformats.org/officeDocument/2006/relationships/slideLayout" Target="../slideLayouts/slideLayout51.xml"/><Relationship Id="rId6" Type="http://schemas.openxmlformats.org/officeDocument/2006/relationships/slideLayout" Target="../slideLayouts/slideLayout52.xml"/><Relationship Id="rId7" Type="http://schemas.openxmlformats.org/officeDocument/2006/relationships/slideLayout" Target="../slideLayouts/slideLayout53.xml"/><Relationship Id="rId8" Type="http://schemas.openxmlformats.org/officeDocument/2006/relationships/slideLayout" Target="../slideLayouts/slideLayout54.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32"/>
          <p:cNvSpPr txBox="1"/>
          <p:nvPr>
            <p:ph type="title"/>
          </p:nvPr>
        </p:nvSpPr>
        <p:spPr>
          <a:xfrm>
            <a:off x="415600" y="593367"/>
            <a:ext cx="11360800" cy="7636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11" name="Google Shape;11;p32"/>
          <p:cNvSpPr txBox="1"/>
          <p:nvPr>
            <p:ph idx="1" type="body"/>
          </p:nvPr>
        </p:nvSpPr>
        <p:spPr>
          <a:xfrm>
            <a:off x="415600" y="1536633"/>
            <a:ext cx="11360800" cy="45552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867"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867"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867"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867"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867"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867"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867"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867" u="none" cap="none" strike="noStrike">
                <a:solidFill>
                  <a:schemeClr val="dk2"/>
                </a:solidFill>
                <a:latin typeface="Arial"/>
                <a:ea typeface="Arial"/>
                <a:cs typeface="Arial"/>
                <a:sym typeface="Arial"/>
              </a:defRPr>
            </a:lvl9pPr>
          </a:lstStyle>
          <a:p/>
        </p:txBody>
      </p:sp>
      <p:sp>
        <p:nvSpPr>
          <p:cNvPr id="12" name="Google Shape;12;p32"/>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marR="0" rtl="0" algn="r">
              <a:buClr>
                <a:schemeClr val="dk2"/>
              </a:buClr>
              <a:buSzPts val="1333"/>
              <a:buFont typeface="Arial"/>
              <a:buNone/>
              <a:defRPr b="0" i="0" sz="1333" u="none" cap="none" strike="noStrike">
                <a:solidFill>
                  <a:schemeClr val="dk2"/>
                </a:solidFill>
                <a:latin typeface="Arial"/>
                <a:ea typeface="Arial"/>
                <a:cs typeface="Arial"/>
                <a:sym typeface="Arial"/>
              </a:defRPr>
            </a:lvl1pPr>
            <a:lvl2pPr indent="0" lvl="1" marL="0" marR="0" rtl="0" algn="r">
              <a:buClr>
                <a:schemeClr val="dk2"/>
              </a:buClr>
              <a:buSzPts val="1333"/>
              <a:buFont typeface="Arial"/>
              <a:buNone/>
              <a:defRPr b="0" i="0" sz="1333" u="none" cap="none" strike="noStrike">
                <a:solidFill>
                  <a:schemeClr val="dk2"/>
                </a:solidFill>
                <a:latin typeface="Arial"/>
                <a:ea typeface="Arial"/>
                <a:cs typeface="Arial"/>
                <a:sym typeface="Arial"/>
              </a:defRPr>
            </a:lvl2pPr>
            <a:lvl3pPr indent="0" lvl="2" marL="0" marR="0" rtl="0" algn="r">
              <a:buClr>
                <a:schemeClr val="dk2"/>
              </a:buClr>
              <a:buSzPts val="1333"/>
              <a:buFont typeface="Arial"/>
              <a:buNone/>
              <a:defRPr b="0" i="0" sz="1333" u="none" cap="none" strike="noStrike">
                <a:solidFill>
                  <a:schemeClr val="dk2"/>
                </a:solidFill>
                <a:latin typeface="Arial"/>
                <a:ea typeface="Arial"/>
                <a:cs typeface="Arial"/>
                <a:sym typeface="Arial"/>
              </a:defRPr>
            </a:lvl3pPr>
            <a:lvl4pPr indent="0" lvl="3" marL="0" marR="0" rtl="0" algn="r">
              <a:buClr>
                <a:schemeClr val="dk2"/>
              </a:buClr>
              <a:buSzPts val="1333"/>
              <a:buFont typeface="Arial"/>
              <a:buNone/>
              <a:defRPr b="0" i="0" sz="1333" u="none" cap="none" strike="noStrike">
                <a:solidFill>
                  <a:schemeClr val="dk2"/>
                </a:solidFill>
                <a:latin typeface="Arial"/>
                <a:ea typeface="Arial"/>
                <a:cs typeface="Arial"/>
                <a:sym typeface="Arial"/>
              </a:defRPr>
            </a:lvl4pPr>
            <a:lvl5pPr indent="0" lvl="4" marL="0" marR="0" rtl="0" algn="r">
              <a:buClr>
                <a:schemeClr val="dk2"/>
              </a:buClr>
              <a:buSzPts val="1333"/>
              <a:buFont typeface="Arial"/>
              <a:buNone/>
              <a:defRPr b="0" i="0" sz="1333" u="none" cap="none" strike="noStrike">
                <a:solidFill>
                  <a:schemeClr val="dk2"/>
                </a:solidFill>
                <a:latin typeface="Arial"/>
                <a:ea typeface="Arial"/>
                <a:cs typeface="Arial"/>
                <a:sym typeface="Arial"/>
              </a:defRPr>
            </a:lvl5pPr>
            <a:lvl6pPr indent="0" lvl="5" marL="0" marR="0" rtl="0" algn="r">
              <a:buClr>
                <a:schemeClr val="dk2"/>
              </a:buClr>
              <a:buSzPts val="1333"/>
              <a:buFont typeface="Arial"/>
              <a:buNone/>
              <a:defRPr b="0" i="0" sz="1333" u="none" cap="none" strike="noStrike">
                <a:solidFill>
                  <a:schemeClr val="dk2"/>
                </a:solidFill>
                <a:latin typeface="Arial"/>
                <a:ea typeface="Arial"/>
                <a:cs typeface="Arial"/>
                <a:sym typeface="Arial"/>
              </a:defRPr>
            </a:lvl6pPr>
            <a:lvl7pPr indent="0" lvl="6" marL="0" marR="0" rtl="0" algn="r">
              <a:buClr>
                <a:schemeClr val="dk2"/>
              </a:buClr>
              <a:buSzPts val="1333"/>
              <a:buFont typeface="Arial"/>
              <a:buNone/>
              <a:defRPr b="0" i="0" sz="1333" u="none" cap="none" strike="noStrike">
                <a:solidFill>
                  <a:schemeClr val="dk2"/>
                </a:solidFill>
                <a:latin typeface="Arial"/>
                <a:ea typeface="Arial"/>
                <a:cs typeface="Arial"/>
                <a:sym typeface="Arial"/>
              </a:defRPr>
            </a:lvl7pPr>
            <a:lvl8pPr indent="0" lvl="7" marL="0" marR="0" rtl="0" algn="r">
              <a:buClr>
                <a:schemeClr val="dk2"/>
              </a:buClr>
              <a:buSzPts val="1333"/>
              <a:buFont typeface="Arial"/>
              <a:buNone/>
              <a:defRPr b="0" i="0" sz="1333" u="none" cap="none" strike="noStrike">
                <a:solidFill>
                  <a:schemeClr val="dk2"/>
                </a:solidFill>
                <a:latin typeface="Arial"/>
                <a:ea typeface="Arial"/>
                <a:cs typeface="Arial"/>
                <a:sym typeface="Arial"/>
              </a:defRPr>
            </a:lvl8pPr>
            <a:lvl9pPr indent="0" lvl="8" marL="0" marR="0" rtl="0" algn="r">
              <a:buClr>
                <a:schemeClr val="dk2"/>
              </a:buClr>
              <a:buSzPts val="1333"/>
              <a:buFont typeface="Arial"/>
              <a:buNone/>
              <a:defRPr b="0" i="0" sz="1333"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MX"/>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4" name="Shape 54"/>
        <p:cNvGrpSpPr/>
        <p:nvPr/>
      </p:nvGrpSpPr>
      <p:grpSpPr>
        <a:xfrm>
          <a:off x="0" y="0"/>
          <a:ext cx="0" cy="0"/>
          <a:chOff x="0" y="0"/>
          <a:chExt cx="0" cy="0"/>
        </a:xfrm>
      </p:grpSpPr>
      <p:sp>
        <p:nvSpPr>
          <p:cNvPr id="55" name="Google Shape;55;p34"/>
          <p:cNvSpPr txBox="1"/>
          <p:nvPr>
            <p:ph idx="1" type="body"/>
          </p:nvPr>
        </p:nvSpPr>
        <p:spPr>
          <a:xfrm>
            <a:off x="594360" y="1825625"/>
            <a:ext cx="1038225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Libre Franklin"/>
                <a:ea typeface="Libre Franklin"/>
                <a:cs typeface="Libre Franklin"/>
                <a:sym typeface="Libre Franklin"/>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Libre Franklin"/>
                <a:ea typeface="Libre Franklin"/>
                <a:cs typeface="Libre Franklin"/>
                <a:sym typeface="Libre Franklin"/>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Libre Franklin"/>
                <a:ea typeface="Libre Franklin"/>
                <a:cs typeface="Libre Franklin"/>
                <a:sym typeface="Libre Franklin"/>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ibre Franklin"/>
                <a:ea typeface="Libre Franklin"/>
                <a:cs typeface="Libre Franklin"/>
                <a:sym typeface="Libre Franklin"/>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ibre Franklin"/>
                <a:ea typeface="Libre Franklin"/>
                <a:cs typeface="Libre Franklin"/>
                <a:sym typeface="Libre Franklin"/>
              </a:defRPr>
            </a:lvl5pPr>
            <a:lvl6pPr indent="-342900" lvl="5" marL="27432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Libre Franklin"/>
                <a:ea typeface="Libre Franklin"/>
                <a:cs typeface="Libre Franklin"/>
                <a:sym typeface="Libre Franklin"/>
              </a:defRPr>
            </a:lvl6pPr>
            <a:lvl7pPr indent="-342900" lvl="6" marL="32004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Libre Franklin"/>
                <a:ea typeface="Libre Franklin"/>
                <a:cs typeface="Libre Franklin"/>
                <a:sym typeface="Libre Franklin"/>
              </a:defRPr>
            </a:lvl7pPr>
            <a:lvl8pPr indent="-342900" lvl="7" marL="36576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Libre Franklin"/>
                <a:ea typeface="Libre Franklin"/>
                <a:cs typeface="Libre Franklin"/>
                <a:sym typeface="Libre Franklin"/>
              </a:defRPr>
            </a:lvl8pPr>
            <a:lvl9pPr indent="-342900" lvl="8" marL="41148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Libre Franklin"/>
                <a:ea typeface="Libre Franklin"/>
                <a:cs typeface="Libre Franklin"/>
                <a:sym typeface="Libre Franklin"/>
              </a:defRPr>
            </a:lvl9pPr>
          </a:lstStyle>
          <a:p/>
        </p:txBody>
      </p:sp>
      <p:sp>
        <p:nvSpPr>
          <p:cNvPr id="56" name="Google Shape;56;p34"/>
          <p:cNvSpPr txBox="1"/>
          <p:nvPr>
            <p:ph type="title"/>
          </p:nvPr>
        </p:nvSpPr>
        <p:spPr>
          <a:xfrm>
            <a:off x="594360" y="365125"/>
            <a:ext cx="10401300" cy="1325563"/>
          </a:xfrm>
          <a:prstGeom prst="rect">
            <a:avLst/>
          </a:prstGeom>
          <a:noFill/>
          <a:ln>
            <a:noFill/>
          </a:ln>
        </p:spPr>
        <p:txBody>
          <a:bodyPr anchorCtr="0" anchor="ctr" bIns="45700" lIns="91425" spcFirstLastPara="1" rIns="91425" wrap="square" tIns="45700">
            <a:normAutofit/>
          </a:bodyPr>
          <a:lstStyle>
            <a:lvl1pPr lvl="0" marR="0" rtl="0" algn="l">
              <a:lnSpc>
                <a:spcPct val="80000"/>
              </a:lnSpc>
              <a:spcBef>
                <a:spcPts val="0"/>
              </a:spcBef>
              <a:spcAft>
                <a:spcPts val="0"/>
              </a:spcAft>
              <a:buClr>
                <a:schemeClr val="dk1"/>
              </a:buClr>
              <a:buSzPts val="4400"/>
              <a:buFont typeface="Franklin Gothic"/>
              <a:buNone/>
              <a:defRPr b="1" i="0" sz="4400" u="none" cap="none" strike="noStrike">
                <a:solidFill>
                  <a:schemeClr val="dk1"/>
                </a:solidFill>
                <a:latin typeface="Franklin Gothic"/>
                <a:ea typeface="Franklin Gothic"/>
                <a:cs typeface="Franklin Gothic"/>
                <a:sym typeface="Franklin Gothic"/>
              </a:defRPr>
            </a:lvl1pPr>
            <a:lvl2pPr lvl="1" marR="0" rtl="0" algn="l">
              <a:spcBef>
                <a:spcPts val="0"/>
              </a:spcBef>
              <a:spcAft>
                <a:spcPts val="0"/>
              </a:spcAft>
              <a:buSzPts val="1400"/>
              <a:buNone/>
              <a:defRPr b="0" i="0" sz="1800" u="none" cap="none" strike="noStrike">
                <a:solidFill>
                  <a:schemeClr val="lt2"/>
                </a:solidFill>
              </a:defRPr>
            </a:lvl2pPr>
            <a:lvl3pPr lvl="2" marR="0" rtl="0" algn="l">
              <a:spcBef>
                <a:spcPts val="0"/>
              </a:spcBef>
              <a:spcAft>
                <a:spcPts val="0"/>
              </a:spcAft>
              <a:buSzPts val="1400"/>
              <a:buNone/>
              <a:defRPr b="0" i="0" sz="1800" u="none" cap="none" strike="noStrike">
                <a:solidFill>
                  <a:schemeClr val="lt2"/>
                </a:solidFill>
              </a:defRPr>
            </a:lvl3pPr>
            <a:lvl4pPr lvl="3" marR="0" rtl="0" algn="l">
              <a:spcBef>
                <a:spcPts val="0"/>
              </a:spcBef>
              <a:spcAft>
                <a:spcPts val="0"/>
              </a:spcAft>
              <a:buSzPts val="1400"/>
              <a:buNone/>
              <a:defRPr b="0" i="0" sz="1800" u="none" cap="none" strike="noStrike">
                <a:solidFill>
                  <a:schemeClr val="lt2"/>
                </a:solidFill>
              </a:defRPr>
            </a:lvl4pPr>
            <a:lvl5pPr lvl="4" marR="0" rtl="0" algn="l">
              <a:spcBef>
                <a:spcPts val="0"/>
              </a:spcBef>
              <a:spcAft>
                <a:spcPts val="0"/>
              </a:spcAft>
              <a:buSzPts val="1400"/>
              <a:buNone/>
              <a:defRPr b="0" i="0" sz="1800" u="none" cap="none" strike="noStrike">
                <a:solidFill>
                  <a:schemeClr val="lt2"/>
                </a:solidFill>
              </a:defRPr>
            </a:lvl5pPr>
            <a:lvl6pPr lvl="5" marR="0" rtl="0" algn="l">
              <a:spcBef>
                <a:spcPts val="0"/>
              </a:spcBef>
              <a:spcAft>
                <a:spcPts val="0"/>
              </a:spcAft>
              <a:buSzPts val="1400"/>
              <a:buNone/>
              <a:defRPr b="0" i="0" sz="1800" u="none" cap="none" strike="noStrike">
                <a:solidFill>
                  <a:schemeClr val="lt2"/>
                </a:solidFill>
              </a:defRPr>
            </a:lvl6pPr>
            <a:lvl7pPr lvl="6" marR="0" rtl="0" algn="l">
              <a:spcBef>
                <a:spcPts val="0"/>
              </a:spcBef>
              <a:spcAft>
                <a:spcPts val="0"/>
              </a:spcAft>
              <a:buSzPts val="1400"/>
              <a:buNone/>
              <a:defRPr b="0" i="0" sz="1800" u="none" cap="none" strike="noStrike">
                <a:solidFill>
                  <a:schemeClr val="lt2"/>
                </a:solidFill>
              </a:defRPr>
            </a:lvl7pPr>
            <a:lvl8pPr lvl="7" marR="0" rtl="0" algn="l">
              <a:spcBef>
                <a:spcPts val="0"/>
              </a:spcBef>
              <a:spcAft>
                <a:spcPts val="0"/>
              </a:spcAft>
              <a:buSzPts val="1400"/>
              <a:buNone/>
              <a:defRPr b="0" i="0" sz="1800" u="none" cap="none" strike="noStrike">
                <a:solidFill>
                  <a:schemeClr val="lt2"/>
                </a:solidFill>
              </a:defRPr>
            </a:lvl8pPr>
            <a:lvl9pPr lvl="8" marR="0" rtl="0" algn="l">
              <a:spcBef>
                <a:spcPts val="0"/>
              </a:spcBef>
              <a:spcAft>
                <a:spcPts val="0"/>
              </a:spcAft>
              <a:buSzPts val="1400"/>
              <a:buNone/>
              <a:defRPr b="0" i="0" sz="1800" u="none" cap="none" strike="noStrike">
                <a:solidFill>
                  <a:schemeClr val="lt2"/>
                </a:solidFill>
              </a:defRPr>
            </a:lvl9pPr>
          </a:lstStyle>
          <a:p/>
        </p:txBody>
      </p:sp>
      <p:sp>
        <p:nvSpPr>
          <p:cNvPr id="57" name="Google Shape;57;p34"/>
          <p:cNvSpPr txBox="1"/>
          <p:nvPr>
            <p:ph idx="10" type="dt"/>
          </p:nvPr>
        </p:nvSpPr>
        <p:spPr>
          <a:xfrm>
            <a:off x="1133648" y="6332220"/>
            <a:ext cx="1313180" cy="247651"/>
          </a:xfrm>
          <a:prstGeom prst="rect">
            <a:avLst/>
          </a:prstGeom>
          <a:noFill/>
          <a:ln>
            <a:noFill/>
          </a:ln>
        </p:spPr>
        <p:txBody>
          <a:bodyPr anchorCtr="0" anchor="t" bIns="0" lIns="0" spcFirstLastPara="1" rIns="0" wrap="square" tIns="0">
            <a:noAutofit/>
          </a:bodyPr>
          <a:lstStyle>
            <a:lvl1pPr lvl="0" marR="0" rtl="0" algn="l">
              <a:spcBef>
                <a:spcPts val="0"/>
              </a:spcBef>
              <a:spcAft>
                <a:spcPts val="0"/>
              </a:spcAft>
              <a:buSzPts val="1400"/>
              <a:buNone/>
              <a:defRPr b="0" i="0" sz="1100" u="none" cap="none" strike="noStrike">
                <a:solidFill>
                  <a:schemeClr val="dk1"/>
                </a:solidFill>
                <a:latin typeface="Libre Franklin"/>
                <a:ea typeface="Libre Franklin"/>
                <a:cs typeface="Libre Franklin"/>
                <a:sym typeface="Libre Franklin"/>
              </a:defRPr>
            </a:lvl1pPr>
            <a:lvl2pPr lvl="1" marR="0" rtl="0" algn="l">
              <a:spcBef>
                <a:spcPts val="0"/>
              </a:spcBef>
              <a:spcAft>
                <a:spcPts val="0"/>
              </a:spcAft>
              <a:buSzPts val="1400"/>
              <a:buNone/>
              <a:defRPr b="0" i="0" sz="1800" u="none" cap="none" strike="noStrike">
                <a:solidFill>
                  <a:schemeClr val="lt1"/>
                </a:solidFill>
                <a:latin typeface="Libre Franklin"/>
                <a:ea typeface="Libre Franklin"/>
                <a:cs typeface="Libre Franklin"/>
                <a:sym typeface="Libre Franklin"/>
              </a:defRPr>
            </a:lvl2pPr>
            <a:lvl3pPr lvl="2" marR="0" rtl="0" algn="l">
              <a:spcBef>
                <a:spcPts val="0"/>
              </a:spcBef>
              <a:spcAft>
                <a:spcPts val="0"/>
              </a:spcAft>
              <a:buSzPts val="1400"/>
              <a:buNone/>
              <a:defRPr b="0" i="0" sz="1800" u="none" cap="none" strike="noStrike">
                <a:solidFill>
                  <a:schemeClr val="lt1"/>
                </a:solidFill>
                <a:latin typeface="Libre Franklin"/>
                <a:ea typeface="Libre Franklin"/>
                <a:cs typeface="Libre Franklin"/>
                <a:sym typeface="Libre Franklin"/>
              </a:defRPr>
            </a:lvl3pPr>
            <a:lvl4pPr lvl="3" marR="0" rtl="0" algn="l">
              <a:spcBef>
                <a:spcPts val="0"/>
              </a:spcBef>
              <a:spcAft>
                <a:spcPts val="0"/>
              </a:spcAft>
              <a:buSzPts val="1400"/>
              <a:buNone/>
              <a:defRPr b="0" i="0" sz="1800" u="none" cap="none" strike="noStrike">
                <a:solidFill>
                  <a:schemeClr val="lt1"/>
                </a:solidFill>
                <a:latin typeface="Libre Franklin"/>
                <a:ea typeface="Libre Franklin"/>
                <a:cs typeface="Libre Franklin"/>
                <a:sym typeface="Libre Franklin"/>
              </a:defRPr>
            </a:lvl4pPr>
            <a:lvl5pPr lvl="4" marR="0" rtl="0" algn="l">
              <a:spcBef>
                <a:spcPts val="0"/>
              </a:spcBef>
              <a:spcAft>
                <a:spcPts val="0"/>
              </a:spcAft>
              <a:buSzPts val="1400"/>
              <a:buNone/>
              <a:defRPr b="0" i="0" sz="1800" u="none" cap="none" strike="noStrike">
                <a:solidFill>
                  <a:schemeClr val="lt1"/>
                </a:solidFill>
                <a:latin typeface="Libre Franklin"/>
                <a:ea typeface="Libre Franklin"/>
                <a:cs typeface="Libre Franklin"/>
                <a:sym typeface="Libre Franklin"/>
              </a:defRPr>
            </a:lvl5pPr>
            <a:lvl6pPr lvl="5" marR="0" rtl="0" algn="l">
              <a:spcBef>
                <a:spcPts val="0"/>
              </a:spcBef>
              <a:spcAft>
                <a:spcPts val="0"/>
              </a:spcAft>
              <a:buSzPts val="1400"/>
              <a:buNone/>
              <a:defRPr b="0" i="0" sz="1800" u="none" cap="none" strike="noStrike">
                <a:solidFill>
                  <a:schemeClr val="lt1"/>
                </a:solidFill>
                <a:latin typeface="Libre Franklin"/>
                <a:ea typeface="Libre Franklin"/>
                <a:cs typeface="Libre Franklin"/>
                <a:sym typeface="Libre Franklin"/>
              </a:defRPr>
            </a:lvl6pPr>
            <a:lvl7pPr lvl="6" marR="0" rtl="0" algn="l">
              <a:spcBef>
                <a:spcPts val="0"/>
              </a:spcBef>
              <a:spcAft>
                <a:spcPts val="0"/>
              </a:spcAft>
              <a:buSzPts val="1400"/>
              <a:buNone/>
              <a:defRPr b="0" i="0" sz="1800" u="none" cap="none" strike="noStrike">
                <a:solidFill>
                  <a:schemeClr val="lt1"/>
                </a:solidFill>
                <a:latin typeface="Libre Franklin"/>
                <a:ea typeface="Libre Franklin"/>
                <a:cs typeface="Libre Franklin"/>
                <a:sym typeface="Libre Franklin"/>
              </a:defRPr>
            </a:lvl7pPr>
            <a:lvl8pPr lvl="7" marR="0" rtl="0" algn="l">
              <a:spcBef>
                <a:spcPts val="0"/>
              </a:spcBef>
              <a:spcAft>
                <a:spcPts val="0"/>
              </a:spcAft>
              <a:buSzPts val="1400"/>
              <a:buNone/>
              <a:defRPr b="0" i="0" sz="1800" u="none" cap="none" strike="noStrike">
                <a:solidFill>
                  <a:schemeClr val="lt1"/>
                </a:solidFill>
                <a:latin typeface="Libre Franklin"/>
                <a:ea typeface="Libre Franklin"/>
                <a:cs typeface="Libre Franklin"/>
                <a:sym typeface="Libre Franklin"/>
              </a:defRPr>
            </a:lvl8pPr>
            <a:lvl9pPr lvl="8" marR="0" rtl="0" algn="l">
              <a:spcBef>
                <a:spcPts val="0"/>
              </a:spcBef>
              <a:spcAft>
                <a:spcPts val="0"/>
              </a:spcAft>
              <a:buSzPts val="1400"/>
              <a:buNone/>
              <a:defRPr b="0" i="0" sz="1800" u="none" cap="none" strike="noStrike">
                <a:solidFill>
                  <a:schemeClr val="lt1"/>
                </a:solidFill>
                <a:latin typeface="Libre Franklin"/>
                <a:ea typeface="Libre Franklin"/>
                <a:cs typeface="Libre Franklin"/>
                <a:sym typeface="Libre Franklin"/>
              </a:defRPr>
            </a:lvl9pPr>
          </a:lstStyle>
          <a:p/>
        </p:txBody>
      </p:sp>
      <p:sp>
        <p:nvSpPr>
          <p:cNvPr id="58" name="Google Shape;58;p34"/>
          <p:cNvSpPr txBox="1"/>
          <p:nvPr>
            <p:ph idx="12" type="sldNum"/>
          </p:nvPr>
        </p:nvSpPr>
        <p:spPr>
          <a:xfrm>
            <a:off x="594360" y="6332220"/>
            <a:ext cx="523240" cy="247651"/>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1" i="0" sz="1100" u="none" cap="none" strike="noStrike">
                <a:solidFill>
                  <a:schemeClr val="dk1"/>
                </a:solidFill>
                <a:latin typeface="Libre Franklin"/>
                <a:ea typeface="Libre Franklin"/>
                <a:cs typeface="Libre Franklin"/>
                <a:sym typeface="Libre Franklin"/>
              </a:defRPr>
            </a:lvl1pPr>
            <a:lvl2pPr indent="0" lvl="1" marL="0" marR="0" rtl="0" algn="l">
              <a:spcBef>
                <a:spcPts val="0"/>
              </a:spcBef>
              <a:buNone/>
              <a:defRPr b="1" i="0" sz="1100" u="none" cap="none" strike="noStrike">
                <a:solidFill>
                  <a:schemeClr val="dk1"/>
                </a:solidFill>
                <a:latin typeface="Libre Franklin"/>
                <a:ea typeface="Libre Franklin"/>
                <a:cs typeface="Libre Franklin"/>
                <a:sym typeface="Libre Franklin"/>
              </a:defRPr>
            </a:lvl2pPr>
            <a:lvl3pPr indent="0" lvl="2" marL="0" marR="0" rtl="0" algn="l">
              <a:spcBef>
                <a:spcPts val="0"/>
              </a:spcBef>
              <a:buNone/>
              <a:defRPr b="1" i="0" sz="1100" u="none" cap="none" strike="noStrike">
                <a:solidFill>
                  <a:schemeClr val="dk1"/>
                </a:solidFill>
                <a:latin typeface="Libre Franklin"/>
                <a:ea typeface="Libre Franklin"/>
                <a:cs typeface="Libre Franklin"/>
                <a:sym typeface="Libre Franklin"/>
              </a:defRPr>
            </a:lvl3pPr>
            <a:lvl4pPr indent="0" lvl="3" marL="0" marR="0" rtl="0" algn="l">
              <a:spcBef>
                <a:spcPts val="0"/>
              </a:spcBef>
              <a:buNone/>
              <a:defRPr b="1" i="0" sz="1100" u="none" cap="none" strike="noStrike">
                <a:solidFill>
                  <a:schemeClr val="dk1"/>
                </a:solidFill>
                <a:latin typeface="Libre Franklin"/>
                <a:ea typeface="Libre Franklin"/>
                <a:cs typeface="Libre Franklin"/>
                <a:sym typeface="Libre Franklin"/>
              </a:defRPr>
            </a:lvl4pPr>
            <a:lvl5pPr indent="0" lvl="4" marL="0" marR="0" rtl="0" algn="l">
              <a:spcBef>
                <a:spcPts val="0"/>
              </a:spcBef>
              <a:buNone/>
              <a:defRPr b="1" i="0" sz="1100" u="none" cap="none" strike="noStrike">
                <a:solidFill>
                  <a:schemeClr val="dk1"/>
                </a:solidFill>
                <a:latin typeface="Libre Franklin"/>
                <a:ea typeface="Libre Franklin"/>
                <a:cs typeface="Libre Franklin"/>
                <a:sym typeface="Libre Franklin"/>
              </a:defRPr>
            </a:lvl5pPr>
            <a:lvl6pPr indent="0" lvl="5" marL="0" marR="0" rtl="0" algn="l">
              <a:spcBef>
                <a:spcPts val="0"/>
              </a:spcBef>
              <a:buNone/>
              <a:defRPr b="1" i="0" sz="1100" u="none" cap="none" strike="noStrike">
                <a:solidFill>
                  <a:schemeClr val="dk1"/>
                </a:solidFill>
                <a:latin typeface="Libre Franklin"/>
                <a:ea typeface="Libre Franklin"/>
                <a:cs typeface="Libre Franklin"/>
                <a:sym typeface="Libre Franklin"/>
              </a:defRPr>
            </a:lvl6pPr>
            <a:lvl7pPr indent="0" lvl="6" marL="0" marR="0" rtl="0" algn="l">
              <a:spcBef>
                <a:spcPts val="0"/>
              </a:spcBef>
              <a:buNone/>
              <a:defRPr b="1" i="0" sz="1100" u="none" cap="none" strike="noStrike">
                <a:solidFill>
                  <a:schemeClr val="dk1"/>
                </a:solidFill>
                <a:latin typeface="Libre Franklin"/>
                <a:ea typeface="Libre Franklin"/>
                <a:cs typeface="Libre Franklin"/>
                <a:sym typeface="Libre Franklin"/>
              </a:defRPr>
            </a:lvl7pPr>
            <a:lvl8pPr indent="0" lvl="7" marL="0" marR="0" rtl="0" algn="l">
              <a:spcBef>
                <a:spcPts val="0"/>
              </a:spcBef>
              <a:buNone/>
              <a:defRPr b="1" i="0" sz="1100" u="none" cap="none" strike="noStrike">
                <a:solidFill>
                  <a:schemeClr val="dk1"/>
                </a:solidFill>
                <a:latin typeface="Libre Franklin"/>
                <a:ea typeface="Libre Franklin"/>
                <a:cs typeface="Libre Franklin"/>
                <a:sym typeface="Libre Franklin"/>
              </a:defRPr>
            </a:lvl8pPr>
            <a:lvl9pPr indent="0" lvl="8" marL="0" marR="0" rtl="0" algn="l">
              <a:spcBef>
                <a:spcPts val="0"/>
              </a:spcBef>
              <a:buNone/>
              <a:defRPr b="1" i="0" sz="1100" u="none" cap="none" strike="noStrike">
                <a:solidFill>
                  <a:schemeClr val="dk1"/>
                </a:solidFill>
                <a:latin typeface="Libre Franklin"/>
                <a:ea typeface="Libre Franklin"/>
                <a:cs typeface="Libre Franklin"/>
                <a:sym typeface="Libre Franklin"/>
              </a:defRPr>
            </a:lvl9pPr>
          </a:lstStyle>
          <a:p>
            <a:pPr indent="0" lvl="0" marL="0" rtl="0" algn="l">
              <a:spcBef>
                <a:spcPts val="0"/>
              </a:spcBef>
              <a:spcAft>
                <a:spcPts val="0"/>
              </a:spcAft>
              <a:buNone/>
            </a:pPr>
            <a:fld id="{00000000-1234-1234-1234-123412341234}" type="slidenum">
              <a:rPr lang="es-MX"/>
              <a:t>‹#›</a:t>
            </a:fld>
            <a:endParaRPr/>
          </a:p>
        </p:txBody>
      </p:sp>
    </p:spTree>
  </p:cSld>
  <p:clrMap accent1="accent1" accent2="accent2" accent3="accent3" accent4="accent4" accent5="accent5" accent6="accent6" bg1="lt1" bg2="dk2" tx1="dk1" tx2="lt2" folHlink="folHlink" hlink="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60">
          <p15:clr>
            <a:srgbClr val="A4A3A4"/>
          </p15:clr>
        </p15:guide>
        <p15:guide id="2" pos="3840">
          <p15:clr>
            <a:srgbClr val="A4A3A4"/>
          </p15:clr>
        </p15:guide>
        <p15:guide id="3" pos="240">
          <p15:clr>
            <a:srgbClr val="547EBF"/>
          </p15:clr>
        </p15:guide>
        <p15:guide id="4" orient="horz" pos="240">
          <p15:clr>
            <a:srgbClr val="547EBF"/>
          </p15:clr>
        </p15:guide>
        <p15:guide id="5" pos="7440">
          <p15:clr>
            <a:srgbClr val="547EBF"/>
          </p15:clr>
        </p15:guide>
        <p15:guide id="6" orient="horz" pos="4080">
          <p15:clr>
            <a:srgbClr val="547EBF"/>
          </p15:clr>
        </p15:guide>
        <p15:guide id="7" pos="600">
          <p15:clr>
            <a:srgbClr val="547EBF"/>
          </p15:clr>
        </p15:guide>
        <p15:guide id="8" pos="3720">
          <p15:clr>
            <a:srgbClr val="547EBF"/>
          </p15:clr>
        </p15:guide>
        <p15:guide id="9" pos="2112">
          <p15:clr>
            <a:srgbClr val="547EBF"/>
          </p15:clr>
        </p15:guide>
        <p15:guide id="10" pos="1848">
          <p15:clr>
            <a:srgbClr val="547EBF"/>
          </p15:clr>
        </p15:guide>
        <p15:guide id="11" pos="5568">
          <p15:clr>
            <a:srgbClr val="547EBF"/>
          </p15:clr>
        </p15:guide>
        <p15:guide id="12" pos="5832">
          <p15:clr>
            <a:srgbClr val="547EBF"/>
          </p15:clr>
        </p15:guide>
        <p15:guide id="13" pos="4968">
          <p15:clr>
            <a:srgbClr val="9FCC3B"/>
          </p15:clr>
        </p15:guide>
        <p15:guide id="14" pos="5208">
          <p15:clr>
            <a:srgbClr val="9FCC3B"/>
          </p15:clr>
        </p15:guide>
        <p15:guide id="15" pos="2712">
          <p15:clr>
            <a:srgbClr val="9FCC3B"/>
          </p15:clr>
        </p15:guide>
        <p15:guide id="16" pos="2472">
          <p15:clr>
            <a:srgbClr val="9FCC3B"/>
          </p15:clr>
        </p15:guide>
        <p15:guide id="17" pos="3940">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1" name="Shape 171"/>
        <p:cNvGrpSpPr/>
        <p:nvPr/>
      </p:nvGrpSpPr>
      <p:grpSpPr>
        <a:xfrm>
          <a:off x="0" y="0"/>
          <a:ext cx="0" cy="0"/>
          <a:chOff x="0" y="0"/>
          <a:chExt cx="0" cy="0"/>
        </a:xfrm>
      </p:grpSpPr>
      <p:sp>
        <p:nvSpPr>
          <p:cNvPr id="172" name="Google Shape;172;p39"/>
          <p:cNvSpPr txBox="1"/>
          <p:nvPr>
            <p:ph type="title"/>
          </p:nvPr>
        </p:nvSpPr>
        <p:spPr>
          <a:xfrm>
            <a:off x="415600" y="593367"/>
            <a:ext cx="11360800" cy="7636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173" name="Google Shape;173;p39"/>
          <p:cNvSpPr txBox="1"/>
          <p:nvPr>
            <p:ph idx="1" type="body"/>
          </p:nvPr>
        </p:nvSpPr>
        <p:spPr>
          <a:xfrm>
            <a:off x="415600" y="1536633"/>
            <a:ext cx="11360800" cy="45552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867"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867"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867"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867"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867"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867"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867"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867" u="none" cap="none" strike="noStrike">
                <a:solidFill>
                  <a:schemeClr val="dk2"/>
                </a:solidFill>
                <a:latin typeface="Arial"/>
                <a:ea typeface="Arial"/>
                <a:cs typeface="Arial"/>
                <a:sym typeface="Arial"/>
              </a:defRPr>
            </a:lvl9pPr>
          </a:lstStyle>
          <a:p/>
        </p:txBody>
      </p:sp>
      <p:sp>
        <p:nvSpPr>
          <p:cNvPr id="174" name="Google Shape;174;p39"/>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marR="0" rtl="0" algn="r">
              <a:buClr>
                <a:schemeClr val="dk2"/>
              </a:buClr>
              <a:buSzPts val="1333"/>
              <a:buFont typeface="Arial"/>
              <a:buNone/>
              <a:defRPr b="0" i="0" sz="1333" u="none" cap="none" strike="noStrike">
                <a:solidFill>
                  <a:schemeClr val="dk2"/>
                </a:solidFill>
                <a:latin typeface="Arial"/>
                <a:ea typeface="Arial"/>
                <a:cs typeface="Arial"/>
                <a:sym typeface="Arial"/>
              </a:defRPr>
            </a:lvl1pPr>
            <a:lvl2pPr indent="0" lvl="1" marL="0" marR="0" rtl="0" algn="r">
              <a:buClr>
                <a:schemeClr val="dk2"/>
              </a:buClr>
              <a:buSzPts val="1333"/>
              <a:buFont typeface="Arial"/>
              <a:buNone/>
              <a:defRPr b="0" i="0" sz="1333" u="none" cap="none" strike="noStrike">
                <a:solidFill>
                  <a:schemeClr val="dk2"/>
                </a:solidFill>
                <a:latin typeface="Arial"/>
                <a:ea typeface="Arial"/>
                <a:cs typeface="Arial"/>
                <a:sym typeface="Arial"/>
              </a:defRPr>
            </a:lvl2pPr>
            <a:lvl3pPr indent="0" lvl="2" marL="0" marR="0" rtl="0" algn="r">
              <a:buClr>
                <a:schemeClr val="dk2"/>
              </a:buClr>
              <a:buSzPts val="1333"/>
              <a:buFont typeface="Arial"/>
              <a:buNone/>
              <a:defRPr b="0" i="0" sz="1333" u="none" cap="none" strike="noStrike">
                <a:solidFill>
                  <a:schemeClr val="dk2"/>
                </a:solidFill>
                <a:latin typeface="Arial"/>
                <a:ea typeface="Arial"/>
                <a:cs typeface="Arial"/>
                <a:sym typeface="Arial"/>
              </a:defRPr>
            </a:lvl3pPr>
            <a:lvl4pPr indent="0" lvl="3" marL="0" marR="0" rtl="0" algn="r">
              <a:buClr>
                <a:schemeClr val="dk2"/>
              </a:buClr>
              <a:buSzPts val="1333"/>
              <a:buFont typeface="Arial"/>
              <a:buNone/>
              <a:defRPr b="0" i="0" sz="1333" u="none" cap="none" strike="noStrike">
                <a:solidFill>
                  <a:schemeClr val="dk2"/>
                </a:solidFill>
                <a:latin typeface="Arial"/>
                <a:ea typeface="Arial"/>
                <a:cs typeface="Arial"/>
                <a:sym typeface="Arial"/>
              </a:defRPr>
            </a:lvl4pPr>
            <a:lvl5pPr indent="0" lvl="4" marL="0" marR="0" rtl="0" algn="r">
              <a:buClr>
                <a:schemeClr val="dk2"/>
              </a:buClr>
              <a:buSzPts val="1333"/>
              <a:buFont typeface="Arial"/>
              <a:buNone/>
              <a:defRPr b="0" i="0" sz="1333" u="none" cap="none" strike="noStrike">
                <a:solidFill>
                  <a:schemeClr val="dk2"/>
                </a:solidFill>
                <a:latin typeface="Arial"/>
                <a:ea typeface="Arial"/>
                <a:cs typeface="Arial"/>
                <a:sym typeface="Arial"/>
              </a:defRPr>
            </a:lvl5pPr>
            <a:lvl6pPr indent="0" lvl="5" marL="0" marR="0" rtl="0" algn="r">
              <a:buClr>
                <a:schemeClr val="dk2"/>
              </a:buClr>
              <a:buSzPts val="1333"/>
              <a:buFont typeface="Arial"/>
              <a:buNone/>
              <a:defRPr b="0" i="0" sz="1333" u="none" cap="none" strike="noStrike">
                <a:solidFill>
                  <a:schemeClr val="dk2"/>
                </a:solidFill>
                <a:latin typeface="Arial"/>
                <a:ea typeface="Arial"/>
                <a:cs typeface="Arial"/>
                <a:sym typeface="Arial"/>
              </a:defRPr>
            </a:lvl6pPr>
            <a:lvl7pPr indent="0" lvl="6" marL="0" marR="0" rtl="0" algn="r">
              <a:buClr>
                <a:schemeClr val="dk2"/>
              </a:buClr>
              <a:buSzPts val="1333"/>
              <a:buFont typeface="Arial"/>
              <a:buNone/>
              <a:defRPr b="0" i="0" sz="1333" u="none" cap="none" strike="noStrike">
                <a:solidFill>
                  <a:schemeClr val="dk2"/>
                </a:solidFill>
                <a:latin typeface="Arial"/>
                <a:ea typeface="Arial"/>
                <a:cs typeface="Arial"/>
                <a:sym typeface="Arial"/>
              </a:defRPr>
            </a:lvl7pPr>
            <a:lvl8pPr indent="0" lvl="7" marL="0" marR="0" rtl="0" algn="r">
              <a:buClr>
                <a:schemeClr val="dk2"/>
              </a:buClr>
              <a:buSzPts val="1333"/>
              <a:buFont typeface="Arial"/>
              <a:buNone/>
              <a:defRPr b="0" i="0" sz="1333" u="none" cap="none" strike="noStrike">
                <a:solidFill>
                  <a:schemeClr val="dk2"/>
                </a:solidFill>
                <a:latin typeface="Arial"/>
                <a:ea typeface="Arial"/>
                <a:cs typeface="Arial"/>
                <a:sym typeface="Arial"/>
              </a:defRPr>
            </a:lvl8pPr>
            <a:lvl9pPr indent="0" lvl="8" marL="0" marR="0" rtl="0" algn="r">
              <a:buClr>
                <a:schemeClr val="dk2"/>
              </a:buClr>
              <a:buSzPts val="1333"/>
              <a:buFont typeface="Arial"/>
              <a:buNone/>
              <a:defRPr b="0" i="0" sz="1333"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MX"/>
              <a:t>‹#›</a:t>
            </a:fld>
            <a:endParaRPr/>
          </a:p>
        </p:txBody>
      </p:sp>
    </p:spTree>
  </p:cSld>
  <p:clrMap accent1="accent1" accent2="accent2" accent3="accent3" accent4="accent4" accent5="accent5" accent6="accent6" bg1="lt1" bg2="dk2" tx1="dk1" tx2="lt2" folHlink="folHlink" hlink="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 id="2147483687" r:id="rId13"/>
    <p:sldLayoutId id="2147483688" r:id="rId14"/>
    <p:sldLayoutId id="2147483689" r:id="rId15"/>
    <p:sldLayoutId id="2147483690" r:id="rId16"/>
    <p:sldLayoutId id="2147483691" r:id="rId17"/>
    <p:sldLayoutId id="2147483692" r:id="rId18"/>
    <p:sldLayoutId id="2147483693" r:id="rId19"/>
    <p:sldLayoutId id="2147483694" r:id="rId20"/>
    <p:sldLayoutId id="2147483695" r:id="rId21"/>
    <p:sldLayoutId id="2147483696" r:id="rId2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306" name="Shape 306"/>
        <p:cNvGrpSpPr/>
        <p:nvPr/>
      </p:nvGrpSpPr>
      <p:grpSpPr>
        <a:xfrm>
          <a:off x="0" y="0"/>
          <a:ext cx="0" cy="0"/>
          <a:chOff x="0" y="0"/>
          <a:chExt cx="0" cy="0"/>
        </a:xfrm>
      </p:grpSpPr>
      <p:sp>
        <p:nvSpPr>
          <p:cNvPr id="307" name="Google Shape;307;g3a077d5c087_0_251"/>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marR="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1pPr>
            <a:lvl2pPr lvl="1" marR="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9pPr>
          </a:lstStyle>
          <a:p/>
        </p:txBody>
      </p:sp>
      <p:sp>
        <p:nvSpPr>
          <p:cNvPr id="308" name="Google Shape;308;g3a077d5c087_0_251"/>
          <p:cNvSpPr txBox="1"/>
          <p:nvPr>
            <p:ph idx="1" type="body"/>
          </p:nvPr>
        </p:nvSpPr>
        <p:spPr>
          <a:xfrm>
            <a:off x="415600" y="1536633"/>
            <a:ext cx="11360700" cy="4555200"/>
          </a:xfrm>
          <a:prstGeom prst="rect">
            <a:avLst/>
          </a:prstGeom>
          <a:noFill/>
          <a:ln>
            <a:noFill/>
          </a:ln>
        </p:spPr>
        <p:txBody>
          <a:bodyPr anchorCtr="0" anchor="t" bIns="121900" lIns="121900" spcFirstLastPara="1" rIns="121900" wrap="square" tIns="121900">
            <a:normAutofit/>
          </a:bodyPr>
          <a:lstStyle>
            <a:lvl1pPr indent="-381000" lvl="0" marL="457200" marR="0" algn="l">
              <a:lnSpc>
                <a:spcPct val="115000"/>
              </a:lnSpc>
              <a:spcBef>
                <a:spcPts val="0"/>
              </a:spcBef>
              <a:spcAft>
                <a:spcPts val="0"/>
              </a:spcAft>
              <a:buClr>
                <a:schemeClr val="dk2"/>
              </a:buClr>
              <a:buSzPts val="2400"/>
              <a:buFont typeface="Arial"/>
              <a:buChar char="●"/>
              <a:defRPr b="0" i="0" sz="2400" u="none" cap="none" strike="noStrike">
                <a:solidFill>
                  <a:schemeClr val="dk2"/>
                </a:solidFill>
                <a:latin typeface="Arial"/>
                <a:ea typeface="Arial"/>
                <a:cs typeface="Arial"/>
                <a:sym typeface="Arial"/>
              </a:defRPr>
            </a:lvl1pPr>
            <a:lvl2pPr indent="-349250" lvl="1" marL="914400" marR="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2pPr>
            <a:lvl3pPr indent="-349250" lvl="2" marL="1371600" marR="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3pPr>
            <a:lvl4pPr indent="-349250" lvl="3" marL="1828800" marR="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4pPr>
            <a:lvl5pPr indent="-349250" lvl="4" marL="2286000" marR="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5pPr>
            <a:lvl6pPr indent="-349250" lvl="5" marL="2743200" marR="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6pPr>
            <a:lvl7pPr indent="-349250" lvl="6" marL="3200400" marR="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7pPr>
            <a:lvl8pPr indent="-349250" lvl="7" marL="3657600" marR="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8pPr>
            <a:lvl9pPr indent="-349250" lvl="8" marL="4114800" marR="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9pPr>
          </a:lstStyle>
          <a:p/>
        </p:txBody>
      </p:sp>
      <p:sp>
        <p:nvSpPr>
          <p:cNvPr id="309" name="Google Shape;309;g3a077d5c087_0_251"/>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MX"/>
              <a:t>‹#›</a:t>
            </a:fld>
            <a:endParaRPr/>
          </a:p>
        </p:txBody>
      </p:sp>
    </p:spTree>
  </p:cSld>
  <p:clrMap accent1="accent1" accent2="accent2" accent3="accent3" accent4="accent4" accent5="accent5" accent6="accent6" bg1="lt1" bg2="dk2" tx1="dk1" tx2="lt2" folHlink="folHlink" hlink="hlink"/>
  <p:sldLayoutIdLst>
    <p:sldLayoutId id="2147483698" r:id="rId1"/>
    <p:sldLayoutId id="2147483699" r:id="rId2"/>
    <p:sldLayoutId id="2147483700" r:id="rId3"/>
    <p:sldLayoutId id="2147483701" r:id="rId4"/>
    <p:sldLayoutId id="2147483702" r:id="rId5"/>
    <p:sldLayoutId id="2147483703" r:id="rId6"/>
    <p:sldLayoutId id="2147483704" r:id="rId7"/>
    <p:sldLayoutId id="2147483705" r:id="rId8"/>
    <p:sldLayoutId id="2147483706" r:id="rId9"/>
    <p:sldLayoutId id="2147483707" r:id="rId10"/>
    <p:sldLayoutId id="214748370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 Id="rId3" Type="http://schemas.openxmlformats.org/officeDocument/2006/relationships/image" Target="../media/image6.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9.xml"/><Relationship Id="rId3"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 Id="rId3" Type="http://schemas.openxmlformats.org/officeDocument/2006/relationships/image" Target="../media/image1.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4.xml"/><Relationship Id="rId3" Type="http://schemas.openxmlformats.org/officeDocument/2006/relationships/image" Target="../media/image10.gi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5.xml"/><Relationship Id="rId3" Type="http://schemas.openxmlformats.org/officeDocument/2006/relationships/image" Target="../media/image16.gi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6.xml"/><Relationship Id="rId3" Type="http://schemas.openxmlformats.org/officeDocument/2006/relationships/image" Target="../media/image3.gif"/></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7.xml"/><Relationship Id="rId3" Type="http://schemas.openxmlformats.org/officeDocument/2006/relationships/image" Target="../media/image8.gif"/></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9.xml"/><Relationship Id="rId3" Type="http://schemas.openxmlformats.org/officeDocument/2006/relationships/image" Target="../media/image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1.xml"/><Relationship Id="rId3" Type="http://schemas.openxmlformats.org/officeDocument/2006/relationships/image" Target="../media/image1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2.xml"/><Relationship Id="rId3" Type="http://schemas.openxmlformats.org/officeDocument/2006/relationships/image" Target="../media/image1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3.xml"/><Relationship Id="rId3" Type="http://schemas.openxmlformats.org/officeDocument/2006/relationships/image" Target="../media/image1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4.xml"/><Relationship Id="rId3" Type="http://schemas.openxmlformats.org/officeDocument/2006/relationships/image" Target="../media/image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7.xml"/><Relationship Id="rId3" Type="http://schemas.openxmlformats.org/officeDocument/2006/relationships/hyperlink" Target="https://standards.ieee.org/standard/802_1Q-2018.html" TargetMode="External"/><Relationship Id="rId4" Type="http://schemas.openxmlformats.org/officeDocument/2006/relationships/hyperlink" Target="https://standards.ieee.org/standard/802_1D-2004.html" TargetMode="External"/><Relationship Id="rId5" Type="http://schemas.openxmlformats.org/officeDocument/2006/relationships/hyperlink" Target="https://www.cisco.com/c/en/us/td/docs/switches/lan/catalyst3750/software/release/12-2_55_se/configuration/guide/3750scg/swportsec.html" TargetMode="External"/><Relationship Id="rId6" Type="http://schemas.openxmlformats.org/officeDocument/2006/relationships/hyperlink" Target="https://www.cisco.com/c/en/us/support/docs/lan-switching/vlan/10558-21.html" TargetMode="External"/><Relationship Id="rId7" Type="http://schemas.openxmlformats.org/officeDocument/2006/relationships/hyperlink" Target="https://www.cisco.com/c/en/us/td/docs/switches/lan/catalyst9500/software/release/17-1/configuration_guide/vlan/b_171-vlan_9500_cg/configuring_vlans.html"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30.xml"/><Relationship Id="rId3" Type="http://schemas.openxmlformats.org/officeDocument/2006/relationships/image" Target="../media/image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pic>
        <p:nvPicPr>
          <p:cNvPr id="355" name="Google Shape;355;p1"/>
          <p:cNvPicPr preferRelativeResize="0"/>
          <p:nvPr/>
        </p:nvPicPr>
        <p:blipFill rotWithShape="1">
          <a:blip r:embed="rId3">
            <a:alphaModFix amt="62000"/>
          </a:blip>
          <a:srcRect b="0" l="0" r="0" t="0"/>
          <a:stretch/>
        </p:blipFill>
        <p:spPr>
          <a:xfrm>
            <a:off x="11269" y="1"/>
            <a:ext cx="12169465" cy="6858001"/>
          </a:xfrm>
          <a:prstGeom prst="rect">
            <a:avLst/>
          </a:prstGeom>
          <a:noFill/>
          <a:ln>
            <a:noFill/>
          </a:ln>
        </p:spPr>
      </p:pic>
      <p:graphicFrame>
        <p:nvGraphicFramePr>
          <p:cNvPr id="356" name="Google Shape;356;p1"/>
          <p:cNvGraphicFramePr/>
          <p:nvPr/>
        </p:nvGraphicFramePr>
        <p:xfrm>
          <a:off x="7104267" y="1293367"/>
          <a:ext cx="3000000" cy="3000000"/>
        </p:xfrm>
        <a:graphic>
          <a:graphicData uri="http://schemas.openxmlformats.org/drawingml/2006/table">
            <a:tbl>
              <a:tblPr>
                <a:noFill/>
                <a:tableStyleId>{26883223-0784-4719-B913-249BE2AAB9E8}</a:tableStyleId>
              </a:tblPr>
              <a:tblGrid>
                <a:gridCol w="2024275"/>
                <a:gridCol w="2896500"/>
              </a:tblGrid>
              <a:tr h="623200">
                <a:tc>
                  <a:txBody>
                    <a:bodyPr/>
                    <a:lstStyle/>
                    <a:p>
                      <a:pPr indent="0" lvl="0" marL="0" marR="0" rtl="0" algn="l">
                        <a:lnSpc>
                          <a:spcPct val="100000"/>
                        </a:lnSpc>
                        <a:spcBef>
                          <a:spcPts val="0"/>
                        </a:spcBef>
                        <a:spcAft>
                          <a:spcPts val="0"/>
                        </a:spcAft>
                        <a:buClr>
                          <a:srgbClr val="000000"/>
                        </a:buClr>
                        <a:buSzPts val="1900"/>
                        <a:buFont typeface="Arial"/>
                        <a:buNone/>
                      </a:pPr>
                      <a:r>
                        <a:rPr b="1" lang="es-MX" sz="1900" u="none" cap="none" strike="noStrike">
                          <a:solidFill>
                            <a:schemeClr val="dk1"/>
                          </a:solidFill>
                        </a:rPr>
                        <a:t>Día, Fecha:</a:t>
                      </a:r>
                      <a:endParaRPr/>
                    </a:p>
                  </a:txBody>
                  <a:tcPr marT="121900" marB="121900" marR="121900" marL="1219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500"/>
                        <a:buFont typeface="Arial"/>
                        <a:buNone/>
                      </a:pPr>
                      <a:r>
                        <a:rPr lang="es-MX" sz="2500" u="none" cap="none" strike="noStrike"/>
                        <a:t>xx/xx/xxxx</a:t>
                      </a:r>
                      <a:endParaRPr sz="1867" u="none" cap="none" strike="noStrike"/>
                    </a:p>
                  </a:txBody>
                  <a:tcPr marT="121900" marB="121900" marR="121900" marL="1219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623200">
                <a:tc>
                  <a:txBody>
                    <a:bodyPr/>
                    <a:lstStyle/>
                    <a:p>
                      <a:pPr indent="0" lvl="0" marL="0" marR="0" rtl="0" algn="l">
                        <a:lnSpc>
                          <a:spcPct val="100000"/>
                        </a:lnSpc>
                        <a:spcBef>
                          <a:spcPts val="0"/>
                        </a:spcBef>
                        <a:spcAft>
                          <a:spcPts val="0"/>
                        </a:spcAft>
                        <a:buClr>
                          <a:srgbClr val="000000"/>
                        </a:buClr>
                        <a:buSzPts val="1900"/>
                        <a:buFont typeface="Arial"/>
                        <a:buNone/>
                      </a:pPr>
                      <a:r>
                        <a:rPr b="1" lang="es-MX" sz="1900" u="none" cap="none" strike="noStrike">
                          <a:solidFill>
                            <a:schemeClr val="dk1"/>
                          </a:solidFill>
                        </a:rPr>
                        <a:t>Hora de inicio:</a:t>
                      </a:r>
                      <a:endParaRPr/>
                    </a:p>
                  </a:txBody>
                  <a:tcPr marT="121900" marB="121900" marR="121900" marL="1219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500"/>
                        <a:buFont typeface="Arial"/>
                        <a:buNone/>
                      </a:pPr>
                      <a:r>
                        <a:rPr lang="es-MX" sz="2500" u="none" cap="none" strike="noStrike"/>
                        <a:t>xx:xx</a:t>
                      </a:r>
                      <a:endParaRPr/>
                    </a:p>
                  </a:txBody>
                  <a:tcPr marT="121900" marB="121900" marR="121900" marL="1219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357" name="Google Shape;357;p1"/>
          <p:cNvSpPr txBox="1"/>
          <p:nvPr/>
        </p:nvSpPr>
        <p:spPr>
          <a:xfrm>
            <a:off x="1920233" y="3011068"/>
            <a:ext cx="9056000" cy="759078"/>
          </a:xfrm>
          <a:prstGeom prst="rect">
            <a:avLst/>
          </a:prstGeom>
          <a:noFill/>
          <a:ln>
            <a:noFill/>
          </a:ln>
        </p:spPr>
        <p:txBody>
          <a:bodyPr anchorCtr="0" anchor="t" bIns="121900" lIns="121900" spcFirstLastPara="1" rIns="121900" wrap="square" tIns="121900">
            <a:spAutoFit/>
          </a:bodyPr>
          <a:lstStyle/>
          <a:p>
            <a:pPr indent="0" lvl="0" marL="0" marR="0" rtl="0" algn="l">
              <a:spcBef>
                <a:spcPts val="0"/>
              </a:spcBef>
              <a:spcAft>
                <a:spcPts val="0"/>
              </a:spcAft>
              <a:buNone/>
            </a:pPr>
            <a:r>
              <a:rPr b="0" i="0" lang="es-MX" sz="3300" u="none" cap="none" strike="noStrike">
                <a:solidFill>
                  <a:srgbClr val="000000"/>
                </a:solidFill>
                <a:latin typeface="Arial"/>
                <a:ea typeface="Arial"/>
                <a:cs typeface="Arial"/>
                <a:sym typeface="Arial"/>
              </a:rPr>
              <a:t>Redes de computadoras 2 [X]</a:t>
            </a:r>
            <a:endParaRPr/>
          </a:p>
        </p:txBody>
      </p:sp>
      <p:sp>
        <p:nvSpPr>
          <p:cNvPr id="358" name="Google Shape;358;p1"/>
          <p:cNvSpPr txBox="1"/>
          <p:nvPr/>
        </p:nvSpPr>
        <p:spPr>
          <a:xfrm>
            <a:off x="2371600" y="3867667"/>
            <a:ext cx="7448800" cy="1061789"/>
          </a:xfrm>
          <a:prstGeom prst="rect">
            <a:avLst/>
          </a:prstGeom>
          <a:noFill/>
          <a:ln>
            <a:noFill/>
          </a:ln>
        </p:spPr>
        <p:txBody>
          <a:bodyPr anchorCtr="0" anchor="t" bIns="121900" lIns="121900" spcFirstLastPara="1" rIns="121900" wrap="square" tIns="121900">
            <a:spAutoFit/>
          </a:bodyPr>
          <a:lstStyle/>
          <a:p>
            <a:pPr indent="0" lvl="0" marL="0" marR="0" rtl="0" algn="l">
              <a:spcBef>
                <a:spcPts val="0"/>
              </a:spcBef>
              <a:spcAft>
                <a:spcPts val="0"/>
              </a:spcAft>
              <a:buNone/>
            </a:pPr>
            <a:r>
              <a:rPr b="0" i="0" lang="es-MX" sz="2650" u="none" cap="none" strike="noStrike">
                <a:solidFill>
                  <a:schemeClr val="dk1"/>
                </a:solidFill>
                <a:latin typeface="Arial"/>
                <a:ea typeface="Arial"/>
                <a:cs typeface="Arial"/>
                <a:sym typeface="Arial"/>
              </a:rPr>
              <a:t>Integrante 1</a:t>
            </a:r>
            <a:endParaRPr/>
          </a:p>
          <a:p>
            <a:pPr indent="0" lvl="0" marL="0" marR="0" rtl="0" algn="l">
              <a:spcBef>
                <a:spcPts val="0"/>
              </a:spcBef>
              <a:spcAft>
                <a:spcPts val="0"/>
              </a:spcAft>
              <a:buNone/>
            </a:pPr>
            <a:r>
              <a:rPr b="0" i="0" lang="es-MX" sz="2650" u="none" cap="none" strike="noStrike">
                <a:solidFill>
                  <a:schemeClr val="dk1"/>
                </a:solidFill>
                <a:latin typeface="Arial"/>
                <a:ea typeface="Arial"/>
                <a:cs typeface="Arial"/>
                <a:sym typeface="Arial"/>
              </a:rPr>
              <a:t>Integrante 2</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2"/>
          <p:cNvSpPr txBox="1"/>
          <p:nvPr>
            <p:ph type="ctrTitle"/>
          </p:nvPr>
        </p:nvSpPr>
        <p:spPr>
          <a:xfrm>
            <a:off x="6309904" y="411479"/>
            <a:ext cx="5486400" cy="3291840"/>
          </a:xfrm>
          <a:prstGeom prst="rect">
            <a:avLst/>
          </a:prstGeom>
          <a:noFill/>
          <a:ln>
            <a:noFill/>
          </a:ln>
        </p:spPr>
        <p:txBody>
          <a:bodyPr anchorCtr="0" anchor="b" bIns="0" lIns="0" spcFirstLastPara="1" rIns="0" wrap="square" tIns="0">
            <a:noAutofit/>
          </a:bodyPr>
          <a:lstStyle/>
          <a:p>
            <a:pPr indent="0" lvl="0" marL="0" rtl="0" algn="l">
              <a:lnSpc>
                <a:spcPct val="80000"/>
              </a:lnSpc>
              <a:spcBef>
                <a:spcPts val="0"/>
              </a:spcBef>
              <a:spcAft>
                <a:spcPts val="0"/>
              </a:spcAft>
              <a:buClr>
                <a:schemeClr val="dk1"/>
              </a:buClr>
              <a:buSzPts val="6000"/>
              <a:buFont typeface="Franklin Gothic"/>
              <a:buNone/>
            </a:pPr>
            <a:r>
              <a:rPr lang="es-MX"/>
              <a:t>Unidad 2:</a:t>
            </a:r>
            <a:br>
              <a:rPr lang="es-MX"/>
            </a:br>
            <a:r>
              <a:rPr lang="es-MX"/>
              <a:t>Tráfico en capa 2</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p3"/>
          <p:cNvSpPr txBox="1"/>
          <p:nvPr>
            <p:ph type="title"/>
          </p:nvPr>
        </p:nvSpPr>
        <p:spPr>
          <a:xfrm>
            <a:off x="594360" y="189572"/>
            <a:ext cx="6787747" cy="1593507"/>
          </a:xfrm>
          <a:prstGeom prst="rect">
            <a:avLst/>
          </a:prstGeom>
          <a:noFill/>
          <a:ln>
            <a:noFill/>
          </a:ln>
        </p:spPr>
        <p:txBody>
          <a:bodyPr anchorCtr="0" anchor="b" bIns="0" lIns="0" spcFirstLastPara="1" rIns="0" wrap="square" tIns="0">
            <a:normAutofit/>
          </a:bodyPr>
          <a:lstStyle/>
          <a:p>
            <a:pPr indent="0" lvl="0" marL="0" marR="0" rtl="0" algn="l">
              <a:lnSpc>
                <a:spcPct val="80000"/>
              </a:lnSpc>
              <a:spcBef>
                <a:spcPts val="0"/>
              </a:spcBef>
              <a:spcAft>
                <a:spcPts val="0"/>
              </a:spcAft>
              <a:buClr>
                <a:schemeClr val="dk1"/>
              </a:buClr>
              <a:buSzPts val="4400"/>
              <a:buFont typeface="Franklin Gothic"/>
              <a:buNone/>
            </a:pPr>
            <a:r>
              <a:rPr b="1" i="0" lang="es-MX" sz="4400" u="none" cap="none" strike="noStrike">
                <a:solidFill>
                  <a:schemeClr val="dk1"/>
                </a:solidFill>
                <a:latin typeface="Franklin Gothic"/>
                <a:ea typeface="Franklin Gothic"/>
                <a:cs typeface="Franklin Gothic"/>
                <a:sym typeface="Franklin Gothic"/>
              </a:rPr>
              <a:t>Agenda</a:t>
            </a:r>
            <a:endParaRPr/>
          </a:p>
        </p:txBody>
      </p:sp>
      <p:sp>
        <p:nvSpPr>
          <p:cNvPr id="370" name="Google Shape;370;p3"/>
          <p:cNvSpPr txBox="1"/>
          <p:nvPr>
            <p:ph idx="1" type="body"/>
          </p:nvPr>
        </p:nvSpPr>
        <p:spPr>
          <a:xfrm>
            <a:off x="594359" y="2281918"/>
            <a:ext cx="6787747" cy="3708517"/>
          </a:xfrm>
          <a:prstGeom prst="rect">
            <a:avLst/>
          </a:prstGeom>
          <a:noFill/>
          <a:ln>
            <a:noFill/>
          </a:ln>
        </p:spPr>
        <p:txBody>
          <a:bodyPr anchorCtr="0" anchor="t" bIns="0" lIns="0" spcFirstLastPara="1" rIns="0" wrap="square" tIns="228600">
            <a:normAutofit/>
          </a:bodyPr>
          <a:lstStyle/>
          <a:p>
            <a:pPr indent="-283210" lvl="0" marL="283210" rtl="0" algn="l">
              <a:lnSpc>
                <a:spcPct val="80000"/>
              </a:lnSpc>
              <a:spcBef>
                <a:spcPts val="0"/>
              </a:spcBef>
              <a:spcAft>
                <a:spcPts val="0"/>
              </a:spcAft>
              <a:buClr>
                <a:schemeClr val="dk1"/>
              </a:buClr>
              <a:buSzPts val="2400"/>
              <a:buChar char="•"/>
            </a:pPr>
            <a:r>
              <a:rPr lang="es-MX">
                <a:solidFill>
                  <a:schemeClr val="dk1"/>
                </a:solidFill>
              </a:rPr>
              <a:t>Dudas Práctica 1</a:t>
            </a:r>
            <a:endParaRPr>
              <a:solidFill>
                <a:schemeClr val="dk1"/>
              </a:solidFill>
            </a:endParaRPr>
          </a:p>
          <a:p>
            <a:pPr indent="-283210" lvl="0" marL="283210" rtl="0" algn="l">
              <a:lnSpc>
                <a:spcPct val="80000"/>
              </a:lnSpc>
              <a:spcBef>
                <a:spcPts val="2200"/>
              </a:spcBef>
              <a:spcAft>
                <a:spcPts val="0"/>
              </a:spcAft>
              <a:buClr>
                <a:schemeClr val="dk1"/>
              </a:buClr>
              <a:buSzPts val="2400"/>
              <a:buChar char="•"/>
            </a:pPr>
            <a:r>
              <a:rPr lang="es-MX">
                <a:solidFill>
                  <a:schemeClr val="dk1"/>
                </a:solidFill>
              </a:rPr>
              <a:t>Enlaces troncales y de acceso.</a:t>
            </a:r>
            <a:endParaRPr/>
          </a:p>
          <a:p>
            <a:pPr indent="-283210" lvl="0" marL="283210" rtl="0" algn="l">
              <a:lnSpc>
                <a:spcPct val="80000"/>
              </a:lnSpc>
              <a:spcBef>
                <a:spcPts val="2200"/>
              </a:spcBef>
              <a:spcAft>
                <a:spcPts val="0"/>
              </a:spcAft>
              <a:buClr>
                <a:schemeClr val="dk1"/>
              </a:buClr>
              <a:buSzPts val="2400"/>
              <a:buChar char="•"/>
            </a:pPr>
            <a:r>
              <a:rPr lang="es-MX">
                <a:solidFill>
                  <a:schemeClr val="dk1"/>
                </a:solidFill>
              </a:rPr>
              <a:t>Protocolo VTP.</a:t>
            </a:r>
            <a:endParaRPr/>
          </a:p>
          <a:p>
            <a:pPr indent="-283210" lvl="0" marL="283210" rtl="0" algn="l">
              <a:lnSpc>
                <a:spcPct val="80000"/>
              </a:lnSpc>
              <a:spcBef>
                <a:spcPts val="2200"/>
              </a:spcBef>
              <a:spcAft>
                <a:spcPts val="0"/>
              </a:spcAft>
              <a:buClr>
                <a:schemeClr val="dk1"/>
              </a:buClr>
              <a:buSzPts val="2400"/>
              <a:buChar char="•"/>
            </a:pPr>
            <a:r>
              <a:rPr lang="es-MX">
                <a:solidFill>
                  <a:schemeClr val="dk1"/>
                </a:solidFill>
              </a:rPr>
              <a:t>Protocolo STP.</a:t>
            </a:r>
            <a:endParaRPr/>
          </a:p>
          <a:p>
            <a:pPr indent="-283210" lvl="0" marL="283210" rtl="0" algn="l">
              <a:lnSpc>
                <a:spcPct val="80000"/>
              </a:lnSpc>
              <a:spcBef>
                <a:spcPts val="2200"/>
              </a:spcBef>
              <a:spcAft>
                <a:spcPts val="0"/>
              </a:spcAft>
              <a:buClr>
                <a:schemeClr val="dk1"/>
              </a:buClr>
              <a:buSzPts val="2400"/>
              <a:buChar char="•"/>
            </a:pPr>
            <a:r>
              <a:rPr lang="es-MX">
                <a:solidFill>
                  <a:schemeClr val="dk1"/>
                </a:solidFill>
              </a:rPr>
              <a:t>Port-Security</a:t>
            </a:r>
            <a:endParaRPr/>
          </a:p>
          <a:p>
            <a:pPr indent="-130809" lvl="0" marL="283210" rtl="0" algn="l">
              <a:lnSpc>
                <a:spcPct val="80000"/>
              </a:lnSpc>
              <a:spcBef>
                <a:spcPts val="2200"/>
              </a:spcBef>
              <a:spcAft>
                <a:spcPts val="0"/>
              </a:spcAft>
              <a:buClr>
                <a:srgbClr val="5D7C3F"/>
              </a:buClr>
              <a:buSzPts val="2400"/>
              <a:buNone/>
            </a:pPr>
            <a:r>
              <a:t/>
            </a:r>
            <a:endParaRPr>
              <a:solidFill>
                <a:schemeClr val="dk1"/>
              </a:solidFill>
            </a:endParaRPr>
          </a:p>
          <a:p>
            <a:pPr indent="-130809" lvl="0" marL="283210" rtl="0" algn="l">
              <a:lnSpc>
                <a:spcPct val="80000"/>
              </a:lnSpc>
              <a:spcBef>
                <a:spcPts val="2200"/>
              </a:spcBef>
              <a:spcAft>
                <a:spcPts val="0"/>
              </a:spcAft>
              <a:buClr>
                <a:srgbClr val="5D7C3F"/>
              </a:buClr>
              <a:buSzPts val="2400"/>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p4"/>
          <p:cNvSpPr txBox="1"/>
          <p:nvPr>
            <p:ph type="title"/>
          </p:nvPr>
        </p:nvSpPr>
        <p:spPr>
          <a:xfrm>
            <a:off x="594360" y="278129"/>
            <a:ext cx="9778365" cy="1494596"/>
          </a:xfrm>
          <a:prstGeom prst="rect">
            <a:avLst/>
          </a:prstGeom>
          <a:noFill/>
          <a:ln>
            <a:noFill/>
          </a:ln>
        </p:spPr>
        <p:txBody>
          <a:bodyPr anchorCtr="0" anchor="b" bIns="0" lIns="0" spcFirstLastPara="1" rIns="0" wrap="square" tIns="0">
            <a:normAutofit/>
          </a:bodyPr>
          <a:lstStyle/>
          <a:p>
            <a:pPr indent="0" lvl="0" marL="0" rtl="0" algn="l">
              <a:lnSpc>
                <a:spcPct val="80000"/>
              </a:lnSpc>
              <a:spcBef>
                <a:spcPts val="0"/>
              </a:spcBef>
              <a:spcAft>
                <a:spcPts val="0"/>
              </a:spcAft>
              <a:buClr>
                <a:schemeClr val="dk1"/>
              </a:buClr>
              <a:buSzPts val="4400"/>
              <a:buFont typeface="Franklin Gothic"/>
              <a:buNone/>
            </a:pPr>
            <a:r>
              <a:rPr lang="es-MX"/>
              <a:t>Competencias</a:t>
            </a:r>
            <a:endParaRPr/>
          </a:p>
        </p:txBody>
      </p:sp>
      <p:sp>
        <p:nvSpPr>
          <p:cNvPr id="376" name="Google Shape;376;p4"/>
          <p:cNvSpPr txBox="1"/>
          <p:nvPr>
            <p:ph idx="1" type="body"/>
          </p:nvPr>
        </p:nvSpPr>
        <p:spPr>
          <a:xfrm>
            <a:off x="594360" y="2676525"/>
            <a:ext cx="8681827" cy="3597470"/>
          </a:xfrm>
          <a:prstGeom prst="rect">
            <a:avLst/>
          </a:prstGeom>
          <a:noFill/>
          <a:ln>
            <a:noFill/>
          </a:ln>
        </p:spPr>
        <p:txBody>
          <a:bodyPr anchorCtr="0" anchor="ctr" bIns="0" lIns="0" spcFirstLastPara="1" rIns="0" wrap="square" tIns="45700">
            <a:normAutofit/>
          </a:bodyPr>
          <a:lstStyle/>
          <a:p>
            <a:pPr indent="-342900" lvl="0" marL="342900" rtl="0" algn="l">
              <a:lnSpc>
                <a:spcPct val="90000"/>
              </a:lnSpc>
              <a:spcBef>
                <a:spcPts val="0"/>
              </a:spcBef>
              <a:spcAft>
                <a:spcPts val="0"/>
              </a:spcAft>
              <a:buClr>
                <a:schemeClr val="dk1"/>
              </a:buClr>
              <a:buSzPts val="2000"/>
              <a:buChar char="•"/>
            </a:pPr>
            <a:r>
              <a:rPr lang="es-MX"/>
              <a:t>El estudiante administra interfaces y configuraciones de seguridad en dispositivos de red mediante el uso de comandos, técnicas y buenas prácticas para asegurar el correcto funcionamiento y la seguridad de la red.</a:t>
            </a:r>
            <a:endParaRPr/>
          </a:p>
          <a:p>
            <a:pPr indent="-342900" lvl="0" marL="342900" rtl="0" algn="l">
              <a:lnSpc>
                <a:spcPct val="90000"/>
              </a:lnSpc>
              <a:spcBef>
                <a:spcPts val="1800"/>
              </a:spcBef>
              <a:spcAft>
                <a:spcPts val="0"/>
              </a:spcAft>
              <a:buClr>
                <a:schemeClr val="dk1"/>
              </a:buClr>
              <a:buSzPts val="2000"/>
              <a:buChar char="•"/>
            </a:pPr>
            <a:r>
              <a:rPr lang="es-MX"/>
              <a:t>El estudiante identifica los principios de funcionamiento de los protocolos de enrutamiento dinámico mediante la comparación de sus características, ventajas y desventajas para utilizarlos en la implementación de redes de forma eficiente y segura</a:t>
            </a:r>
            <a:endParaRPr/>
          </a:p>
          <a:p>
            <a:pPr indent="0" lvl="0" marL="0" rtl="0" algn="l">
              <a:lnSpc>
                <a:spcPct val="90000"/>
              </a:lnSpc>
              <a:spcBef>
                <a:spcPts val="1800"/>
              </a:spcBef>
              <a:spcAft>
                <a:spcPts val="0"/>
              </a:spcAft>
              <a:buClr>
                <a:schemeClr val="dk1"/>
              </a:buClr>
              <a:buSzPts val="2000"/>
              <a:buFont typeface="Arial"/>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sp>
        <p:nvSpPr>
          <p:cNvPr id="381" name="Google Shape;381;p5"/>
          <p:cNvSpPr txBox="1"/>
          <p:nvPr>
            <p:ph type="ctrTitle"/>
          </p:nvPr>
        </p:nvSpPr>
        <p:spPr>
          <a:xfrm>
            <a:off x="6309904" y="411479"/>
            <a:ext cx="5486400" cy="3291840"/>
          </a:xfrm>
          <a:prstGeom prst="rect">
            <a:avLst/>
          </a:prstGeom>
          <a:noFill/>
          <a:ln>
            <a:noFill/>
          </a:ln>
        </p:spPr>
        <p:txBody>
          <a:bodyPr anchorCtr="0" anchor="b" bIns="0" lIns="0" spcFirstLastPara="1" rIns="0" wrap="square" tIns="0">
            <a:noAutofit/>
          </a:bodyPr>
          <a:lstStyle/>
          <a:p>
            <a:pPr indent="0" lvl="0" marL="0" rtl="0" algn="l">
              <a:lnSpc>
                <a:spcPct val="80000"/>
              </a:lnSpc>
              <a:spcBef>
                <a:spcPts val="0"/>
              </a:spcBef>
              <a:spcAft>
                <a:spcPts val="0"/>
              </a:spcAft>
              <a:buClr>
                <a:schemeClr val="dk1"/>
              </a:buClr>
              <a:buSzPts val="6000"/>
              <a:buFont typeface="Franklin Gothic"/>
              <a:buNone/>
            </a:pPr>
            <a:r>
              <a:rPr lang="es-MX"/>
              <a:t>Enlaces Troncales y de Acceso</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6"/>
          <p:cNvSpPr txBox="1"/>
          <p:nvPr>
            <p:ph type="title"/>
          </p:nvPr>
        </p:nvSpPr>
        <p:spPr>
          <a:xfrm>
            <a:off x="594360" y="278129"/>
            <a:ext cx="9778365" cy="1494596"/>
          </a:xfrm>
          <a:prstGeom prst="rect">
            <a:avLst/>
          </a:prstGeom>
          <a:noFill/>
          <a:ln>
            <a:noFill/>
          </a:ln>
        </p:spPr>
        <p:txBody>
          <a:bodyPr anchorCtr="0" anchor="b" bIns="0" lIns="0" spcFirstLastPara="1" rIns="0" wrap="square" tIns="0">
            <a:normAutofit/>
          </a:bodyPr>
          <a:lstStyle/>
          <a:p>
            <a:pPr indent="0" lvl="0" marL="0" rtl="0" algn="l">
              <a:lnSpc>
                <a:spcPct val="80000"/>
              </a:lnSpc>
              <a:spcBef>
                <a:spcPts val="0"/>
              </a:spcBef>
              <a:spcAft>
                <a:spcPts val="0"/>
              </a:spcAft>
              <a:buClr>
                <a:schemeClr val="dk1"/>
              </a:buClr>
              <a:buSzPts val="4400"/>
              <a:buFont typeface="Franklin Gothic"/>
              <a:buNone/>
            </a:pPr>
            <a:r>
              <a:rPr lang="es-MX"/>
              <a:t>Troncal (Trunk)</a:t>
            </a:r>
            <a:endParaRPr/>
          </a:p>
        </p:txBody>
      </p:sp>
      <p:sp>
        <p:nvSpPr>
          <p:cNvPr id="387" name="Google Shape;387;p6"/>
          <p:cNvSpPr txBox="1"/>
          <p:nvPr>
            <p:ph idx="1" type="body"/>
          </p:nvPr>
        </p:nvSpPr>
        <p:spPr>
          <a:xfrm>
            <a:off x="594360" y="2676525"/>
            <a:ext cx="4490827" cy="3597470"/>
          </a:xfrm>
          <a:prstGeom prst="rect">
            <a:avLst/>
          </a:prstGeom>
          <a:noFill/>
          <a:ln>
            <a:noFill/>
          </a:ln>
        </p:spPr>
        <p:txBody>
          <a:bodyPr anchorCtr="0" anchor="t" bIns="0" lIns="0" spcFirstLastPara="1" rIns="0" wrap="square" tIns="45700">
            <a:normAutofit/>
          </a:bodyPr>
          <a:lstStyle/>
          <a:p>
            <a:pPr indent="0" lvl="0" marL="0" rtl="0" algn="l">
              <a:lnSpc>
                <a:spcPct val="90000"/>
              </a:lnSpc>
              <a:spcBef>
                <a:spcPts val="0"/>
              </a:spcBef>
              <a:spcAft>
                <a:spcPts val="0"/>
              </a:spcAft>
              <a:buClr>
                <a:schemeClr val="dk1"/>
              </a:buClr>
              <a:buSzPts val="2000"/>
              <a:buFont typeface="Arial"/>
              <a:buNone/>
            </a:pPr>
            <a:r>
              <a:rPr lang="es-MX"/>
              <a:t>Es un enlace que se configura en uno o más puertos de un switch para permitir el paso del tráfico de las distintas VLANs que hemos configurado. Este enlace puede funcionar en una conexión de switch a otro switch o bien, de un switch a un router, e incluso de un switch a un servidor.</a:t>
            </a:r>
            <a:endParaRPr/>
          </a:p>
        </p:txBody>
      </p:sp>
      <p:pic>
        <p:nvPicPr>
          <p:cNvPr descr="Diagrama&#10;&#10;Descripción generada automáticamente" id="388" name="Google Shape;388;p6"/>
          <p:cNvPicPr preferRelativeResize="0"/>
          <p:nvPr/>
        </p:nvPicPr>
        <p:blipFill rotWithShape="1">
          <a:blip r:embed="rId3">
            <a:alphaModFix/>
          </a:blip>
          <a:srcRect b="6795" l="0" r="1097" t="0"/>
          <a:stretch/>
        </p:blipFill>
        <p:spPr>
          <a:xfrm>
            <a:off x="5354144" y="2676525"/>
            <a:ext cx="6058602" cy="321158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7"/>
          <p:cNvSpPr txBox="1"/>
          <p:nvPr>
            <p:ph type="title"/>
          </p:nvPr>
        </p:nvSpPr>
        <p:spPr>
          <a:xfrm>
            <a:off x="594360" y="278129"/>
            <a:ext cx="9778365" cy="1494596"/>
          </a:xfrm>
          <a:prstGeom prst="rect">
            <a:avLst/>
          </a:prstGeom>
          <a:noFill/>
          <a:ln>
            <a:noFill/>
          </a:ln>
        </p:spPr>
        <p:txBody>
          <a:bodyPr anchorCtr="0" anchor="b" bIns="0" lIns="0" spcFirstLastPara="1" rIns="0" wrap="square" tIns="0">
            <a:normAutofit/>
          </a:bodyPr>
          <a:lstStyle/>
          <a:p>
            <a:pPr indent="0" lvl="0" marL="0" rtl="0" algn="l">
              <a:lnSpc>
                <a:spcPct val="80000"/>
              </a:lnSpc>
              <a:spcBef>
                <a:spcPts val="0"/>
              </a:spcBef>
              <a:spcAft>
                <a:spcPts val="0"/>
              </a:spcAft>
              <a:buClr>
                <a:schemeClr val="dk1"/>
              </a:buClr>
              <a:buSzPts val="4400"/>
              <a:buFont typeface="Franklin Gothic"/>
              <a:buNone/>
            </a:pPr>
            <a:r>
              <a:rPr lang="es-MX"/>
              <a:t>Acceso (Access)</a:t>
            </a:r>
            <a:endParaRPr/>
          </a:p>
        </p:txBody>
      </p:sp>
      <p:sp>
        <p:nvSpPr>
          <p:cNvPr id="394" name="Google Shape;394;p7"/>
          <p:cNvSpPr txBox="1"/>
          <p:nvPr>
            <p:ph idx="1" type="body"/>
          </p:nvPr>
        </p:nvSpPr>
        <p:spPr>
          <a:xfrm>
            <a:off x="594360" y="2538503"/>
            <a:ext cx="4490827" cy="3597470"/>
          </a:xfrm>
          <a:prstGeom prst="rect">
            <a:avLst/>
          </a:prstGeom>
          <a:noFill/>
          <a:ln>
            <a:noFill/>
          </a:ln>
        </p:spPr>
        <p:txBody>
          <a:bodyPr anchorCtr="0" anchor="t" bIns="0" lIns="0" spcFirstLastPara="1" rIns="0" wrap="square" tIns="45700">
            <a:normAutofit/>
          </a:bodyPr>
          <a:lstStyle/>
          <a:p>
            <a:pPr indent="0" lvl="0" marL="0" rtl="0" algn="l">
              <a:lnSpc>
                <a:spcPct val="90000"/>
              </a:lnSpc>
              <a:spcBef>
                <a:spcPts val="0"/>
              </a:spcBef>
              <a:spcAft>
                <a:spcPts val="0"/>
              </a:spcAft>
              <a:buClr>
                <a:schemeClr val="dk1"/>
              </a:buClr>
              <a:buSzPts val="2000"/>
              <a:buFont typeface="Arial"/>
              <a:buNone/>
            </a:pPr>
            <a:r>
              <a:rPr lang="es-MX"/>
              <a:t>Un enlace de acceso es un tipo de conexión en un switch donde un puerto está configurado para pertenecer a una única VLAN. Este tipo de enlace se utiliza para conectar dispositivos finales (como computadoras, impresoras o teléfonos IP) que no necesitan interactuar con múltiples VLANs.</a:t>
            </a:r>
            <a:endParaRPr/>
          </a:p>
          <a:p>
            <a:pPr indent="0" lvl="0" marL="0" rtl="0" algn="l">
              <a:lnSpc>
                <a:spcPct val="90000"/>
              </a:lnSpc>
              <a:spcBef>
                <a:spcPts val="1800"/>
              </a:spcBef>
              <a:spcAft>
                <a:spcPts val="0"/>
              </a:spcAft>
              <a:buClr>
                <a:schemeClr val="dk1"/>
              </a:buClr>
              <a:buSzPts val="2000"/>
              <a:buFont typeface="Arial"/>
              <a:buNone/>
            </a:pPr>
            <a:r>
              <a:rPr lang="es-MX"/>
              <a:t>El tráfico que viaja a través de un enlace de acceso no está etiquetado (sin VLAN tag), ya que el dispositivo final no tiene conocimiento de las VLANs.</a:t>
            </a:r>
            <a:endParaRPr/>
          </a:p>
        </p:txBody>
      </p:sp>
      <p:pic>
        <p:nvPicPr>
          <p:cNvPr descr="Gráfico&#10;&#10;Descripción generada automáticamente" id="395" name="Google Shape;395;p7"/>
          <p:cNvPicPr preferRelativeResize="0"/>
          <p:nvPr/>
        </p:nvPicPr>
        <p:blipFill rotWithShape="1">
          <a:blip r:embed="rId3">
            <a:alphaModFix/>
          </a:blip>
          <a:srcRect b="13562" l="5361" r="6508" t="4834"/>
          <a:stretch/>
        </p:blipFill>
        <p:spPr>
          <a:xfrm>
            <a:off x="5270741" y="2538503"/>
            <a:ext cx="6142008" cy="341222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pic>
        <p:nvPicPr>
          <p:cNvPr descr="Diagrama&#10;&#10;Descripción generada automáticamente" id="400" name="Google Shape;400;p8"/>
          <p:cNvPicPr preferRelativeResize="0"/>
          <p:nvPr/>
        </p:nvPicPr>
        <p:blipFill rotWithShape="1">
          <a:blip r:embed="rId3">
            <a:alphaModFix/>
          </a:blip>
          <a:srcRect b="8023" l="8630" r="8470" t="6155"/>
          <a:stretch/>
        </p:blipFill>
        <p:spPr>
          <a:xfrm>
            <a:off x="2364986" y="1111549"/>
            <a:ext cx="7462028" cy="463490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pic>
        <p:nvPicPr>
          <p:cNvPr descr="Diagrama&#10;&#10;Descripción generada automáticamente" id="405" name="Google Shape;405;p9"/>
          <p:cNvPicPr preferRelativeResize="0"/>
          <p:nvPr/>
        </p:nvPicPr>
        <p:blipFill rotWithShape="1">
          <a:blip r:embed="rId3">
            <a:alphaModFix/>
          </a:blip>
          <a:srcRect b="11552" l="6085" r="10000" t="0"/>
          <a:stretch/>
        </p:blipFill>
        <p:spPr>
          <a:xfrm>
            <a:off x="2319337" y="1040606"/>
            <a:ext cx="7553325" cy="4776788"/>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p10"/>
          <p:cNvSpPr txBox="1"/>
          <p:nvPr>
            <p:ph type="ctrTitle"/>
          </p:nvPr>
        </p:nvSpPr>
        <p:spPr>
          <a:xfrm>
            <a:off x="6309904" y="411479"/>
            <a:ext cx="5486400" cy="3291840"/>
          </a:xfrm>
          <a:prstGeom prst="rect">
            <a:avLst/>
          </a:prstGeom>
          <a:noFill/>
          <a:ln>
            <a:noFill/>
          </a:ln>
        </p:spPr>
        <p:txBody>
          <a:bodyPr anchorCtr="0" anchor="b" bIns="0" lIns="0" spcFirstLastPara="1" rIns="0" wrap="square" tIns="0">
            <a:noAutofit/>
          </a:bodyPr>
          <a:lstStyle/>
          <a:p>
            <a:pPr indent="0" lvl="0" marL="0" rtl="0" algn="l">
              <a:lnSpc>
                <a:spcPct val="80000"/>
              </a:lnSpc>
              <a:spcBef>
                <a:spcPts val="0"/>
              </a:spcBef>
              <a:spcAft>
                <a:spcPts val="0"/>
              </a:spcAft>
              <a:buClr>
                <a:schemeClr val="dk1"/>
              </a:buClr>
              <a:buSzPts val="6000"/>
              <a:buFont typeface="Franklin Gothic"/>
              <a:buNone/>
            </a:pPr>
            <a:r>
              <a:rPr lang="es-MX"/>
              <a:t>VTP</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p11"/>
          <p:cNvSpPr txBox="1"/>
          <p:nvPr>
            <p:ph type="title"/>
          </p:nvPr>
        </p:nvSpPr>
        <p:spPr>
          <a:xfrm>
            <a:off x="594360" y="278129"/>
            <a:ext cx="9778365" cy="1494596"/>
          </a:xfrm>
          <a:prstGeom prst="rect">
            <a:avLst/>
          </a:prstGeom>
          <a:noFill/>
          <a:ln>
            <a:noFill/>
          </a:ln>
        </p:spPr>
        <p:txBody>
          <a:bodyPr anchorCtr="0" anchor="b" bIns="0" lIns="0" spcFirstLastPara="1" rIns="0" wrap="square" tIns="0">
            <a:normAutofit/>
          </a:bodyPr>
          <a:lstStyle/>
          <a:p>
            <a:pPr indent="0" lvl="0" marL="0" rtl="0" algn="l">
              <a:lnSpc>
                <a:spcPct val="80000"/>
              </a:lnSpc>
              <a:spcBef>
                <a:spcPts val="0"/>
              </a:spcBef>
              <a:spcAft>
                <a:spcPts val="0"/>
              </a:spcAft>
              <a:buClr>
                <a:schemeClr val="dk1"/>
              </a:buClr>
              <a:buSzPts val="4400"/>
              <a:buFont typeface="Franklin Gothic"/>
              <a:buNone/>
            </a:pPr>
            <a:r>
              <a:rPr lang="es-MX"/>
              <a:t>¿Ǫué es VTP?</a:t>
            </a:r>
            <a:endParaRPr/>
          </a:p>
        </p:txBody>
      </p:sp>
      <p:sp>
        <p:nvSpPr>
          <p:cNvPr id="416" name="Google Shape;416;p11"/>
          <p:cNvSpPr txBox="1"/>
          <p:nvPr>
            <p:ph idx="1" type="body"/>
          </p:nvPr>
        </p:nvSpPr>
        <p:spPr>
          <a:xfrm>
            <a:off x="594360" y="2476018"/>
            <a:ext cx="4969678" cy="3597470"/>
          </a:xfrm>
          <a:prstGeom prst="rect">
            <a:avLst/>
          </a:prstGeom>
          <a:noFill/>
          <a:ln>
            <a:noFill/>
          </a:ln>
        </p:spPr>
        <p:txBody>
          <a:bodyPr anchorCtr="0" anchor="t" bIns="0" lIns="0" spcFirstLastPara="1" rIns="0" wrap="square" tIns="45700">
            <a:normAutofit lnSpcReduction="10000"/>
          </a:bodyPr>
          <a:lstStyle/>
          <a:p>
            <a:pPr indent="0" lvl="0" marL="0" rtl="0" algn="l">
              <a:lnSpc>
                <a:spcPct val="90000"/>
              </a:lnSpc>
              <a:spcBef>
                <a:spcPts val="0"/>
              </a:spcBef>
              <a:spcAft>
                <a:spcPts val="0"/>
              </a:spcAft>
              <a:buClr>
                <a:schemeClr val="dk1"/>
              </a:buClr>
              <a:buSzPts val="2000"/>
              <a:buFont typeface="Arial"/>
              <a:buNone/>
            </a:pPr>
            <a:r>
              <a:rPr lang="es-MX"/>
              <a:t>VLAN Trunking Protocol, es un protocolo usado para configurar y administrar VLANs en equipos Cisco. Permite centralizar y simplificar la administración en un domino de VLANs, permitiendo crear, borrar y renombrar las mismas, reduciendo así la necesidad de configurar la misma VLAN en todos los nodos de la red. Es una herramienta esencial para organizar y gestionar redes de manera eficiente, proporcionando segmentación, seguridad y flexibilidad.</a:t>
            </a:r>
            <a:endParaRPr/>
          </a:p>
          <a:p>
            <a:pPr indent="0" lvl="0" marL="0" rtl="0" algn="l">
              <a:lnSpc>
                <a:spcPct val="90000"/>
              </a:lnSpc>
              <a:spcBef>
                <a:spcPts val="1800"/>
              </a:spcBef>
              <a:spcAft>
                <a:spcPts val="0"/>
              </a:spcAft>
              <a:buClr>
                <a:schemeClr val="dk1"/>
              </a:buClr>
              <a:buSzPts val="2000"/>
              <a:buFont typeface="Arial"/>
              <a:buNone/>
            </a:pPr>
            <a:r>
              <a:rPr lang="es-MX"/>
              <a:t>VTP opera en 3 modos distintos: Cliente, Servidor, Transparente.</a:t>
            </a:r>
            <a:endParaRPr/>
          </a:p>
        </p:txBody>
      </p:sp>
      <p:pic>
        <p:nvPicPr>
          <p:cNvPr id="417" name="Google Shape;417;p11"/>
          <p:cNvPicPr preferRelativeResize="0"/>
          <p:nvPr/>
        </p:nvPicPr>
        <p:blipFill rotWithShape="1">
          <a:blip r:embed="rId3">
            <a:alphaModFix/>
          </a:blip>
          <a:srcRect b="0" l="0" r="0" t="0"/>
          <a:stretch/>
        </p:blipFill>
        <p:spPr>
          <a:xfrm>
            <a:off x="6096000" y="2528361"/>
            <a:ext cx="5148623" cy="349278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sp>
        <p:nvSpPr>
          <p:cNvPr id="422" name="Google Shape;422;p12"/>
          <p:cNvSpPr txBox="1"/>
          <p:nvPr>
            <p:ph type="ctrTitle"/>
          </p:nvPr>
        </p:nvSpPr>
        <p:spPr>
          <a:xfrm>
            <a:off x="6309904" y="411479"/>
            <a:ext cx="5486400" cy="3291840"/>
          </a:xfrm>
          <a:prstGeom prst="rect">
            <a:avLst/>
          </a:prstGeom>
          <a:noFill/>
          <a:ln>
            <a:noFill/>
          </a:ln>
        </p:spPr>
        <p:txBody>
          <a:bodyPr anchorCtr="0" anchor="b" bIns="0" lIns="0" spcFirstLastPara="1" rIns="0" wrap="square" tIns="0">
            <a:noAutofit/>
          </a:bodyPr>
          <a:lstStyle/>
          <a:p>
            <a:pPr indent="0" lvl="0" marL="0" rtl="0" algn="l">
              <a:lnSpc>
                <a:spcPct val="80000"/>
              </a:lnSpc>
              <a:spcBef>
                <a:spcPts val="0"/>
              </a:spcBef>
              <a:spcAft>
                <a:spcPts val="0"/>
              </a:spcAft>
              <a:buSzPts val="2800"/>
              <a:buNone/>
            </a:pPr>
            <a:r>
              <a:rPr lang="es-MX">
                <a:solidFill>
                  <a:schemeClr val="dk1"/>
                </a:solidFill>
              </a:rPr>
              <a:t>STP</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13"/>
          <p:cNvSpPr txBox="1"/>
          <p:nvPr>
            <p:ph type="title"/>
          </p:nvPr>
        </p:nvSpPr>
        <p:spPr>
          <a:xfrm>
            <a:off x="594360" y="198408"/>
            <a:ext cx="10972800" cy="1574317"/>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SzPts val="2800"/>
              <a:buNone/>
            </a:pPr>
            <a:r>
              <a:rPr b="0" lang="es-MX">
                <a:solidFill>
                  <a:schemeClr val="dk1"/>
                </a:solidFill>
              </a:rPr>
              <a:t>STP (Spanning Tree Protocol)</a:t>
            </a:r>
            <a:endParaRPr/>
          </a:p>
        </p:txBody>
      </p:sp>
      <p:sp>
        <p:nvSpPr>
          <p:cNvPr id="429" name="Google Shape;429;p13"/>
          <p:cNvSpPr txBox="1"/>
          <p:nvPr>
            <p:ph idx="1" type="body"/>
          </p:nvPr>
        </p:nvSpPr>
        <p:spPr>
          <a:xfrm>
            <a:off x="594360" y="2434985"/>
            <a:ext cx="8755511" cy="3597470"/>
          </a:xfrm>
          <a:prstGeom prst="rect">
            <a:avLst/>
          </a:prstGeom>
          <a:noFill/>
          <a:ln>
            <a:noFill/>
          </a:ln>
        </p:spPr>
        <p:txBody>
          <a:bodyPr anchorCtr="0" anchor="t" bIns="91425" lIns="0" spcFirstLastPara="1" rIns="91425" wrap="square" tIns="91425">
            <a:normAutofit fontScale="85000" lnSpcReduction="20000"/>
          </a:bodyPr>
          <a:lstStyle/>
          <a:p>
            <a:pPr indent="0" lvl="0" marL="0" rtl="0" algn="just">
              <a:lnSpc>
                <a:spcPct val="115000"/>
              </a:lnSpc>
              <a:spcBef>
                <a:spcPts val="1800"/>
              </a:spcBef>
              <a:spcAft>
                <a:spcPts val="0"/>
              </a:spcAft>
              <a:buSzPct val="105882"/>
              <a:buNone/>
            </a:pPr>
            <a:r>
              <a:rPr b="0" lang="es-MX">
                <a:solidFill>
                  <a:schemeClr val="dk1"/>
                </a:solidFill>
                <a:latin typeface="Trebuchet MS"/>
                <a:ea typeface="Trebuchet MS"/>
                <a:cs typeface="Trebuchet MS"/>
                <a:sym typeface="Trebuchet MS"/>
              </a:rPr>
              <a:t>E</a:t>
            </a:r>
            <a:r>
              <a:rPr b="0" lang="es-MX" sz="2400">
                <a:solidFill>
                  <a:schemeClr val="dk1"/>
                </a:solidFill>
                <a:latin typeface="Trebuchet MS"/>
                <a:ea typeface="Trebuchet MS"/>
                <a:cs typeface="Trebuchet MS"/>
                <a:sym typeface="Trebuchet MS"/>
              </a:rPr>
              <a:t>s un protocolo de red que evita bucles en una red de área local (LAN) conmutada. Detecta conexiones redundantes entre switches y las desactiva temporalmente para asegurar que haya un único camino activo entre dispositivos, evitando problemas como el tráfico infinito o las tormentas de broadcast. Se utiliza para garantizar la estabilidad y eficiencia de la red.</a:t>
            </a:r>
            <a:endParaRPr/>
          </a:p>
          <a:p>
            <a:pPr indent="0" lvl="0" marL="0" rtl="0" algn="just">
              <a:lnSpc>
                <a:spcPct val="115000"/>
              </a:lnSpc>
              <a:spcBef>
                <a:spcPts val="1800"/>
              </a:spcBef>
              <a:spcAft>
                <a:spcPts val="0"/>
              </a:spcAft>
              <a:buSzPct val="88235"/>
              <a:buNone/>
            </a:pPr>
            <a:r>
              <a:rPr b="0" lang="es-MX" sz="2400">
                <a:solidFill>
                  <a:schemeClr val="dk1"/>
                </a:solidFill>
                <a:latin typeface="Trebuchet MS"/>
                <a:ea typeface="Trebuchet MS"/>
                <a:cs typeface="Trebuchet MS"/>
                <a:sym typeface="Trebuchet MS"/>
              </a:rPr>
              <a:t>El objetivo del STP es mantener una red libre de  bucles.</a:t>
            </a:r>
            <a:endParaRPr/>
          </a:p>
          <a:p>
            <a:pPr indent="0" lvl="0" marL="0" rtl="0" algn="just">
              <a:lnSpc>
                <a:spcPct val="115000"/>
              </a:lnSpc>
              <a:spcBef>
                <a:spcPts val="1800"/>
              </a:spcBef>
              <a:spcAft>
                <a:spcPts val="0"/>
              </a:spcAft>
              <a:buSzPct val="88235"/>
              <a:buNone/>
            </a:pPr>
            <a:r>
              <a:rPr b="0" lang="es-MX" sz="2400">
                <a:solidFill>
                  <a:schemeClr val="dk1"/>
                </a:solidFill>
                <a:latin typeface="Trebuchet MS"/>
                <a:ea typeface="Trebuchet MS"/>
                <a:cs typeface="Trebuchet MS"/>
                <a:sym typeface="Trebuchet MS"/>
              </a:rPr>
              <a:t>Un camino libre de bucles se consigue cuando un  dispositivo es capaz de reconocer un bucle en la  topología y bloquear uno o más puertos  redundantes.</a:t>
            </a:r>
            <a:endParaRPr/>
          </a:p>
          <a:p>
            <a:pPr indent="0" lvl="0" marL="0" rtl="0" algn="just">
              <a:lnSpc>
                <a:spcPct val="115000"/>
              </a:lnSpc>
              <a:spcBef>
                <a:spcPts val="1800"/>
              </a:spcBef>
              <a:spcAft>
                <a:spcPts val="0"/>
              </a:spcAft>
              <a:buSzPct val="105882"/>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 name="Shape 433"/>
        <p:cNvGrpSpPr/>
        <p:nvPr/>
      </p:nvGrpSpPr>
      <p:grpSpPr>
        <a:xfrm>
          <a:off x="0" y="0"/>
          <a:ext cx="0" cy="0"/>
          <a:chOff x="0" y="0"/>
          <a:chExt cx="0" cy="0"/>
        </a:xfrm>
      </p:grpSpPr>
      <p:sp>
        <p:nvSpPr>
          <p:cNvPr id="434" name="Google Shape;434;p14"/>
          <p:cNvSpPr txBox="1"/>
          <p:nvPr>
            <p:ph type="title"/>
          </p:nvPr>
        </p:nvSpPr>
        <p:spPr>
          <a:xfrm>
            <a:off x="594360" y="102875"/>
            <a:ext cx="10873740" cy="1680205"/>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SzPts val="2800"/>
              <a:buNone/>
            </a:pPr>
            <a:r>
              <a:rPr b="1" lang="es-MX"/>
              <a:t>Bucles de Capa 2</a:t>
            </a:r>
            <a:endParaRPr b="1"/>
          </a:p>
        </p:txBody>
      </p:sp>
      <p:pic>
        <p:nvPicPr>
          <p:cNvPr descr="Diagrama&#10;&#10;El contenido generado por IA puede ser incorrecto." id="435" name="Google Shape;435;p14"/>
          <p:cNvPicPr preferRelativeResize="0"/>
          <p:nvPr>
            <p:ph idx="1" type="body"/>
          </p:nvPr>
        </p:nvPicPr>
        <p:blipFill rotWithShape="1">
          <a:blip r:embed="rId3">
            <a:alphaModFix/>
          </a:blip>
          <a:srcRect b="0" l="0" r="0" t="0"/>
          <a:stretch/>
        </p:blipFill>
        <p:spPr>
          <a:xfrm>
            <a:off x="4951624" y="2393381"/>
            <a:ext cx="5860807" cy="3700462"/>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sp>
        <p:nvSpPr>
          <p:cNvPr id="440" name="Google Shape;440;p15"/>
          <p:cNvSpPr txBox="1"/>
          <p:nvPr>
            <p:ph type="title"/>
          </p:nvPr>
        </p:nvSpPr>
        <p:spPr>
          <a:xfrm>
            <a:off x="594360" y="102875"/>
            <a:ext cx="10873740" cy="1680205"/>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SzPts val="2800"/>
              <a:buNone/>
            </a:pPr>
            <a:r>
              <a:rPr lang="es-MX"/>
              <a:t>Tormenta de BROADCAST</a:t>
            </a:r>
            <a:endParaRPr/>
          </a:p>
        </p:txBody>
      </p:sp>
      <p:pic>
        <p:nvPicPr>
          <p:cNvPr descr="Diagrama, Esquemático&#10;&#10;El contenido generado por IA puede ser incorrecto." id="441" name="Google Shape;441;p15"/>
          <p:cNvPicPr preferRelativeResize="0"/>
          <p:nvPr>
            <p:ph idx="1" type="body"/>
          </p:nvPr>
        </p:nvPicPr>
        <p:blipFill rotWithShape="1">
          <a:blip r:embed="rId3">
            <a:alphaModFix/>
          </a:blip>
          <a:srcRect b="0" l="0" r="0" t="0"/>
          <a:stretch/>
        </p:blipFill>
        <p:spPr>
          <a:xfrm>
            <a:off x="5516232" y="2548657"/>
            <a:ext cx="5283681" cy="3700462"/>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 name="Shape 446"/>
        <p:cNvGrpSpPr/>
        <p:nvPr/>
      </p:nvGrpSpPr>
      <p:grpSpPr>
        <a:xfrm>
          <a:off x="0" y="0"/>
          <a:ext cx="0" cy="0"/>
          <a:chOff x="0" y="0"/>
          <a:chExt cx="0" cy="0"/>
        </a:xfrm>
      </p:grpSpPr>
      <p:sp>
        <p:nvSpPr>
          <p:cNvPr id="447" name="Google Shape;447;p16"/>
          <p:cNvSpPr txBox="1"/>
          <p:nvPr>
            <p:ph type="title"/>
          </p:nvPr>
        </p:nvSpPr>
        <p:spPr>
          <a:xfrm>
            <a:off x="594360" y="102875"/>
            <a:ext cx="10873740" cy="1680205"/>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SzPts val="2800"/>
              <a:buNone/>
            </a:pPr>
            <a:r>
              <a:rPr b="1" lang="es-MX"/>
              <a:t>STP</a:t>
            </a:r>
            <a:endParaRPr/>
          </a:p>
        </p:txBody>
      </p:sp>
      <p:pic>
        <p:nvPicPr>
          <p:cNvPr descr="Diagrama&#10;&#10;El contenido generado por IA puede ser incorrecto." id="448" name="Google Shape;448;p16"/>
          <p:cNvPicPr preferRelativeResize="0"/>
          <p:nvPr>
            <p:ph idx="1" type="body"/>
          </p:nvPr>
        </p:nvPicPr>
        <p:blipFill rotWithShape="1">
          <a:blip r:embed="rId3">
            <a:alphaModFix/>
          </a:blip>
          <a:srcRect b="0" l="0" r="0" t="0"/>
          <a:stretch/>
        </p:blipFill>
        <p:spPr>
          <a:xfrm>
            <a:off x="5127616" y="2531404"/>
            <a:ext cx="5991901" cy="3700462"/>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sp>
        <p:nvSpPr>
          <p:cNvPr id="454" name="Google Shape;454;p17"/>
          <p:cNvSpPr txBox="1"/>
          <p:nvPr>
            <p:ph type="title"/>
          </p:nvPr>
        </p:nvSpPr>
        <p:spPr>
          <a:xfrm>
            <a:off x="594360" y="102875"/>
            <a:ext cx="10873740" cy="1680205"/>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SzPts val="2800"/>
              <a:buNone/>
            </a:pPr>
            <a:r>
              <a:rPr b="1" lang="es-MX"/>
              <a:t>STP</a:t>
            </a:r>
            <a:endParaRPr/>
          </a:p>
        </p:txBody>
      </p:sp>
      <p:pic>
        <p:nvPicPr>
          <p:cNvPr descr="Diagrama&#10;&#10;El contenido generado por IA puede ser incorrecto." id="455" name="Google Shape;455;p17"/>
          <p:cNvPicPr preferRelativeResize="0"/>
          <p:nvPr>
            <p:ph idx="1" type="body"/>
          </p:nvPr>
        </p:nvPicPr>
        <p:blipFill rotWithShape="1">
          <a:blip r:embed="rId3">
            <a:alphaModFix/>
          </a:blip>
          <a:srcRect b="0" l="0" r="0" t="0"/>
          <a:stretch/>
        </p:blipFill>
        <p:spPr>
          <a:xfrm>
            <a:off x="5049978" y="2445140"/>
            <a:ext cx="5991901" cy="3700462"/>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9" name="Shape 459"/>
        <p:cNvGrpSpPr/>
        <p:nvPr/>
      </p:nvGrpSpPr>
      <p:grpSpPr>
        <a:xfrm>
          <a:off x="0" y="0"/>
          <a:ext cx="0" cy="0"/>
          <a:chOff x="0" y="0"/>
          <a:chExt cx="0" cy="0"/>
        </a:xfrm>
      </p:grpSpPr>
      <p:sp>
        <p:nvSpPr>
          <p:cNvPr id="460" name="Google Shape;460;p18"/>
          <p:cNvSpPr txBox="1"/>
          <p:nvPr>
            <p:ph type="ctrTitle"/>
          </p:nvPr>
        </p:nvSpPr>
        <p:spPr>
          <a:xfrm>
            <a:off x="6309904" y="411479"/>
            <a:ext cx="5486400" cy="3291840"/>
          </a:xfrm>
          <a:prstGeom prst="rect">
            <a:avLst/>
          </a:prstGeom>
          <a:noFill/>
          <a:ln>
            <a:noFill/>
          </a:ln>
        </p:spPr>
        <p:txBody>
          <a:bodyPr anchorCtr="0" anchor="b" bIns="0" lIns="0" spcFirstLastPara="1" rIns="0" wrap="square" tIns="0">
            <a:noAutofit/>
          </a:bodyPr>
          <a:lstStyle/>
          <a:p>
            <a:pPr indent="0" lvl="0" marL="0" rtl="0" algn="l">
              <a:lnSpc>
                <a:spcPct val="80000"/>
              </a:lnSpc>
              <a:spcBef>
                <a:spcPts val="0"/>
              </a:spcBef>
              <a:spcAft>
                <a:spcPts val="0"/>
              </a:spcAft>
              <a:buSzPts val="2800"/>
              <a:buNone/>
            </a:pPr>
            <a:r>
              <a:rPr lang="es-MX">
                <a:solidFill>
                  <a:schemeClr val="dk1"/>
                </a:solidFill>
              </a:rPr>
              <a:t>Port Security</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4" name="Shape 464"/>
        <p:cNvGrpSpPr/>
        <p:nvPr/>
      </p:nvGrpSpPr>
      <p:grpSpPr>
        <a:xfrm>
          <a:off x="0" y="0"/>
          <a:ext cx="0" cy="0"/>
          <a:chOff x="0" y="0"/>
          <a:chExt cx="0" cy="0"/>
        </a:xfrm>
      </p:grpSpPr>
      <p:sp>
        <p:nvSpPr>
          <p:cNvPr id="465" name="Google Shape;465;p19"/>
          <p:cNvSpPr txBox="1"/>
          <p:nvPr>
            <p:ph type="title"/>
          </p:nvPr>
        </p:nvSpPr>
        <p:spPr>
          <a:xfrm>
            <a:off x="594360" y="198408"/>
            <a:ext cx="10972800" cy="1574317"/>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SzPts val="2800"/>
              <a:buNone/>
            </a:pPr>
            <a:r>
              <a:rPr lang="es-MX">
                <a:solidFill>
                  <a:schemeClr val="dk1"/>
                </a:solidFill>
              </a:rPr>
              <a:t>Port Security</a:t>
            </a:r>
            <a:endParaRPr/>
          </a:p>
        </p:txBody>
      </p:sp>
      <p:sp>
        <p:nvSpPr>
          <p:cNvPr id="466" name="Google Shape;466;p19"/>
          <p:cNvSpPr txBox="1"/>
          <p:nvPr>
            <p:ph idx="1" type="body"/>
          </p:nvPr>
        </p:nvSpPr>
        <p:spPr>
          <a:xfrm>
            <a:off x="594360" y="2089929"/>
            <a:ext cx="6107203" cy="3597470"/>
          </a:xfrm>
          <a:prstGeom prst="rect">
            <a:avLst/>
          </a:prstGeom>
          <a:noFill/>
          <a:ln>
            <a:noFill/>
          </a:ln>
        </p:spPr>
        <p:txBody>
          <a:bodyPr anchorCtr="0" anchor="t" bIns="91425" lIns="0" spcFirstLastPara="1" rIns="91425" wrap="square" tIns="91425">
            <a:normAutofit/>
          </a:bodyPr>
          <a:lstStyle/>
          <a:p>
            <a:pPr indent="0" lvl="0" marL="0" rtl="0" algn="just">
              <a:lnSpc>
                <a:spcPct val="115000"/>
              </a:lnSpc>
              <a:spcBef>
                <a:spcPts val="1800"/>
              </a:spcBef>
              <a:spcAft>
                <a:spcPts val="0"/>
              </a:spcAft>
              <a:buSzPts val="1800"/>
              <a:buNone/>
            </a:pPr>
            <a:r>
              <a:rPr lang="es-MX">
                <a:solidFill>
                  <a:schemeClr val="dk1"/>
                </a:solidFill>
              </a:rPr>
              <a:t>Port Security es una función en switches de red que permite controlar qué dispositivos pueden conectarse a un puerto específico. Limita el número de direcciones MAC permitidas por puerto y bloquea o deshabilita el puerto si se detecta una dirección MAC no autorizada. Esto ayuda a mejorar la seguridad de la red al prevenir accesos no autorizados.</a:t>
            </a:r>
            <a:endParaRPr>
              <a:solidFill>
                <a:schemeClr val="dk1"/>
              </a:solidFill>
            </a:endParaRPr>
          </a:p>
        </p:txBody>
      </p:sp>
      <p:pic>
        <p:nvPicPr>
          <p:cNvPr descr="Diagrama&#10;&#10;El contenido generado por IA puede ser incorrecto." id="467" name="Google Shape;467;p19"/>
          <p:cNvPicPr preferRelativeResize="0"/>
          <p:nvPr/>
        </p:nvPicPr>
        <p:blipFill rotWithShape="1">
          <a:blip r:embed="rId3">
            <a:alphaModFix/>
          </a:blip>
          <a:srcRect b="0" l="0" r="0" t="0"/>
          <a:stretch/>
        </p:blipFill>
        <p:spPr>
          <a:xfrm>
            <a:off x="7004647" y="3247561"/>
            <a:ext cx="4879675" cy="2439838"/>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sp>
        <p:nvSpPr>
          <p:cNvPr id="472" name="Google Shape;472;p20"/>
          <p:cNvSpPr txBox="1"/>
          <p:nvPr>
            <p:ph type="title"/>
          </p:nvPr>
        </p:nvSpPr>
        <p:spPr>
          <a:xfrm>
            <a:off x="594360" y="198408"/>
            <a:ext cx="10972800" cy="1574317"/>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SzPts val="2800"/>
              <a:buNone/>
            </a:pPr>
            <a:r>
              <a:rPr lang="es-MX">
                <a:solidFill>
                  <a:schemeClr val="dk1"/>
                </a:solidFill>
              </a:rPr>
              <a:t>Modos de Violación (Violation Modes)</a:t>
            </a:r>
            <a:endParaRPr>
              <a:solidFill>
                <a:schemeClr val="dk1"/>
              </a:solidFill>
            </a:endParaRPr>
          </a:p>
        </p:txBody>
      </p:sp>
      <p:sp>
        <p:nvSpPr>
          <p:cNvPr id="473" name="Google Shape;473;p20"/>
          <p:cNvSpPr txBox="1"/>
          <p:nvPr>
            <p:ph idx="1" type="body"/>
          </p:nvPr>
        </p:nvSpPr>
        <p:spPr>
          <a:xfrm>
            <a:off x="594360" y="2365974"/>
            <a:ext cx="8860191" cy="3597470"/>
          </a:xfrm>
          <a:prstGeom prst="rect">
            <a:avLst/>
          </a:prstGeom>
          <a:noFill/>
          <a:ln>
            <a:noFill/>
          </a:ln>
        </p:spPr>
        <p:txBody>
          <a:bodyPr anchorCtr="0" anchor="t" bIns="91425" lIns="0" spcFirstLastPara="1" rIns="91425" wrap="square" tIns="91425">
            <a:normAutofit/>
          </a:bodyPr>
          <a:lstStyle/>
          <a:p>
            <a:pPr indent="0" lvl="0" marL="0" rtl="0" algn="just">
              <a:lnSpc>
                <a:spcPct val="115000"/>
              </a:lnSpc>
              <a:spcBef>
                <a:spcPts val="1800"/>
              </a:spcBef>
              <a:spcAft>
                <a:spcPts val="0"/>
              </a:spcAft>
              <a:buSzPts val="1800"/>
              <a:buNone/>
            </a:pPr>
            <a:r>
              <a:rPr lang="es-MX">
                <a:solidFill>
                  <a:schemeClr val="dk1"/>
                </a:solidFill>
              </a:rPr>
              <a:t>Cuando una dirección MAC no autorizada intenta comunicarse a través de un puerto con Port Security habilitado, el switch considera esto una "violación". Dependiendo del modo configurado, el switch puede responder de tres maneras:</a:t>
            </a:r>
            <a:endParaRPr/>
          </a:p>
          <a:p>
            <a:pPr indent="-342900" lvl="0" marL="342900" rtl="0" algn="just">
              <a:lnSpc>
                <a:spcPct val="115000"/>
              </a:lnSpc>
              <a:spcBef>
                <a:spcPts val="1800"/>
              </a:spcBef>
              <a:spcAft>
                <a:spcPts val="0"/>
              </a:spcAft>
              <a:buSzPts val="1800"/>
              <a:buFont typeface="Arial"/>
              <a:buChar char="•"/>
            </a:pPr>
            <a:r>
              <a:rPr lang="es-MX">
                <a:solidFill>
                  <a:schemeClr val="dk1"/>
                </a:solidFill>
              </a:rPr>
              <a:t>Protect</a:t>
            </a:r>
            <a:endParaRPr>
              <a:solidFill>
                <a:schemeClr val="dk1"/>
              </a:solidFill>
            </a:endParaRPr>
          </a:p>
          <a:p>
            <a:pPr indent="-342900" lvl="0" marL="342900" rtl="0" algn="just">
              <a:lnSpc>
                <a:spcPct val="115000"/>
              </a:lnSpc>
              <a:spcBef>
                <a:spcPts val="1800"/>
              </a:spcBef>
              <a:spcAft>
                <a:spcPts val="0"/>
              </a:spcAft>
              <a:buSzPts val="1800"/>
              <a:buFont typeface="Arial"/>
              <a:buChar char="•"/>
            </a:pPr>
            <a:r>
              <a:rPr lang="es-MX">
                <a:solidFill>
                  <a:schemeClr val="dk1"/>
                </a:solidFill>
              </a:rPr>
              <a:t>Restrict</a:t>
            </a:r>
            <a:endParaRPr>
              <a:solidFill>
                <a:schemeClr val="dk1"/>
              </a:solidFill>
            </a:endParaRPr>
          </a:p>
          <a:p>
            <a:pPr indent="-342900" lvl="0" marL="342900" rtl="0" algn="just">
              <a:lnSpc>
                <a:spcPct val="115000"/>
              </a:lnSpc>
              <a:spcBef>
                <a:spcPts val="1800"/>
              </a:spcBef>
              <a:spcAft>
                <a:spcPts val="0"/>
              </a:spcAft>
              <a:buSzPts val="1800"/>
              <a:buFont typeface="Arial"/>
              <a:buChar char="•"/>
            </a:pPr>
            <a:r>
              <a:rPr lang="es-MX">
                <a:solidFill>
                  <a:schemeClr val="dk1"/>
                </a:solidFill>
              </a:rPr>
              <a:t>Shutdown</a:t>
            </a:r>
            <a:endParaRPr>
              <a:solidFill>
                <a:schemeClr val="dk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21"/>
          <p:cNvSpPr txBox="1"/>
          <p:nvPr>
            <p:ph type="title"/>
          </p:nvPr>
        </p:nvSpPr>
        <p:spPr>
          <a:xfrm>
            <a:off x="594360" y="198408"/>
            <a:ext cx="10972800" cy="1574317"/>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SzPts val="2800"/>
              <a:buNone/>
            </a:pPr>
            <a:r>
              <a:rPr lang="es-MX">
                <a:solidFill>
                  <a:schemeClr val="dk1"/>
                </a:solidFill>
              </a:rPr>
              <a:t>Modos de Violación (Violation Modes)</a:t>
            </a:r>
            <a:endParaRPr>
              <a:solidFill>
                <a:schemeClr val="dk1"/>
              </a:solidFill>
            </a:endParaRPr>
          </a:p>
        </p:txBody>
      </p:sp>
      <p:sp>
        <p:nvSpPr>
          <p:cNvPr id="479" name="Google Shape;479;p21"/>
          <p:cNvSpPr txBox="1"/>
          <p:nvPr>
            <p:ph idx="1" type="body"/>
          </p:nvPr>
        </p:nvSpPr>
        <p:spPr>
          <a:xfrm>
            <a:off x="594360" y="2193446"/>
            <a:ext cx="7428206" cy="3597470"/>
          </a:xfrm>
          <a:prstGeom prst="rect">
            <a:avLst/>
          </a:prstGeom>
          <a:noFill/>
          <a:ln>
            <a:noFill/>
          </a:ln>
        </p:spPr>
        <p:txBody>
          <a:bodyPr anchorCtr="0" anchor="t" bIns="91425" lIns="0" spcFirstLastPara="1" rIns="91425" wrap="square" tIns="91425">
            <a:normAutofit/>
          </a:bodyPr>
          <a:lstStyle/>
          <a:p>
            <a:pPr indent="0" lvl="0" marL="0" rtl="0" algn="l">
              <a:lnSpc>
                <a:spcPct val="115000"/>
              </a:lnSpc>
              <a:spcBef>
                <a:spcPts val="1800"/>
              </a:spcBef>
              <a:spcAft>
                <a:spcPts val="0"/>
              </a:spcAft>
              <a:buSzPts val="1800"/>
              <a:buNone/>
            </a:pPr>
            <a:r>
              <a:rPr b="1" lang="es-MX"/>
              <a:t>Protect</a:t>
            </a:r>
            <a:endParaRPr b="1"/>
          </a:p>
          <a:p>
            <a:pPr indent="0" lvl="0" marL="0" rtl="0" algn="just">
              <a:lnSpc>
                <a:spcPct val="115000"/>
              </a:lnSpc>
              <a:spcBef>
                <a:spcPts val="1800"/>
              </a:spcBef>
              <a:spcAft>
                <a:spcPts val="0"/>
              </a:spcAft>
              <a:buSzPts val="1800"/>
              <a:buNone/>
            </a:pPr>
            <a:r>
              <a:rPr lang="es-MX" sz="1800">
                <a:solidFill>
                  <a:schemeClr val="dk1"/>
                </a:solidFill>
              </a:rPr>
              <a:t>En este modo, el switch simplemente descarta todos los paquetes provenientes de la dirección MAC no autorizada. Sin embargo, no genera ningún tipo de alerta, log, o notificación sobre la violación. El puerto permanece activo para las direcciones autorizadas.</a:t>
            </a:r>
            <a:endParaRPr/>
          </a:p>
          <a:p>
            <a:pPr indent="0" lvl="0" marL="0" rtl="0" algn="l">
              <a:lnSpc>
                <a:spcPct val="115000"/>
              </a:lnSpc>
              <a:spcBef>
                <a:spcPts val="1800"/>
              </a:spcBef>
              <a:spcAft>
                <a:spcPts val="0"/>
              </a:spcAft>
              <a:buSzPts val="1800"/>
              <a:buNone/>
            </a:pPr>
            <a:r>
              <a:rPr lang="es-MX" sz="1600">
                <a:solidFill>
                  <a:schemeClr val="dk1"/>
                </a:solidFill>
              </a:rPr>
              <a:t>Es un modo discreto que evita interrupciones en el puerto y minimiza el impacto en los dispositivos autorizados.</a:t>
            </a:r>
            <a:endParaRPr/>
          </a:p>
          <a:p>
            <a:pPr indent="0" lvl="0" marL="0" rtl="0" algn="l">
              <a:lnSpc>
                <a:spcPct val="115000"/>
              </a:lnSpc>
              <a:spcBef>
                <a:spcPts val="1800"/>
              </a:spcBef>
              <a:spcAft>
                <a:spcPts val="0"/>
              </a:spcAft>
              <a:buSzPts val="1800"/>
              <a:buNone/>
            </a:pPr>
            <a:r>
              <a:rPr lang="es-MX" sz="1600">
                <a:solidFill>
                  <a:schemeClr val="dk1"/>
                </a:solidFill>
              </a:rPr>
              <a:t>No proporciona visibilidad al administrador sobre la ocurrencia de violaciones.</a:t>
            </a:r>
            <a:endParaRPr sz="1800">
              <a:solidFill>
                <a:schemeClr val="dk1"/>
              </a:solidFill>
            </a:endParaRPr>
          </a:p>
        </p:txBody>
      </p:sp>
      <p:pic>
        <p:nvPicPr>
          <p:cNvPr id="480" name="Google Shape;480;p21"/>
          <p:cNvPicPr preferRelativeResize="0"/>
          <p:nvPr/>
        </p:nvPicPr>
        <p:blipFill rotWithShape="1">
          <a:blip r:embed="rId3">
            <a:alphaModFix/>
          </a:blip>
          <a:srcRect b="23036" l="11185" r="10514" t="25916"/>
          <a:stretch/>
        </p:blipFill>
        <p:spPr>
          <a:xfrm>
            <a:off x="8085691" y="3822573"/>
            <a:ext cx="3836016" cy="1068604"/>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4" name="Shape 484"/>
        <p:cNvGrpSpPr/>
        <p:nvPr/>
      </p:nvGrpSpPr>
      <p:grpSpPr>
        <a:xfrm>
          <a:off x="0" y="0"/>
          <a:ext cx="0" cy="0"/>
          <a:chOff x="0" y="0"/>
          <a:chExt cx="0" cy="0"/>
        </a:xfrm>
      </p:grpSpPr>
      <p:sp>
        <p:nvSpPr>
          <p:cNvPr id="485" name="Google Shape;485;p22"/>
          <p:cNvSpPr txBox="1"/>
          <p:nvPr>
            <p:ph type="title"/>
          </p:nvPr>
        </p:nvSpPr>
        <p:spPr>
          <a:xfrm>
            <a:off x="594360" y="198408"/>
            <a:ext cx="10972800" cy="1574317"/>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SzPts val="2800"/>
              <a:buNone/>
            </a:pPr>
            <a:r>
              <a:rPr lang="es-MX">
                <a:solidFill>
                  <a:schemeClr val="dk1"/>
                </a:solidFill>
              </a:rPr>
              <a:t>Modos de Violación (Violation Modes)</a:t>
            </a:r>
            <a:endParaRPr>
              <a:solidFill>
                <a:schemeClr val="dk1"/>
              </a:solidFill>
            </a:endParaRPr>
          </a:p>
        </p:txBody>
      </p:sp>
      <p:sp>
        <p:nvSpPr>
          <p:cNvPr id="486" name="Google Shape;486;p22"/>
          <p:cNvSpPr txBox="1"/>
          <p:nvPr>
            <p:ph idx="1" type="body"/>
          </p:nvPr>
        </p:nvSpPr>
        <p:spPr>
          <a:xfrm>
            <a:off x="594360" y="1960533"/>
            <a:ext cx="7704251" cy="4466146"/>
          </a:xfrm>
          <a:prstGeom prst="rect">
            <a:avLst/>
          </a:prstGeom>
          <a:noFill/>
          <a:ln>
            <a:noFill/>
          </a:ln>
        </p:spPr>
        <p:txBody>
          <a:bodyPr anchorCtr="0" anchor="t" bIns="91425" lIns="0" spcFirstLastPara="1" rIns="91425" wrap="square" tIns="91425">
            <a:normAutofit fontScale="92500" lnSpcReduction="10000"/>
          </a:bodyPr>
          <a:lstStyle/>
          <a:p>
            <a:pPr indent="0" lvl="0" marL="0" rtl="0" algn="l">
              <a:lnSpc>
                <a:spcPct val="115000"/>
              </a:lnSpc>
              <a:spcBef>
                <a:spcPts val="1800"/>
              </a:spcBef>
              <a:spcAft>
                <a:spcPts val="0"/>
              </a:spcAft>
              <a:buSzPct val="97297"/>
              <a:buNone/>
            </a:pPr>
            <a:r>
              <a:rPr b="1" lang="es-MX"/>
              <a:t>Restrict</a:t>
            </a:r>
            <a:endParaRPr b="1"/>
          </a:p>
          <a:p>
            <a:pPr indent="0" lvl="0" marL="0" rtl="0" algn="just">
              <a:lnSpc>
                <a:spcPct val="115000"/>
              </a:lnSpc>
              <a:spcBef>
                <a:spcPts val="1800"/>
              </a:spcBef>
              <a:spcAft>
                <a:spcPts val="0"/>
              </a:spcAft>
              <a:buSzPct val="108108"/>
              <a:buNone/>
            </a:pPr>
            <a:r>
              <a:rPr lang="es-MX" sz="1800">
                <a:solidFill>
                  <a:schemeClr val="dk1"/>
                </a:solidFill>
              </a:rPr>
              <a:t>Similar a Protect, este modo descarta paquetes provenientes de direcciones MAC no autorizadas. Sin embargo, aquí el switch también:</a:t>
            </a:r>
            <a:endParaRPr/>
          </a:p>
          <a:p>
            <a:pPr indent="-342900" lvl="0" marL="342900" rtl="0" algn="just">
              <a:lnSpc>
                <a:spcPct val="115000"/>
              </a:lnSpc>
              <a:spcBef>
                <a:spcPts val="1800"/>
              </a:spcBef>
              <a:spcAft>
                <a:spcPts val="0"/>
              </a:spcAft>
              <a:buSzPct val="108108"/>
              <a:buFont typeface="Arial"/>
              <a:buAutoNum type="arabicPeriod"/>
            </a:pPr>
            <a:r>
              <a:rPr lang="es-MX" sz="1800">
                <a:solidFill>
                  <a:schemeClr val="dk1"/>
                </a:solidFill>
              </a:rPr>
              <a:t>Genera logs del evento.</a:t>
            </a:r>
            <a:endParaRPr/>
          </a:p>
          <a:p>
            <a:pPr indent="-342900" lvl="0" marL="342900" rtl="0" algn="just">
              <a:lnSpc>
                <a:spcPct val="115000"/>
              </a:lnSpc>
              <a:spcBef>
                <a:spcPts val="1800"/>
              </a:spcBef>
              <a:spcAft>
                <a:spcPts val="0"/>
              </a:spcAft>
              <a:buSzPct val="108108"/>
              <a:buFont typeface="Arial"/>
              <a:buAutoNum type="arabicPeriod"/>
            </a:pPr>
            <a:r>
              <a:rPr lang="es-MX" sz="1800">
                <a:solidFill>
                  <a:schemeClr val="dk1"/>
                </a:solidFill>
              </a:rPr>
              <a:t>Envía traps SNMP (notificaciones) al sistema de administración de red (si está configurado).</a:t>
            </a:r>
            <a:endParaRPr/>
          </a:p>
          <a:p>
            <a:pPr indent="-342900" lvl="0" marL="342900" rtl="0" algn="just">
              <a:lnSpc>
                <a:spcPct val="115000"/>
              </a:lnSpc>
              <a:spcBef>
                <a:spcPts val="1800"/>
              </a:spcBef>
              <a:spcAft>
                <a:spcPts val="0"/>
              </a:spcAft>
              <a:buSzPct val="108108"/>
              <a:buFont typeface="Arial"/>
              <a:buAutoNum type="arabicPeriod"/>
            </a:pPr>
            <a:r>
              <a:rPr lang="es-MX" sz="1800">
                <a:solidFill>
                  <a:schemeClr val="dk1"/>
                </a:solidFill>
              </a:rPr>
              <a:t>Mantiene el puerto activo para las direcciones autorizadas.</a:t>
            </a:r>
            <a:r>
              <a:rPr lang="es-MX" sz="1600">
                <a:solidFill>
                  <a:schemeClr val="dk1"/>
                </a:solidFill>
              </a:rPr>
              <a:t>Es un modo discreto que evita interrupciones en el puerto y minimiza el impacto en los dispositivos autorizados.</a:t>
            </a:r>
            <a:endParaRPr/>
          </a:p>
          <a:p>
            <a:pPr indent="0" lvl="0" marL="0" rtl="0" algn="just">
              <a:lnSpc>
                <a:spcPct val="115000"/>
              </a:lnSpc>
              <a:spcBef>
                <a:spcPts val="1800"/>
              </a:spcBef>
              <a:spcAft>
                <a:spcPts val="0"/>
              </a:spcAft>
              <a:buSzPct val="121621"/>
              <a:buNone/>
            </a:pPr>
            <a:r>
              <a:rPr lang="es-MX" sz="1600">
                <a:solidFill>
                  <a:schemeClr val="dk1"/>
                </a:solidFill>
              </a:rPr>
              <a:t>Ofrece visibilidad sobre las violaciones sin desactivar el puerto, lo que facilita la gestión de eventos en tiempo real.</a:t>
            </a:r>
            <a:endParaRPr/>
          </a:p>
          <a:p>
            <a:pPr indent="0" lvl="0" marL="0" rtl="0" algn="just">
              <a:lnSpc>
                <a:spcPct val="115000"/>
              </a:lnSpc>
              <a:spcBef>
                <a:spcPts val="1800"/>
              </a:spcBef>
              <a:spcAft>
                <a:spcPts val="0"/>
              </a:spcAft>
              <a:buSzPct val="121621"/>
              <a:buNone/>
            </a:pPr>
            <a:r>
              <a:t/>
            </a:r>
            <a:endParaRPr sz="1600">
              <a:solidFill>
                <a:schemeClr val="dk1"/>
              </a:solidFill>
            </a:endParaRPr>
          </a:p>
        </p:txBody>
      </p:sp>
      <p:pic>
        <p:nvPicPr>
          <p:cNvPr id="487" name="Google Shape;487;p22"/>
          <p:cNvPicPr preferRelativeResize="0"/>
          <p:nvPr/>
        </p:nvPicPr>
        <p:blipFill rotWithShape="1">
          <a:blip r:embed="rId3">
            <a:alphaModFix/>
          </a:blip>
          <a:srcRect b="17928" l="10931" r="11363" t="21315"/>
          <a:stretch/>
        </p:blipFill>
        <p:spPr>
          <a:xfrm>
            <a:off x="8471141" y="3753502"/>
            <a:ext cx="3473996" cy="1475722"/>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1" name="Shape 491"/>
        <p:cNvGrpSpPr/>
        <p:nvPr/>
      </p:nvGrpSpPr>
      <p:grpSpPr>
        <a:xfrm>
          <a:off x="0" y="0"/>
          <a:ext cx="0" cy="0"/>
          <a:chOff x="0" y="0"/>
          <a:chExt cx="0" cy="0"/>
        </a:xfrm>
      </p:grpSpPr>
      <p:sp>
        <p:nvSpPr>
          <p:cNvPr id="492" name="Google Shape;492;p23"/>
          <p:cNvSpPr txBox="1"/>
          <p:nvPr>
            <p:ph type="title"/>
          </p:nvPr>
        </p:nvSpPr>
        <p:spPr>
          <a:xfrm>
            <a:off x="594360" y="198408"/>
            <a:ext cx="10972800" cy="1574317"/>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SzPts val="2800"/>
              <a:buNone/>
            </a:pPr>
            <a:r>
              <a:rPr lang="es-MX">
                <a:solidFill>
                  <a:schemeClr val="dk1"/>
                </a:solidFill>
              </a:rPr>
              <a:t>Modos de Violación (Violation Modes)</a:t>
            </a:r>
            <a:endParaRPr>
              <a:solidFill>
                <a:schemeClr val="dk1"/>
              </a:solidFill>
            </a:endParaRPr>
          </a:p>
        </p:txBody>
      </p:sp>
      <p:sp>
        <p:nvSpPr>
          <p:cNvPr id="493" name="Google Shape;493;p23"/>
          <p:cNvSpPr txBox="1"/>
          <p:nvPr>
            <p:ph idx="1" type="body"/>
          </p:nvPr>
        </p:nvSpPr>
        <p:spPr>
          <a:xfrm>
            <a:off x="594360" y="2193446"/>
            <a:ext cx="7428206" cy="4086584"/>
          </a:xfrm>
          <a:prstGeom prst="rect">
            <a:avLst/>
          </a:prstGeom>
          <a:noFill/>
          <a:ln>
            <a:noFill/>
          </a:ln>
        </p:spPr>
        <p:txBody>
          <a:bodyPr anchorCtr="0" anchor="t" bIns="91425" lIns="0" spcFirstLastPara="1" rIns="91425" wrap="square" tIns="91425">
            <a:normAutofit fontScale="62500" lnSpcReduction="20000"/>
          </a:bodyPr>
          <a:lstStyle/>
          <a:p>
            <a:pPr indent="0" lvl="0" marL="0" rtl="0" algn="l">
              <a:lnSpc>
                <a:spcPct val="115000"/>
              </a:lnSpc>
              <a:spcBef>
                <a:spcPts val="1800"/>
              </a:spcBef>
              <a:spcAft>
                <a:spcPts val="0"/>
              </a:spcAft>
              <a:buSzPct val="82285"/>
              <a:buNone/>
            </a:pPr>
            <a:r>
              <a:rPr lang="es-MX" sz="3500">
                <a:solidFill>
                  <a:schemeClr val="dk1"/>
                </a:solidFill>
                <a:latin typeface="Trebuchet MS"/>
                <a:ea typeface="Trebuchet MS"/>
                <a:cs typeface="Trebuchet MS"/>
                <a:sym typeface="Trebuchet MS"/>
              </a:rPr>
              <a:t>Shutdown</a:t>
            </a:r>
            <a:endParaRPr/>
          </a:p>
          <a:p>
            <a:pPr indent="0" lvl="0" marL="0" rtl="0" algn="l">
              <a:lnSpc>
                <a:spcPct val="115000"/>
              </a:lnSpc>
              <a:spcBef>
                <a:spcPts val="1800"/>
              </a:spcBef>
              <a:spcAft>
                <a:spcPts val="0"/>
              </a:spcAft>
              <a:buSzPct val="110769"/>
              <a:buNone/>
            </a:pPr>
            <a:r>
              <a:rPr lang="es-MX" sz="2600">
                <a:solidFill>
                  <a:schemeClr val="dk1"/>
                </a:solidFill>
                <a:latin typeface="Trebuchet MS"/>
                <a:ea typeface="Trebuchet MS"/>
                <a:cs typeface="Trebuchet MS"/>
                <a:sym typeface="Trebuchet MS"/>
              </a:rPr>
              <a:t>En este modo, el switch desactiva completamente el puerto (lo pone en estado de error-disable) cuando detecta una dirección MAC no autorizada. Este es el modo predeterminado para Port Security. El puerto permanece inactivo hasta que:</a:t>
            </a:r>
            <a:endParaRPr/>
          </a:p>
          <a:p>
            <a:pPr indent="-457200" lvl="0" marL="457200" rtl="0" algn="l">
              <a:lnSpc>
                <a:spcPct val="115000"/>
              </a:lnSpc>
              <a:spcBef>
                <a:spcPts val="1800"/>
              </a:spcBef>
              <a:spcAft>
                <a:spcPts val="0"/>
              </a:spcAft>
              <a:buSzPct val="110769"/>
              <a:buFont typeface="Arial"/>
              <a:buChar char="•"/>
            </a:pPr>
            <a:r>
              <a:rPr lang="es-MX" sz="2600">
                <a:solidFill>
                  <a:schemeClr val="dk1"/>
                </a:solidFill>
                <a:latin typeface="Trebuchet MS"/>
                <a:ea typeface="Trebuchet MS"/>
                <a:cs typeface="Trebuchet MS"/>
                <a:sym typeface="Trebuchet MS"/>
              </a:rPr>
              <a:t>Se reinicie manualmente el puerto.</a:t>
            </a:r>
            <a:endParaRPr/>
          </a:p>
          <a:p>
            <a:pPr indent="-457200" lvl="0" marL="457200" rtl="0" algn="l">
              <a:lnSpc>
                <a:spcPct val="115000"/>
              </a:lnSpc>
              <a:spcBef>
                <a:spcPts val="1800"/>
              </a:spcBef>
              <a:spcAft>
                <a:spcPts val="0"/>
              </a:spcAft>
              <a:buSzPct val="110769"/>
              <a:buFont typeface="Arial"/>
              <a:buChar char="•"/>
            </a:pPr>
            <a:r>
              <a:rPr lang="es-MX" sz="2600">
                <a:solidFill>
                  <a:schemeClr val="dk1"/>
                </a:solidFill>
                <a:latin typeface="Trebuchet MS"/>
                <a:ea typeface="Trebuchet MS"/>
                <a:cs typeface="Trebuchet MS"/>
                <a:sym typeface="Trebuchet MS"/>
              </a:rPr>
              <a:t>Se configure una recuperación automática.</a:t>
            </a:r>
            <a:endParaRPr/>
          </a:p>
          <a:p>
            <a:pPr indent="0" lvl="0" marL="0" rtl="0" algn="l">
              <a:lnSpc>
                <a:spcPct val="115000"/>
              </a:lnSpc>
              <a:spcBef>
                <a:spcPts val="1800"/>
              </a:spcBef>
              <a:spcAft>
                <a:spcPts val="0"/>
              </a:spcAft>
              <a:buSzPct val="110769"/>
              <a:buNone/>
            </a:pPr>
            <a:r>
              <a:rPr lang="es-MX" sz="2600">
                <a:solidFill>
                  <a:schemeClr val="dk1"/>
                </a:solidFill>
                <a:latin typeface="Trebuchet MS"/>
                <a:ea typeface="Trebuchet MS"/>
                <a:cs typeface="Trebuchet MS"/>
                <a:sym typeface="Trebuchet MS"/>
              </a:rPr>
              <a:t>Ofrece la máxima seguridad, ya que elimina el acceso no autorizado al desconectar el puerto de la red.</a:t>
            </a:r>
            <a:endParaRPr/>
          </a:p>
          <a:p>
            <a:pPr indent="0" lvl="0" marL="0" rtl="0" algn="l">
              <a:lnSpc>
                <a:spcPct val="115000"/>
              </a:lnSpc>
              <a:spcBef>
                <a:spcPts val="1800"/>
              </a:spcBef>
              <a:spcAft>
                <a:spcPts val="0"/>
              </a:spcAft>
              <a:buSzPct val="110769"/>
              <a:buNone/>
            </a:pPr>
            <a:r>
              <a:rPr lang="es-MX" sz="2600">
                <a:solidFill>
                  <a:schemeClr val="dk1"/>
                </a:solidFill>
                <a:latin typeface="Trebuchet MS"/>
                <a:ea typeface="Trebuchet MS"/>
                <a:cs typeface="Trebuchet MS"/>
                <a:sym typeface="Trebuchet MS"/>
              </a:rPr>
              <a:t>Puede causar interrupciones en la red si ocurre una violación inesperada.</a:t>
            </a:r>
            <a:endParaRPr sz="2600">
              <a:solidFill>
                <a:schemeClr val="dk1"/>
              </a:solidFill>
              <a:latin typeface="Trebuchet MS"/>
              <a:ea typeface="Trebuchet MS"/>
              <a:cs typeface="Trebuchet MS"/>
              <a:sym typeface="Trebuchet MS"/>
            </a:endParaRPr>
          </a:p>
        </p:txBody>
      </p:sp>
      <p:pic>
        <p:nvPicPr>
          <p:cNvPr id="494" name="Google Shape;494;p23"/>
          <p:cNvPicPr preferRelativeResize="0"/>
          <p:nvPr/>
        </p:nvPicPr>
        <p:blipFill rotWithShape="1">
          <a:blip r:embed="rId3">
            <a:alphaModFix/>
          </a:blip>
          <a:srcRect b="16502" l="9357" r="10056" t="17072"/>
          <a:stretch/>
        </p:blipFill>
        <p:spPr>
          <a:xfrm>
            <a:off x="8022566" y="3946588"/>
            <a:ext cx="3824084" cy="1850363"/>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8" name="Shape 498"/>
        <p:cNvGrpSpPr/>
        <p:nvPr/>
      </p:nvGrpSpPr>
      <p:grpSpPr>
        <a:xfrm>
          <a:off x="0" y="0"/>
          <a:ext cx="0" cy="0"/>
          <a:chOff x="0" y="0"/>
          <a:chExt cx="0" cy="0"/>
        </a:xfrm>
      </p:grpSpPr>
      <p:sp>
        <p:nvSpPr>
          <p:cNvPr id="499" name="Google Shape;499;p24"/>
          <p:cNvSpPr txBox="1"/>
          <p:nvPr>
            <p:ph type="title"/>
          </p:nvPr>
        </p:nvSpPr>
        <p:spPr>
          <a:xfrm>
            <a:off x="326941" y="224287"/>
            <a:ext cx="10972800" cy="1574317"/>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SzPts val="2800"/>
              <a:buNone/>
            </a:pPr>
            <a:r>
              <a:rPr lang="es-MX">
                <a:solidFill>
                  <a:schemeClr val="dk1"/>
                </a:solidFill>
              </a:rPr>
              <a:t>Configurar Direcciones MAC</a:t>
            </a:r>
            <a:endParaRPr>
              <a:solidFill>
                <a:schemeClr val="dk1"/>
              </a:solidFill>
            </a:endParaRPr>
          </a:p>
        </p:txBody>
      </p:sp>
      <p:sp>
        <p:nvSpPr>
          <p:cNvPr id="500" name="Google Shape;500;p24"/>
          <p:cNvSpPr txBox="1"/>
          <p:nvPr>
            <p:ph idx="1" type="body"/>
          </p:nvPr>
        </p:nvSpPr>
        <p:spPr>
          <a:xfrm>
            <a:off x="326950" y="2395799"/>
            <a:ext cx="7583400" cy="4237800"/>
          </a:xfrm>
          <a:prstGeom prst="rect">
            <a:avLst/>
          </a:prstGeom>
          <a:noFill/>
          <a:ln>
            <a:noFill/>
          </a:ln>
        </p:spPr>
        <p:txBody>
          <a:bodyPr anchorCtr="0" anchor="t" bIns="91425" lIns="0" spcFirstLastPara="1" rIns="91425" wrap="square" tIns="91425">
            <a:normAutofit/>
          </a:bodyPr>
          <a:lstStyle/>
          <a:p>
            <a:pPr indent="0" lvl="0" marL="0" rtl="0" algn="just">
              <a:lnSpc>
                <a:spcPct val="115000"/>
              </a:lnSpc>
              <a:spcBef>
                <a:spcPts val="1800"/>
              </a:spcBef>
              <a:spcAft>
                <a:spcPts val="0"/>
              </a:spcAft>
              <a:buSzPts val="1800"/>
              <a:buNone/>
            </a:pPr>
            <a:r>
              <a:rPr lang="es-MX" sz="1600"/>
              <a:t>Se puede configurar qué direcciones MAC son permitidas en un puerto de tres formas principales:</a:t>
            </a:r>
            <a:endParaRPr/>
          </a:p>
          <a:p>
            <a:pPr indent="0" lvl="0" marL="0" rtl="0" algn="just">
              <a:lnSpc>
                <a:spcPct val="115000"/>
              </a:lnSpc>
              <a:spcBef>
                <a:spcPts val="1800"/>
              </a:spcBef>
              <a:spcAft>
                <a:spcPts val="0"/>
              </a:spcAft>
              <a:buSzPts val="1800"/>
              <a:buNone/>
            </a:pPr>
            <a:r>
              <a:rPr b="1" lang="es-MX" sz="1600"/>
              <a:t>Estática</a:t>
            </a:r>
            <a:r>
              <a:rPr lang="es-MX" sz="1600">
                <a:solidFill>
                  <a:srgbClr val="404040"/>
                </a:solidFill>
                <a:latin typeface="Trebuchet MS"/>
                <a:ea typeface="Trebuchet MS"/>
                <a:cs typeface="Trebuchet MS"/>
                <a:sym typeface="Trebuchet MS"/>
              </a:rPr>
              <a:t>: Especifica manualmente qué direcciones MAC están permitidas en el puerto. Estas direcciones son permanentes y no cambian a menos que se modifique la configuración.</a:t>
            </a:r>
            <a:endParaRPr/>
          </a:p>
          <a:p>
            <a:pPr indent="0" lvl="0" marL="0" rtl="0" algn="just">
              <a:lnSpc>
                <a:spcPct val="115000"/>
              </a:lnSpc>
              <a:spcBef>
                <a:spcPts val="1800"/>
              </a:spcBef>
              <a:spcAft>
                <a:spcPts val="0"/>
              </a:spcAft>
              <a:buSzPts val="1800"/>
              <a:buNone/>
            </a:pPr>
            <a:r>
              <a:rPr b="1" lang="es-MX" sz="1600"/>
              <a:t>Dinámica</a:t>
            </a:r>
            <a:r>
              <a:rPr lang="es-MX" sz="1600">
                <a:solidFill>
                  <a:srgbClr val="404040"/>
                </a:solidFill>
                <a:latin typeface="Trebuchet MS"/>
                <a:ea typeface="Trebuchet MS"/>
                <a:cs typeface="Trebuchet MS"/>
                <a:sym typeface="Trebuchet MS"/>
              </a:rPr>
              <a:t>: </a:t>
            </a:r>
            <a:r>
              <a:rPr lang="es-MX" sz="1600"/>
              <a:t>El switch aprende automáticamente las direcciones MAC de los dispositivos que se conectan al puerto. Estas direcciones son almacenadas temporalmente en la tabla CAM (Content Addressable Memory) del switch y no se guardan en la configuración permanente.</a:t>
            </a:r>
            <a:endParaRPr/>
          </a:p>
          <a:p>
            <a:pPr indent="0" lvl="0" marL="0" rtl="0" algn="just">
              <a:lnSpc>
                <a:spcPct val="115000"/>
              </a:lnSpc>
              <a:spcBef>
                <a:spcPts val="1800"/>
              </a:spcBef>
              <a:spcAft>
                <a:spcPts val="0"/>
              </a:spcAft>
              <a:buSzPts val="1800"/>
              <a:buNone/>
            </a:pPr>
            <a:r>
              <a:rPr b="1" lang="es-MX" sz="1600"/>
              <a:t>Sticky</a:t>
            </a:r>
            <a:r>
              <a:rPr lang="es-MX" sz="1600"/>
              <a:t>: Similar al aprendizaje dinámico, pero en este las direcciones aprendidas son almacenadas en la configuración en ejecución. Se se guarda la configuración del switch, estas direcciones persistirán incluso después de un reinicio.</a:t>
            </a:r>
            <a:endParaRPr sz="1600">
              <a:solidFill>
                <a:srgbClr val="404040"/>
              </a:solidFill>
              <a:latin typeface="Trebuchet MS"/>
              <a:ea typeface="Trebuchet MS"/>
              <a:cs typeface="Trebuchet MS"/>
              <a:sym typeface="Trebuchet MS"/>
            </a:endParaRPr>
          </a:p>
        </p:txBody>
      </p:sp>
      <p:pic>
        <p:nvPicPr>
          <p:cNvPr id="501" name="Google Shape;501;p24"/>
          <p:cNvPicPr preferRelativeResize="0"/>
          <p:nvPr/>
        </p:nvPicPr>
        <p:blipFill rotWithShape="1">
          <a:blip r:embed="rId3">
            <a:alphaModFix/>
          </a:blip>
          <a:srcRect b="18847" l="9537" r="10202" t="20479"/>
          <a:stretch/>
        </p:blipFill>
        <p:spPr>
          <a:xfrm>
            <a:off x="8070514" y="3538036"/>
            <a:ext cx="3974901" cy="144682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5" name="Shape 505"/>
        <p:cNvGrpSpPr/>
        <p:nvPr/>
      </p:nvGrpSpPr>
      <p:grpSpPr>
        <a:xfrm>
          <a:off x="0" y="0"/>
          <a:ext cx="0" cy="0"/>
          <a:chOff x="0" y="0"/>
          <a:chExt cx="0" cy="0"/>
        </a:xfrm>
      </p:grpSpPr>
      <p:sp>
        <p:nvSpPr>
          <p:cNvPr id="506" name="Google Shape;506;p25"/>
          <p:cNvSpPr txBox="1"/>
          <p:nvPr>
            <p:ph type="title"/>
          </p:nvPr>
        </p:nvSpPr>
        <p:spPr>
          <a:xfrm>
            <a:off x="594360" y="278129"/>
            <a:ext cx="9778365" cy="1494596"/>
          </a:xfrm>
          <a:prstGeom prst="rect">
            <a:avLst/>
          </a:prstGeom>
          <a:noFill/>
          <a:ln>
            <a:noFill/>
          </a:ln>
        </p:spPr>
        <p:txBody>
          <a:bodyPr anchorCtr="0" anchor="b" bIns="0" lIns="0" spcFirstLastPara="1" rIns="0" wrap="square" tIns="0">
            <a:normAutofit/>
          </a:bodyPr>
          <a:lstStyle/>
          <a:p>
            <a:pPr indent="0" lvl="0" marL="0" rtl="0" algn="l">
              <a:lnSpc>
                <a:spcPct val="80000"/>
              </a:lnSpc>
              <a:spcBef>
                <a:spcPts val="0"/>
              </a:spcBef>
              <a:spcAft>
                <a:spcPts val="0"/>
              </a:spcAft>
              <a:buClr>
                <a:schemeClr val="dk1"/>
              </a:buClr>
              <a:buSzPts val="4400"/>
              <a:buFont typeface="Franklin Gothic"/>
              <a:buNone/>
            </a:pPr>
            <a:r>
              <a:rPr lang="es-MX"/>
              <a:t>Conceptos Clave</a:t>
            </a:r>
            <a:endParaRPr/>
          </a:p>
        </p:txBody>
      </p:sp>
      <p:sp>
        <p:nvSpPr>
          <p:cNvPr id="507" name="Google Shape;507;p25"/>
          <p:cNvSpPr txBox="1"/>
          <p:nvPr>
            <p:ph idx="1" type="body"/>
          </p:nvPr>
        </p:nvSpPr>
        <p:spPr>
          <a:xfrm>
            <a:off x="1095103" y="2992211"/>
            <a:ext cx="9465598" cy="3597470"/>
          </a:xfrm>
          <a:prstGeom prst="rect">
            <a:avLst/>
          </a:prstGeom>
          <a:noFill/>
          <a:ln>
            <a:noFill/>
          </a:ln>
        </p:spPr>
        <p:txBody>
          <a:bodyPr anchorCtr="0" anchor="ctr" bIns="0" lIns="0" spcFirstLastPara="1" rIns="0" wrap="square" tIns="45700">
            <a:normAutofit fontScale="85000" lnSpcReduction="20000"/>
          </a:bodyPr>
          <a:lstStyle/>
          <a:p>
            <a:pPr indent="-342900" lvl="0" marL="342900" rtl="0" algn="l">
              <a:lnSpc>
                <a:spcPct val="90000"/>
              </a:lnSpc>
              <a:spcBef>
                <a:spcPts val="0"/>
              </a:spcBef>
              <a:spcAft>
                <a:spcPts val="0"/>
              </a:spcAft>
              <a:buClr>
                <a:schemeClr val="dk1"/>
              </a:buClr>
              <a:buSzPct val="100000"/>
              <a:buChar char="•"/>
            </a:pPr>
            <a:r>
              <a:rPr b="1" lang="es-MX"/>
              <a:t>Segmentación Ética con VLANs y Port-Security</a:t>
            </a:r>
            <a:endParaRPr b="1"/>
          </a:p>
          <a:p>
            <a:pPr indent="0" lvl="0" marL="0" rtl="0" algn="l">
              <a:lnSpc>
                <a:spcPct val="90000"/>
              </a:lnSpc>
              <a:spcBef>
                <a:spcPts val="1800"/>
              </a:spcBef>
              <a:spcAft>
                <a:spcPts val="0"/>
              </a:spcAft>
              <a:buClr>
                <a:schemeClr val="dk1"/>
              </a:buClr>
              <a:buSzPct val="100000"/>
              <a:buFont typeface="Arial"/>
              <a:buNone/>
            </a:pPr>
            <a:r>
              <a:rPr lang="es-MX"/>
              <a:t>  Las VLANs dividen redes lógicamente mientras Port-Security controla acceso mediante direcciones MAC, creando segmentos aislados que previenen acceso no autorizado entre departamentos o usuarios.</a:t>
            </a:r>
            <a:endParaRPr/>
          </a:p>
          <a:p>
            <a:pPr indent="-342900" lvl="0" marL="342900" rtl="0" algn="l">
              <a:lnSpc>
                <a:spcPct val="90000"/>
              </a:lnSpc>
              <a:spcBef>
                <a:spcPts val="1800"/>
              </a:spcBef>
              <a:spcAft>
                <a:spcPts val="0"/>
              </a:spcAft>
              <a:buClr>
                <a:schemeClr val="dk1"/>
              </a:buClr>
              <a:buSzPct val="100000"/>
              <a:buChar char="•"/>
            </a:pPr>
            <a:r>
              <a:rPr b="1" lang="es-MX"/>
              <a:t>Transparencia en Comunicaciones con Troncales 802.1Q</a:t>
            </a:r>
            <a:endParaRPr/>
          </a:p>
          <a:p>
            <a:pPr indent="0" lvl="0" marL="0" rtl="0" algn="l">
              <a:lnSpc>
                <a:spcPct val="90000"/>
              </a:lnSpc>
              <a:spcBef>
                <a:spcPts val="1800"/>
              </a:spcBef>
              <a:spcAft>
                <a:spcPts val="0"/>
              </a:spcAft>
              <a:buClr>
                <a:schemeClr val="dk1"/>
              </a:buClr>
              <a:buSzPct val="100000"/>
              <a:buFont typeface="Arial"/>
              <a:buNone/>
            </a:pPr>
            <a:r>
              <a:rPr lang="es-MX"/>
              <a:t>  Descripción: El etiquetado VLAN en troncales garantiza que el tráfico de diferentes grupos se mantenga identificado y separado, asegurando trazabilidad y evitando mezcla indebida de información sensible.</a:t>
            </a:r>
            <a:endParaRPr/>
          </a:p>
          <a:p>
            <a:pPr indent="-342900" lvl="0" marL="342900" rtl="0" algn="l">
              <a:lnSpc>
                <a:spcPct val="90000"/>
              </a:lnSpc>
              <a:spcBef>
                <a:spcPts val="1800"/>
              </a:spcBef>
              <a:spcAft>
                <a:spcPts val="0"/>
              </a:spcAft>
              <a:buClr>
                <a:schemeClr val="dk1"/>
              </a:buClr>
              <a:buSzPct val="100000"/>
              <a:buChar char="•"/>
            </a:pPr>
            <a:r>
              <a:rPr b="1" lang="es-MX"/>
              <a:t>Resiliencia Ética con Spanning Tree Protocol</a:t>
            </a:r>
            <a:endParaRPr b="1"/>
          </a:p>
          <a:p>
            <a:pPr indent="0" lvl="0" marL="0" rtl="0" algn="l">
              <a:lnSpc>
                <a:spcPct val="90000"/>
              </a:lnSpc>
              <a:spcBef>
                <a:spcPts val="1800"/>
              </a:spcBef>
              <a:spcAft>
                <a:spcPts val="0"/>
              </a:spcAft>
              <a:buClr>
                <a:schemeClr val="dk1"/>
              </a:buClr>
              <a:buSzPct val="100000"/>
              <a:buFont typeface="Arial"/>
              <a:buNone/>
            </a:pPr>
            <a:r>
              <a:rPr lang="es-MX"/>
              <a:t>  Descripción: STP/RSTP previene bucles que colapsarían la red, implementando mecanismos automáticos que garantizan continuidad del servicio y acceso equitativo a recursos para todos los usuarios.</a:t>
            </a:r>
            <a:endParaRPr/>
          </a:p>
          <a:p>
            <a:pPr indent="-234950" lvl="0" marL="342900" rtl="0" algn="l">
              <a:lnSpc>
                <a:spcPct val="90000"/>
              </a:lnSpc>
              <a:spcBef>
                <a:spcPts val="1800"/>
              </a:spcBef>
              <a:spcAft>
                <a:spcPts val="0"/>
              </a:spcAft>
              <a:buClr>
                <a:schemeClr val="dk1"/>
              </a:buClr>
              <a:buSzPct val="100000"/>
              <a:buNone/>
            </a:pPr>
            <a:r>
              <a:t/>
            </a:r>
            <a:endParaRPr/>
          </a:p>
          <a:p>
            <a:pPr indent="0" lvl="0" marL="0" rtl="0" algn="l">
              <a:lnSpc>
                <a:spcPct val="90000"/>
              </a:lnSpc>
              <a:spcBef>
                <a:spcPts val="1800"/>
              </a:spcBef>
              <a:spcAft>
                <a:spcPts val="0"/>
              </a:spcAft>
              <a:buClr>
                <a:schemeClr val="dk1"/>
              </a:buClr>
              <a:buSzPct val="100000"/>
              <a:buFont typeface="Arial"/>
              <a:buNone/>
            </a:pPr>
            <a:r>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1" name="Shape 511"/>
        <p:cNvGrpSpPr/>
        <p:nvPr/>
      </p:nvGrpSpPr>
      <p:grpSpPr>
        <a:xfrm>
          <a:off x="0" y="0"/>
          <a:ext cx="0" cy="0"/>
          <a:chOff x="0" y="0"/>
          <a:chExt cx="0" cy="0"/>
        </a:xfrm>
      </p:grpSpPr>
      <p:sp>
        <p:nvSpPr>
          <p:cNvPr id="512" name="Google Shape;512;p26"/>
          <p:cNvSpPr txBox="1"/>
          <p:nvPr>
            <p:ph type="title"/>
          </p:nvPr>
        </p:nvSpPr>
        <p:spPr>
          <a:xfrm>
            <a:off x="594360" y="278129"/>
            <a:ext cx="8036651" cy="1451054"/>
          </a:xfrm>
          <a:prstGeom prst="rect">
            <a:avLst/>
          </a:prstGeom>
          <a:noFill/>
          <a:ln>
            <a:noFill/>
          </a:ln>
        </p:spPr>
        <p:txBody>
          <a:bodyPr anchorCtr="0" anchor="ctr" bIns="0" lIns="0" spcFirstLastPara="1" rIns="0" wrap="square" tIns="0">
            <a:normAutofit/>
          </a:bodyPr>
          <a:lstStyle/>
          <a:p>
            <a:pPr indent="0" lvl="0" marL="0" rtl="0" algn="r">
              <a:lnSpc>
                <a:spcPct val="80000"/>
              </a:lnSpc>
              <a:spcBef>
                <a:spcPts val="0"/>
              </a:spcBef>
              <a:spcAft>
                <a:spcPts val="0"/>
              </a:spcAft>
              <a:buClr>
                <a:schemeClr val="dk1"/>
              </a:buClr>
              <a:buSzPts val="4400"/>
              <a:buFont typeface="Franklin Gothic"/>
              <a:buNone/>
            </a:pPr>
            <a:r>
              <a:rPr lang="es-MX"/>
              <a:t>Valores</a:t>
            </a:r>
            <a:endParaRPr/>
          </a:p>
        </p:txBody>
      </p:sp>
      <p:sp>
        <p:nvSpPr>
          <p:cNvPr id="513" name="Google Shape;513;p26"/>
          <p:cNvSpPr txBox="1"/>
          <p:nvPr>
            <p:ph idx="1" type="body"/>
          </p:nvPr>
        </p:nvSpPr>
        <p:spPr>
          <a:xfrm>
            <a:off x="1095103" y="2992211"/>
            <a:ext cx="9465598" cy="3597470"/>
          </a:xfrm>
          <a:prstGeom prst="rect">
            <a:avLst/>
          </a:prstGeom>
          <a:noFill/>
          <a:ln>
            <a:noFill/>
          </a:ln>
        </p:spPr>
        <p:txBody>
          <a:bodyPr anchorCtr="0" anchor="ctr" bIns="0" lIns="0" spcFirstLastPara="1" rIns="0" wrap="square" tIns="45700">
            <a:normAutofit/>
          </a:bodyPr>
          <a:lstStyle/>
          <a:p>
            <a:pPr indent="0" lvl="0" marL="0" rtl="0" algn="r">
              <a:lnSpc>
                <a:spcPct val="70000"/>
              </a:lnSpc>
              <a:spcBef>
                <a:spcPts val="0"/>
              </a:spcBef>
              <a:spcAft>
                <a:spcPts val="0"/>
              </a:spcAft>
              <a:buClr>
                <a:schemeClr val="dk1"/>
              </a:buClr>
              <a:buSzPts val="2000"/>
              <a:buNone/>
            </a:pPr>
            <a:r>
              <a:rPr b="1" lang="es-MX"/>
              <a:t>Responsabilidad y Confidencialidad en Gestión de Redes</a:t>
            </a:r>
            <a:endParaRPr b="1"/>
          </a:p>
          <a:p>
            <a:pPr indent="0" lvl="0" marL="0" rtl="0" algn="r">
              <a:lnSpc>
                <a:spcPct val="70000"/>
              </a:lnSpc>
              <a:spcBef>
                <a:spcPts val="1800"/>
              </a:spcBef>
              <a:spcAft>
                <a:spcPts val="0"/>
              </a:spcAft>
              <a:buClr>
                <a:schemeClr val="dk1"/>
              </a:buClr>
              <a:buSzPts val="2000"/>
              <a:buNone/>
            </a:pPr>
            <a:r>
              <a:rPr lang="es-MX"/>
              <a:t>La configuración ética de estos protocolos asegura que: la información confidencial se mantenga segregada apropiadamente entre departamentos; todos los usuarios tengan acceso equitativo a servicios de red sin privilegios injustificados; y la infraestructura sea resiliente ante fallos, cumpliendo con el deber de proporcionar servicios confiables que soporten operaciones críticas de la organización sin discriminación.</a:t>
            </a:r>
            <a:endParaRPr/>
          </a:p>
          <a:p>
            <a:pPr indent="-215900" lvl="0" marL="342900" rtl="0" algn="r">
              <a:lnSpc>
                <a:spcPct val="90000"/>
              </a:lnSpc>
              <a:spcBef>
                <a:spcPts val="1800"/>
              </a:spcBef>
              <a:spcAft>
                <a:spcPts val="0"/>
              </a:spcAft>
              <a:buClr>
                <a:schemeClr val="dk1"/>
              </a:buClr>
              <a:buSzPts val="2000"/>
              <a:buNone/>
            </a:pPr>
            <a:r>
              <a:t/>
            </a:r>
            <a:endParaRPr b="1"/>
          </a:p>
          <a:p>
            <a:pPr indent="-215900" lvl="0" marL="342900" rtl="0" algn="l">
              <a:lnSpc>
                <a:spcPct val="90000"/>
              </a:lnSpc>
              <a:spcBef>
                <a:spcPts val="1800"/>
              </a:spcBef>
              <a:spcAft>
                <a:spcPts val="0"/>
              </a:spcAft>
              <a:buClr>
                <a:schemeClr val="dk1"/>
              </a:buClr>
              <a:buSzPts val="2000"/>
              <a:buNone/>
            </a:pPr>
            <a:r>
              <a:t/>
            </a:r>
            <a:endParaRPr/>
          </a:p>
          <a:p>
            <a:pPr indent="0" lvl="0" marL="0" rtl="0" algn="l">
              <a:lnSpc>
                <a:spcPct val="90000"/>
              </a:lnSpc>
              <a:spcBef>
                <a:spcPts val="1800"/>
              </a:spcBef>
              <a:spcAft>
                <a:spcPts val="0"/>
              </a:spcAft>
              <a:buClr>
                <a:schemeClr val="dk1"/>
              </a:buClr>
              <a:buSzPts val="2000"/>
              <a:buFont typeface="Arial"/>
              <a:buNone/>
            </a:pPr>
            <a:r>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p27"/>
          <p:cNvSpPr txBox="1"/>
          <p:nvPr>
            <p:ph type="title"/>
          </p:nvPr>
        </p:nvSpPr>
        <p:spPr>
          <a:xfrm>
            <a:off x="594360" y="278129"/>
            <a:ext cx="9778365" cy="1494596"/>
          </a:xfrm>
          <a:prstGeom prst="rect">
            <a:avLst/>
          </a:prstGeom>
          <a:noFill/>
          <a:ln>
            <a:noFill/>
          </a:ln>
        </p:spPr>
        <p:txBody>
          <a:bodyPr anchorCtr="0" anchor="b" bIns="0" lIns="0" spcFirstLastPara="1" rIns="0" wrap="square" tIns="0">
            <a:normAutofit/>
          </a:bodyPr>
          <a:lstStyle/>
          <a:p>
            <a:pPr indent="0" lvl="0" marL="0" rtl="0" algn="l">
              <a:lnSpc>
                <a:spcPct val="80000"/>
              </a:lnSpc>
              <a:spcBef>
                <a:spcPts val="0"/>
              </a:spcBef>
              <a:spcAft>
                <a:spcPts val="0"/>
              </a:spcAft>
              <a:buClr>
                <a:schemeClr val="dk1"/>
              </a:buClr>
              <a:buSzPts val="4400"/>
              <a:buFont typeface="Franklin Gothic"/>
              <a:buNone/>
            </a:pPr>
            <a:r>
              <a:rPr lang="es-MX"/>
              <a:t>Referencias</a:t>
            </a:r>
            <a:endParaRPr/>
          </a:p>
        </p:txBody>
      </p:sp>
      <p:sp>
        <p:nvSpPr>
          <p:cNvPr id="519" name="Google Shape;519;p27"/>
          <p:cNvSpPr txBox="1"/>
          <p:nvPr>
            <p:ph idx="1" type="body"/>
          </p:nvPr>
        </p:nvSpPr>
        <p:spPr>
          <a:xfrm>
            <a:off x="1062446" y="3264354"/>
            <a:ext cx="9465598" cy="3597470"/>
          </a:xfrm>
          <a:prstGeom prst="rect">
            <a:avLst/>
          </a:prstGeom>
          <a:noFill/>
          <a:ln>
            <a:noFill/>
          </a:ln>
        </p:spPr>
        <p:txBody>
          <a:bodyPr anchorCtr="0" anchor="ctr" bIns="0" lIns="0" spcFirstLastPara="1" rIns="0" wrap="square" tIns="45700">
            <a:normAutofit fontScale="92500" lnSpcReduction="10000"/>
          </a:bodyPr>
          <a:lstStyle/>
          <a:p>
            <a:pPr indent="0" lvl="0" marL="0" rtl="0" algn="l">
              <a:lnSpc>
                <a:spcPct val="90000"/>
              </a:lnSpc>
              <a:spcBef>
                <a:spcPts val="0"/>
              </a:spcBef>
              <a:spcAft>
                <a:spcPts val="0"/>
              </a:spcAft>
              <a:buClr>
                <a:schemeClr val="dk1"/>
              </a:buClr>
              <a:buSzPct val="100000"/>
              <a:buFont typeface="Arial"/>
              <a:buNone/>
            </a:pPr>
            <a:r>
              <a:rPr lang="es-MX"/>
              <a:t>IEEE 802.1Q Standard: </a:t>
            </a:r>
            <a:r>
              <a:rPr lang="es-MX" u="sng">
                <a:solidFill>
                  <a:schemeClr val="hlink"/>
                </a:solidFill>
                <a:hlinkClick r:id="rId3"/>
              </a:rPr>
              <a:t>https://standards.ieee.org/standard/802_1Q-2018.html</a:t>
            </a:r>
            <a:endParaRPr/>
          </a:p>
          <a:p>
            <a:pPr indent="0" lvl="0" marL="0" rtl="0" algn="l">
              <a:lnSpc>
                <a:spcPct val="90000"/>
              </a:lnSpc>
              <a:spcBef>
                <a:spcPts val="1800"/>
              </a:spcBef>
              <a:spcAft>
                <a:spcPts val="0"/>
              </a:spcAft>
              <a:buClr>
                <a:schemeClr val="dk1"/>
              </a:buClr>
              <a:buSzPct val="100000"/>
              <a:buFont typeface="Arial"/>
              <a:buNone/>
            </a:pPr>
            <a:r>
              <a:rPr lang="es-MX"/>
              <a:t>Spanning Tree Protocol (IEEE 802.1D): </a:t>
            </a:r>
            <a:r>
              <a:rPr lang="es-MX" u="sng">
                <a:solidFill>
                  <a:schemeClr val="hlink"/>
                </a:solidFill>
                <a:hlinkClick r:id="rId4"/>
              </a:rPr>
              <a:t>https://standards.ieee.org/standard/802_1D-2004.html</a:t>
            </a:r>
            <a:endParaRPr/>
          </a:p>
          <a:p>
            <a:pPr indent="0" lvl="0" marL="0" rtl="0" algn="l">
              <a:lnSpc>
                <a:spcPct val="90000"/>
              </a:lnSpc>
              <a:spcBef>
                <a:spcPts val="1800"/>
              </a:spcBef>
              <a:spcAft>
                <a:spcPts val="0"/>
              </a:spcAft>
              <a:buClr>
                <a:schemeClr val="dk1"/>
              </a:buClr>
              <a:buSzPct val="100000"/>
              <a:buFont typeface="Arial"/>
              <a:buNone/>
            </a:pPr>
            <a:r>
              <a:rPr lang="es-MX"/>
              <a:t>Cisco Port-Security Configuration Guide: </a:t>
            </a:r>
            <a:r>
              <a:rPr lang="es-MX" u="sng">
                <a:solidFill>
                  <a:schemeClr val="hlink"/>
                </a:solidFill>
                <a:hlinkClick r:id="rId5"/>
              </a:rPr>
              <a:t>https://www.cisco.com/c/en/us/td/docs/switches/lan/catalyst3750/software/release/12-2_55_se/configuration/guide/3750scg/swportsec.html</a:t>
            </a:r>
            <a:endParaRPr/>
          </a:p>
          <a:p>
            <a:pPr indent="0" lvl="0" marL="0" rtl="0" algn="l">
              <a:lnSpc>
                <a:spcPct val="90000"/>
              </a:lnSpc>
              <a:spcBef>
                <a:spcPts val="1800"/>
              </a:spcBef>
              <a:spcAft>
                <a:spcPts val="0"/>
              </a:spcAft>
              <a:buClr>
                <a:schemeClr val="dk1"/>
              </a:buClr>
              <a:buSzPct val="100000"/>
              <a:buFont typeface="Arial"/>
              <a:buNone/>
            </a:pPr>
            <a:r>
              <a:rPr lang="es-MX"/>
              <a:t>DTP (Dynamic Trunking Protocol) Overview: </a:t>
            </a:r>
            <a:r>
              <a:rPr lang="es-MX" u="sng">
                <a:solidFill>
                  <a:schemeClr val="hlink"/>
                </a:solidFill>
                <a:hlinkClick r:id="rId6"/>
              </a:rPr>
              <a:t>https://www.cisco.com/c/en/us/support/docs/lan-switching/vlan/10558-21.html</a:t>
            </a:r>
            <a:endParaRPr/>
          </a:p>
          <a:p>
            <a:pPr indent="0" lvl="0" marL="0" rtl="0" algn="l">
              <a:lnSpc>
                <a:spcPct val="90000"/>
              </a:lnSpc>
              <a:spcBef>
                <a:spcPts val="1800"/>
              </a:spcBef>
              <a:spcAft>
                <a:spcPts val="0"/>
              </a:spcAft>
              <a:buClr>
                <a:schemeClr val="dk1"/>
              </a:buClr>
              <a:buSzPct val="100000"/>
              <a:buFont typeface="Arial"/>
              <a:buNone/>
            </a:pPr>
            <a:r>
              <a:rPr lang="es-MX"/>
              <a:t>VLAN Trunking Protocol and Configuration: </a:t>
            </a:r>
            <a:r>
              <a:rPr lang="es-MX" u="sng">
                <a:solidFill>
                  <a:schemeClr val="hlink"/>
                </a:solidFill>
                <a:hlinkClick r:id="rId7"/>
              </a:rPr>
              <a:t>https://www.cisco.com/c/en/us/td/docs/switches/lan/catalyst9500/software/release/17-1/configuration_guide/vlan/b_171-vlan_9500_cg/configuring_vlans.html</a:t>
            </a:r>
            <a:endParaRPr/>
          </a:p>
          <a:p>
            <a:pPr indent="0" lvl="0" marL="0" rtl="0" algn="l">
              <a:lnSpc>
                <a:spcPct val="90000"/>
              </a:lnSpc>
              <a:spcBef>
                <a:spcPts val="1800"/>
              </a:spcBef>
              <a:spcAft>
                <a:spcPts val="0"/>
              </a:spcAft>
              <a:buClr>
                <a:schemeClr val="dk1"/>
              </a:buClr>
              <a:buSzPct val="100000"/>
              <a:buFont typeface="Arial"/>
              <a:buNone/>
            </a:pPr>
            <a:r>
              <a:t/>
            </a:r>
            <a:endParaRPr b="1"/>
          </a:p>
          <a:p>
            <a:pPr indent="-225425" lvl="0" marL="342900" rtl="0" algn="l">
              <a:lnSpc>
                <a:spcPct val="90000"/>
              </a:lnSpc>
              <a:spcBef>
                <a:spcPts val="1800"/>
              </a:spcBef>
              <a:spcAft>
                <a:spcPts val="0"/>
              </a:spcAft>
              <a:buClr>
                <a:schemeClr val="dk1"/>
              </a:buClr>
              <a:buSzPct val="100000"/>
              <a:buNone/>
            </a:pPr>
            <a:r>
              <a:t/>
            </a:r>
            <a:endParaRPr/>
          </a:p>
          <a:p>
            <a:pPr indent="0" lvl="0" marL="0" rtl="0" algn="l">
              <a:lnSpc>
                <a:spcPct val="90000"/>
              </a:lnSpc>
              <a:spcBef>
                <a:spcPts val="1800"/>
              </a:spcBef>
              <a:spcAft>
                <a:spcPts val="0"/>
              </a:spcAft>
              <a:buClr>
                <a:schemeClr val="dk1"/>
              </a:buClr>
              <a:buSzPct val="100000"/>
              <a:buFont typeface="Arial"/>
              <a:buNone/>
            </a:pPr>
            <a:r>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4" name="Shape 524"/>
        <p:cNvGrpSpPr/>
        <p:nvPr/>
      </p:nvGrpSpPr>
      <p:grpSpPr>
        <a:xfrm>
          <a:off x="0" y="0"/>
          <a:ext cx="0" cy="0"/>
          <a:chOff x="0" y="0"/>
          <a:chExt cx="0" cy="0"/>
        </a:xfrm>
      </p:grpSpPr>
      <p:sp>
        <p:nvSpPr>
          <p:cNvPr id="525" name="Google Shape;525;p28"/>
          <p:cNvSpPr txBox="1"/>
          <p:nvPr>
            <p:ph type="ctrTitle"/>
          </p:nvPr>
        </p:nvSpPr>
        <p:spPr>
          <a:xfrm>
            <a:off x="594360" y="411479"/>
            <a:ext cx="5486400" cy="3291840"/>
          </a:xfrm>
          <a:prstGeom prst="rect">
            <a:avLst/>
          </a:prstGeom>
          <a:noFill/>
          <a:ln>
            <a:noFill/>
          </a:ln>
        </p:spPr>
        <p:txBody>
          <a:bodyPr anchorCtr="0" anchor="b" bIns="0" lIns="0" spcFirstLastPara="1" rIns="0" wrap="square" tIns="0">
            <a:noAutofit/>
          </a:bodyPr>
          <a:lstStyle/>
          <a:p>
            <a:pPr indent="0" lvl="0" marL="0" marR="0" rtl="0" algn="l">
              <a:lnSpc>
                <a:spcPct val="80000"/>
              </a:lnSpc>
              <a:spcBef>
                <a:spcPts val="0"/>
              </a:spcBef>
              <a:spcAft>
                <a:spcPts val="0"/>
              </a:spcAft>
              <a:buClr>
                <a:schemeClr val="dk1"/>
              </a:buClr>
              <a:buSzPts val="6000"/>
              <a:buFont typeface="Franklin Gothic"/>
              <a:buNone/>
            </a:pPr>
            <a:r>
              <a:rPr b="1" i="0" lang="es-MX" sz="6000" u="none" cap="none" strike="noStrike">
                <a:solidFill>
                  <a:schemeClr val="dk1"/>
                </a:solidFill>
                <a:latin typeface="Franklin Gothic"/>
                <a:ea typeface="Franklin Gothic"/>
                <a:cs typeface="Franklin Gothic"/>
                <a:sym typeface="Franklin Gothic"/>
              </a:rPr>
              <a:t>Ejemplo Práctico</a:t>
            </a:r>
            <a:endParaRPr b="1" i="0" sz="6000" u="none" cap="none" strike="noStrike">
              <a:solidFill>
                <a:schemeClr val="dk1"/>
              </a:solidFill>
              <a:latin typeface="Franklin Gothic"/>
              <a:ea typeface="Franklin Gothic"/>
              <a:cs typeface="Franklin Gothic"/>
              <a:sym typeface="Franklin Gothic"/>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0" name="Shape 530"/>
        <p:cNvGrpSpPr/>
        <p:nvPr/>
      </p:nvGrpSpPr>
      <p:grpSpPr>
        <a:xfrm>
          <a:off x="0" y="0"/>
          <a:ext cx="0" cy="0"/>
          <a:chOff x="0" y="0"/>
          <a:chExt cx="0" cy="0"/>
        </a:xfrm>
      </p:grpSpPr>
      <p:sp>
        <p:nvSpPr>
          <p:cNvPr id="531" name="Google Shape;531;p29"/>
          <p:cNvSpPr txBox="1"/>
          <p:nvPr>
            <p:ph type="ctrTitle"/>
          </p:nvPr>
        </p:nvSpPr>
        <p:spPr>
          <a:xfrm>
            <a:off x="594360" y="411479"/>
            <a:ext cx="5486400" cy="3291840"/>
          </a:xfrm>
          <a:prstGeom prst="rect">
            <a:avLst/>
          </a:prstGeom>
          <a:noFill/>
          <a:ln>
            <a:noFill/>
          </a:ln>
        </p:spPr>
        <p:txBody>
          <a:bodyPr anchorCtr="0" anchor="b" bIns="0" lIns="0" spcFirstLastPara="1" rIns="0" wrap="square" tIns="0">
            <a:noAutofit/>
          </a:bodyPr>
          <a:lstStyle/>
          <a:p>
            <a:pPr indent="0" lvl="0" marL="0" rtl="0" algn="l">
              <a:lnSpc>
                <a:spcPct val="80000"/>
              </a:lnSpc>
              <a:spcBef>
                <a:spcPts val="0"/>
              </a:spcBef>
              <a:spcAft>
                <a:spcPts val="0"/>
              </a:spcAft>
              <a:buClr>
                <a:schemeClr val="dk1"/>
              </a:buClr>
              <a:buSzPts val="6000"/>
              <a:buFont typeface="Franklin Gothic"/>
              <a:buNone/>
            </a:pPr>
            <a:r>
              <a:rPr b="1" i="0" lang="es-MX" sz="6000" u="none" cap="none" strike="noStrike">
                <a:solidFill>
                  <a:schemeClr val="dk1"/>
                </a:solidFill>
                <a:latin typeface="Franklin Gothic"/>
                <a:ea typeface="Franklin Gothic"/>
                <a:cs typeface="Franklin Gothic"/>
                <a:sym typeface="Franklin Gothic"/>
              </a:rPr>
              <a:t>Practiquemos lo aprendido</a:t>
            </a:r>
            <a:endParaRPr b="1" i="0" sz="6000" u="none" cap="none" strike="noStrike">
              <a:solidFill>
                <a:schemeClr val="dk1"/>
              </a:solidFill>
              <a:latin typeface="Franklin Gothic"/>
              <a:ea typeface="Franklin Gothic"/>
              <a:cs typeface="Franklin Gothic"/>
              <a:sym typeface="Franklin Gothic"/>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5" name="Shape 535"/>
        <p:cNvGrpSpPr/>
        <p:nvPr/>
      </p:nvGrpSpPr>
      <p:grpSpPr>
        <a:xfrm>
          <a:off x="0" y="0"/>
          <a:ext cx="0" cy="0"/>
          <a:chOff x="0" y="0"/>
          <a:chExt cx="0" cy="0"/>
        </a:xfrm>
      </p:grpSpPr>
      <p:pic>
        <p:nvPicPr>
          <p:cNvPr id="536" name="Google Shape;536;g3a077d5c087_0_241"/>
          <p:cNvPicPr preferRelativeResize="0"/>
          <p:nvPr/>
        </p:nvPicPr>
        <p:blipFill rotWithShape="1">
          <a:blip r:embed="rId3">
            <a:alphaModFix amt="62000"/>
          </a:blip>
          <a:srcRect b="0" l="0" r="0" t="0"/>
          <a:stretch/>
        </p:blipFill>
        <p:spPr>
          <a:xfrm>
            <a:off x="11268" y="0"/>
            <a:ext cx="12169464" cy="6858000"/>
          </a:xfrm>
          <a:prstGeom prst="rect">
            <a:avLst/>
          </a:prstGeom>
          <a:noFill/>
          <a:ln>
            <a:noFill/>
          </a:ln>
        </p:spPr>
      </p:pic>
      <p:graphicFrame>
        <p:nvGraphicFramePr>
          <p:cNvPr id="537" name="Google Shape;537;g3a077d5c087_0_241"/>
          <p:cNvGraphicFramePr/>
          <p:nvPr/>
        </p:nvGraphicFramePr>
        <p:xfrm>
          <a:off x="11267" y="1004833"/>
          <a:ext cx="3000000" cy="3000000"/>
        </p:xfrm>
        <a:graphic>
          <a:graphicData uri="http://schemas.openxmlformats.org/drawingml/2006/table">
            <a:tbl>
              <a:tblPr>
                <a:noFill/>
                <a:tableStyleId>{789C3D47-8B47-42E8-AAFC-73C4992D6684}</a:tableStyleId>
              </a:tblPr>
              <a:tblGrid>
                <a:gridCol w="3688725"/>
                <a:gridCol w="3284425"/>
              </a:tblGrid>
              <a:tr h="429925">
                <a:tc>
                  <a:txBody>
                    <a:bodyPr/>
                    <a:lstStyle/>
                    <a:p>
                      <a:pPr indent="0" lvl="0" marL="0" marR="0" rtl="0" algn="l">
                        <a:lnSpc>
                          <a:spcPct val="100000"/>
                        </a:lnSpc>
                        <a:spcBef>
                          <a:spcPts val="0"/>
                        </a:spcBef>
                        <a:spcAft>
                          <a:spcPts val="0"/>
                        </a:spcAft>
                        <a:buClr>
                          <a:srgbClr val="000000"/>
                        </a:buClr>
                        <a:buSzPts val="1900"/>
                        <a:buFont typeface="Arial"/>
                        <a:buNone/>
                      </a:pPr>
                      <a:r>
                        <a:rPr b="1" lang="es-MX" sz="1900" u="none" cap="none" strike="noStrike">
                          <a:solidFill>
                            <a:schemeClr val="dk1"/>
                          </a:solidFill>
                        </a:rPr>
                        <a:t>Nombre de la actividad:</a:t>
                      </a:r>
                      <a:endParaRPr b="1" sz="1900" u="none" cap="none" strike="noStrike">
                        <a:solidFill>
                          <a:schemeClr val="dk1"/>
                        </a:solidFill>
                      </a:endParaRPr>
                    </a:p>
                  </a:txBody>
                  <a:tcPr marT="121900" marB="121900" marR="121900" marL="1219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900"/>
                        <a:buFont typeface="Arial"/>
                        <a:buNone/>
                      </a:pPr>
                      <a:r>
                        <a:rPr lang="es-MX" sz="1900" u="none" cap="none" strike="noStrike"/>
                        <a:t>Hoja de trabajo 1</a:t>
                      </a:r>
                      <a:endParaRPr sz="1900" u="none" cap="none" strike="noStrike"/>
                    </a:p>
                  </a:txBody>
                  <a:tcPr marT="121900" marB="121900" marR="121900" marL="1219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484125">
                <a:tc>
                  <a:txBody>
                    <a:bodyPr/>
                    <a:lstStyle/>
                    <a:p>
                      <a:pPr indent="0" lvl="0" marL="0" marR="0" rtl="0" algn="l">
                        <a:lnSpc>
                          <a:spcPct val="100000"/>
                        </a:lnSpc>
                        <a:spcBef>
                          <a:spcPts val="0"/>
                        </a:spcBef>
                        <a:spcAft>
                          <a:spcPts val="0"/>
                        </a:spcAft>
                        <a:buClr>
                          <a:srgbClr val="000000"/>
                        </a:buClr>
                        <a:buSzPts val="1900"/>
                        <a:buFont typeface="Arial"/>
                        <a:buNone/>
                      </a:pPr>
                      <a:r>
                        <a:rPr b="1" lang="es-MX" sz="1900" u="none" cap="none" strike="noStrike">
                          <a:solidFill>
                            <a:schemeClr val="dk1"/>
                          </a:solidFill>
                        </a:rPr>
                        <a:t>Cantidad de participantes:</a:t>
                      </a:r>
                      <a:endParaRPr b="1" sz="1900" u="none" cap="none" strike="noStrike">
                        <a:solidFill>
                          <a:schemeClr val="dk1"/>
                        </a:solidFill>
                      </a:endParaRPr>
                    </a:p>
                  </a:txBody>
                  <a:tcPr marT="121900" marB="121900" marR="121900" marL="1219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900"/>
                        <a:buFont typeface="Arial"/>
                        <a:buNone/>
                      </a:pPr>
                      <a:r>
                        <a:rPr lang="es-MX" sz="1900" u="none" cap="none" strike="noStrike"/>
                        <a:t>20</a:t>
                      </a:r>
                      <a:endParaRPr sz="1900" u="none" cap="none" strike="noStrike"/>
                    </a:p>
                  </a:txBody>
                  <a:tcPr marT="121900" marB="121900" marR="121900" marL="1219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438125">
                <a:tc>
                  <a:txBody>
                    <a:bodyPr/>
                    <a:lstStyle/>
                    <a:p>
                      <a:pPr indent="0" lvl="0" marL="0" marR="0" rtl="0" algn="l">
                        <a:lnSpc>
                          <a:spcPct val="100000"/>
                        </a:lnSpc>
                        <a:spcBef>
                          <a:spcPts val="0"/>
                        </a:spcBef>
                        <a:spcAft>
                          <a:spcPts val="0"/>
                        </a:spcAft>
                        <a:buClr>
                          <a:srgbClr val="000000"/>
                        </a:buClr>
                        <a:buSzPts val="1900"/>
                        <a:buFont typeface="Arial"/>
                        <a:buNone/>
                      </a:pPr>
                      <a:r>
                        <a:rPr b="1" lang="es-MX" sz="1900" u="none" cap="none" strike="noStrike">
                          <a:solidFill>
                            <a:schemeClr val="dk1"/>
                          </a:solidFill>
                        </a:rPr>
                        <a:t>Doy fe que esta actividad está planificada en dtt (Sí/No):</a:t>
                      </a:r>
                      <a:endParaRPr b="1" sz="1900" u="none" cap="none" strike="noStrike">
                        <a:solidFill>
                          <a:schemeClr val="dk1"/>
                        </a:solidFill>
                      </a:endParaRPr>
                    </a:p>
                  </a:txBody>
                  <a:tcPr marT="121900" marB="121900" marR="121900" marL="1219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900"/>
                        <a:buFont typeface="Arial"/>
                        <a:buNone/>
                      </a:pPr>
                      <a:r>
                        <a:rPr lang="es-MX" sz="1900" u="none" cap="none" strike="noStrike"/>
                        <a:t>Sí</a:t>
                      </a:r>
                      <a:endParaRPr sz="1900" u="none" cap="none" strike="noStrike"/>
                    </a:p>
                  </a:txBody>
                  <a:tcPr marT="121900" marB="121900" marR="121900" marL="1219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id="538" name="Google Shape;538;g3a077d5c087_0_241"/>
          <p:cNvSpPr txBox="1"/>
          <p:nvPr/>
        </p:nvSpPr>
        <p:spPr>
          <a:xfrm>
            <a:off x="0" y="2854600"/>
            <a:ext cx="12025200" cy="538800"/>
          </a:xfrm>
          <a:prstGeom prst="rect">
            <a:avLst/>
          </a:prstGeom>
          <a:noFill/>
          <a:ln>
            <a:noFill/>
          </a:ln>
        </p:spPr>
        <p:txBody>
          <a:bodyPr anchorCtr="0" anchor="t" bIns="121900" lIns="121900" spcFirstLastPara="1" rIns="121900" wrap="square" tIns="121900">
            <a:spAutoFit/>
          </a:bodyPr>
          <a:lstStyle/>
          <a:p>
            <a:pPr indent="0" lvl="0" marL="0" marR="0" rtl="0" algn="l">
              <a:lnSpc>
                <a:spcPct val="100000"/>
              </a:lnSpc>
              <a:spcBef>
                <a:spcPts val="0"/>
              </a:spcBef>
              <a:spcAft>
                <a:spcPts val="0"/>
              </a:spcAft>
              <a:buClr>
                <a:srgbClr val="000000"/>
              </a:buClr>
              <a:buSzPts val="1900"/>
              <a:buFont typeface="Arial"/>
              <a:buNone/>
            </a:pPr>
            <a:r>
              <a:rPr b="1" i="0" lang="es-MX" sz="1900" u="none" cap="none" strike="noStrike">
                <a:solidFill>
                  <a:srgbClr val="000000"/>
                </a:solidFill>
                <a:latin typeface="Arial"/>
                <a:ea typeface="Arial"/>
                <a:cs typeface="Arial"/>
                <a:sym typeface="Arial"/>
              </a:rPr>
              <a:t>Participantes: llenar las siguientes cajas de texto (tomar información del chat del meet)</a:t>
            </a:r>
            <a:endParaRPr b="1" i="0" sz="1900" u="none" cap="none" strike="noStrike">
              <a:solidFill>
                <a:srgbClr val="000000"/>
              </a:solidFill>
              <a:latin typeface="Arial"/>
              <a:ea typeface="Arial"/>
              <a:cs typeface="Arial"/>
              <a:sym typeface="Arial"/>
            </a:endParaRPr>
          </a:p>
        </p:txBody>
      </p:sp>
      <p:sp>
        <p:nvSpPr>
          <p:cNvPr id="539" name="Google Shape;539;g3a077d5c087_0_241"/>
          <p:cNvSpPr txBox="1"/>
          <p:nvPr/>
        </p:nvSpPr>
        <p:spPr>
          <a:xfrm>
            <a:off x="11267" y="3303867"/>
            <a:ext cx="4111500" cy="3463200"/>
          </a:xfrm>
          <a:prstGeom prst="rect">
            <a:avLst/>
          </a:prstGeom>
          <a:noFill/>
          <a:ln cap="flat" cmpd="sng" w="12700">
            <a:solidFill>
              <a:schemeClr val="dk1"/>
            </a:solidFill>
            <a:prstDash val="solid"/>
            <a:round/>
            <a:headEnd len="sm" w="sm" type="none"/>
            <a:tailEnd len="sm" w="sm" type="none"/>
          </a:ln>
        </p:spPr>
        <p:txBody>
          <a:bodyPr anchorCtr="0" anchor="t" bIns="121900" lIns="121900" spcFirstLastPara="1" rIns="121900" wrap="square" tIns="121900">
            <a:spAutoFit/>
          </a:bodyPr>
          <a:lstStyle/>
          <a:p>
            <a:pPr indent="0" lvl="0" marL="0" marR="0" rtl="0" algn="l">
              <a:lnSpc>
                <a:spcPct val="100000"/>
              </a:lnSpc>
              <a:spcBef>
                <a:spcPts val="0"/>
              </a:spcBef>
              <a:spcAft>
                <a:spcPts val="0"/>
              </a:spcAft>
              <a:buClr>
                <a:schemeClr val="dk1"/>
              </a:buClr>
              <a:buSzPts val="1500"/>
              <a:buFont typeface="Arial"/>
              <a:buNone/>
            </a:pPr>
            <a:r>
              <a:rPr b="0" i="0" lang="es-MX" sz="1900" u="none" cap="none" strike="noStrike">
                <a:solidFill>
                  <a:srgbClr val="000000"/>
                </a:solidFill>
                <a:latin typeface="Arial"/>
                <a:ea typeface="Arial"/>
                <a:cs typeface="Arial"/>
                <a:sym typeface="Arial"/>
              </a:rPr>
              <a:t>NombreTutor académico21:29</a:t>
            </a:r>
            <a:endParaRPr b="0" i="0" sz="1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500"/>
              <a:buFont typeface="Arial"/>
              <a:buNone/>
            </a:pPr>
            <a:r>
              <a:rPr b="0" i="0" lang="es-MX" sz="1900" u="none" cap="none" strike="noStrike">
                <a:solidFill>
                  <a:srgbClr val="000000"/>
                </a:solidFill>
                <a:latin typeface="Arial"/>
                <a:ea typeface="Arial"/>
                <a:cs typeface="Arial"/>
                <a:sym typeface="Arial"/>
              </a:rPr>
              <a:t>Listado de participantes a hoja de trabajo No 1</a:t>
            </a:r>
            <a:endParaRPr b="0" i="0" sz="1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500"/>
              <a:buFont typeface="Arial"/>
              <a:buNone/>
            </a:pPr>
            <a:r>
              <a:rPr b="0" i="0" lang="es-MX" sz="1900" u="none" cap="none" strike="noStrike">
                <a:solidFill>
                  <a:srgbClr val="000000"/>
                </a:solidFill>
                <a:latin typeface="Arial"/>
                <a:ea typeface="Arial"/>
                <a:cs typeface="Arial"/>
                <a:sym typeface="Arial"/>
              </a:rPr>
              <a:t>Estudiante1 21:29</a:t>
            </a:r>
            <a:endParaRPr b="0" i="0" sz="1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500"/>
              <a:buFont typeface="Arial"/>
              <a:buNone/>
            </a:pPr>
            <a:r>
              <a:rPr b="0" i="0" lang="es-MX" sz="1900" u="none" cap="none" strike="noStrike">
                <a:solidFill>
                  <a:srgbClr val="000000"/>
                </a:solidFill>
                <a:latin typeface="Arial"/>
                <a:ea typeface="Arial"/>
                <a:cs typeface="Arial"/>
                <a:sym typeface="Arial"/>
              </a:rPr>
              <a:t>200000001 Estudiante1 Apellido</a:t>
            </a:r>
            <a:endParaRPr b="0" i="0" sz="1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500"/>
              <a:buFont typeface="Arial"/>
              <a:buNone/>
            </a:pPr>
            <a:r>
              <a:rPr b="0" i="0" lang="es-MX" sz="1900" u="none" cap="none" strike="noStrike">
                <a:solidFill>
                  <a:schemeClr val="dk1"/>
                </a:solidFill>
                <a:latin typeface="Arial"/>
                <a:ea typeface="Arial"/>
                <a:cs typeface="Arial"/>
                <a:sym typeface="Arial"/>
              </a:rPr>
              <a:t>Estudiante2 21:29</a:t>
            </a:r>
            <a:endParaRPr b="0" i="0" sz="19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500"/>
              <a:buFont typeface="Arial"/>
              <a:buNone/>
            </a:pPr>
            <a:r>
              <a:rPr b="0" i="0" lang="es-MX" sz="1900" u="none" cap="none" strike="noStrike">
                <a:solidFill>
                  <a:schemeClr val="dk1"/>
                </a:solidFill>
                <a:latin typeface="Arial"/>
                <a:ea typeface="Arial"/>
                <a:cs typeface="Arial"/>
                <a:sym typeface="Arial"/>
              </a:rPr>
              <a:t>200000002 Estudiante2 Apellido</a:t>
            </a:r>
            <a:endParaRPr b="0" i="0" sz="19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500"/>
              <a:buFont typeface="Arial"/>
              <a:buNone/>
            </a:pPr>
            <a:r>
              <a:rPr b="0" i="0" lang="es-MX" sz="1900" u="none" cap="none" strike="noStrike">
                <a:solidFill>
                  <a:schemeClr val="dk1"/>
                </a:solidFill>
                <a:latin typeface="Arial"/>
                <a:ea typeface="Arial"/>
                <a:cs typeface="Arial"/>
                <a:sym typeface="Arial"/>
              </a:rPr>
              <a:t>Estudiante3 21:29</a:t>
            </a:r>
            <a:endParaRPr b="0" i="0" sz="19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500"/>
              <a:buFont typeface="Arial"/>
              <a:buNone/>
            </a:pPr>
            <a:r>
              <a:rPr b="0" i="0" lang="es-MX" sz="1900" u="none" cap="none" strike="noStrike">
                <a:solidFill>
                  <a:schemeClr val="dk1"/>
                </a:solidFill>
                <a:latin typeface="Arial"/>
                <a:ea typeface="Arial"/>
                <a:cs typeface="Arial"/>
                <a:sym typeface="Arial"/>
              </a:rPr>
              <a:t>200000003 Estudiante3 Apellido</a:t>
            </a:r>
            <a:endParaRPr b="0" i="0" sz="19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500"/>
              <a:buFont typeface="Arial"/>
              <a:buNone/>
            </a:pPr>
            <a:r>
              <a:rPr b="0" i="0" lang="es-MX" sz="1900" u="none" cap="none" strike="noStrike">
                <a:solidFill>
                  <a:schemeClr val="dk1"/>
                </a:solidFill>
                <a:latin typeface="Arial"/>
                <a:ea typeface="Arial"/>
                <a:cs typeface="Arial"/>
                <a:sym typeface="Arial"/>
              </a:rPr>
              <a:t>Estudiante4 21:29</a:t>
            </a:r>
            <a:endParaRPr b="0" i="0" sz="19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500"/>
              <a:buFont typeface="Arial"/>
              <a:buNone/>
            </a:pPr>
            <a:r>
              <a:rPr b="0" i="0" lang="es-MX" sz="1900" u="none" cap="none" strike="noStrike">
                <a:solidFill>
                  <a:schemeClr val="dk1"/>
                </a:solidFill>
                <a:latin typeface="Arial"/>
                <a:ea typeface="Arial"/>
                <a:cs typeface="Arial"/>
                <a:sym typeface="Arial"/>
              </a:rPr>
              <a:t>200000004 Estudiante4 Apellido</a:t>
            </a:r>
            <a:endParaRPr b="0" i="0" sz="1900" u="none" cap="none" strike="noStrike">
              <a:solidFill>
                <a:schemeClr val="dk1"/>
              </a:solidFill>
              <a:latin typeface="Arial"/>
              <a:ea typeface="Arial"/>
              <a:cs typeface="Arial"/>
              <a:sym typeface="Arial"/>
            </a:endParaRPr>
          </a:p>
        </p:txBody>
      </p:sp>
      <p:graphicFrame>
        <p:nvGraphicFramePr>
          <p:cNvPr id="540" name="Google Shape;540;g3a077d5c087_0_241"/>
          <p:cNvGraphicFramePr/>
          <p:nvPr/>
        </p:nvGraphicFramePr>
        <p:xfrm>
          <a:off x="7104267" y="1293367"/>
          <a:ext cx="3000000" cy="3000000"/>
        </p:xfrm>
        <a:graphic>
          <a:graphicData uri="http://schemas.openxmlformats.org/drawingml/2006/table">
            <a:tbl>
              <a:tblPr>
                <a:noFill/>
                <a:tableStyleId>{789C3D47-8B47-42E8-AAFC-73C4992D6684}</a:tableStyleId>
              </a:tblPr>
              <a:tblGrid>
                <a:gridCol w="1961700"/>
                <a:gridCol w="2959075"/>
              </a:tblGrid>
              <a:tr h="429925">
                <a:tc>
                  <a:txBody>
                    <a:bodyPr/>
                    <a:lstStyle/>
                    <a:p>
                      <a:pPr indent="0" lvl="0" marL="0" marR="0" rtl="0" algn="l">
                        <a:lnSpc>
                          <a:spcPct val="100000"/>
                        </a:lnSpc>
                        <a:spcBef>
                          <a:spcPts val="0"/>
                        </a:spcBef>
                        <a:spcAft>
                          <a:spcPts val="0"/>
                        </a:spcAft>
                        <a:buClr>
                          <a:srgbClr val="000000"/>
                        </a:buClr>
                        <a:buSzPts val="1900"/>
                        <a:buFont typeface="Arial"/>
                        <a:buNone/>
                      </a:pPr>
                      <a:r>
                        <a:rPr b="1" lang="es-MX" sz="1900" u="none" cap="none" strike="noStrike">
                          <a:solidFill>
                            <a:schemeClr val="dk1"/>
                          </a:solidFill>
                        </a:rPr>
                        <a:t>Hora de inicio:</a:t>
                      </a:r>
                      <a:endParaRPr b="1" sz="1900" u="none" cap="none" strike="noStrike">
                        <a:solidFill>
                          <a:schemeClr val="dk1"/>
                        </a:solidFill>
                      </a:endParaRPr>
                    </a:p>
                  </a:txBody>
                  <a:tcPr marT="121900" marB="121900" marR="121900" marL="1219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900"/>
                        <a:buFont typeface="Arial"/>
                        <a:buNone/>
                      </a:pPr>
                      <a:r>
                        <a:rPr lang="es-MX" sz="1900" u="none" cap="none" strike="noStrike"/>
                        <a:t>21:30</a:t>
                      </a:r>
                      <a:endParaRPr sz="1900" u="none" cap="none" strike="noStrike"/>
                    </a:p>
                  </a:txBody>
                  <a:tcPr marT="121900" marB="121900" marR="121900" marL="1219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484125">
                <a:tc>
                  <a:txBody>
                    <a:bodyPr/>
                    <a:lstStyle/>
                    <a:p>
                      <a:pPr indent="0" lvl="0" marL="0" marR="0" rtl="0" algn="l">
                        <a:lnSpc>
                          <a:spcPct val="100000"/>
                        </a:lnSpc>
                        <a:spcBef>
                          <a:spcPts val="0"/>
                        </a:spcBef>
                        <a:spcAft>
                          <a:spcPts val="0"/>
                        </a:spcAft>
                        <a:buClr>
                          <a:srgbClr val="000000"/>
                        </a:buClr>
                        <a:buSzPts val="1900"/>
                        <a:buFont typeface="Arial"/>
                        <a:buNone/>
                      </a:pPr>
                      <a:r>
                        <a:rPr b="1" lang="es-MX" sz="1900" u="none" cap="none" strike="noStrike">
                          <a:solidFill>
                            <a:schemeClr val="dk1"/>
                          </a:solidFill>
                        </a:rPr>
                        <a:t>Hora de fin:</a:t>
                      </a:r>
                      <a:endParaRPr b="1" sz="1900" u="none" cap="none" strike="noStrike">
                        <a:solidFill>
                          <a:schemeClr val="dk1"/>
                        </a:solidFill>
                      </a:endParaRPr>
                    </a:p>
                  </a:txBody>
                  <a:tcPr marT="121900" marB="121900" marR="121900" marL="1219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900"/>
                        <a:buFont typeface="Arial"/>
                        <a:buNone/>
                      </a:pPr>
                      <a:r>
                        <a:rPr lang="es-MX" sz="1900" u="none" cap="none" strike="noStrike"/>
                        <a:t>21:50</a:t>
                      </a:r>
                      <a:endParaRPr sz="1900" u="none" cap="none" strike="noStrike"/>
                    </a:p>
                  </a:txBody>
                  <a:tcPr marT="121900" marB="121900" marR="121900" marL="1219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438125">
                <a:tc>
                  <a:txBody>
                    <a:bodyPr/>
                    <a:lstStyle/>
                    <a:p>
                      <a:pPr indent="0" lvl="0" marL="0" marR="0" rtl="0" algn="l">
                        <a:lnSpc>
                          <a:spcPct val="100000"/>
                        </a:lnSpc>
                        <a:spcBef>
                          <a:spcPts val="0"/>
                        </a:spcBef>
                        <a:spcAft>
                          <a:spcPts val="0"/>
                        </a:spcAft>
                        <a:buClr>
                          <a:schemeClr val="dk1"/>
                        </a:buClr>
                        <a:buSzPts val="1300"/>
                        <a:buFont typeface="Arial"/>
                        <a:buNone/>
                      </a:pPr>
                      <a:r>
                        <a:rPr b="1" lang="es-MX" sz="1900" u="none" cap="none" strike="noStrike">
                          <a:solidFill>
                            <a:schemeClr val="dk1"/>
                          </a:solidFill>
                        </a:rPr>
                        <a:t>Duración(min):</a:t>
                      </a:r>
                      <a:endParaRPr b="1" sz="700" u="none" cap="none" strike="noStrike"/>
                    </a:p>
                  </a:txBody>
                  <a:tcPr marT="121900" marB="121900" marR="121900" marL="1219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900"/>
                        <a:buFont typeface="Arial"/>
                        <a:buNone/>
                      </a:pPr>
                      <a:r>
                        <a:rPr lang="es-MX" sz="1900" u="none" cap="none" strike="noStrike"/>
                        <a:t>20</a:t>
                      </a:r>
                      <a:endParaRPr sz="1900" u="none" cap="none" strike="noStrike"/>
                    </a:p>
                  </a:txBody>
                  <a:tcPr marT="121900" marB="121900" marR="121900" marL="1219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id="541" name="Google Shape;541;g3a077d5c087_0_241"/>
          <p:cNvSpPr txBox="1"/>
          <p:nvPr/>
        </p:nvSpPr>
        <p:spPr>
          <a:xfrm>
            <a:off x="4174400" y="3303867"/>
            <a:ext cx="4111500" cy="3463200"/>
          </a:xfrm>
          <a:prstGeom prst="rect">
            <a:avLst/>
          </a:prstGeom>
          <a:noFill/>
          <a:ln cap="flat" cmpd="sng" w="12700">
            <a:solidFill>
              <a:schemeClr val="dk1"/>
            </a:solidFill>
            <a:prstDash val="solid"/>
            <a:round/>
            <a:headEnd len="sm" w="sm" type="none"/>
            <a:tailEnd len="sm" w="sm" type="none"/>
          </a:ln>
        </p:spPr>
        <p:txBody>
          <a:bodyPr anchorCtr="0" anchor="t" bIns="121900" lIns="121900" spcFirstLastPara="1" rIns="121900" wrap="square" tIns="121900">
            <a:spAutoFit/>
          </a:bodyPr>
          <a:lstStyle/>
          <a:p>
            <a:pPr indent="0" lvl="0" marL="0" marR="0" rtl="0" algn="l">
              <a:lnSpc>
                <a:spcPct val="100000"/>
              </a:lnSpc>
              <a:spcBef>
                <a:spcPts val="0"/>
              </a:spcBef>
              <a:spcAft>
                <a:spcPts val="0"/>
              </a:spcAft>
              <a:buClr>
                <a:schemeClr val="dk1"/>
              </a:buClr>
              <a:buSzPts val="1500"/>
              <a:buFont typeface="Arial"/>
              <a:buNone/>
            </a:pPr>
            <a:r>
              <a:rPr b="0" i="0" lang="es-MX" sz="1900" u="none" cap="none" strike="noStrike">
                <a:solidFill>
                  <a:schemeClr val="dk1"/>
                </a:solidFill>
                <a:latin typeface="Arial"/>
                <a:ea typeface="Arial"/>
                <a:cs typeface="Arial"/>
                <a:sym typeface="Arial"/>
              </a:rPr>
              <a:t>Estudiante5 21:29</a:t>
            </a:r>
            <a:endParaRPr b="0" i="0" sz="19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500"/>
              <a:buFont typeface="Arial"/>
              <a:buNone/>
            </a:pPr>
            <a:r>
              <a:rPr b="0" i="0" lang="es-MX" sz="1900" u="none" cap="none" strike="noStrike">
                <a:solidFill>
                  <a:schemeClr val="dk1"/>
                </a:solidFill>
                <a:latin typeface="Arial"/>
                <a:ea typeface="Arial"/>
                <a:cs typeface="Arial"/>
                <a:sym typeface="Arial"/>
              </a:rPr>
              <a:t>200000005 Estudiante5 Apellido</a:t>
            </a:r>
            <a:endParaRPr b="0" i="0" sz="19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500"/>
              <a:buFont typeface="Arial"/>
              <a:buNone/>
            </a:pPr>
            <a:r>
              <a:rPr b="0" i="0" lang="es-MX" sz="1900" u="none" cap="none" strike="noStrike">
                <a:solidFill>
                  <a:schemeClr val="dk1"/>
                </a:solidFill>
                <a:latin typeface="Arial"/>
                <a:ea typeface="Arial"/>
                <a:cs typeface="Arial"/>
                <a:sym typeface="Arial"/>
              </a:rPr>
              <a:t>Estudiante6 21:29</a:t>
            </a:r>
            <a:endParaRPr b="0" i="0" sz="19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500"/>
              <a:buFont typeface="Arial"/>
              <a:buNone/>
            </a:pPr>
            <a:r>
              <a:rPr b="0" i="0" lang="es-MX" sz="1900" u="none" cap="none" strike="noStrike">
                <a:solidFill>
                  <a:schemeClr val="dk1"/>
                </a:solidFill>
                <a:latin typeface="Arial"/>
                <a:ea typeface="Arial"/>
                <a:cs typeface="Arial"/>
                <a:sym typeface="Arial"/>
              </a:rPr>
              <a:t>200000006 Estudiante6 Apellido</a:t>
            </a:r>
            <a:endParaRPr b="0" i="0" sz="19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500"/>
              <a:buFont typeface="Arial"/>
              <a:buNone/>
            </a:pPr>
            <a:r>
              <a:rPr b="0" i="0" lang="es-MX" sz="1900" u="none" cap="none" strike="noStrike">
                <a:solidFill>
                  <a:schemeClr val="dk1"/>
                </a:solidFill>
                <a:latin typeface="Arial"/>
                <a:ea typeface="Arial"/>
                <a:cs typeface="Arial"/>
                <a:sym typeface="Arial"/>
              </a:rPr>
              <a:t>Estudiante7 21:29</a:t>
            </a:r>
            <a:endParaRPr b="0" i="0" sz="19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500"/>
              <a:buFont typeface="Arial"/>
              <a:buNone/>
            </a:pPr>
            <a:r>
              <a:rPr b="0" i="0" lang="es-MX" sz="1900" u="none" cap="none" strike="noStrike">
                <a:solidFill>
                  <a:schemeClr val="dk1"/>
                </a:solidFill>
                <a:latin typeface="Arial"/>
                <a:ea typeface="Arial"/>
                <a:cs typeface="Arial"/>
                <a:sym typeface="Arial"/>
              </a:rPr>
              <a:t>200000007 Estudiante7 Apellido</a:t>
            </a:r>
            <a:endParaRPr b="0" i="0" sz="19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500"/>
              <a:buFont typeface="Arial"/>
              <a:buNone/>
            </a:pPr>
            <a:r>
              <a:rPr b="0" i="0" lang="es-MX" sz="1900" u="none" cap="none" strike="noStrike">
                <a:solidFill>
                  <a:schemeClr val="dk1"/>
                </a:solidFill>
                <a:latin typeface="Arial"/>
                <a:ea typeface="Arial"/>
                <a:cs typeface="Arial"/>
                <a:sym typeface="Arial"/>
              </a:rPr>
              <a:t>Estudiante8 21:29</a:t>
            </a:r>
            <a:endParaRPr b="0" i="0" sz="19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rPr b="0" i="0" lang="es-MX" sz="1900" u="none" cap="none" strike="noStrike">
                <a:solidFill>
                  <a:schemeClr val="dk1"/>
                </a:solidFill>
                <a:latin typeface="Arial"/>
                <a:ea typeface="Arial"/>
                <a:cs typeface="Arial"/>
                <a:sym typeface="Arial"/>
              </a:rPr>
              <a:t>200000008 Estudiante8 Apellido</a:t>
            </a:r>
            <a:endParaRPr b="0" i="0" sz="19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rPr b="0" i="0" lang="es-MX" sz="1900" u="none" cap="none" strike="noStrike">
                <a:solidFill>
                  <a:schemeClr val="dk1"/>
                </a:solidFill>
                <a:latin typeface="Arial"/>
                <a:ea typeface="Arial"/>
                <a:cs typeface="Arial"/>
                <a:sym typeface="Arial"/>
              </a:rPr>
              <a:t>Estudiante9 21:29</a:t>
            </a:r>
            <a:endParaRPr b="0" i="0" sz="19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rPr b="0" i="0" lang="es-MX" sz="1900" u="none" cap="none" strike="noStrike">
                <a:solidFill>
                  <a:schemeClr val="dk1"/>
                </a:solidFill>
                <a:latin typeface="Arial"/>
                <a:ea typeface="Arial"/>
                <a:cs typeface="Arial"/>
                <a:sym typeface="Arial"/>
              </a:rPr>
              <a:t>200000009 Estudiante9 Apellido</a:t>
            </a:r>
            <a:endParaRPr b="0" i="0" sz="19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500"/>
              <a:buFont typeface="Arial"/>
              <a:buNone/>
            </a:pPr>
            <a:r>
              <a:t/>
            </a:r>
            <a:endParaRPr b="0" i="0" sz="1900" u="none" cap="none" strike="noStrike">
              <a:solidFill>
                <a:schemeClr val="dk1"/>
              </a:solidFill>
              <a:latin typeface="Arial"/>
              <a:ea typeface="Arial"/>
              <a:cs typeface="Arial"/>
              <a:sym typeface="Arial"/>
            </a:endParaRPr>
          </a:p>
        </p:txBody>
      </p:sp>
      <p:sp>
        <p:nvSpPr>
          <p:cNvPr id="542" name="Google Shape;542;g3a077d5c087_0_241"/>
          <p:cNvSpPr txBox="1"/>
          <p:nvPr/>
        </p:nvSpPr>
        <p:spPr>
          <a:xfrm>
            <a:off x="8337533" y="3303867"/>
            <a:ext cx="3843300" cy="3755700"/>
          </a:xfrm>
          <a:prstGeom prst="rect">
            <a:avLst/>
          </a:prstGeom>
          <a:noFill/>
          <a:ln cap="flat" cmpd="sng" w="12700">
            <a:solidFill>
              <a:schemeClr val="dk1"/>
            </a:solidFill>
            <a:prstDash val="solid"/>
            <a:round/>
            <a:headEnd len="sm" w="sm" type="none"/>
            <a:tailEnd len="sm" w="sm" type="none"/>
          </a:ln>
        </p:spPr>
        <p:txBody>
          <a:bodyPr anchorCtr="0" anchor="t" bIns="121900" lIns="121900" spcFirstLastPara="1" rIns="121900" wrap="square" tIns="121900">
            <a:spAutoFit/>
          </a:bodyPr>
          <a:lstStyle/>
          <a:p>
            <a:pPr indent="0" lvl="0" marL="0" marR="0" rtl="0" algn="l">
              <a:lnSpc>
                <a:spcPct val="100000"/>
              </a:lnSpc>
              <a:spcBef>
                <a:spcPts val="0"/>
              </a:spcBef>
              <a:spcAft>
                <a:spcPts val="0"/>
              </a:spcAft>
              <a:buClr>
                <a:schemeClr val="dk1"/>
              </a:buClr>
              <a:buSzPts val="1500"/>
              <a:buFont typeface="Arial"/>
              <a:buNone/>
            </a:pPr>
            <a:r>
              <a:rPr b="0" i="0" lang="es-MX" sz="1900" u="none" cap="none" strike="noStrike">
                <a:solidFill>
                  <a:schemeClr val="dk1"/>
                </a:solidFill>
                <a:latin typeface="Arial"/>
                <a:ea typeface="Arial"/>
                <a:cs typeface="Arial"/>
                <a:sym typeface="Arial"/>
              </a:rPr>
              <a:t>Estudiante10 21:29</a:t>
            </a:r>
            <a:endParaRPr b="0" i="0" sz="19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500"/>
              <a:buFont typeface="Arial"/>
              <a:buNone/>
            </a:pPr>
            <a:r>
              <a:rPr b="0" i="0" lang="es-MX" sz="1900" u="none" cap="none" strike="noStrike">
                <a:solidFill>
                  <a:schemeClr val="dk1"/>
                </a:solidFill>
                <a:latin typeface="Arial"/>
                <a:ea typeface="Arial"/>
                <a:cs typeface="Arial"/>
                <a:sym typeface="Arial"/>
              </a:rPr>
              <a:t>2000000010 Estudiante10 Apellido</a:t>
            </a:r>
            <a:endParaRPr b="0" i="0" sz="19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500"/>
              <a:buFont typeface="Arial"/>
              <a:buNone/>
            </a:pPr>
            <a:r>
              <a:rPr b="0" i="0" lang="es-MX" sz="1900" u="none" cap="none" strike="noStrike">
                <a:solidFill>
                  <a:schemeClr val="dk1"/>
                </a:solidFill>
                <a:latin typeface="Arial"/>
                <a:ea typeface="Arial"/>
                <a:cs typeface="Arial"/>
                <a:sym typeface="Arial"/>
              </a:rPr>
              <a:t>Estudiante11 21:29</a:t>
            </a:r>
            <a:endParaRPr b="0" i="0" sz="19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500"/>
              <a:buFont typeface="Arial"/>
              <a:buNone/>
            </a:pPr>
            <a:r>
              <a:rPr b="0" i="0" lang="es-MX" sz="1900" u="none" cap="none" strike="noStrike">
                <a:solidFill>
                  <a:schemeClr val="dk1"/>
                </a:solidFill>
                <a:latin typeface="Arial"/>
                <a:ea typeface="Arial"/>
                <a:cs typeface="Arial"/>
                <a:sym typeface="Arial"/>
              </a:rPr>
              <a:t>2000000011 Estudiante11 Apellido</a:t>
            </a:r>
            <a:endParaRPr b="0" i="0" sz="19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500"/>
              <a:buFont typeface="Arial"/>
              <a:buNone/>
            </a:pPr>
            <a:r>
              <a:rPr b="0" i="0" lang="es-MX" sz="1900" u="none" cap="none" strike="noStrike">
                <a:solidFill>
                  <a:schemeClr val="dk1"/>
                </a:solidFill>
                <a:latin typeface="Arial"/>
                <a:ea typeface="Arial"/>
                <a:cs typeface="Arial"/>
                <a:sym typeface="Arial"/>
              </a:rPr>
              <a:t>Estudiante12 21:29</a:t>
            </a:r>
            <a:endParaRPr b="0" i="0" sz="19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500"/>
              <a:buFont typeface="Arial"/>
              <a:buNone/>
            </a:pPr>
            <a:r>
              <a:rPr b="0" i="0" lang="es-MX" sz="1900" u="none" cap="none" strike="noStrike">
                <a:solidFill>
                  <a:schemeClr val="dk1"/>
                </a:solidFill>
                <a:latin typeface="Arial"/>
                <a:ea typeface="Arial"/>
                <a:cs typeface="Arial"/>
                <a:sym typeface="Arial"/>
              </a:rPr>
              <a:t>2000000012 Estudiante12 Apellido</a:t>
            </a:r>
            <a:endParaRPr b="0" i="0" sz="19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500"/>
              <a:buFont typeface="Arial"/>
              <a:buNone/>
            </a:pPr>
            <a:r>
              <a:rPr b="0" i="0" lang="es-MX" sz="1900" u="none" cap="none" strike="noStrike">
                <a:solidFill>
                  <a:schemeClr val="dk1"/>
                </a:solidFill>
                <a:latin typeface="Arial"/>
                <a:ea typeface="Arial"/>
                <a:cs typeface="Arial"/>
                <a:sym typeface="Arial"/>
              </a:rPr>
              <a:t>Estudiante13 21:29</a:t>
            </a:r>
            <a:endParaRPr b="0" i="0" sz="19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500"/>
              <a:buFont typeface="Arial"/>
              <a:buNone/>
            </a:pPr>
            <a:r>
              <a:rPr b="0" i="0" lang="es-MX" sz="1900" u="none" cap="none" strike="noStrike">
                <a:solidFill>
                  <a:schemeClr val="dk1"/>
                </a:solidFill>
                <a:latin typeface="Arial"/>
                <a:ea typeface="Arial"/>
                <a:cs typeface="Arial"/>
                <a:sym typeface="Arial"/>
              </a:rPr>
              <a:t>2000000013 Estudiant13 Apellido</a:t>
            </a:r>
            <a:endParaRPr b="0" i="0" sz="1900" u="none" cap="none" strike="noStrike">
              <a:solidFill>
                <a:schemeClr val="dk1"/>
              </a:solidFill>
              <a:latin typeface="Arial"/>
              <a:ea typeface="Arial"/>
              <a:cs typeface="Arial"/>
              <a:sym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p30"/>
          <p:cNvSpPr txBox="1"/>
          <p:nvPr>
            <p:ph type="ctrTitle"/>
          </p:nvPr>
        </p:nvSpPr>
        <p:spPr>
          <a:xfrm>
            <a:off x="594360" y="411479"/>
            <a:ext cx="5486400" cy="3291840"/>
          </a:xfrm>
          <a:prstGeom prst="rect">
            <a:avLst/>
          </a:prstGeom>
          <a:noFill/>
          <a:ln>
            <a:noFill/>
          </a:ln>
        </p:spPr>
        <p:txBody>
          <a:bodyPr anchorCtr="0" anchor="b" bIns="0" lIns="0" spcFirstLastPara="1" rIns="0" wrap="square" tIns="0">
            <a:noAutofit/>
          </a:bodyPr>
          <a:lstStyle/>
          <a:p>
            <a:pPr indent="0" lvl="0" marL="0" rtl="0" algn="l">
              <a:lnSpc>
                <a:spcPct val="80000"/>
              </a:lnSpc>
              <a:spcBef>
                <a:spcPts val="0"/>
              </a:spcBef>
              <a:spcAft>
                <a:spcPts val="0"/>
              </a:spcAft>
              <a:buClr>
                <a:schemeClr val="dk1"/>
              </a:buClr>
              <a:buSzPts val="6000"/>
              <a:buFont typeface="Franklin Gothic"/>
              <a:buNone/>
            </a:pPr>
            <a:r>
              <a:rPr b="1" i="0" lang="es-MX" sz="6000" u="none" cap="none" strike="noStrike">
                <a:solidFill>
                  <a:schemeClr val="dk1"/>
                </a:solidFill>
                <a:latin typeface="Franklin Gothic"/>
                <a:ea typeface="Franklin Gothic"/>
                <a:cs typeface="Franklin Gothic"/>
                <a:sym typeface="Franklin Gothic"/>
              </a:rPr>
              <a:t>Dudas</a:t>
            </a:r>
            <a:endParaRPr b="1" i="0" sz="6000" u="none" cap="none" strike="noStrike">
              <a:solidFill>
                <a:schemeClr val="dk1"/>
              </a:solidFill>
              <a:latin typeface="Franklin Gothic"/>
              <a:ea typeface="Franklin Gothic"/>
              <a:cs typeface="Franklin Gothic"/>
              <a:sym typeface="Franklin Gothic"/>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3" name="Shape 553"/>
        <p:cNvGrpSpPr/>
        <p:nvPr/>
      </p:nvGrpSpPr>
      <p:grpSpPr>
        <a:xfrm>
          <a:off x="0" y="0"/>
          <a:ext cx="0" cy="0"/>
          <a:chOff x="0" y="0"/>
          <a:chExt cx="0" cy="0"/>
        </a:xfrm>
      </p:grpSpPr>
      <p:sp>
        <p:nvSpPr>
          <p:cNvPr id="554" name="Google Shape;554;p31"/>
          <p:cNvSpPr txBox="1"/>
          <p:nvPr>
            <p:ph type="ctrTitle"/>
          </p:nvPr>
        </p:nvSpPr>
        <p:spPr>
          <a:xfrm>
            <a:off x="594360" y="411479"/>
            <a:ext cx="5486400" cy="3291840"/>
          </a:xfrm>
          <a:prstGeom prst="rect">
            <a:avLst/>
          </a:prstGeom>
          <a:noFill/>
          <a:ln>
            <a:noFill/>
          </a:ln>
        </p:spPr>
        <p:txBody>
          <a:bodyPr anchorCtr="0" anchor="b" bIns="0" lIns="0" spcFirstLastPara="1" rIns="0" wrap="square" tIns="0">
            <a:noAutofit/>
          </a:bodyPr>
          <a:lstStyle/>
          <a:p>
            <a:pPr indent="0" lvl="0" marL="0" rtl="0" algn="l">
              <a:lnSpc>
                <a:spcPct val="80000"/>
              </a:lnSpc>
              <a:spcBef>
                <a:spcPts val="0"/>
              </a:spcBef>
              <a:spcAft>
                <a:spcPts val="0"/>
              </a:spcAft>
              <a:buClr>
                <a:schemeClr val="dk1"/>
              </a:buClr>
              <a:buSzPts val="6000"/>
              <a:buFont typeface="Franklin Gothic"/>
              <a:buNone/>
            </a:pPr>
            <a:r>
              <a:rPr b="1" i="0" lang="es-MX" sz="6000" u="none" cap="none" strike="noStrike">
                <a:solidFill>
                  <a:schemeClr val="dk1"/>
                </a:solidFill>
                <a:latin typeface="Franklin Gothic"/>
                <a:ea typeface="Franklin Gothic"/>
                <a:cs typeface="Franklin Gothic"/>
                <a:sym typeface="Franklin Gothic"/>
              </a:rPr>
              <a:t>Gracias por su atención</a:t>
            </a:r>
            <a:endParaRPr b="1" i="0" sz="6000" u="none" cap="none" strike="noStrike">
              <a:solidFill>
                <a:schemeClr val="dk1"/>
              </a:solidFill>
              <a:latin typeface="Franklin Gothic"/>
              <a:ea typeface="Franklin Gothic"/>
              <a:cs typeface="Franklin Gothic"/>
              <a:sym typeface="Franklin Gothic"/>
            </a:endParaRPr>
          </a:p>
        </p:txBody>
      </p:sp>
      <p:sp>
        <p:nvSpPr>
          <p:cNvPr id="555" name="Google Shape;555;p31"/>
          <p:cNvSpPr txBox="1"/>
          <p:nvPr/>
        </p:nvSpPr>
        <p:spPr>
          <a:xfrm>
            <a:off x="598715" y="5225142"/>
            <a:ext cx="7859485"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s-MX" sz="1800" u="none" cap="none" strike="noStrike">
                <a:solidFill>
                  <a:srgbClr val="0C0C0C"/>
                </a:solidFill>
                <a:latin typeface="Libre Franklin"/>
                <a:ea typeface="Libre Franklin"/>
                <a:cs typeface="Libre Franklin"/>
                <a:sym typeface="Libre Franklin"/>
              </a:rPr>
              <a:t>RECUERDA QUE TENEMOS NUESTRO FORO SEMANAL DONDE PUEDES CONSULTAR CUALQUIER DUDA QUE TE SURJA EN LA SEMANA</a:t>
            </a:r>
            <a:endParaRPr/>
          </a:p>
          <a:p>
            <a:pPr indent="0" lvl="0" marL="0" marR="0" rtl="0" algn="ctr">
              <a:spcBef>
                <a:spcPts val="0"/>
              </a:spcBef>
              <a:spcAft>
                <a:spcPts val="0"/>
              </a:spcAft>
              <a:buNone/>
            </a:pPr>
            <a:r>
              <a:t/>
            </a:r>
            <a:endParaRPr sz="1800">
              <a:solidFill>
                <a:schemeClr val="lt1"/>
              </a:solidFill>
              <a:latin typeface="Libre Franklin"/>
              <a:ea typeface="Libre Franklin"/>
              <a:cs typeface="Libre Franklin"/>
              <a:sym typeface="Libre Franklin"/>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Aspecto">
      <a:dk1>
        <a:srgbClr val="000000"/>
      </a:dk1>
      <a:lt1>
        <a:srgbClr val="FFFFFF"/>
      </a:lt1>
      <a:dk2>
        <a:srgbClr val="323232"/>
      </a:dk2>
      <a:lt2>
        <a:srgbClr val="E3DED1"/>
      </a:lt2>
      <a:accent1>
        <a:srgbClr val="F07F09"/>
      </a:accent1>
      <a:accent2>
        <a:srgbClr val="9F2936"/>
      </a:accent2>
      <a:accent3>
        <a:srgbClr val="1B587C"/>
      </a:accent3>
      <a:accent4>
        <a:srgbClr val="4E8542"/>
      </a:accent4>
      <a:accent5>
        <a:srgbClr val="604878"/>
      </a:accent5>
      <a:accent6>
        <a:srgbClr val="C19859"/>
      </a:accent6>
      <a:hlink>
        <a:srgbClr val="6B9F25"/>
      </a:hlink>
      <a:folHlink>
        <a:srgbClr val="B26B0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Personalizar">
  <a:themeElements>
    <a:clrScheme name="Swiss">
      <a:dk1>
        <a:srgbClr val="000000"/>
      </a:dk1>
      <a:lt1>
        <a:srgbClr val="FFFFFF"/>
      </a:lt1>
      <a:dk2>
        <a:srgbClr val="E4E4E4"/>
      </a:dk2>
      <a:lt2>
        <a:srgbClr val="7CA655"/>
      </a:lt2>
      <a:accent1>
        <a:srgbClr val="A9D4DB"/>
      </a:accent1>
      <a:accent2>
        <a:srgbClr val="FBE284"/>
      </a:accent2>
      <a:accent3>
        <a:srgbClr val="4495A2"/>
      </a:accent3>
      <a:accent4>
        <a:srgbClr val="AA5881"/>
      </a:accent4>
      <a:accent5>
        <a:srgbClr val="E06742"/>
      </a:accent5>
      <a:accent6>
        <a:srgbClr val="F9D448"/>
      </a:accent6>
      <a:hlink>
        <a:srgbClr val="4495A2"/>
      </a:hlink>
      <a:folHlink>
        <a:srgbClr val="AA588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2025-01-29T05:11:38Z</dcterms:created>
  <dc:creator>Jose Rodrigo Rodas Palencia</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0x010100DC455CA444E7564FBCD418AEB3DAFB1D</vt:lpwstr>
  </property>
</Properties>
</file>