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74" r:id="rId6"/>
    <p:sldMasterId id="214748370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y="6858000" cx="12192000"/>
  <p:notesSz cx="6858000" cy="9144000"/>
  <p:embeddedFontLst>
    <p:embeddedFont>
      <p:font typeface="Libre Franklin"/>
      <p:regular r:id="rId25"/>
      <p:bold r:id="rId26"/>
      <p:italic r:id="rId27"/>
      <p:boldItalic r:id="rId28"/>
    </p:embeddedFont>
    <p:embeddedFont>
      <p:font typeface="Franklin Gothic"/>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G8t0Piw7LAm/5TKW+z+ZshSjv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AB6E66-0272-4363-ADFF-AB47FD1A88AF}">
  <a:tblStyle styleId="{33AB6E66-0272-4363-ADFF-AB47FD1A88A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6CFF133-811D-4CC0-B321-11427CEF5BB0}" styleName="Table_1">
    <a:wholeTbl>
      <a:tcTxStyle b="off" i="off">
        <a:font>
          <a:latin typeface="Arial"/>
          <a:ea typeface="Arial"/>
          <a:cs typeface="Arial"/>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EFE7E7"/>
          </a:solidFill>
        </a:fill>
      </a:tcStyle>
    </a:wholeTbl>
    <a:band1H>
      <a:tcTxStyle/>
      <a:tcStyle>
        <a:fill>
          <a:solidFill>
            <a:srgbClr val="DFCBCC"/>
          </a:solidFill>
        </a:fill>
      </a:tcStyle>
    </a:band1H>
    <a:band2H>
      <a:tcTxStyle/>
    </a:band2H>
    <a:band1V>
      <a:tcTxStyle/>
      <a:tcStyle>
        <a:fill>
          <a:solidFill>
            <a:srgbClr val="DFCBCC"/>
          </a:solidFill>
        </a:fill>
      </a:tcStyle>
    </a:band1V>
    <a:band2V>
      <a:tcTxStyle/>
    </a:band2V>
    <a:lastCol>
      <a:tcTxStyle b="on" i="off"/>
    </a:lastCol>
    <a:firstCol>
      <a:tcTxStyle b="on" i="off"/>
    </a:firstCol>
    <a:lastRow>
      <a:tcTxStyle b="on" i="off"/>
      <a:tcStyle>
        <a:tcBdr>
          <a:top>
            <a:ln cap="flat" cmpd="sng" w="25400">
              <a:solidFill>
                <a:schemeClr val="accent2"/>
              </a:solidFill>
              <a:prstDash val="solid"/>
              <a:round/>
              <a:headEnd len="sm" w="sm" type="none"/>
              <a:tailEnd len="sm" w="sm" type="none"/>
            </a:ln>
          </a:top>
        </a:tcBdr>
        <a:fill>
          <a:solidFill>
            <a:srgbClr val="EFE7E7"/>
          </a:solidFill>
        </a:fill>
      </a:tcStyle>
    </a:lastRow>
    <a:seCell>
      <a:tcTxStyle/>
    </a:seCell>
    <a:swCell>
      <a:tcTxStyle/>
    </a:swCell>
    <a:firstRow>
      <a:tcTxStyle b="on" i="off"/>
      <a:tcStyle>
        <a:fill>
          <a:solidFill>
            <a:srgbClr val="EFE7E7"/>
          </a:solidFill>
        </a:fill>
      </a:tcStyle>
    </a:firstRow>
    <a:neCell>
      <a:tcTxStyle/>
    </a:neCell>
    <a:nwCell>
      <a:tcTxStyle/>
    </a:nwCell>
  </a:tblStyle>
  <a:tblStyle styleId="{82B53DA9-8344-4187-9B0A-90A41536208E}"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font" Target="fonts/LibreFranklin-bold.fntdata"/><Relationship Id="rId25" Type="http://schemas.openxmlformats.org/officeDocument/2006/relationships/font" Target="fonts/LibreFranklin-regular.fntdata"/><Relationship Id="rId28" Type="http://schemas.openxmlformats.org/officeDocument/2006/relationships/font" Target="fonts/LibreFranklin-boldItalic.fntdata"/><Relationship Id="rId27" Type="http://schemas.openxmlformats.org/officeDocument/2006/relationships/font" Target="fonts/LibreFranklin-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FranklinGothic-bold.fntdata"/><Relationship Id="rId7" Type="http://schemas.openxmlformats.org/officeDocument/2006/relationships/slideMaster" Target="slideMasters/slideMaster4.xml"/><Relationship Id="rId8" Type="http://schemas.openxmlformats.org/officeDocument/2006/relationships/notesMaster" Target="notesMasters/notesMaster1.xml"/><Relationship Id="rId30" Type="http://customschemas.google.com/relationships/presentationmetadata" Target="meta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07b042de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a07b042de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6" name="Google Shape;4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65" name="Google Shape;4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71" name="Google Shape;47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07b042de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g3a07b042de2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88" name="Google Shape;4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94" name="Google Shape;4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7"/>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5"/>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 name="Google Shape;19;p35"/>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 name="Google Shape;20;p3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6"/>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 name="Google Shape;23;p3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3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37"/>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7" name="Google Shape;27;p37"/>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8" name="Google Shape;28;p3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3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3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 name="Shape 32"/>
        <p:cNvGrpSpPr/>
        <p:nvPr/>
      </p:nvGrpSpPr>
      <p:grpSpPr>
        <a:xfrm>
          <a:off x="0" y="0"/>
          <a:ext cx="0" cy="0"/>
          <a:chOff x="0" y="0"/>
          <a:chExt cx="0" cy="0"/>
        </a:xfrm>
      </p:grpSpPr>
      <p:sp>
        <p:nvSpPr>
          <p:cNvPr id="33" name="Google Shape;33;p39"/>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34" name="Google Shape;34;p39"/>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5" name="Google Shape;35;p3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 name="Shape 36"/>
        <p:cNvGrpSpPr/>
        <p:nvPr/>
      </p:nvGrpSpPr>
      <p:grpSpPr>
        <a:xfrm>
          <a:off x="0" y="0"/>
          <a:ext cx="0" cy="0"/>
          <a:chOff x="0" y="0"/>
          <a:chExt cx="0" cy="0"/>
        </a:xfrm>
      </p:grpSpPr>
      <p:sp>
        <p:nvSpPr>
          <p:cNvPr id="37" name="Google Shape;37;p40"/>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38" name="Google Shape;38;p4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 name="Shape 39"/>
        <p:cNvGrpSpPr/>
        <p:nvPr/>
      </p:nvGrpSpPr>
      <p:grpSpPr>
        <a:xfrm>
          <a:off x="0" y="0"/>
          <a:ext cx="0" cy="0"/>
          <a:chOff x="0" y="0"/>
          <a:chExt cx="0" cy="0"/>
        </a:xfrm>
      </p:grpSpPr>
      <p:sp>
        <p:nvSpPr>
          <p:cNvPr id="40" name="Google Shape;40;p4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1" name="Google Shape;41;p41"/>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42" name="Google Shape;42;p41"/>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43" name="Google Shape;43;p41"/>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 name="Shape 45"/>
        <p:cNvGrpSpPr/>
        <p:nvPr/>
      </p:nvGrpSpPr>
      <p:grpSpPr>
        <a:xfrm>
          <a:off x="0" y="0"/>
          <a:ext cx="0" cy="0"/>
          <a:chOff x="0" y="0"/>
          <a:chExt cx="0" cy="0"/>
        </a:xfrm>
      </p:grpSpPr>
      <p:sp>
        <p:nvSpPr>
          <p:cNvPr id="46" name="Google Shape;46;p42"/>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4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8" name="Shape 48"/>
        <p:cNvGrpSpPr/>
        <p:nvPr/>
      </p:nvGrpSpPr>
      <p:grpSpPr>
        <a:xfrm>
          <a:off x="0" y="0"/>
          <a:ext cx="0" cy="0"/>
          <a:chOff x="0" y="0"/>
          <a:chExt cx="0" cy="0"/>
        </a:xfrm>
      </p:grpSpPr>
      <p:sp>
        <p:nvSpPr>
          <p:cNvPr id="49" name="Google Shape;49;p43"/>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50" name="Google Shape;50;p43"/>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4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4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bg>
      <p:bgPr>
        <a:solidFill>
          <a:schemeClr val="lt1"/>
        </a:solidFill>
      </p:bgPr>
    </p:bg>
    <p:spTree>
      <p:nvGrpSpPr>
        <p:cNvPr id="59" name="Shape 59"/>
        <p:cNvGrpSpPr/>
        <p:nvPr/>
      </p:nvGrpSpPr>
      <p:grpSpPr>
        <a:xfrm>
          <a:off x="0" y="0"/>
          <a:ext cx="0" cy="0"/>
          <a:chOff x="0" y="0"/>
          <a:chExt cx="0" cy="0"/>
        </a:xfrm>
      </p:grpSpPr>
      <p:sp>
        <p:nvSpPr>
          <p:cNvPr id="60" name="Google Shape;60;p19"/>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19"/>
          <p:cNvGrpSpPr/>
          <p:nvPr/>
        </p:nvGrpSpPr>
        <p:grpSpPr>
          <a:xfrm>
            <a:off x="1" y="758752"/>
            <a:ext cx="6099248" cy="6099248"/>
            <a:chOff x="0" y="12289"/>
            <a:chExt cx="3550" cy="3551"/>
          </a:xfrm>
        </p:grpSpPr>
        <p:sp>
          <p:nvSpPr>
            <p:cNvPr id="62" name="Google Shape;62;p19"/>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3" name="Google Shape;63;p19"/>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4" name="Google Shape;64;p19"/>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cxnSp>
        <p:nvCxnSpPr>
          <p:cNvPr id="65" name="Google Shape;65;p19"/>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66" name="Google Shape;66;p19"/>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67" name="Shape 67"/>
        <p:cNvGrpSpPr/>
        <p:nvPr/>
      </p:nvGrpSpPr>
      <p:grpSpPr>
        <a:xfrm>
          <a:off x="0" y="0"/>
          <a:ext cx="0" cy="0"/>
          <a:chOff x="0" y="0"/>
          <a:chExt cx="0" cy="0"/>
        </a:xfrm>
      </p:grpSpPr>
      <p:grpSp>
        <p:nvGrpSpPr>
          <p:cNvPr id="68" name="Google Shape;68;p20"/>
          <p:cNvGrpSpPr/>
          <p:nvPr/>
        </p:nvGrpSpPr>
        <p:grpSpPr>
          <a:xfrm>
            <a:off x="6362700" y="0"/>
            <a:ext cx="5829298" cy="3235602"/>
            <a:chOff x="5612972" y="1"/>
            <a:chExt cx="6615961" cy="3672246"/>
          </a:xfrm>
        </p:grpSpPr>
        <p:sp>
          <p:nvSpPr>
            <p:cNvPr id="69" name="Google Shape;69;p20"/>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0" name="Google Shape;70;p20"/>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1" name="Google Shape;71;p20"/>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2" name="Google Shape;72;p20"/>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3" name="Google Shape;73;p20"/>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74" name="Google Shape;74;p20"/>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0"/>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81000" lvl="0" marL="457200" algn="l">
              <a:lnSpc>
                <a:spcPct val="80000"/>
              </a:lnSpc>
              <a:spcBef>
                <a:spcPts val="2200"/>
              </a:spcBef>
              <a:spcAft>
                <a:spcPts val="0"/>
              </a:spcAft>
              <a:buClr>
                <a:srgbClr val="5D7C3F"/>
              </a:buClr>
              <a:buSzPts val="2400"/>
              <a:buFont typeface="Arial"/>
              <a:buChar char="•"/>
              <a:defRPr b="1" i="0" sz="2400">
                <a:solidFill>
                  <a:srgbClr val="5D7C3F"/>
                </a:solidFill>
                <a:latin typeface="Libre Franklin"/>
                <a:ea typeface="Libre Franklin"/>
                <a:cs typeface="Libre Franklin"/>
                <a:sym typeface="Libre Franklin"/>
              </a:defRPr>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2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77" name="Google Shape;77;p2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20"/>
          <p:cNvCxnSpPr/>
          <p:nvPr/>
        </p:nvCxnSpPr>
        <p:spPr>
          <a:xfrm>
            <a:off x="594360" y="2148840"/>
            <a:ext cx="2130552" cy="0"/>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bg>
      <p:bgPr>
        <a:solidFill>
          <a:schemeClr val="lt1"/>
        </a:solidFill>
      </p:bgPr>
    </p:bg>
    <p:spTree>
      <p:nvGrpSpPr>
        <p:cNvPr id="79" name="Shape 79"/>
        <p:cNvGrpSpPr/>
        <p:nvPr/>
      </p:nvGrpSpPr>
      <p:grpSpPr>
        <a:xfrm>
          <a:off x="0" y="0"/>
          <a:ext cx="0" cy="0"/>
          <a:chOff x="0" y="0"/>
          <a:chExt cx="0" cy="0"/>
        </a:xfrm>
      </p:grpSpPr>
      <p:grpSp>
        <p:nvGrpSpPr>
          <p:cNvPr id="80" name="Google Shape;80;p21"/>
          <p:cNvGrpSpPr/>
          <p:nvPr/>
        </p:nvGrpSpPr>
        <p:grpSpPr>
          <a:xfrm rot="10800000">
            <a:off x="8870040" y="0"/>
            <a:ext cx="3325208" cy="3325208"/>
            <a:chOff x="0" y="12289"/>
            <a:chExt cx="3550" cy="3551"/>
          </a:xfrm>
        </p:grpSpPr>
        <p:sp>
          <p:nvSpPr>
            <p:cNvPr id="81" name="Google Shape;81;p21"/>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2" name="Google Shape;82;p21"/>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3" name="Google Shape;83;p21"/>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84" name="Google Shape;84;p21"/>
          <p:cNvSpPr txBox="1"/>
          <p:nvPr>
            <p:ph type="title"/>
          </p:nvPr>
        </p:nvSpPr>
        <p:spPr>
          <a:xfrm>
            <a:off x="594360" y="278129"/>
            <a:ext cx="9778365" cy="149459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1"/>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 name="Google Shape;86;p21"/>
          <p:cNvSpPr txBox="1"/>
          <p:nvPr>
            <p:ph idx="2" type="body"/>
          </p:nvPr>
        </p:nvSpPr>
        <p:spPr>
          <a:xfrm>
            <a:off x="5881898"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 name="Google Shape;87;p2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88" name="Google Shape;88;p2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21"/>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lt1"/>
        </a:solidFill>
      </p:bgPr>
    </p:bg>
    <p:spTree>
      <p:nvGrpSpPr>
        <p:cNvPr id="90" name="Shape 90"/>
        <p:cNvGrpSpPr/>
        <p:nvPr/>
      </p:nvGrpSpPr>
      <p:grpSpPr>
        <a:xfrm>
          <a:off x="0" y="0"/>
          <a:ext cx="0" cy="0"/>
          <a:chOff x="0" y="0"/>
          <a:chExt cx="0" cy="0"/>
        </a:xfrm>
      </p:grpSpPr>
      <p:sp>
        <p:nvSpPr>
          <p:cNvPr id="91" name="Google Shape;91;p25"/>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92" name="Google Shape;92;p25"/>
          <p:cNvGrpSpPr/>
          <p:nvPr/>
        </p:nvGrpSpPr>
        <p:grpSpPr>
          <a:xfrm rot="10800000">
            <a:off x="6092752" y="0"/>
            <a:ext cx="6099248" cy="6099248"/>
            <a:chOff x="0" y="12289"/>
            <a:chExt cx="3550" cy="3551"/>
          </a:xfrm>
        </p:grpSpPr>
        <p:sp>
          <p:nvSpPr>
            <p:cNvPr id="93" name="Google Shape;93;p2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4" name="Google Shape;94;p2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2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96" name="Google Shape;96;p25"/>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97" name="Google Shape;97;p25"/>
          <p:cNvCxnSpPr/>
          <p:nvPr/>
        </p:nvCxnSpPr>
        <p:spPr>
          <a:xfrm>
            <a:off x="594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bg>
      <p:bgPr>
        <a:solidFill>
          <a:schemeClr val="lt1"/>
        </a:solidFill>
      </p:bgPr>
    </p:bg>
    <p:spTree>
      <p:nvGrpSpPr>
        <p:cNvPr id="98" name="Shape 98"/>
        <p:cNvGrpSpPr/>
        <p:nvPr/>
      </p:nvGrpSpPr>
      <p:grpSpPr>
        <a:xfrm>
          <a:off x="0" y="0"/>
          <a:ext cx="0" cy="0"/>
          <a:chOff x="0" y="0"/>
          <a:chExt cx="0" cy="0"/>
        </a:xfrm>
      </p:grpSpPr>
      <p:sp>
        <p:nvSpPr>
          <p:cNvPr id="99" name="Google Shape;99;p26"/>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00" name="Google Shape;100;p26"/>
          <p:cNvGrpSpPr/>
          <p:nvPr/>
        </p:nvGrpSpPr>
        <p:grpSpPr>
          <a:xfrm>
            <a:off x="1" y="758752"/>
            <a:ext cx="6099248" cy="6099248"/>
            <a:chOff x="0" y="12289"/>
            <a:chExt cx="3550" cy="3551"/>
          </a:xfrm>
        </p:grpSpPr>
        <p:sp>
          <p:nvSpPr>
            <p:cNvPr id="101" name="Google Shape;101;p2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2" name="Google Shape;102;p2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3" name="Google Shape;103;p2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cxnSp>
        <p:nvCxnSpPr>
          <p:cNvPr id="104" name="Google Shape;104;p26"/>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solidFill>
          <a:schemeClr val="accent3"/>
        </a:solidFill>
      </p:bgPr>
    </p:bg>
    <p:spTree>
      <p:nvGrpSpPr>
        <p:cNvPr id="105" name="Shape 105"/>
        <p:cNvGrpSpPr/>
        <p:nvPr/>
      </p:nvGrpSpPr>
      <p:grpSpPr>
        <a:xfrm>
          <a:off x="0" y="0"/>
          <a:ext cx="0" cy="0"/>
          <a:chOff x="0" y="0"/>
          <a:chExt cx="0" cy="0"/>
        </a:xfrm>
      </p:grpSpPr>
      <p:sp>
        <p:nvSpPr>
          <p:cNvPr id="106" name="Google Shape;106;p27"/>
          <p:cNvSpPr/>
          <p:nvPr>
            <p:ph idx="2" type="pic"/>
          </p:nvPr>
        </p:nvSpPr>
        <p:spPr>
          <a:xfrm>
            <a:off x="0" y="0"/>
            <a:ext cx="12192000" cy="6880543"/>
          </a:xfrm>
          <a:prstGeom prst="rect">
            <a:avLst/>
          </a:prstGeom>
          <a:noFill/>
          <a:ln>
            <a:noFill/>
          </a:ln>
        </p:spPr>
      </p:sp>
      <p:sp>
        <p:nvSpPr>
          <p:cNvPr id="107" name="Google Shape;107;p27"/>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Franklin Gothic"/>
              <a:buNone/>
              <a:defRPr b="1" i="0" sz="600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7"/>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lt1"/>
        </a:solidFill>
      </p:bgPr>
    </p:bg>
    <p:spTree>
      <p:nvGrpSpPr>
        <p:cNvPr id="109" name="Shape 109"/>
        <p:cNvGrpSpPr/>
        <p:nvPr/>
      </p:nvGrpSpPr>
      <p:grpSpPr>
        <a:xfrm>
          <a:off x="0" y="0"/>
          <a:ext cx="0" cy="0"/>
          <a:chOff x="0" y="0"/>
          <a:chExt cx="0" cy="0"/>
        </a:xfrm>
      </p:grpSpPr>
      <p:sp>
        <p:nvSpPr>
          <p:cNvPr id="110" name="Google Shape;110;p28"/>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8"/>
          <p:cNvSpPr/>
          <p:nvPr>
            <p:ph idx="2" type="pic"/>
          </p:nvPr>
        </p:nvSpPr>
        <p:spPr>
          <a:xfrm>
            <a:off x="0" y="-11113"/>
            <a:ext cx="5791200" cy="6880226"/>
          </a:xfrm>
          <a:prstGeom prst="rect">
            <a:avLst/>
          </a:prstGeom>
          <a:noFill/>
          <a:ln>
            <a:noFill/>
          </a:ln>
        </p:spPr>
      </p:sp>
      <p:sp>
        <p:nvSpPr>
          <p:cNvPr id="112" name="Google Shape;112;p28"/>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13" name="Google Shape;113;p28"/>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bg>
      <p:bgPr>
        <a:solidFill>
          <a:schemeClr val="lt1"/>
        </a:solidFill>
      </p:bgPr>
    </p:bg>
    <p:spTree>
      <p:nvGrpSpPr>
        <p:cNvPr id="114" name="Shape 114"/>
        <p:cNvGrpSpPr/>
        <p:nvPr/>
      </p:nvGrpSpPr>
      <p:grpSpPr>
        <a:xfrm>
          <a:off x="0" y="0"/>
          <a:ext cx="0" cy="0"/>
          <a:chOff x="0" y="0"/>
          <a:chExt cx="0" cy="0"/>
        </a:xfrm>
      </p:grpSpPr>
      <p:cxnSp>
        <p:nvCxnSpPr>
          <p:cNvPr id="115" name="Google Shape;115;p29"/>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grpSp>
        <p:nvGrpSpPr>
          <p:cNvPr id="116" name="Google Shape;116;p29"/>
          <p:cNvGrpSpPr/>
          <p:nvPr/>
        </p:nvGrpSpPr>
        <p:grpSpPr>
          <a:xfrm flipH="1" rot="5400000">
            <a:off x="0" y="3900132"/>
            <a:ext cx="2959226" cy="2959226"/>
            <a:chOff x="0" y="12289"/>
            <a:chExt cx="3550" cy="3551"/>
          </a:xfrm>
        </p:grpSpPr>
        <p:sp>
          <p:nvSpPr>
            <p:cNvPr id="117" name="Google Shape;117;p29"/>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8" name="Google Shape;118;p29"/>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9" name="Google Shape;119;p29"/>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20" name="Google Shape;120;p29"/>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9"/>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2" name="Google Shape;122;p2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23" name="Google Shape;123;p2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bg>
      <p:bgPr>
        <a:solidFill>
          <a:schemeClr val="lt1"/>
        </a:solidFill>
      </p:bgPr>
    </p:bg>
    <p:spTree>
      <p:nvGrpSpPr>
        <p:cNvPr id="124" name="Shape 124"/>
        <p:cNvGrpSpPr/>
        <p:nvPr/>
      </p:nvGrpSpPr>
      <p:grpSpPr>
        <a:xfrm>
          <a:off x="0" y="0"/>
          <a:ext cx="0" cy="0"/>
          <a:chOff x="0" y="0"/>
          <a:chExt cx="0" cy="0"/>
        </a:xfrm>
      </p:grpSpPr>
      <p:grpSp>
        <p:nvGrpSpPr>
          <p:cNvPr id="125" name="Google Shape;125;p30"/>
          <p:cNvGrpSpPr/>
          <p:nvPr/>
        </p:nvGrpSpPr>
        <p:grpSpPr>
          <a:xfrm>
            <a:off x="6362700" y="0"/>
            <a:ext cx="5829298" cy="3235602"/>
            <a:chOff x="5612972" y="1"/>
            <a:chExt cx="6615961" cy="3672246"/>
          </a:xfrm>
        </p:grpSpPr>
        <p:sp>
          <p:nvSpPr>
            <p:cNvPr id="126" name="Google Shape;126;p30"/>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7" name="Google Shape;127;p30"/>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8" name="Google Shape;128;p30"/>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9" name="Google Shape;129;p30"/>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0" name="Google Shape;130;p30"/>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31" name="Google Shape;131;p30"/>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2" name="Google Shape;132;p30"/>
          <p:cNvCxnSpPr/>
          <p:nvPr/>
        </p:nvCxnSpPr>
        <p:spPr>
          <a:xfrm>
            <a:off x="6347460"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33" name="Google Shape;133;p30"/>
          <p:cNvSpPr txBox="1"/>
          <p:nvPr>
            <p:ph idx="1" type="body"/>
          </p:nvPr>
        </p:nvSpPr>
        <p:spPr>
          <a:xfrm>
            <a:off x="603885" y="457201"/>
            <a:ext cx="5198269" cy="2305050"/>
          </a:xfrm>
          <a:prstGeom prst="rect">
            <a:avLst/>
          </a:prstGeom>
          <a:noFill/>
          <a:ln>
            <a:noFill/>
          </a:ln>
        </p:spPr>
        <p:txBody>
          <a:bodyPr anchorCtr="0" anchor="t" bIns="45700" lIns="0" spcFirstLastPara="1" rIns="91425" wrap="square" tIns="274300">
            <a:normAutofit/>
          </a:bodyPr>
          <a:lstStyle>
            <a:lvl1pPr indent="-355600" lvl="0" marL="457200" algn="l">
              <a:lnSpc>
                <a:spcPct val="90000"/>
              </a:lnSpc>
              <a:spcBef>
                <a:spcPts val="1800"/>
              </a:spcBef>
              <a:spcAft>
                <a:spcPts val="0"/>
              </a:spcAft>
              <a:buClr>
                <a:schemeClr val="dk1"/>
              </a:buClr>
              <a:buSzPts val="2000"/>
              <a:buFont typeface="Franklin Gothic"/>
              <a:buAutoNum type="arabicPeriod"/>
              <a:defRPr sz="2000"/>
            </a:lvl1pPr>
            <a:lvl2pPr indent="-355600" lvl="1" marL="914400" algn="l">
              <a:lnSpc>
                <a:spcPct val="90000"/>
              </a:lnSpc>
              <a:spcBef>
                <a:spcPts val="1800"/>
              </a:spcBef>
              <a:spcAft>
                <a:spcPts val="0"/>
              </a:spcAft>
              <a:buClr>
                <a:schemeClr val="dk1"/>
              </a:buClr>
              <a:buSzPts val="2000"/>
              <a:buFont typeface="Franklin Gothic"/>
              <a:buAutoNum type="alphaLcPeriod"/>
              <a:defRPr sz="2000"/>
            </a:lvl2pPr>
            <a:lvl3pPr indent="-355600" lvl="2" marL="1371600" algn="l">
              <a:lnSpc>
                <a:spcPct val="90000"/>
              </a:lnSpc>
              <a:spcBef>
                <a:spcPts val="1800"/>
              </a:spcBef>
              <a:spcAft>
                <a:spcPts val="0"/>
              </a:spcAft>
              <a:buClr>
                <a:schemeClr val="dk1"/>
              </a:buClr>
              <a:buSzPts val="2000"/>
              <a:buFont typeface="Franklin Gothic"/>
              <a:buAutoNum type="arabicParenR"/>
              <a:defRPr sz="2000"/>
            </a:lvl3pPr>
            <a:lvl4pPr indent="-228600" lvl="3" marL="1828800" algn="l">
              <a:lnSpc>
                <a:spcPct val="90000"/>
              </a:lnSpc>
              <a:spcBef>
                <a:spcPts val="1800"/>
              </a:spcBef>
              <a:spcAft>
                <a:spcPts val="0"/>
              </a:spcAft>
              <a:buClr>
                <a:schemeClr val="dk1"/>
              </a:buClr>
              <a:buSzPts val="2000"/>
              <a:buFont typeface="Franklin Gothic"/>
              <a:buNone/>
              <a:defRPr sz="2000"/>
            </a:lvl4pPr>
            <a:lvl5pPr indent="-355600" lvl="4" marL="2286000" algn="l">
              <a:lnSpc>
                <a:spcPct val="90000"/>
              </a:lnSpc>
              <a:spcBef>
                <a:spcPts val="1800"/>
              </a:spcBef>
              <a:spcAft>
                <a:spcPts val="0"/>
              </a:spcAft>
              <a:buClr>
                <a:schemeClr val="dk1"/>
              </a:buClr>
              <a:buSzPts val="2000"/>
              <a:buFont typeface="Franklin Gothic"/>
              <a:buAutoNum type="arabicPeriod"/>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30"/>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5" name="Google Shape;135;p3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36" name="Google Shape;136;p3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bg>
      <p:bgPr>
        <a:solidFill>
          <a:schemeClr val="lt1"/>
        </a:solidFill>
      </p:bgPr>
    </p:bg>
    <p:spTree>
      <p:nvGrpSpPr>
        <p:cNvPr id="137" name="Shape 137"/>
        <p:cNvGrpSpPr/>
        <p:nvPr/>
      </p:nvGrpSpPr>
      <p:grpSpPr>
        <a:xfrm>
          <a:off x="0" y="0"/>
          <a:ext cx="0" cy="0"/>
          <a:chOff x="0" y="0"/>
          <a:chExt cx="0" cy="0"/>
        </a:xfrm>
      </p:grpSpPr>
      <p:sp>
        <p:nvSpPr>
          <p:cNvPr id="138" name="Google Shape;138;p31"/>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1"/>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40" name="Google Shape;140;p31"/>
          <p:cNvCxnSpPr/>
          <p:nvPr/>
        </p:nvCxnSpPr>
        <p:spPr>
          <a:xfrm>
            <a:off x="594360" y="2997459"/>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41" name="Google Shape;141;p31"/>
          <p:cNvSpPr/>
          <p:nvPr>
            <p:ph idx="2" type="pic"/>
          </p:nvPr>
        </p:nvSpPr>
        <p:spPr>
          <a:xfrm>
            <a:off x="6096000" y="0"/>
            <a:ext cx="6118225" cy="6858000"/>
          </a:xfrm>
          <a:prstGeom prst="rect">
            <a:avLst/>
          </a:prstGeom>
          <a:noFill/>
          <a:ln>
            <a:noFill/>
          </a:ln>
        </p:spPr>
      </p:sp>
      <p:sp>
        <p:nvSpPr>
          <p:cNvPr id="142" name="Google Shape;142;p3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43" name="Google Shape;143;p3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y tabla del título">
  <p:cSld name="Contenido y tabla del título">
    <p:bg>
      <p:bgPr>
        <a:solidFill>
          <a:schemeClr val="lt1"/>
        </a:solidFill>
      </p:bgPr>
    </p:bg>
    <p:spTree>
      <p:nvGrpSpPr>
        <p:cNvPr id="144" name="Shape 144"/>
        <p:cNvGrpSpPr/>
        <p:nvPr/>
      </p:nvGrpSpPr>
      <p:grpSpPr>
        <a:xfrm>
          <a:off x="0" y="0"/>
          <a:ext cx="0" cy="0"/>
          <a:chOff x="0" y="0"/>
          <a:chExt cx="0" cy="0"/>
        </a:xfrm>
      </p:grpSpPr>
      <p:grpSp>
        <p:nvGrpSpPr>
          <p:cNvPr id="145" name="Google Shape;145;p32"/>
          <p:cNvGrpSpPr/>
          <p:nvPr/>
        </p:nvGrpSpPr>
        <p:grpSpPr>
          <a:xfrm flipH="1" rot="5400000">
            <a:off x="0" y="3900132"/>
            <a:ext cx="2959226" cy="2959226"/>
            <a:chOff x="0" y="12289"/>
            <a:chExt cx="3550" cy="3551"/>
          </a:xfrm>
        </p:grpSpPr>
        <p:sp>
          <p:nvSpPr>
            <p:cNvPr id="146" name="Google Shape;146;p3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7" name="Google Shape;147;p3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8" name="Google Shape;148;p3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49" name="Google Shape;149;p32"/>
          <p:cNvSpPr txBox="1"/>
          <p:nvPr>
            <p:ph type="title"/>
          </p:nvPr>
        </p:nvSpPr>
        <p:spPr>
          <a:xfrm>
            <a:off x="3661409" y="4661717"/>
            <a:ext cx="7936230" cy="138076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50" name="Google Shape;150;p32"/>
          <p:cNvCxnSpPr/>
          <p:nvPr/>
        </p:nvCxnSpPr>
        <p:spPr>
          <a:xfrm>
            <a:off x="3670935"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51" name="Google Shape;151;p32"/>
          <p:cNvSpPr txBox="1"/>
          <p:nvPr>
            <p:ph idx="1" type="body"/>
          </p:nvPr>
        </p:nvSpPr>
        <p:spPr>
          <a:xfrm>
            <a:off x="603885" y="584005"/>
            <a:ext cx="2825115" cy="3999060"/>
          </a:xfrm>
          <a:prstGeom prst="rect">
            <a:avLst/>
          </a:prstGeom>
          <a:noFill/>
          <a:ln>
            <a:noFill/>
          </a:ln>
        </p:spPr>
        <p:txBody>
          <a:bodyPr anchorCtr="0" anchor="t" bIns="45700" lIns="0" spcFirstLastPara="1" rIns="91425" wrap="square" tIns="2743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228600" lvl="1" marL="914400" algn="l">
              <a:lnSpc>
                <a:spcPct val="90000"/>
              </a:lnSpc>
              <a:spcBef>
                <a:spcPts val="1800"/>
              </a:spcBef>
              <a:spcAft>
                <a:spcPts val="0"/>
              </a:spcAft>
              <a:buClr>
                <a:schemeClr val="dk1"/>
              </a:buClr>
              <a:buSzPts val="2000"/>
              <a:buNone/>
              <a:defRPr sz="2000"/>
            </a:lvl2pPr>
            <a:lvl3pPr indent="-228600" lvl="2" marL="1371600" algn="l">
              <a:lnSpc>
                <a:spcPct val="90000"/>
              </a:lnSpc>
              <a:spcBef>
                <a:spcPts val="1800"/>
              </a:spcBef>
              <a:spcAft>
                <a:spcPts val="0"/>
              </a:spcAft>
              <a:buClr>
                <a:schemeClr val="dk1"/>
              </a:buClr>
              <a:buSzPts val="2000"/>
              <a:buNone/>
              <a:defRPr sz="2000"/>
            </a:lvl3pPr>
            <a:lvl4pPr indent="-228600" lvl="3" marL="1828800" algn="l">
              <a:lnSpc>
                <a:spcPct val="90000"/>
              </a:lnSpc>
              <a:spcBef>
                <a:spcPts val="1800"/>
              </a:spcBef>
              <a:spcAft>
                <a:spcPts val="0"/>
              </a:spcAft>
              <a:buClr>
                <a:schemeClr val="dk1"/>
              </a:buClr>
              <a:buSzPts val="2000"/>
              <a:buNone/>
              <a:defRPr sz="2000"/>
            </a:lvl4pPr>
            <a:lvl5pPr indent="-228600" lvl="4" marL="2286000" algn="l">
              <a:lnSpc>
                <a:spcPct val="90000"/>
              </a:lnSpc>
              <a:spcBef>
                <a:spcPts val="1800"/>
              </a:spcBef>
              <a:spcAft>
                <a:spcPts val="0"/>
              </a:spcAft>
              <a:buClr>
                <a:schemeClr val="dk1"/>
              </a:buClr>
              <a:buSzPts val="2000"/>
              <a:buNone/>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2" name="Google Shape;152;p32"/>
          <p:cNvSpPr txBox="1"/>
          <p:nvPr>
            <p:ph idx="2" type="body"/>
          </p:nvPr>
        </p:nvSpPr>
        <p:spPr>
          <a:xfrm>
            <a:off x="3670934" y="584005"/>
            <a:ext cx="7926705" cy="399906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3" name="Google Shape;153;p32"/>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54" name="Google Shape;154;p32"/>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bg>
      <p:bgPr>
        <a:solidFill>
          <a:schemeClr val="lt1"/>
        </a:solidFill>
      </p:bgPr>
    </p:bg>
    <p:spTree>
      <p:nvGrpSpPr>
        <p:cNvPr id="155" name="Shape 155"/>
        <p:cNvGrpSpPr/>
        <p:nvPr/>
      </p:nvGrpSpPr>
      <p:grpSpPr>
        <a:xfrm>
          <a:off x="0" y="0"/>
          <a:ext cx="0" cy="0"/>
          <a:chOff x="0" y="0"/>
          <a:chExt cx="0" cy="0"/>
        </a:xfrm>
      </p:grpSpPr>
      <p:grpSp>
        <p:nvGrpSpPr>
          <p:cNvPr id="156" name="Google Shape;156;p33"/>
          <p:cNvGrpSpPr/>
          <p:nvPr/>
        </p:nvGrpSpPr>
        <p:grpSpPr>
          <a:xfrm rot="10800000">
            <a:off x="8870040" y="0"/>
            <a:ext cx="3325208" cy="3325208"/>
            <a:chOff x="0" y="12289"/>
            <a:chExt cx="3550" cy="3551"/>
          </a:xfrm>
        </p:grpSpPr>
        <p:sp>
          <p:nvSpPr>
            <p:cNvPr id="157" name="Google Shape;157;p3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8" name="Google Shape;158;p3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9" name="Google Shape;159;p3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60" name="Google Shape;160;p33"/>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61" name="Google Shape;161;p33"/>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62" name="Google Shape;162;p33"/>
          <p:cNvSpPr txBox="1"/>
          <p:nvPr>
            <p:ph idx="1" type="body"/>
          </p:nvPr>
        </p:nvSpPr>
        <p:spPr>
          <a:xfrm>
            <a:off x="595523" y="2676525"/>
            <a:ext cx="5746750" cy="359747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33"/>
          <p:cNvSpPr txBox="1"/>
          <p:nvPr>
            <p:ph idx="2" type="body"/>
          </p:nvPr>
        </p:nvSpPr>
        <p:spPr>
          <a:xfrm>
            <a:off x="7620000" y="2676525"/>
            <a:ext cx="3947160" cy="3597470"/>
          </a:xfrm>
          <a:prstGeom prst="rect">
            <a:avLst/>
          </a:prstGeom>
          <a:noFill/>
          <a:ln>
            <a:noFill/>
          </a:ln>
        </p:spPr>
        <p:txBody>
          <a:bodyPr anchorCtr="0" anchor="t" bIns="45700" lIns="0" spcFirstLastPara="1" rIns="91425" wrap="square" tIns="457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4" name="Google Shape;164;p33"/>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3"/>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bg>
      <p:bgPr>
        <a:solidFill>
          <a:schemeClr val="lt1"/>
        </a:solidFill>
      </p:bgPr>
    </p:bg>
    <p:spTree>
      <p:nvGrpSpPr>
        <p:cNvPr id="166" name="Shape 166"/>
        <p:cNvGrpSpPr/>
        <p:nvPr/>
      </p:nvGrpSpPr>
      <p:grpSpPr>
        <a:xfrm>
          <a:off x="0" y="0"/>
          <a:ext cx="0" cy="0"/>
          <a:chOff x="0" y="0"/>
          <a:chExt cx="0" cy="0"/>
        </a:xfrm>
      </p:grpSpPr>
      <p:sp>
        <p:nvSpPr>
          <p:cNvPr id="167" name="Google Shape;167;p34"/>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34"/>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69" name="Google Shape;169;p34"/>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0" name="Google Shape;170;p34"/>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spTree>
      <p:nvGrpSpPr>
        <p:cNvPr id="175" name="Shape 175"/>
        <p:cNvGrpSpPr/>
        <p:nvPr/>
      </p:nvGrpSpPr>
      <p:grpSpPr>
        <a:xfrm>
          <a:off x="0" y="0"/>
          <a:ext cx="0" cy="0"/>
          <a:chOff x="0" y="0"/>
          <a:chExt cx="0" cy="0"/>
        </a:xfrm>
      </p:grpSpPr>
      <p:sp>
        <p:nvSpPr>
          <p:cNvPr id="176" name="Google Shape;176;p23"/>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7" name="Google Shape;177;p23"/>
          <p:cNvGrpSpPr/>
          <p:nvPr/>
        </p:nvGrpSpPr>
        <p:grpSpPr>
          <a:xfrm>
            <a:off x="1" y="758752"/>
            <a:ext cx="6099248" cy="6099248"/>
            <a:chOff x="0" y="12289"/>
            <a:chExt cx="3550" cy="3551"/>
          </a:xfrm>
        </p:grpSpPr>
        <p:sp>
          <p:nvSpPr>
            <p:cNvPr id="178" name="Google Shape;178;p2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2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Google Shape;180;p2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181" name="Google Shape;181;p23"/>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
        <p:nvSpPr>
          <p:cNvPr id="182" name="Google Shape;182;p23"/>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183" name="Shape 183"/>
        <p:cNvGrpSpPr/>
        <p:nvPr/>
      </p:nvGrpSpPr>
      <p:grpSpPr>
        <a:xfrm>
          <a:off x="0" y="0"/>
          <a:ext cx="0" cy="0"/>
          <a:chOff x="0" y="0"/>
          <a:chExt cx="0" cy="0"/>
        </a:xfrm>
      </p:grpSpPr>
      <p:grpSp>
        <p:nvGrpSpPr>
          <p:cNvPr id="184" name="Google Shape;184;p24"/>
          <p:cNvGrpSpPr/>
          <p:nvPr/>
        </p:nvGrpSpPr>
        <p:grpSpPr>
          <a:xfrm rot="10800000">
            <a:off x="8870040" y="0"/>
            <a:ext cx="3325208" cy="3325208"/>
            <a:chOff x="0" y="12289"/>
            <a:chExt cx="3550" cy="3551"/>
          </a:xfrm>
        </p:grpSpPr>
        <p:sp>
          <p:nvSpPr>
            <p:cNvPr id="185" name="Google Shape;185;p2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6" name="Google Shape;186;p2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7" name="Google Shape;187;p2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188" name="Google Shape;188;p24"/>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89" name="Google Shape;189;p24"/>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
        <p:nvSpPr>
          <p:cNvPr id="190" name="Google Shape;190;p24"/>
          <p:cNvSpPr txBox="1"/>
          <p:nvPr>
            <p:ph idx="1" type="body"/>
          </p:nvPr>
        </p:nvSpPr>
        <p:spPr>
          <a:xfrm>
            <a:off x="595523" y="2676525"/>
            <a:ext cx="5746750" cy="3597470"/>
          </a:xfrm>
          <a:prstGeom prst="rect">
            <a:avLst/>
          </a:prstGeom>
          <a:noFill/>
          <a:ln>
            <a:noFill/>
          </a:ln>
        </p:spPr>
        <p:txBody>
          <a:bodyPr anchorCtr="0" anchor="t" bIns="91425" lIns="0" spcFirstLastPara="1" rIns="91425" wrap="square" tIns="91425">
            <a:normAutofit/>
          </a:bodyPr>
          <a:lstStyle>
            <a:lvl1pPr indent="-228600" lvl="0" marL="457200" algn="l">
              <a:lnSpc>
                <a:spcPct val="115000"/>
              </a:lnSpc>
              <a:spcBef>
                <a:spcPts val="1800"/>
              </a:spcBef>
              <a:spcAft>
                <a:spcPts val="0"/>
              </a:spcAft>
              <a:buSzPts val="1800"/>
              <a:buNone/>
              <a:defRPr sz="2000"/>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1" name="Google Shape;191;p24"/>
          <p:cNvSpPr txBox="1"/>
          <p:nvPr>
            <p:ph idx="2" type="body"/>
          </p:nvPr>
        </p:nvSpPr>
        <p:spPr>
          <a:xfrm>
            <a:off x="7620000" y="2676525"/>
            <a:ext cx="3947160" cy="3597470"/>
          </a:xfrm>
          <a:prstGeom prst="rect">
            <a:avLst/>
          </a:prstGeom>
          <a:noFill/>
          <a:ln>
            <a:noFill/>
          </a:ln>
        </p:spPr>
        <p:txBody>
          <a:bodyPr anchorCtr="0" anchor="t" bIns="91425" lIns="0" spcFirstLastPara="1" rIns="91425" wrap="square" tIns="91425">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2" name="Google Shape;192;p2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3" name="Google Shape;193;p2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4" name="Shape 194"/>
        <p:cNvGrpSpPr/>
        <p:nvPr/>
      </p:nvGrpSpPr>
      <p:grpSpPr>
        <a:xfrm>
          <a:off x="0" y="0"/>
          <a:ext cx="0" cy="0"/>
          <a:chOff x="0" y="0"/>
          <a:chExt cx="0" cy="0"/>
        </a:xfrm>
      </p:grpSpPr>
      <p:sp>
        <p:nvSpPr>
          <p:cNvPr id="195" name="Google Shape;195;p45"/>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6" name="Google Shape;196;p45"/>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197" name="Google Shape;197;p4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8" name="Shape 198"/>
        <p:cNvGrpSpPr/>
        <p:nvPr/>
      </p:nvGrpSpPr>
      <p:grpSpPr>
        <a:xfrm>
          <a:off x="0" y="0"/>
          <a:ext cx="0" cy="0"/>
          <a:chOff x="0" y="0"/>
          <a:chExt cx="0" cy="0"/>
        </a:xfrm>
      </p:grpSpPr>
      <p:sp>
        <p:nvSpPr>
          <p:cNvPr id="199" name="Google Shape;199;p46"/>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00" name="Google Shape;200;p4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1" name="Shape 201"/>
        <p:cNvGrpSpPr/>
        <p:nvPr/>
      </p:nvGrpSpPr>
      <p:grpSpPr>
        <a:xfrm>
          <a:off x="0" y="0"/>
          <a:ext cx="0" cy="0"/>
          <a:chOff x="0" y="0"/>
          <a:chExt cx="0" cy="0"/>
        </a:xfrm>
      </p:grpSpPr>
      <p:sp>
        <p:nvSpPr>
          <p:cNvPr id="202" name="Google Shape;202;p4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3" name="Google Shape;203;p47"/>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4" name="Google Shape;204;p4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5" name="Shape 205"/>
        <p:cNvGrpSpPr/>
        <p:nvPr/>
      </p:nvGrpSpPr>
      <p:grpSpPr>
        <a:xfrm>
          <a:off x="0" y="0"/>
          <a:ext cx="0" cy="0"/>
          <a:chOff x="0" y="0"/>
          <a:chExt cx="0" cy="0"/>
        </a:xfrm>
      </p:grpSpPr>
      <p:sp>
        <p:nvSpPr>
          <p:cNvPr id="206" name="Google Shape;206;p4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p48"/>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8" name="Google Shape;208;p48"/>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9" name="Google Shape;209;p4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4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2" name="Google Shape;212;p4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3" name="Shape 213"/>
        <p:cNvGrpSpPr/>
        <p:nvPr/>
      </p:nvGrpSpPr>
      <p:grpSpPr>
        <a:xfrm>
          <a:off x="0" y="0"/>
          <a:ext cx="0" cy="0"/>
          <a:chOff x="0" y="0"/>
          <a:chExt cx="0" cy="0"/>
        </a:xfrm>
      </p:grpSpPr>
      <p:sp>
        <p:nvSpPr>
          <p:cNvPr id="214" name="Google Shape;214;p50"/>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15" name="Google Shape;215;p50"/>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6" name="Google Shape;216;p5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7" name="Shape 217"/>
        <p:cNvGrpSpPr/>
        <p:nvPr/>
      </p:nvGrpSpPr>
      <p:grpSpPr>
        <a:xfrm>
          <a:off x="0" y="0"/>
          <a:ext cx="0" cy="0"/>
          <a:chOff x="0" y="0"/>
          <a:chExt cx="0" cy="0"/>
        </a:xfrm>
      </p:grpSpPr>
      <p:sp>
        <p:nvSpPr>
          <p:cNvPr id="218" name="Google Shape;218;p51"/>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19" name="Google Shape;219;p5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20" name="Shape 220"/>
        <p:cNvGrpSpPr/>
        <p:nvPr/>
      </p:nvGrpSpPr>
      <p:grpSpPr>
        <a:xfrm>
          <a:off x="0" y="0"/>
          <a:ext cx="0" cy="0"/>
          <a:chOff x="0" y="0"/>
          <a:chExt cx="0" cy="0"/>
        </a:xfrm>
      </p:grpSpPr>
      <p:sp>
        <p:nvSpPr>
          <p:cNvPr id="221" name="Google Shape;221;p52"/>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22" name="Google Shape;222;p52"/>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23" name="Google Shape;223;p52"/>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24" name="Google Shape;224;p52"/>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5" name="Google Shape;225;p5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6" name="Shape 226"/>
        <p:cNvGrpSpPr/>
        <p:nvPr/>
      </p:nvGrpSpPr>
      <p:grpSpPr>
        <a:xfrm>
          <a:off x="0" y="0"/>
          <a:ext cx="0" cy="0"/>
          <a:chOff x="0" y="0"/>
          <a:chExt cx="0" cy="0"/>
        </a:xfrm>
      </p:grpSpPr>
      <p:sp>
        <p:nvSpPr>
          <p:cNvPr id="227" name="Google Shape;227;p53"/>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8" name="Google Shape;228;p5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29" name="Shape 229"/>
        <p:cNvGrpSpPr/>
        <p:nvPr/>
      </p:nvGrpSpPr>
      <p:grpSpPr>
        <a:xfrm>
          <a:off x="0" y="0"/>
          <a:ext cx="0" cy="0"/>
          <a:chOff x="0" y="0"/>
          <a:chExt cx="0" cy="0"/>
        </a:xfrm>
      </p:grpSpPr>
      <p:sp>
        <p:nvSpPr>
          <p:cNvPr id="230" name="Google Shape;230;p54"/>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31" name="Google Shape;231;p54"/>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32" name="Google Shape;232;p5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3" name="Shape 233"/>
        <p:cNvGrpSpPr/>
        <p:nvPr/>
      </p:nvGrpSpPr>
      <p:grpSpPr>
        <a:xfrm>
          <a:off x="0" y="0"/>
          <a:ext cx="0" cy="0"/>
          <a:chOff x="0" y="0"/>
          <a:chExt cx="0" cy="0"/>
        </a:xfrm>
      </p:grpSpPr>
      <p:sp>
        <p:nvSpPr>
          <p:cNvPr id="234" name="Google Shape;234;p55"/>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35" name="Google Shape;235;p55"/>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36" name="Google Shape;236;p5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7" name="Shape 237"/>
        <p:cNvGrpSpPr/>
        <p:nvPr/>
      </p:nvGrpSpPr>
      <p:grpSpPr>
        <a:xfrm>
          <a:off x="0" y="0"/>
          <a:ext cx="0" cy="0"/>
          <a:chOff x="0" y="0"/>
          <a:chExt cx="0" cy="0"/>
        </a:xfrm>
      </p:grpSpPr>
      <p:sp>
        <p:nvSpPr>
          <p:cNvPr id="238" name="Google Shape;238;p56"/>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9" name="Google Shape;239;p5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0" name="Shape 240"/>
        <p:cNvGrpSpPr/>
        <p:nvPr/>
      </p:nvGrpSpPr>
      <p:grpSpPr>
        <a:xfrm>
          <a:off x="0" y="0"/>
          <a:ext cx="0" cy="0"/>
          <a:chOff x="0" y="0"/>
          <a:chExt cx="0" cy="0"/>
        </a:xfrm>
      </p:grpSpPr>
      <p:sp>
        <p:nvSpPr>
          <p:cNvPr id="241" name="Google Shape;241;p5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2" name="Google Shape;242;p57"/>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3" name="Google Shape;243;p5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44" name="Shape 244"/>
        <p:cNvGrpSpPr/>
        <p:nvPr/>
      </p:nvGrpSpPr>
      <p:grpSpPr>
        <a:xfrm>
          <a:off x="0" y="0"/>
          <a:ext cx="0" cy="0"/>
          <a:chOff x="0" y="0"/>
          <a:chExt cx="0" cy="0"/>
        </a:xfrm>
      </p:grpSpPr>
      <p:sp>
        <p:nvSpPr>
          <p:cNvPr id="245" name="Google Shape;245;p5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58"/>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7" name="Google Shape;247;p58"/>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8" name="Google Shape;248;p5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9" name="Shape 249"/>
        <p:cNvGrpSpPr/>
        <p:nvPr/>
      </p:nvGrpSpPr>
      <p:grpSpPr>
        <a:xfrm>
          <a:off x="0" y="0"/>
          <a:ext cx="0" cy="0"/>
          <a:chOff x="0" y="0"/>
          <a:chExt cx="0" cy="0"/>
        </a:xfrm>
      </p:grpSpPr>
      <p:sp>
        <p:nvSpPr>
          <p:cNvPr id="250" name="Google Shape;250;p5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1" name="Google Shape;251;p5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2">
    <p:spTree>
      <p:nvGrpSpPr>
        <p:cNvPr id="252" name="Shape 252"/>
        <p:cNvGrpSpPr/>
        <p:nvPr/>
      </p:nvGrpSpPr>
      <p:grpSpPr>
        <a:xfrm>
          <a:off x="0" y="0"/>
          <a:ext cx="0" cy="0"/>
          <a:chOff x="0" y="0"/>
          <a:chExt cx="0" cy="0"/>
        </a:xfrm>
      </p:grpSpPr>
      <p:sp>
        <p:nvSpPr>
          <p:cNvPr id="253" name="Google Shape;253;p60"/>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54" name="Google Shape;254;p60"/>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5" name="Google Shape;255;p6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2">
    <p:spTree>
      <p:nvGrpSpPr>
        <p:cNvPr id="256" name="Shape 256"/>
        <p:cNvGrpSpPr/>
        <p:nvPr/>
      </p:nvGrpSpPr>
      <p:grpSpPr>
        <a:xfrm>
          <a:off x="0" y="0"/>
          <a:ext cx="0" cy="0"/>
          <a:chOff x="0" y="0"/>
          <a:chExt cx="0" cy="0"/>
        </a:xfrm>
      </p:grpSpPr>
      <p:sp>
        <p:nvSpPr>
          <p:cNvPr id="257" name="Google Shape;257;p61"/>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58" name="Google Shape;258;p6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2">
    <p:spTree>
      <p:nvGrpSpPr>
        <p:cNvPr id="259" name="Shape 259"/>
        <p:cNvGrpSpPr/>
        <p:nvPr/>
      </p:nvGrpSpPr>
      <p:grpSpPr>
        <a:xfrm>
          <a:off x="0" y="0"/>
          <a:ext cx="0" cy="0"/>
          <a:chOff x="0" y="0"/>
          <a:chExt cx="0" cy="0"/>
        </a:xfrm>
      </p:grpSpPr>
      <p:sp>
        <p:nvSpPr>
          <p:cNvPr id="260" name="Google Shape;260;p62"/>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61" name="Google Shape;261;p62"/>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62" name="Google Shape;262;p62"/>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63" name="Google Shape;263;p62"/>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4" name="Google Shape;264;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2">
    <p:spTree>
      <p:nvGrpSpPr>
        <p:cNvPr id="265" name="Shape 265"/>
        <p:cNvGrpSpPr/>
        <p:nvPr/>
      </p:nvGrpSpPr>
      <p:grpSpPr>
        <a:xfrm>
          <a:off x="0" y="0"/>
          <a:ext cx="0" cy="0"/>
          <a:chOff x="0" y="0"/>
          <a:chExt cx="0" cy="0"/>
        </a:xfrm>
      </p:grpSpPr>
      <p:sp>
        <p:nvSpPr>
          <p:cNvPr id="266" name="Google Shape;266;p63"/>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7" name="Google Shape;267;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2">
    <p:spTree>
      <p:nvGrpSpPr>
        <p:cNvPr id="268" name="Shape 268"/>
        <p:cNvGrpSpPr/>
        <p:nvPr/>
      </p:nvGrpSpPr>
      <p:grpSpPr>
        <a:xfrm>
          <a:off x="0" y="0"/>
          <a:ext cx="0" cy="0"/>
          <a:chOff x="0" y="0"/>
          <a:chExt cx="0" cy="0"/>
        </a:xfrm>
      </p:grpSpPr>
      <p:sp>
        <p:nvSpPr>
          <p:cNvPr id="269" name="Google Shape;269;p64"/>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70" name="Google Shape;270;p64"/>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1" name="Google Shape;271;p6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2" name="Shape 272"/>
        <p:cNvGrpSpPr/>
        <p:nvPr/>
      </p:nvGrpSpPr>
      <p:grpSpPr>
        <a:xfrm>
          <a:off x="0" y="0"/>
          <a:ext cx="0" cy="0"/>
          <a:chOff x="0" y="0"/>
          <a:chExt cx="0" cy="0"/>
        </a:xfrm>
      </p:grpSpPr>
      <p:sp>
        <p:nvSpPr>
          <p:cNvPr id="273" name="Google Shape;273;p6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274" name="Shape 274"/>
        <p:cNvGrpSpPr/>
        <p:nvPr/>
      </p:nvGrpSpPr>
      <p:grpSpPr>
        <a:xfrm>
          <a:off x="0" y="0"/>
          <a:ext cx="0" cy="0"/>
          <a:chOff x="0" y="0"/>
          <a:chExt cx="0" cy="0"/>
        </a:xfrm>
      </p:grpSpPr>
      <p:grpSp>
        <p:nvGrpSpPr>
          <p:cNvPr id="275" name="Google Shape;275;p66"/>
          <p:cNvGrpSpPr/>
          <p:nvPr/>
        </p:nvGrpSpPr>
        <p:grpSpPr>
          <a:xfrm>
            <a:off x="6362700" y="0"/>
            <a:ext cx="5829298" cy="3235602"/>
            <a:chOff x="5612972" y="1"/>
            <a:chExt cx="6615961" cy="3672246"/>
          </a:xfrm>
        </p:grpSpPr>
        <p:sp>
          <p:nvSpPr>
            <p:cNvPr id="276" name="Google Shape;276;p66"/>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66"/>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66"/>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66"/>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66"/>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1" name="Google Shape;281;p66"/>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2" name="Google Shape;282;p66"/>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42900" lvl="0" marL="457200" algn="l">
              <a:lnSpc>
                <a:spcPct val="80000"/>
              </a:lnSpc>
              <a:spcBef>
                <a:spcPts val="2200"/>
              </a:spcBef>
              <a:spcAft>
                <a:spcPts val="0"/>
              </a:spcAft>
              <a:buSzPts val="1800"/>
              <a:buFont typeface="Arial"/>
              <a:buChar char="•"/>
              <a:defRPr b="1" i="0" sz="2400">
                <a:solidFill>
                  <a:srgbClr val="B9AD8D"/>
                </a:solidFill>
                <a:latin typeface="Arial"/>
                <a:ea typeface="Arial"/>
                <a:cs typeface="Arial"/>
                <a:sym typeface="Arial"/>
              </a:defRPr>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3" name="Google Shape;283;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84" name="Google Shape;284;p6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85" name="Google Shape;285;p66"/>
          <p:cNvCxnSpPr/>
          <p:nvPr/>
        </p:nvCxnSpPr>
        <p:spPr>
          <a:xfrm>
            <a:off x="594360" y="2148840"/>
            <a:ext cx="2130552" cy="0"/>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spTree>
      <p:nvGrpSpPr>
        <p:cNvPr id="286" name="Shape 286"/>
        <p:cNvGrpSpPr/>
        <p:nvPr/>
      </p:nvGrpSpPr>
      <p:grpSpPr>
        <a:xfrm>
          <a:off x="0" y="0"/>
          <a:ext cx="0" cy="0"/>
          <a:chOff x="0" y="0"/>
          <a:chExt cx="0" cy="0"/>
        </a:xfrm>
      </p:grpSpPr>
      <p:cxnSp>
        <p:nvCxnSpPr>
          <p:cNvPr id="287" name="Google Shape;287;p67"/>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grpSp>
        <p:nvGrpSpPr>
          <p:cNvPr id="288" name="Google Shape;288;p67"/>
          <p:cNvGrpSpPr/>
          <p:nvPr/>
        </p:nvGrpSpPr>
        <p:grpSpPr>
          <a:xfrm flipH="1" rot="5400000">
            <a:off x="0" y="3900132"/>
            <a:ext cx="2959226" cy="2959226"/>
            <a:chOff x="0" y="12289"/>
            <a:chExt cx="3550" cy="3551"/>
          </a:xfrm>
        </p:grpSpPr>
        <p:sp>
          <p:nvSpPr>
            <p:cNvPr id="289" name="Google Shape;289;p67"/>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0" name="Google Shape;290;p67"/>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 name="Google Shape;291;p67"/>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2" name="Google Shape;292;p67"/>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3" name="Google Shape;293;p67"/>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4" name="Google Shape;294;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95" name="Google Shape;295;p6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96" name="Shape 296"/>
        <p:cNvGrpSpPr/>
        <p:nvPr/>
      </p:nvGrpSpPr>
      <p:grpSpPr>
        <a:xfrm>
          <a:off x="0" y="0"/>
          <a:ext cx="0" cy="0"/>
          <a:chOff x="0" y="0"/>
          <a:chExt cx="0" cy="0"/>
        </a:xfrm>
      </p:grpSpPr>
      <p:sp>
        <p:nvSpPr>
          <p:cNvPr id="297" name="Google Shape;297;p68"/>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98" name="Google Shape;298;p68"/>
          <p:cNvGrpSpPr/>
          <p:nvPr/>
        </p:nvGrpSpPr>
        <p:grpSpPr>
          <a:xfrm rot="10800000">
            <a:off x="6092752" y="0"/>
            <a:ext cx="6099248" cy="6099248"/>
            <a:chOff x="0" y="12289"/>
            <a:chExt cx="3550" cy="3551"/>
          </a:xfrm>
        </p:grpSpPr>
        <p:sp>
          <p:nvSpPr>
            <p:cNvPr id="299" name="Google Shape;299;p6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 name="Google Shape;300;p6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6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02" name="Google Shape;302;p68"/>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03" name="Google Shape;303;p68"/>
          <p:cNvCxnSpPr/>
          <p:nvPr/>
        </p:nvCxnSpPr>
        <p:spPr>
          <a:xfrm>
            <a:off x="594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spTree>
      <p:nvGrpSpPr>
        <p:cNvPr id="304" name="Shape 304"/>
        <p:cNvGrpSpPr/>
        <p:nvPr/>
      </p:nvGrpSpPr>
      <p:grpSpPr>
        <a:xfrm>
          <a:off x="0" y="0"/>
          <a:ext cx="0" cy="0"/>
          <a:chOff x="0" y="0"/>
          <a:chExt cx="0" cy="0"/>
        </a:xfrm>
      </p:grpSpPr>
      <p:sp>
        <p:nvSpPr>
          <p:cNvPr id="305" name="Google Shape;305;p69"/>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06" name="Google Shape;306;p69"/>
          <p:cNvGrpSpPr/>
          <p:nvPr/>
        </p:nvGrpSpPr>
        <p:grpSpPr>
          <a:xfrm>
            <a:off x="1" y="758752"/>
            <a:ext cx="6099248" cy="6099248"/>
            <a:chOff x="0" y="12289"/>
            <a:chExt cx="3550" cy="3551"/>
          </a:xfrm>
        </p:grpSpPr>
        <p:sp>
          <p:nvSpPr>
            <p:cNvPr id="307" name="Google Shape;307;p69"/>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8" name="Google Shape;308;p69"/>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9" name="Google Shape;309;p69"/>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310" name="Google Shape;310;p69"/>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spTree>
      <p:nvGrpSpPr>
        <p:cNvPr id="311" name="Shape 311"/>
        <p:cNvGrpSpPr/>
        <p:nvPr/>
      </p:nvGrpSpPr>
      <p:grpSpPr>
        <a:xfrm>
          <a:off x="0" y="0"/>
          <a:ext cx="0" cy="0"/>
          <a:chOff x="0" y="0"/>
          <a:chExt cx="0" cy="0"/>
        </a:xfrm>
      </p:grpSpPr>
      <p:sp>
        <p:nvSpPr>
          <p:cNvPr id="312" name="Google Shape;312;p70"/>
          <p:cNvSpPr/>
          <p:nvPr>
            <p:ph idx="2" type="pic"/>
          </p:nvPr>
        </p:nvSpPr>
        <p:spPr>
          <a:xfrm>
            <a:off x="0" y="0"/>
            <a:ext cx="12192000" cy="6880543"/>
          </a:xfrm>
          <a:prstGeom prst="rect">
            <a:avLst/>
          </a:prstGeom>
          <a:noFill/>
          <a:ln>
            <a:noFill/>
          </a:ln>
        </p:spPr>
      </p:sp>
      <p:sp>
        <p:nvSpPr>
          <p:cNvPr id="313" name="Google Shape;313;p70"/>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6000">
                <a:solidFill>
                  <a:schemeClr val="dk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4" name="Google Shape;314;p70"/>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315" name="Shape 315"/>
        <p:cNvGrpSpPr/>
        <p:nvPr/>
      </p:nvGrpSpPr>
      <p:grpSpPr>
        <a:xfrm>
          <a:off x="0" y="0"/>
          <a:ext cx="0" cy="0"/>
          <a:chOff x="0" y="0"/>
          <a:chExt cx="0" cy="0"/>
        </a:xfrm>
      </p:grpSpPr>
      <p:sp>
        <p:nvSpPr>
          <p:cNvPr id="316" name="Google Shape;316;p71"/>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7" name="Google Shape;317;p71"/>
          <p:cNvSpPr/>
          <p:nvPr>
            <p:ph idx="2" type="pic"/>
          </p:nvPr>
        </p:nvSpPr>
        <p:spPr>
          <a:xfrm>
            <a:off x="0" y="-11113"/>
            <a:ext cx="5791200" cy="6880226"/>
          </a:xfrm>
          <a:prstGeom prst="rect">
            <a:avLst/>
          </a:prstGeom>
          <a:noFill/>
          <a:ln>
            <a:noFill/>
          </a:ln>
        </p:spPr>
      </p:sp>
      <p:sp>
        <p:nvSpPr>
          <p:cNvPr id="318" name="Google Shape;318;p71"/>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19" name="Google Shape;319;p71"/>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spTree>
      <p:nvGrpSpPr>
        <p:cNvPr id="320" name="Shape 320"/>
        <p:cNvGrpSpPr/>
        <p:nvPr/>
      </p:nvGrpSpPr>
      <p:grpSpPr>
        <a:xfrm>
          <a:off x="0" y="0"/>
          <a:ext cx="0" cy="0"/>
          <a:chOff x="0" y="0"/>
          <a:chExt cx="0" cy="0"/>
        </a:xfrm>
      </p:grpSpPr>
      <p:grpSp>
        <p:nvGrpSpPr>
          <p:cNvPr id="321" name="Google Shape;321;p72"/>
          <p:cNvGrpSpPr/>
          <p:nvPr/>
        </p:nvGrpSpPr>
        <p:grpSpPr>
          <a:xfrm>
            <a:off x="6362700" y="0"/>
            <a:ext cx="5829298" cy="3235602"/>
            <a:chOff x="5612972" y="1"/>
            <a:chExt cx="6615961" cy="3672246"/>
          </a:xfrm>
        </p:grpSpPr>
        <p:sp>
          <p:nvSpPr>
            <p:cNvPr id="322" name="Google Shape;322;p72"/>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72"/>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4" name="Google Shape;324;p72"/>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5" name="Google Shape;325;p72"/>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72"/>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27" name="Google Shape;327;p72"/>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28" name="Google Shape;328;p72"/>
          <p:cNvCxnSpPr/>
          <p:nvPr/>
        </p:nvCxnSpPr>
        <p:spPr>
          <a:xfrm>
            <a:off x="6347460" y="6313170"/>
            <a:ext cx="2133600" cy="3992"/>
          </a:xfrm>
          <a:prstGeom prst="straightConnector1">
            <a:avLst/>
          </a:prstGeom>
          <a:noFill/>
          <a:ln cap="flat" cmpd="sng" w="101600">
            <a:solidFill>
              <a:srgbClr val="B9AD8D"/>
            </a:solidFill>
            <a:prstDash val="solid"/>
            <a:round/>
            <a:headEnd len="sm" w="sm" type="none"/>
            <a:tailEnd len="sm" w="sm" type="none"/>
          </a:ln>
        </p:spPr>
      </p:cxnSp>
      <p:sp>
        <p:nvSpPr>
          <p:cNvPr id="329" name="Google Shape;329;p72"/>
          <p:cNvSpPr txBox="1"/>
          <p:nvPr>
            <p:ph idx="1" type="body"/>
          </p:nvPr>
        </p:nvSpPr>
        <p:spPr>
          <a:xfrm>
            <a:off x="603885" y="457201"/>
            <a:ext cx="5198269" cy="2305050"/>
          </a:xfrm>
          <a:prstGeom prst="rect">
            <a:avLst/>
          </a:prstGeom>
          <a:noFill/>
          <a:ln>
            <a:noFill/>
          </a:ln>
        </p:spPr>
        <p:txBody>
          <a:bodyPr anchorCtr="0" anchor="t" bIns="91425" lIns="0" spcFirstLastPara="1" rIns="91425" wrap="square" tIns="274300">
            <a:normAutofit/>
          </a:bodyPr>
          <a:lstStyle>
            <a:lvl1pPr indent="-342900" lvl="0" marL="457200" algn="l">
              <a:lnSpc>
                <a:spcPct val="115000"/>
              </a:lnSpc>
              <a:spcBef>
                <a:spcPts val="1800"/>
              </a:spcBef>
              <a:spcAft>
                <a:spcPts val="0"/>
              </a:spcAft>
              <a:buSzPts val="1800"/>
              <a:buFont typeface="Arial"/>
              <a:buAutoNum type="arabicPeriod"/>
              <a:defRPr sz="2000"/>
            </a:lvl1pPr>
            <a:lvl2pPr indent="-317500" lvl="1" marL="914400" algn="l">
              <a:lnSpc>
                <a:spcPct val="115000"/>
              </a:lnSpc>
              <a:spcBef>
                <a:spcPts val="1800"/>
              </a:spcBef>
              <a:spcAft>
                <a:spcPts val="0"/>
              </a:spcAft>
              <a:buSzPts val="1400"/>
              <a:buFont typeface="Arial"/>
              <a:buAutoNum type="alphaLcPeriod"/>
              <a:defRPr sz="2000"/>
            </a:lvl2pPr>
            <a:lvl3pPr indent="-317500" lvl="2" marL="1371600" algn="l">
              <a:lnSpc>
                <a:spcPct val="115000"/>
              </a:lnSpc>
              <a:spcBef>
                <a:spcPts val="1800"/>
              </a:spcBef>
              <a:spcAft>
                <a:spcPts val="0"/>
              </a:spcAft>
              <a:buSzPts val="1400"/>
              <a:buFont typeface="Arial"/>
              <a:buAutoNum type="arabicParenR"/>
              <a:defRPr sz="2000"/>
            </a:lvl3pPr>
            <a:lvl4pPr indent="-228600" lvl="3" marL="1828800" algn="l">
              <a:lnSpc>
                <a:spcPct val="115000"/>
              </a:lnSpc>
              <a:spcBef>
                <a:spcPts val="1800"/>
              </a:spcBef>
              <a:spcAft>
                <a:spcPts val="0"/>
              </a:spcAft>
              <a:buSzPts val="1400"/>
              <a:buFont typeface="Arial"/>
              <a:buNone/>
              <a:defRPr sz="2000"/>
            </a:lvl4pPr>
            <a:lvl5pPr indent="-317500" lvl="4" marL="2286000" algn="l">
              <a:lnSpc>
                <a:spcPct val="115000"/>
              </a:lnSpc>
              <a:spcBef>
                <a:spcPts val="1800"/>
              </a:spcBef>
              <a:spcAft>
                <a:spcPts val="0"/>
              </a:spcAft>
              <a:buSzPts val="1400"/>
              <a:buFont typeface="Arial"/>
              <a:buAutoNum type="arabicPeriod"/>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0" name="Google Shape;330;p72"/>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1" name="Google Shape;331;p7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2" name="Google Shape;332;p7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spTree>
      <p:nvGrpSpPr>
        <p:cNvPr id="333" name="Shape 333"/>
        <p:cNvGrpSpPr/>
        <p:nvPr/>
      </p:nvGrpSpPr>
      <p:grpSpPr>
        <a:xfrm>
          <a:off x="0" y="0"/>
          <a:ext cx="0" cy="0"/>
          <a:chOff x="0" y="0"/>
          <a:chExt cx="0" cy="0"/>
        </a:xfrm>
      </p:grpSpPr>
      <p:sp>
        <p:nvSpPr>
          <p:cNvPr id="334" name="Google Shape;334;p73"/>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5" name="Google Shape;335;p73"/>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36" name="Google Shape;336;p73"/>
          <p:cNvCxnSpPr/>
          <p:nvPr/>
        </p:nvCxnSpPr>
        <p:spPr>
          <a:xfrm>
            <a:off x="594360" y="2997459"/>
            <a:ext cx="2133600" cy="3992"/>
          </a:xfrm>
          <a:prstGeom prst="straightConnector1">
            <a:avLst/>
          </a:prstGeom>
          <a:noFill/>
          <a:ln cap="flat" cmpd="sng" w="101600">
            <a:solidFill>
              <a:srgbClr val="B9AD8D"/>
            </a:solidFill>
            <a:prstDash val="solid"/>
            <a:round/>
            <a:headEnd len="sm" w="sm" type="none"/>
            <a:tailEnd len="sm" w="sm" type="none"/>
          </a:ln>
        </p:spPr>
      </p:cxnSp>
      <p:sp>
        <p:nvSpPr>
          <p:cNvPr id="337" name="Google Shape;337;p73"/>
          <p:cNvSpPr/>
          <p:nvPr>
            <p:ph idx="2" type="pic"/>
          </p:nvPr>
        </p:nvSpPr>
        <p:spPr>
          <a:xfrm>
            <a:off x="6096000" y="0"/>
            <a:ext cx="6118225" cy="6858000"/>
          </a:xfrm>
          <a:prstGeom prst="rect">
            <a:avLst/>
          </a:prstGeom>
          <a:noFill/>
          <a:ln>
            <a:noFill/>
          </a:ln>
        </p:spPr>
      </p:sp>
      <p:sp>
        <p:nvSpPr>
          <p:cNvPr id="338" name="Google Shape;338;p7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9" name="Google Shape;339;p7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340" name="Shape 340"/>
        <p:cNvGrpSpPr/>
        <p:nvPr/>
      </p:nvGrpSpPr>
      <p:grpSpPr>
        <a:xfrm>
          <a:off x="0" y="0"/>
          <a:ext cx="0" cy="0"/>
          <a:chOff x="0" y="0"/>
          <a:chExt cx="0" cy="0"/>
        </a:xfrm>
      </p:grpSpPr>
      <p:sp>
        <p:nvSpPr>
          <p:cNvPr id="341" name="Google Shape;341;p74"/>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2" name="Google Shape;342;p7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43" name="Google Shape;343;p74"/>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344" name="Google Shape;344;p74"/>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9" name="Shape 349"/>
        <p:cNvGrpSpPr/>
        <p:nvPr/>
      </p:nvGrpSpPr>
      <p:grpSpPr>
        <a:xfrm>
          <a:off x="0" y="0"/>
          <a:ext cx="0" cy="0"/>
          <a:chOff x="0" y="0"/>
          <a:chExt cx="0" cy="0"/>
        </a:xfrm>
      </p:grpSpPr>
      <p:sp>
        <p:nvSpPr>
          <p:cNvPr id="350" name="Google Shape;350;g3a07b042de2_0_12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51" name="Google Shape;351;g3a07b042de2_0_12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52" name="Google Shape;352;g3a07b042de2_0_12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3" name="Shape 353"/>
        <p:cNvGrpSpPr/>
        <p:nvPr/>
      </p:nvGrpSpPr>
      <p:grpSpPr>
        <a:xfrm>
          <a:off x="0" y="0"/>
          <a:ext cx="0" cy="0"/>
          <a:chOff x="0" y="0"/>
          <a:chExt cx="0" cy="0"/>
        </a:xfrm>
      </p:grpSpPr>
      <p:sp>
        <p:nvSpPr>
          <p:cNvPr id="354" name="Google Shape;354;g3a07b042de2_0_12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355" name="Google Shape;355;g3a07b042de2_0_12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6" name="Google Shape;356;g3a07b042de2_0_12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7" name="Shape 357"/>
        <p:cNvGrpSpPr/>
        <p:nvPr/>
      </p:nvGrpSpPr>
      <p:grpSpPr>
        <a:xfrm>
          <a:off x="0" y="0"/>
          <a:ext cx="0" cy="0"/>
          <a:chOff x="0" y="0"/>
          <a:chExt cx="0" cy="0"/>
        </a:xfrm>
      </p:grpSpPr>
      <p:sp>
        <p:nvSpPr>
          <p:cNvPr id="358" name="Google Shape;358;g3a07b042de2_0_13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59" name="Google Shape;359;g3a07b042de2_0_13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0" name="Shape 360"/>
        <p:cNvGrpSpPr/>
        <p:nvPr/>
      </p:nvGrpSpPr>
      <p:grpSpPr>
        <a:xfrm>
          <a:off x="0" y="0"/>
          <a:ext cx="0" cy="0"/>
          <a:chOff x="0" y="0"/>
          <a:chExt cx="0" cy="0"/>
        </a:xfrm>
      </p:grpSpPr>
      <p:sp>
        <p:nvSpPr>
          <p:cNvPr id="361" name="Google Shape;361;g3a07b042de2_0_13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2" name="Google Shape;362;g3a07b042de2_0_13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3" name="Google Shape;363;g3a07b042de2_0_13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4" name="Google Shape;364;g3a07b042de2_0_13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5" name="Shape 365"/>
        <p:cNvGrpSpPr/>
        <p:nvPr/>
      </p:nvGrpSpPr>
      <p:grpSpPr>
        <a:xfrm>
          <a:off x="0" y="0"/>
          <a:ext cx="0" cy="0"/>
          <a:chOff x="0" y="0"/>
          <a:chExt cx="0" cy="0"/>
        </a:xfrm>
      </p:grpSpPr>
      <p:sp>
        <p:nvSpPr>
          <p:cNvPr id="366" name="Google Shape;366;g3a07b042de2_0_14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7" name="Google Shape;367;g3a07b042de2_0_14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8" name="Shape 368"/>
        <p:cNvGrpSpPr/>
        <p:nvPr/>
      </p:nvGrpSpPr>
      <p:grpSpPr>
        <a:xfrm>
          <a:off x="0" y="0"/>
          <a:ext cx="0" cy="0"/>
          <a:chOff x="0" y="0"/>
          <a:chExt cx="0" cy="0"/>
        </a:xfrm>
      </p:grpSpPr>
      <p:sp>
        <p:nvSpPr>
          <p:cNvPr id="369" name="Google Shape;369;g3a07b042de2_0_14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70" name="Google Shape;370;g3a07b042de2_0_14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71" name="Google Shape;371;g3a07b042de2_0_14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2" name="Shape 372"/>
        <p:cNvGrpSpPr/>
        <p:nvPr/>
      </p:nvGrpSpPr>
      <p:grpSpPr>
        <a:xfrm>
          <a:off x="0" y="0"/>
          <a:ext cx="0" cy="0"/>
          <a:chOff x="0" y="0"/>
          <a:chExt cx="0" cy="0"/>
        </a:xfrm>
      </p:grpSpPr>
      <p:sp>
        <p:nvSpPr>
          <p:cNvPr id="373" name="Google Shape;373;g3a07b042de2_0_14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74" name="Google Shape;374;g3a07b042de2_0_14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g3a07b042de2_0_15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7" name="Google Shape;377;g3a07b042de2_0_15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378" name="Google Shape;378;g3a07b042de2_0_15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9" name="Google Shape;379;g3a07b042de2_0_15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80" name="Google Shape;380;g3a07b042de2_0_15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1" name="Shape 381"/>
        <p:cNvGrpSpPr/>
        <p:nvPr/>
      </p:nvGrpSpPr>
      <p:grpSpPr>
        <a:xfrm>
          <a:off x="0" y="0"/>
          <a:ext cx="0" cy="0"/>
          <a:chOff x="0" y="0"/>
          <a:chExt cx="0" cy="0"/>
        </a:xfrm>
      </p:grpSpPr>
      <p:sp>
        <p:nvSpPr>
          <p:cNvPr id="382" name="Google Shape;382;g3a07b042de2_0_15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383" name="Google Shape;383;g3a07b042de2_0_15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4" name="Shape 384"/>
        <p:cNvGrpSpPr/>
        <p:nvPr/>
      </p:nvGrpSpPr>
      <p:grpSpPr>
        <a:xfrm>
          <a:off x="0" y="0"/>
          <a:ext cx="0" cy="0"/>
          <a:chOff x="0" y="0"/>
          <a:chExt cx="0" cy="0"/>
        </a:xfrm>
      </p:grpSpPr>
      <p:sp>
        <p:nvSpPr>
          <p:cNvPr id="385" name="Google Shape;385;g3a07b042de2_0_16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86" name="Google Shape;386;g3a07b042de2_0_16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387" name="Google Shape;387;g3a07b042de2_0_16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8" name="Shape 388"/>
        <p:cNvGrpSpPr/>
        <p:nvPr/>
      </p:nvGrpSpPr>
      <p:grpSpPr>
        <a:xfrm>
          <a:off x="0" y="0"/>
          <a:ext cx="0" cy="0"/>
          <a:chOff x="0" y="0"/>
          <a:chExt cx="0" cy="0"/>
        </a:xfrm>
      </p:grpSpPr>
      <p:sp>
        <p:nvSpPr>
          <p:cNvPr id="389" name="Google Shape;389;g3a07b042de2_0_16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29" Type="http://schemas.openxmlformats.org/officeDocument/2006/relationships/slideLayout" Target="../slideLayouts/slideLayout53.xml"/><Relationship Id="rId7" Type="http://schemas.openxmlformats.org/officeDocument/2006/relationships/slideLayout" Target="../slideLayouts/slideLayout31.xml"/><Relationship Id="rId8" Type="http://schemas.openxmlformats.org/officeDocument/2006/relationships/slideLayout" Target="../slideLayouts/slideLayout32.xml"/><Relationship Id="rId31" Type="http://schemas.openxmlformats.org/officeDocument/2006/relationships/slideLayout" Target="../slideLayouts/slideLayout55.xml"/><Relationship Id="rId30" Type="http://schemas.openxmlformats.org/officeDocument/2006/relationships/slideLayout" Target="../slideLayouts/slideLayout54.xml"/><Relationship Id="rId11" Type="http://schemas.openxmlformats.org/officeDocument/2006/relationships/slideLayout" Target="../slideLayouts/slideLayout35.xml"/><Relationship Id="rId33" Type="http://schemas.openxmlformats.org/officeDocument/2006/relationships/theme" Target="../theme/theme4.xml"/><Relationship Id="rId10" Type="http://schemas.openxmlformats.org/officeDocument/2006/relationships/slideLayout" Target="../slideLayouts/slideLayout34.xml"/><Relationship Id="rId32" Type="http://schemas.openxmlformats.org/officeDocument/2006/relationships/slideLayout" Target="../slideLayouts/slideLayout56.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1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2" name="Google Shape;12;p1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18"/>
          <p:cNvSpPr txBox="1"/>
          <p:nvPr>
            <p:ph idx="1" type="body"/>
          </p:nvPr>
        </p:nvSpPr>
        <p:spPr>
          <a:xfrm>
            <a:off x="594360" y="1825625"/>
            <a:ext cx="1038225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9pPr>
          </a:lstStyle>
          <a:p/>
        </p:txBody>
      </p:sp>
      <p:sp>
        <p:nvSpPr>
          <p:cNvPr id="56" name="Google Shape;56;p18"/>
          <p:cNvSpPr txBox="1"/>
          <p:nvPr>
            <p:ph type="title"/>
          </p:nvPr>
        </p:nvSpPr>
        <p:spPr>
          <a:xfrm>
            <a:off x="594360" y="365125"/>
            <a:ext cx="10401300" cy="1325563"/>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chemeClr val="dk1"/>
              </a:buClr>
              <a:buSzPts val="4400"/>
              <a:buFont typeface="Franklin Gothic"/>
              <a:buNone/>
              <a:defRPr b="1" i="0" sz="4400" u="none" cap="none" strike="noStrike">
                <a:solidFill>
                  <a:schemeClr val="dk1"/>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57" name="Google Shape;57;p1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9pPr>
          </a:lstStyle>
          <a:p/>
        </p:txBody>
      </p:sp>
      <p:sp>
        <p:nvSpPr>
          <p:cNvPr id="58" name="Google Shape;58;p1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rtl="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rtl="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rtl="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rtl="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rtl="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rtl="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rtl="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rtl="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2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3" name="Google Shape;173;p2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74" name="Google Shape;174;p2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5" name="Shape 345"/>
        <p:cNvGrpSpPr/>
        <p:nvPr/>
      </p:nvGrpSpPr>
      <p:grpSpPr>
        <a:xfrm>
          <a:off x="0" y="0"/>
          <a:ext cx="0" cy="0"/>
          <a:chOff x="0" y="0"/>
          <a:chExt cx="0" cy="0"/>
        </a:xfrm>
      </p:grpSpPr>
      <p:sp>
        <p:nvSpPr>
          <p:cNvPr id="346" name="Google Shape;346;g3a07b042de2_0_12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347" name="Google Shape;347;g3a07b042de2_0_12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348" name="Google Shape;348;g3a07b042de2_0_12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g3a07b042de2_0_0"/>
          <p:cNvPicPr preferRelativeResize="0"/>
          <p:nvPr/>
        </p:nvPicPr>
        <p:blipFill rotWithShape="1">
          <a:blip r:embed="rId3">
            <a:alphaModFix amt="62000"/>
          </a:blip>
          <a:srcRect b="0" l="0" r="0" t="0"/>
          <a:stretch/>
        </p:blipFill>
        <p:spPr>
          <a:xfrm>
            <a:off x="11269" y="1"/>
            <a:ext cx="12169464" cy="6858000"/>
          </a:xfrm>
          <a:prstGeom prst="rect">
            <a:avLst/>
          </a:prstGeom>
          <a:noFill/>
          <a:ln>
            <a:noFill/>
          </a:ln>
        </p:spPr>
      </p:pic>
      <p:graphicFrame>
        <p:nvGraphicFramePr>
          <p:cNvPr id="395" name="Google Shape;395;g3a07b042de2_0_0"/>
          <p:cNvGraphicFramePr/>
          <p:nvPr/>
        </p:nvGraphicFramePr>
        <p:xfrm>
          <a:off x="7104267" y="1293367"/>
          <a:ext cx="3000000" cy="3000000"/>
        </p:xfrm>
        <a:graphic>
          <a:graphicData uri="http://schemas.openxmlformats.org/drawingml/2006/table">
            <a:tbl>
              <a:tblPr>
                <a:noFill/>
                <a:tableStyleId>{33AB6E66-0272-4363-ADFF-AB47FD1A88AF}</a:tableStyleId>
              </a:tblPr>
              <a:tblGrid>
                <a:gridCol w="2024275"/>
                <a:gridCol w="2896500"/>
              </a:tblGrid>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Día, Fecha:</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xx/xx/xxxx</a:t>
                      </a:r>
                      <a:endParaRPr sz="1867" u="none" cap="none" strike="noStrike"/>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96" name="Google Shape;396;g3a07b042de2_0_0"/>
          <p:cNvSpPr txBox="1"/>
          <p:nvPr/>
        </p:nvSpPr>
        <p:spPr>
          <a:xfrm>
            <a:off x="1920233" y="3011068"/>
            <a:ext cx="9056100" cy="7542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3300" u="none" cap="none" strike="noStrike">
                <a:solidFill>
                  <a:srgbClr val="000000"/>
                </a:solidFill>
                <a:latin typeface="Arial"/>
                <a:ea typeface="Arial"/>
                <a:cs typeface="Arial"/>
                <a:sym typeface="Arial"/>
              </a:rPr>
              <a:t>Redes de computadoras 2 [X]</a:t>
            </a:r>
            <a:endParaRPr/>
          </a:p>
        </p:txBody>
      </p:sp>
      <p:sp>
        <p:nvSpPr>
          <p:cNvPr id="397" name="Google Shape;397;g3a07b042de2_0_0"/>
          <p:cNvSpPr txBox="1"/>
          <p:nvPr/>
        </p:nvSpPr>
        <p:spPr>
          <a:xfrm>
            <a:off x="2371600" y="3867667"/>
            <a:ext cx="7448700" cy="10620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1</a:t>
            </a:r>
            <a:endParaRPr/>
          </a:p>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
          <p:cNvSpPr txBox="1"/>
          <p:nvPr>
            <p:ph type="ctrTitle"/>
          </p:nvPr>
        </p:nvSpPr>
        <p:spPr>
          <a:xfrm>
            <a:off x="6324281" y="641517"/>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GT"/>
              <a:t>Unidad 3:</a:t>
            </a:r>
            <a:br>
              <a:rPr lang="es-GT"/>
            </a:br>
            <a:r>
              <a:rPr lang="es-GT"/>
              <a:t>Tráfico en capa 3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
          <p:cNvSpPr txBox="1"/>
          <p:nvPr>
            <p:ph type="title"/>
          </p:nvPr>
        </p:nvSpPr>
        <p:spPr>
          <a:xfrm>
            <a:off x="594360" y="189572"/>
            <a:ext cx="6787747" cy="1593507"/>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Clr>
                <a:schemeClr val="dk1"/>
              </a:buClr>
              <a:buSzPts val="4400"/>
              <a:buFont typeface="Franklin Gothic"/>
              <a:buNone/>
            </a:pPr>
            <a:r>
              <a:rPr b="1" i="0" lang="es-GT" sz="4400" u="none" cap="none" strike="noStrike">
                <a:solidFill>
                  <a:schemeClr val="dk1"/>
                </a:solidFill>
                <a:latin typeface="Franklin Gothic"/>
                <a:ea typeface="Franklin Gothic"/>
                <a:cs typeface="Franklin Gothic"/>
                <a:sym typeface="Franklin Gothic"/>
              </a:rPr>
              <a:t>Agenda</a:t>
            </a:r>
            <a:endParaRPr/>
          </a:p>
        </p:txBody>
      </p:sp>
      <p:sp>
        <p:nvSpPr>
          <p:cNvPr id="409" name="Google Shape;409;p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p>
            <a:pPr indent="-283210" lvl="0" marL="283210" rtl="0" algn="l">
              <a:lnSpc>
                <a:spcPct val="80000"/>
              </a:lnSpc>
              <a:spcBef>
                <a:spcPts val="0"/>
              </a:spcBef>
              <a:spcAft>
                <a:spcPts val="0"/>
              </a:spcAft>
              <a:buClr>
                <a:schemeClr val="dk1"/>
              </a:buClr>
              <a:buSzPts val="2400"/>
              <a:buChar char="•"/>
            </a:pPr>
            <a:r>
              <a:rPr lang="es-GT">
                <a:solidFill>
                  <a:schemeClr val="dk1"/>
                </a:solidFill>
              </a:rPr>
              <a:t>Dudas Proyecto 1</a:t>
            </a:r>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ACL</a:t>
            </a:r>
            <a:endParaRPr/>
          </a:p>
          <a:p>
            <a:pPr indent="-130809" lvl="0" marL="283210" rtl="0" algn="l">
              <a:lnSpc>
                <a:spcPct val="80000"/>
              </a:lnSpc>
              <a:spcBef>
                <a:spcPts val="2200"/>
              </a:spcBef>
              <a:spcAft>
                <a:spcPts val="0"/>
              </a:spcAft>
              <a:buClr>
                <a:srgbClr val="5D7C3F"/>
              </a:buClr>
              <a:buSzPts val="2400"/>
              <a:buNone/>
            </a:pPr>
            <a:r>
              <a:t/>
            </a:r>
            <a:endParaRPr>
              <a:solidFill>
                <a:schemeClr val="dk1"/>
              </a:solidFill>
            </a:endParaRPr>
          </a:p>
          <a:p>
            <a:pPr indent="-130809" lvl="0" marL="283210" rtl="0" algn="l">
              <a:lnSpc>
                <a:spcPct val="80000"/>
              </a:lnSpc>
              <a:spcBef>
                <a:spcPts val="2200"/>
              </a:spcBef>
              <a:spcAft>
                <a:spcPts val="0"/>
              </a:spcAft>
              <a:buClr>
                <a:srgbClr val="5D7C3F"/>
              </a:buClr>
              <a:buSzPts val="2400"/>
              <a:buNone/>
            </a:pPr>
            <a:r>
              <a:t/>
            </a:r>
            <a:endParaRPr>
              <a:solidFill>
                <a:srgbClr val="5D7D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Competencias</a:t>
            </a:r>
            <a:endParaRPr/>
          </a:p>
        </p:txBody>
      </p:sp>
      <p:sp>
        <p:nvSpPr>
          <p:cNvPr id="415" name="Google Shape;415;p4"/>
          <p:cNvSpPr txBox="1"/>
          <p:nvPr>
            <p:ph idx="1" type="body"/>
          </p:nvPr>
        </p:nvSpPr>
        <p:spPr>
          <a:xfrm>
            <a:off x="594360" y="2676525"/>
            <a:ext cx="8681827" cy="3597470"/>
          </a:xfrm>
          <a:prstGeom prst="rect">
            <a:avLst/>
          </a:prstGeom>
          <a:noFill/>
          <a:ln>
            <a:noFill/>
          </a:ln>
        </p:spPr>
        <p:txBody>
          <a:bodyPr anchorCtr="0" anchor="ctr" bIns="0" lIns="0" spcFirstLastPara="1" rIns="0" wrap="square" tIns="45700">
            <a:normAutofit/>
          </a:bodyPr>
          <a:lstStyle/>
          <a:p>
            <a:pPr indent="-342900" lvl="0" marL="342900" rtl="0" algn="l">
              <a:lnSpc>
                <a:spcPct val="90000"/>
              </a:lnSpc>
              <a:spcBef>
                <a:spcPts val="0"/>
              </a:spcBef>
              <a:spcAft>
                <a:spcPts val="0"/>
              </a:spcAft>
              <a:buClr>
                <a:schemeClr val="dk1"/>
              </a:buClr>
              <a:buSzPts val="2000"/>
              <a:buChar char="•"/>
            </a:pPr>
            <a:r>
              <a:rPr lang="es-GT"/>
              <a:t>El estudiante administra  interfaces y configuraciones de seguridad en dispositivos de red mediante el uso de comandos, técnicas y buenas prácticas para asegurar el correcto funcionamiento y la seguridad de la red </a:t>
            </a:r>
            <a:endParaRPr/>
          </a:p>
          <a:p>
            <a:pPr indent="-342900" lvl="0" marL="342900" rtl="0" algn="l">
              <a:lnSpc>
                <a:spcPct val="90000"/>
              </a:lnSpc>
              <a:spcBef>
                <a:spcPts val="1800"/>
              </a:spcBef>
              <a:spcAft>
                <a:spcPts val="0"/>
              </a:spcAft>
              <a:buClr>
                <a:schemeClr val="dk1"/>
              </a:buClr>
              <a:buSzPts val="2000"/>
              <a:buChar char="•"/>
            </a:pPr>
            <a:r>
              <a:rPr lang="es-GT"/>
              <a:t>El estudiante comprende los conceptos de los tipos de redes y la segmentación de las mismas mediante el análisis de sus diferencias, características y funciones para aplicar el conocimiento en el diseño y configuración de topologías.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ACL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ACL</a:t>
            </a:r>
            <a:endParaRPr/>
          </a:p>
        </p:txBody>
      </p:sp>
      <p:sp>
        <p:nvSpPr>
          <p:cNvPr id="427" name="Google Shape;427;p6"/>
          <p:cNvSpPr txBox="1"/>
          <p:nvPr/>
        </p:nvSpPr>
        <p:spPr>
          <a:xfrm>
            <a:off x="602987" y="2382865"/>
            <a:ext cx="10568431" cy="3665395"/>
          </a:xfrm>
          <a:prstGeom prst="rect">
            <a:avLst/>
          </a:prstGeom>
          <a:noFill/>
          <a:ln>
            <a:noFill/>
          </a:ln>
        </p:spPr>
        <p:txBody>
          <a:bodyPr anchorCtr="0" anchor="t" bIns="91425" lIns="0" spcFirstLastPara="1" rIns="91425" wrap="square" tIns="91425">
            <a:normAutofit fontScale="92500" lnSpcReduction="10000"/>
          </a:bodyPr>
          <a:lstStyle/>
          <a:p>
            <a:pPr indent="0" lvl="0" marL="0" marR="0" rtl="0" algn="just">
              <a:lnSpc>
                <a:spcPct val="115000"/>
              </a:lnSpc>
              <a:spcBef>
                <a:spcPts val="1800"/>
              </a:spcBef>
              <a:spcAft>
                <a:spcPts val="0"/>
              </a:spcAft>
              <a:buClr>
                <a:schemeClr val="dk2"/>
              </a:buClr>
              <a:buSzPct val="108108"/>
              <a:buFont typeface="Arial"/>
              <a:buNone/>
            </a:pPr>
            <a:r>
              <a:rPr b="0" i="0" lang="es-GT" sz="1800" u="none" cap="none" strike="noStrike">
                <a:solidFill>
                  <a:schemeClr val="dk2"/>
                </a:solidFill>
                <a:latin typeface="Arial"/>
                <a:ea typeface="Arial"/>
                <a:cs typeface="Arial"/>
                <a:sym typeface="Arial"/>
              </a:rPr>
              <a:t>Las ACL (Access Control Lists) son listas de reglas utilizadas en redes de computadoras para controlar el acceso a los recursos de la red. Permiten filtrar el tráfico de red, especificando qué paquetes pueden ser aceptados o rechazados en función de criterios como la dirección IP, el puerto de origen o destino, o el protocolo.</a:t>
            </a:r>
            <a:endParaRPr/>
          </a:p>
          <a:p>
            <a:pPr indent="0" lvl="0" marL="0" marR="0" rtl="0" algn="just">
              <a:lnSpc>
                <a:spcPct val="115000"/>
              </a:lnSpc>
              <a:spcBef>
                <a:spcPts val="1800"/>
              </a:spcBef>
              <a:spcAft>
                <a:spcPts val="0"/>
              </a:spcAft>
              <a:buClr>
                <a:schemeClr val="dk2"/>
              </a:buClr>
              <a:buSzPct val="108108"/>
              <a:buFont typeface="Arial"/>
              <a:buNone/>
            </a:pPr>
            <a:r>
              <a:rPr b="0" i="0" lang="es-GT" sz="1800" u="none" cap="none" strike="noStrike">
                <a:solidFill>
                  <a:schemeClr val="dk2"/>
                </a:solidFill>
                <a:latin typeface="Arial"/>
                <a:ea typeface="Arial"/>
                <a:cs typeface="Arial"/>
                <a:sym typeface="Arial"/>
              </a:rPr>
              <a:t>Las ACL se usan principalmente en routers y switches para mejorar la seguridad y la eficiencia de la red, y se dividen en dos tipos principales:</a:t>
            </a:r>
            <a:endParaRPr/>
          </a:p>
          <a:p>
            <a:pPr indent="-285750" lvl="0" marL="285750" marR="0" rtl="0" algn="just">
              <a:lnSpc>
                <a:spcPct val="115000"/>
              </a:lnSpc>
              <a:spcBef>
                <a:spcPts val="1800"/>
              </a:spcBef>
              <a:spcAft>
                <a:spcPts val="0"/>
              </a:spcAft>
              <a:buClr>
                <a:schemeClr val="dk2"/>
              </a:buClr>
              <a:buSzPct val="108108"/>
              <a:buFont typeface="Arial"/>
              <a:buChar char="•"/>
            </a:pPr>
            <a:r>
              <a:rPr b="1" i="0" lang="es-GT" sz="1800" u="none" cap="none" strike="noStrike">
                <a:solidFill>
                  <a:schemeClr val="dk2"/>
                </a:solidFill>
                <a:latin typeface="Arial"/>
                <a:ea typeface="Arial"/>
                <a:cs typeface="Arial"/>
                <a:sym typeface="Arial"/>
              </a:rPr>
              <a:t>ACL estándar</a:t>
            </a:r>
            <a:r>
              <a:rPr b="0" i="0" lang="es-GT" sz="1800" u="none" cap="none" strike="noStrike">
                <a:solidFill>
                  <a:schemeClr val="dk2"/>
                </a:solidFill>
                <a:latin typeface="Arial"/>
                <a:ea typeface="Arial"/>
                <a:cs typeface="Arial"/>
                <a:sym typeface="Arial"/>
              </a:rPr>
              <a:t>: Filtran el tráfico solo por dirección IP de origen.</a:t>
            </a:r>
            <a:endParaRPr/>
          </a:p>
          <a:p>
            <a:pPr indent="-285750" lvl="0" marL="285750" marR="0" rtl="0" algn="just">
              <a:lnSpc>
                <a:spcPct val="115000"/>
              </a:lnSpc>
              <a:spcBef>
                <a:spcPts val="1800"/>
              </a:spcBef>
              <a:spcAft>
                <a:spcPts val="0"/>
              </a:spcAft>
              <a:buClr>
                <a:schemeClr val="dk2"/>
              </a:buClr>
              <a:buSzPct val="108108"/>
              <a:buFont typeface="Arial"/>
              <a:buChar char="•"/>
            </a:pPr>
            <a:r>
              <a:rPr b="1" i="0" lang="es-GT" sz="1800" u="none" cap="none" strike="noStrike">
                <a:solidFill>
                  <a:schemeClr val="dk2"/>
                </a:solidFill>
                <a:latin typeface="Arial"/>
                <a:ea typeface="Arial"/>
                <a:cs typeface="Arial"/>
                <a:sym typeface="Arial"/>
              </a:rPr>
              <a:t>ACL extendida</a:t>
            </a:r>
            <a:r>
              <a:rPr b="0" i="0" lang="es-GT" sz="1800" u="none" cap="none" strike="noStrike">
                <a:solidFill>
                  <a:schemeClr val="dk2"/>
                </a:solidFill>
                <a:latin typeface="Arial"/>
                <a:ea typeface="Arial"/>
                <a:cs typeface="Arial"/>
                <a:sym typeface="Arial"/>
              </a:rPr>
              <a:t>: Permiten un filtrado más detallado, basándose en dirección IP de origen y destino, protocolo, y puertos específicos.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Comando ACL</a:t>
            </a:r>
            <a:endParaRPr/>
          </a:p>
        </p:txBody>
      </p:sp>
      <p:graphicFrame>
        <p:nvGraphicFramePr>
          <p:cNvPr id="434" name="Google Shape;434;p7"/>
          <p:cNvGraphicFramePr/>
          <p:nvPr/>
        </p:nvGraphicFramePr>
        <p:xfrm>
          <a:off x="550599" y="3675389"/>
          <a:ext cx="3000000" cy="3000000"/>
        </p:xfrm>
        <a:graphic>
          <a:graphicData uri="http://schemas.openxmlformats.org/drawingml/2006/table">
            <a:tbl>
              <a:tblPr bandRow="1" firstRow="1">
                <a:noFill/>
                <a:tableStyleId>{56CFF133-811D-4CC0-B321-11427CEF5BB0}</a:tableStyleId>
              </a:tblPr>
              <a:tblGrid>
                <a:gridCol w="2393925"/>
                <a:gridCol w="8578875"/>
              </a:tblGrid>
              <a:tr h="401925">
                <a:tc>
                  <a:txBody>
                    <a:bodyPr/>
                    <a:lstStyle/>
                    <a:p>
                      <a:pPr indent="0" lvl="0" marL="0" marR="0" rtl="0" algn="l">
                        <a:lnSpc>
                          <a:spcPct val="100000"/>
                        </a:lnSpc>
                        <a:spcBef>
                          <a:spcPts val="0"/>
                        </a:spcBef>
                        <a:spcAft>
                          <a:spcPts val="0"/>
                        </a:spcAft>
                        <a:buNone/>
                      </a:pPr>
                      <a:r>
                        <a:rPr lang="es-GT" sz="1867" u="none" cap="none" strike="noStrike"/>
                        <a:t>Parametro</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Descripcion</a:t>
                      </a:r>
                      <a:endParaRPr sz="1867" u="none" cap="none" strike="noStrike"/>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access-list-number</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Número de una ACL. Es un número decimal del 1 al 99.</a:t>
                      </a:r>
                      <a:endParaRPr/>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deny</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Deniega el acceso.</a:t>
                      </a:r>
                      <a:endParaRPr/>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permit</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Permite el acceso.</a:t>
                      </a:r>
                      <a:endParaRPr/>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remark</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Comentario.</a:t>
                      </a:r>
                      <a:endParaRPr/>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source</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Número de la red o del host desde el que se envía el paquete.</a:t>
                      </a:r>
                      <a:endParaRPr/>
                    </a:p>
                  </a:txBody>
                  <a:tcPr marT="45725" marB="45725" marR="91450" marL="91450"/>
                </a:tc>
              </a:tr>
              <a:tr h="401925">
                <a:tc>
                  <a:txBody>
                    <a:bodyPr/>
                    <a:lstStyle/>
                    <a:p>
                      <a:pPr indent="0" lvl="0" marL="0" marR="0" rtl="0" algn="l">
                        <a:lnSpc>
                          <a:spcPct val="100000"/>
                        </a:lnSpc>
                        <a:spcBef>
                          <a:spcPts val="0"/>
                        </a:spcBef>
                        <a:spcAft>
                          <a:spcPts val="0"/>
                        </a:spcAft>
                        <a:buNone/>
                      </a:pPr>
                      <a:r>
                        <a:rPr lang="es-GT" sz="1867" u="none" cap="none" strike="noStrike"/>
                        <a:t>source-wildcard</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Máscara wildcard de 32 bits para aplicar al origen.</a:t>
                      </a:r>
                      <a:endParaRPr/>
                    </a:p>
                  </a:txBody>
                  <a:tcPr marT="45725" marB="45725" marR="91450" marL="91450"/>
                </a:tc>
              </a:tr>
            </a:tbl>
          </a:graphicData>
        </a:graphic>
      </p:graphicFrame>
      <p:pic>
        <p:nvPicPr>
          <p:cNvPr id="435" name="Google Shape;435;p7"/>
          <p:cNvPicPr preferRelativeResize="0"/>
          <p:nvPr/>
        </p:nvPicPr>
        <p:blipFill rotWithShape="1">
          <a:blip r:embed="rId3">
            <a:alphaModFix/>
          </a:blip>
          <a:srcRect b="23062" l="4946" r="5053" t="25835"/>
          <a:stretch/>
        </p:blipFill>
        <p:spPr>
          <a:xfrm>
            <a:off x="550600" y="2061472"/>
            <a:ext cx="10972801" cy="12287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8"/>
          <p:cNvSpPr txBox="1"/>
          <p:nvPr>
            <p:ph type="title"/>
          </p:nvPr>
        </p:nvSpPr>
        <p:spPr>
          <a:xfrm>
            <a:off x="551327" y="108049"/>
            <a:ext cx="10972800" cy="79940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Comando ACL Extendida</a:t>
            </a:r>
            <a:endParaRPr/>
          </a:p>
        </p:txBody>
      </p:sp>
      <p:graphicFrame>
        <p:nvGraphicFramePr>
          <p:cNvPr id="442" name="Google Shape;442;p8"/>
          <p:cNvGraphicFramePr/>
          <p:nvPr/>
        </p:nvGraphicFramePr>
        <p:xfrm>
          <a:off x="615176" y="2504512"/>
          <a:ext cx="3000000" cy="3000000"/>
        </p:xfrm>
        <a:graphic>
          <a:graphicData uri="http://schemas.openxmlformats.org/drawingml/2006/table">
            <a:tbl>
              <a:tblPr bandRow="1" firstRow="1">
                <a:noFill/>
                <a:tableStyleId>{56CFF133-811D-4CC0-B321-11427CEF5BB0}</a:tableStyleId>
              </a:tblPr>
              <a:tblGrid>
                <a:gridCol w="2393925"/>
                <a:gridCol w="8578875"/>
              </a:tblGrid>
              <a:tr h="391150">
                <a:tc>
                  <a:txBody>
                    <a:bodyPr/>
                    <a:lstStyle/>
                    <a:p>
                      <a:pPr indent="0" lvl="0" marL="0" marR="0" rtl="0" algn="l">
                        <a:lnSpc>
                          <a:spcPct val="100000"/>
                        </a:lnSpc>
                        <a:spcBef>
                          <a:spcPts val="0"/>
                        </a:spcBef>
                        <a:spcAft>
                          <a:spcPts val="0"/>
                        </a:spcAft>
                        <a:buNone/>
                      </a:pPr>
                      <a:r>
                        <a:rPr lang="es-GT" sz="1867" u="none" cap="none" strike="noStrike"/>
                        <a:t>Parametro</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Descripcion</a:t>
                      </a:r>
                      <a:endParaRPr sz="1867" u="none" cap="none" strike="noStrike"/>
                    </a:p>
                  </a:txBody>
                  <a:tcPr marT="45725" marB="45725" marR="91450" marL="91450"/>
                </a:tc>
              </a:tr>
              <a:tr h="391150">
                <a:tc>
                  <a:txBody>
                    <a:bodyPr/>
                    <a:lstStyle/>
                    <a:p>
                      <a:pPr indent="0" lvl="0" marL="0" marR="0" rtl="0" algn="l">
                        <a:lnSpc>
                          <a:spcPct val="100000"/>
                        </a:lnSpc>
                        <a:spcBef>
                          <a:spcPts val="0"/>
                        </a:spcBef>
                        <a:spcAft>
                          <a:spcPts val="0"/>
                        </a:spcAft>
                        <a:buNone/>
                      </a:pPr>
                      <a:r>
                        <a:rPr lang="es-GT" sz="1867" u="none" cap="none" strike="noStrike"/>
                        <a:t>número</a:t>
                      </a:r>
                      <a:endParaRPr/>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Número de una ACL, número decimal del 100 al 199.</a:t>
                      </a:r>
                      <a:endParaRPr/>
                    </a:p>
                  </a:txBody>
                  <a:tcPr marT="45725" marB="45725" marR="91450" marL="91450"/>
                </a:tc>
              </a:tr>
              <a:tr h="391150">
                <a:tc>
                  <a:txBody>
                    <a:bodyPr/>
                    <a:lstStyle/>
                    <a:p>
                      <a:pPr indent="0" lvl="0" marL="0" marR="0" rtl="0" algn="l">
                        <a:lnSpc>
                          <a:spcPct val="100000"/>
                        </a:lnSpc>
                        <a:spcBef>
                          <a:spcPts val="0"/>
                        </a:spcBef>
                        <a:spcAft>
                          <a:spcPts val="0"/>
                        </a:spcAft>
                        <a:buNone/>
                      </a:pPr>
                      <a:r>
                        <a:rPr lang="es-GT" sz="1867" u="none" cap="none" strike="noStrike"/>
                        <a:t>deny</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Deniega el acceso.</a:t>
                      </a:r>
                      <a:endParaRPr/>
                    </a:p>
                  </a:txBody>
                  <a:tcPr marT="45725" marB="45725" marR="91450" marL="91450"/>
                </a:tc>
              </a:tr>
              <a:tr h="391150">
                <a:tc>
                  <a:txBody>
                    <a:bodyPr/>
                    <a:lstStyle/>
                    <a:p>
                      <a:pPr indent="0" lvl="0" marL="0" marR="0" rtl="0" algn="l">
                        <a:lnSpc>
                          <a:spcPct val="100000"/>
                        </a:lnSpc>
                        <a:spcBef>
                          <a:spcPts val="0"/>
                        </a:spcBef>
                        <a:spcAft>
                          <a:spcPts val="0"/>
                        </a:spcAft>
                        <a:buNone/>
                      </a:pPr>
                      <a:r>
                        <a:rPr lang="es-GT" sz="1867" u="none" cap="none" strike="noStrike"/>
                        <a:t>permit</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s-GT" sz="1867" u="none" cap="none" strike="noStrike"/>
                        <a:t>Permite el acceso.</a:t>
                      </a:r>
                      <a:endParaRPr/>
                    </a:p>
                  </a:txBody>
                  <a:tcPr marT="45725" marB="45725" marR="91450" marL="91450"/>
                </a:tc>
              </a:tr>
              <a:tr h="391150">
                <a:tc>
                  <a:txBody>
                    <a:bodyPr/>
                    <a:lstStyle/>
                    <a:p>
                      <a:pPr indent="0" lvl="0" marL="0" marR="0" rtl="0" algn="l">
                        <a:lnSpc>
                          <a:spcPct val="100000"/>
                        </a:lnSpc>
                        <a:spcBef>
                          <a:spcPts val="0"/>
                        </a:spcBef>
                        <a:spcAft>
                          <a:spcPts val="0"/>
                        </a:spcAft>
                        <a:buClr>
                          <a:srgbClr val="000000"/>
                        </a:buClr>
                        <a:buSzPts val="1850"/>
                        <a:buFont typeface="Arial"/>
                        <a:buNone/>
                      </a:pPr>
                      <a:r>
                        <a:rPr b="0" i="0" lang="es-GT" sz="1850" u="none" cap="none" strike="noStrike">
                          <a:solidFill>
                            <a:schemeClr val="dk1"/>
                          </a:solidFill>
                          <a:latin typeface="Arial"/>
                          <a:ea typeface="Arial"/>
                          <a:cs typeface="Arial"/>
                          <a:sym typeface="Arial"/>
                        </a:rPr>
                        <a:t>protocolo</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Protocolo a filtrar: eigrp, esp, gre, icmp, ip, ospf, tcp, udp, ahp.</a:t>
                      </a:r>
                      <a:endParaRPr/>
                    </a:p>
                  </a:txBody>
                  <a:tcPr marT="45725" marB="45725" marR="91450" marL="91450"/>
                </a:tc>
              </a:tr>
              <a:tr h="391150">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origen</a:t>
                      </a:r>
                      <a:endParaRPr sz="1867"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Número de la red o del host desde el que se envía el paquete o el valor ‘any’.</a:t>
                      </a:r>
                      <a:endParaRPr/>
                    </a:p>
                  </a:txBody>
                  <a:tcPr marT="45725" marB="45725" marR="91450" marL="91450"/>
                </a:tc>
              </a:tr>
              <a:tr h="391150">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wildcard</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Máscara wildcard de 32 bits para aplicar al origen o el valor ‘any’</a:t>
                      </a:r>
                      <a:endParaRPr/>
                    </a:p>
                  </a:txBody>
                  <a:tcPr marT="45725" marB="45725" marR="91450" marL="91450"/>
                </a:tc>
              </a:tr>
              <a:tr h="391150">
                <a:tc>
                  <a:txBody>
                    <a:bodyPr/>
                    <a:lstStyle/>
                    <a:p>
                      <a:pPr indent="0" lvl="0" marL="0" marR="0" rtl="0" algn="l">
                        <a:lnSpc>
                          <a:spcPct val="100000"/>
                        </a:lnSpc>
                        <a:spcBef>
                          <a:spcPts val="0"/>
                        </a:spcBef>
                        <a:spcAft>
                          <a:spcPts val="0"/>
                        </a:spcAft>
                        <a:buNone/>
                      </a:pPr>
                      <a:r>
                        <a:rPr lang="es-GT" sz="1867" u="none" cap="none" strike="noStrike"/>
                        <a:t>Destino </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rgbClr val="000000"/>
                          </a:solidFill>
                          <a:latin typeface="Arial"/>
                          <a:ea typeface="Arial"/>
                          <a:cs typeface="Arial"/>
                          <a:sym typeface="Arial"/>
                        </a:rPr>
                        <a:t>Número de la red o del host al que se envía el paquete o el valor ‘any’.</a:t>
                      </a:r>
                      <a:endParaRPr sz="1867" u="none" cap="none" strike="noStrike"/>
                    </a:p>
                  </a:txBody>
                  <a:tcPr marT="45725" marB="45725" marR="91450" marL="91450"/>
                </a:tc>
              </a:tr>
              <a:tr h="391150">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Operador</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rgbClr val="000000"/>
                          </a:solidFill>
                        </a:rPr>
                        <a:t>Opcional: eq, gt, lt, neq (para puertos)</a:t>
                      </a:r>
                      <a:endParaRPr sz="1867" u="none" cap="none" strike="noStrike"/>
                    </a:p>
                  </a:txBody>
                  <a:tcPr marT="45725" marB="45725" marR="91450" marL="91450"/>
                </a:tc>
              </a:tr>
              <a:tr h="391150">
                <a:tc>
                  <a:txBody>
                    <a:bodyPr/>
                    <a:lstStyle/>
                    <a:p>
                      <a:pPr indent="0" lvl="0" marL="0" marR="0" rtl="0" algn="l">
                        <a:lnSpc>
                          <a:spcPct val="100000"/>
                        </a:lnSpc>
                        <a:spcBef>
                          <a:spcPts val="0"/>
                        </a:spcBef>
                        <a:spcAft>
                          <a:spcPts val="0"/>
                        </a:spcAft>
                        <a:buClr>
                          <a:srgbClr val="000000"/>
                        </a:buClr>
                        <a:buSzPts val="1867"/>
                        <a:buFont typeface="Arial"/>
                        <a:buNone/>
                      </a:pPr>
                      <a:r>
                        <a:rPr lang="es-GT" sz="1867" u="none" cap="none" strike="noStrike"/>
                        <a:t>Puerto</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50"/>
                        <a:buFont typeface="Arial"/>
                        <a:buNone/>
                      </a:pPr>
                      <a:r>
                        <a:rPr b="0" i="0" lang="es-GT" sz="1850" u="none" cap="none" strike="noStrike">
                          <a:latin typeface="Arial"/>
                          <a:ea typeface="Arial"/>
                          <a:cs typeface="Arial"/>
                          <a:sym typeface="Arial"/>
                        </a:rPr>
                        <a:t>Número de puerto (ej. 80 para HTTP)</a:t>
                      </a:r>
                      <a:endParaRPr sz="1867" u="none" cap="none" strike="noStrike"/>
                    </a:p>
                  </a:txBody>
                  <a:tcPr marT="45725" marB="45725" marR="91450" marL="91450"/>
                </a:tc>
              </a:tr>
            </a:tbl>
          </a:graphicData>
        </a:graphic>
      </p:graphicFrame>
      <p:pic>
        <p:nvPicPr>
          <p:cNvPr descr="Interfaz de usuario gráfica, Aplicación&#10;&#10;El contenido generado por inteligencia artificial puede ser incorrecto." id="443" name="Google Shape;443;p8"/>
          <p:cNvPicPr preferRelativeResize="0"/>
          <p:nvPr/>
        </p:nvPicPr>
        <p:blipFill rotWithShape="1">
          <a:blip r:embed="rId3">
            <a:alphaModFix/>
          </a:blip>
          <a:srcRect b="0" l="0" r="0" t="0"/>
          <a:stretch/>
        </p:blipFill>
        <p:spPr>
          <a:xfrm>
            <a:off x="0" y="904409"/>
            <a:ext cx="12192000" cy="13295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9"/>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Conceptos Clave</a:t>
            </a:r>
            <a:endParaRPr/>
          </a:p>
        </p:txBody>
      </p:sp>
      <p:sp>
        <p:nvSpPr>
          <p:cNvPr id="449" name="Google Shape;449;p9"/>
          <p:cNvSpPr txBox="1"/>
          <p:nvPr>
            <p:ph idx="1" type="body"/>
          </p:nvPr>
        </p:nvSpPr>
        <p:spPr>
          <a:xfrm>
            <a:off x="1051550" y="2448825"/>
            <a:ext cx="10188000" cy="4413000"/>
          </a:xfrm>
          <a:prstGeom prst="rect">
            <a:avLst/>
          </a:prstGeom>
          <a:noFill/>
          <a:ln>
            <a:noFill/>
          </a:ln>
        </p:spPr>
        <p:txBody>
          <a:bodyPr anchorCtr="0" anchor="ctr" bIns="0" lIns="0" spcFirstLastPara="1" rIns="0" wrap="square" tIns="45700">
            <a:normAutofit fontScale="62500" lnSpcReduction="10000"/>
          </a:bodyPr>
          <a:lstStyle/>
          <a:p>
            <a:pPr indent="-323056" lvl="0" marL="342900" rtl="0" algn="l">
              <a:lnSpc>
                <a:spcPct val="115000"/>
              </a:lnSpc>
              <a:spcBef>
                <a:spcPts val="0"/>
              </a:spcBef>
              <a:spcAft>
                <a:spcPts val="0"/>
              </a:spcAft>
              <a:buClr>
                <a:schemeClr val="dk1"/>
              </a:buClr>
              <a:buSzPct val="100000"/>
              <a:buChar char="•"/>
            </a:pPr>
            <a:r>
              <a:rPr b="1" lang="es-GT" sz="2700"/>
              <a:t>1. Políticas de Filtrado Basadas en Reglas Secuenciales</a:t>
            </a:r>
            <a:br>
              <a:rPr lang="es-GT" sz="2700"/>
            </a:br>
            <a:r>
              <a:rPr lang="es-GT" sz="2700"/>
              <a:t>Descripción: Las ACL son conjuntos ordenados de condiciones PERMIT/DENY que evalúan paquetes de forma secuencial hasta encontrar coincidencia, terminando con una regla implícita "deny any" que bloquea todo tráfico no explícitamente permitido.</a:t>
            </a:r>
            <a:endParaRPr sz="2700"/>
          </a:p>
          <a:p>
            <a:pPr indent="-323056" lvl="0" marL="342900" rtl="0" algn="l">
              <a:lnSpc>
                <a:spcPct val="115000"/>
              </a:lnSpc>
              <a:spcBef>
                <a:spcPts val="1800"/>
              </a:spcBef>
              <a:spcAft>
                <a:spcPts val="0"/>
              </a:spcAft>
              <a:buClr>
                <a:schemeClr val="dk1"/>
              </a:buClr>
              <a:buSzPct val="100000"/>
              <a:buChar char="•"/>
            </a:pPr>
            <a:r>
              <a:rPr b="1" lang="es-GT" sz="2700"/>
              <a:t>2. Granularidad Selectiva: Estándar vs Extendida</a:t>
            </a:r>
            <a:br>
              <a:rPr lang="es-GT" sz="2700"/>
            </a:br>
            <a:r>
              <a:rPr lang="es-GT" sz="2700"/>
              <a:t>Descripción: Las ACL estándar (1-99) filtran solo por dirección IP origen, operando en capa 3 con menor precisión, mientras las extendidas (100-199) analizan IP origen/destino, protocolo y puertos en capa 4, permitiendo control específico de servicios y aplicaciones.</a:t>
            </a:r>
            <a:endParaRPr sz="2700"/>
          </a:p>
          <a:p>
            <a:pPr indent="-323056" lvl="0" marL="342900" rtl="0" algn="l">
              <a:lnSpc>
                <a:spcPct val="115000"/>
              </a:lnSpc>
              <a:spcBef>
                <a:spcPts val="1800"/>
              </a:spcBef>
              <a:spcAft>
                <a:spcPts val="0"/>
              </a:spcAft>
              <a:buClr>
                <a:schemeClr val="dk1"/>
              </a:buClr>
              <a:buSzPct val="100000"/>
              <a:buChar char="•"/>
            </a:pPr>
            <a:r>
              <a:rPr b="1" lang="es-GT" sz="2700"/>
              <a:t>3. Direccionalidad Estratégica en Aplicación</a:t>
            </a:r>
            <a:br>
              <a:rPr lang="es-GT" sz="2700"/>
            </a:br>
            <a:r>
              <a:rPr lang="es-GT" sz="2700"/>
              <a:t>Descripción: Las ACL aplicadas a interfaces INBOUND procesan tráfico antes del routing table lookup (mayor eficiencia para bloquear tráfico indeseado), mientras OUTBOUND lo hace después del routing (permite filtrado basado en ruta seleccionada), afectando significativamente el rendimiento y lógica de filtrado.</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0"/>
          <p:cNvSpPr txBox="1"/>
          <p:nvPr>
            <p:ph type="title"/>
          </p:nvPr>
        </p:nvSpPr>
        <p:spPr>
          <a:xfrm>
            <a:off x="572589" y="670015"/>
            <a:ext cx="8036651" cy="1451054"/>
          </a:xfrm>
          <a:prstGeom prst="rect">
            <a:avLst/>
          </a:prstGeom>
          <a:noFill/>
          <a:ln>
            <a:noFill/>
          </a:ln>
        </p:spPr>
        <p:txBody>
          <a:bodyPr anchorCtr="0" anchor="ctr" bIns="0" lIns="0" spcFirstLastPara="1" rIns="0" wrap="square" tIns="0">
            <a:normAutofit/>
          </a:bodyPr>
          <a:lstStyle/>
          <a:p>
            <a:pPr indent="0" lvl="0" marL="0" rtl="0" algn="r">
              <a:lnSpc>
                <a:spcPct val="80000"/>
              </a:lnSpc>
              <a:spcBef>
                <a:spcPts val="0"/>
              </a:spcBef>
              <a:spcAft>
                <a:spcPts val="0"/>
              </a:spcAft>
              <a:buClr>
                <a:schemeClr val="dk1"/>
              </a:buClr>
              <a:buSzPts val="4400"/>
              <a:buFont typeface="Franklin Gothic"/>
              <a:buNone/>
            </a:pPr>
            <a:r>
              <a:rPr lang="es-GT"/>
              <a:t>Valores</a:t>
            </a:r>
            <a:endParaRPr/>
          </a:p>
        </p:txBody>
      </p:sp>
      <p:sp>
        <p:nvSpPr>
          <p:cNvPr id="455" name="Google Shape;455;p10"/>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fontScale="92500" lnSpcReduction="20000"/>
          </a:bodyPr>
          <a:lstStyle/>
          <a:p>
            <a:pPr indent="0" lvl="0" marL="0" rtl="0" algn="r">
              <a:lnSpc>
                <a:spcPct val="70000"/>
              </a:lnSpc>
              <a:spcBef>
                <a:spcPts val="0"/>
              </a:spcBef>
              <a:spcAft>
                <a:spcPts val="0"/>
              </a:spcAft>
              <a:buClr>
                <a:schemeClr val="dk1"/>
              </a:buClr>
              <a:buSzPct val="100000"/>
              <a:buNone/>
            </a:pPr>
            <a:r>
              <a:rPr b="1" lang="es-GT"/>
              <a:t>Transparencia y Responsabilidad en el Control de Acceso</a:t>
            </a:r>
            <a:endParaRPr b="1"/>
          </a:p>
          <a:p>
            <a:pPr indent="0" lvl="0" marL="0" rtl="0" algn="r">
              <a:lnSpc>
                <a:spcPct val="115000"/>
              </a:lnSpc>
              <a:spcBef>
                <a:spcPts val="1800"/>
              </a:spcBef>
              <a:spcAft>
                <a:spcPts val="0"/>
              </a:spcAft>
              <a:buClr>
                <a:schemeClr val="dk1"/>
              </a:buClr>
              <a:buSzPct val="100000"/>
              <a:buNone/>
            </a:pPr>
            <a:br>
              <a:rPr b="1" lang="es-GT"/>
            </a:br>
            <a:r>
              <a:rPr lang="es-GT"/>
              <a:t>La implementación ética de ACL exige: documentar cada regla con justificación de seguridad legítima; aplicar proporcionalidad usando ACL extendidas para restricciones quirúrgicas que eviten censura indiscriminada; garantizar trazabilidad mediante comentarios explícitos; y mantener equilibrio entre seguridad necesaria y derecho al acceso de información, evitando filtrados arbitrarios que afecten equidad en el uso de recursos de red.</a:t>
            </a:r>
            <a:endParaRPr/>
          </a:p>
          <a:p>
            <a:pPr indent="-215900" lvl="0" marL="342900" rtl="0" algn="r">
              <a:lnSpc>
                <a:spcPct val="90000"/>
              </a:lnSpc>
              <a:spcBef>
                <a:spcPts val="1800"/>
              </a:spcBef>
              <a:spcAft>
                <a:spcPts val="0"/>
              </a:spcAft>
              <a:buClr>
                <a:schemeClr val="dk1"/>
              </a:buClr>
              <a:buSzPct val="100000"/>
              <a:buNone/>
            </a:pPr>
            <a:r>
              <a:t/>
            </a:r>
            <a:endParaRPr b="1"/>
          </a:p>
          <a:p>
            <a:pPr indent="-215900" lvl="0" marL="342900" rtl="0" algn="l">
              <a:lnSpc>
                <a:spcPct val="90000"/>
              </a:lnSpc>
              <a:spcBef>
                <a:spcPts val="1800"/>
              </a:spcBef>
              <a:spcAft>
                <a:spcPts val="0"/>
              </a:spcAft>
              <a:buClr>
                <a:schemeClr val="dk1"/>
              </a:buClr>
              <a:buSzPct val="100000"/>
              <a:buNone/>
            </a:pPr>
            <a:r>
              <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1"/>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Referencias</a:t>
            </a:r>
            <a:endParaRPr/>
          </a:p>
        </p:txBody>
      </p:sp>
      <p:sp>
        <p:nvSpPr>
          <p:cNvPr id="461" name="Google Shape;461;p11"/>
          <p:cNvSpPr txBox="1"/>
          <p:nvPr>
            <p:ph idx="1" type="body"/>
          </p:nvPr>
        </p:nvSpPr>
        <p:spPr>
          <a:xfrm>
            <a:off x="1008428" y="3772697"/>
            <a:ext cx="9465598" cy="3597470"/>
          </a:xfrm>
          <a:prstGeom prst="rect">
            <a:avLst/>
          </a:prstGeom>
          <a:noFill/>
          <a:ln>
            <a:noFill/>
          </a:ln>
        </p:spPr>
        <p:txBody>
          <a:bodyPr anchorCtr="0" anchor="ctr" bIns="0" lIns="0" spcFirstLastPara="1" rIns="0" wrap="square" tIns="45700">
            <a:normAutofit lnSpcReduction="10000"/>
          </a:bodyPr>
          <a:lstStyle/>
          <a:p>
            <a:pPr indent="0" lvl="0" marL="0" rtl="0" algn="l">
              <a:lnSpc>
                <a:spcPct val="80000"/>
              </a:lnSpc>
              <a:spcBef>
                <a:spcPts val="0"/>
              </a:spcBef>
              <a:spcAft>
                <a:spcPts val="0"/>
              </a:spcAft>
              <a:buClr>
                <a:srgbClr val="000000"/>
              </a:buClr>
              <a:buSzPts val="2000"/>
              <a:buNone/>
            </a:pPr>
            <a:r>
              <a:rPr lang="es-GT">
                <a:solidFill>
                  <a:srgbClr val="000000"/>
                </a:solidFill>
              </a:rPr>
              <a:t>Cisco Official ACL Configuration Guide</a:t>
            </a:r>
            <a:br>
              <a:rPr lang="es-GT">
                <a:solidFill>
                  <a:srgbClr val="000000"/>
                </a:solidFill>
              </a:rPr>
            </a:br>
            <a:r>
              <a:rPr lang="es-GT">
                <a:solidFill>
                  <a:srgbClr val="000000"/>
                </a:solidFill>
              </a:rPr>
              <a:t>https://www.cisco.com/c/en/us/td/docs/ios-xml/ios/sec_usr_acl/configuration/15-mt/sec-usr-acl-15-mt-book.html </a:t>
            </a:r>
            <a:endParaRPr/>
          </a:p>
          <a:p>
            <a:pPr indent="0" lvl="0" marL="0" rtl="0" algn="l">
              <a:lnSpc>
                <a:spcPct val="80000"/>
              </a:lnSpc>
              <a:spcBef>
                <a:spcPts val="1800"/>
              </a:spcBef>
              <a:spcAft>
                <a:spcPts val="0"/>
              </a:spcAft>
              <a:buClr>
                <a:srgbClr val="000000"/>
              </a:buClr>
              <a:buSzPts val="2000"/>
              <a:buNone/>
            </a:pPr>
            <a:r>
              <a:rPr lang="es-GT">
                <a:solidFill>
                  <a:srgbClr val="000000"/>
                </a:solidFill>
              </a:rPr>
              <a:t>NIST Security Guidelines on Network Access Control</a:t>
            </a:r>
            <a:br>
              <a:rPr lang="es-GT">
                <a:solidFill>
                  <a:srgbClr val="000000"/>
                </a:solidFill>
              </a:rPr>
            </a:br>
            <a:r>
              <a:rPr lang="es-GT">
                <a:solidFill>
                  <a:srgbClr val="000000"/>
                </a:solidFill>
              </a:rPr>
              <a:t>https://csrc.nist.gov/publications/detail/sp/800-41/rev-1/final </a:t>
            </a:r>
            <a:endParaRPr>
              <a:solidFill>
                <a:srgbClr val="000000"/>
              </a:solidFill>
            </a:endParaRPr>
          </a:p>
          <a:p>
            <a:pPr indent="0" lvl="0" marL="0" rtl="0" algn="l">
              <a:lnSpc>
                <a:spcPct val="80000"/>
              </a:lnSpc>
              <a:spcBef>
                <a:spcPts val="1800"/>
              </a:spcBef>
              <a:spcAft>
                <a:spcPts val="0"/>
              </a:spcAft>
              <a:buClr>
                <a:srgbClr val="000000"/>
              </a:buClr>
              <a:buSzPts val="2000"/>
              <a:buNone/>
            </a:pPr>
            <a:r>
              <a:rPr lang="es-GT">
                <a:solidFill>
                  <a:srgbClr val="000000"/>
                </a:solidFill>
              </a:rPr>
              <a:t>RFC 8519 - Network Access Control List Concepts</a:t>
            </a:r>
            <a:br>
              <a:rPr lang="es-GT">
                <a:solidFill>
                  <a:srgbClr val="000000"/>
                </a:solidFill>
              </a:rPr>
            </a:br>
            <a:r>
              <a:rPr lang="es-GT">
                <a:solidFill>
                  <a:srgbClr val="000000"/>
                </a:solidFill>
              </a:rPr>
              <a:t>https://datatracker.ietf.org/doc/html/RFC8519 </a:t>
            </a:r>
            <a:endParaRPr/>
          </a:p>
          <a:p>
            <a:pPr indent="0" lvl="0" marL="0" rtl="0" algn="l">
              <a:lnSpc>
                <a:spcPct val="80000"/>
              </a:lnSpc>
              <a:spcBef>
                <a:spcPts val="1800"/>
              </a:spcBef>
              <a:spcAft>
                <a:spcPts val="0"/>
              </a:spcAft>
              <a:buClr>
                <a:srgbClr val="000000"/>
              </a:buClr>
              <a:buSzPts val="2000"/>
              <a:buNone/>
            </a:pPr>
            <a:r>
              <a:rPr lang="es-GT">
                <a:solidFill>
                  <a:srgbClr val="000000"/>
                </a:solidFill>
              </a:rPr>
              <a:t>IEEE 802.1X Port-Based Network Access Control</a:t>
            </a:r>
            <a:br>
              <a:rPr lang="es-GT">
                <a:solidFill>
                  <a:srgbClr val="000000"/>
                </a:solidFill>
              </a:rPr>
            </a:br>
            <a:r>
              <a:rPr lang="es-GT">
                <a:solidFill>
                  <a:srgbClr val="000000"/>
                </a:solidFill>
              </a:rPr>
              <a:t>https://standards.ieee.org/standard/802-1X-2010.html </a:t>
            </a:r>
            <a:endParaRPr/>
          </a:p>
          <a:p>
            <a:pPr indent="0" lvl="0" marL="0" rtl="0" algn="l">
              <a:lnSpc>
                <a:spcPct val="80000"/>
              </a:lnSpc>
              <a:spcBef>
                <a:spcPts val="1800"/>
              </a:spcBef>
              <a:spcAft>
                <a:spcPts val="0"/>
              </a:spcAft>
              <a:buClr>
                <a:srgbClr val="000000"/>
              </a:buClr>
              <a:buSzPts val="2000"/>
              <a:buNone/>
            </a:pPr>
            <a:r>
              <a:rPr lang="es-GT">
                <a:solidFill>
                  <a:srgbClr val="000000"/>
                </a:solidFill>
              </a:rPr>
              <a:t>Cisco Packet Tracer ACL Labs &amp; Best Practices</a:t>
            </a:r>
            <a:br>
              <a:rPr lang="es-GT">
                <a:solidFill>
                  <a:srgbClr val="000000"/>
                </a:solidFill>
              </a:rPr>
            </a:br>
            <a:r>
              <a:rPr lang="es-GT">
                <a:solidFill>
                  <a:srgbClr val="000000"/>
                </a:solidFill>
              </a:rPr>
              <a:t>https://www.netacad.com/courses/packet-tracer </a:t>
            </a:r>
            <a:endParaRPr/>
          </a:p>
          <a:p>
            <a:pPr indent="0" lvl="0" marL="0" rtl="0" algn="l">
              <a:lnSpc>
                <a:spcPct val="8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a:p>
            <a:pPr indent="0" lvl="0" marL="0" rtl="0" algn="l">
              <a:lnSpc>
                <a:spcPct val="90000"/>
              </a:lnSpc>
              <a:spcBef>
                <a:spcPts val="1800"/>
              </a:spcBef>
              <a:spcAft>
                <a:spcPts val="0"/>
              </a:spcAft>
              <a:buClr>
                <a:schemeClr val="dk1"/>
              </a:buClr>
              <a:buSzPts val="2000"/>
              <a:buFont typeface="Arial"/>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Ejemplo Práctico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3"/>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Practiquemos lo aprendido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g3a07b042de2_0_111"/>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479" name="Google Shape;479;g3a07b042de2_0_111"/>
          <p:cNvGraphicFramePr/>
          <p:nvPr/>
        </p:nvGraphicFramePr>
        <p:xfrm>
          <a:off x="11267" y="1004833"/>
          <a:ext cx="3000000" cy="3000000"/>
        </p:xfrm>
        <a:graphic>
          <a:graphicData uri="http://schemas.openxmlformats.org/drawingml/2006/table">
            <a:tbl>
              <a:tblPr>
                <a:noFill/>
                <a:tableStyleId>{82B53DA9-8344-4187-9B0A-90A41536208E}</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Nombre de la actividad:</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Hoja de trabajo 1</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Sí</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480" name="Google Shape;480;g3a07b042de2_0_111"/>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GT"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481" name="Google Shape;481;g3a07b042de2_0_111"/>
          <p:cNvSpPr txBox="1"/>
          <p:nvPr/>
        </p:nvSpPr>
        <p:spPr>
          <a:xfrm>
            <a:off x="11267"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NombreTutor académico21:29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Listado de participantes a hoja de trabajo No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Estudiante1 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200000001 Estudiante1 Apellido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200000002 Estudiante2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200000003 Estudiante3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Estudiante4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200000004 Estudiante4 Apellido</a:t>
            </a:r>
            <a:endParaRPr b="0" i="0" sz="1900" u="none" cap="none" strike="noStrike">
              <a:solidFill>
                <a:schemeClr val="dk1"/>
              </a:solidFill>
              <a:latin typeface="Arial"/>
              <a:ea typeface="Arial"/>
              <a:cs typeface="Arial"/>
              <a:sym typeface="Arial"/>
            </a:endParaRPr>
          </a:p>
        </p:txBody>
      </p:sp>
      <p:graphicFrame>
        <p:nvGraphicFramePr>
          <p:cNvPr id="482" name="Google Shape;482;g3a07b042de2_0_111"/>
          <p:cNvGraphicFramePr/>
          <p:nvPr/>
        </p:nvGraphicFramePr>
        <p:xfrm>
          <a:off x="7104267" y="1293367"/>
          <a:ext cx="3000000" cy="3000000"/>
        </p:xfrm>
        <a:graphic>
          <a:graphicData uri="http://schemas.openxmlformats.org/drawingml/2006/table">
            <a:tbl>
              <a:tblPr>
                <a:noFill/>
                <a:tableStyleId>{82B53DA9-8344-4187-9B0A-90A41536208E}</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21:30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fin:</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21:50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GT" sz="1900" u="none" cap="none" strike="noStrike">
                          <a:solidFill>
                            <a:schemeClr val="dk1"/>
                          </a:solidFill>
                        </a:rPr>
                        <a:t>Duración(min):</a:t>
                      </a:r>
                      <a:endParaRPr b="1" sz="7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483" name="Google Shape;483;g3a07b042de2_0_111"/>
          <p:cNvSpPr txBox="1"/>
          <p:nvPr/>
        </p:nvSpPr>
        <p:spPr>
          <a:xfrm>
            <a:off x="4174400"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Estudiante5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200000005 Estudiante5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Estudiante6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200000006 Estudiante6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Estudiante7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200000007 Estudiante7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Estudiante8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200000008 Estudiante8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Estudiante9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200000009 Estudiante9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
        <p:nvSpPr>
          <p:cNvPr id="484" name="Google Shape;484;g3a07b042de2_0_111"/>
          <p:cNvSpPr txBox="1"/>
          <p:nvPr/>
        </p:nvSpPr>
        <p:spPr>
          <a:xfrm>
            <a:off x="8337533" y="3303867"/>
            <a:ext cx="3843300" cy="37557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Estudiante10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2000000010 Estudiante10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Estudiante11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2000000011 Estudiante11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2000000012 Estudiante12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2000000013 Estudiant13 Apellido</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4"/>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Dudas</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5"/>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Gracias por su atención</a:t>
            </a:r>
            <a:endParaRPr b="1" i="0" sz="6000" u="none" cap="none" strike="noStrike">
              <a:solidFill>
                <a:schemeClr val="dk1"/>
              </a:solidFill>
              <a:latin typeface="Franklin Gothic"/>
              <a:ea typeface="Franklin Gothic"/>
              <a:cs typeface="Franklin Gothic"/>
              <a:sym typeface="Franklin Gothic"/>
            </a:endParaRPr>
          </a:p>
        </p:txBody>
      </p:sp>
      <p:sp>
        <p:nvSpPr>
          <p:cNvPr id="497" name="Google Shape;497;p15"/>
          <p:cNvSpPr txBox="1"/>
          <p:nvPr/>
        </p:nvSpPr>
        <p:spPr>
          <a:xfrm>
            <a:off x="598715" y="5225142"/>
            <a:ext cx="785948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GT" sz="1800" u="none" cap="none" strike="noStrike">
                <a:solidFill>
                  <a:srgbClr val="0C0C0C"/>
                </a:solidFill>
                <a:latin typeface="Libre Franklin"/>
                <a:ea typeface="Libre Franklin"/>
                <a:cs typeface="Libre Franklin"/>
                <a:sym typeface="Libre Franklin"/>
              </a:rPr>
              <a:t>RECUERDA QUE TENEMOS NUESTRO FORO SEMANAL DONDE PUEDES CONSULTAR CUALQUIER DUDA QUE TE SURJA EN LA SEMANA</a:t>
            </a:r>
            <a:endParaRPr/>
          </a:p>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Aspecto">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2025-01-29T05:11:38Z</dcterms:created>
  <dc:creator>Jose Rodrigo Rodas Palencia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0x010100DC455CA444E7564FBCD418AEB3DAFB1D</vt:lpwstr>
  </property>
</Properties>
</file>