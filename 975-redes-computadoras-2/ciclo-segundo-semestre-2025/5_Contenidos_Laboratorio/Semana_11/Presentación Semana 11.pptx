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0" r:id="rId5"/>
    <p:sldMasterId id="2147483674" r:id="rId6"/>
    <p:sldMasterId id="214748370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y="6858000" cx="12192000"/>
  <p:notesSz cx="6858000" cy="9144000"/>
  <p:embeddedFontLst>
    <p:embeddedFont>
      <p:font typeface="Libre Franklin"/>
      <p:regular r:id="rId32"/>
      <p:bold r:id="rId33"/>
      <p:italic r:id="rId34"/>
      <p:boldItalic r:id="rId35"/>
    </p:embeddedFont>
    <p:embeddedFont>
      <p:font typeface="Franklin Gothic"/>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6QIqxeueR1Rr7eNsLnhxbnn5V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7E7F97-E690-4323-BA56-DBB2F513826A}">
  <a:tblStyle styleId="{B37E7F97-E690-4323-BA56-DBB2F513826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AA1A0B9-A277-470F-93E3-F4AAB1E5C738}"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font" Target="fonts/LibreFranklin-bold.fntdata"/><Relationship Id="rId10" Type="http://schemas.openxmlformats.org/officeDocument/2006/relationships/slide" Target="slides/slide2.xml"/><Relationship Id="rId32" Type="http://schemas.openxmlformats.org/officeDocument/2006/relationships/font" Target="fonts/LibreFranklin-regular.fntdata"/><Relationship Id="rId13" Type="http://schemas.openxmlformats.org/officeDocument/2006/relationships/slide" Target="slides/slide5.xml"/><Relationship Id="rId35" Type="http://schemas.openxmlformats.org/officeDocument/2006/relationships/font" Target="fonts/LibreFranklin-boldItalic.fntdata"/><Relationship Id="rId12" Type="http://schemas.openxmlformats.org/officeDocument/2006/relationships/slide" Target="slides/slide4.xml"/><Relationship Id="rId34" Type="http://schemas.openxmlformats.org/officeDocument/2006/relationships/font" Target="fonts/LibreFranklin-italic.fntdata"/><Relationship Id="rId15" Type="http://schemas.openxmlformats.org/officeDocument/2006/relationships/slide" Target="slides/slide7.xml"/><Relationship Id="rId37" Type="http://customschemas.google.com/relationships/presentationmetadata" Target="metadata"/><Relationship Id="rId14" Type="http://schemas.openxmlformats.org/officeDocument/2006/relationships/slide" Target="slides/slide6.xml"/><Relationship Id="rId36" Type="http://schemas.openxmlformats.org/officeDocument/2006/relationships/font" Target="fonts/FranklinGothic-bold.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07b59e9b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g3a07b59e9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6" name="Google Shape;4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16" name="Google Shape;51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2" name="Google Shape;52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a07b59e9ba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g3a07b59e9ba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39" name="Google Shape;5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45" name="Google Shape;54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G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4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 name="Google Shape;19;p4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0" name="Google Shape;20;p4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4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 name="Google Shape;23;p4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44"/>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7" name="Google Shape;27;p44"/>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8" name="Google Shape;28;p4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2" name="Shape 32"/>
        <p:cNvGrpSpPr/>
        <p:nvPr/>
      </p:nvGrpSpPr>
      <p:grpSpPr>
        <a:xfrm>
          <a:off x="0" y="0"/>
          <a:ext cx="0" cy="0"/>
          <a:chOff x="0" y="0"/>
          <a:chExt cx="0" cy="0"/>
        </a:xfrm>
      </p:grpSpPr>
      <p:sp>
        <p:nvSpPr>
          <p:cNvPr id="33" name="Google Shape;33;p46"/>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34" name="Google Shape;34;p46"/>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5" name="Google Shape;35;p4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 name="Shape 36"/>
        <p:cNvGrpSpPr/>
        <p:nvPr/>
      </p:nvGrpSpPr>
      <p:grpSpPr>
        <a:xfrm>
          <a:off x="0" y="0"/>
          <a:ext cx="0" cy="0"/>
          <a:chOff x="0" y="0"/>
          <a:chExt cx="0" cy="0"/>
        </a:xfrm>
      </p:grpSpPr>
      <p:sp>
        <p:nvSpPr>
          <p:cNvPr id="37" name="Google Shape;37;p47"/>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38" name="Google Shape;38;p4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 name="Shape 39"/>
        <p:cNvGrpSpPr/>
        <p:nvPr/>
      </p:nvGrpSpPr>
      <p:grpSpPr>
        <a:xfrm>
          <a:off x="0" y="0"/>
          <a:ext cx="0" cy="0"/>
          <a:chOff x="0" y="0"/>
          <a:chExt cx="0" cy="0"/>
        </a:xfrm>
      </p:grpSpPr>
      <p:sp>
        <p:nvSpPr>
          <p:cNvPr id="40" name="Google Shape;40;p4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41" name="Google Shape;41;p48"/>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42" name="Google Shape;42;p48"/>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43" name="Google Shape;43;p48"/>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5" name="Shape 45"/>
        <p:cNvGrpSpPr/>
        <p:nvPr/>
      </p:nvGrpSpPr>
      <p:grpSpPr>
        <a:xfrm>
          <a:off x="0" y="0"/>
          <a:ext cx="0" cy="0"/>
          <a:chOff x="0" y="0"/>
          <a:chExt cx="0" cy="0"/>
        </a:xfrm>
      </p:grpSpPr>
      <p:sp>
        <p:nvSpPr>
          <p:cNvPr id="46" name="Google Shape;46;p49"/>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4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8" name="Shape 48"/>
        <p:cNvGrpSpPr/>
        <p:nvPr/>
      </p:nvGrpSpPr>
      <p:grpSpPr>
        <a:xfrm>
          <a:off x="0" y="0"/>
          <a:ext cx="0" cy="0"/>
          <a:chOff x="0" y="0"/>
          <a:chExt cx="0" cy="0"/>
        </a:xfrm>
      </p:grpSpPr>
      <p:sp>
        <p:nvSpPr>
          <p:cNvPr id="49" name="Google Shape;49;p50"/>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50" name="Google Shape;50;p50"/>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5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5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bg>
      <p:bgPr>
        <a:solidFill>
          <a:schemeClr val="lt1"/>
        </a:solidFill>
      </p:bgPr>
    </p:bg>
    <p:spTree>
      <p:nvGrpSpPr>
        <p:cNvPr id="59" name="Shape 59"/>
        <p:cNvGrpSpPr/>
        <p:nvPr/>
      </p:nvGrpSpPr>
      <p:grpSpPr>
        <a:xfrm>
          <a:off x="0" y="0"/>
          <a:ext cx="0" cy="0"/>
          <a:chOff x="0" y="0"/>
          <a:chExt cx="0" cy="0"/>
        </a:xfrm>
      </p:grpSpPr>
      <p:sp>
        <p:nvSpPr>
          <p:cNvPr id="60" name="Google Shape;60;p26"/>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61" name="Google Shape;61;p26"/>
          <p:cNvGrpSpPr/>
          <p:nvPr/>
        </p:nvGrpSpPr>
        <p:grpSpPr>
          <a:xfrm>
            <a:off x="1" y="758752"/>
            <a:ext cx="6099248" cy="6099248"/>
            <a:chOff x="0" y="12289"/>
            <a:chExt cx="3550" cy="3551"/>
          </a:xfrm>
        </p:grpSpPr>
        <p:sp>
          <p:nvSpPr>
            <p:cNvPr id="62" name="Google Shape;62;p2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3" name="Google Shape;63;p2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64" name="Google Shape;64;p2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cxnSp>
        <p:nvCxnSpPr>
          <p:cNvPr id="65" name="Google Shape;65;p26"/>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66" name="Google Shape;66;p26"/>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67" name="Shape 67"/>
        <p:cNvGrpSpPr/>
        <p:nvPr/>
      </p:nvGrpSpPr>
      <p:grpSpPr>
        <a:xfrm>
          <a:off x="0" y="0"/>
          <a:ext cx="0" cy="0"/>
          <a:chOff x="0" y="0"/>
          <a:chExt cx="0" cy="0"/>
        </a:xfrm>
      </p:grpSpPr>
      <p:grpSp>
        <p:nvGrpSpPr>
          <p:cNvPr id="68" name="Google Shape;68;p27"/>
          <p:cNvGrpSpPr/>
          <p:nvPr/>
        </p:nvGrpSpPr>
        <p:grpSpPr>
          <a:xfrm>
            <a:off x="6362700" y="0"/>
            <a:ext cx="5829298" cy="3235602"/>
            <a:chOff x="5612972" y="1"/>
            <a:chExt cx="6615961" cy="3672246"/>
          </a:xfrm>
        </p:grpSpPr>
        <p:sp>
          <p:nvSpPr>
            <p:cNvPr id="69" name="Google Shape;69;p27"/>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0" name="Google Shape;70;p27"/>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1" name="Google Shape;71;p27"/>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2" name="Google Shape;72;p27"/>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73" name="Google Shape;73;p27"/>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74" name="Google Shape;74;p27"/>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7"/>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81000" lvl="0" marL="457200" algn="l">
              <a:lnSpc>
                <a:spcPct val="80000"/>
              </a:lnSpc>
              <a:spcBef>
                <a:spcPts val="2200"/>
              </a:spcBef>
              <a:spcAft>
                <a:spcPts val="0"/>
              </a:spcAft>
              <a:buClr>
                <a:srgbClr val="5D7C3F"/>
              </a:buClr>
              <a:buSzPts val="2400"/>
              <a:buFont typeface="Arial"/>
              <a:buChar char="•"/>
              <a:defRPr b="1" i="0" sz="2400">
                <a:solidFill>
                  <a:srgbClr val="5D7C3F"/>
                </a:solidFill>
                <a:latin typeface="Libre Franklin"/>
                <a:ea typeface="Libre Franklin"/>
                <a:cs typeface="Libre Franklin"/>
                <a:sym typeface="Libre Franklin"/>
              </a:defRPr>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2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77" name="Google Shape;77;p2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78" name="Google Shape;78;p27"/>
          <p:cNvCxnSpPr/>
          <p:nvPr/>
        </p:nvCxnSpPr>
        <p:spPr>
          <a:xfrm>
            <a:off x="594360" y="2148840"/>
            <a:ext cx="2130552" cy="0"/>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bg>
      <p:bgPr>
        <a:solidFill>
          <a:schemeClr val="lt1"/>
        </a:solidFill>
      </p:bgPr>
    </p:bg>
    <p:spTree>
      <p:nvGrpSpPr>
        <p:cNvPr id="79" name="Shape 79"/>
        <p:cNvGrpSpPr/>
        <p:nvPr/>
      </p:nvGrpSpPr>
      <p:grpSpPr>
        <a:xfrm>
          <a:off x="0" y="0"/>
          <a:ext cx="0" cy="0"/>
          <a:chOff x="0" y="0"/>
          <a:chExt cx="0" cy="0"/>
        </a:xfrm>
      </p:grpSpPr>
      <p:grpSp>
        <p:nvGrpSpPr>
          <p:cNvPr id="80" name="Google Shape;80;p28"/>
          <p:cNvGrpSpPr/>
          <p:nvPr/>
        </p:nvGrpSpPr>
        <p:grpSpPr>
          <a:xfrm rot="10800000">
            <a:off x="8870040" y="0"/>
            <a:ext cx="3325208" cy="3325208"/>
            <a:chOff x="0" y="12289"/>
            <a:chExt cx="3550" cy="3551"/>
          </a:xfrm>
        </p:grpSpPr>
        <p:sp>
          <p:nvSpPr>
            <p:cNvPr id="81" name="Google Shape;81;p28"/>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2" name="Google Shape;82;p28"/>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3" name="Google Shape;83;p28"/>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84" name="Google Shape;84;p28"/>
          <p:cNvSpPr txBox="1"/>
          <p:nvPr>
            <p:ph type="title"/>
          </p:nvPr>
        </p:nvSpPr>
        <p:spPr>
          <a:xfrm>
            <a:off x="594360" y="278129"/>
            <a:ext cx="9778365" cy="149459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8"/>
          <p:cNvSpPr txBox="1"/>
          <p:nvPr>
            <p:ph idx="1" type="body"/>
          </p:nvPr>
        </p:nvSpPr>
        <p:spPr>
          <a:xfrm>
            <a:off x="594360"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6" name="Google Shape;86;p28"/>
          <p:cNvSpPr txBox="1"/>
          <p:nvPr>
            <p:ph idx="2" type="body"/>
          </p:nvPr>
        </p:nvSpPr>
        <p:spPr>
          <a:xfrm>
            <a:off x="5881898" y="2676525"/>
            <a:ext cx="4490827" cy="3597470"/>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7" name="Google Shape;87;p2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88" name="Google Shape;88;p2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89" name="Google Shape;89;p28"/>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bg>
      <p:bgPr>
        <a:solidFill>
          <a:schemeClr val="lt1"/>
        </a:solidFill>
      </p:bgPr>
    </p:bg>
    <p:spTree>
      <p:nvGrpSpPr>
        <p:cNvPr id="90" name="Shape 90"/>
        <p:cNvGrpSpPr/>
        <p:nvPr/>
      </p:nvGrpSpPr>
      <p:grpSpPr>
        <a:xfrm>
          <a:off x="0" y="0"/>
          <a:ext cx="0" cy="0"/>
          <a:chOff x="0" y="0"/>
          <a:chExt cx="0" cy="0"/>
        </a:xfrm>
      </p:grpSpPr>
      <p:sp>
        <p:nvSpPr>
          <p:cNvPr id="91" name="Google Shape;91;p3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92" name="Google Shape;92;p32"/>
          <p:cNvGrpSpPr/>
          <p:nvPr/>
        </p:nvGrpSpPr>
        <p:grpSpPr>
          <a:xfrm rot="10800000">
            <a:off x="6092752" y="0"/>
            <a:ext cx="6099248" cy="6099248"/>
            <a:chOff x="0" y="12289"/>
            <a:chExt cx="3550" cy="3551"/>
          </a:xfrm>
        </p:grpSpPr>
        <p:sp>
          <p:nvSpPr>
            <p:cNvPr id="93" name="Google Shape;93;p32"/>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4" name="Google Shape;94;p32"/>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95" name="Google Shape;95;p32"/>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96" name="Google Shape;96;p32"/>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97" name="Google Shape;97;p32"/>
          <p:cNvCxnSpPr/>
          <p:nvPr/>
        </p:nvCxnSpPr>
        <p:spPr>
          <a:xfrm>
            <a:off x="594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bg>
      <p:bgPr>
        <a:solidFill>
          <a:schemeClr val="lt1"/>
        </a:solidFill>
      </p:bgPr>
    </p:bg>
    <p:spTree>
      <p:nvGrpSpPr>
        <p:cNvPr id="98" name="Shape 98"/>
        <p:cNvGrpSpPr/>
        <p:nvPr/>
      </p:nvGrpSpPr>
      <p:grpSpPr>
        <a:xfrm>
          <a:off x="0" y="0"/>
          <a:ext cx="0" cy="0"/>
          <a:chOff x="0" y="0"/>
          <a:chExt cx="0" cy="0"/>
        </a:xfrm>
      </p:grpSpPr>
      <p:sp>
        <p:nvSpPr>
          <p:cNvPr id="99" name="Google Shape;99;p33"/>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grpSp>
        <p:nvGrpSpPr>
          <p:cNvPr id="100" name="Google Shape;100;p33"/>
          <p:cNvGrpSpPr/>
          <p:nvPr/>
        </p:nvGrpSpPr>
        <p:grpSpPr>
          <a:xfrm>
            <a:off x="1" y="758752"/>
            <a:ext cx="6099248" cy="6099248"/>
            <a:chOff x="0" y="12289"/>
            <a:chExt cx="3550" cy="3551"/>
          </a:xfrm>
        </p:grpSpPr>
        <p:sp>
          <p:nvSpPr>
            <p:cNvPr id="101" name="Google Shape;101;p33"/>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2" name="Google Shape;102;p33"/>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03" name="Google Shape;103;p33"/>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cxnSp>
        <p:nvCxnSpPr>
          <p:cNvPr id="104" name="Google Shape;104;p33"/>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bg>
      <p:bgPr>
        <a:solidFill>
          <a:schemeClr val="accent3"/>
        </a:solidFill>
      </p:bgPr>
    </p:bg>
    <p:spTree>
      <p:nvGrpSpPr>
        <p:cNvPr id="105" name="Shape 105"/>
        <p:cNvGrpSpPr/>
        <p:nvPr/>
      </p:nvGrpSpPr>
      <p:grpSpPr>
        <a:xfrm>
          <a:off x="0" y="0"/>
          <a:ext cx="0" cy="0"/>
          <a:chOff x="0" y="0"/>
          <a:chExt cx="0" cy="0"/>
        </a:xfrm>
      </p:grpSpPr>
      <p:sp>
        <p:nvSpPr>
          <p:cNvPr id="106" name="Google Shape;106;p34"/>
          <p:cNvSpPr/>
          <p:nvPr>
            <p:ph idx="2" type="pic"/>
          </p:nvPr>
        </p:nvSpPr>
        <p:spPr>
          <a:xfrm>
            <a:off x="0" y="0"/>
            <a:ext cx="12192000" cy="6880543"/>
          </a:xfrm>
          <a:prstGeom prst="rect">
            <a:avLst/>
          </a:prstGeom>
          <a:noFill/>
          <a:ln>
            <a:noFill/>
          </a:ln>
        </p:spPr>
      </p:sp>
      <p:sp>
        <p:nvSpPr>
          <p:cNvPr id="107" name="Google Shape;107;p34"/>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lt1"/>
              </a:buClr>
              <a:buSzPts val="6000"/>
              <a:buFont typeface="Franklin Gothic"/>
              <a:buNone/>
              <a:defRPr b="1" i="0" sz="600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4"/>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bg>
      <p:bgPr>
        <a:solidFill>
          <a:schemeClr val="lt1"/>
        </a:solidFill>
      </p:bgPr>
    </p:bg>
    <p:spTree>
      <p:nvGrpSpPr>
        <p:cNvPr id="109" name="Shape 109"/>
        <p:cNvGrpSpPr/>
        <p:nvPr/>
      </p:nvGrpSpPr>
      <p:grpSpPr>
        <a:xfrm>
          <a:off x="0" y="0"/>
          <a:ext cx="0" cy="0"/>
          <a:chOff x="0" y="0"/>
          <a:chExt cx="0" cy="0"/>
        </a:xfrm>
      </p:grpSpPr>
      <p:sp>
        <p:nvSpPr>
          <p:cNvPr id="110" name="Google Shape;110;p35"/>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6000"/>
              <a:buFont typeface="Franklin Gothic"/>
              <a:buNone/>
              <a:defRPr b="1" i="0" sz="60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5"/>
          <p:cNvSpPr/>
          <p:nvPr>
            <p:ph idx="2" type="pic"/>
          </p:nvPr>
        </p:nvSpPr>
        <p:spPr>
          <a:xfrm>
            <a:off x="0" y="-11113"/>
            <a:ext cx="5791200" cy="6880226"/>
          </a:xfrm>
          <a:prstGeom prst="rect">
            <a:avLst/>
          </a:prstGeom>
          <a:noFill/>
          <a:ln>
            <a:noFill/>
          </a:ln>
        </p:spPr>
      </p:sp>
      <p:sp>
        <p:nvSpPr>
          <p:cNvPr id="112" name="Google Shape;112;p35"/>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5D7C3F"/>
              </a:buClr>
              <a:buSzPts val="2400"/>
              <a:buNone/>
              <a:defRPr b="1" i="0" sz="2400">
                <a:solidFill>
                  <a:srgbClr val="5D7C3F"/>
                </a:solidFill>
                <a:latin typeface="Libre Franklin"/>
                <a:ea typeface="Libre Franklin"/>
                <a:cs typeface="Libre Franklin"/>
                <a:sym typeface="Libre Franklin"/>
              </a:defRPr>
            </a:lvl1pPr>
            <a:lvl2pPr indent="-482600" lvl="1" marL="914400" algn="l">
              <a:lnSpc>
                <a:spcPct val="90000"/>
              </a:lnSpc>
              <a:spcBef>
                <a:spcPts val="500"/>
              </a:spcBef>
              <a:spcAft>
                <a:spcPts val="0"/>
              </a:spcAft>
              <a:buClr>
                <a:schemeClr val="dk1"/>
              </a:buClr>
              <a:buSzPts val="4000"/>
              <a:buChar char="•"/>
              <a:defRPr sz="4000"/>
            </a:lvl2pPr>
            <a:lvl3pPr indent="-482600" lvl="2" marL="1371600" algn="l">
              <a:lnSpc>
                <a:spcPct val="90000"/>
              </a:lnSpc>
              <a:spcBef>
                <a:spcPts val="500"/>
              </a:spcBef>
              <a:spcAft>
                <a:spcPts val="0"/>
              </a:spcAft>
              <a:buClr>
                <a:schemeClr val="dk1"/>
              </a:buClr>
              <a:buSzPts val="4000"/>
              <a:buChar char="•"/>
              <a:defRPr sz="4000"/>
            </a:lvl3pPr>
            <a:lvl4pPr indent="-482600" lvl="3" marL="1828800" algn="l">
              <a:lnSpc>
                <a:spcPct val="90000"/>
              </a:lnSpc>
              <a:spcBef>
                <a:spcPts val="500"/>
              </a:spcBef>
              <a:spcAft>
                <a:spcPts val="0"/>
              </a:spcAft>
              <a:buClr>
                <a:schemeClr val="dk1"/>
              </a:buClr>
              <a:buSzPts val="4000"/>
              <a:buChar char="•"/>
              <a:defRPr sz="4000"/>
            </a:lvl4pPr>
            <a:lvl5pPr indent="-482600" lvl="4" marL="2286000" algn="l">
              <a:lnSpc>
                <a:spcPct val="90000"/>
              </a:lnSpc>
              <a:spcBef>
                <a:spcPts val="500"/>
              </a:spcBef>
              <a:spcAft>
                <a:spcPts val="0"/>
              </a:spcAft>
              <a:buClr>
                <a:schemeClr val="dk1"/>
              </a:buClr>
              <a:buSzPts val="4000"/>
              <a:buChar char="•"/>
              <a:defRPr sz="4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13" name="Google Shape;113;p35"/>
          <p:cNvCxnSpPr/>
          <p:nvPr/>
        </p:nvCxnSpPr>
        <p:spPr>
          <a:xfrm>
            <a:off x="6309360" y="3950208"/>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bg>
      <p:bgPr>
        <a:solidFill>
          <a:schemeClr val="lt1"/>
        </a:solidFill>
      </p:bgPr>
    </p:bg>
    <p:spTree>
      <p:nvGrpSpPr>
        <p:cNvPr id="114" name="Shape 114"/>
        <p:cNvGrpSpPr/>
        <p:nvPr/>
      </p:nvGrpSpPr>
      <p:grpSpPr>
        <a:xfrm>
          <a:off x="0" y="0"/>
          <a:ext cx="0" cy="0"/>
          <a:chOff x="0" y="0"/>
          <a:chExt cx="0" cy="0"/>
        </a:xfrm>
      </p:grpSpPr>
      <p:cxnSp>
        <p:nvCxnSpPr>
          <p:cNvPr id="115" name="Google Shape;115;p36"/>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grpSp>
        <p:nvGrpSpPr>
          <p:cNvPr id="116" name="Google Shape;116;p36"/>
          <p:cNvGrpSpPr/>
          <p:nvPr/>
        </p:nvGrpSpPr>
        <p:grpSpPr>
          <a:xfrm flipH="1" rot="5400000">
            <a:off x="0" y="3900132"/>
            <a:ext cx="2959226" cy="2959226"/>
            <a:chOff x="0" y="12289"/>
            <a:chExt cx="3550" cy="3551"/>
          </a:xfrm>
        </p:grpSpPr>
        <p:sp>
          <p:nvSpPr>
            <p:cNvPr id="117" name="Google Shape;117;p3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8" name="Google Shape;118;p3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19" name="Google Shape;119;p3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20" name="Google Shape;120;p36"/>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6"/>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2" name="Google Shape;122;p36"/>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23" name="Google Shape;123;p36"/>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bg>
      <p:bgPr>
        <a:solidFill>
          <a:schemeClr val="lt1"/>
        </a:solidFill>
      </p:bgPr>
    </p:bg>
    <p:spTree>
      <p:nvGrpSpPr>
        <p:cNvPr id="124" name="Shape 124"/>
        <p:cNvGrpSpPr/>
        <p:nvPr/>
      </p:nvGrpSpPr>
      <p:grpSpPr>
        <a:xfrm>
          <a:off x="0" y="0"/>
          <a:ext cx="0" cy="0"/>
          <a:chOff x="0" y="0"/>
          <a:chExt cx="0" cy="0"/>
        </a:xfrm>
      </p:grpSpPr>
      <p:grpSp>
        <p:nvGrpSpPr>
          <p:cNvPr id="125" name="Google Shape;125;p37"/>
          <p:cNvGrpSpPr/>
          <p:nvPr/>
        </p:nvGrpSpPr>
        <p:grpSpPr>
          <a:xfrm>
            <a:off x="6362700" y="0"/>
            <a:ext cx="5829298" cy="3235602"/>
            <a:chOff x="5612972" y="1"/>
            <a:chExt cx="6615961" cy="3672246"/>
          </a:xfrm>
        </p:grpSpPr>
        <p:sp>
          <p:nvSpPr>
            <p:cNvPr id="126" name="Google Shape;126;p37"/>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7" name="Google Shape;127;p37"/>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8" name="Google Shape;128;p37"/>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29" name="Google Shape;129;p37"/>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30" name="Google Shape;130;p37"/>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31" name="Google Shape;131;p37"/>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32" name="Google Shape;132;p37"/>
          <p:cNvCxnSpPr/>
          <p:nvPr/>
        </p:nvCxnSpPr>
        <p:spPr>
          <a:xfrm>
            <a:off x="6347460"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33" name="Google Shape;133;p37"/>
          <p:cNvSpPr txBox="1"/>
          <p:nvPr>
            <p:ph idx="1" type="body"/>
          </p:nvPr>
        </p:nvSpPr>
        <p:spPr>
          <a:xfrm>
            <a:off x="603885" y="457201"/>
            <a:ext cx="5198269" cy="2305050"/>
          </a:xfrm>
          <a:prstGeom prst="rect">
            <a:avLst/>
          </a:prstGeom>
          <a:noFill/>
          <a:ln>
            <a:noFill/>
          </a:ln>
        </p:spPr>
        <p:txBody>
          <a:bodyPr anchorCtr="0" anchor="t" bIns="45700" lIns="0" spcFirstLastPara="1" rIns="91425" wrap="square" tIns="274300">
            <a:normAutofit/>
          </a:bodyPr>
          <a:lstStyle>
            <a:lvl1pPr indent="-355600" lvl="0" marL="457200" algn="l">
              <a:lnSpc>
                <a:spcPct val="90000"/>
              </a:lnSpc>
              <a:spcBef>
                <a:spcPts val="1800"/>
              </a:spcBef>
              <a:spcAft>
                <a:spcPts val="0"/>
              </a:spcAft>
              <a:buClr>
                <a:schemeClr val="dk1"/>
              </a:buClr>
              <a:buSzPts val="2000"/>
              <a:buFont typeface="Franklin Gothic"/>
              <a:buAutoNum type="arabicPeriod"/>
              <a:defRPr sz="2000"/>
            </a:lvl1pPr>
            <a:lvl2pPr indent="-355600" lvl="1" marL="914400" algn="l">
              <a:lnSpc>
                <a:spcPct val="90000"/>
              </a:lnSpc>
              <a:spcBef>
                <a:spcPts val="1800"/>
              </a:spcBef>
              <a:spcAft>
                <a:spcPts val="0"/>
              </a:spcAft>
              <a:buClr>
                <a:schemeClr val="dk1"/>
              </a:buClr>
              <a:buSzPts val="2000"/>
              <a:buFont typeface="Franklin Gothic"/>
              <a:buAutoNum type="alphaLcPeriod"/>
              <a:defRPr sz="2000"/>
            </a:lvl2pPr>
            <a:lvl3pPr indent="-355600" lvl="2" marL="1371600" algn="l">
              <a:lnSpc>
                <a:spcPct val="90000"/>
              </a:lnSpc>
              <a:spcBef>
                <a:spcPts val="1800"/>
              </a:spcBef>
              <a:spcAft>
                <a:spcPts val="0"/>
              </a:spcAft>
              <a:buClr>
                <a:schemeClr val="dk1"/>
              </a:buClr>
              <a:buSzPts val="2000"/>
              <a:buFont typeface="Franklin Gothic"/>
              <a:buAutoNum type="arabicParenR"/>
              <a:defRPr sz="2000"/>
            </a:lvl3pPr>
            <a:lvl4pPr indent="-228600" lvl="3" marL="1828800" algn="l">
              <a:lnSpc>
                <a:spcPct val="90000"/>
              </a:lnSpc>
              <a:spcBef>
                <a:spcPts val="1800"/>
              </a:spcBef>
              <a:spcAft>
                <a:spcPts val="0"/>
              </a:spcAft>
              <a:buClr>
                <a:schemeClr val="dk1"/>
              </a:buClr>
              <a:buSzPts val="2000"/>
              <a:buFont typeface="Franklin Gothic"/>
              <a:buNone/>
              <a:defRPr sz="2000"/>
            </a:lvl4pPr>
            <a:lvl5pPr indent="-355600" lvl="4" marL="2286000" algn="l">
              <a:lnSpc>
                <a:spcPct val="90000"/>
              </a:lnSpc>
              <a:spcBef>
                <a:spcPts val="1800"/>
              </a:spcBef>
              <a:spcAft>
                <a:spcPts val="0"/>
              </a:spcAft>
              <a:buClr>
                <a:schemeClr val="dk1"/>
              </a:buClr>
              <a:buSzPts val="2000"/>
              <a:buFont typeface="Franklin Gothic"/>
              <a:buAutoNum type="arabicPeriod"/>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37"/>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5" name="Google Shape;135;p37"/>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36" name="Google Shape;136;p37"/>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bg>
      <p:bgPr>
        <a:solidFill>
          <a:schemeClr val="lt1"/>
        </a:solidFill>
      </p:bgPr>
    </p:bg>
    <p:spTree>
      <p:nvGrpSpPr>
        <p:cNvPr id="137" name="Shape 137"/>
        <p:cNvGrpSpPr/>
        <p:nvPr/>
      </p:nvGrpSpPr>
      <p:grpSpPr>
        <a:xfrm>
          <a:off x="0" y="0"/>
          <a:ext cx="0" cy="0"/>
          <a:chOff x="0" y="0"/>
          <a:chExt cx="0" cy="0"/>
        </a:xfrm>
      </p:grpSpPr>
      <p:sp>
        <p:nvSpPr>
          <p:cNvPr id="138" name="Google Shape;138;p38"/>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8"/>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cxnSp>
        <p:nvCxnSpPr>
          <p:cNvPr id="140" name="Google Shape;140;p38"/>
          <p:cNvCxnSpPr/>
          <p:nvPr/>
        </p:nvCxnSpPr>
        <p:spPr>
          <a:xfrm>
            <a:off x="594360" y="2997459"/>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41" name="Google Shape;141;p38"/>
          <p:cNvSpPr/>
          <p:nvPr>
            <p:ph idx="2" type="pic"/>
          </p:nvPr>
        </p:nvSpPr>
        <p:spPr>
          <a:xfrm>
            <a:off x="6096000" y="0"/>
            <a:ext cx="6118225" cy="6858000"/>
          </a:xfrm>
          <a:prstGeom prst="rect">
            <a:avLst/>
          </a:prstGeom>
          <a:noFill/>
          <a:ln>
            <a:noFill/>
          </a:ln>
        </p:spPr>
      </p:sp>
      <p:sp>
        <p:nvSpPr>
          <p:cNvPr id="142" name="Google Shape;142;p38"/>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43" name="Google Shape;143;p38"/>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y tabla del título">
  <p:cSld name="Contenido y tabla del título">
    <p:bg>
      <p:bgPr>
        <a:solidFill>
          <a:schemeClr val="lt1"/>
        </a:solidFill>
      </p:bgPr>
    </p:bg>
    <p:spTree>
      <p:nvGrpSpPr>
        <p:cNvPr id="144" name="Shape 144"/>
        <p:cNvGrpSpPr/>
        <p:nvPr/>
      </p:nvGrpSpPr>
      <p:grpSpPr>
        <a:xfrm>
          <a:off x="0" y="0"/>
          <a:ext cx="0" cy="0"/>
          <a:chOff x="0" y="0"/>
          <a:chExt cx="0" cy="0"/>
        </a:xfrm>
      </p:grpSpPr>
      <p:grpSp>
        <p:nvGrpSpPr>
          <p:cNvPr id="145" name="Google Shape;145;p39"/>
          <p:cNvGrpSpPr/>
          <p:nvPr/>
        </p:nvGrpSpPr>
        <p:grpSpPr>
          <a:xfrm flipH="1" rot="5400000">
            <a:off x="0" y="3900132"/>
            <a:ext cx="2959226" cy="2959226"/>
            <a:chOff x="0" y="12289"/>
            <a:chExt cx="3550" cy="3551"/>
          </a:xfrm>
        </p:grpSpPr>
        <p:sp>
          <p:nvSpPr>
            <p:cNvPr id="146" name="Google Shape;146;p39"/>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7" name="Google Shape;147;p39"/>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48" name="Google Shape;148;p39"/>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49" name="Google Shape;149;p39"/>
          <p:cNvSpPr txBox="1"/>
          <p:nvPr>
            <p:ph type="title"/>
          </p:nvPr>
        </p:nvSpPr>
        <p:spPr>
          <a:xfrm>
            <a:off x="3661409" y="4661717"/>
            <a:ext cx="7936230" cy="138076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50" name="Google Shape;150;p39"/>
          <p:cNvCxnSpPr/>
          <p:nvPr/>
        </p:nvCxnSpPr>
        <p:spPr>
          <a:xfrm>
            <a:off x="3670935" y="631317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51" name="Google Shape;151;p39"/>
          <p:cNvSpPr txBox="1"/>
          <p:nvPr>
            <p:ph idx="1" type="body"/>
          </p:nvPr>
        </p:nvSpPr>
        <p:spPr>
          <a:xfrm>
            <a:off x="603885" y="584005"/>
            <a:ext cx="2825115" cy="3999060"/>
          </a:xfrm>
          <a:prstGeom prst="rect">
            <a:avLst/>
          </a:prstGeom>
          <a:noFill/>
          <a:ln>
            <a:noFill/>
          </a:ln>
        </p:spPr>
        <p:txBody>
          <a:bodyPr anchorCtr="0" anchor="t" bIns="45700" lIns="0" spcFirstLastPara="1" rIns="91425" wrap="square" tIns="274300">
            <a:normAutofit/>
          </a:bodyPr>
          <a:lstStyle>
            <a:lvl1pPr indent="-228600" lvl="0" marL="457200" algn="l">
              <a:lnSpc>
                <a:spcPct val="90000"/>
              </a:lnSpc>
              <a:spcBef>
                <a:spcPts val="1800"/>
              </a:spcBef>
              <a:spcAft>
                <a:spcPts val="0"/>
              </a:spcAft>
              <a:buClr>
                <a:schemeClr val="dk1"/>
              </a:buClr>
              <a:buSzPts val="2000"/>
              <a:buFont typeface="Arial"/>
              <a:buNone/>
              <a:defRPr sz="2000"/>
            </a:lvl1pPr>
            <a:lvl2pPr indent="-228600" lvl="1" marL="914400" algn="l">
              <a:lnSpc>
                <a:spcPct val="90000"/>
              </a:lnSpc>
              <a:spcBef>
                <a:spcPts val="1800"/>
              </a:spcBef>
              <a:spcAft>
                <a:spcPts val="0"/>
              </a:spcAft>
              <a:buClr>
                <a:schemeClr val="dk1"/>
              </a:buClr>
              <a:buSzPts val="2000"/>
              <a:buNone/>
              <a:defRPr sz="2000"/>
            </a:lvl2pPr>
            <a:lvl3pPr indent="-228600" lvl="2" marL="1371600" algn="l">
              <a:lnSpc>
                <a:spcPct val="90000"/>
              </a:lnSpc>
              <a:spcBef>
                <a:spcPts val="1800"/>
              </a:spcBef>
              <a:spcAft>
                <a:spcPts val="0"/>
              </a:spcAft>
              <a:buClr>
                <a:schemeClr val="dk1"/>
              </a:buClr>
              <a:buSzPts val="2000"/>
              <a:buNone/>
              <a:defRPr sz="2000"/>
            </a:lvl3pPr>
            <a:lvl4pPr indent="-228600" lvl="3" marL="1828800" algn="l">
              <a:lnSpc>
                <a:spcPct val="90000"/>
              </a:lnSpc>
              <a:spcBef>
                <a:spcPts val="1800"/>
              </a:spcBef>
              <a:spcAft>
                <a:spcPts val="0"/>
              </a:spcAft>
              <a:buClr>
                <a:schemeClr val="dk1"/>
              </a:buClr>
              <a:buSzPts val="2000"/>
              <a:buNone/>
              <a:defRPr sz="2000"/>
            </a:lvl4pPr>
            <a:lvl5pPr indent="-228600" lvl="4" marL="2286000" algn="l">
              <a:lnSpc>
                <a:spcPct val="90000"/>
              </a:lnSpc>
              <a:spcBef>
                <a:spcPts val="1800"/>
              </a:spcBef>
              <a:spcAft>
                <a:spcPts val="0"/>
              </a:spcAft>
              <a:buClr>
                <a:schemeClr val="dk1"/>
              </a:buClr>
              <a:buSzPts val="2000"/>
              <a:buNone/>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2" name="Google Shape;152;p39"/>
          <p:cNvSpPr txBox="1"/>
          <p:nvPr>
            <p:ph idx="2" type="body"/>
          </p:nvPr>
        </p:nvSpPr>
        <p:spPr>
          <a:xfrm>
            <a:off x="3670934" y="584005"/>
            <a:ext cx="7926705" cy="399906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53" name="Google Shape;153;p39"/>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54" name="Google Shape;154;p39"/>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bg>
      <p:bgPr>
        <a:solidFill>
          <a:schemeClr val="lt1"/>
        </a:solidFill>
      </p:bgPr>
    </p:bg>
    <p:spTree>
      <p:nvGrpSpPr>
        <p:cNvPr id="155" name="Shape 155"/>
        <p:cNvGrpSpPr/>
        <p:nvPr/>
      </p:nvGrpSpPr>
      <p:grpSpPr>
        <a:xfrm>
          <a:off x="0" y="0"/>
          <a:ext cx="0" cy="0"/>
          <a:chOff x="0" y="0"/>
          <a:chExt cx="0" cy="0"/>
        </a:xfrm>
      </p:grpSpPr>
      <p:grpSp>
        <p:nvGrpSpPr>
          <p:cNvPr id="156" name="Google Shape;156;p40"/>
          <p:cNvGrpSpPr/>
          <p:nvPr/>
        </p:nvGrpSpPr>
        <p:grpSpPr>
          <a:xfrm rot="10800000">
            <a:off x="8870040" y="0"/>
            <a:ext cx="3325208" cy="3325208"/>
            <a:chOff x="0" y="12289"/>
            <a:chExt cx="3550" cy="3551"/>
          </a:xfrm>
        </p:grpSpPr>
        <p:sp>
          <p:nvSpPr>
            <p:cNvPr id="157" name="Google Shape;157;p4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8" name="Google Shape;158;p4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59" name="Google Shape;159;p4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160" name="Google Shape;160;p40"/>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61" name="Google Shape;161;p40"/>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
        <p:nvSpPr>
          <p:cNvPr id="162" name="Google Shape;162;p40"/>
          <p:cNvSpPr txBox="1"/>
          <p:nvPr>
            <p:ph idx="1" type="body"/>
          </p:nvPr>
        </p:nvSpPr>
        <p:spPr>
          <a:xfrm>
            <a:off x="595523" y="2676525"/>
            <a:ext cx="5746750" cy="3597470"/>
          </a:xfrm>
          <a:prstGeom prst="rect">
            <a:avLst/>
          </a:prstGeom>
          <a:noFill/>
          <a:ln>
            <a:noFill/>
          </a:ln>
        </p:spPr>
        <p:txBody>
          <a:bodyPr anchorCtr="0" anchor="t" bIns="45700" lIns="0" spcFirstLastPara="1" rIns="91425" wrap="square" tIns="45700">
            <a:normAutofit/>
          </a:bodyPr>
          <a:lstStyle>
            <a:lvl1pPr indent="-228600" lvl="0" marL="457200" algn="l">
              <a:lnSpc>
                <a:spcPct val="90000"/>
              </a:lnSpc>
              <a:spcBef>
                <a:spcPts val="1800"/>
              </a:spcBef>
              <a:spcAft>
                <a:spcPts val="0"/>
              </a:spcAft>
              <a:buClr>
                <a:schemeClr val="dk1"/>
              </a:buClr>
              <a:buSzPts val="2000"/>
              <a:buNone/>
              <a:defRPr sz="2000"/>
            </a:lvl1pPr>
            <a:lvl2pPr indent="-355600" lvl="1" marL="914400" algn="l">
              <a:lnSpc>
                <a:spcPct val="90000"/>
              </a:lnSpc>
              <a:spcBef>
                <a:spcPts val="6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3" name="Google Shape;163;p40"/>
          <p:cNvSpPr txBox="1"/>
          <p:nvPr>
            <p:ph idx="2" type="body"/>
          </p:nvPr>
        </p:nvSpPr>
        <p:spPr>
          <a:xfrm>
            <a:off x="7620000" y="2676525"/>
            <a:ext cx="3947160" cy="3597470"/>
          </a:xfrm>
          <a:prstGeom prst="rect">
            <a:avLst/>
          </a:prstGeom>
          <a:noFill/>
          <a:ln>
            <a:noFill/>
          </a:ln>
        </p:spPr>
        <p:txBody>
          <a:bodyPr anchorCtr="0" anchor="t" bIns="45700" lIns="0" spcFirstLastPara="1" rIns="91425" wrap="square" tIns="45700">
            <a:normAutofit/>
          </a:bodyPr>
          <a:lstStyle>
            <a:lvl1pPr indent="-355600" lvl="0" marL="457200" algn="l">
              <a:lnSpc>
                <a:spcPct val="90000"/>
              </a:lnSpc>
              <a:spcBef>
                <a:spcPts val="1800"/>
              </a:spcBef>
              <a:spcAft>
                <a:spcPts val="0"/>
              </a:spcAft>
              <a:buClr>
                <a:schemeClr val="dk1"/>
              </a:buClr>
              <a:buSzPts val="2000"/>
              <a:buFont typeface="Arial"/>
              <a:buChar char="•"/>
              <a:defRPr sz="2000"/>
            </a:lvl1pPr>
            <a:lvl2pPr indent="-355600" lvl="1" marL="914400" algn="l">
              <a:lnSpc>
                <a:spcPct val="90000"/>
              </a:lnSpc>
              <a:spcBef>
                <a:spcPts val="1800"/>
              </a:spcBef>
              <a:spcAft>
                <a:spcPts val="0"/>
              </a:spcAft>
              <a:buClr>
                <a:schemeClr val="dk1"/>
              </a:buClr>
              <a:buSzPts val="2000"/>
              <a:buChar char="•"/>
              <a:defRPr sz="2000"/>
            </a:lvl2pPr>
            <a:lvl3pPr indent="-355600" lvl="2" marL="1371600" algn="l">
              <a:lnSpc>
                <a:spcPct val="90000"/>
              </a:lnSpc>
              <a:spcBef>
                <a:spcPts val="1800"/>
              </a:spcBef>
              <a:spcAft>
                <a:spcPts val="0"/>
              </a:spcAft>
              <a:buClr>
                <a:schemeClr val="dk1"/>
              </a:buClr>
              <a:buSzPts val="2000"/>
              <a:buChar char="•"/>
              <a:defRPr sz="2000"/>
            </a:lvl3pPr>
            <a:lvl4pPr indent="-355600" lvl="3" marL="1828800" algn="l">
              <a:lnSpc>
                <a:spcPct val="90000"/>
              </a:lnSpc>
              <a:spcBef>
                <a:spcPts val="1800"/>
              </a:spcBef>
              <a:spcAft>
                <a:spcPts val="0"/>
              </a:spcAft>
              <a:buClr>
                <a:schemeClr val="dk1"/>
              </a:buClr>
              <a:buSzPts val="2000"/>
              <a:buChar char="•"/>
              <a:defRPr sz="2000"/>
            </a:lvl4pPr>
            <a:lvl5pPr indent="-355600" lvl="4" marL="2286000" algn="l">
              <a:lnSpc>
                <a:spcPct val="90000"/>
              </a:lnSpc>
              <a:spcBef>
                <a:spcPts val="18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64" name="Google Shape;164;p40"/>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40"/>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bg>
      <p:bgPr>
        <a:solidFill>
          <a:schemeClr val="lt1"/>
        </a:solidFill>
      </p:bgPr>
    </p:bg>
    <p:spTree>
      <p:nvGrpSpPr>
        <p:cNvPr id="166" name="Shape 166"/>
        <p:cNvGrpSpPr/>
        <p:nvPr/>
      </p:nvGrpSpPr>
      <p:grpSpPr>
        <a:xfrm>
          <a:off x="0" y="0"/>
          <a:ext cx="0" cy="0"/>
          <a:chOff x="0" y="0"/>
          <a:chExt cx="0" cy="0"/>
        </a:xfrm>
      </p:grpSpPr>
      <p:sp>
        <p:nvSpPr>
          <p:cNvPr id="167" name="Google Shape;167;p41"/>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Clr>
                <a:schemeClr val="dk1"/>
              </a:buClr>
              <a:buSzPts val="4400"/>
              <a:buFont typeface="Franklin Gothic"/>
              <a:buNone/>
              <a:defRPr b="1" i="0" sz="440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41"/>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algn="l">
              <a:spcBef>
                <a:spcPts val="0"/>
              </a:spcBef>
              <a:buNone/>
              <a:defRPr b="1" i="0" sz="1100">
                <a:solidFill>
                  <a:schemeClr val="dk1"/>
                </a:solidFill>
                <a:latin typeface="Libre Franklin"/>
                <a:ea typeface="Libre Franklin"/>
                <a:cs typeface="Libre Franklin"/>
                <a:sym typeface="Libre Franklin"/>
              </a:defRPr>
            </a:lvl1pPr>
            <a:lvl2pPr indent="0" lvl="1" marL="0" marR="0" algn="l">
              <a:spcBef>
                <a:spcPts val="0"/>
              </a:spcBef>
              <a:buNone/>
              <a:defRPr b="1" i="0" sz="1100">
                <a:solidFill>
                  <a:schemeClr val="dk1"/>
                </a:solidFill>
                <a:latin typeface="Libre Franklin"/>
                <a:ea typeface="Libre Franklin"/>
                <a:cs typeface="Libre Franklin"/>
                <a:sym typeface="Libre Franklin"/>
              </a:defRPr>
            </a:lvl2pPr>
            <a:lvl3pPr indent="0" lvl="2" marL="0" marR="0" algn="l">
              <a:spcBef>
                <a:spcPts val="0"/>
              </a:spcBef>
              <a:buNone/>
              <a:defRPr b="1" i="0" sz="1100">
                <a:solidFill>
                  <a:schemeClr val="dk1"/>
                </a:solidFill>
                <a:latin typeface="Libre Franklin"/>
                <a:ea typeface="Libre Franklin"/>
                <a:cs typeface="Libre Franklin"/>
                <a:sym typeface="Libre Franklin"/>
              </a:defRPr>
            </a:lvl3pPr>
            <a:lvl4pPr indent="0" lvl="3" marL="0" marR="0" algn="l">
              <a:spcBef>
                <a:spcPts val="0"/>
              </a:spcBef>
              <a:buNone/>
              <a:defRPr b="1" i="0" sz="1100">
                <a:solidFill>
                  <a:schemeClr val="dk1"/>
                </a:solidFill>
                <a:latin typeface="Libre Franklin"/>
                <a:ea typeface="Libre Franklin"/>
                <a:cs typeface="Libre Franklin"/>
                <a:sym typeface="Libre Franklin"/>
              </a:defRPr>
            </a:lvl4pPr>
            <a:lvl5pPr indent="0" lvl="4" marL="0" marR="0" algn="l">
              <a:spcBef>
                <a:spcPts val="0"/>
              </a:spcBef>
              <a:buNone/>
              <a:defRPr b="1" i="0" sz="1100">
                <a:solidFill>
                  <a:schemeClr val="dk1"/>
                </a:solidFill>
                <a:latin typeface="Libre Franklin"/>
                <a:ea typeface="Libre Franklin"/>
                <a:cs typeface="Libre Franklin"/>
                <a:sym typeface="Libre Franklin"/>
              </a:defRPr>
            </a:lvl5pPr>
            <a:lvl6pPr indent="0" lvl="5" marL="0" marR="0" algn="l">
              <a:spcBef>
                <a:spcPts val="0"/>
              </a:spcBef>
              <a:buNone/>
              <a:defRPr b="1" i="0" sz="1100">
                <a:solidFill>
                  <a:schemeClr val="dk1"/>
                </a:solidFill>
                <a:latin typeface="Libre Franklin"/>
                <a:ea typeface="Libre Franklin"/>
                <a:cs typeface="Libre Franklin"/>
                <a:sym typeface="Libre Franklin"/>
              </a:defRPr>
            </a:lvl6pPr>
            <a:lvl7pPr indent="0" lvl="6" marL="0" marR="0" algn="l">
              <a:spcBef>
                <a:spcPts val="0"/>
              </a:spcBef>
              <a:buNone/>
              <a:defRPr b="1" i="0" sz="1100">
                <a:solidFill>
                  <a:schemeClr val="dk1"/>
                </a:solidFill>
                <a:latin typeface="Libre Franklin"/>
                <a:ea typeface="Libre Franklin"/>
                <a:cs typeface="Libre Franklin"/>
                <a:sym typeface="Libre Franklin"/>
              </a:defRPr>
            </a:lvl7pPr>
            <a:lvl8pPr indent="0" lvl="7" marL="0" marR="0" algn="l">
              <a:spcBef>
                <a:spcPts val="0"/>
              </a:spcBef>
              <a:buNone/>
              <a:defRPr b="1" i="0" sz="1100">
                <a:solidFill>
                  <a:schemeClr val="dk1"/>
                </a:solidFill>
                <a:latin typeface="Libre Franklin"/>
                <a:ea typeface="Libre Franklin"/>
                <a:cs typeface="Libre Franklin"/>
                <a:sym typeface="Libre Franklin"/>
              </a:defRPr>
            </a:lvl8pPr>
            <a:lvl9pPr indent="0" lvl="8" marL="0" marR="0" algn="l">
              <a:spcBef>
                <a:spcPts val="0"/>
              </a:spcBef>
              <a:buNone/>
              <a:defRPr b="1" i="0" sz="1100">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
        <p:nvSpPr>
          <p:cNvPr id="169" name="Google Shape;169;p41"/>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70" name="Google Shape;170;p41"/>
          <p:cNvCxnSpPr/>
          <p:nvPr/>
        </p:nvCxnSpPr>
        <p:spPr>
          <a:xfrm>
            <a:off x="594360" y="2148840"/>
            <a:ext cx="2133600" cy="3992"/>
          </a:xfrm>
          <a:prstGeom prst="straightConnector1">
            <a:avLst/>
          </a:prstGeom>
          <a:noFill/>
          <a:ln cap="flat" cmpd="sng" w="101600">
            <a:solidFill>
              <a:srgbClr val="5D7C3F"/>
            </a:solidFill>
            <a:prstDash val="solid"/>
            <a:miter lim="800000"/>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p:cSld name="Título">
    <p:spTree>
      <p:nvGrpSpPr>
        <p:cNvPr id="175" name="Shape 175"/>
        <p:cNvGrpSpPr/>
        <p:nvPr/>
      </p:nvGrpSpPr>
      <p:grpSpPr>
        <a:xfrm>
          <a:off x="0" y="0"/>
          <a:ext cx="0" cy="0"/>
          <a:chOff x="0" y="0"/>
          <a:chExt cx="0" cy="0"/>
        </a:xfrm>
      </p:grpSpPr>
      <p:sp>
        <p:nvSpPr>
          <p:cNvPr id="176" name="Google Shape;176;p30"/>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77" name="Google Shape;177;p30"/>
          <p:cNvGrpSpPr/>
          <p:nvPr/>
        </p:nvGrpSpPr>
        <p:grpSpPr>
          <a:xfrm>
            <a:off x="1" y="758752"/>
            <a:ext cx="6099248" cy="6099248"/>
            <a:chOff x="0" y="12289"/>
            <a:chExt cx="3550" cy="3551"/>
          </a:xfrm>
        </p:grpSpPr>
        <p:sp>
          <p:nvSpPr>
            <p:cNvPr id="178" name="Google Shape;178;p30"/>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9" name="Google Shape;179;p30"/>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0" name="Google Shape;180;p30"/>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181" name="Google Shape;181;p30"/>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
        <p:nvSpPr>
          <p:cNvPr id="182" name="Google Shape;182;p30"/>
          <p:cNvSpPr txBox="1"/>
          <p:nvPr>
            <p:ph idx="1" type="body"/>
          </p:nvPr>
        </p:nvSpPr>
        <p:spPr>
          <a:xfrm>
            <a:off x="6309905"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183" name="Shape 183"/>
        <p:cNvGrpSpPr/>
        <p:nvPr/>
      </p:nvGrpSpPr>
      <p:grpSpPr>
        <a:xfrm>
          <a:off x="0" y="0"/>
          <a:ext cx="0" cy="0"/>
          <a:chOff x="0" y="0"/>
          <a:chExt cx="0" cy="0"/>
        </a:xfrm>
      </p:grpSpPr>
      <p:grpSp>
        <p:nvGrpSpPr>
          <p:cNvPr id="184" name="Google Shape;184;p31"/>
          <p:cNvGrpSpPr/>
          <p:nvPr/>
        </p:nvGrpSpPr>
        <p:grpSpPr>
          <a:xfrm rot="10800000">
            <a:off x="8870040" y="0"/>
            <a:ext cx="3325208" cy="3325208"/>
            <a:chOff x="0" y="12289"/>
            <a:chExt cx="3550" cy="3551"/>
          </a:xfrm>
        </p:grpSpPr>
        <p:sp>
          <p:nvSpPr>
            <p:cNvPr id="185" name="Google Shape;185;p31"/>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6" name="Google Shape;186;p31"/>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7" name="Google Shape;187;p31"/>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188" name="Google Shape;188;p31"/>
          <p:cNvSpPr txBox="1"/>
          <p:nvPr>
            <p:ph type="title"/>
          </p:nvPr>
        </p:nvSpPr>
        <p:spPr>
          <a:xfrm>
            <a:off x="594360" y="198408"/>
            <a:ext cx="10972800" cy="157431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189" name="Google Shape;189;p31"/>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
        <p:nvSpPr>
          <p:cNvPr id="190" name="Google Shape;190;p31"/>
          <p:cNvSpPr txBox="1"/>
          <p:nvPr>
            <p:ph idx="1" type="body"/>
          </p:nvPr>
        </p:nvSpPr>
        <p:spPr>
          <a:xfrm>
            <a:off x="595523" y="2676525"/>
            <a:ext cx="5746750" cy="3597470"/>
          </a:xfrm>
          <a:prstGeom prst="rect">
            <a:avLst/>
          </a:prstGeom>
          <a:noFill/>
          <a:ln>
            <a:noFill/>
          </a:ln>
        </p:spPr>
        <p:txBody>
          <a:bodyPr anchorCtr="0" anchor="t" bIns="91425" lIns="0" spcFirstLastPara="1" rIns="91425" wrap="square" tIns="91425">
            <a:normAutofit/>
          </a:bodyPr>
          <a:lstStyle>
            <a:lvl1pPr indent="-228600" lvl="0" marL="457200" algn="l">
              <a:lnSpc>
                <a:spcPct val="115000"/>
              </a:lnSpc>
              <a:spcBef>
                <a:spcPts val="1800"/>
              </a:spcBef>
              <a:spcAft>
                <a:spcPts val="0"/>
              </a:spcAft>
              <a:buSzPts val="1800"/>
              <a:buNone/>
              <a:defRPr sz="2000"/>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1" name="Google Shape;191;p31"/>
          <p:cNvSpPr txBox="1"/>
          <p:nvPr>
            <p:ph idx="2" type="body"/>
          </p:nvPr>
        </p:nvSpPr>
        <p:spPr>
          <a:xfrm>
            <a:off x="7620000" y="2676525"/>
            <a:ext cx="3947160" cy="3597470"/>
          </a:xfrm>
          <a:prstGeom prst="rect">
            <a:avLst/>
          </a:prstGeom>
          <a:noFill/>
          <a:ln>
            <a:noFill/>
          </a:ln>
        </p:spPr>
        <p:txBody>
          <a:bodyPr anchorCtr="0" anchor="t" bIns="91425" lIns="0" spcFirstLastPara="1" rIns="91425" wrap="square" tIns="91425">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2" name="Google Shape;192;p3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3" name="Google Shape;193;p3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4" name="Shape 194"/>
        <p:cNvGrpSpPr/>
        <p:nvPr/>
      </p:nvGrpSpPr>
      <p:grpSpPr>
        <a:xfrm>
          <a:off x="0" y="0"/>
          <a:ext cx="0" cy="0"/>
          <a:chOff x="0" y="0"/>
          <a:chExt cx="0" cy="0"/>
        </a:xfrm>
      </p:grpSpPr>
      <p:sp>
        <p:nvSpPr>
          <p:cNvPr id="195" name="Google Shape;195;p5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196" name="Google Shape;196;p5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197" name="Google Shape;197;p5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8" name="Shape 198"/>
        <p:cNvGrpSpPr/>
        <p:nvPr/>
      </p:nvGrpSpPr>
      <p:grpSpPr>
        <a:xfrm>
          <a:off x="0" y="0"/>
          <a:ext cx="0" cy="0"/>
          <a:chOff x="0" y="0"/>
          <a:chExt cx="0" cy="0"/>
        </a:xfrm>
      </p:grpSpPr>
      <p:sp>
        <p:nvSpPr>
          <p:cNvPr id="199" name="Google Shape;199;p5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00" name="Google Shape;200;p5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1" name="Shape 201"/>
        <p:cNvGrpSpPr/>
        <p:nvPr/>
      </p:nvGrpSpPr>
      <p:grpSpPr>
        <a:xfrm>
          <a:off x="0" y="0"/>
          <a:ext cx="0" cy="0"/>
          <a:chOff x="0" y="0"/>
          <a:chExt cx="0" cy="0"/>
        </a:xfrm>
      </p:grpSpPr>
      <p:sp>
        <p:nvSpPr>
          <p:cNvPr id="202" name="Google Shape;202;p5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3" name="Google Shape;203;p5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4" name="Google Shape;204;p5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5" name="Shape 205"/>
        <p:cNvGrpSpPr/>
        <p:nvPr/>
      </p:nvGrpSpPr>
      <p:grpSpPr>
        <a:xfrm>
          <a:off x="0" y="0"/>
          <a:ext cx="0" cy="0"/>
          <a:chOff x="0" y="0"/>
          <a:chExt cx="0" cy="0"/>
        </a:xfrm>
      </p:grpSpPr>
      <p:sp>
        <p:nvSpPr>
          <p:cNvPr id="206" name="Google Shape;206;p5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7" name="Google Shape;207;p5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8" name="Google Shape;208;p5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09" name="Google Shape;209;p5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5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2" name="Google Shape;212;p5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13" name="Shape 213"/>
        <p:cNvGrpSpPr/>
        <p:nvPr/>
      </p:nvGrpSpPr>
      <p:grpSpPr>
        <a:xfrm>
          <a:off x="0" y="0"/>
          <a:ext cx="0" cy="0"/>
          <a:chOff x="0" y="0"/>
          <a:chExt cx="0" cy="0"/>
        </a:xfrm>
      </p:grpSpPr>
      <p:sp>
        <p:nvSpPr>
          <p:cNvPr id="214" name="Google Shape;214;p57"/>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15" name="Google Shape;215;p57"/>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16" name="Google Shape;216;p5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17" name="Shape 217"/>
        <p:cNvGrpSpPr/>
        <p:nvPr/>
      </p:nvGrpSpPr>
      <p:grpSpPr>
        <a:xfrm>
          <a:off x="0" y="0"/>
          <a:ext cx="0" cy="0"/>
          <a:chOff x="0" y="0"/>
          <a:chExt cx="0" cy="0"/>
        </a:xfrm>
      </p:grpSpPr>
      <p:sp>
        <p:nvSpPr>
          <p:cNvPr id="218" name="Google Shape;218;p58"/>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19" name="Google Shape;219;p5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20" name="Shape 220"/>
        <p:cNvGrpSpPr/>
        <p:nvPr/>
      </p:nvGrpSpPr>
      <p:grpSpPr>
        <a:xfrm>
          <a:off x="0" y="0"/>
          <a:ext cx="0" cy="0"/>
          <a:chOff x="0" y="0"/>
          <a:chExt cx="0" cy="0"/>
        </a:xfrm>
      </p:grpSpPr>
      <p:sp>
        <p:nvSpPr>
          <p:cNvPr id="221" name="Google Shape;221;p5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22" name="Google Shape;222;p5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23" name="Google Shape;223;p59"/>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24" name="Google Shape;224;p59"/>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5" name="Google Shape;225;p5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26" name="Shape 226"/>
        <p:cNvGrpSpPr/>
        <p:nvPr/>
      </p:nvGrpSpPr>
      <p:grpSpPr>
        <a:xfrm>
          <a:off x="0" y="0"/>
          <a:ext cx="0" cy="0"/>
          <a:chOff x="0" y="0"/>
          <a:chExt cx="0" cy="0"/>
        </a:xfrm>
      </p:grpSpPr>
      <p:sp>
        <p:nvSpPr>
          <p:cNvPr id="227" name="Google Shape;227;p60"/>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28" name="Google Shape;228;p6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29" name="Shape 229"/>
        <p:cNvGrpSpPr/>
        <p:nvPr/>
      </p:nvGrpSpPr>
      <p:grpSpPr>
        <a:xfrm>
          <a:off x="0" y="0"/>
          <a:ext cx="0" cy="0"/>
          <a:chOff x="0" y="0"/>
          <a:chExt cx="0" cy="0"/>
        </a:xfrm>
      </p:grpSpPr>
      <p:sp>
        <p:nvSpPr>
          <p:cNvPr id="230" name="Google Shape;230;p61"/>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31" name="Google Shape;231;p61"/>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32" name="Google Shape;232;p6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3" name="Shape 233"/>
        <p:cNvGrpSpPr/>
        <p:nvPr/>
      </p:nvGrpSpPr>
      <p:grpSpPr>
        <a:xfrm>
          <a:off x="0" y="0"/>
          <a:ext cx="0" cy="0"/>
          <a:chOff x="0" y="0"/>
          <a:chExt cx="0" cy="0"/>
        </a:xfrm>
      </p:grpSpPr>
      <p:sp>
        <p:nvSpPr>
          <p:cNvPr id="234" name="Google Shape;234;p62"/>
          <p:cNvSpPr txBox="1"/>
          <p:nvPr>
            <p:ph type="ctrTitle"/>
          </p:nvPr>
        </p:nvSpPr>
        <p:spPr>
          <a:xfrm>
            <a:off x="415611" y="992767"/>
            <a:ext cx="11360800" cy="2736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p:txBody>
      </p:sp>
      <p:sp>
        <p:nvSpPr>
          <p:cNvPr id="235" name="Google Shape;235;p62"/>
          <p:cNvSpPr txBox="1"/>
          <p:nvPr>
            <p:ph idx="1" type="subTitle"/>
          </p:nvPr>
        </p:nvSpPr>
        <p:spPr>
          <a:xfrm>
            <a:off x="415600" y="3778833"/>
            <a:ext cx="11360800" cy="105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p:txBody>
      </p:sp>
      <p:sp>
        <p:nvSpPr>
          <p:cNvPr id="236" name="Google Shape;236;p6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37" name="Shape 237"/>
        <p:cNvGrpSpPr/>
        <p:nvPr/>
      </p:nvGrpSpPr>
      <p:grpSpPr>
        <a:xfrm>
          <a:off x="0" y="0"/>
          <a:ext cx="0" cy="0"/>
          <a:chOff x="0" y="0"/>
          <a:chExt cx="0" cy="0"/>
        </a:xfrm>
      </p:grpSpPr>
      <p:sp>
        <p:nvSpPr>
          <p:cNvPr id="238" name="Google Shape;238;p63"/>
          <p:cNvSpPr txBox="1"/>
          <p:nvPr>
            <p:ph type="title"/>
          </p:nvPr>
        </p:nvSpPr>
        <p:spPr>
          <a:xfrm>
            <a:off x="415600" y="2867800"/>
            <a:ext cx="11360800" cy="1122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4800"/>
            </a:lvl1pPr>
            <a:lvl2pPr lvl="1" algn="ctr">
              <a:lnSpc>
                <a:spcPct val="100000"/>
              </a:lnSpc>
              <a:spcBef>
                <a:spcPts val="0"/>
              </a:spcBef>
              <a:spcAft>
                <a:spcPts val="0"/>
              </a:spcAft>
              <a:buSzPts val="3600"/>
              <a:buNone/>
              <a:defRPr sz="4800"/>
            </a:lvl2pPr>
            <a:lvl3pPr lvl="2" algn="ctr">
              <a:lnSpc>
                <a:spcPct val="100000"/>
              </a:lnSpc>
              <a:spcBef>
                <a:spcPts val="0"/>
              </a:spcBef>
              <a:spcAft>
                <a:spcPts val="0"/>
              </a:spcAft>
              <a:buSzPts val="3600"/>
              <a:buNone/>
              <a:defRPr sz="4800"/>
            </a:lvl3pPr>
            <a:lvl4pPr lvl="3" algn="ctr">
              <a:lnSpc>
                <a:spcPct val="100000"/>
              </a:lnSpc>
              <a:spcBef>
                <a:spcPts val="0"/>
              </a:spcBef>
              <a:spcAft>
                <a:spcPts val="0"/>
              </a:spcAft>
              <a:buSzPts val="3600"/>
              <a:buNone/>
              <a:defRPr sz="4800"/>
            </a:lvl4pPr>
            <a:lvl5pPr lvl="4" algn="ctr">
              <a:lnSpc>
                <a:spcPct val="100000"/>
              </a:lnSpc>
              <a:spcBef>
                <a:spcPts val="0"/>
              </a:spcBef>
              <a:spcAft>
                <a:spcPts val="0"/>
              </a:spcAft>
              <a:buSzPts val="3600"/>
              <a:buNone/>
              <a:defRPr sz="4800"/>
            </a:lvl5pPr>
            <a:lvl6pPr lvl="5" algn="ctr">
              <a:lnSpc>
                <a:spcPct val="100000"/>
              </a:lnSpc>
              <a:spcBef>
                <a:spcPts val="0"/>
              </a:spcBef>
              <a:spcAft>
                <a:spcPts val="0"/>
              </a:spcAft>
              <a:buSzPts val="3600"/>
              <a:buNone/>
              <a:defRPr sz="4800"/>
            </a:lvl6pPr>
            <a:lvl7pPr lvl="6" algn="ctr">
              <a:lnSpc>
                <a:spcPct val="100000"/>
              </a:lnSpc>
              <a:spcBef>
                <a:spcPts val="0"/>
              </a:spcBef>
              <a:spcAft>
                <a:spcPts val="0"/>
              </a:spcAft>
              <a:buSzPts val="3600"/>
              <a:buNone/>
              <a:defRPr sz="4800"/>
            </a:lvl7pPr>
            <a:lvl8pPr lvl="7" algn="ctr">
              <a:lnSpc>
                <a:spcPct val="100000"/>
              </a:lnSpc>
              <a:spcBef>
                <a:spcPts val="0"/>
              </a:spcBef>
              <a:spcAft>
                <a:spcPts val="0"/>
              </a:spcAft>
              <a:buSzPts val="3600"/>
              <a:buNone/>
              <a:defRPr sz="4800"/>
            </a:lvl8pPr>
            <a:lvl9pPr lvl="8" algn="ctr">
              <a:lnSpc>
                <a:spcPct val="100000"/>
              </a:lnSpc>
              <a:spcBef>
                <a:spcPts val="0"/>
              </a:spcBef>
              <a:spcAft>
                <a:spcPts val="0"/>
              </a:spcAft>
              <a:buSzPts val="3600"/>
              <a:buNone/>
              <a:defRPr sz="4800"/>
            </a:lvl9pPr>
          </a:lstStyle>
          <a:p/>
        </p:txBody>
      </p:sp>
      <p:sp>
        <p:nvSpPr>
          <p:cNvPr id="239" name="Google Shape;239;p6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40" name="Shape 240"/>
        <p:cNvGrpSpPr/>
        <p:nvPr/>
      </p:nvGrpSpPr>
      <p:grpSpPr>
        <a:xfrm>
          <a:off x="0" y="0"/>
          <a:ext cx="0" cy="0"/>
          <a:chOff x="0" y="0"/>
          <a:chExt cx="0" cy="0"/>
        </a:xfrm>
      </p:grpSpPr>
      <p:sp>
        <p:nvSpPr>
          <p:cNvPr id="241" name="Google Shape;241;p6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2" name="Google Shape;242;p64"/>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43" name="Google Shape;243;p6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44" name="Shape 244"/>
        <p:cNvGrpSpPr/>
        <p:nvPr/>
      </p:nvGrpSpPr>
      <p:grpSpPr>
        <a:xfrm>
          <a:off x="0" y="0"/>
          <a:ext cx="0" cy="0"/>
          <a:chOff x="0" y="0"/>
          <a:chExt cx="0" cy="0"/>
        </a:xfrm>
      </p:grpSpPr>
      <p:sp>
        <p:nvSpPr>
          <p:cNvPr id="245" name="Google Shape;245;p6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6" name="Google Shape;246;p65"/>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7" name="Google Shape;247;p65"/>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48" name="Google Shape;248;p6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49" name="Shape 249"/>
        <p:cNvGrpSpPr/>
        <p:nvPr/>
      </p:nvGrpSpPr>
      <p:grpSpPr>
        <a:xfrm>
          <a:off x="0" y="0"/>
          <a:ext cx="0" cy="0"/>
          <a:chOff x="0" y="0"/>
          <a:chExt cx="0" cy="0"/>
        </a:xfrm>
      </p:grpSpPr>
      <p:sp>
        <p:nvSpPr>
          <p:cNvPr id="250" name="Google Shape;250;p66"/>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1" name="Google Shape;251;p66"/>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2">
    <p:spTree>
      <p:nvGrpSpPr>
        <p:cNvPr id="252" name="Shape 252"/>
        <p:cNvGrpSpPr/>
        <p:nvPr/>
      </p:nvGrpSpPr>
      <p:grpSpPr>
        <a:xfrm>
          <a:off x="0" y="0"/>
          <a:ext cx="0" cy="0"/>
          <a:chOff x="0" y="0"/>
          <a:chExt cx="0" cy="0"/>
        </a:xfrm>
      </p:grpSpPr>
      <p:sp>
        <p:nvSpPr>
          <p:cNvPr id="253" name="Google Shape;253;p67"/>
          <p:cNvSpPr txBox="1"/>
          <p:nvPr>
            <p:ph type="title"/>
          </p:nvPr>
        </p:nvSpPr>
        <p:spPr>
          <a:xfrm>
            <a:off x="415600" y="740800"/>
            <a:ext cx="3744000" cy="1007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p:txBody>
      </p:sp>
      <p:sp>
        <p:nvSpPr>
          <p:cNvPr id="254" name="Google Shape;254;p67"/>
          <p:cNvSpPr txBox="1"/>
          <p:nvPr>
            <p:ph idx="1" type="body"/>
          </p:nvPr>
        </p:nvSpPr>
        <p:spPr>
          <a:xfrm>
            <a:off x="415600" y="1852800"/>
            <a:ext cx="3744000" cy="4239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255" name="Google Shape;255;p67"/>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2">
    <p:spTree>
      <p:nvGrpSpPr>
        <p:cNvPr id="256" name="Shape 256"/>
        <p:cNvGrpSpPr/>
        <p:nvPr/>
      </p:nvGrpSpPr>
      <p:grpSpPr>
        <a:xfrm>
          <a:off x="0" y="0"/>
          <a:ext cx="0" cy="0"/>
          <a:chOff x="0" y="0"/>
          <a:chExt cx="0" cy="0"/>
        </a:xfrm>
      </p:grpSpPr>
      <p:sp>
        <p:nvSpPr>
          <p:cNvPr id="257" name="Google Shape;257;p68"/>
          <p:cNvSpPr txBox="1"/>
          <p:nvPr>
            <p:ph type="title"/>
          </p:nvPr>
        </p:nvSpPr>
        <p:spPr>
          <a:xfrm>
            <a:off x="653667" y="600200"/>
            <a:ext cx="8490400" cy="54544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258" name="Google Shape;258;p68"/>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2">
    <p:spTree>
      <p:nvGrpSpPr>
        <p:cNvPr id="259" name="Shape 259"/>
        <p:cNvGrpSpPr/>
        <p:nvPr/>
      </p:nvGrpSpPr>
      <p:grpSpPr>
        <a:xfrm>
          <a:off x="0" y="0"/>
          <a:ext cx="0" cy="0"/>
          <a:chOff x="0" y="0"/>
          <a:chExt cx="0" cy="0"/>
        </a:xfrm>
      </p:grpSpPr>
      <p:sp>
        <p:nvSpPr>
          <p:cNvPr id="260" name="Google Shape;260;p6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spcBef>
                <a:spcPts val="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261" name="Google Shape;261;p69"/>
          <p:cNvSpPr txBox="1"/>
          <p:nvPr>
            <p:ph type="title"/>
          </p:nvPr>
        </p:nvSpPr>
        <p:spPr>
          <a:xfrm>
            <a:off x="354000" y="1644233"/>
            <a:ext cx="53936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p:txBody>
      </p:sp>
      <p:sp>
        <p:nvSpPr>
          <p:cNvPr id="262" name="Google Shape;262;p69"/>
          <p:cNvSpPr txBox="1"/>
          <p:nvPr>
            <p:ph idx="1" type="subTitle"/>
          </p:nvPr>
        </p:nvSpPr>
        <p:spPr>
          <a:xfrm>
            <a:off x="354000" y="3737433"/>
            <a:ext cx="5393600" cy="1646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p:txBody>
      </p:sp>
      <p:sp>
        <p:nvSpPr>
          <p:cNvPr id="263" name="Google Shape;263;p69"/>
          <p:cNvSpPr txBox="1"/>
          <p:nvPr>
            <p:ph idx="2" type="body"/>
          </p:nvPr>
        </p:nvSpPr>
        <p:spPr>
          <a:xfrm>
            <a:off x="6586000" y="965433"/>
            <a:ext cx="5116000" cy="49268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4" name="Google Shape;264;p6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2">
    <p:spTree>
      <p:nvGrpSpPr>
        <p:cNvPr id="265" name="Shape 265"/>
        <p:cNvGrpSpPr/>
        <p:nvPr/>
      </p:nvGrpSpPr>
      <p:grpSpPr>
        <a:xfrm>
          <a:off x="0" y="0"/>
          <a:ext cx="0" cy="0"/>
          <a:chOff x="0" y="0"/>
          <a:chExt cx="0" cy="0"/>
        </a:xfrm>
      </p:grpSpPr>
      <p:sp>
        <p:nvSpPr>
          <p:cNvPr id="266" name="Google Shape;266;p70"/>
          <p:cNvSpPr txBox="1"/>
          <p:nvPr>
            <p:ph idx="1" type="body"/>
          </p:nvPr>
        </p:nvSpPr>
        <p:spPr>
          <a:xfrm>
            <a:off x="415600" y="5640767"/>
            <a:ext cx="7998400" cy="806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7" name="Google Shape;267;p7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2">
    <p:spTree>
      <p:nvGrpSpPr>
        <p:cNvPr id="268" name="Shape 268"/>
        <p:cNvGrpSpPr/>
        <p:nvPr/>
      </p:nvGrpSpPr>
      <p:grpSpPr>
        <a:xfrm>
          <a:off x="0" y="0"/>
          <a:ext cx="0" cy="0"/>
          <a:chOff x="0" y="0"/>
          <a:chExt cx="0" cy="0"/>
        </a:xfrm>
      </p:grpSpPr>
      <p:sp>
        <p:nvSpPr>
          <p:cNvPr id="269" name="Google Shape;269;p71"/>
          <p:cNvSpPr txBox="1"/>
          <p:nvPr>
            <p:ph type="title"/>
          </p:nvPr>
        </p:nvSpPr>
        <p:spPr>
          <a:xfrm>
            <a:off x="415600" y="1474833"/>
            <a:ext cx="11360800" cy="2618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p:txBody>
      </p:sp>
      <p:sp>
        <p:nvSpPr>
          <p:cNvPr id="270" name="Google Shape;270;p71"/>
          <p:cNvSpPr txBox="1"/>
          <p:nvPr>
            <p:ph idx="1" type="body"/>
          </p:nvPr>
        </p:nvSpPr>
        <p:spPr>
          <a:xfrm>
            <a:off x="415600" y="4202967"/>
            <a:ext cx="11360800" cy="17344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1" name="Google Shape;271;p7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2" name="Shape 272"/>
        <p:cNvGrpSpPr/>
        <p:nvPr/>
      </p:nvGrpSpPr>
      <p:grpSpPr>
        <a:xfrm>
          <a:off x="0" y="0"/>
          <a:ext cx="0" cy="0"/>
          <a:chOff x="0" y="0"/>
          <a:chExt cx="0" cy="0"/>
        </a:xfrm>
      </p:grpSpPr>
      <p:sp>
        <p:nvSpPr>
          <p:cNvPr id="273" name="Google Shape;273;p7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algn="r">
              <a:buClr>
                <a:schemeClr val="dk2"/>
              </a:buClr>
              <a:buSzPts val="1333"/>
              <a:buFont typeface="Arial"/>
              <a:buNone/>
              <a:defRPr sz="1333">
                <a:solidFill>
                  <a:schemeClr val="dk2"/>
                </a:solidFill>
                <a:latin typeface="Arial"/>
                <a:ea typeface="Arial"/>
                <a:cs typeface="Arial"/>
                <a:sym typeface="Arial"/>
              </a:defRPr>
            </a:lvl1pPr>
            <a:lvl2pPr indent="0" lvl="1" marL="0" algn="r">
              <a:buClr>
                <a:schemeClr val="dk2"/>
              </a:buClr>
              <a:buSzPts val="1333"/>
              <a:buFont typeface="Arial"/>
              <a:buNone/>
              <a:defRPr sz="1333">
                <a:solidFill>
                  <a:schemeClr val="dk2"/>
                </a:solidFill>
                <a:latin typeface="Arial"/>
                <a:ea typeface="Arial"/>
                <a:cs typeface="Arial"/>
                <a:sym typeface="Arial"/>
              </a:defRPr>
            </a:lvl2pPr>
            <a:lvl3pPr indent="0" lvl="2" marL="0" algn="r">
              <a:buClr>
                <a:schemeClr val="dk2"/>
              </a:buClr>
              <a:buSzPts val="1333"/>
              <a:buFont typeface="Arial"/>
              <a:buNone/>
              <a:defRPr sz="1333">
                <a:solidFill>
                  <a:schemeClr val="dk2"/>
                </a:solidFill>
                <a:latin typeface="Arial"/>
                <a:ea typeface="Arial"/>
                <a:cs typeface="Arial"/>
                <a:sym typeface="Arial"/>
              </a:defRPr>
            </a:lvl3pPr>
            <a:lvl4pPr indent="0" lvl="3" marL="0" algn="r">
              <a:buClr>
                <a:schemeClr val="dk2"/>
              </a:buClr>
              <a:buSzPts val="1333"/>
              <a:buFont typeface="Arial"/>
              <a:buNone/>
              <a:defRPr sz="1333">
                <a:solidFill>
                  <a:schemeClr val="dk2"/>
                </a:solidFill>
                <a:latin typeface="Arial"/>
                <a:ea typeface="Arial"/>
                <a:cs typeface="Arial"/>
                <a:sym typeface="Arial"/>
              </a:defRPr>
            </a:lvl4pPr>
            <a:lvl5pPr indent="0" lvl="4" marL="0" algn="r">
              <a:buClr>
                <a:schemeClr val="dk2"/>
              </a:buClr>
              <a:buSzPts val="1333"/>
              <a:buFont typeface="Arial"/>
              <a:buNone/>
              <a:defRPr sz="1333">
                <a:solidFill>
                  <a:schemeClr val="dk2"/>
                </a:solidFill>
                <a:latin typeface="Arial"/>
                <a:ea typeface="Arial"/>
                <a:cs typeface="Arial"/>
                <a:sym typeface="Arial"/>
              </a:defRPr>
            </a:lvl5pPr>
            <a:lvl6pPr indent="0" lvl="5" marL="0" algn="r">
              <a:buClr>
                <a:schemeClr val="dk2"/>
              </a:buClr>
              <a:buSzPts val="1333"/>
              <a:buFont typeface="Arial"/>
              <a:buNone/>
              <a:defRPr sz="1333">
                <a:solidFill>
                  <a:schemeClr val="dk2"/>
                </a:solidFill>
                <a:latin typeface="Arial"/>
                <a:ea typeface="Arial"/>
                <a:cs typeface="Arial"/>
                <a:sym typeface="Arial"/>
              </a:defRPr>
            </a:lvl6pPr>
            <a:lvl7pPr indent="0" lvl="6" marL="0" algn="r">
              <a:buClr>
                <a:schemeClr val="dk2"/>
              </a:buClr>
              <a:buSzPts val="1333"/>
              <a:buFont typeface="Arial"/>
              <a:buNone/>
              <a:defRPr sz="1333">
                <a:solidFill>
                  <a:schemeClr val="dk2"/>
                </a:solidFill>
                <a:latin typeface="Arial"/>
                <a:ea typeface="Arial"/>
                <a:cs typeface="Arial"/>
                <a:sym typeface="Arial"/>
              </a:defRPr>
            </a:lvl7pPr>
            <a:lvl8pPr indent="0" lvl="7" marL="0" algn="r">
              <a:buClr>
                <a:schemeClr val="dk2"/>
              </a:buClr>
              <a:buSzPts val="1333"/>
              <a:buFont typeface="Arial"/>
              <a:buNone/>
              <a:defRPr sz="1333">
                <a:solidFill>
                  <a:schemeClr val="dk2"/>
                </a:solidFill>
                <a:latin typeface="Arial"/>
                <a:ea typeface="Arial"/>
                <a:cs typeface="Arial"/>
                <a:sym typeface="Arial"/>
              </a:defRPr>
            </a:lvl8pPr>
            <a:lvl9pPr indent="0" lvl="8" marL="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Agenda 1">
    <p:spTree>
      <p:nvGrpSpPr>
        <p:cNvPr id="274" name="Shape 274"/>
        <p:cNvGrpSpPr/>
        <p:nvPr/>
      </p:nvGrpSpPr>
      <p:grpSpPr>
        <a:xfrm>
          <a:off x="0" y="0"/>
          <a:ext cx="0" cy="0"/>
          <a:chOff x="0" y="0"/>
          <a:chExt cx="0" cy="0"/>
        </a:xfrm>
      </p:grpSpPr>
      <p:grpSp>
        <p:nvGrpSpPr>
          <p:cNvPr id="275" name="Google Shape;275;p73"/>
          <p:cNvGrpSpPr/>
          <p:nvPr/>
        </p:nvGrpSpPr>
        <p:grpSpPr>
          <a:xfrm>
            <a:off x="6362700" y="0"/>
            <a:ext cx="5829298" cy="3235602"/>
            <a:chOff x="5612972" y="1"/>
            <a:chExt cx="6615961" cy="3672246"/>
          </a:xfrm>
        </p:grpSpPr>
        <p:sp>
          <p:nvSpPr>
            <p:cNvPr id="276" name="Google Shape;276;p73"/>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 name="Google Shape;277;p73"/>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73"/>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73"/>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0" name="Google Shape;280;p73"/>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81" name="Google Shape;281;p73"/>
          <p:cNvSpPr txBox="1"/>
          <p:nvPr>
            <p:ph type="title"/>
          </p:nvPr>
        </p:nvSpPr>
        <p:spPr>
          <a:xfrm>
            <a:off x="594360" y="189572"/>
            <a:ext cx="6787747" cy="159350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2" name="Google Shape;282;p7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lvl1pPr indent="-342900" lvl="0" marL="457200" algn="l">
              <a:lnSpc>
                <a:spcPct val="80000"/>
              </a:lnSpc>
              <a:spcBef>
                <a:spcPts val="2200"/>
              </a:spcBef>
              <a:spcAft>
                <a:spcPts val="0"/>
              </a:spcAft>
              <a:buSzPts val="1800"/>
              <a:buFont typeface="Arial"/>
              <a:buChar char="•"/>
              <a:defRPr b="1" i="0" sz="2400">
                <a:solidFill>
                  <a:srgbClr val="B9AD8D"/>
                </a:solidFill>
                <a:latin typeface="Arial"/>
                <a:ea typeface="Arial"/>
                <a:cs typeface="Arial"/>
                <a:sym typeface="Arial"/>
              </a:defRPr>
            </a:lvl1pPr>
            <a:lvl2pPr indent="-317500" lvl="1" marL="914400" algn="l">
              <a:lnSpc>
                <a:spcPct val="115000"/>
              </a:lnSpc>
              <a:spcBef>
                <a:spcPts val="6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83" name="Google Shape;283;p7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84" name="Google Shape;284;p7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285" name="Google Shape;285;p73"/>
          <p:cNvCxnSpPr/>
          <p:nvPr/>
        </p:nvCxnSpPr>
        <p:spPr>
          <a:xfrm>
            <a:off x="594360" y="2148840"/>
            <a:ext cx="2130552" cy="0"/>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2">
  <p:cSld name="Resumen 2">
    <p:spTree>
      <p:nvGrpSpPr>
        <p:cNvPr id="286" name="Shape 286"/>
        <p:cNvGrpSpPr/>
        <p:nvPr/>
      </p:nvGrpSpPr>
      <p:grpSpPr>
        <a:xfrm>
          <a:off x="0" y="0"/>
          <a:ext cx="0" cy="0"/>
          <a:chOff x="0" y="0"/>
          <a:chExt cx="0" cy="0"/>
        </a:xfrm>
      </p:grpSpPr>
      <p:cxnSp>
        <p:nvCxnSpPr>
          <p:cNvPr id="287" name="Google Shape;287;p74"/>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grpSp>
        <p:nvGrpSpPr>
          <p:cNvPr id="288" name="Google Shape;288;p74"/>
          <p:cNvGrpSpPr/>
          <p:nvPr/>
        </p:nvGrpSpPr>
        <p:grpSpPr>
          <a:xfrm flipH="1" rot="5400000">
            <a:off x="0" y="3900132"/>
            <a:ext cx="2959226" cy="2959226"/>
            <a:chOff x="0" y="12289"/>
            <a:chExt cx="3550" cy="3551"/>
          </a:xfrm>
        </p:grpSpPr>
        <p:sp>
          <p:nvSpPr>
            <p:cNvPr id="289" name="Google Shape;289;p74"/>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0" name="Google Shape;290;p74"/>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91" name="Google Shape;291;p74"/>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92" name="Google Shape;292;p74"/>
          <p:cNvSpPr txBox="1"/>
          <p:nvPr>
            <p:ph type="title"/>
          </p:nvPr>
        </p:nvSpPr>
        <p:spPr>
          <a:xfrm>
            <a:off x="594360" y="102875"/>
            <a:ext cx="10873740" cy="168020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3" name="Google Shape;293;p74"/>
          <p:cNvSpPr txBox="1"/>
          <p:nvPr>
            <p:ph idx="1" type="body"/>
          </p:nvPr>
        </p:nvSpPr>
        <p:spPr>
          <a:xfrm>
            <a:off x="3657600" y="2282008"/>
            <a:ext cx="7810500" cy="3699328"/>
          </a:xfrm>
          <a:prstGeom prst="rect">
            <a:avLst/>
          </a:prstGeom>
          <a:noFill/>
          <a:ln>
            <a:noFill/>
          </a:ln>
        </p:spPr>
        <p:txBody>
          <a:bodyPr anchorCtr="0" anchor="t" bIns="0" lIns="0" spcFirstLastPara="1" rIns="0" wrap="square" tIns="228600">
            <a:normAutofit/>
          </a:bodyPr>
          <a:lstStyle>
            <a:lvl1pPr indent="-342900" lvl="0" marL="457200" algn="l">
              <a:lnSpc>
                <a:spcPct val="115000"/>
              </a:lnSpc>
              <a:spcBef>
                <a:spcPts val="1800"/>
              </a:spcBef>
              <a:spcAft>
                <a:spcPts val="0"/>
              </a:spcAft>
              <a:buSzPts val="1800"/>
              <a:buFont typeface="Arial"/>
              <a:buChar char="•"/>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4" name="Google Shape;294;p7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295" name="Google Shape;295;p7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3">
  <p:cSld name="Título 3">
    <p:spTree>
      <p:nvGrpSpPr>
        <p:cNvPr id="296" name="Shape 296"/>
        <p:cNvGrpSpPr/>
        <p:nvPr/>
      </p:nvGrpSpPr>
      <p:grpSpPr>
        <a:xfrm>
          <a:off x="0" y="0"/>
          <a:ext cx="0" cy="0"/>
          <a:chOff x="0" y="0"/>
          <a:chExt cx="0" cy="0"/>
        </a:xfrm>
      </p:grpSpPr>
      <p:sp>
        <p:nvSpPr>
          <p:cNvPr id="297" name="Google Shape;297;p75"/>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98" name="Google Shape;298;p75"/>
          <p:cNvGrpSpPr/>
          <p:nvPr/>
        </p:nvGrpSpPr>
        <p:grpSpPr>
          <a:xfrm rot="10800000">
            <a:off x="6092752" y="0"/>
            <a:ext cx="6099248" cy="6099248"/>
            <a:chOff x="0" y="12289"/>
            <a:chExt cx="3550" cy="3551"/>
          </a:xfrm>
        </p:grpSpPr>
        <p:sp>
          <p:nvSpPr>
            <p:cNvPr id="299" name="Google Shape;299;p75"/>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0" name="Google Shape;300;p75"/>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1" name="Google Shape;301;p75"/>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02" name="Google Shape;302;p75"/>
          <p:cNvSpPr txBox="1"/>
          <p:nvPr>
            <p:ph idx="1" type="body"/>
          </p:nvPr>
        </p:nvSpPr>
        <p:spPr>
          <a:xfrm>
            <a:off x="594360" y="454955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03" name="Google Shape;303;p75"/>
          <p:cNvCxnSpPr/>
          <p:nvPr/>
        </p:nvCxnSpPr>
        <p:spPr>
          <a:xfrm>
            <a:off x="594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1">
  <p:cSld name="Título 1">
    <p:spTree>
      <p:nvGrpSpPr>
        <p:cNvPr id="304" name="Shape 304"/>
        <p:cNvGrpSpPr/>
        <p:nvPr/>
      </p:nvGrpSpPr>
      <p:grpSpPr>
        <a:xfrm>
          <a:off x="0" y="0"/>
          <a:ext cx="0" cy="0"/>
          <a:chOff x="0" y="0"/>
          <a:chExt cx="0" cy="0"/>
        </a:xfrm>
      </p:grpSpPr>
      <p:sp>
        <p:nvSpPr>
          <p:cNvPr id="305" name="Google Shape;305;p76"/>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06" name="Google Shape;306;p76"/>
          <p:cNvGrpSpPr/>
          <p:nvPr/>
        </p:nvGrpSpPr>
        <p:grpSpPr>
          <a:xfrm>
            <a:off x="1" y="758752"/>
            <a:ext cx="6099248" cy="6099248"/>
            <a:chOff x="0" y="12289"/>
            <a:chExt cx="3550" cy="3551"/>
          </a:xfrm>
        </p:grpSpPr>
        <p:sp>
          <p:nvSpPr>
            <p:cNvPr id="307" name="Google Shape;307;p76"/>
            <p:cNvSpPr/>
            <p:nvPr/>
          </p:nvSpPr>
          <p:spPr>
            <a:xfrm>
              <a:off x="0" y="12289"/>
              <a:ext cx="1789" cy="2386"/>
            </a:xfrm>
            <a:custGeom>
              <a:rect b="b" l="l" r="r" t="t"/>
              <a:pathLst>
                <a:path extrusionOk="0" h="2386" w="1789">
                  <a:moveTo>
                    <a:pt x="0" y="0"/>
                  </a:moveTo>
                  <a:lnTo>
                    <a:pt x="0" y="1194"/>
                  </a:lnTo>
                  <a:lnTo>
                    <a:pt x="1192" y="2386"/>
                  </a:lnTo>
                  <a:lnTo>
                    <a:pt x="1789" y="1789"/>
                  </a:lnTo>
                  <a:lnTo>
                    <a:pt x="0"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8" name="Google Shape;308;p76"/>
            <p:cNvSpPr/>
            <p:nvPr/>
          </p:nvSpPr>
          <p:spPr>
            <a:xfrm>
              <a:off x="0" y="14678"/>
              <a:ext cx="1162" cy="1162"/>
            </a:xfrm>
            <a:custGeom>
              <a:rect b="b" l="l" r="r" t="t"/>
              <a:pathLst>
                <a:path extrusionOk="0" h="1162" w="1162">
                  <a:moveTo>
                    <a:pt x="0" y="0"/>
                  </a:moveTo>
                  <a:lnTo>
                    <a:pt x="0" y="1161"/>
                  </a:lnTo>
                  <a:lnTo>
                    <a:pt x="1161" y="1161"/>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9" name="Google Shape;309;p76"/>
            <p:cNvSpPr/>
            <p:nvPr/>
          </p:nvSpPr>
          <p:spPr>
            <a:xfrm>
              <a:off x="1221" y="14675"/>
              <a:ext cx="2329" cy="1165"/>
            </a:xfrm>
            <a:custGeom>
              <a:rect b="b" l="l" r="r" t="t"/>
              <a:pathLst>
                <a:path extrusionOk="0" h="1165" w="2329">
                  <a:moveTo>
                    <a:pt x="2329" y="1164"/>
                  </a:moveTo>
                  <a:lnTo>
                    <a:pt x="1165" y="0"/>
                  </a:lnTo>
                  <a:lnTo>
                    <a:pt x="0" y="1164"/>
                  </a:lnTo>
                  <a:lnTo>
                    <a:pt x="2329" y="1164"/>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cxnSp>
        <p:nvCxnSpPr>
          <p:cNvPr id="310" name="Google Shape;310;p76"/>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sección">
  <p:cSld name="Título de sección">
    <p:spTree>
      <p:nvGrpSpPr>
        <p:cNvPr id="311" name="Shape 311"/>
        <p:cNvGrpSpPr/>
        <p:nvPr/>
      </p:nvGrpSpPr>
      <p:grpSpPr>
        <a:xfrm>
          <a:off x="0" y="0"/>
          <a:ext cx="0" cy="0"/>
          <a:chOff x="0" y="0"/>
          <a:chExt cx="0" cy="0"/>
        </a:xfrm>
      </p:grpSpPr>
      <p:sp>
        <p:nvSpPr>
          <p:cNvPr id="312" name="Google Shape;312;p77"/>
          <p:cNvSpPr/>
          <p:nvPr>
            <p:ph idx="2" type="pic"/>
          </p:nvPr>
        </p:nvSpPr>
        <p:spPr>
          <a:xfrm>
            <a:off x="0" y="0"/>
            <a:ext cx="12192000" cy="6880543"/>
          </a:xfrm>
          <a:prstGeom prst="rect">
            <a:avLst/>
          </a:prstGeom>
          <a:noFill/>
          <a:ln>
            <a:noFill/>
          </a:ln>
        </p:spPr>
      </p:sp>
      <p:sp>
        <p:nvSpPr>
          <p:cNvPr id="313" name="Google Shape;313;p77"/>
          <p:cNvSpPr txBox="1"/>
          <p:nvPr>
            <p:ph type="title"/>
          </p:nvPr>
        </p:nvSpPr>
        <p:spPr>
          <a:xfrm>
            <a:off x="6309359" y="444933"/>
            <a:ext cx="5477479" cy="329184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6000">
                <a:solidFill>
                  <a:schemeClr val="dk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4" name="Google Shape;314;p77"/>
          <p:cNvSpPr/>
          <p:nvPr/>
        </p:nvSpPr>
        <p:spPr>
          <a:xfrm>
            <a:off x="6309360" y="3951843"/>
            <a:ext cx="2133600" cy="10058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extLst>
    <p:ext uri="{DCECCB84-F9BA-43D5-87BE-67443E8EF086}">
      <p15:sldGuideLst>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2">
  <p:cSld name="Título 2">
    <p:spTree>
      <p:nvGrpSpPr>
        <p:cNvPr id="315" name="Shape 315"/>
        <p:cNvGrpSpPr/>
        <p:nvPr/>
      </p:nvGrpSpPr>
      <p:grpSpPr>
        <a:xfrm>
          <a:off x="0" y="0"/>
          <a:ext cx="0" cy="0"/>
          <a:chOff x="0" y="0"/>
          <a:chExt cx="0" cy="0"/>
        </a:xfrm>
      </p:grpSpPr>
      <p:sp>
        <p:nvSpPr>
          <p:cNvPr id="316" name="Google Shape;316;p78"/>
          <p:cNvSpPr txBox="1"/>
          <p:nvPr>
            <p:ph type="ctrTitle"/>
          </p:nvPr>
        </p:nvSpPr>
        <p:spPr>
          <a:xfrm>
            <a:off x="6299835" y="430529"/>
            <a:ext cx="5486400" cy="3291840"/>
          </a:xfrm>
          <a:prstGeom prst="rect">
            <a:avLst/>
          </a:prstGeom>
          <a:noFill/>
          <a:ln>
            <a:noFill/>
          </a:ln>
        </p:spPr>
        <p:txBody>
          <a:bodyPr anchorCtr="0" anchor="b" bIns="0" lIns="0" spcFirstLastPara="1" rIns="0" wrap="square" tIns="0">
            <a:noAutofit/>
          </a:bodyPr>
          <a:lstStyle>
            <a:lvl1pPr lvl="0" algn="l">
              <a:lnSpc>
                <a:spcPct val="80000"/>
              </a:lnSpc>
              <a:spcBef>
                <a:spcPts val="0"/>
              </a:spcBef>
              <a:spcAft>
                <a:spcPts val="0"/>
              </a:spcAft>
              <a:buSzPts val="2800"/>
              <a:buNone/>
              <a:defRPr b="1" i="0" sz="60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7" name="Google Shape;317;p78"/>
          <p:cNvSpPr/>
          <p:nvPr>
            <p:ph idx="2" type="pic"/>
          </p:nvPr>
        </p:nvSpPr>
        <p:spPr>
          <a:xfrm>
            <a:off x="0" y="-11113"/>
            <a:ext cx="5791200" cy="6880226"/>
          </a:xfrm>
          <a:prstGeom prst="rect">
            <a:avLst/>
          </a:prstGeom>
          <a:noFill/>
          <a:ln>
            <a:noFill/>
          </a:ln>
        </p:spPr>
      </p:sp>
      <p:sp>
        <p:nvSpPr>
          <p:cNvPr id="318" name="Google Shape;318;p78"/>
          <p:cNvSpPr txBox="1"/>
          <p:nvPr>
            <p:ph idx="1" type="body"/>
          </p:nvPr>
        </p:nvSpPr>
        <p:spPr>
          <a:xfrm>
            <a:off x="6299835" y="4568602"/>
            <a:ext cx="5486400" cy="1645920"/>
          </a:xfrm>
          <a:prstGeom prst="rect">
            <a:avLst/>
          </a:prstGeom>
          <a:noFill/>
          <a:ln>
            <a:noFill/>
          </a:ln>
        </p:spPr>
        <p:txBody>
          <a:bodyPr anchorCtr="0" anchor="t" bIns="0" lIns="0" spcFirstLastPara="1" rIns="0" wrap="square" tIns="0">
            <a:noAutofit/>
          </a:bodyPr>
          <a:lstStyle>
            <a:lvl1pPr indent="-228600" lvl="0" marL="457200" algn="l">
              <a:lnSpc>
                <a:spcPct val="115000"/>
              </a:lnSpc>
              <a:spcBef>
                <a:spcPts val="0"/>
              </a:spcBef>
              <a:spcAft>
                <a:spcPts val="0"/>
              </a:spcAft>
              <a:buSzPts val="1800"/>
              <a:buNone/>
              <a:defRPr b="1" i="0" sz="2400">
                <a:solidFill>
                  <a:srgbClr val="B9AD8D"/>
                </a:solidFill>
                <a:latin typeface="Arial"/>
                <a:ea typeface="Arial"/>
                <a:cs typeface="Arial"/>
                <a:sym typeface="Arial"/>
              </a:defRPr>
            </a:lvl1pPr>
            <a:lvl2pPr indent="-317500" lvl="1" marL="914400" algn="l">
              <a:lnSpc>
                <a:spcPct val="115000"/>
              </a:lnSpc>
              <a:spcBef>
                <a:spcPts val="0"/>
              </a:spcBef>
              <a:spcAft>
                <a:spcPts val="0"/>
              </a:spcAft>
              <a:buSzPts val="1400"/>
              <a:buChar char="○"/>
              <a:defRPr sz="4000"/>
            </a:lvl2pPr>
            <a:lvl3pPr indent="-317500" lvl="2" marL="1371600" algn="l">
              <a:lnSpc>
                <a:spcPct val="115000"/>
              </a:lnSpc>
              <a:spcBef>
                <a:spcPts val="0"/>
              </a:spcBef>
              <a:spcAft>
                <a:spcPts val="0"/>
              </a:spcAft>
              <a:buSzPts val="1400"/>
              <a:buChar char="■"/>
              <a:defRPr sz="4000"/>
            </a:lvl3pPr>
            <a:lvl4pPr indent="-317500" lvl="3" marL="1828800" algn="l">
              <a:lnSpc>
                <a:spcPct val="115000"/>
              </a:lnSpc>
              <a:spcBef>
                <a:spcPts val="0"/>
              </a:spcBef>
              <a:spcAft>
                <a:spcPts val="0"/>
              </a:spcAft>
              <a:buSzPts val="1400"/>
              <a:buChar char="●"/>
              <a:defRPr sz="4000"/>
            </a:lvl4pPr>
            <a:lvl5pPr indent="-317500" lvl="4" marL="2286000" algn="l">
              <a:lnSpc>
                <a:spcPct val="115000"/>
              </a:lnSpc>
              <a:spcBef>
                <a:spcPts val="0"/>
              </a:spcBef>
              <a:spcAft>
                <a:spcPts val="0"/>
              </a:spcAft>
              <a:buSzPts val="1400"/>
              <a:buChar char="○"/>
              <a:defRPr sz="4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19" name="Google Shape;319;p78"/>
          <p:cNvCxnSpPr/>
          <p:nvPr/>
        </p:nvCxnSpPr>
        <p:spPr>
          <a:xfrm>
            <a:off x="6309360" y="3950208"/>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
  <p:cSld name="Título y contenido ">
    <p:spTree>
      <p:nvGrpSpPr>
        <p:cNvPr id="320" name="Shape 320"/>
        <p:cNvGrpSpPr/>
        <p:nvPr/>
      </p:nvGrpSpPr>
      <p:grpSpPr>
        <a:xfrm>
          <a:off x="0" y="0"/>
          <a:ext cx="0" cy="0"/>
          <a:chOff x="0" y="0"/>
          <a:chExt cx="0" cy="0"/>
        </a:xfrm>
      </p:grpSpPr>
      <p:grpSp>
        <p:nvGrpSpPr>
          <p:cNvPr id="321" name="Google Shape;321;p79"/>
          <p:cNvGrpSpPr/>
          <p:nvPr/>
        </p:nvGrpSpPr>
        <p:grpSpPr>
          <a:xfrm>
            <a:off x="6362700" y="0"/>
            <a:ext cx="5829298" cy="3235602"/>
            <a:chOff x="5612972" y="1"/>
            <a:chExt cx="6615961" cy="3672246"/>
          </a:xfrm>
        </p:grpSpPr>
        <p:sp>
          <p:nvSpPr>
            <p:cNvPr id="322" name="Google Shape;322;p79"/>
            <p:cNvSpPr/>
            <p:nvPr/>
          </p:nvSpPr>
          <p:spPr>
            <a:xfrm>
              <a:off x="5612972" y="1"/>
              <a:ext cx="4408998" cy="3672246"/>
            </a:xfrm>
            <a:custGeom>
              <a:rect b="b" l="l" r="r" t="t"/>
              <a:pathLst>
                <a:path extrusionOk="0" h="2980" w="3578">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3" name="Google Shape;323;p79"/>
            <p:cNvSpPr/>
            <p:nvPr/>
          </p:nvSpPr>
          <p:spPr>
            <a:xfrm>
              <a:off x="6341233" y="1463970"/>
              <a:ext cx="2208196" cy="2208277"/>
            </a:xfrm>
            <a:custGeom>
              <a:rect b="b" l="l" r="r" t="t"/>
              <a:pathLst>
                <a:path extrusionOk="0" h="1792" w="1792">
                  <a:moveTo>
                    <a:pt x="597" y="0"/>
                  </a:moveTo>
                  <a:lnTo>
                    <a:pt x="0" y="598"/>
                  </a:lnTo>
                  <a:lnTo>
                    <a:pt x="1195" y="1792"/>
                  </a:lnTo>
                  <a:lnTo>
                    <a:pt x="1792" y="1195"/>
                  </a:lnTo>
                  <a:lnTo>
                    <a:pt x="597" y="0"/>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4" name="Google Shape;324;p79"/>
            <p:cNvSpPr/>
            <p:nvPr/>
          </p:nvSpPr>
          <p:spPr>
            <a:xfrm>
              <a:off x="8555590" y="1"/>
              <a:ext cx="1457754" cy="729520"/>
            </a:xfrm>
            <a:custGeom>
              <a:rect b="b" l="l" r="r" t="t"/>
              <a:pathLst>
                <a:path extrusionOk="0" h="592" w="1183">
                  <a:moveTo>
                    <a:pt x="1183" y="0"/>
                  </a:moveTo>
                  <a:lnTo>
                    <a:pt x="0" y="0"/>
                  </a:lnTo>
                  <a:lnTo>
                    <a:pt x="591" y="591"/>
                  </a:lnTo>
                  <a:lnTo>
                    <a:pt x="1183" y="0"/>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5" name="Google Shape;325;p79"/>
            <p:cNvSpPr/>
            <p:nvPr/>
          </p:nvSpPr>
          <p:spPr>
            <a:xfrm>
              <a:off x="7076887" y="728289"/>
              <a:ext cx="2208196" cy="2208277"/>
            </a:xfrm>
            <a:custGeom>
              <a:rect b="b" l="l" r="r" t="t"/>
              <a:pathLst>
                <a:path extrusionOk="0" h="1792" w="1792">
                  <a:moveTo>
                    <a:pt x="598" y="0"/>
                  </a:moveTo>
                  <a:lnTo>
                    <a:pt x="0" y="597"/>
                  </a:lnTo>
                  <a:lnTo>
                    <a:pt x="1195" y="1792"/>
                  </a:lnTo>
                  <a:lnTo>
                    <a:pt x="1792" y="1195"/>
                  </a:lnTo>
                  <a:lnTo>
                    <a:pt x="598"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6" name="Google Shape;326;p79"/>
            <p:cNvSpPr/>
            <p:nvPr/>
          </p:nvSpPr>
          <p:spPr>
            <a:xfrm>
              <a:off x="9285083" y="728289"/>
              <a:ext cx="2943850" cy="2943958"/>
            </a:xfrm>
            <a:custGeom>
              <a:rect b="b" l="l" r="r" t="t"/>
              <a:pathLst>
                <a:path extrusionOk="0" h="2389" w="2389">
                  <a:moveTo>
                    <a:pt x="2389" y="1195"/>
                  </a:moveTo>
                  <a:lnTo>
                    <a:pt x="1194" y="0"/>
                  </a:lnTo>
                  <a:lnTo>
                    <a:pt x="0" y="1195"/>
                  </a:lnTo>
                  <a:lnTo>
                    <a:pt x="1194" y="2389"/>
                  </a:lnTo>
                  <a:lnTo>
                    <a:pt x="2389" y="1195"/>
                  </a:lnTo>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327" name="Google Shape;327;p79"/>
          <p:cNvSpPr txBox="1"/>
          <p:nvPr>
            <p:ph type="title"/>
          </p:nvPr>
        </p:nvSpPr>
        <p:spPr>
          <a:xfrm>
            <a:off x="6318885" y="3499667"/>
            <a:ext cx="4939666" cy="254281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cxnSp>
        <p:nvCxnSpPr>
          <p:cNvPr id="328" name="Google Shape;328;p79"/>
          <p:cNvCxnSpPr/>
          <p:nvPr/>
        </p:nvCxnSpPr>
        <p:spPr>
          <a:xfrm>
            <a:off x="6347460" y="6313170"/>
            <a:ext cx="2133600" cy="3992"/>
          </a:xfrm>
          <a:prstGeom prst="straightConnector1">
            <a:avLst/>
          </a:prstGeom>
          <a:noFill/>
          <a:ln cap="flat" cmpd="sng" w="101600">
            <a:solidFill>
              <a:srgbClr val="B9AD8D"/>
            </a:solidFill>
            <a:prstDash val="solid"/>
            <a:round/>
            <a:headEnd len="sm" w="sm" type="none"/>
            <a:tailEnd len="sm" w="sm" type="none"/>
          </a:ln>
        </p:spPr>
      </p:cxnSp>
      <p:sp>
        <p:nvSpPr>
          <p:cNvPr id="329" name="Google Shape;329;p79"/>
          <p:cNvSpPr txBox="1"/>
          <p:nvPr>
            <p:ph idx="1" type="body"/>
          </p:nvPr>
        </p:nvSpPr>
        <p:spPr>
          <a:xfrm>
            <a:off x="603885" y="457201"/>
            <a:ext cx="5198269" cy="2305050"/>
          </a:xfrm>
          <a:prstGeom prst="rect">
            <a:avLst/>
          </a:prstGeom>
          <a:noFill/>
          <a:ln>
            <a:noFill/>
          </a:ln>
        </p:spPr>
        <p:txBody>
          <a:bodyPr anchorCtr="0" anchor="t" bIns="91425" lIns="0" spcFirstLastPara="1" rIns="91425" wrap="square" tIns="274300">
            <a:normAutofit/>
          </a:bodyPr>
          <a:lstStyle>
            <a:lvl1pPr indent="-342900" lvl="0" marL="457200" algn="l">
              <a:lnSpc>
                <a:spcPct val="115000"/>
              </a:lnSpc>
              <a:spcBef>
                <a:spcPts val="1800"/>
              </a:spcBef>
              <a:spcAft>
                <a:spcPts val="0"/>
              </a:spcAft>
              <a:buSzPts val="1800"/>
              <a:buFont typeface="Arial"/>
              <a:buAutoNum type="arabicPeriod"/>
              <a:defRPr sz="2000"/>
            </a:lvl1pPr>
            <a:lvl2pPr indent="-317500" lvl="1" marL="914400" algn="l">
              <a:lnSpc>
                <a:spcPct val="115000"/>
              </a:lnSpc>
              <a:spcBef>
                <a:spcPts val="1800"/>
              </a:spcBef>
              <a:spcAft>
                <a:spcPts val="0"/>
              </a:spcAft>
              <a:buSzPts val="1400"/>
              <a:buFont typeface="Arial"/>
              <a:buAutoNum type="alphaLcPeriod"/>
              <a:defRPr sz="2000"/>
            </a:lvl2pPr>
            <a:lvl3pPr indent="-317500" lvl="2" marL="1371600" algn="l">
              <a:lnSpc>
                <a:spcPct val="115000"/>
              </a:lnSpc>
              <a:spcBef>
                <a:spcPts val="1800"/>
              </a:spcBef>
              <a:spcAft>
                <a:spcPts val="0"/>
              </a:spcAft>
              <a:buSzPts val="1400"/>
              <a:buFont typeface="Arial"/>
              <a:buAutoNum type="arabicParenR"/>
              <a:defRPr sz="2000"/>
            </a:lvl3pPr>
            <a:lvl4pPr indent="-228600" lvl="3" marL="1828800" algn="l">
              <a:lnSpc>
                <a:spcPct val="115000"/>
              </a:lnSpc>
              <a:spcBef>
                <a:spcPts val="1800"/>
              </a:spcBef>
              <a:spcAft>
                <a:spcPts val="0"/>
              </a:spcAft>
              <a:buSzPts val="1400"/>
              <a:buFont typeface="Arial"/>
              <a:buNone/>
              <a:defRPr sz="2000"/>
            </a:lvl4pPr>
            <a:lvl5pPr indent="-317500" lvl="4" marL="2286000" algn="l">
              <a:lnSpc>
                <a:spcPct val="115000"/>
              </a:lnSpc>
              <a:spcBef>
                <a:spcPts val="1800"/>
              </a:spcBef>
              <a:spcAft>
                <a:spcPts val="0"/>
              </a:spcAft>
              <a:buSzPts val="1400"/>
              <a:buFont typeface="Arial"/>
              <a:buAutoNum type="arabicPeriod"/>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0" name="Google Shape;330;p79"/>
          <p:cNvSpPr txBox="1"/>
          <p:nvPr>
            <p:ph idx="2" type="body"/>
          </p:nvPr>
        </p:nvSpPr>
        <p:spPr>
          <a:xfrm>
            <a:off x="594360" y="2810595"/>
            <a:ext cx="5198269" cy="3319513"/>
          </a:xfrm>
          <a:prstGeom prst="rect">
            <a:avLst/>
          </a:prstGeom>
          <a:noFill/>
          <a:ln>
            <a:noFill/>
          </a:ln>
        </p:spPr>
        <p:txBody>
          <a:bodyPr anchorCtr="0" anchor="t" bIns="0" lIns="0" spcFirstLastPara="1" rIns="0" wrap="square" tIns="457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31" name="Google Shape;331;p7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2" name="Google Shape;332;p7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e imagen del título">
  <p:cSld name="Contenido e imagen del título">
    <p:spTree>
      <p:nvGrpSpPr>
        <p:cNvPr id="333" name="Shape 333"/>
        <p:cNvGrpSpPr/>
        <p:nvPr/>
      </p:nvGrpSpPr>
      <p:grpSpPr>
        <a:xfrm>
          <a:off x="0" y="0"/>
          <a:ext cx="0" cy="0"/>
          <a:chOff x="0" y="0"/>
          <a:chExt cx="0" cy="0"/>
        </a:xfrm>
      </p:grpSpPr>
      <p:sp>
        <p:nvSpPr>
          <p:cNvPr id="334" name="Google Shape;334;p80"/>
          <p:cNvSpPr txBox="1"/>
          <p:nvPr>
            <p:ph type="title"/>
          </p:nvPr>
        </p:nvSpPr>
        <p:spPr>
          <a:xfrm>
            <a:off x="575310" y="278129"/>
            <a:ext cx="5063490" cy="235402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5" name="Google Shape;335;p80"/>
          <p:cNvSpPr txBox="1"/>
          <p:nvPr>
            <p:ph idx="1" type="body"/>
          </p:nvPr>
        </p:nvSpPr>
        <p:spPr>
          <a:xfrm>
            <a:off x="594360" y="3279579"/>
            <a:ext cx="5044440" cy="2994415"/>
          </a:xfrm>
          <a:prstGeom prst="rect">
            <a:avLst/>
          </a:prstGeom>
          <a:noFill/>
          <a:ln>
            <a:noFill/>
          </a:ln>
        </p:spPr>
        <p:txBody>
          <a:bodyPr anchorCtr="0" anchor="t" bIns="0" lIns="0" spcFirstLastPara="1" rIns="0" wrap="square" tIns="228600">
            <a:normAutofit/>
          </a:bodyPr>
          <a:lstStyle>
            <a:lvl1pPr indent="-228600" lvl="0" marL="457200" algn="l">
              <a:lnSpc>
                <a:spcPct val="115000"/>
              </a:lnSpc>
              <a:spcBef>
                <a:spcPts val="1800"/>
              </a:spcBef>
              <a:spcAft>
                <a:spcPts val="0"/>
              </a:spcAft>
              <a:buSzPts val="1800"/>
              <a:buFont typeface="Arial"/>
              <a:buNone/>
              <a:defRPr sz="2000"/>
            </a:lvl1pPr>
            <a:lvl2pPr indent="-317500" lvl="1" marL="914400" algn="l">
              <a:lnSpc>
                <a:spcPct val="115000"/>
              </a:lnSpc>
              <a:spcBef>
                <a:spcPts val="1800"/>
              </a:spcBef>
              <a:spcAft>
                <a:spcPts val="0"/>
              </a:spcAft>
              <a:buSzPts val="1400"/>
              <a:buChar char="○"/>
              <a:defRPr sz="2000"/>
            </a:lvl2pPr>
            <a:lvl3pPr indent="-317500" lvl="2" marL="1371600" algn="l">
              <a:lnSpc>
                <a:spcPct val="115000"/>
              </a:lnSpc>
              <a:spcBef>
                <a:spcPts val="1800"/>
              </a:spcBef>
              <a:spcAft>
                <a:spcPts val="0"/>
              </a:spcAft>
              <a:buSzPts val="1400"/>
              <a:buChar char="■"/>
              <a:defRPr sz="2000"/>
            </a:lvl3pPr>
            <a:lvl4pPr indent="-317500" lvl="3" marL="1828800" algn="l">
              <a:lnSpc>
                <a:spcPct val="115000"/>
              </a:lnSpc>
              <a:spcBef>
                <a:spcPts val="1800"/>
              </a:spcBef>
              <a:spcAft>
                <a:spcPts val="0"/>
              </a:spcAft>
              <a:buSzPts val="1400"/>
              <a:buChar char="●"/>
              <a:defRPr sz="2000"/>
            </a:lvl4pPr>
            <a:lvl5pPr indent="-317500" lvl="4" marL="2286000" algn="l">
              <a:lnSpc>
                <a:spcPct val="115000"/>
              </a:lnSpc>
              <a:spcBef>
                <a:spcPts val="1800"/>
              </a:spcBef>
              <a:spcAft>
                <a:spcPts val="0"/>
              </a:spcAft>
              <a:buSzPts val="1400"/>
              <a:buChar char="○"/>
              <a:defRPr sz="2000"/>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cxnSp>
        <p:nvCxnSpPr>
          <p:cNvPr id="336" name="Google Shape;336;p80"/>
          <p:cNvCxnSpPr/>
          <p:nvPr/>
        </p:nvCxnSpPr>
        <p:spPr>
          <a:xfrm>
            <a:off x="594360" y="2997459"/>
            <a:ext cx="2133600" cy="3992"/>
          </a:xfrm>
          <a:prstGeom prst="straightConnector1">
            <a:avLst/>
          </a:prstGeom>
          <a:noFill/>
          <a:ln cap="flat" cmpd="sng" w="101600">
            <a:solidFill>
              <a:srgbClr val="B9AD8D"/>
            </a:solidFill>
            <a:prstDash val="solid"/>
            <a:round/>
            <a:headEnd len="sm" w="sm" type="none"/>
            <a:tailEnd len="sm" w="sm" type="none"/>
          </a:ln>
        </p:spPr>
      </p:cxnSp>
      <p:sp>
        <p:nvSpPr>
          <p:cNvPr id="337" name="Google Shape;337;p80"/>
          <p:cNvSpPr/>
          <p:nvPr>
            <p:ph idx="2" type="pic"/>
          </p:nvPr>
        </p:nvSpPr>
        <p:spPr>
          <a:xfrm>
            <a:off x="6096000" y="0"/>
            <a:ext cx="6118225" cy="6858000"/>
          </a:xfrm>
          <a:prstGeom prst="rect">
            <a:avLst/>
          </a:prstGeom>
          <a:noFill/>
          <a:ln>
            <a:noFill/>
          </a:ln>
        </p:spPr>
      </p:sp>
      <p:sp>
        <p:nvSpPr>
          <p:cNvPr id="338" name="Google Shape;338;p80"/>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39" name="Google Shape;339;p8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340" name="Shape 340"/>
        <p:cNvGrpSpPr/>
        <p:nvPr/>
      </p:nvGrpSpPr>
      <p:grpSpPr>
        <a:xfrm>
          <a:off x="0" y="0"/>
          <a:ext cx="0" cy="0"/>
          <a:chOff x="0" y="0"/>
          <a:chExt cx="0" cy="0"/>
        </a:xfrm>
      </p:grpSpPr>
      <p:sp>
        <p:nvSpPr>
          <p:cNvPr id="341" name="Google Shape;341;p81"/>
          <p:cNvSpPr txBox="1"/>
          <p:nvPr>
            <p:ph type="title"/>
          </p:nvPr>
        </p:nvSpPr>
        <p:spPr>
          <a:xfrm>
            <a:off x="594360" y="202400"/>
            <a:ext cx="10972800" cy="15703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2800"/>
              <a:buNone/>
              <a:defRPr b="1" i="0" sz="4400">
                <a:solidFill>
                  <a:schemeClr val="lt1"/>
                </a:solidFill>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2" name="Google Shape;342;p81"/>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buClr>
                <a:schemeClr val="dk2"/>
              </a:buClr>
              <a:buSzPts val="1333"/>
              <a:buFont typeface="Arial"/>
              <a:buNone/>
              <a:defRPr sz="1333">
                <a:solidFill>
                  <a:schemeClr val="dk2"/>
                </a:solidFill>
                <a:latin typeface="Arial"/>
                <a:ea typeface="Arial"/>
                <a:cs typeface="Arial"/>
                <a:sym typeface="Arial"/>
              </a:defRPr>
            </a:lvl1pPr>
            <a:lvl2pPr indent="0" lvl="1" marL="0" marR="0" algn="r">
              <a:buClr>
                <a:schemeClr val="dk2"/>
              </a:buClr>
              <a:buSzPts val="1333"/>
              <a:buFont typeface="Arial"/>
              <a:buNone/>
              <a:defRPr sz="1333">
                <a:solidFill>
                  <a:schemeClr val="dk2"/>
                </a:solidFill>
                <a:latin typeface="Arial"/>
                <a:ea typeface="Arial"/>
                <a:cs typeface="Arial"/>
                <a:sym typeface="Arial"/>
              </a:defRPr>
            </a:lvl2pPr>
            <a:lvl3pPr indent="0" lvl="2" marL="0" marR="0" algn="r">
              <a:buClr>
                <a:schemeClr val="dk2"/>
              </a:buClr>
              <a:buSzPts val="1333"/>
              <a:buFont typeface="Arial"/>
              <a:buNone/>
              <a:defRPr sz="1333">
                <a:solidFill>
                  <a:schemeClr val="dk2"/>
                </a:solidFill>
                <a:latin typeface="Arial"/>
                <a:ea typeface="Arial"/>
                <a:cs typeface="Arial"/>
                <a:sym typeface="Arial"/>
              </a:defRPr>
            </a:lvl3pPr>
            <a:lvl4pPr indent="0" lvl="3" marL="0" marR="0" algn="r">
              <a:buClr>
                <a:schemeClr val="dk2"/>
              </a:buClr>
              <a:buSzPts val="1333"/>
              <a:buFont typeface="Arial"/>
              <a:buNone/>
              <a:defRPr sz="1333">
                <a:solidFill>
                  <a:schemeClr val="dk2"/>
                </a:solidFill>
                <a:latin typeface="Arial"/>
                <a:ea typeface="Arial"/>
                <a:cs typeface="Arial"/>
                <a:sym typeface="Arial"/>
              </a:defRPr>
            </a:lvl4pPr>
            <a:lvl5pPr indent="0" lvl="4" marL="0" marR="0" algn="r">
              <a:buClr>
                <a:schemeClr val="dk2"/>
              </a:buClr>
              <a:buSzPts val="1333"/>
              <a:buFont typeface="Arial"/>
              <a:buNone/>
              <a:defRPr sz="1333">
                <a:solidFill>
                  <a:schemeClr val="dk2"/>
                </a:solidFill>
                <a:latin typeface="Arial"/>
                <a:ea typeface="Arial"/>
                <a:cs typeface="Arial"/>
                <a:sym typeface="Arial"/>
              </a:defRPr>
            </a:lvl5pPr>
            <a:lvl6pPr indent="0" lvl="5" marL="0" marR="0" algn="r">
              <a:buClr>
                <a:schemeClr val="dk2"/>
              </a:buClr>
              <a:buSzPts val="1333"/>
              <a:buFont typeface="Arial"/>
              <a:buNone/>
              <a:defRPr sz="1333">
                <a:solidFill>
                  <a:schemeClr val="dk2"/>
                </a:solidFill>
                <a:latin typeface="Arial"/>
                <a:ea typeface="Arial"/>
                <a:cs typeface="Arial"/>
                <a:sym typeface="Arial"/>
              </a:defRPr>
            </a:lvl6pPr>
            <a:lvl7pPr indent="0" lvl="6" marL="0" marR="0" algn="r">
              <a:buClr>
                <a:schemeClr val="dk2"/>
              </a:buClr>
              <a:buSzPts val="1333"/>
              <a:buFont typeface="Arial"/>
              <a:buNone/>
              <a:defRPr sz="1333">
                <a:solidFill>
                  <a:schemeClr val="dk2"/>
                </a:solidFill>
                <a:latin typeface="Arial"/>
                <a:ea typeface="Arial"/>
                <a:cs typeface="Arial"/>
                <a:sym typeface="Arial"/>
              </a:defRPr>
            </a:lvl7pPr>
            <a:lvl8pPr indent="0" lvl="7" marL="0" marR="0" algn="r">
              <a:buClr>
                <a:schemeClr val="dk2"/>
              </a:buClr>
              <a:buSzPts val="1333"/>
              <a:buFont typeface="Arial"/>
              <a:buNone/>
              <a:defRPr sz="1333">
                <a:solidFill>
                  <a:schemeClr val="dk2"/>
                </a:solidFill>
                <a:latin typeface="Arial"/>
                <a:ea typeface="Arial"/>
                <a:cs typeface="Arial"/>
                <a:sym typeface="Arial"/>
              </a:defRPr>
            </a:lvl8pPr>
            <a:lvl9pPr indent="0" lvl="8" marL="0" marR="0" algn="r">
              <a:buClr>
                <a:schemeClr val="dk2"/>
              </a:buClr>
              <a:buSzPts val="1333"/>
              <a:buFont typeface="Arial"/>
              <a:buNone/>
              <a:defRPr sz="1333">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
        <p:nvSpPr>
          <p:cNvPr id="343" name="Google Shape;343;p8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344" name="Google Shape;344;p81"/>
          <p:cNvCxnSpPr/>
          <p:nvPr/>
        </p:nvCxnSpPr>
        <p:spPr>
          <a:xfrm>
            <a:off x="594360" y="2148840"/>
            <a:ext cx="2133600" cy="3992"/>
          </a:xfrm>
          <a:prstGeom prst="straightConnector1">
            <a:avLst/>
          </a:prstGeom>
          <a:noFill/>
          <a:ln cap="flat" cmpd="sng" w="101600">
            <a:solidFill>
              <a:srgbClr val="B9AD8D"/>
            </a:solidFill>
            <a:prstDash val="solid"/>
            <a:round/>
            <a:headEnd len="sm" w="sm" type="none"/>
            <a:tailEnd len="sm" w="sm" type="none"/>
          </a:ln>
        </p:spPr>
      </p:cxnSp>
    </p:spTree>
  </p:cSld>
  <p:clrMapOvr>
    <a:masterClrMapping/>
  </p:clrMapOvr>
  <p:extLst>
    <p:ext uri="{DCECCB84-F9BA-43D5-87BE-67443E8EF086}">
      <p15:sldGuideLst>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9" name="Shape 349"/>
        <p:cNvGrpSpPr/>
        <p:nvPr/>
      </p:nvGrpSpPr>
      <p:grpSpPr>
        <a:xfrm>
          <a:off x="0" y="0"/>
          <a:ext cx="0" cy="0"/>
          <a:chOff x="0" y="0"/>
          <a:chExt cx="0" cy="0"/>
        </a:xfrm>
      </p:grpSpPr>
      <p:sp>
        <p:nvSpPr>
          <p:cNvPr id="350" name="Google Shape;350;g3a07b59e9ba_0_13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51" name="Google Shape;351;g3a07b59e9ba_0_13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52" name="Google Shape;352;g3a07b59e9ba_0_13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3" name="Shape 353"/>
        <p:cNvGrpSpPr/>
        <p:nvPr/>
      </p:nvGrpSpPr>
      <p:grpSpPr>
        <a:xfrm>
          <a:off x="0" y="0"/>
          <a:ext cx="0" cy="0"/>
          <a:chOff x="0" y="0"/>
          <a:chExt cx="0" cy="0"/>
        </a:xfrm>
      </p:grpSpPr>
      <p:sp>
        <p:nvSpPr>
          <p:cNvPr id="354" name="Google Shape;354;g3a07b59e9ba_0_13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355" name="Google Shape;355;g3a07b59e9ba_0_13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6" name="Google Shape;356;g3a07b59e9ba_0_13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7" name="Shape 357"/>
        <p:cNvGrpSpPr/>
        <p:nvPr/>
      </p:nvGrpSpPr>
      <p:grpSpPr>
        <a:xfrm>
          <a:off x="0" y="0"/>
          <a:ext cx="0" cy="0"/>
          <a:chOff x="0" y="0"/>
          <a:chExt cx="0" cy="0"/>
        </a:xfrm>
      </p:grpSpPr>
      <p:sp>
        <p:nvSpPr>
          <p:cNvPr id="358" name="Google Shape;358;g3a07b59e9ba_0_139"/>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59" name="Google Shape;359;g3a07b59e9ba_0_13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0" name="Shape 360"/>
        <p:cNvGrpSpPr/>
        <p:nvPr/>
      </p:nvGrpSpPr>
      <p:grpSpPr>
        <a:xfrm>
          <a:off x="0" y="0"/>
          <a:ext cx="0" cy="0"/>
          <a:chOff x="0" y="0"/>
          <a:chExt cx="0" cy="0"/>
        </a:xfrm>
      </p:grpSpPr>
      <p:sp>
        <p:nvSpPr>
          <p:cNvPr id="361" name="Google Shape;361;g3a07b59e9ba_0_14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2" name="Google Shape;362;g3a07b59e9ba_0_142"/>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3" name="Google Shape;363;g3a07b59e9ba_0_142"/>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64" name="Google Shape;364;g3a07b59e9ba_0_14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5" name="Shape 365"/>
        <p:cNvGrpSpPr/>
        <p:nvPr/>
      </p:nvGrpSpPr>
      <p:grpSpPr>
        <a:xfrm>
          <a:off x="0" y="0"/>
          <a:ext cx="0" cy="0"/>
          <a:chOff x="0" y="0"/>
          <a:chExt cx="0" cy="0"/>
        </a:xfrm>
      </p:grpSpPr>
      <p:sp>
        <p:nvSpPr>
          <p:cNvPr id="366" name="Google Shape;366;g3a07b59e9ba_0_14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67" name="Google Shape;367;g3a07b59e9ba_0_14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8" name="Shape 368"/>
        <p:cNvGrpSpPr/>
        <p:nvPr/>
      </p:nvGrpSpPr>
      <p:grpSpPr>
        <a:xfrm>
          <a:off x="0" y="0"/>
          <a:ext cx="0" cy="0"/>
          <a:chOff x="0" y="0"/>
          <a:chExt cx="0" cy="0"/>
        </a:xfrm>
      </p:grpSpPr>
      <p:sp>
        <p:nvSpPr>
          <p:cNvPr id="369" name="Google Shape;369;g3a07b59e9ba_0_15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70" name="Google Shape;370;g3a07b59e9ba_0_15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71" name="Google Shape;371;g3a07b59e9ba_0_15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2" name="Shape 372"/>
        <p:cNvGrpSpPr/>
        <p:nvPr/>
      </p:nvGrpSpPr>
      <p:grpSpPr>
        <a:xfrm>
          <a:off x="0" y="0"/>
          <a:ext cx="0" cy="0"/>
          <a:chOff x="0" y="0"/>
          <a:chExt cx="0" cy="0"/>
        </a:xfrm>
      </p:grpSpPr>
      <p:sp>
        <p:nvSpPr>
          <p:cNvPr id="373" name="Google Shape;373;g3a07b59e9ba_0_15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74" name="Google Shape;374;g3a07b59e9ba_0_15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g3a07b59e9ba_0_15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7" name="Google Shape;377;g3a07b59e9ba_0_15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378" name="Google Shape;378;g3a07b59e9ba_0_15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9" name="Google Shape;379;g3a07b59e9ba_0_15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80" name="Google Shape;380;g3a07b59e9ba_0_15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1" name="Shape 381"/>
        <p:cNvGrpSpPr/>
        <p:nvPr/>
      </p:nvGrpSpPr>
      <p:grpSpPr>
        <a:xfrm>
          <a:off x="0" y="0"/>
          <a:ext cx="0" cy="0"/>
          <a:chOff x="0" y="0"/>
          <a:chExt cx="0" cy="0"/>
        </a:xfrm>
      </p:grpSpPr>
      <p:sp>
        <p:nvSpPr>
          <p:cNvPr id="382" name="Google Shape;382;g3a07b59e9ba_0_16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383" name="Google Shape;383;g3a07b59e9ba_0_16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4" name="Shape 384"/>
        <p:cNvGrpSpPr/>
        <p:nvPr/>
      </p:nvGrpSpPr>
      <p:grpSpPr>
        <a:xfrm>
          <a:off x="0" y="0"/>
          <a:ext cx="0" cy="0"/>
          <a:chOff x="0" y="0"/>
          <a:chExt cx="0" cy="0"/>
        </a:xfrm>
      </p:grpSpPr>
      <p:sp>
        <p:nvSpPr>
          <p:cNvPr id="385" name="Google Shape;385;g3a07b59e9ba_0_16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86" name="Google Shape;386;g3a07b59e9ba_0_16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387" name="Google Shape;387;g3a07b59e9ba_0_16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8" name="Shape 388"/>
        <p:cNvGrpSpPr/>
        <p:nvPr/>
      </p:nvGrpSpPr>
      <p:grpSpPr>
        <a:xfrm>
          <a:off x="0" y="0"/>
          <a:ext cx="0" cy="0"/>
          <a:chOff x="0" y="0"/>
          <a:chExt cx="0" cy="0"/>
        </a:xfrm>
      </p:grpSpPr>
      <p:sp>
        <p:nvSpPr>
          <p:cNvPr id="389" name="Google Shape;389;g3a07b59e9ba_0_17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29" Type="http://schemas.openxmlformats.org/officeDocument/2006/relationships/slideLayout" Target="../slideLayouts/slideLayout53.xml"/><Relationship Id="rId7" Type="http://schemas.openxmlformats.org/officeDocument/2006/relationships/slideLayout" Target="../slideLayouts/slideLayout31.xml"/><Relationship Id="rId8" Type="http://schemas.openxmlformats.org/officeDocument/2006/relationships/slideLayout" Target="../slideLayouts/slideLayout32.xml"/><Relationship Id="rId31" Type="http://schemas.openxmlformats.org/officeDocument/2006/relationships/slideLayout" Target="../slideLayouts/slideLayout55.xml"/><Relationship Id="rId30" Type="http://schemas.openxmlformats.org/officeDocument/2006/relationships/slideLayout" Target="../slideLayouts/slideLayout54.xml"/><Relationship Id="rId11" Type="http://schemas.openxmlformats.org/officeDocument/2006/relationships/slideLayout" Target="../slideLayouts/slideLayout35.xml"/><Relationship Id="rId33" Type="http://schemas.openxmlformats.org/officeDocument/2006/relationships/theme" Target="../theme/theme1.xml"/><Relationship Id="rId10" Type="http://schemas.openxmlformats.org/officeDocument/2006/relationships/slideLayout" Target="../slideLayouts/slideLayout34.xml"/><Relationship Id="rId32" Type="http://schemas.openxmlformats.org/officeDocument/2006/relationships/slideLayout" Target="../slideLayouts/slideLayout56.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23"/>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2" name="Google Shape;12;p23"/>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25"/>
          <p:cNvSpPr txBox="1"/>
          <p:nvPr>
            <p:ph idx="1" type="body"/>
          </p:nvPr>
        </p:nvSpPr>
        <p:spPr>
          <a:xfrm>
            <a:off x="594360" y="1825625"/>
            <a:ext cx="1038225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ibre Franklin"/>
                <a:ea typeface="Libre Franklin"/>
                <a:cs typeface="Libre Franklin"/>
                <a:sym typeface="Libre Frankli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ibre Franklin"/>
                <a:ea typeface="Libre Franklin"/>
                <a:cs typeface="Libre Franklin"/>
                <a:sym typeface="Libre Frankli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ibre Franklin"/>
                <a:ea typeface="Libre Franklin"/>
                <a:cs typeface="Libre Franklin"/>
                <a:sym typeface="Libre Frankli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ibre Franklin"/>
                <a:ea typeface="Libre Franklin"/>
                <a:cs typeface="Libre Franklin"/>
                <a:sym typeface="Libre Frankli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Libre Franklin"/>
                <a:ea typeface="Libre Franklin"/>
                <a:cs typeface="Libre Franklin"/>
                <a:sym typeface="Libre Franklin"/>
              </a:defRPr>
            </a:lvl9pPr>
          </a:lstStyle>
          <a:p/>
        </p:txBody>
      </p:sp>
      <p:sp>
        <p:nvSpPr>
          <p:cNvPr id="56" name="Google Shape;56;p25"/>
          <p:cNvSpPr txBox="1"/>
          <p:nvPr>
            <p:ph type="title"/>
          </p:nvPr>
        </p:nvSpPr>
        <p:spPr>
          <a:xfrm>
            <a:off x="594360" y="365125"/>
            <a:ext cx="10401300" cy="1325563"/>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chemeClr val="dk1"/>
              </a:buClr>
              <a:buSzPts val="4400"/>
              <a:buFont typeface="Franklin Gothic"/>
              <a:buNone/>
              <a:defRPr b="1" i="0" sz="4400" u="none" cap="none" strike="noStrike">
                <a:solidFill>
                  <a:schemeClr val="dk1"/>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57" name="Google Shape;57;p25"/>
          <p:cNvSpPr txBox="1"/>
          <p:nvPr>
            <p:ph idx="10" type="dt"/>
          </p:nvPr>
        </p:nvSpPr>
        <p:spPr>
          <a:xfrm>
            <a:off x="1133648" y="6332220"/>
            <a:ext cx="1313180" cy="247651"/>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1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lt1"/>
                </a:solidFill>
                <a:latin typeface="Libre Franklin"/>
                <a:ea typeface="Libre Franklin"/>
                <a:cs typeface="Libre Franklin"/>
                <a:sym typeface="Libre Franklin"/>
              </a:defRPr>
            </a:lvl9pPr>
          </a:lstStyle>
          <a:p/>
        </p:txBody>
      </p:sp>
      <p:sp>
        <p:nvSpPr>
          <p:cNvPr id="58" name="Google Shape;58;p25"/>
          <p:cNvSpPr txBox="1"/>
          <p:nvPr>
            <p:ph idx="12" type="sldNum"/>
          </p:nvPr>
        </p:nvSpPr>
        <p:spPr>
          <a:xfrm>
            <a:off x="594360" y="6332220"/>
            <a:ext cx="523240" cy="247651"/>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1" i="0" sz="1100" u="none" cap="none" strike="noStrike">
                <a:solidFill>
                  <a:schemeClr val="dk1"/>
                </a:solidFill>
                <a:latin typeface="Libre Franklin"/>
                <a:ea typeface="Libre Franklin"/>
                <a:cs typeface="Libre Franklin"/>
                <a:sym typeface="Libre Franklin"/>
              </a:defRPr>
            </a:lvl1pPr>
            <a:lvl2pPr indent="0" lvl="1" marL="0" marR="0" rtl="0" algn="l">
              <a:spcBef>
                <a:spcPts val="0"/>
              </a:spcBef>
              <a:buNone/>
              <a:defRPr b="1" i="0" sz="1100" u="none" cap="none" strike="noStrike">
                <a:solidFill>
                  <a:schemeClr val="dk1"/>
                </a:solidFill>
                <a:latin typeface="Libre Franklin"/>
                <a:ea typeface="Libre Franklin"/>
                <a:cs typeface="Libre Franklin"/>
                <a:sym typeface="Libre Franklin"/>
              </a:defRPr>
            </a:lvl2pPr>
            <a:lvl3pPr indent="0" lvl="2" marL="0" marR="0" rtl="0" algn="l">
              <a:spcBef>
                <a:spcPts val="0"/>
              </a:spcBef>
              <a:buNone/>
              <a:defRPr b="1" i="0" sz="1100" u="none" cap="none" strike="noStrike">
                <a:solidFill>
                  <a:schemeClr val="dk1"/>
                </a:solidFill>
                <a:latin typeface="Libre Franklin"/>
                <a:ea typeface="Libre Franklin"/>
                <a:cs typeface="Libre Franklin"/>
                <a:sym typeface="Libre Franklin"/>
              </a:defRPr>
            </a:lvl3pPr>
            <a:lvl4pPr indent="0" lvl="3" marL="0" marR="0" rtl="0" algn="l">
              <a:spcBef>
                <a:spcPts val="0"/>
              </a:spcBef>
              <a:buNone/>
              <a:defRPr b="1" i="0" sz="1100" u="none" cap="none" strike="noStrike">
                <a:solidFill>
                  <a:schemeClr val="dk1"/>
                </a:solidFill>
                <a:latin typeface="Libre Franklin"/>
                <a:ea typeface="Libre Franklin"/>
                <a:cs typeface="Libre Franklin"/>
                <a:sym typeface="Libre Franklin"/>
              </a:defRPr>
            </a:lvl4pPr>
            <a:lvl5pPr indent="0" lvl="4" marL="0" marR="0" rtl="0" algn="l">
              <a:spcBef>
                <a:spcPts val="0"/>
              </a:spcBef>
              <a:buNone/>
              <a:defRPr b="1" i="0" sz="1100" u="none" cap="none" strike="noStrike">
                <a:solidFill>
                  <a:schemeClr val="dk1"/>
                </a:solidFill>
                <a:latin typeface="Libre Franklin"/>
                <a:ea typeface="Libre Franklin"/>
                <a:cs typeface="Libre Franklin"/>
                <a:sym typeface="Libre Franklin"/>
              </a:defRPr>
            </a:lvl5pPr>
            <a:lvl6pPr indent="0" lvl="5" marL="0" marR="0" rtl="0" algn="l">
              <a:spcBef>
                <a:spcPts val="0"/>
              </a:spcBef>
              <a:buNone/>
              <a:defRPr b="1" i="0" sz="1100" u="none" cap="none" strike="noStrike">
                <a:solidFill>
                  <a:schemeClr val="dk1"/>
                </a:solidFill>
                <a:latin typeface="Libre Franklin"/>
                <a:ea typeface="Libre Franklin"/>
                <a:cs typeface="Libre Franklin"/>
                <a:sym typeface="Libre Franklin"/>
              </a:defRPr>
            </a:lvl6pPr>
            <a:lvl7pPr indent="0" lvl="6" marL="0" marR="0" rtl="0" algn="l">
              <a:spcBef>
                <a:spcPts val="0"/>
              </a:spcBef>
              <a:buNone/>
              <a:defRPr b="1" i="0" sz="1100" u="none" cap="none" strike="noStrike">
                <a:solidFill>
                  <a:schemeClr val="dk1"/>
                </a:solidFill>
                <a:latin typeface="Libre Franklin"/>
                <a:ea typeface="Libre Franklin"/>
                <a:cs typeface="Libre Franklin"/>
                <a:sym typeface="Libre Franklin"/>
              </a:defRPr>
            </a:lvl7pPr>
            <a:lvl8pPr indent="0" lvl="7" marL="0" marR="0" rtl="0" algn="l">
              <a:spcBef>
                <a:spcPts val="0"/>
              </a:spcBef>
              <a:buNone/>
              <a:defRPr b="1" i="0" sz="1100" u="none" cap="none" strike="noStrike">
                <a:solidFill>
                  <a:schemeClr val="dk1"/>
                </a:solidFill>
                <a:latin typeface="Libre Franklin"/>
                <a:ea typeface="Libre Franklin"/>
                <a:cs typeface="Libre Franklin"/>
                <a:sym typeface="Libre Franklin"/>
              </a:defRPr>
            </a:lvl8pPr>
            <a:lvl9pPr indent="0" lvl="8" marL="0" marR="0" rtl="0" algn="l">
              <a:spcBef>
                <a:spcPts val="0"/>
              </a:spcBef>
              <a:buNone/>
              <a:defRPr b="1" i="0" sz="1100" u="none" cap="none" strike="noStrike">
                <a:solidFill>
                  <a:schemeClr val="dk1"/>
                </a:solidFill>
                <a:latin typeface="Libre Franklin"/>
                <a:ea typeface="Libre Franklin"/>
                <a:cs typeface="Libre Franklin"/>
                <a:sym typeface="Libre Franklin"/>
              </a:defRPr>
            </a:lvl9pPr>
          </a:lstStyle>
          <a:p>
            <a:pPr indent="0" lvl="0" marL="0" rtl="0" algn="l">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2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3" name="Google Shape;173;p29"/>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174" name="Google Shape;174;p2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1pPr>
            <a:lvl2pPr indent="0" lvl="1"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2pPr>
            <a:lvl3pPr indent="0" lvl="2"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3pPr>
            <a:lvl4pPr indent="0" lvl="3"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4pPr>
            <a:lvl5pPr indent="0" lvl="4"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5pPr>
            <a:lvl6pPr indent="0" lvl="5"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6pPr>
            <a:lvl7pPr indent="0" lvl="6"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7pPr>
            <a:lvl8pPr indent="0" lvl="7"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8pPr>
            <a:lvl9pPr indent="0" lvl="8" marL="0" marR="0" rtl="0" algn="r">
              <a:buClr>
                <a:schemeClr val="dk2"/>
              </a:buClr>
              <a:buSzPts val="1333"/>
              <a:buFont typeface="Arial"/>
              <a:buNone/>
              <a:defRPr b="0"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45" name="Shape 345"/>
        <p:cNvGrpSpPr/>
        <p:nvPr/>
      </p:nvGrpSpPr>
      <p:grpSpPr>
        <a:xfrm>
          <a:off x="0" y="0"/>
          <a:ext cx="0" cy="0"/>
          <a:chOff x="0" y="0"/>
          <a:chExt cx="0" cy="0"/>
        </a:xfrm>
      </p:grpSpPr>
      <p:sp>
        <p:nvSpPr>
          <p:cNvPr id="346" name="Google Shape;346;g3a07b59e9ba_0_12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347" name="Google Shape;347;g3a07b59e9ba_0_12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348" name="Google Shape;348;g3a07b59e9ba_0_12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g3a07b59e9ba_0_0"/>
          <p:cNvPicPr preferRelativeResize="0"/>
          <p:nvPr/>
        </p:nvPicPr>
        <p:blipFill rotWithShape="1">
          <a:blip r:embed="rId3">
            <a:alphaModFix amt="62000"/>
          </a:blip>
          <a:srcRect b="0" l="0" r="0" t="0"/>
          <a:stretch/>
        </p:blipFill>
        <p:spPr>
          <a:xfrm>
            <a:off x="11269" y="1"/>
            <a:ext cx="12169464" cy="6858000"/>
          </a:xfrm>
          <a:prstGeom prst="rect">
            <a:avLst/>
          </a:prstGeom>
          <a:noFill/>
          <a:ln>
            <a:noFill/>
          </a:ln>
        </p:spPr>
      </p:pic>
      <p:graphicFrame>
        <p:nvGraphicFramePr>
          <p:cNvPr id="395" name="Google Shape;395;g3a07b59e9ba_0_0"/>
          <p:cNvGraphicFramePr/>
          <p:nvPr/>
        </p:nvGraphicFramePr>
        <p:xfrm>
          <a:off x="7104267" y="1293367"/>
          <a:ext cx="3000000" cy="3000000"/>
        </p:xfrm>
        <a:graphic>
          <a:graphicData uri="http://schemas.openxmlformats.org/drawingml/2006/table">
            <a:tbl>
              <a:tblPr>
                <a:noFill/>
                <a:tableStyleId>{B37E7F97-E690-4323-BA56-DBB2F513826A}</a:tableStyleId>
              </a:tblPr>
              <a:tblGrid>
                <a:gridCol w="2024275"/>
                <a:gridCol w="2896500"/>
              </a:tblGrid>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Día, Fecha:</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xx/xx/xxxx</a:t>
                      </a:r>
                      <a:endParaRPr sz="1867" u="none" cap="none" strike="noStrike"/>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23200">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500"/>
                        <a:buFont typeface="Arial"/>
                        <a:buNone/>
                      </a:pPr>
                      <a:r>
                        <a:rPr lang="es-GT" sz="2500" u="none" cap="none" strike="noStrike"/>
                        <a:t>xx:xx</a:t>
                      </a:r>
                      <a:endParaRPr/>
                    </a:p>
                  </a:txBody>
                  <a:tcPr marT="121900" marB="121900" marR="121900" marL="1219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396" name="Google Shape;396;g3a07b59e9ba_0_0"/>
          <p:cNvSpPr txBox="1"/>
          <p:nvPr/>
        </p:nvSpPr>
        <p:spPr>
          <a:xfrm>
            <a:off x="1920233" y="3011068"/>
            <a:ext cx="9056100" cy="7542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3300" u="none" cap="none" strike="noStrike">
                <a:solidFill>
                  <a:srgbClr val="000000"/>
                </a:solidFill>
                <a:latin typeface="Arial"/>
                <a:ea typeface="Arial"/>
                <a:cs typeface="Arial"/>
                <a:sym typeface="Arial"/>
              </a:rPr>
              <a:t>Redes de computadoras 2 [X]</a:t>
            </a:r>
            <a:endParaRPr/>
          </a:p>
        </p:txBody>
      </p:sp>
      <p:sp>
        <p:nvSpPr>
          <p:cNvPr id="397" name="Google Shape;397;g3a07b59e9ba_0_0"/>
          <p:cNvSpPr txBox="1"/>
          <p:nvPr/>
        </p:nvSpPr>
        <p:spPr>
          <a:xfrm>
            <a:off x="2371600" y="3867667"/>
            <a:ext cx="7448700" cy="1062000"/>
          </a:xfrm>
          <a:prstGeom prst="rect">
            <a:avLst/>
          </a:prstGeom>
          <a:noFill/>
          <a:ln>
            <a:noFill/>
          </a:ln>
        </p:spPr>
        <p:txBody>
          <a:bodyPr anchorCtr="0" anchor="t" bIns="121900" lIns="121900" spcFirstLastPara="1" rIns="121900" wrap="square" tIns="121900">
            <a:spAutoFit/>
          </a:bodyPr>
          <a:lstStyle/>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1</a:t>
            </a:r>
            <a:endParaRPr/>
          </a:p>
          <a:p>
            <a:pPr indent="0" lvl="0" marL="0" marR="0" rtl="0" algn="l">
              <a:spcBef>
                <a:spcPts val="0"/>
              </a:spcBef>
              <a:spcAft>
                <a:spcPts val="0"/>
              </a:spcAft>
              <a:buNone/>
            </a:pPr>
            <a:r>
              <a:rPr b="0" i="0" lang="es-GT" sz="2650" u="none" cap="none" strike="noStrike">
                <a:solidFill>
                  <a:schemeClr val="dk1"/>
                </a:solidFill>
                <a:latin typeface="Arial"/>
                <a:ea typeface="Arial"/>
                <a:cs typeface="Arial"/>
                <a:sym typeface="Arial"/>
              </a:rPr>
              <a:t>Integrante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
          <p:cNvSpPr txBox="1"/>
          <p:nvPr>
            <p:ph type="ctrTitle"/>
          </p:nvPr>
        </p:nvSpPr>
        <p:spPr>
          <a:xfrm>
            <a:off x="6353035" y="641517"/>
            <a:ext cx="5457646"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lang="es-GT"/>
              <a:t>Unidad 7: Internet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
          <p:cNvSpPr txBox="1"/>
          <p:nvPr>
            <p:ph type="title"/>
          </p:nvPr>
        </p:nvSpPr>
        <p:spPr>
          <a:xfrm>
            <a:off x="594360" y="189572"/>
            <a:ext cx="6787747" cy="1593507"/>
          </a:xfrm>
          <a:prstGeom prst="rect">
            <a:avLst/>
          </a:prstGeom>
          <a:noFill/>
          <a:ln>
            <a:noFill/>
          </a:ln>
        </p:spPr>
        <p:txBody>
          <a:bodyPr anchorCtr="0" anchor="b" bIns="0" lIns="0" spcFirstLastPara="1" rIns="0" wrap="square" tIns="0">
            <a:normAutofit/>
          </a:bodyPr>
          <a:lstStyle/>
          <a:p>
            <a:pPr indent="0" lvl="0" marL="0" marR="0" rtl="0" algn="l">
              <a:lnSpc>
                <a:spcPct val="80000"/>
              </a:lnSpc>
              <a:spcBef>
                <a:spcPts val="0"/>
              </a:spcBef>
              <a:spcAft>
                <a:spcPts val="0"/>
              </a:spcAft>
              <a:buClr>
                <a:schemeClr val="dk1"/>
              </a:buClr>
              <a:buSzPts val="4400"/>
              <a:buFont typeface="Franklin Gothic"/>
              <a:buNone/>
            </a:pPr>
            <a:r>
              <a:rPr b="1" i="0" lang="es-GT" sz="4400" u="none" cap="none" strike="noStrike">
                <a:solidFill>
                  <a:schemeClr val="dk1"/>
                </a:solidFill>
                <a:latin typeface="Franklin Gothic"/>
                <a:ea typeface="Franklin Gothic"/>
                <a:cs typeface="Franklin Gothic"/>
                <a:sym typeface="Franklin Gothic"/>
              </a:rPr>
              <a:t>Agenda</a:t>
            </a:r>
            <a:endParaRPr/>
          </a:p>
        </p:txBody>
      </p:sp>
      <p:sp>
        <p:nvSpPr>
          <p:cNvPr id="409" name="Google Shape;409;p3"/>
          <p:cNvSpPr txBox="1"/>
          <p:nvPr>
            <p:ph idx="1" type="body"/>
          </p:nvPr>
        </p:nvSpPr>
        <p:spPr>
          <a:xfrm>
            <a:off x="594359" y="2281918"/>
            <a:ext cx="6787747" cy="3708517"/>
          </a:xfrm>
          <a:prstGeom prst="rect">
            <a:avLst/>
          </a:prstGeom>
          <a:noFill/>
          <a:ln>
            <a:noFill/>
          </a:ln>
        </p:spPr>
        <p:txBody>
          <a:bodyPr anchorCtr="0" anchor="t" bIns="0" lIns="0" spcFirstLastPara="1" rIns="0" wrap="square" tIns="228600">
            <a:normAutofit/>
          </a:bodyPr>
          <a:lstStyle/>
          <a:p>
            <a:pPr indent="-283210" lvl="0" marL="283210" rtl="0" algn="l">
              <a:lnSpc>
                <a:spcPct val="80000"/>
              </a:lnSpc>
              <a:spcBef>
                <a:spcPts val="0"/>
              </a:spcBef>
              <a:spcAft>
                <a:spcPts val="0"/>
              </a:spcAft>
              <a:buClr>
                <a:schemeClr val="dk1"/>
              </a:buClr>
              <a:buSzPts val="2400"/>
              <a:buChar char="•"/>
            </a:pPr>
            <a:r>
              <a:rPr lang="es-GT">
                <a:solidFill>
                  <a:schemeClr val="dk1"/>
                </a:solidFill>
              </a:rPr>
              <a:t>Redes en la Nube</a:t>
            </a:r>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Tipos de Nube</a:t>
            </a:r>
            <a:endParaRPr>
              <a:solidFill>
                <a:schemeClr val="dk1"/>
              </a:solidFill>
            </a:endParaRPr>
          </a:p>
          <a:p>
            <a:pPr indent="-283210" lvl="0" marL="283210" rtl="0" algn="l">
              <a:lnSpc>
                <a:spcPct val="80000"/>
              </a:lnSpc>
              <a:spcBef>
                <a:spcPts val="2200"/>
              </a:spcBef>
              <a:spcAft>
                <a:spcPts val="0"/>
              </a:spcAft>
              <a:buClr>
                <a:schemeClr val="dk1"/>
              </a:buClr>
              <a:buSzPts val="2400"/>
              <a:buChar char="•"/>
            </a:pPr>
            <a:r>
              <a:rPr lang="es-GT">
                <a:solidFill>
                  <a:schemeClr val="dk1"/>
                </a:solidFill>
              </a:rPr>
              <a:t>Escenarios aplicados</a:t>
            </a:r>
            <a:endParaRPr/>
          </a:p>
          <a:p>
            <a:pPr indent="-130809" lvl="0" marL="283210" rtl="0" algn="l">
              <a:lnSpc>
                <a:spcPct val="80000"/>
              </a:lnSpc>
              <a:spcBef>
                <a:spcPts val="2200"/>
              </a:spcBef>
              <a:spcAft>
                <a:spcPts val="0"/>
              </a:spcAft>
              <a:buClr>
                <a:srgbClr val="5D7C3F"/>
              </a:buClr>
              <a:buSzPts val="2400"/>
              <a:buNone/>
            </a:pPr>
            <a:r>
              <a:t/>
            </a:r>
            <a:endParaRPr>
              <a:solidFill>
                <a:srgbClr val="000000"/>
              </a:solidFill>
            </a:endParaRPr>
          </a:p>
          <a:p>
            <a:pPr indent="-130809" lvl="0" marL="283210" rtl="0" algn="l">
              <a:lnSpc>
                <a:spcPct val="80000"/>
              </a:lnSpc>
              <a:spcBef>
                <a:spcPts val="2200"/>
              </a:spcBef>
              <a:spcAft>
                <a:spcPts val="0"/>
              </a:spcAft>
              <a:buClr>
                <a:srgbClr val="5D7C3F"/>
              </a:buClr>
              <a:buSzPts val="2400"/>
              <a:buNone/>
            </a:pPr>
            <a:r>
              <a:t/>
            </a:r>
            <a:endParaRPr>
              <a:solidFill>
                <a:srgbClr val="000000"/>
              </a:solidFill>
            </a:endParaRPr>
          </a:p>
          <a:p>
            <a:pPr indent="-130809" lvl="0" marL="283210" rtl="0" algn="l">
              <a:lnSpc>
                <a:spcPct val="80000"/>
              </a:lnSpc>
              <a:spcBef>
                <a:spcPts val="2200"/>
              </a:spcBef>
              <a:spcAft>
                <a:spcPts val="0"/>
              </a:spcAft>
              <a:buClr>
                <a:srgbClr val="5D7C3F"/>
              </a:buClr>
              <a:buSzPts val="2400"/>
              <a:buNone/>
            </a:pPr>
            <a:r>
              <a:t/>
            </a:r>
            <a:endParaRPr>
              <a:solidFill>
                <a:srgbClr val="5D7D4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Competencias</a:t>
            </a:r>
            <a:endParaRPr/>
          </a:p>
        </p:txBody>
      </p:sp>
      <p:sp>
        <p:nvSpPr>
          <p:cNvPr id="415" name="Google Shape;415;p4"/>
          <p:cNvSpPr txBox="1"/>
          <p:nvPr>
            <p:ph idx="1" type="body"/>
          </p:nvPr>
        </p:nvSpPr>
        <p:spPr>
          <a:xfrm>
            <a:off x="594360" y="2676525"/>
            <a:ext cx="8681827" cy="3597470"/>
          </a:xfrm>
          <a:prstGeom prst="rect">
            <a:avLst/>
          </a:prstGeom>
          <a:noFill/>
          <a:ln>
            <a:noFill/>
          </a:ln>
        </p:spPr>
        <p:txBody>
          <a:bodyPr anchorCtr="0" anchor="ctr" bIns="0" lIns="0" spcFirstLastPara="1" rIns="0" wrap="square" tIns="45700">
            <a:normAutofit/>
          </a:bodyPr>
          <a:lstStyle/>
          <a:p>
            <a:pPr indent="-342900" lvl="0" marL="342900" rtl="0" algn="l">
              <a:lnSpc>
                <a:spcPct val="90000"/>
              </a:lnSpc>
              <a:spcBef>
                <a:spcPts val="0"/>
              </a:spcBef>
              <a:spcAft>
                <a:spcPts val="0"/>
              </a:spcAft>
              <a:buClr>
                <a:schemeClr val="dk1"/>
              </a:buClr>
              <a:buSzPts val="2000"/>
              <a:buChar char="•"/>
            </a:pPr>
            <a:r>
              <a:rPr lang="es-GT"/>
              <a:t>El estudiante diseña e implementa redes de computadoras aplicando principios de enrutamiento, segmentación de redes, redundancia y gestión de servicios de red para garantizar la disponibilidad, eficiencia y seguridad de los servicios de red en entornos empresariales </a:t>
            </a:r>
            <a:endParaRPr/>
          </a:p>
          <a:p>
            <a:pPr indent="-342900" lvl="0" marL="342900" rtl="0" algn="l">
              <a:lnSpc>
                <a:spcPct val="90000"/>
              </a:lnSpc>
              <a:spcBef>
                <a:spcPts val="1800"/>
              </a:spcBef>
              <a:spcAft>
                <a:spcPts val="0"/>
              </a:spcAft>
              <a:buClr>
                <a:schemeClr val="dk1"/>
              </a:buClr>
              <a:buSzPts val="2000"/>
              <a:buChar char="•"/>
            </a:pPr>
            <a:r>
              <a:rPr lang="es-GT"/>
              <a:t>El estudiante comprende los conceptos de los tipos de redes y la segmentación de estas mediante el análisis de sus diferencias, características y funciones para aplicar el conocimiento en el diseño y configuración de topologías.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Redes en la nube</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Redes en la nube</a:t>
            </a:r>
            <a:endParaRPr>
              <a:solidFill>
                <a:schemeClr val="dk1"/>
              </a:solidFill>
            </a:endParaRPr>
          </a:p>
        </p:txBody>
      </p:sp>
      <p:sp>
        <p:nvSpPr>
          <p:cNvPr id="427" name="Google Shape;427;p6"/>
          <p:cNvSpPr txBox="1"/>
          <p:nvPr/>
        </p:nvSpPr>
        <p:spPr>
          <a:xfrm>
            <a:off x="602987" y="2264735"/>
            <a:ext cx="4889794" cy="3814133"/>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2000" u="none" cap="none" strike="noStrike">
                <a:solidFill>
                  <a:schemeClr val="dk1"/>
                </a:solidFill>
                <a:latin typeface="Arial"/>
                <a:ea typeface="Arial"/>
                <a:cs typeface="Arial"/>
                <a:sym typeface="Arial"/>
              </a:rPr>
              <a:t>Las redes en la nube representan una evolución paradigmática donde los recursos de red se consumen como servicios bajo demanda, operando bajo un modelo de virtualización extensiva que abstracta el hardware subyacente mediante capas de software especializado.</a:t>
            </a:r>
            <a:endParaRPr b="0" i="0" sz="2000" u="none" cap="none" strike="noStrike">
              <a:solidFill>
                <a:schemeClr val="dk1"/>
              </a:solidFill>
              <a:latin typeface="Arial"/>
              <a:ea typeface="Arial"/>
              <a:cs typeface="Arial"/>
              <a:sym typeface="Arial"/>
            </a:endParaRPr>
          </a:p>
        </p:txBody>
      </p:sp>
      <p:pic>
        <p:nvPicPr>
          <p:cNvPr descr="What Is Cloud Networking - Cloud Infrastructure - Cisco" id="428" name="Google Shape;428;p6"/>
          <p:cNvPicPr preferRelativeResize="0"/>
          <p:nvPr/>
        </p:nvPicPr>
        <p:blipFill rotWithShape="1">
          <a:blip r:embed="rId3">
            <a:alphaModFix/>
          </a:blip>
          <a:srcRect b="0" l="0" r="0" t="0"/>
          <a:stretch/>
        </p:blipFill>
        <p:spPr>
          <a:xfrm>
            <a:off x="5836848" y="2495460"/>
            <a:ext cx="5981700" cy="3362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7"/>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Características Fundamentales</a:t>
            </a:r>
            <a:endParaRPr>
              <a:solidFill>
                <a:schemeClr val="dk1"/>
              </a:solidFill>
            </a:endParaRPr>
          </a:p>
        </p:txBody>
      </p:sp>
      <p:sp>
        <p:nvSpPr>
          <p:cNvPr id="435" name="Google Shape;435;p7"/>
          <p:cNvSpPr txBox="1"/>
          <p:nvPr/>
        </p:nvSpPr>
        <p:spPr>
          <a:xfrm>
            <a:off x="602987" y="2022833"/>
            <a:ext cx="6663063" cy="3828510"/>
          </a:xfrm>
          <a:prstGeom prst="rect">
            <a:avLst/>
          </a:prstGeom>
          <a:noFill/>
          <a:ln>
            <a:noFill/>
          </a:ln>
        </p:spPr>
        <p:txBody>
          <a:bodyPr anchorCtr="0" anchor="t" bIns="91425" lIns="0" spcFirstLastPara="1" rIns="91425" wrap="square" tIns="91425">
            <a:noAutofit/>
          </a:bodyPr>
          <a:lstStyle/>
          <a:p>
            <a:pPr indent="0" lvl="0" marL="0" marR="0" rtl="0" algn="just">
              <a:lnSpc>
                <a:spcPct val="115000"/>
              </a:lnSpc>
              <a:spcBef>
                <a:spcPts val="18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14999"/>
              </a:lnSpc>
              <a:spcBef>
                <a:spcPts val="1800"/>
              </a:spcBef>
              <a:spcAft>
                <a:spcPts val="0"/>
              </a:spcAft>
              <a:buClr>
                <a:schemeClr val="dk2"/>
              </a:buClr>
              <a:buSzPts val="1800"/>
              <a:buFont typeface="Arial"/>
              <a:buNone/>
            </a:pPr>
            <a:r>
              <a:rPr b="1" i="0" lang="es-GT" sz="1800" u="none" cap="none" strike="noStrike">
                <a:solidFill>
                  <a:schemeClr val="dk1"/>
                </a:solidFill>
                <a:latin typeface="Arial"/>
                <a:ea typeface="Arial"/>
                <a:cs typeface="Arial"/>
                <a:sym typeface="Arial"/>
              </a:rPr>
              <a:t>Virtualización de Red:</a:t>
            </a:r>
            <a:r>
              <a:rPr b="0" i="0" lang="es-GT" sz="1800" u="none" cap="none" strike="noStrike">
                <a:solidFill>
                  <a:schemeClr val="dk1"/>
                </a:solidFill>
                <a:latin typeface="Arial"/>
                <a:ea typeface="Arial"/>
                <a:cs typeface="Arial"/>
                <a:sym typeface="Arial"/>
              </a:rPr>
              <a:t> Creación de instancias lógicas independientes del sustrato físico mediante hypervisors tipo 1 (bare-metal) y tipo 2 (hosted)</a:t>
            </a:r>
            <a:endParaRPr b="0" i="0" sz="2000" u="none" cap="none" strike="noStrike">
              <a:solidFill>
                <a:schemeClr val="dk1"/>
              </a:solidFill>
              <a:latin typeface="Arial"/>
              <a:ea typeface="Arial"/>
              <a:cs typeface="Arial"/>
              <a:sym typeface="Arial"/>
            </a:endParaRPr>
          </a:p>
          <a:p>
            <a:pPr indent="0" lvl="0" marL="0" marR="0" rtl="0" algn="just">
              <a:lnSpc>
                <a:spcPct val="114999"/>
              </a:lnSpc>
              <a:spcBef>
                <a:spcPts val="1800"/>
              </a:spcBef>
              <a:spcAft>
                <a:spcPts val="0"/>
              </a:spcAft>
              <a:buClr>
                <a:schemeClr val="dk2"/>
              </a:buClr>
              <a:buSzPts val="1800"/>
              <a:buFont typeface="Arial"/>
              <a:buNone/>
            </a:pPr>
            <a:r>
              <a:rPr b="1" i="0" lang="es-GT" sz="1800" u="none" cap="none" strike="noStrike">
                <a:solidFill>
                  <a:schemeClr val="dk1"/>
                </a:solidFill>
                <a:latin typeface="Arial"/>
                <a:ea typeface="Arial"/>
                <a:cs typeface="Arial"/>
                <a:sym typeface="Arial"/>
              </a:rPr>
              <a:t>Escalabilidad Elástica:</a:t>
            </a:r>
            <a:r>
              <a:rPr b="0" i="0" lang="es-GT" sz="1800" u="none" cap="none" strike="noStrike">
                <a:solidFill>
                  <a:schemeClr val="dk1"/>
                </a:solidFill>
                <a:latin typeface="Arial"/>
                <a:ea typeface="Arial"/>
                <a:cs typeface="Arial"/>
                <a:sym typeface="Arial"/>
              </a:rPr>
              <a:t> Capacidad de reconfiguración dinámica basada en triggers de métricas operativas, permitiendo ajustes automáticos de capacidad</a:t>
            </a:r>
            <a:endParaRPr b="0" i="0" sz="2000" u="none" cap="none" strike="noStrike">
              <a:solidFill>
                <a:schemeClr val="dk1"/>
              </a:solidFill>
              <a:latin typeface="Arial"/>
              <a:ea typeface="Arial"/>
              <a:cs typeface="Arial"/>
              <a:sym typeface="Arial"/>
            </a:endParaRPr>
          </a:p>
          <a:p>
            <a:pPr indent="0" lvl="0" marL="0" marR="0" rtl="0" algn="just">
              <a:lnSpc>
                <a:spcPct val="114999"/>
              </a:lnSpc>
              <a:spcBef>
                <a:spcPts val="1800"/>
              </a:spcBef>
              <a:spcAft>
                <a:spcPts val="0"/>
              </a:spcAft>
              <a:buClr>
                <a:schemeClr val="dk2"/>
              </a:buClr>
              <a:buSzPts val="1800"/>
              <a:buFont typeface="Arial"/>
              <a:buNone/>
            </a:pPr>
            <a:r>
              <a:rPr b="1" i="0" lang="es-GT" sz="1800" u="none" cap="none" strike="noStrike">
                <a:solidFill>
                  <a:schemeClr val="dk1"/>
                </a:solidFill>
                <a:latin typeface="Arial"/>
                <a:ea typeface="Arial"/>
                <a:cs typeface="Arial"/>
                <a:sym typeface="Arial"/>
              </a:rPr>
              <a:t>Arquitectura Orientada a Servicios: </a:t>
            </a:r>
            <a:r>
              <a:rPr b="0" i="0" lang="es-GT" sz="1800" u="none" cap="none" strike="noStrike">
                <a:solidFill>
                  <a:schemeClr val="dk1"/>
                </a:solidFill>
                <a:latin typeface="Arial"/>
                <a:ea typeface="Arial"/>
                <a:cs typeface="Arial"/>
                <a:sym typeface="Arial"/>
              </a:rPr>
              <a:t>Exposición de funcionalidades mediante APIs RESTful que permiten orquestación automatizada</a:t>
            </a:r>
            <a:endParaRPr b="0" i="0" sz="2000" u="none" cap="none" strike="noStrike">
              <a:solidFill>
                <a:schemeClr val="dk1"/>
              </a:solidFill>
              <a:latin typeface="Arial"/>
              <a:ea typeface="Arial"/>
              <a:cs typeface="Arial"/>
              <a:sym typeface="Arial"/>
            </a:endParaRPr>
          </a:p>
          <a:p>
            <a:pPr indent="0" lvl="0" marL="0" marR="0" rtl="0" algn="just">
              <a:lnSpc>
                <a:spcPct val="114999"/>
              </a:lnSpc>
              <a:spcBef>
                <a:spcPts val="18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The Five Essential Characteristics of Cloud Computing - Modern Cloud ..." id="436" name="Google Shape;436;p7"/>
          <p:cNvPicPr preferRelativeResize="0"/>
          <p:nvPr/>
        </p:nvPicPr>
        <p:blipFill rotWithShape="1">
          <a:blip r:embed="rId3">
            <a:alphaModFix/>
          </a:blip>
          <a:srcRect b="0" l="0" r="0" t="0"/>
          <a:stretch/>
        </p:blipFill>
        <p:spPr>
          <a:xfrm>
            <a:off x="7429500" y="2527300"/>
            <a:ext cx="4610100" cy="2832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8"/>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Tipos de nube</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9"/>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Nube Pública</a:t>
            </a:r>
            <a:endParaRPr sz="4800">
              <a:solidFill>
                <a:schemeClr val="dk1"/>
              </a:solidFill>
            </a:endParaRPr>
          </a:p>
        </p:txBody>
      </p:sp>
      <p:sp>
        <p:nvSpPr>
          <p:cNvPr id="448" name="Google Shape;448;p9"/>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Fundamentado en economía de escala, donde un proveedor externalizado </a:t>
            </a:r>
            <a:r>
              <a:rPr b="0" i="0" lang="es-GT" sz="1600" u="none" cap="none" strike="noStrike">
                <a:solidFill>
                  <a:srgbClr val="000000"/>
                </a:solidFill>
                <a:latin typeface="Arial"/>
                <a:ea typeface="Arial"/>
                <a:cs typeface="Arial"/>
                <a:sym typeface="Arial"/>
              </a:rPr>
              <a:t>ofrece servicios estandarizados a múltiples clientes mediante partición lógica </a:t>
            </a:r>
            <a:r>
              <a:rPr b="0" i="0" lang="es-GT" sz="1600" u="none" cap="none" strike="noStrike">
                <a:solidFill>
                  <a:schemeClr val="dk1"/>
                </a:solidFill>
                <a:latin typeface="Arial"/>
                <a:ea typeface="Arial"/>
                <a:cs typeface="Arial"/>
                <a:sym typeface="Arial"/>
              </a:rPr>
              <a:t>de recursos. La seguridad</a:t>
            </a:r>
            <a:r>
              <a:rPr b="0" i="0" lang="es-GT" sz="1600" u="none" cap="none" strike="noStrike">
                <a:solidFill>
                  <a:srgbClr val="000000"/>
                </a:solidFill>
                <a:latin typeface="Arial"/>
                <a:ea typeface="Arial"/>
                <a:cs typeface="Arial"/>
                <a:sym typeface="Arial"/>
              </a:rPr>
              <a:t> opera bajo modelo </a:t>
            </a:r>
            <a:r>
              <a:rPr b="0" i="0" lang="es-GT" sz="1600" u="none" cap="none" strike="noStrike">
                <a:solidFill>
                  <a:schemeClr val="dk1"/>
                </a:solidFill>
                <a:latin typeface="Arial"/>
                <a:ea typeface="Arial"/>
                <a:cs typeface="Arial"/>
                <a:sym typeface="Arial"/>
              </a:rPr>
              <a:t>de </a:t>
            </a:r>
            <a:r>
              <a:rPr b="0" i="0" lang="es-GT" sz="1600" u="none" cap="none" strike="noStrike">
                <a:solidFill>
                  <a:srgbClr val="000000"/>
                </a:solidFill>
                <a:latin typeface="Arial"/>
                <a:ea typeface="Arial"/>
                <a:cs typeface="Arial"/>
                <a:sym typeface="Arial"/>
              </a:rPr>
              <a:t>responsabilidad compartida, donde el provider garantiza seguridad "</a:t>
            </a:r>
            <a:r>
              <a:rPr b="0" i="0" lang="es-GT" sz="1600" u="none" cap="none" strike="noStrike">
                <a:solidFill>
                  <a:schemeClr val="dk1"/>
                </a:solidFill>
                <a:latin typeface="Arial"/>
                <a:ea typeface="Arial"/>
                <a:cs typeface="Arial"/>
                <a:sym typeface="Arial"/>
              </a:rPr>
              <a:t>de</a:t>
            </a:r>
            <a:r>
              <a:rPr b="0" i="0" lang="es-GT" sz="1600" u="none" cap="none" strike="noStrike">
                <a:solidFill>
                  <a:srgbClr val="000000"/>
                </a:solidFill>
                <a:latin typeface="Arial"/>
                <a:ea typeface="Arial"/>
                <a:cs typeface="Arial"/>
                <a:sym typeface="Arial"/>
              </a:rPr>
              <a:t>"</a:t>
            </a:r>
            <a:r>
              <a:rPr b="0" i="0" lang="es-GT" sz="1600" u="none" cap="none" strike="noStrike">
                <a:solidFill>
                  <a:schemeClr val="dk1"/>
                </a:solidFill>
                <a:latin typeface="Arial"/>
                <a:ea typeface="Arial"/>
                <a:cs typeface="Arial"/>
                <a:sym typeface="Arial"/>
              </a:rPr>
              <a:t> la nube mientras el cliente gestiona seguridad "</a:t>
            </a:r>
            <a:r>
              <a:rPr b="0" i="0" lang="es-GT" sz="1600" u="none" cap="none" strike="noStrike">
                <a:solidFill>
                  <a:srgbClr val="000000"/>
                </a:solidFill>
                <a:latin typeface="Arial"/>
                <a:ea typeface="Arial"/>
                <a:cs typeface="Arial"/>
                <a:sym typeface="Arial"/>
              </a:rPr>
              <a:t>en" la nube.</a:t>
            </a:r>
            <a:endParaRPr b="0" i="0" sz="2000" u="none" cap="none" strike="noStrike">
              <a:solidFill>
                <a:srgbClr val="000000"/>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id="449" name="Google Shape;449;p9"/>
          <p:cNvPicPr preferRelativeResize="0"/>
          <p:nvPr/>
        </p:nvPicPr>
        <p:blipFill rotWithShape="1">
          <a:blip r:embed="rId3">
            <a:alphaModFix/>
          </a:blip>
          <a:srcRect b="0" l="0" r="0" t="0"/>
          <a:stretch/>
        </p:blipFill>
        <p:spPr>
          <a:xfrm>
            <a:off x="6248400" y="2432020"/>
            <a:ext cx="4885427" cy="29284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10"/>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Nube Privada</a:t>
            </a:r>
            <a:endParaRPr sz="4800">
              <a:solidFill>
                <a:schemeClr val="dk1"/>
              </a:solidFill>
            </a:endParaRPr>
          </a:p>
        </p:txBody>
      </p:sp>
      <p:sp>
        <p:nvSpPr>
          <p:cNvPr id="456" name="Google Shape;456;p10"/>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Implementación</a:t>
            </a:r>
            <a:r>
              <a:rPr b="0" i="0" lang="es-GT" sz="1600" u="none" cap="none" strike="noStrike">
                <a:solidFill>
                  <a:srgbClr val="000000"/>
                </a:solidFill>
                <a:latin typeface="Arial"/>
                <a:ea typeface="Arial"/>
                <a:cs typeface="Arial"/>
                <a:sym typeface="Arial"/>
              </a:rPr>
              <a:t> dedicada que preserva características de centros </a:t>
            </a:r>
            <a:r>
              <a:rPr b="0" i="0" lang="es-GT" sz="1600" u="none" cap="none" strike="noStrike">
                <a:solidFill>
                  <a:schemeClr val="dk1"/>
                </a:solidFill>
                <a:latin typeface="Arial"/>
                <a:ea typeface="Arial"/>
                <a:cs typeface="Arial"/>
                <a:sym typeface="Arial"/>
              </a:rPr>
              <a:t>de </a:t>
            </a:r>
            <a:r>
              <a:rPr b="0" i="0" lang="es-GT" sz="1600" u="none" cap="none" strike="noStrike">
                <a:solidFill>
                  <a:srgbClr val="000000"/>
                </a:solidFill>
                <a:latin typeface="Arial"/>
                <a:ea typeface="Arial"/>
                <a:cs typeface="Arial"/>
                <a:sym typeface="Arial"/>
              </a:rPr>
              <a:t>datos tradicionales, </a:t>
            </a:r>
            <a:r>
              <a:rPr b="0" i="0" lang="es-GT" sz="1600" u="none" cap="none" strike="noStrike">
                <a:solidFill>
                  <a:schemeClr val="dk1"/>
                </a:solidFill>
                <a:latin typeface="Arial"/>
                <a:ea typeface="Arial"/>
                <a:cs typeface="Arial"/>
                <a:sym typeface="Arial"/>
              </a:rPr>
              <a:t>pero con beneficios de automatización cloud. Ideal para cargas de trabajo con</a:t>
            </a:r>
            <a:r>
              <a:rPr b="0" i="0" lang="es-GT" sz="1600" u="none" cap="none" strike="noStrike">
                <a:solidFill>
                  <a:srgbClr val="000000"/>
                </a:solidFill>
                <a:latin typeface="Arial"/>
                <a:ea typeface="Arial"/>
                <a:cs typeface="Arial"/>
                <a:sym typeface="Arial"/>
              </a:rPr>
              <a:t> requisitos estrictos </a:t>
            </a:r>
            <a:r>
              <a:rPr b="0" i="0" lang="es-GT" sz="1600" u="none" cap="none" strike="noStrike">
                <a:solidFill>
                  <a:schemeClr val="dk1"/>
                </a:solidFill>
                <a:latin typeface="Arial"/>
                <a:ea typeface="Arial"/>
                <a:cs typeface="Arial"/>
                <a:sym typeface="Arial"/>
              </a:rPr>
              <a:t>de </a:t>
            </a:r>
            <a:r>
              <a:rPr b="0" i="0" lang="es-GT" sz="1600" u="none" cap="none" strike="noStrike">
                <a:solidFill>
                  <a:srgbClr val="000000"/>
                </a:solidFill>
                <a:latin typeface="Arial"/>
                <a:ea typeface="Arial"/>
                <a:cs typeface="Arial"/>
                <a:sym typeface="Arial"/>
              </a:rPr>
              <a:t>compliance, </a:t>
            </a:r>
            <a:r>
              <a:rPr b="0" i="0" lang="es-GT" sz="1600" u="none" cap="none" strike="noStrike">
                <a:solidFill>
                  <a:schemeClr val="dk1"/>
                </a:solidFill>
                <a:latin typeface="Arial"/>
                <a:ea typeface="Arial"/>
                <a:cs typeface="Arial"/>
                <a:sym typeface="Arial"/>
              </a:rPr>
              <a:t>latencia o personalización</a:t>
            </a:r>
            <a:r>
              <a:rPr b="0" i="0" lang="es-GT" sz="1600" u="none" cap="none" strike="noStrike">
                <a:solidFill>
                  <a:srgbClr val="000000"/>
                </a:solidFill>
                <a:latin typeface="Arial"/>
                <a:ea typeface="Arial"/>
                <a:cs typeface="Arial"/>
                <a:sym typeface="Arial"/>
              </a:rPr>
              <a:t>, </a:t>
            </a:r>
            <a:r>
              <a:rPr b="0" i="0" lang="es-GT" sz="1600" u="none" cap="none" strike="noStrike">
                <a:solidFill>
                  <a:schemeClr val="dk1"/>
                </a:solidFill>
                <a:latin typeface="Arial"/>
                <a:ea typeface="Arial"/>
                <a:cs typeface="Arial"/>
                <a:sym typeface="Arial"/>
              </a:rPr>
              <a:t>aunque con menores </a:t>
            </a:r>
            <a:r>
              <a:rPr b="0" i="0" lang="es-GT" sz="1600" u="none" cap="none" strike="noStrike">
                <a:solidFill>
                  <a:srgbClr val="000000"/>
                </a:solidFill>
                <a:latin typeface="Arial"/>
                <a:ea typeface="Arial"/>
                <a:cs typeface="Arial"/>
                <a:sym typeface="Arial"/>
              </a:rPr>
              <a:t>economías </a:t>
            </a:r>
            <a:r>
              <a:rPr b="0" i="0" lang="es-GT" sz="1600" u="none" cap="none" strike="noStrike">
                <a:solidFill>
                  <a:schemeClr val="dk1"/>
                </a:solidFill>
                <a:latin typeface="Arial"/>
                <a:ea typeface="Arial"/>
                <a:cs typeface="Arial"/>
                <a:sym typeface="Arial"/>
              </a:rPr>
              <a:t>de</a:t>
            </a:r>
            <a:r>
              <a:rPr b="0" i="0" lang="es-GT" sz="1600" u="none" cap="none" strike="noStrike">
                <a:solidFill>
                  <a:srgbClr val="000000"/>
                </a:solidFill>
                <a:latin typeface="Arial"/>
                <a:ea typeface="Arial"/>
                <a:cs typeface="Arial"/>
                <a:sym typeface="Arial"/>
              </a:rPr>
              <a:t> escala.</a:t>
            </a:r>
            <a:endParaRPr b="0" i="0" sz="2000" u="none" cap="none" strike="noStrike">
              <a:solidFill>
                <a:schemeClr val="dk2"/>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descr="What is VPN (Virtual Private Network)? Definition" id="457" name="Google Shape;457;p10"/>
          <p:cNvPicPr preferRelativeResize="0"/>
          <p:nvPr/>
        </p:nvPicPr>
        <p:blipFill rotWithShape="1">
          <a:blip r:embed="rId3">
            <a:alphaModFix/>
          </a:blip>
          <a:srcRect b="0" l="0" r="0" t="0"/>
          <a:stretch/>
        </p:blipFill>
        <p:spPr>
          <a:xfrm>
            <a:off x="6088812" y="2869002"/>
            <a:ext cx="5334000" cy="3276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1"/>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Nube Híbrida</a:t>
            </a:r>
            <a:endParaRPr sz="4800">
              <a:solidFill>
                <a:schemeClr val="dk1"/>
              </a:solidFill>
            </a:endParaRPr>
          </a:p>
        </p:txBody>
      </p:sp>
      <p:sp>
        <p:nvSpPr>
          <p:cNvPr id="464" name="Google Shape;464;p11"/>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Arquitectura</a:t>
            </a:r>
            <a:r>
              <a:rPr b="0" i="0" lang="es-GT" sz="1600" u="none" cap="none" strike="noStrike">
                <a:solidFill>
                  <a:srgbClr val="000000"/>
                </a:solidFill>
                <a:latin typeface="Arial"/>
                <a:ea typeface="Arial"/>
                <a:cs typeface="Arial"/>
                <a:sym typeface="Arial"/>
              </a:rPr>
              <a:t> que combina ambos modelos mediante capas de abstracción que</a:t>
            </a:r>
            <a:r>
              <a:rPr b="0" i="0" lang="es-GT" sz="1600" u="none" cap="none" strike="noStrike">
                <a:solidFill>
                  <a:schemeClr val="dk1"/>
                </a:solidFill>
                <a:latin typeface="Arial"/>
                <a:ea typeface="Arial"/>
                <a:cs typeface="Arial"/>
                <a:sym typeface="Arial"/>
              </a:rPr>
              <a:t> permiten portabilidad de </a:t>
            </a:r>
            <a:r>
              <a:rPr b="0" i="0" lang="es-GT" sz="1600" u="none" cap="none" strike="noStrike">
                <a:solidFill>
                  <a:srgbClr val="000000"/>
                </a:solidFill>
                <a:latin typeface="Arial"/>
                <a:ea typeface="Arial"/>
                <a:cs typeface="Arial"/>
                <a:sym typeface="Arial"/>
              </a:rPr>
              <a:t>cargas </a:t>
            </a:r>
            <a:r>
              <a:rPr b="0" i="0" lang="es-GT" sz="1600" u="none" cap="none" strike="noStrike">
                <a:solidFill>
                  <a:schemeClr val="dk1"/>
                </a:solidFill>
                <a:latin typeface="Arial"/>
                <a:ea typeface="Arial"/>
                <a:cs typeface="Arial"/>
                <a:sym typeface="Arial"/>
              </a:rPr>
              <a:t>de trabajo. Requiere gateways especializados y sincronización</a:t>
            </a:r>
            <a:r>
              <a:rPr b="0" i="0" lang="es-GT" sz="1600" u="none" cap="none" strike="noStrike">
                <a:solidFill>
                  <a:srgbClr val="000000"/>
                </a:solidFill>
                <a:latin typeface="Arial"/>
                <a:ea typeface="Arial"/>
                <a:cs typeface="Arial"/>
                <a:sym typeface="Arial"/>
              </a:rPr>
              <a:t> </a:t>
            </a:r>
            <a:r>
              <a:rPr b="0" i="0" lang="es-GT" sz="1600" u="none" cap="none" strike="noStrike">
                <a:solidFill>
                  <a:schemeClr val="dk1"/>
                </a:solidFill>
                <a:latin typeface="Arial"/>
                <a:ea typeface="Arial"/>
                <a:cs typeface="Arial"/>
                <a:sym typeface="Arial"/>
              </a:rPr>
              <a:t>de </a:t>
            </a:r>
            <a:r>
              <a:rPr b="0" i="0" lang="es-GT" sz="1600" u="none" cap="none" strike="noStrike">
                <a:solidFill>
                  <a:srgbClr val="000000"/>
                </a:solidFill>
                <a:latin typeface="Arial"/>
                <a:ea typeface="Arial"/>
                <a:cs typeface="Arial"/>
                <a:sym typeface="Arial"/>
              </a:rPr>
              <a:t>identidades, pero ofrece óptima flexibilidad para estrategias</a:t>
            </a:r>
            <a:r>
              <a:rPr b="0" i="0" lang="es-GT" sz="1600" u="none" cap="none" strike="noStrike">
                <a:solidFill>
                  <a:schemeClr val="dk1"/>
                </a:solidFill>
                <a:latin typeface="Arial"/>
                <a:ea typeface="Arial"/>
                <a:cs typeface="Arial"/>
                <a:sym typeface="Arial"/>
              </a:rPr>
              <a:t> de</a:t>
            </a:r>
            <a:r>
              <a:rPr b="0" i="0" lang="es-GT" sz="1600" u="none" cap="none" strike="noStrike">
                <a:solidFill>
                  <a:srgbClr val="000000"/>
                </a:solidFill>
                <a:latin typeface="Arial"/>
                <a:ea typeface="Arial"/>
                <a:cs typeface="Arial"/>
                <a:sym typeface="Arial"/>
              </a:rPr>
              <a:t> cloud bursting.</a:t>
            </a:r>
            <a:endParaRPr b="0" i="0" sz="2000" u="none" cap="none" strike="noStrike">
              <a:solidFill>
                <a:schemeClr val="dk2"/>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descr="Hybrid Network Management and Solutions - Signalhorn" id="465" name="Google Shape;465;p11"/>
          <p:cNvPicPr preferRelativeResize="0"/>
          <p:nvPr/>
        </p:nvPicPr>
        <p:blipFill rotWithShape="1">
          <a:blip r:embed="rId3">
            <a:alphaModFix/>
          </a:blip>
          <a:srcRect b="0" l="0" r="0" t="0"/>
          <a:stretch/>
        </p:blipFill>
        <p:spPr>
          <a:xfrm>
            <a:off x="6212816" y="3781336"/>
            <a:ext cx="5143500" cy="2314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2"/>
          <p:cNvSpPr txBox="1"/>
          <p:nvPr>
            <p:ph type="ctrTitle"/>
          </p:nvPr>
        </p:nvSpPr>
        <p:spPr>
          <a:xfrm>
            <a:off x="6309904"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SzPts val="2800"/>
              <a:buNone/>
            </a:pPr>
            <a:r>
              <a:rPr lang="es-GT">
                <a:solidFill>
                  <a:schemeClr val="dk1"/>
                </a:solidFill>
              </a:rPr>
              <a:t>Escenarios</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3"/>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Patrón de E-commerce Global</a:t>
            </a:r>
            <a:endParaRPr>
              <a:solidFill>
                <a:schemeClr val="dk1"/>
              </a:solidFill>
            </a:endParaRPr>
          </a:p>
        </p:txBody>
      </p:sp>
      <p:sp>
        <p:nvSpPr>
          <p:cNvPr id="477" name="Google Shape;477;p13"/>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Implementa </a:t>
            </a:r>
            <a:r>
              <a:rPr b="0" i="0" lang="es-GT" sz="1600" u="none" cap="none" strike="noStrike">
                <a:solidFill>
                  <a:srgbClr val="000000"/>
                </a:solidFill>
                <a:latin typeface="Arial"/>
                <a:ea typeface="Arial"/>
                <a:cs typeface="Arial"/>
                <a:sym typeface="Arial"/>
              </a:rPr>
              <a:t>arquitectura </a:t>
            </a:r>
            <a:r>
              <a:rPr b="0" i="0" lang="es-GT" sz="1600" u="none" cap="none" strike="noStrike">
                <a:solidFill>
                  <a:schemeClr val="dk1"/>
                </a:solidFill>
                <a:latin typeface="Arial"/>
                <a:ea typeface="Arial"/>
                <a:cs typeface="Arial"/>
                <a:sym typeface="Arial"/>
              </a:rPr>
              <a:t>de microservicios</a:t>
            </a:r>
            <a:r>
              <a:rPr b="0" i="0" lang="es-GT" sz="1600" u="none" cap="none" strike="noStrike">
                <a:solidFill>
                  <a:srgbClr val="000000"/>
                </a:solidFill>
                <a:latin typeface="Arial"/>
                <a:ea typeface="Arial"/>
                <a:cs typeface="Arial"/>
                <a:sym typeface="Arial"/>
              </a:rPr>
              <a:t> con API Gateway frontend</a:t>
            </a:r>
            <a:r>
              <a:rPr b="0" i="0" lang="es-GT" sz="1600" u="none" cap="none" strike="noStrike">
                <a:solidFill>
                  <a:schemeClr val="dk1"/>
                </a:solidFill>
                <a:latin typeface="Arial"/>
                <a:ea typeface="Arial"/>
                <a:cs typeface="Arial"/>
                <a:sym typeface="Arial"/>
              </a:rPr>
              <a:t>, donde </a:t>
            </a:r>
            <a:r>
              <a:rPr b="0" i="0" lang="es-GT" sz="1600" u="none" cap="none" strike="noStrike">
                <a:solidFill>
                  <a:srgbClr val="000000"/>
                </a:solidFill>
                <a:latin typeface="Arial"/>
                <a:ea typeface="Arial"/>
                <a:cs typeface="Arial"/>
                <a:sym typeface="Arial"/>
              </a:rPr>
              <a:t>ELB dirige tráfico a servicios </a:t>
            </a:r>
            <a:r>
              <a:rPr b="0" i="0" lang="es-GT" sz="1600" u="none" cap="none" strike="noStrike">
                <a:solidFill>
                  <a:schemeClr val="dk1"/>
                </a:solidFill>
                <a:latin typeface="Arial"/>
                <a:ea typeface="Arial"/>
                <a:cs typeface="Arial"/>
                <a:sym typeface="Arial"/>
              </a:rPr>
              <a:t>especializados (</a:t>
            </a:r>
            <a:r>
              <a:rPr b="0" i="0" lang="es-GT" sz="1600" u="none" cap="none" strike="noStrike">
                <a:solidFill>
                  <a:srgbClr val="000000"/>
                </a:solidFill>
                <a:latin typeface="Arial"/>
                <a:ea typeface="Arial"/>
                <a:cs typeface="Arial"/>
                <a:sym typeface="Arial"/>
              </a:rPr>
              <a:t>catálogo, carrito, </a:t>
            </a:r>
            <a:r>
              <a:rPr b="0" i="0" lang="es-GT" sz="1600" u="none" cap="none" strike="noStrike">
                <a:solidFill>
                  <a:schemeClr val="dk1"/>
                </a:solidFill>
                <a:latin typeface="Arial"/>
                <a:ea typeface="Arial"/>
                <a:cs typeface="Arial"/>
                <a:sym typeface="Arial"/>
              </a:rPr>
              <a:t>pagos</a:t>
            </a:r>
            <a:r>
              <a:rPr b="0" i="0" lang="es-GT" sz="1600" u="none" cap="none" strike="noStrike">
                <a:solidFill>
                  <a:srgbClr val="000000"/>
                </a:solidFill>
                <a:latin typeface="Arial"/>
                <a:ea typeface="Arial"/>
                <a:cs typeface="Arial"/>
                <a:sym typeface="Arial"/>
              </a:rPr>
              <a:t>). La escalabilidad responde a patrones estacionales mediante Auto </a:t>
            </a:r>
            <a:r>
              <a:rPr b="0" i="0" lang="es-GT" sz="1600" u="none" cap="none" strike="noStrike">
                <a:solidFill>
                  <a:schemeClr val="dk1"/>
                </a:solidFill>
                <a:latin typeface="Arial"/>
                <a:ea typeface="Arial"/>
                <a:cs typeface="Arial"/>
                <a:sym typeface="Arial"/>
              </a:rPr>
              <a:t>Scaling Groups que ajustan capacidad según métricas de </a:t>
            </a:r>
            <a:r>
              <a:rPr b="0" i="0" lang="es-GT" sz="1600" u="none" cap="none" strike="noStrike">
                <a:solidFill>
                  <a:srgbClr val="000000"/>
                </a:solidFill>
                <a:latin typeface="Arial"/>
                <a:ea typeface="Arial"/>
                <a:cs typeface="Arial"/>
                <a:sym typeface="Arial"/>
              </a:rPr>
              <a:t>cola SQS.</a:t>
            </a:r>
            <a:endParaRPr b="0" i="0" sz="2000" u="none" cap="none" strike="noStrike">
              <a:solidFill>
                <a:schemeClr val="dk2"/>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id="478" name="Google Shape;478;p13"/>
          <p:cNvPicPr preferRelativeResize="0"/>
          <p:nvPr/>
        </p:nvPicPr>
        <p:blipFill rotWithShape="1">
          <a:blip r:embed="rId3">
            <a:alphaModFix/>
          </a:blip>
          <a:srcRect b="0" l="0" r="0" t="0"/>
          <a:stretch/>
        </p:blipFill>
        <p:spPr>
          <a:xfrm>
            <a:off x="6096000" y="2356808"/>
            <a:ext cx="5463397" cy="385528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14"/>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Arquitectura SaaS Multi-tenant:</a:t>
            </a:r>
            <a:endParaRPr>
              <a:solidFill>
                <a:schemeClr val="dk1"/>
              </a:solidFill>
            </a:endParaRPr>
          </a:p>
        </p:txBody>
      </p:sp>
      <p:sp>
        <p:nvSpPr>
          <p:cNvPr id="485" name="Google Shape;485;p14"/>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Utiliza </a:t>
            </a:r>
            <a:r>
              <a:rPr b="0" i="0" lang="es-GT" sz="1600" u="none" cap="none" strike="noStrike">
                <a:solidFill>
                  <a:srgbClr val="000000"/>
                </a:solidFill>
                <a:latin typeface="Arial"/>
                <a:ea typeface="Arial"/>
                <a:cs typeface="Arial"/>
                <a:sym typeface="Arial"/>
              </a:rPr>
              <a:t>isolate-share model donde cada cliente opera en namespace lógico aislado. ELB</a:t>
            </a:r>
            <a:r>
              <a:rPr b="0" i="0" lang="es-GT" sz="1600" u="none" cap="none" strike="noStrike">
                <a:solidFill>
                  <a:schemeClr val="dk1"/>
                </a:solidFill>
                <a:latin typeface="Arial"/>
                <a:ea typeface="Arial"/>
                <a:cs typeface="Arial"/>
                <a:sym typeface="Arial"/>
              </a:rPr>
              <a:t> aplica enrutamiento basado en host-header, mientras capas </a:t>
            </a:r>
            <a:r>
              <a:rPr b="0" i="0" lang="es-GT" sz="1600" u="none" cap="none" strike="noStrike">
                <a:solidFill>
                  <a:srgbClr val="000000"/>
                </a:solidFill>
                <a:latin typeface="Arial"/>
                <a:ea typeface="Arial"/>
                <a:cs typeface="Arial"/>
                <a:sym typeface="Arial"/>
              </a:rPr>
              <a:t>de </a:t>
            </a:r>
            <a:r>
              <a:rPr b="0" i="0" lang="es-GT" sz="1600" u="none" cap="none" strike="noStrike">
                <a:solidFill>
                  <a:schemeClr val="dk1"/>
                </a:solidFill>
                <a:latin typeface="Arial"/>
                <a:ea typeface="Arial"/>
                <a:cs typeface="Arial"/>
                <a:sym typeface="Arial"/>
              </a:rPr>
              <a:t>base de </a:t>
            </a:r>
            <a:r>
              <a:rPr b="0" i="0" lang="es-GT" sz="1600" u="none" cap="none" strike="noStrike">
                <a:solidFill>
                  <a:srgbClr val="000000"/>
                </a:solidFill>
                <a:latin typeface="Arial"/>
                <a:ea typeface="Arial"/>
                <a:cs typeface="Arial"/>
                <a:sym typeface="Arial"/>
              </a:rPr>
              <a:t>datos implementan sharding horizontal por </a:t>
            </a:r>
            <a:r>
              <a:rPr b="0" i="0" lang="es-GT" sz="1600" u="none" cap="none" strike="noStrike">
                <a:solidFill>
                  <a:schemeClr val="dk1"/>
                </a:solidFill>
                <a:latin typeface="Arial"/>
                <a:ea typeface="Arial"/>
                <a:cs typeface="Arial"/>
                <a:sym typeface="Arial"/>
              </a:rPr>
              <a:t>tenant. La medición granular</a:t>
            </a:r>
            <a:r>
              <a:rPr b="0" i="0" lang="es-GT" sz="1600" u="none" cap="none" strike="noStrike">
                <a:solidFill>
                  <a:srgbClr val="000000"/>
                </a:solidFill>
                <a:latin typeface="Arial"/>
                <a:ea typeface="Arial"/>
                <a:cs typeface="Arial"/>
                <a:sym typeface="Arial"/>
              </a:rPr>
              <a:t> </a:t>
            </a:r>
            <a:r>
              <a:rPr b="0" i="0" lang="es-GT" sz="1600" u="none" cap="none" strike="noStrike">
                <a:solidFill>
                  <a:schemeClr val="dk1"/>
                </a:solidFill>
                <a:latin typeface="Arial"/>
                <a:ea typeface="Arial"/>
                <a:cs typeface="Arial"/>
                <a:sym typeface="Arial"/>
              </a:rPr>
              <a:t>permite billing </a:t>
            </a:r>
            <a:r>
              <a:rPr b="0" i="0" lang="es-GT" sz="1600" u="none" cap="none" strike="noStrike">
                <a:solidFill>
                  <a:srgbClr val="000000"/>
                </a:solidFill>
                <a:latin typeface="Arial"/>
                <a:ea typeface="Arial"/>
                <a:cs typeface="Arial"/>
                <a:sym typeface="Arial"/>
              </a:rPr>
              <a:t>proporcional </a:t>
            </a:r>
            <a:r>
              <a:rPr b="0" i="0" lang="es-GT" sz="1600" u="none" cap="none" strike="noStrike">
                <a:solidFill>
                  <a:schemeClr val="dk1"/>
                </a:solidFill>
                <a:latin typeface="Arial"/>
                <a:ea typeface="Arial"/>
                <a:cs typeface="Arial"/>
                <a:sym typeface="Arial"/>
              </a:rPr>
              <a:t>al </a:t>
            </a:r>
            <a:r>
              <a:rPr b="0" i="0" lang="es-GT" sz="1600" u="none" cap="none" strike="noStrike">
                <a:solidFill>
                  <a:srgbClr val="000000"/>
                </a:solidFill>
                <a:latin typeface="Arial"/>
                <a:ea typeface="Arial"/>
                <a:cs typeface="Arial"/>
                <a:sym typeface="Arial"/>
              </a:rPr>
              <a:t>consumo.</a:t>
            </a:r>
            <a:endParaRPr b="0" i="0" sz="2000" u="none" cap="none" strike="noStrike">
              <a:solidFill>
                <a:schemeClr val="dk2"/>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id="486" name="Google Shape;486;p14"/>
          <p:cNvPicPr preferRelativeResize="0"/>
          <p:nvPr/>
        </p:nvPicPr>
        <p:blipFill rotWithShape="1">
          <a:blip r:embed="rId3">
            <a:alphaModFix/>
          </a:blip>
          <a:srcRect b="-832" l="23949" r="19537" t="0"/>
          <a:stretch/>
        </p:blipFill>
        <p:spPr>
          <a:xfrm>
            <a:off x="6382828" y="2101649"/>
            <a:ext cx="4638206" cy="41897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5"/>
          <p:cNvSpPr txBox="1"/>
          <p:nvPr>
            <p:ph type="title"/>
          </p:nvPr>
        </p:nvSpPr>
        <p:spPr>
          <a:xfrm>
            <a:off x="602987" y="224287"/>
            <a:ext cx="10972800" cy="1574317"/>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lang="es-GT" sz="4800">
                <a:solidFill>
                  <a:schemeClr val="dk1"/>
                </a:solidFill>
              </a:rPr>
              <a:t>Framework de Procesamiento Científico:</a:t>
            </a:r>
            <a:endParaRPr/>
          </a:p>
        </p:txBody>
      </p:sp>
      <p:sp>
        <p:nvSpPr>
          <p:cNvPr id="493" name="Google Shape;493;p15"/>
          <p:cNvSpPr txBox="1"/>
          <p:nvPr/>
        </p:nvSpPr>
        <p:spPr>
          <a:xfrm>
            <a:off x="617364" y="2662716"/>
            <a:ext cx="4880395" cy="4368978"/>
          </a:xfrm>
          <a:prstGeom prst="rect">
            <a:avLst/>
          </a:prstGeom>
          <a:noFill/>
          <a:ln>
            <a:noFill/>
          </a:ln>
        </p:spPr>
        <p:txBody>
          <a:bodyPr anchorCtr="0" anchor="t" bIns="91425" lIns="0" spcFirstLastPara="1" rIns="91425" wrap="square" tIns="91425">
            <a:noAutofit/>
          </a:bodyPr>
          <a:lstStyle/>
          <a:p>
            <a:pPr indent="0" lvl="0" marL="0" marR="0" rtl="0" algn="just">
              <a:lnSpc>
                <a:spcPct val="114999"/>
              </a:lnSpc>
              <a:spcBef>
                <a:spcPts val="1800"/>
              </a:spcBef>
              <a:spcAft>
                <a:spcPts val="0"/>
              </a:spcAft>
              <a:buClr>
                <a:schemeClr val="dk2"/>
              </a:buClr>
              <a:buSzPts val="1800"/>
              <a:buFont typeface="Arial"/>
              <a:buNone/>
            </a:pPr>
            <a:r>
              <a:rPr b="0" i="0" lang="es-GT" sz="1600" u="none" cap="none" strike="noStrike">
                <a:solidFill>
                  <a:schemeClr val="dk1"/>
                </a:solidFill>
                <a:latin typeface="Arial"/>
                <a:ea typeface="Arial"/>
                <a:cs typeface="Arial"/>
                <a:sym typeface="Arial"/>
              </a:rPr>
              <a:t>Aprovecha</a:t>
            </a:r>
            <a:r>
              <a:rPr b="0" i="0" lang="es-GT" sz="1600" u="none" cap="none" strike="noStrike">
                <a:solidFill>
                  <a:srgbClr val="000000"/>
                </a:solidFill>
                <a:latin typeface="Arial"/>
                <a:ea typeface="Arial"/>
                <a:cs typeface="Arial"/>
                <a:sym typeface="Arial"/>
              </a:rPr>
              <a:t> spot instances para trabajos batch tolerantes a </a:t>
            </a:r>
            <a:r>
              <a:rPr b="0" i="0" lang="es-GT" sz="1600" u="none" cap="none" strike="noStrike">
                <a:solidFill>
                  <a:schemeClr val="dk1"/>
                </a:solidFill>
                <a:latin typeface="Arial"/>
                <a:ea typeface="Arial"/>
                <a:cs typeface="Arial"/>
                <a:sym typeface="Arial"/>
              </a:rPr>
              <a:t>interrupciones. ELB distribuye </a:t>
            </a:r>
            <a:r>
              <a:rPr b="0" i="0" lang="es-GT" sz="1600" u="none" cap="none" strike="noStrike">
                <a:solidFill>
                  <a:srgbClr val="000000"/>
                </a:solidFill>
                <a:latin typeface="Arial"/>
                <a:ea typeface="Arial"/>
                <a:cs typeface="Arial"/>
                <a:sym typeface="Arial"/>
              </a:rPr>
              <a:t>unidades </a:t>
            </a:r>
            <a:r>
              <a:rPr b="0" i="0" lang="es-GT" sz="1600" u="none" cap="none" strike="noStrike">
                <a:solidFill>
                  <a:schemeClr val="dk1"/>
                </a:solidFill>
                <a:latin typeface="Arial"/>
                <a:ea typeface="Arial"/>
                <a:cs typeface="Arial"/>
                <a:sym typeface="Arial"/>
              </a:rPr>
              <a:t>de trabajo mediante queue-based load balancing</a:t>
            </a:r>
            <a:r>
              <a:rPr b="0" i="0" lang="es-GT" sz="1600" u="none" cap="none" strike="noStrike">
                <a:solidFill>
                  <a:srgbClr val="000000"/>
                </a:solidFill>
                <a:latin typeface="Arial"/>
                <a:ea typeface="Arial"/>
                <a:cs typeface="Arial"/>
                <a:sym typeface="Arial"/>
              </a:rPr>
              <a:t>, mientras sistemas </a:t>
            </a:r>
            <a:r>
              <a:rPr b="0" i="0" lang="es-GT" sz="1600" u="none" cap="none" strike="noStrike">
                <a:solidFill>
                  <a:schemeClr val="dk1"/>
                </a:solidFill>
                <a:latin typeface="Arial"/>
                <a:ea typeface="Arial"/>
                <a:cs typeface="Arial"/>
                <a:sym typeface="Arial"/>
              </a:rPr>
              <a:t>de</a:t>
            </a:r>
            <a:r>
              <a:rPr b="0" i="0" lang="es-GT" sz="1600" u="none" cap="none" strike="noStrike">
                <a:solidFill>
                  <a:srgbClr val="000000"/>
                </a:solidFill>
                <a:latin typeface="Arial"/>
                <a:ea typeface="Arial"/>
                <a:cs typeface="Arial"/>
                <a:sym typeface="Arial"/>
              </a:rPr>
              <a:t> almacenamiento objeto gestionan datasets masivos con replicación geográfica.</a:t>
            </a:r>
            <a:endParaRPr b="0" i="0" sz="2000" u="none" cap="none" strike="noStrike">
              <a:solidFill>
                <a:schemeClr val="dk2"/>
              </a:solidFill>
              <a:latin typeface="Arial"/>
              <a:ea typeface="Arial"/>
              <a:cs typeface="Arial"/>
              <a:sym typeface="Arial"/>
            </a:endParaRPr>
          </a:p>
          <a:p>
            <a:pPr indent="0" lvl="0" marL="0" marR="0" rtl="0" algn="just">
              <a:lnSpc>
                <a:spcPct val="115000"/>
              </a:lnSpc>
              <a:spcBef>
                <a:spcPts val="1800"/>
              </a:spcBef>
              <a:spcAft>
                <a:spcPts val="0"/>
              </a:spcAft>
              <a:buClr>
                <a:schemeClr val="dk2"/>
              </a:buClr>
              <a:buSzPts val="1800"/>
              <a:buFont typeface="Arial"/>
              <a:buNone/>
            </a:pPr>
            <a:r>
              <a:t/>
            </a:r>
            <a:endParaRPr b="0" i="0" sz="1600" u="none" cap="none" strike="noStrike">
              <a:solidFill>
                <a:schemeClr val="dk1"/>
              </a:solidFill>
              <a:latin typeface="Arial"/>
              <a:ea typeface="Arial"/>
              <a:cs typeface="Arial"/>
              <a:sym typeface="Arial"/>
            </a:endParaRPr>
          </a:p>
        </p:txBody>
      </p:sp>
      <p:pic>
        <p:nvPicPr>
          <p:cNvPr descr="Minería de Procesos: una práctica en pleno crecimiento - IEEC" id="494" name="Google Shape;494;p15"/>
          <p:cNvPicPr preferRelativeResize="0"/>
          <p:nvPr/>
        </p:nvPicPr>
        <p:blipFill rotWithShape="1">
          <a:blip r:embed="rId3">
            <a:alphaModFix/>
          </a:blip>
          <a:srcRect b="0" l="0" r="0" t="0"/>
          <a:stretch/>
        </p:blipFill>
        <p:spPr>
          <a:xfrm>
            <a:off x="5837208" y="2314755"/>
            <a:ext cx="6081623" cy="34218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6"/>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Conceptos Clave</a:t>
            </a:r>
            <a:endParaRPr/>
          </a:p>
        </p:txBody>
      </p:sp>
      <p:sp>
        <p:nvSpPr>
          <p:cNvPr id="500" name="Google Shape;500;p16"/>
          <p:cNvSpPr txBox="1"/>
          <p:nvPr>
            <p:ph idx="1" type="body"/>
          </p:nvPr>
        </p:nvSpPr>
        <p:spPr>
          <a:xfrm>
            <a:off x="591485" y="3882581"/>
            <a:ext cx="11133371" cy="3597470"/>
          </a:xfrm>
          <a:prstGeom prst="rect">
            <a:avLst/>
          </a:prstGeom>
          <a:noFill/>
          <a:ln>
            <a:noFill/>
          </a:ln>
        </p:spPr>
        <p:txBody>
          <a:bodyPr anchorCtr="0" anchor="ctr" bIns="0" lIns="0" spcFirstLastPara="1" rIns="0" wrap="square" tIns="45700">
            <a:noAutofit/>
          </a:bodyPr>
          <a:lstStyle/>
          <a:p>
            <a:pPr indent="-342900" lvl="0" marL="342900" rtl="0" algn="l">
              <a:lnSpc>
                <a:spcPct val="150000"/>
              </a:lnSpc>
              <a:spcBef>
                <a:spcPts val="0"/>
              </a:spcBef>
              <a:spcAft>
                <a:spcPts val="0"/>
              </a:spcAft>
              <a:buClr>
                <a:schemeClr val="dk1"/>
              </a:buClr>
              <a:buSzPts val="1500"/>
              <a:buChar char="•"/>
            </a:pPr>
            <a:r>
              <a:rPr b="1" lang="es-GT" sz="1500"/>
              <a:t>1. Virtualización como Fundamento de la Nube</a:t>
            </a:r>
            <a:br>
              <a:rPr lang="es-GT" sz="1500"/>
            </a:br>
            <a:r>
              <a:rPr lang="es-GT" sz="1500"/>
              <a:t>Descripción: Las redes en la nube desacoplan el hardware del software mediante hipervisores, creando instancias virtuales aisladas que comparten recursos físicos subyacentes, permitiendo máxima utilización y flexibilidad operativa.</a:t>
            </a:r>
            <a:endParaRPr sz="1500"/>
          </a:p>
          <a:p>
            <a:pPr indent="-342900" lvl="0" marL="342900" rtl="0" algn="l">
              <a:lnSpc>
                <a:spcPct val="150000"/>
              </a:lnSpc>
              <a:spcBef>
                <a:spcPts val="1800"/>
              </a:spcBef>
              <a:spcAft>
                <a:spcPts val="0"/>
              </a:spcAft>
              <a:buClr>
                <a:schemeClr val="dk1"/>
              </a:buClr>
              <a:buSzPts val="1500"/>
              <a:buChar char="•"/>
            </a:pPr>
            <a:r>
              <a:rPr b="1" lang="es-GT" sz="1500"/>
              <a:t>2. Elasticidad Dinámica como Ventaja Competitiva</a:t>
            </a:r>
            <a:br>
              <a:rPr lang="es-GT" sz="1500"/>
            </a:br>
            <a:r>
              <a:rPr lang="es-GT" sz="1500"/>
              <a:t>Descripción: La escalabilidad cloud permite ajustar automáticamente capacidad de red (ancho de banda, direcciones IP, reglas de seguridad) según demanda real, eliminando límites físicos tradicionales mediante APIs y orquestación.</a:t>
            </a:r>
            <a:endParaRPr/>
          </a:p>
          <a:p>
            <a:pPr indent="-342900" lvl="0" marL="342900" rtl="0" algn="l">
              <a:lnSpc>
                <a:spcPct val="150000"/>
              </a:lnSpc>
              <a:spcBef>
                <a:spcPts val="1800"/>
              </a:spcBef>
              <a:spcAft>
                <a:spcPts val="0"/>
              </a:spcAft>
              <a:buClr>
                <a:schemeClr val="dk1"/>
              </a:buClr>
              <a:buSzPts val="1500"/>
              <a:buChar char="•"/>
            </a:pPr>
            <a:r>
              <a:rPr b="1" lang="es-GT" sz="1500"/>
              <a:t>3. Distribución Inteligente con Balanceadores Elásticos</a:t>
            </a:r>
            <a:br>
              <a:rPr lang="es-GT" sz="1500"/>
            </a:br>
            <a:r>
              <a:rPr lang="es-GT" sz="1500"/>
              <a:t>Descripción: Elastic Load Balancer (AWS) distribuye tráfico automáticamente entre múltiples destinos, realiza comprobaciones de salud y ofrece SSL termination, proporcionando alta disponibilidad y tolerancia a fallos sin intervención manual.</a:t>
            </a:r>
            <a:endParaRPr/>
          </a:p>
          <a:p>
            <a:pPr indent="-247650" lvl="0" marL="342900" rtl="0" algn="l">
              <a:lnSpc>
                <a:spcPct val="150000"/>
              </a:lnSpc>
              <a:spcBef>
                <a:spcPts val="1800"/>
              </a:spcBef>
              <a:spcAft>
                <a:spcPts val="0"/>
              </a:spcAft>
              <a:buClr>
                <a:schemeClr val="dk1"/>
              </a:buClr>
              <a:buSzPts val="1500"/>
              <a:buNone/>
            </a:pPr>
            <a:r>
              <a:t/>
            </a:r>
            <a:endParaRPr sz="1500"/>
          </a:p>
          <a:p>
            <a:pPr indent="-215900" lvl="0" marL="342900" rtl="0" algn="l">
              <a:lnSpc>
                <a:spcPct val="70000"/>
              </a:lnSpc>
              <a:spcBef>
                <a:spcPts val="1800"/>
              </a:spcBef>
              <a:spcAft>
                <a:spcPts val="0"/>
              </a:spcAft>
              <a:buClr>
                <a:schemeClr val="dk1"/>
              </a:buClr>
              <a:buSzPts val="2000"/>
              <a:buNone/>
            </a:pPr>
            <a:r>
              <a:t/>
            </a:r>
            <a:endParaRPr/>
          </a:p>
          <a:p>
            <a:pPr indent="-215900" lvl="0" marL="342900" rtl="0" algn="l">
              <a:lnSpc>
                <a:spcPct val="70000"/>
              </a:lnSpc>
              <a:spcBef>
                <a:spcPts val="1800"/>
              </a:spcBef>
              <a:spcAft>
                <a:spcPts val="0"/>
              </a:spcAft>
              <a:buClr>
                <a:schemeClr val="dk1"/>
              </a:buClr>
              <a:buSzPts val="2000"/>
              <a:buNone/>
            </a:pPr>
            <a:r>
              <a:t/>
            </a:r>
            <a:endParaRPr/>
          </a:p>
          <a:p>
            <a:pPr indent="-215900" lvl="0" marL="342900" rtl="0" algn="l">
              <a:lnSpc>
                <a:spcPct val="90000"/>
              </a:lnSpc>
              <a:spcBef>
                <a:spcPts val="1800"/>
              </a:spcBef>
              <a:spcAft>
                <a:spcPts val="0"/>
              </a:spcAft>
              <a:buClr>
                <a:schemeClr val="dk1"/>
              </a:buClr>
              <a:buSzPts val="2000"/>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7"/>
          <p:cNvSpPr txBox="1"/>
          <p:nvPr>
            <p:ph type="title"/>
          </p:nvPr>
        </p:nvSpPr>
        <p:spPr>
          <a:xfrm>
            <a:off x="572589" y="670015"/>
            <a:ext cx="8036651" cy="1451054"/>
          </a:xfrm>
          <a:prstGeom prst="rect">
            <a:avLst/>
          </a:prstGeom>
          <a:noFill/>
          <a:ln>
            <a:noFill/>
          </a:ln>
        </p:spPr>
        <p:txBody>
          <a:bodyPr anchorCtr="0" anchor="ctr" bIns="0" lIns="0" spcFirstLastPara="1" rIns="0" wrap="square" tIns="0">
            <a:normAutofit/>
          </a:bodyPr>
          <a:lstStyle/>
          <a:p>
            <a:pPr indent="0" lvl="0" marL="0" rtl="0" algn="r">
              <a:lnSpc>
                <a:spcPct val="80000"/>
              </a:lnSpc>
              <a:spcBef>
                <a:spcPts val="0"/>
              </a:spcBef>
              <a:spcAft>
                <a:spcPts val="0"/>
              </a:spcAft>
              <a:buClr>
                <a:schemeClr val="dk1"/>
              </a:buClr>
              <a:buSzPts val="4400"/>
              <a:buFont typeface="Franklin Gothic"/>
              <a:buNone/>
            </a:pPr>
            <a:r>
              <a:rPr lang="es-GT"/>
              <a:t>Valores</a:t>
            </a:r>
            <a:endParaRPr/>
          </a:p>
        </p:txBody>
      </p:sp>
      <p:sp>
        <p:nvSpPr>
          <p:cNvPr id="506" name="Google Shape;506;p17"/>
          <p:cNvSpPr txBox="1"/>
          <p:nvPr>
            <p:ph idx="1" type="body"/>
          </p:nvPr>
        </p:nvSpPr>
        <p:spPr>
          <a:xfrm>
            <a:off x="1095103" y="2992211"/>
            <a:ext cx="9465598" cy="3597470"/>
          </a:xfrm>
          <a:prstGeom prst="rect">
            <a:avLst/>
          </a:prstGeom>
          <a:noFill/>
          <a:ln>
            <a:noFill/>
          </a:ln>
        </p:spPr>
        <p:txBody>
          <a:bodyPr anchorCtr="0" anchor="ctr" bIns="0" lIns="0" spcFirstLastPara="1" rIns="0" wrap="square" tIns="45700">
            <a:normAutofit/>
          </a:bodyPr>
          <a:lstStyle/>
          <a:p>
            <a:pPr indent="0" lvl="0" marL="0" rtl="0" algn="r">
              <a:lnSpc>
                <a:spcPct val="70000"/>
              </a:lnSpc>
              <a:spcBef>
                <a:spcPts val="0"/>
              </a:spcBef>
              <a:spcAft>
                <a:spcPts val="0"/>
              </a:spcAft>
              <a:buClr>
                <a:schemeClr val="dk1"/>
              </a:buClr>
              <a:buSzPts val="2000"/>
              <a:buNone/>
            </a:pPr>
            <a:r>
              <a:rPr b="1" lang="es-GT"/>
              <a:t>Sostenibilidad y Equidad en el Acceso a Recursos Cloud</a:t>
            </a:r>
            <a:br>
              <a:rPr b="1" lang="es-GT"/>
            </a:br>
            <a:endParaRPr b="1"/>
          </a:p>
          <a:p>
            <a:pPr indent="0" lvl="0" marL="0" rtl="0" algn="r">
              <a:lnSpc>
                <a:spcPct val="100000"/>
              </a:lnSpc>
              <a:spcBef>
                <a:spcPts val="1800"/>
              </a:spcBef>
              <a:spcAft>
                <a:spcPts val="0"/>
              </a:spcAft>
              <a:buClr>
                <a:schemeClr val="dk1"/>
              </a:buClr>
              <a:buSzPts val="2000"/>
              <a:buNone/>
            </a:pPr>
            <a:r>
              <a:rPr lang="es-GT"/>
              <a:t>La implementación ética de redes en la nube requiere: optimizar el uso de recursos compartidos para minimizar huella energética; garantizar transparencia en modelos híbridos sobre ubicación y protección de datos; y diseñar arquitecturas que eviten exclusión digital mediante escalabilidad que atienda demandas variables sin discriminación por volumen o ubicación geográfica.</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8"/>
          <p:cNvSpPr txBox="1"/>
          <p:nvPr>
            <p:ph type="title"/>
          </p:nvPr>
        </p:nvSpPr>
        <p:spPr>
          <a:xfrm>
            <a:off x="594360" y="278129"/>
            <a:ext cx="9778365" cy="1494596"/>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Clr>
                <a:schemeClr val="dk1"/>
              </a:buClr>
              <a:buSzPts val="4400"/>
              <a:buFont typeface="Franklin Gothic"/>
              <a:buNone/>
            </a:pPr>
            <a:r>
              <a:rPr lang="es-GT"/>
              <a:t>Referencias</a:t>
            </a:r>
            <a:endParaRPr/>
          </a:p>
        </p:txBody>
      </p:sp>
      <p:sp>
        <p:nvSpPr>
          <p:cNvPr id="512" name="Google Shape;512;p18"/>
          <p:cNvSpPr txBox="1"/>
          <p:nvPr>
            <p:ph idx="1" type="body"/>
          </p:nvPr>
        </p:nvSpPr>
        <p:spPr>
          <a:xfrm>
            <a:off x="893409" y="4017112"/>
            <a:ext cx="9465598" cy="3597470"/>
          </a:xfrm>
          <a:prstGeom prst="rect">
            <a:avLst/>
          </a:prstGeom>
          <a:noFill/>
          <a:ln>
            <a:noFill/>
          </a:ln>
        </p:spPr>
        <p:txBody>
          <a:bodyPr anchorCtr="0" anchor="ctr" bIns="0" lIns="0" spcFirstLastPara="1" rIns="0" wrap="square" tIns="45700">
            <a:normAutofit/>
          </a:bodyPr>
          <a:lstStyle/>
          <a:p>
            <a:pPr indent="0" lvl="0" marL="0" rtl="0" algn="l">
              <a:lnSpc>
                <a:spcPct val="70000"/>
              </a:lnSpc>
              <a:spcBef>
                <a:spcPts val="0"/>
              </a:spcBef>
              <a:spcAft>
                <a:spcPts val="0"/>
              </a:spcAft>
              <a:buClr>
                <a:srgbClr val="000000"/>
              </a:buClr>
              <a:buSzPts val="2000"/>
              <a:buNone/>
            </a:pPr>
            <a:r>
              <a:rPr lang="es-GT">
                <a:solidFill>
                  <a:srgbClr val="000000"/>
                </a:solidFill>
              </a:rPr>
              <a:t>NIST Cloud Computing Definition</a:t>
            </a:r>
            <a:br>
              <a:rPr lang="es-GT">
                <a:solidFill>
                  <a:srgbClr val="000000"/>
                </a:solidFill>
              </a:rPr>
            </a:br>
            <a:r>
              <a:rPr lang="es-GT">
                <a:solidFill>
                  <a:srgbClr val="000000"/>
                </a:solidFill>
              </a:rPr>
              <a:t>https://csrc.nist.gov/publications/detail/sp/800-145/final</a:t>
            </a:r>
            <a:endParaRPr/>
          </a:p>
          <a:p>
            <a:pPr indent="0" lvl="0" marL="0" rtl="0" algn="l">
              <a:lnSpc>
                <a:spcPct val="70000"/>
              </a:lnSpc>
              <a:spcBef>
                <a:spcPts val="1800"/>
              </a:spcBef>
              <a:spcAft>
                <a:spcPts val="0"/>
              </a:spcAft>
              <a:buClr>
                <a:srgbClr val="000000"/>
              </a:buClr>
              <a:buSzPts val="2000"/>
              <a:buNone/>
            </a:pPr>
            <a:r>
              <a:rPr lang="es-GT">
                <a:solidFill>
                  <a:srgbClr val="000000"/>
                </a:solidFill>
              </a:rPr>
              <a:t>AWS Elastic Load Balancing Documentation</a:t>
            </a:r>
            <a:br>
              <a:rPr lang="es-GT">
                <a:solidFill>
                  <a:srgbClr val="000000"/>
                </a:solidFill>
              </a:rPr>
            </a:br>
            <a:r>
              <a:rPr lang="es-GT">
                <a:solidFill>
                  <a:srgbClr val="000000"/>
                </a:solidFill>
              </a:rPr>
              <a:t>https://docs.aws.amazon.com/elasticloadbalancing/</a:t>
            </a:r>
            <a:endParaRPr/>
          </a:p>
          <a:p>
            <a:pPr indent="0" lvl="0" marL="0" rtl="0" algn="l">
              <a:lnSpc>
                <a:spcPct val="70000"/>
              </a:lnSpc>
              <a:spcBef>
                <a:spcPts val="1800"/>
              </a:spcBef>
              <a:spcAft>
                <a:spcPts val="0"/>
              </a:spcAft>
              <a:buClr>
                <a:srgbClr val="000000"/>
              </a:buClr>
              <a:buSzPts val="2000"/>
              <a:buNone/>
            </a:pPr>
            <a:r>
              <a:rPr lang="es-GT">
                <a:solidFill>
                  <a:srgbClr val="000000"/>
                </a:solidFill>
              </a:rPr>
              <a:t>IEEE Cloud Networking Standards</a:t>
            </a:r>
            <a:br>
              <a:rPr lang="es-GT">
                <a:solidFill>
                  <a:srgbClr val="000000"/>
                </a:solidFill>
              </a:rPr>
            </a:br>
            <a:r>
              <a:rPr lang="es-GT">
                <a:solidFill>
                  <a:srgbClr val="000000"/>
                </a:solidFill>
              </a:rPr>
              <a:t>https://standards.ieee.org/ieee/802.1Qbg/3783/</a:t>
            </a:r>
            <a:endParaRPr/>
          </a:p>
          <a:p>
            <a:pPr indent="0" lvl="0" marL="0" rtl="0" algn="l">
              <a:lnSpc>
                <a:spcPct val="70000"/>
              </a:lnSpc>
              <a:spcBef>
                <a:spcPts val="1800"/>
              </a:spcBef>
              <a:spcAft>
                <a:spcPts val="0"/>
              </a:spcAft>
              <a:buClr>
                <a:srgbClr val="000000"/>
              </a:buClr>
              <a:buSzPts val="2000"/>
              <a:buNone/>
            </a:pPr>
            <a:r>
              <a:rPr lang="es-GT">
                <a:solidFill>
                  <a:srgbClr val="000000"/>
                </a:solidFill>
              </a:rPr>
              <a:t>Cloud Security Alliance Guidelines</a:t>
            </a:r>
            <a:br>
              <a:rPr lang="es-GT">
                <a:solidFill>
                  <a:srgbClr val="000000"/>
                </a:solidFill>
              </a:rPr>
            </a:br>
            <a:r>
              <a:rPr lang="es-GT">
                <a:solidFill>
                  <a:srgbClr val="000000"/>
                </a:solidFill>
              </a:rPr>
              <a:t>https://cloudsecurityalliance.org/research/guidance/</a:t>
            </a:r>
            <a:endParaRPr/>
          </a:p>
          <a:p>
            <a:pPr indent="0" lvl="0" marL="0" rtl="0" algn="l">
              <a:lnSpc>
                <a:spcPct val="70000"/>
              </a:lnSpc>
              <a:spcBef>
                <a:spcPts val="1800"/>
              </a:spcBef>
              <a:spcAft>
                <a:spcPts val="0"/>
              </a:spcAft>
              <a:buClr>
                <a:srgbClr val="000000"/>
              </a:buClr>
              <a:buSzPts val="2000"/>
              <a:buNone/>
            </a:pPr>
            <a:r>
              <a:rPr lang="es-GT">
                <a:solidFill>
                  <a:srgbClr val="000000"/>
                </a:solidFill>
              </a:rPr>
              <a:t>AWS Well-Architected Framework</a:t>
            </a:r>
            <a:br>
              <a:rPr lang="es-GT">
                <a:solidFill>
                  <a:srgbClr val="000000"/>
                </a:solidFill>
              </a:rPr>
            </a:br>
            <a:r>
              <a:rPr lang="es-GT">
                <a:solidFill>
                  <a:srgbClr val="000000"/>
                </a:solidFill>
              </a:rPr>
              <a:t>https://aws.amazon.com/architecture/well-architected/</a:t>
            </a:r>
            <a:endParaRPr/>
          </a:p>
          <a:p>
            <a:pPr indent="0" lvl="0" marL="0" rtl="0" algn="l">
              <a:lnSpc>
                <a:spcPct val="70000"/>
              </a:lnSpc>
              <a:spcBef>
                <a:spcPts val="1800"/>
              </a:spcBef>
              <a:spcAft>
                <a:spcPts val="0"/>
              </a:spcAft>
              <a:buClr>
                <a:schemeClr val="dk1"/>
              </a:buClr>
              <a:buSzPts val="2000"/>
              <a:buNone/>
            </a:pPr>
            <a:r>
              <a:t/>
            </a:r>
            <a:endParaRPr/>
          </a:p>
          <a:p>
            <a:pPr indent="0" lvl="0" marL="0" rtl="0" algn="l">
              <a:lnSpc>
                <a:spcPct val="80000"/>
              </a:lnSpc>
              <a:spcBef>
                <a:spcPts val="1800"/>
              </a:spcBef>
              <a:spcAft>
                <a:spcPts val="0"/>
              </a:spcAft>
              <a:buClr>
                <a:schemeClr val="dk1"/>
              </a:buClr>
              <a:buSzPts val="2000"/>
              <a:buNone/>
            </a:pPr>
            <a:r>
              <a:t/>
            </a:r>
            <a:endParaRPr/>
          </a:p>
          <a:p>
            <a:pPr indent="0" lvl="0" marL="0" rtl="0" algn="l">
              <a:lnSpc>
                <a:spcPct val="8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a:p>
            <a:pPr indent="0" lvl="0" marL="0" rtl="0" algn="l">
              <a:lnSpc>
                <a:spcPct val="90000"/>
              </a:lnSpc>
              <a:spcBef>
                <a:spcPts val="1800"/>
              </a:spcBef>
              <a:spcAft>
                <a:spcPts val="0"/>
              </a:spcAft>
              <a:buClr>
                <a:schemeClr val="dk1"/>
              </a:buClr>
              <a:buSzPts val="2000"/>
              <a:buFont typeface="Arial"/>
              <a:buNone/>
            </a:pPr>
            <a:r>
              <a:t/>
            </a:r>
            <a:endParaRPr b="1"/>
          </a:p>
          <a:p>
            <a:pPr indent="-215900" lvl="0" marL="342900" rtl="0" algn="l">
              <a:lnSpc>
                <a:spcPct val="90000"/>
              </a:lnSpc>
              <a:spcBef>
                <a:spcPts val="1800"/>
              </a:spcBef>
              <a:spcAft>
                <a:spcPts val="0"/>
              </a:spcAft>
              <a:buClr>
                <a:schemeClr val="dk1"/>
              </a:buClr>
              <a:buSzPts val="2000"/>
              <a:buNone/>
            </a:pPr>
            <a:r>
              <a:t/>
            </a:r>
            <a:endParaRPr/>
          </a:p>
          <a:p>
            <a:pPr indent="0" lvl="0" marL="0" rtl="0" algn="l">
              <a:lnSpc>
                <a:spcPct val="90000"/>
              </a:lnSpc>
              <a:spcBef>
                <a:spcPts val="1800"/>
              </a:spcBef>
              <a:spcAft>
                <a:spcPts val="0"/>
              </a:spcAft>
              <a:buClr>
                <a:schemeClr val="dk1"/>
              </a:buClr>
              <a:buSzPts val="2000"/>
              <a:buFont typeface="Arial"/>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9"/>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marR="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Ejemplo Práctico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20"/>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Practiquemos lo aprendido</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g3a07b59e9ba_0_117"/>
          <p:cNvPicPr preferRelativeResize="0"/>
          <p:nvPr/>
        </p:nvPicPr>
        <p:blipFill rotWithShape="1">
          <a:blip r:embed="rId3">
            <a:alphaModFix amt="62000"/>
          </a:blip>
          <a:srcRect b="0" l="0" r="0" t="0"/>
          <a:stretch/>
        </p:blipFill>
        <p:spPr>
          <a:xfrm>
            <a:off x="11268" y="0"/>
            <a:ext cx="12169464" cy="6858000"/>
          </a:xfrm>
          <a:prstGeom prst="rect">
            <a:avLst/>
          </a:prstGeom>
          <a:noFill/>
          <a:ln>
            <a:noFill/>
          </a:ln>
        </p:spPr>
      </p:pic>
      <p:graphicFrame>
        <p:nvGraphicFramePr>
          <p:cNvPr id="530" name="Google Shape;530;g3a07b59e9ba_0_117"/>
          <p:cNvGraphicFramePr/>
          <p:nvPr/>
        </p:nvGraphicFramePr>
        <p:xfrm>
          <a:off x="11267" y="1004833"/>
          <a:ext cx="3000000" cy="3000000"/>
        </p:xfrm>
        <a:graphic>
          <a:graphicData uri="http://schemas.openxmlformats.org/drawingml/2006/table">
            <a:tbl>
              <a:tblPr>
                <a:noFill/>
                <a:tableStyleId>{6AA1A0B9-A277-470F-93E3-F4AAB1E5C738}</a:tableStyleId>
              </a:tblPr>
              <a:tblGrid>
                <a:gridCol w="3688725"/>
                <a:gridCol w="328442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Nombre de la actividad:</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Hoja de trabajo 1</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Cantidad de participantes:</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Doy fe que esta actividad está planificada en dtt (Sí/No):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Sí</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31" name="Google Shape;531;g3a07b59e9ba_0_117"/>
          <p:cNvSpPr txBox="1"/>
          <p:nvPr/>
        </p:nvSpPr>
        <p:spPr>
          <a:xfrm>
            <a:off x="0" y="2854600"/>
            <a:ext cx="12025200" cy="538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1" i="0" lang="es-GT" sz="1900" u="none" cap="none" strike="noStrike">
                <a:solidFill>
                  <a:srgbClr val="000000"/>
                </a:solidFill>
                <a:latin typeface="Arial"/>
                <a:ea typeface="Arial"/>
                <a:cs typeface="Arial"/>
                <a:sym typeface="Arial"/>
              </a:rPr>
              <a:t>Participantes: llenar las siguientes cajas de texto (tomar información del chat del meet)</a:t>
            </a:r>
            <a:endParaRPr b="1" i="0" sz="1900" u="none" cap="none" strike="noStrike">
              <a:solidFill>
                <a:srgbClr val="000000"/>
              </a:solidFill>
              <a:latin typeface="Arial"/>
              <a:ea typeface="Arial"/>
              <a:cs typeface="Arial"/>
              <a:sym typeface="Arial"/>
            </a:endParaRPr>
          </a:p>
        </p:txBody>
      </p:sp>
      <p:sp>
        <p:nvSpPr>
          <p:cNvPr id="532" name="Google Shape;532;g3a07b59e9ba_0_117"/>
          <p:cNvSpPr txBox="1"/>
          <p:nvPr/>
        </p:nvSpPr>
        <p:spPr>
          <a:xfrm>
            <a:off x="11267"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NombreTutor académico21:29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Listado de participantes a hoja de trabajo No 1</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Estudiante1 21:29</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rgbClr val="000000"/>
                </a:solidFill>
                <a:latin typeface="Arial"/>
                <a:ea typeface="Arial"/>
                <a:cs typeface="Arial"/>
                <a:sym typeface="Arial"/>
              </a:rPr>
              <a:t>200000001 Estudiante1 Apellido</a:t>
            </a:r>
            <a:endParaRPr b="0" i="0" sz="19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200000002 Estudiante2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200000003 Estudiante3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Estudiante4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200000004 Estudiante4 Apellido</a:t>
            </a:r>
            <a:endParaRPr b="0" i="0" sz="1900" u="none" cap="none" strike="noStrike">
              <a:solidFill>
                <a:schemeClr val="dk1"/>
              </a:solidFill>
              <a:latin typeface="Arial"/>
              <a:ea typeface="Arial"/>
              <a:cs typeface="Arial"/>
              <a:sym typeface="Arial"/>
            </a:endParaRPr>
          </a:p>
        </p:txBody>
      </p:sp>
      <p:graphicFrame>
        <p:nvGraphicFramePr>
          <p:cNvPr id="533" name="Google Shape;533;g3a07b59e9ba_0_117"/>
          <p:cNvGraphicFramePr/>
          <p:nvPr/>
        </p:nvGraphicFramePr>
        <p:xfrm>
          <a:off x="7104267" y="1293367"/>
          <a:ext cx="3000000" cy="3000000"/>
        </p:xfrm>
        <a:graphic>
          <a:graphicData uri="http://schemas.openxmlformats.org/drawingml/2006/table">
            <a:tbl>
              <a:tblPr>
                <a:noFill/>
                <a:tableStyleId>{6AA1A0B9-A277-470F-93E3-F4AAB1E5C738}</a:tableStyleId>
              </a:tblPr>
              <a:tblGrid>
                <a:gridCol w="1961700"/>
                <a:gridCol w="2959075"/>
              </a:tblGrid>
              <a:tr h="4299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inicio:</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21:30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84125">
                <a:tc>
                  <a:txBody>
                    <a:bodyPr/>
                    <a:lstStyle/>
                    <a:p>
                      <a:pPr indent="0" lvl="0" marL="0" marR="0" rtl="0" algn="l">
                        <a:lnSpc>
                          <a:spcPct val="100000"/>
                        </a:lnSpc>
                        <a:spcBef>
                          <a:spcPts val="0"/>
                        </a:spcBef>
                        <a:spcAft>
                          <a:spcPts val="0"/>
                        </a:spcAft>
                        <a:buClr>
                          <a:srgbClr val="000000"/>
                        </a:buClr>
                        <a:buSzPts val="1900"/>
                        <a:buFont typeface="Arial"/>
                        <a:buNone/>
                      </a:pPr>
                      <a:r>
                        <a:rPr b="1" lang="es-GT" sz="1900" u="none" cap="none" strike="noStrike">
                          <a:solidFill>
                            <a:schemeClr val="dk1"/>
                          </a:solidFill>
                        </a:rPr>
                        <a:t>Hora de fin:</a:t>
                      </a:r>
                      <a:endParaRPr b="1" sz="1900" u="none" cap="none" strike="noStrike">
                        <a:solidFill>
                          <a:schemeClr val="dk1"/>
                        </a:solidFill>
                      </a:endParaRPr>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21:50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r h="438125">
                <a:tc>
                  <a:txBody>
                    <a:bodyPr/>
                    <a:lstStyle/>
                    <a:p>
                      <a:pPr indent="0" lvl="0" marL="0" marR="0" rtl="0" algn="l">
                        <a:lnSpc>
                          <a:spcPct val="100000"/>
                        </a:lnSpc>
                        <a:spcBef>
                          <a:spcPts val="0"/>
                        </a:spcBef>
                        <a:spcAft>
                          <a:spcPts val="0"/>
                        </a:spcAft>
                        <a:buClr>
                          <a:schemeClr val="dk1"/>
                        </a:buClr>
                        <a:buSzPts val="1300"/>
                        <a:buFont typeface="Arial"/>
                        <a:buNone/>
                      </a:pPr>
                      <a:r>
                        <a:rPr b="1" lang="es-GT" sz="1900" u="none" cap="none" strike="noStrike">
                          <a:solidFill>
                            <a:schemeClr val="dk1"/>
                          </a:solidFill>
                        </a:rPr>
                        <a:t>Duración(min):</a:t>
                      </a:r>
                      <a:endParaRPr b="1" sz="7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900"/>
                        <a:buFont typeface="Arial"/>
                        <a:buNone/>
                      </a:pPr>
                      <a:r>
                        <a:rPr lang="es-GT" sz="1900" u="none" cap="none" strike="noStrike"/>
                        <a:t>20</a:t>
                      </a:r>
                      <a:endParaRPr sz="1900" u="none" cap="none" strike="noStrike"/>
                    </a:p>
                  </a:txBody>
                  <a:tcPr marT="121900" marB="121900" marR="121900" marL="121900">
                    <a:lnL cap="flat" cmpd="sng" w="12700">
                      <a:solidFill>
                        <a:srgbClr val="9E9E9E"/>
                      </a:solidFill>
                      <a:prstDash val="solid"/>
                      <a:round/>
                      <a:headEnd len="sm" w="sm" type="none"/>
                      <a:tailEnd len="sm" w="sm" type="none"/>
                    </a:lnL>
                    <a:lnR cap="flat" cmpd="sng" w="12700">
                      <a:solidFill>
                        <a:srgbClr val="9E9E9E"/>
                      </a:solidFill>
                      <a:prstDash val="solid"/>
                      <a:round/>
                      <a:headEnd len="sm" w="sm" type="none"/>
                      <a:tailEnd len="sm" w="sm" type="none"/>
                    </a:lnR>
                    <a:lnT cap="flat" cmpd="sng" w="12700">
                      <a:solidFill>
                        <a:srgbClr val="9E9E9E"/>
                      </a:solidFill>
                      <a:prstDash val="solid"/>
                      <a:round/>
                      <a:headEnd len="sm" w="sm" type="none"/>
                      <a:tailEnd len="sm" w="sm" type="none"/>
                    </a:lnT>
                    <a:lnB cap="flat" cmpd="sng" w="12700">
                      <a:solidFill>
                        <a:srgbClr val="9E9E9E"/>
                      </a:solidFill>
                      <a:prstDash val="solid"/>
                      <a:round/>
                      <a:headEnd len="sm" w="sm" type="none"/>
                      <a:tailEnd len="sm" w="sm" type="none"/>
                    </a:lnB>
                  </a:tcPr>
                </a:tc>
              </a:tr>
            </a:tbl>
          </a:graphicData>
        </a:graphic>
      </p:graphicFrame>
      <p:sp>
        <p:nvSpPr>
          <p:cNvPr id="534" name="Google Shape;534;g3a07b59e9ba_0_117"/>
          <p:cNvSpPr txBox="1"/>
          <p:nvPr/>
        </p:nvSpPr>
        <p:spPr>
          <a:xfrm>
            <a:off x="4174400" y="3303867"/>
            <a:ext cx="4111500" cy="34632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Estudiante5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200000005 Estudiante5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Estudiante6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200000006 Estudiante6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Estudiante7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200000007 Estudiante7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Estudiante8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200000008 Estudiante8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Estudiante9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900"/>
              <a:buFont typeface="Arial"/>
              <a:buNone/>
            </a:pPr>
            <a:r>
              <a:rPr b="0" i="0" lang="es-GT" sz="1900" u="none" cap="none" strike="noStrike">
                <a:solidFill>
                  <a:schemeClr val="dk1"/>
                </a:solidFill>
                <a:latin typeface="Arial"/>
                <a:ea typeface="Arial"/>
                <a:cs typeface="Arial"/>
                <a:sym typeface="Arial"/>
              </a:rPr>
              <a:t>200000009 Estudiante9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t/>
            </a:r>
            <a:endParaRPr b="0" i="0" sz="1900" u="none" cap="none" strike="noStrike">
              <a:solidFill>
                <a:schemeClr val="dk1"/>
              </a:solidFill>
              <a:latin typeface="Arial"/>
              <a:ea typeface="Arial"/>
              <a:cs typeface="Arial"/>
              <a:sym typeface="Arial"/>
            </a:endParaRPr>
          </a:p>
        </p:txBody>
      </p:sp>
      <p:sp>
        <p:nvSpPr>
          <p:cNvPr id="535" name="Google Shape;535;g3a07b59e9ba_0_117"/>
          <p:cNvSpPr txBox="1"/>
          <p:nvPr/>
        </p:nvSpPr>
        <p:spPr>
          <a:xfrm>
            <a:off x="8337533" y="3303867"/>
            <a:ext cx="3843300" cy="3755700"/>
          </a:xfrm>
          <a:prstGeom prst="rect">
            <a:avLst/>
          </a:prstGeom>
          <a:noFill/>
          <a:ln cap="flat" cmpd="sng" w="12700">
            <a:solidFill>
              <a:schemeClr val="dk1"/>
            </a:solidFill>
            <a:prstDash val="solid"/>
            <a:round/>
            <a:headEnd len="sm" w="sm" type="none"/>
            <a:tailEnd len="sm" w="sm" type="none"/>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Estudiante10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2000000010 Estudiante10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Estudiante11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2000000011 Estudiante11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Estudiante12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2000000012 Estudiante12 Apellido</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Estudiante13 21:29</a:t>
            </a:r>
            <a:endParaRPr b="0" i="0" sz="1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500"/>
              <a:buFont typeface="Arial"/>
              <a:buNone/>
            </a:pPr>
            <a:r>
              <a:rPr b="0" i="0" lang="es-GT" sz="1900" u="none" cap="none" strike="noStrike">
                <a:solidFill>
                  <a:schemeClr val="dk1"/>
                </a:solidFill>
                <a:latin typeface="Arial"/>
                <a:ea typeface="Arial"/>
                <a:cs typeface="Arial"/>
                <a:sym typeface="Arial"/>
              </a:rPr>
              <a:t>2000000013 Estudiant13 Apellido</a:t>
            </a:r>
            <a:endParaRPr b="0" i="0" sz="19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1"/>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Dudas</a:t>
            </a:r>
            <a:endParaRPr b="1" i="0" sz="6000" u="none" cap="none" strike="noStrike">
              <a:solidFill>
                <a:schemeClr val="dk1"/>
              </a:solidFill>
              <a:latin typeface="Franklin Gothic"/>
              <a:ea typeface="Franklin Gothic"/>
              <a:cs typeface="Franklin Gothic"/>
              <a:sym typeface="Franklin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2"/>
          <p:cNvSpPr txBox="1"/>
          <p:nvPr>
            <p:ph type="ctrTitle"/>
          </p:nvPr>
        </p:nvSpPr>
        <p:spPr>
          <a:xfrm>
            <a:off x="594360" y="411479"/>
            <a:ext cx="5486400" cy="3291840"/>
          </a:xfrm>
          <a:prstGeom prst="rect">
            <a:avLst/>
          </a:prstGeom>
          <a:noFill/>
          <a:ln>
            <a:noFill/>
          </a:ln>
        </p:spPr>
        <p:txBody>
          <a:bodyPr anchorCtr="0" anchor="b" bIns="0" lIns="0" spcFirstLastPara="1" rIns="0" wrap="square" tIns="0">
            <a:noAutofit/>
          </a:bodyPr>
          <a:lstStyle/>
          <a:p>
            <a:pPr indent="0" lvl="0" marL="0" rtl="0" algn="l">
              <a:lnSpc>
                <a:spcPct val="80000"/>
              </a:lnSpc>
              <a:spcBef>
                <a:spcPts val="0"/>
              </a:spcBef>
              <a:spcAft>
                <a:spcPts val="0"/>
              </a:spcAft>
              <a:buClr>
                <a:schemeClr val="dk1"/>
              </a:buClr>
              <a:buSzPts val="6000"/>
              <a:buFont typeface="Franklin Gothic"/>
              <a:buNone/>
            </a:pPr>
            <a:r>
              <a:rPr b="1" i="0" lang="es-GT" sz="6000" u="none" cap="none" strike="noStrike">
                <a:solidFill>
                  <a:schemeClr val="dk1"/>
                </a:solidFill>
                <a:latin typeface="Franklin Gothic"/>
                <a:ea typeface="Franklin Gothic"/>
                <a:cs typeface="Franklin Gothic"/>
                <a:sym typeface="Franklin Gothic"/>
              </a:rPr>
              <a:t>Gracias por su atención</a:t>
            </a:r>
            <a:endParaRPr b="1" i="0" sz="6000" u="none" cap="none" strike="noStrike">
              <a:solidFill>
                <a:schemeClr val="dk1"/>
              </a:solidFill>
              <a:latin typeface="Franklin Gothic"/>
              <a:ea typeface="Franklin Gothic"/>
              <a:cs typeface="Franklin Gothic"/>
              <a:sym typeface="Franklin Gothic"/>
            </a:endParaRPr>
          </a:p>
        </p:txBody>
      </p:sp>
      <p:sp>
        <p:nvSpPr>
          <p:cNvPr id="548" name="Google Shape;548;p22"/>
          <p:cNvSpPr txBox="1"/>
          <p:nvPr/>
        </p:nvSpPr>
        <p:spPr>
          <a:xfrm>
            <a:off x="598715" y="5225142"/>
            <a:ext cx="785948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GT" sz="1800" u="none" cap="none" strike="noStrike">
                <a:solidFill>
                  <a:srgbClr val="0C0C0C"/>
                </a:solidFill>
                <a:latin typeface="Libre Franklin"/>
                <a:ea typeface="Libre Franklin"/>
                <a:cs typeface="Libre Franklin"/>
                <a:sym typeface="Libre Franklin"/>
              </a:rPr>
              <a:t>RECUERDA QUE TENEMOS NUESTRO FORO SEMANAL DONDE PUEDES CONSULTAR CUALQUIER DUDA QUE TE SURJA EN LA SEMANA</a:t>
            </a:r>
            <a:endParaRPr/>
          </a:p>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Aspecto">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ersonalizar">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2025-01-29T05:11:38Z</dcterms:created>
  <dc:creator>Jose Rodrigo Rodas Palencia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0x010100DC455CA444E7564FBCD418AEB3DAFB1D</vt:lpwstr>
  </property>
</Properties>
</file>