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gqF1CZf5w6HzPUOJUQPMb1ayOy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063302" y="6994239"/>
            <a:ext cx="10583265" cy="155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Arquitectura de Computadores y Ensambladores 2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687405" y="3915649"/>
            <a:ext cx="12375000" cy="1654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del Curso</a:t>
            </a:r>
            <a:endParaRPr b="1" i="0" sz="7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Ingenieria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4572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061089" y="1271400"/>
            <a:ext cx="6929907" cy="69299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2083917" y="1849861"/>
            <a:ext cx="4860759" cy="6096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4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 flipH="1">
            <a:off x="795793" y="0"/>
            <a:ext cx="1732713" cy="886513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 flipH="1">
            <a:off x="5942266" y="-1"/>
            <a:ext cx="2606102" cy="1439303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 flipH="1">
            <a:off x="0" y="4405246"/>
            <a:ext cx="239611" cy="829494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9144000" y="1231320"/>
            <a:ext cx="7886698" cy="7334025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Auxiliar de curso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del programa del laboratorio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Evaluación de Conocimientos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Despedida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 flipH="1">
            <a:off x="0" y="8753473"/>
            <a:ext cx="2322270" cy="1533527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 flipH="1">
            <a:off x="5107584" y="8576857"/>
            <a:ext cx="2657413" cy="1710143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 flipH="1">
            <a:off x="6199458" y="9388132"/>
            <a:ext cx="2348910" cy="898868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1866989" y="5659972"/>
            <a:ext cx="8707627" cy="666407"/>
          </a:xfrm>
          <a:custGeom>
            <a:rect b="b" l="l" r="r" t="t"/>
            <a:pathLst>
              <a:path extrusionOk="0" h="283723" w="3707276">
                <a:moveTo>
                  <a:pt x="3504076" y="0"/>
                </a:moveTo>
                <a:lnTo>
                  <a:pt x="0" y="0"/>
                </a:lnTo>
                <a:lnTo>
                  <a:pt x="0" y="283723"/>
                </a:lnTo>
                <a:lnTo>
                  <a:pt x="3504076" y="283723"/>
                </a:lnTo>
                <a:lnTo>
                  <a:pt x="3707276" y="141862"/>
                </a:lnTo>
                <a:lnTo>
                  <a:pt x="350407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anage shift schedule, weekly or monthly planning - PlanningPME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68892" y="3962682"/>
            <a:ext cx="7315213" cy="542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/>
          <p:nvPr/>
        </p:nvSpPr>
        <p:spPr>
          <a:xfrm>
            <a:off x="4572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2"/>
          <p:cNvSpPr/>
          <p:nvPr/>
        </p:nvSpPr>
        <p:spPr>
          <a:xfrm>
            <a:off x="733783" y="1678546"/>
            <a:ext cx="6929907" cy="69299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1756611" y="2095029"/>
            <a:ext cx="4860759" cy="6096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/>
          </a:p>
        </p:txBody>
      </p:sp>
      <p:sp>
        <p:nvSpPr>
          <p:cNvPr id="113" name="Google Shape;113;p22"/>
          <p:cNvSpPr/>
          <p:nvPr/>
        </p:nvSpPr>
        <p:spPr>
          <a:xfrm rot="-1790889">
            <a:off x="13025580" y="1411722"/>
            <a:ext cx="4481848" cy="4481848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2"/>
          <p:cNvSpPr/>
          <p:nvPr/>
        </p:nvSpPr>
        <p:spPr>
          <a:xfrm>
            <a:off x="1365072" y="7171488"/>
            <a:ext cx="819150" cy="81915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8055229" y="2289050"/>
            <a:ext cx="8304596" cy="918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¿Quien soy? Conociendo al auxiliar</a:t>
            </a:r>
            <a:endParaRPr b="1" i="0" sz="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14046211" y="6100636"/>
            <a:ext cx="3428436" cy="3783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/>
          </a:p>
          <a:p>
            <a:pPr indent="0" lvl="0" marL="0" marR="0" rtl="0" algn="l">
              <a:lnSpc>
                <a:spcPct val="139982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241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4573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upo de estudiantes de niñas y niños con libros. | Vector Premium" id="122" name="Google Shape;122;p4"/>
          <p:cNvPicPr preferRelativeResize="0"/>
          <p:nvPr/>
        </p:nvPicPr>
        <p:blipFill rotWithShape="1">
          <a:blip r:embed="rId3">
            <a:alphaModFix/>
          </a:blip>
          <a:srcRect b="0" l="0" r="13286" t="0"/>
          <a:stretch/>
        </p:blipFill>
        <p:spPr>
          <a:xfrm>
            <a:off x="3783534" y="10"/>
            <a:ext cx="14504463" cy="10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-1" y="0"/>
            <a:ext cx="11085394" cy="10287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257300" y="547687"/>
            <a:ext cx="7204529" cy="2849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sp>
        <p:nvSpPr>
          <p:cNvPr id="125" name="Google Shape;125;p4"/>
          <p:cNvSpPr txBox="1"/>
          <p:nvPr/>
        </p:nvSpPr>
        <p:spPr>
          <a:xfrm>
            <a:off x="1257300" y="3651301"/>
            <a:ext cx="5733283" cy="5614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estudiante deberá compartir:</a:t>
            </a:r>
            <a:endParaRPr/>
          </a:p>
          <a:p>
            <a:pPr indent="-228600" lvl="1" marL="33208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</a:t>
            </a:r>
            <a:endParaRPr/>
          </a:p>
          <a:p>
            <a:pPr indent="-228600" lvl="1" marL="33208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Intereses o expectativas sobre el curso.</a:t>
            </a:r>
            <a:endParaRPr/>
          </a:p>
          <a:p>
            <a:pPr indent="-228600" lvl="1" marL="33208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Experiencia previa relacionada con el tema (si aplica).</a:t>
            </a:r>
            <a:endParaRPr/>
          </a:p>
          <a:p>
            <a:pPr indent="-228600" lvl="1" marL="33208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dato curioso sobre sí mismo.</a:t>
            </a:r>
            <a:endParaRPr/>
          </a:p>
          <a:p>
            <a:pPr indent="1905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028698" y="1028700"/>
            <a:ext cx="8132555" cy="8229600"/>
          </a:xfrm>
          <a:prstGeom prst="rect">
            <a:avLst/>
          </a:prstGeom>
          <a:solidFill>
            <a:srgbClr val="F2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2502638" y="3213100"/>
            <a:ext cx="5647169" cy="2391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</p:txBody>
      </p:sp>
      <p:sp>
        <p:nvSpPr>
          <p:cNvPr id="133" name="Google Shape;133;p5"/>
          <p:cNvSpPr txBox="1"/>
          <p:nvPr/>
        </p:nvSpPr>
        <p:spPr>
          <a:xfrm>
            <a:off x="2773768" y="6069679"/>
            <a:ext cx="4625163" cy="9407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Link: 123456789 </a:t>
            </a:r>
            <a:endParaRPr/>
          </a:p>
        </p:txBody>
      </p:sp>
      <p:pic>
        <p:nvPicPr>
          <p:cNvPr descr="GMAC enhances GMAT online exam to give more flexibility to test takers -  The Economic Times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9696" r="16346" t="0"/>
          <a:stretch/>
        </p:blipFill>
        <p:spPr>
          <a:xfrm>
            <a:off x="9161254" y="1028698"/>
            <a:ext cx="8115300" cy="822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958321" y="626364"/>
            <a:ext cx="16364460" cy="1874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711553" y="2600181"/>
            <a:ext cx="6858000" cy="27432"/>
          </a:xfrm>
          <a:custGeom>
            <a:rect b="b" l="l" r="r" t="t"/>
            <a:pathLst>
              <a:path extrusionOk="0" fill="none" h="27432" w="6858000">
                <a:moveTo>
                  <a:pt x="0" y="0"/>
                </a:moveTo>
                <a:cubicBezTo>
                  <a:pt x="215590" y="-30068"/>
                  <a:pt x="451130" y="3342"/>
                  <a:pt x="685800" y="0"/>
                </a:cubicBezTo>
                <a:cubicBezTo>
                  <a:pt x="920470" y="-3342"/>
                  <a:pt x="1074689" y="-1124"/>
                  <a:pt x="1440180" y="0"/>
                </a:cubicBezTo>
                <a:cubicBezTo>
                  <a:pt x="1805671" y="1124"/>
                  <a:pt x="1804503" y="24385"/>
                  <a:pt x="2057400" y="0"/>
                </a:cubicBezTo>
                <a:cubicBezTo>
                  <a:pt x="2310297" y="-24385"/>
                  <a:pt x="2441267" y="14201"/>
                  <a:pt x="2606040" y="0"/>
                </a:cubicBezTo>
                <a:cubicBezTo>
                  <a:pt x="2770813" y="-14201"/>
                  <a:pt x="3030077" y="-8591"/>
                  <a:pt x="3154680" y="0"/>
                </a:cubicBezTo>
                <a:cubicBezTo>
                  <a:pt x="3279283" y="8591"/>
                  <a:pt x="3408730" y="2964"/>
                  <a:pt x="3634740" y="0"/>
                </a:cubicBezTo>
                <a:cubicBezTo>
                  <a:pt x="3860750" y="-2964"/>
                  <a:pt x="4113360" y="31645"/>
                  <a:pt x="4457700" y="0"/>
                </a:cubicBezTo>
                <a:cubicBezTo>
                  <a:pt x="4802040" y="-31645"/>
                  <a:pt x="4891056" y="-34232"/>
                  <a:pt x="5280660" y="0"/>
                </a:cubicBezTo>
                <a:cubicBezTo>
                  <a:pt x="5670264" y="34232"/>
                  <a:pt x="5850574" y="-30118"/>
                  <a:pt x="6103620" y="0"/>
                </a:cubicBezTo>
                <a:cubicBezTo>
                  <a:pt x="6356666" y="30118"/>
                  <a:pt x="6500548" y="26566"/>
                  <a:pt x="6858000" y="0"/>
                </a:cubicBezTo>
                <a:cubicBezTo>
                  <a:pt x="6858934" y="12270"/>
                  <a:pt x="6856937" y="20068"/>
                  <a:pt x="6858000" y="27432"/>
                </a:cubicBezTo>
                <a:cubicBezTo>
                  <a:pt x="6631559" y="18669"/>
                  <a:pt x="6328621" y="9880"/>
                  <a:pt x="6172200" y="27432"/>
                </a:cubicBezTo>
                <a:cubicBezTo>
                  <a:pt x="6015779" y="44984"/>
                  <a:pt x="5587593" y="50957"/>
                  <a:pt x="5417820" y="27432"/>
                </a:cubicBezTo>
                <a:cubicBezTo>
                  <a:pt x="5248047" y="3907"/>
                  <a:pt x="5064249" y="35470"/>
                  <a:pt x="4937760" y="27432"/>
                </a:cubicBezTo>
                <a:cubicBezTo>
                  <a:pt x="4811271" y="19394"/>
                  <a:pt x="4608241" y="38748"/>
                  <a:pt x="4457700" y="27432"/>
                </a:cubicBezTo>
                <a:cubicBezTo>
                  <a:pt x="4307159" y="16116"/>
                  <a:pt x="4159191" y="16480"/>
                  <a:pt x="3977640" y="27432"/>
                </a:cubicBezTo>
                <a:cubicBezTo>
                  <a:pt x="3796089" y="38384"/>
                  <a:pt x="3667146" y="13299"/>
                  <a:pt x="3429000" y="27432"/>
                </a:cubicBezTo>
                <a:cubicBezTo>
                  <a:pt x="3190854" y="41565"/>
                  <a:pt x="3107099" y="22812"/>
                  <a:pt x="2880360" y="27432"/>
                </a:cubicBezTo>
                <a:cubicBezTo>
                  <a:pt x="2653621" y="32052"/>
                  <a:pt x="2590509" y="47999"/>
                  <a:pt x="2331720" y="27432"/>
                </a:cubicBezTo>
                <a:cubicBezTo>
                  <a:pt x="2072931" y="6865"/>
                  <a:pt x="1918868" y="13213"/>
                  <a:pt x="1783080" y="27432"/>
                </a:cubicBezTo>
                <a:cubicBezTo>
                  <a:pt x="1647292" y="41651"/>
                  <a:pt x="1435571" y="28957"/>
                  <a:pt x="1234440" y="27432"/>
                </a:cubicBezTo>
                <a:cubicBezTo>
                  <a:pt x="1033309" y="25907"/>
                  <a:pt x="360779" y="-20159"/>
                  <a:pt x="0" y="27432"/>
                </a:cubicBezTo>
                <a:cubicBezTo>
                  <a:pt x="-1194" y="21937"/>
                  <a:pt x="1202" y="7917"/>
                  <a:pt x="0" y="0"/>
                </a:cubicBezTo>
                <a:close/>
              </a:path>
              <a:path extrusionOk="0" h="27432" w="6858000">
                <a:moveTo>
                  <a:pt x="0" y="0"/>
                </a:moveTo>
                <a:cubicBezTo>
                  <a:pt x="199753" y="11129"/>
                  <a:pt x="427543" y="-24377"/>
                  <a:pt x="548640" y="0"/>
                </a:cubicBezTo>
                <a:cubicBezTo>
                  <a:pt x="669737" y="24377"/>
                  <a:pt x="858975" y="-6980"/>
                  <a:pt x="1028700" y="0"/>
                </a:cubicBezTo>
                <a:cubicBezTo>
                  <a:pt x="1198425" y="6980"/>
                  <a:pt x="1339223" y="9579"/>
                  <a:pt x="1577340" y="0"/>
                </a:cubicBezTo>
                <a:cubicBezTo>
                  <a:pt x="1815457" y="-9579"/>
                  <a:pt x="1981259" y="26161"/>
                  <a:pt x="2263140" y="0"/>
                </a:cubicBezTo>
                <a:cubicBezTo>
                  <a:pt x="2545021" y="-26161"/>
                  <a:pt x="2797354" y="3173"/>
                  <a:pt x="3017520" y="0"/>
                </a:cubicBezTo>
                <a:cubicBezTo>
                  <a:pt x="3237686" y="-3173"/>
                  <a:pt x="3502108" y="34170"/>
                  <a:pt x="3840480" y="0"/>
                </a:cubicBezTo>
                <a:cubicBezTo>
                  <a:pt x="4178852" y="-34170"/>
                  <a:pt x="4330073" y="24591"/>
                  <a:pt x="4663440" y="0"/>
                </a:cubicBezTo>
                <a:cubicBezTo>
                  <a:pt x="4996807" y="-24591"/>
                  <a:pt x="5064374" y="-9832"/>
                  <a:pt x="5280660" y="0"/>
                </a:cubicBezTo>
                <a:cubicBezTo>
                  <a:pt x="5496946" y="9832"/>
                  <a:pt x="5660598" y="-22499"/>
                  <a:pt x="6035040" y="0"/>
                </a:cubicBezTo>
                <a:cubicBezTo>
                  <a:pt x="6409482" y="22499"/>
                  <a:pt x="6465852" y="8665"/>
                  <a:pt x="6858000" y="0"/>
                </a:cubicBezTo>
                <a:cubicBezTo>
                  <a:pt x="6858316" y="13405"/>
                  <a:pt x="6858486" y="14360"/>
                  <a:pt x="6858000" y="27432"/>
                </a:cubicBezTo>
                <a:cubicBezTo>
                  <a:pt x="6561421" y="57414"/>
                  <a:pt x="6483029" y="41776"/>
                  <a:pt x="6172200" y="27432"/>
                </a:cubicBezTo>
                <a:cubicBezTo>
                  <a:pt x="5861371" y="13088"/>
                  <a:pt x="5665550" y="52650"/>
                  <a:pt x="5417820" y="27432"/>
                </a:cubicBezTo>
                <a:cubicBezTo>
                  <a:pt x="5170090" y="2214"/>
                  <a:pt x="4952853" y="56369"/>
                  <a:pt x="4800600" y="27432"/>
                </a:cubicBezTo>
                <a:cubicBezTo>
                  <a:pt x="4648347" y="-1505"/>
                  <a:pt x="4376162" y="9762"/>
                  <a:pt x="4183380" y="27432"/>
                </a:cubicBezTo>
                <a:cubicBezTo>
                  <a:pt x="3990598" y="45102"/>
                  <a:pt x="3680061" y="65071"/>
                  <a:pt x="3360420" y="27432"/>
                </a:cubicBezTo>
                <a:cubicBezTo>
                  <a:pt x="3040779" y="-10207"/>
                  <a:pt x="3085116" y="25176"/>
                  <a:pt x="2811780" y="27432"/>
                </a:cubicBezTo>
                <a:cubicBezTo>
                  <a:pt x="2538444" y="29688"/>
                  <a:pt x="2242657" y="48552"/>
                  <a:pt x="2057400" y="27432"/>
                </a:cubicBezTo>
                <a:cubicBezTo>
                  <a:pt x="1872143" y="6312"/>
                  <a:pt x="1686102" y="29937"/>
                  <a:pt x="1577340" y="27432"/>
                </a:cubicBezTo>
                <a:cubicBezTo>
                  <a:pt x="1468578" y="24927"/>
                  <a:pt x="1195030" y="38035"/>
                  <a:pt x="891540" y="27432"/>
                </a:cubicBezTo>
                <a:cubicBezTo>
                  <a:pt x="588050" y="16829"/>
                  <a:pt x="299230" y="-3970"/>
                  <a:pt x="0" y="27432"/>
                </a:cubicBezTo>
                <a:cubicBezTo>
                  <a:pt x="-116" y="21844"/>
                  <a:pt x="591" y="653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cceso_informacion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6510" y="3950208"/>
            <a:ext cx="14250407" cy="5379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3"/>
          <p:cNvSpPr/>
          <p:nvPr>
            <p:ph type="ctrTitle"/>
          </p:nvPr>
        </p:nvSpPr>
        <p:spPr>
          <a:xfrm>
            <a:off x="685800" y="2397369"/>
            <a:ext cx="6618628" cy="5439325"/>
          </a:xfrm>
          <a:prstGeom prst="ellipse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EVALUACIÓN DE CONOCIMIENTOS DEL NUEVO CURSO</a:t>
            </a:r>
            <a:br>
              <a:rPr lang="en-US" sz="3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39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3"/>
          <p:cNvSpPr txBox="1"/>
          <p:nvPr/>
        </p:nvSpPr>
        <p:spPr>
          <a:xfrm>
            <a:off x="685800" y="8025319"/>
            <a:ext cx="6618625" cy="154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 del test</a:t>
            </a:r>
            <a:endParaRPr/>
          </a:p>
        </p:txBody>
      </p:sp>
      <p:cxnSp>
        <p:nvCxnSpPr>
          <p:cNvPr id="151" name="Google Shape;151;p23"/>
          <p:cNvCxnSpPr/>
          <p:nvPr/>
        </p:nvCxnSpPr>
        <p:spPr>
          <a:xfrm>
            <a:off x="8170983" y="2384052"/>
            <a:ext cx="0" cy="7889631"/>
          </a:xfrm>
          <a:prstGeom prst="straightConnector1">
            <a:avLst/>
          </a:prstGeom>
          <a:noFill/>
          <a:ln cap="sq" cmpd="sng" w="254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</p:cxnSp>
      <p:pic>
        <p:nvPicPr>
          <p:cNvPr descr="Realizar una evaluación de desempeño por competencias | Buk" id="152" name="Google Shape;1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0387" y="3462666"/>
            <a:ext cx="8496200" cy="49490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23"/>
          <p:cNvGrpSpPr/>
          <p:nvPr/>
        </p:nvGrpSpPr>
        <p:grpSpPr>
          <a:xfrm>
            <a:off x="17268082" y="1900596"/>
            <a:ext cx="552721" cy="779952"/>
            <a:chOff x="11512034" y="1267063"/>
            <a:chExt cx="368480" cy="519967"/>
          </a:xfrm>
        </p:grpSpPr>
        <p:sp>
          <p:nvSpPr>
            <p:cNvPr id="154" name="Google Shape;154;p23"/>
            <p:cNvSpPr/>
            <p:nvPr/>
          </p:nvSpPr>
          <p:spPr>
            <a:xfrm>
              <a:off x="11512034" y="1267063"/>
              <a:ext cx="139037" cy="139039"/>
            </a:xfrm>
            <a:custGeom>
              <a:rect b="b" l="l" r="r" t="t"/>
              <a:pathLst>
                <a:path extrusionOk="0" h="139039" w="139037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11752801" y="1659316"/>
              <a:ext cx="127713" cy="127714"/>
            </a:xfrm>
            <a:custGeom>
              <a:rect b="b" l="l" r="r" t="t"/>
              <a:pathLst>
                <a:path extrusionOk="0" h="127714" w="127713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