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10287000" cx="18288000"/>
  <p:notesSz cx="6858000" cy="9144000"/>
  <p:embeddedFontLst>
    <p:embeddedFont>
      <p:font typeface="Lobster"/>
      <p:regular r:id="rId25"/>
    </p:embeddedFont>
    <p:embeddedFont>
      <p:font typeface="Pacifico"/>
      <p:regular r:id="rId26"/>
    </p:embeddedFont>
    <p:embeddedFont>
      <p:font typeface="Open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1" roundtripDataSignature="AMtx7mhAKVjQX1m535Xy2IwAhBFBHy3d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acifico-regular.fntdata"/><Relationship Id="rId25" Type="http://schemas.openxmlformats.org/officeDocument/2006/relationships/font" Target="fonts/Lobster-regular.fntdata"/><Relationship Id="rId28" Type="http://schemas.openxmlformats.org/officeDocument/2006/relationships/font" Target="fonts/OpenSans-bold.fntdata"/><Relationship Id="rId27" Type="http://schemas.openxmlformats.org/officeDocument/2006/relationships/font" Target="fonts/OpenSa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font" Target="fonts/Open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6" name="Google Shape;2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4" name="Google Shape;254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3" name="Google Shape;263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4" name="Google Shape;274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0" name="Google Shape;28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Relationship Id="rId4" Type="http://schemas.openxmlformats.org/officeDocument/2006/relationships/image" Target="../media/image13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processing.org/" TargetMode="External"/><Relationship Id="rId4" Type="http://schemas.openxmlformats.org/officeDocument/2006/relationships/hyperlink" Target="https://www.arduino.cc/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1063303" y="6994239"/>
            <a:ext cx="8335878" cy="17235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Arquitectura de Computadores y Ensambladores 2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2687405" y="2327997"/>
            <a:ext cx="12375000" cy="3964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Visualización de Data en Tiempo Real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028700" y="9210675"/>
            <a:ext cx="6667500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228600" y="9588254"/>
            <a:ext cx="8115300" cy="419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2"/>
          <p:cNvGrpSpPr/>
          <p:nvPr/>
        </p:nvGrpSpPr>
        <p:grpSpPr>
          <a:xfrm>
            <a:off x="1617808" y="4628704"/>
            <a:ext cx="4613551" cy="845385"/>
            <a:chOff x="0" y="-76200"/>
            <a:chExt cx="1964221" cy="359923"/>
          </a:xfrm>
        </p:grpSpPr>
        <p:sp>
          <p:nvSpPr>
            <p:cNvPr id="95" name="Google Shape;95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Visualización de Datos con Processing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" name="Google Shape;97;p2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" name="Google Shape;98;p2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99" name="Google Shape;99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" name="Google Shape;101;p2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651749" y="490900"/>
            <a:ext cx="7710301" cy="2308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b="0" i="0" sz="1400" u="none" cap="none" strike="noStrik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grpSp>
        <p:nvGrpSpPr>
          <p:cNvPr id="104" name="Google Shape;104;p2"/>
          <p:cNvGrpSpPr/>
          <p:nvPr/>
        </p:nvGrpSpPr>
        <p:grpSpPr>
          <a:xfrm>
            <a:off x="11739805" y="2798634"/>
            <a:ext cx="5353646" cy="1701145"/>
            <a:chOff x="0" y="-114300"/>
            <a:chExt cx="1410014" cy="448038"/>
          </a:xfrm>
        </p:grpSpPr>
        <p:sp>
          <p:nvSpPr>
            <p:cNvPr id="105" name="Google Shape;105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https://youtu.be/DaP_dc4VQmg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7" name="Google Shape;107;p2"/>
          <p:cNvGrpSpPr/>
          <p:nvPr/>
        </p:nvGrpSpPr>
        <p:grpSpPr>
          <a:xfrm>
            <a:off x="11739805" y="4598683"/>
            <a:ext cx="5353646" cy="1701145"/>
            <a:chOff x="0" y="-114300"/>
            <a:chExt cx="1410014" cy="448038"/>
          </a:xfrm>
        </p:grpSpPr>
        <p:sp>
          <p:nvSpPr>
            <p:cNvPr id="108" name="Google Shape;108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 Quizziz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0" name="Google Shape;110;p2"/>
          <p:cNvSpPr/>
          <p:nvPr/>
        </p:nvSpPr>
        <p:spPr>
          <a:xfrm>
            <a:off x="6488300" y="5365870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7"/>
                </a:lnTo>
                <a:lnTo>
                  <a:pt x="0" y="45759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7087316" y="6295138"/>
            <a:ext cx="3428436" cy="27301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1"/>
              <a:buFont typeface="Arial"/>
              <a:buNone/>
            </a:pPr>
            <a:r>
              <a:rPr b="0" i="0" lang="en-US" sz="2241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Colocaras todos los recordatorios como lo sean, cortos, entregas, horarios de calificación. Colocaras, link de video y link o codigo de quizziz si lo amerita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 txBox="1"/>
          <p:nvPr/>
        </p:nvSpPr>
        <p:spPr>
          <a:xfrm>
            <a:off x="10235817" y="1112086"/>
            <a:ext cx="6737731" cy="24243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lang="en-US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COMPETENCIA(S) QUE DESARROLLAREMOS</a:t>
            </a:r>
            <a:endParaRPr b="0" i="0" sz="4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i Vida" id="117" name="Google Shape;117;p3"/>
          <p:cNvPicPr preferRelativeResize="0"/>
          <p:nvPr/>
        </p:nvPicPr>
        <p:blipFill rotWithShape="1">
          <a:blip r:embed="rId3">
            <a:alphaModFix/>
          </a:blip>
          <a:srcRect b="0" l="23333" r="26667" t="0"/>
          <a:stretch/>
        </p:blipFill>
        <p:spPr>
          <a:xfrm>
            <a:off x="20" y="10"/>
            <a:ext cx="9143980" cy="102869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8" name="Google Shape;118;p3"/>
          <p:cNvGrpSpPr/>
          <p:nvPr/>
        </p:nvGrpSpPr>
        <p:grpSpPr>
          <a:xfrm>
            <a:off x="0" y="0"/>
            <a:ext cx="185043" cy="10287000"/>
            <a:chOff x="12068638" y="0"/>
            <a:chExt cx="123362" cy="6858000"/>
          </a:xfrm>
        </p:grpSpPr>
        <p:sp>
          <p:nvSpPr>
            <p:cNvPr id="119" name="Google Shape;119;p3"/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12068638" y="4139706"/>
              <a:ext cx="123362" cy="2718294"/>
            </a:xfrm>
            <a:prstGeom prst="rect">
              <a:avLst/>
            </a:prstGeom>
            <a:gradFill>
              <a:gsLst>
                <a:gs pos="0">
                  <a:srgbClr val="4BACC6">
                    <a:alpha val="0"/>
                  </a:srgbClr>
                </a:gs>
                <a:gs pos="19000">
                  <a:srgbClr val="4BACC6">
                    <a:alpha val="0"/>
                  </a:srgbClr>
                </a:gs>
                <a:gs pos="100000">
                  <a:srgbClr val="92CCDC"/>
                </a:gs>
              </a:gsLst>
              <a:lin ang="6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1" name="Google Shape;121;p3"/>
          <p:cNvSpPr txBox="1"/>
          <p:nvPr/>
        </p:nvSpPr>
        <p:spPr>
          <a:xfrm>
            <a:off x="10235817" y="3800214"/>
            <a:ext cx="6737730" cy="51717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diseña una interfaz gráfica para visualización de datos en tiempo real usando herramientas como Processing o p5.js para representar información recolectada desde sensores conectados a Arduino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/>
          <p:nvPr/>
        </p:nvSpPr>
        <p:spPr>
          <a:xfrm>
            <a:off x="0" y="0"/>
            <a:ext cx="18287998" cy="1028604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2"/>
          <p:cNvSpPr txBox="1"/>
          <p:nvPr>
            <p:ph type="ctrTitle"/>
          </p:nvPr>
        </p:nvSpPr>
        <p:spPr>
          <a:xfrm>
            <a:off x="1670715" y="4237872"/>
            <a:ext cx="6054501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4500"/>
              <a:t>Visualización de Datos con Processing</a:t>
            </a:r>
            <a:br>
              <a:rPr b="1" lang="en-US" sz="4500"/>
            </a:br>
            <a:br>
              <a:rPr b="1" lang="en-US" sz="4500"/>
            </a:br>
            <a:r>
              <a:rPr b="1" lang="en-US" sz="4500"/>
              <a:t>Introducción y Conceptos Generales</a:t>
            </a:r>
            <a:endParaRPr b="1" sz="4500"/>
          </a:p>
        </p:txBody>
      </p:sp>
      <p:sp>
        <p:nvSpPr>
          <p:cNvPr id="128" name="Google Shape;128;p22"/>
          <p:cNvSpPr txBox="1"/>
          <p:nvPr>
            <p:ph idx="1" type="subTitle"/>
          </p:nvPr>
        </p:nvSpPr>
        <p:spPr>
          <a:xfrm>
            <a:off x="1670713" y="1226353"/>
            <a:ext cx="6054500" cy="25647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-457200" lvl="0" marL="4826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2300"/>
              <a:t>La visualización de datos permite transformar información compleja en representaciones gráficas comprensibles. </a:t>
            </a:r>
            <a:endParaRPr/>
          </a:p>
          <a:p>
            <a:pPr indent="-457200" lvl="0" marL="4826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2300"/>
              <a:t>Processing es una herramienta ideal para esto por su facilidad de uso y potencia visual.</a:t>
            </a:r>
            <a:endParaRPr sz="2300"/>
          </a:p>
        </p:txBody>
      </p:sp>
      <p:grpSp>
        <p:nvGrpSpPr>
          <p:cNvPr id="129" name="Google Shape;129;p22"/>
          <p:cNvGrpSpPr/>
          <p:nvPr/>
        </p:nvGrpSpPr>
        <p:grpSpPr>
          <a:xfrm>
            <a:off x="4" y="4274286"/>
            <a:ext cx="1097283" cy="1010190"/>
            <a:chOff x="3940602" y="308034"/>
            <a:chExt cx="2116791" cy="3428999"/>
          </a:xfrm>
        </p:grpSpPr>
        <p:sp>
          <p:nvSpPr>
            <p:cNvPr id="130" name="Google Shape;130;p22"/>
            <p:cNvSpPr/>
            <p:nvPr/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22"/>
            <p:cNvSpPr/>
            <p:nvPr/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22"/>
            <p:cNvSpPr/>
            <p:nvPr/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3" name="Google Shape;133;p22"/>
          <p:cNvSpPr/>
          <p:nvPr/>
        </p:nvSpPr>
        <p:spPr>
          <a:xfrm>
            <a:off x="8528715" y="1019598"/>
            <a:ext cx="9014049" cy="813582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leases · processing/processing4" id="134" name="Google Shape;13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3738" y="3011507"/>
            <a:ext cx="8304001" cy="415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2"/>
          <p:cNvSpPr/>
          <p:nvPr/>
        </p:nvSpPr>
        <p:spPr>
          <a:xfrm flipH="1">
            <a:off x="8531352" y="9532609"/>
            <a:ext cx="9011412" cy="6857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3"/>
          <p:cNvSpPr/>
          <p:nvPr/>
        </p:nvSpPr>
        <p:spPr>
          <a:xfrm flipH="1">
            <a:off x="0" y="0"/>
            <a:ext cx="8703129" cy="10287000"/>
          </a:xfrm>
          <a:custGeom>
            <a:rect b="b" l="l" r="r" t="t"/>
            <a:pathLst>
              <a:path extrusionOk="0" h="6858000" w="5734864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3"/>
          <p:cNvSpPr txBox="1"/>
          <p:nvPr>
            <p:ph type="ctrTitle"/>
          </p:nvPr>
        </p:nvSpPr>
        <p:spPr>
          <a:xfrm>
            <a:off x="1160112" y="1488141"/>
            <a:ext cx="5425369" cy="4192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6600"/>
              <a:t>¿Qué es Processing?</a:t>
            </a:r>
            <a:endParaRPr/>
          </a:p>
        </p:txBody>
      </p:sp>
      <p:sp>
        <p:nvSpPr>
          <p:cNvPr id="143" name="Google Shape;143;p23"/>
          <p:cNvSpPr txBox="1"/>
          <p:nvPr>
            <p:ph idx="1" type="subTitle"/>
          </p:nvPr>
        </p:nvSpPr>
        <p:spPr>
          <a:xfrm>
            <a:off x="1494430" y="6181879"/>
            <a:ext cx="4688006" cy="1705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82600" rtl="0" algn="ctr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1700"/>
              <a:t>Processing es un entorno de desarrollo y lenguaje de programación basado en Java, diseñado para artistas, diseñadores y creadores digitales. </a:t>
            </a:r>
            <a:endParaRPr/>
          </a:p>
          <a:p>
            <a:pPr indent="-457200" lvl="0" marL="482600" rtl="0" algn="ctr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1700"/>
              <a:t>Es ideal para generar visualizaciones interactivas y dinámicas.</a:t>
            </a:r>
            <a:endParaRPr sz="1700"/>
          </a:p>
        </p:txBody>
      </p:sp>
      <p:pic>
        <p:nvPicPr>
          <p:cNvPr descr="How to Download and Install Processing IDE | Open Source Software - YouTube" id="144" name="Google Shape;14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43626" y="2712682"/>
            <a:ext cx="8562974" cy="48166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4"/>
          <p:cNvSpPr/>
          <p:nvPr/>
        </p:nvSpPr>
        <p:spPr>
          <a:xfrm rot="-4995211">
            <a:off x="1013459" y="1163774"/>
            <a:ext cx="4481849" cy="4481849"/>
          </a:xfrm>
          <a:prstGeom prst="arc">
            <a:avLst>
              <a:gd fmla="val 14455503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4"/>
          <p:cNvSpPr txBox="1"/>
          <p:nvPr>
            <p:ph type="ctrTitle"/>
          </p:nvPr>
        </p:nvSpPr>
        <p:spPr>
          <a:xfrm>
            <a:off x="1339227" y="2055256"/>
            <a:ext cx="762837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Importación y Manipulación de Datos</a:t>
            </a:r>
            <a:endParaRPr b="1"/>
          </a:p>
        </p:txBody>
      </p:sp>
      <p:sp>
        <p:nvSpPr>
          <p:cNvPr id="152" name="Google Shape;152;p24"/>
          <p:cNvSpPr txBox="1"/>
          <p:nvPr>
            <p:ph idx="1" type="subTitle"/>
          </p:nvPr>
        </p:nvSpPr>
        <p:spPr>
          <a:xfrm>
            <a:off x="1339227" y="5774767"/>
            <a:ext cx="7628370" cy="2822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US"/>
              <a:t>Para visualizar datos, primero se deben importar desde archivos (CSV, JSON, etc.) y procesarlos para extraer la información relevante.</a:t>
            </a:r>
            <a:endParaRPr/>
          </a:p>
        </p:txBody>
      </p:sp>
      <p:sp>
        <p:nvSpPr>
          <p:cNvPr id="153" name="Google Shape;153;p24"/>
          <p:cNvSpPr/>
          <p:nvPr/>
        </p:nvSpPr>
        <p:spPr>
          <a:xfrm>
            <a:off x="15524703" y="1249029"/>
            <a:ext cx="1657414" cy="16124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sv, extension, format, document, csv file, comma separated values ..." id="154" name="Google Shape;154;p24"/>
          <p:cNvPicPr preferRelativeResize="0"/>
          <p:nvPr/>
        </p:nvPicPr>
        <p:blipFill rotWithShape="1">
          <a:blip r:embed="rId3">
            <a:alphaModFix/>
          </a:blip>
          <a:srcRect b="-1" l="0" r="-1" t="0"/>
          <a:stretch/>
        </p:blipFill>
        <p:spPr>
          <a:xfrm>
            <a:off x="9782071" y="1160584"/>
            <a:ext cx="7792497" cy="7792497"/>
          </a:xfrm>
          <a:custGeom>
            <a:rect b="b" l="l" r="r" t="t"/>
            <a:pathLst>
              <a:path extrusionOk="0" h="3741748" w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55" name="Google Shape;155;p24"/>
          <p:cNvSpPr/>
          <p:nvPr/>
        </p:nvSpPr>
        <p:spPr>
          <a:xfrm>
            <a:off x="10226709" y="7186080"/>
            <a:ext cx="1315056" cy="1315056"/>
          </a:xfrm>
          <a:prstGeom prst="rect">
            <a:avLst/>
          </a:prstGeom>
          <a:noFill/>
          <a:ln cap="flat" cmpd="sng" w="1270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5"/>
          <p:cNvSpPr txBox="1"/>
          <p:nvPr>
            <p:ph type="ctrTitle"/>
          </p:nvPr>
        </p:nvSpPr>
        <p:spPr>
          <a:xfrm>
            <a:off x="1500186" y="2208913"/>
            <a:ext cx="6686551" cy="320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6600"/>
              <a:t>Cargando datos CSV</a:t>
            </a:r>
            <a:endParaRPr/>
          </a:p>
        </p:txBody>
      </p:sp>
      <p:sp>
        <p:nvSpPr>
          <p:cNvPr id="162" name="Google Shape;162;p25"/>
          <p:cNvSpPr txBox="1"/>
          <p:nvPr>
            <p:ph idx="1" type="subTitle"/>
          </p:nvPr>
        </p:nvSpPr>
        <p:spPr>
          <a:xfrm>
            <a:off x="1687332" y="5749557"/>
            <a:ext cx="6315585" cy="1594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 sz="2500"/>
              <a:t>Usamos `loadTable()` para importar archivos CSV.  Se pueden filtrar, ordenar o mapear valores a coordenadas visuales.</a:t>
            </a:r>
            <a:endParaRPr/>
          </a:p>
        </p:txBody>
      </p:sp>
      <p:sp>
        <p:nvSpPr>
          <p:cNvPr id="163" name="Google Shape;163;p25"/>
          <p:cNvSpPr/>
          <p:nvPr/>
        </p:nvSpPr>
        <p:spPr>
          <a:xfrm flipH="1">
            <a:off x="6884892" y="1"/>
            <a:ext cx="11403106" cy="726140"/>
          </a:xfrm>
          <a:custGeom>
            <a:rect b="b" l="l" r="r" t="t"/>
            <a:pathLst>
              <a:path extrusionOk="0" h="743457" w="9683888">
                <a:moveTo>
                  <a:pt x="9683888" y="0"/>
                </a:moveTo>
                <a:lnTo>
                  <a:pt x="0" y="0"/>
                </a:lnTo>
                <a:lnTo>
                  <a:pt x="0" y="365878"/>
                </a:lnTo>
                <a:lnTo>
                  <a:pt x="11844" y="367909"/>
                </a:lnTo>
                <a:cubicBezTo>
                  <a:pt x="50423" y="374387"/>
                  <a:pt x="87879" y="380746"/>
                  <a:pt x="106208" y="385974"/>
                </a:cubicBezTo>
                <a:cubicBezTo>
                  <a:pt x="119919" y="389979"/>
                  <a:pt x="149687" y="402128"/>
                  <a:pt x="183667" y="399162"/>
                </a:cubicBezTo>
                <a:cubicBezTo>
                  <a:pt x="228274" y="394575"/>
                  <a:pt x="256969" y="398315"/>
                  <a:pt x="292430" y="390408"/>
                </a:cubicBezTo>
                <a:cubicBezTo>
                  <a:pt x="325377" y="395694"/>
                  <a:pt x="374510" y="420053"/>
                  <a:pt x="386942" y="395582"/>
                </a:cubicBezTo>
                <a:cubicBezTo>
                  <a:pt x="400429" y="416427"/>
                  <a:pt x="451168" y="399411"/>
                  <a:pt x="485751" y="408404"/>
                </a:cubicBezTo>
                <a:cubicBezTo>
                  <a:pt x="520399" y="423586"/>
                  <a:pt x="570416" y="404235"/>
                  <a:pt x="604107" y="418647"/>
                </a:cubicBezTo>
                <a:cubicBezTo>
                  <a:pt x="633631" y="425521"/>
                  <a:pt x="672063" y="446364"/>
                  <a:pt x="694081" y="449524"/>
                </a:cubicBezTo>
                <a:cubicBezTo>
                  <a:pt x="700528" y="463278"/>
                  <a:pt x="713487" y="450700"/>
                  <a:pt x="762452" y="456090"/>
                </a:cubicBezTo>
                <a:cubicBezTo>
                  <a:pt x="811417" y="461479"/>
                  <a:pt x="935420" y="470466"/>
                  <a:pt x="987872" y="481862"/>
                </a:cubicBezTo>
                <a:cubicBezTo>
                  <a:pt x="1018493" y="475799"/>
                  <a:pt x="1019470" y="516810"/>
                  <a:pt x="1077163" y="524467"/>
                </a:cubicBezTo>
                <a:cubicBezTo>
                  <a:pt x="1124222" y="535807"/>
                  <a:pt x="1202940" y="574855"/>
                  <a:pt x="1258716" y="587975"/>
                </a:cubicBezTo>
                <a:cubicBezTo>
                  <a:pt x="1274181" y="586466"/>
                  <a:pt x="1286859" y="589632"/>
                  <a:pt x="1298056" y="595413"/>
                </a:cubicBezTo>
                <a:lnTo>
                  <a:pt x="1327017" y="617412"/>
                </a:lnTo>
                <a:lnTo>
                  <a:pt x="1347909" y="620209"/>
                </a:lnTo>
                <a:cubicBezTo>
                  <a:pt x="1377004" y="628445"/>
                  <a:pt x="1394712" y="616344"/>
                  <a:pt x="1421792" y="626139"/>
                </a:cubicBezTo>
                <a:cubicBezTo>
                  <a:pt x="1466260" y="647543"/>
                  <a:pt x="1506099" y="610975"/>
                  <a:pt x="1519789" y="645011"/>
                </a:cubicBezTo>
                <a:cubicBezTo>
                  <a:pt x="1556219" y="665699"/>
                  <a:pt x="1578776" y="668950"/>
                  <a:pt x="1620886" y="687715"/>
                </a:cubicBezTo>
                <a:cubicBezTo>
                  <a:pt x="1658228" y="693647"/>
                  <a:pt x="1636224" y="694371"/>
                  <a:pt x="1676745" y="690130"/>
                </a:cubicBezTo>
                <a:cubicBezTo>
                  <a:pt x="1713709" y="697532"/>
                  <a:pt x="1774627" y="701403"/>
                  <a:pt x="1832228" y="690860"/>
                </a:cubicBezTo>
                <a:cubicBezTo>
                  <a:pt x="1866586" y="689181"/>
                  <a:pt x="1949046" y="755765"/>
                  <a:pt x="1980464" y="704858"/>
                </a:cubicBezTo>
                <a:cubicBezTo>
                  <a:pt x="2001472" y="716610"/>
                  <a:pt x="2020758" y="710467"/>
                  <a:pt x="2051150" y="711187"/>
                </a:cubicBezTo>
                <a:cubicBezTo>
                  <a:pt x="2081543" y="711907"/>
                  <a:pt x="2117567" y="736153"/>
                  <a:pt x="2162824" y="709178"/>
                </a:cubicBezTo>
                <a:cubicBezTo>
                  <a:pt x="2219712" y="701824"/>
                  <a:pt x="2181421" y="742368"/>
                  <a:pt x="2259859" y="718188"/>
                </a:cubicBezTo>
                <a:cubicBezTo>
                  <a:pt x="2296623" y="733933"/>
                  <a:pt x="2337412" y="741012"/>
                  <a:pt x="2378290" y="738748"/>
                </a:cubicBezTo>
                <a:cubicBezTo>
                  <a:pt x="2380041" y="725410"/>
                  <a:pt x="2399659" y="741017"/>
                  <a:pt x="2407828" y="743457"/>
                </a:cubicBezTo>
                <a:cubicBezTo>
                  <a:pt x="2406113" y="735180"/>
                  <a:pt x="2421642" y="728742"/>
                  <a:pt x="2428936" y="734697"/>
                </a:cubicBezTo>
                <a:cubicBezTo>
                  <a:pt x="2468648" y="720822"/>
                  <a:pt x="2584275" y="677579"/>
                  <a:pt x="2646106" y="660204"/>
                </a:cubicBezTo>
                <a:cubicBezTo>
                  <a:pt x="2706894" y="652346"/>
                  <a:pt x="2738390" y="612318"/>
                  <a:pt x="2799920" y="630451"/>
                </a:cubicBezTo>
                <a:cubicBezTo>
                  <a:pt x="2856798" y="622940"/>
                  <a:pt x="2902940" y="602232"/>
                  <a:pt x="2953556" y="607173"/>
                </a:cubicBezTo>
                <a:cubicBezTo>
                  <a:pt x="2970626" y="593247"/>
                  <a:pt x="2988095" y="586399"/>
                  <a:pt x="3009839" y="601743"/>
                </a:cubicBezTo>
                <a:cubicBezTo>
                  <a:pt x="3046166" y="594868"/>
                  <a:pt x="3085682" y="586046"/>
                  <a:pt x="3115016" y="584982"/>
                </a:cubicBezTo>
                <a:cubicBezTo>
                  <a:pt x="3144992" y="587935"/>
                  <a:pt x="3158740" y="599045"/>
                  <a:pt x="3185844" y="595356"/>
                </a:cubicBezTo>
                <a:cubicBezTo>
                  <a:pt x="3209939" y="576197"/>
                  <a:pt x="3221731" y="614583"/>
                  <a:pt x="3246013" y="592418"/>
                </a:cubicBezTo>
                <a:cubicBezTo>
                  <a:pt x="3228976" y="565486"/>
                  <a:pt x="3320172" y="599686"/>
                  <a:pt x="3313565" y="574138"/>
                </a:cubicBezTo>
                <a:cubicBezTo>
                  <a:pt x="3341586" y="564515"/>
                  <a:pt x="3371901" y="555346"/>
                  <a:pt x="3414143" y="553730"/>
                </a:cubicBezTo>
                <a:cubicBezTo>
                  <a:pt x="3463229" y="557630"/>
                  <a:pt x="3476532" y="539673"/>
                  <a:pt x="3552895" y="548563"/>
                </a:cubicBezTo>
                <a:cubicBezTo>
                  <a:pt x="3620356" y="561042"/>
                  <a:pt x="3688830" y="574962"/>
                  <a:pt x="3753012" y="599520"/>
                </a:cubicBezTo>
                <a:cubicBezTo>
                  <a:pt x="3769580" y="615048"/>
                  <a:pt x="3777112" y="602961"/>
                  <a:pt x="3804392" y="604131"/>
                </a:cubicBezTo>
                <a:cubicBezTo>
                  <a:pt x="3831672" y="605301"/>
                  <a:pt x="3878076" y="605222"/>
                  <a:pt x="3916696" y="606540"/>
                </a:cubicBezTo>
                <a:cubicBezTo>
                  <a:pt x="3970533" y="603881"/>
                  <a:pt x="3981244" y="618066"/>
                  <a:pt x="4063849" y="604058"/>
                </a:cubicBezTo>
                <a:cubicBezTo>
                  <a:pt x="4074473" y="605185"/>
                  <a:pt x="4134611" y="589365"/>
                  <a:pt x="4172179" y="592355"/>
                </a:cubicBezTo>
                <a:cubicBezTo>
                  <a:pt x="4180554" y="576172"/>
                  <a:pt x="4255433" y="602075"/>
                  <a:pt x="4276294" y="587119"/>
                </a:cubicBezTo>
                <a:cubicBezTo>
                  <a:pt x="4326119" y="586973"/>
                  <a:pt x="4361692" y="573867"/>
                  <a:pt x="4411090" y="575600"/>
                </a:cubicBezTo>
                <a:cubicBezTo>
                  <a:pt x="4465125" y="575500"/>
                  <a:pt x="4518088" y="570805"/>
                  <a:pt x="4540465" y="567464"/>
                </a:cubicBezTo>
                <a:lnTo>
                  <a:pt x="4545352" y="555554"/>
                </a:lnTo>
                <a:lnTo>
                  <a:pt x="4564014" y="553660"/>
                </a:lnTo>
                <a:lnTo>
                  <a:pt x="4568602" y="550913"/>
                </a:lnTo>
                <a:cubicBezTo>
                  <a:pt x="4577353" y="545618"/>
                  <a:pt x="4586105" y="540734"/>
                  <a:pt x="4595289" y="537407"/>
                </a:cubicBezTo>
                <a:cubicBezTo>
                  <a:pt x="4623104" y="537511"/>
                  <a:pt x="4660764" y="533229"/>
                  <a:pt x="4739026" y="532483"/>
                </a:cubicBezTo>
                <a:cubicBezTo>
                  <a:pt x="4806238" y="527255"/>
                  <a:pt x="4944577" y="524439"/>
                  <a:pt x="5061335" y="545635"/>
                </a:cubicBezTo>
                <a:cubicBezTo>
                  <a:pt x="5167156" y="553533"/>
                  <a:pt x="5251789" y="586167"/>
                  <a:pt x="5338634" y="595754"/>
                </a:cubicBezTo>
                <a:cubicBezTo>
                  <a:pt x="5415763" y="589622"/>
                  <a:pt x="5434719" y="609365"/>
                  <a:pt x="5529430" y="606335"/>
                </a:cubicBezTo>
                <a:cubicBezTo>
                  <a:pt x="5534498" y="613561"/>
                  <a:pt x="5597157" y="603269"/>
                  <a:pt x="5604039" y="607676"/>
                </a:cubicBezTo>
                <a:lnTo>
                  <a:pt x="5625281" y="617253"/>
                </a:lnTo>
                <a:lnTo>
                  <a:pt x="5628138" y="615483"/>
                </a:lnTo>
                <a:cubicBezTo>
                  <a:pt x="5640641" y="612245"/>
                  <a:pt x="5648217" y="613966"/>
                  <a:pt x="5653593" y="617873"/>
                </a:cubicBezTo>
                <a:lnTo>
                  <a:pt x="5658658" y="624279"/>
                </a:lnTo>
                <a:lnTo>
                  <a:pt x="5675963" y="627762"/>
                </a:lnTo>
                <a:lnTo>
                  <a:pt x="5709625" y="639593"/>
                </a:lnTo>
                <a:lnTo>
                  <a:pt x="5716324" y="637148"/>
                </a:lnTo>
                <a:lnTo>
                  <a:pt x="5767720" y="647737"/>
                </a:lnTo>
                <a:lnTo>
                  <a:pt x="5768619" y="645671"/>
                </a:lnTo>
                <a:cubicBezTo>
                  <a:pt x="5776130" y="642927"/>
                  <a:pt x="5830922" y="636226"/>
                  <a:pt x="5858696" y="628099"/>
                </a:cubicBezTo>
                <a:lnTo>
                  <a:pt x="5935260" y="596904"/>
                </a:lnTo>
                <a:lnTo>
                  <a:pt x="5946176" y="597874"/>
                </a:lnTo>
                <a:lnTo>
                  <a:pt x="5946447" y="597396"/>
                </a:lnTo>
                <a:cubicBezTo>
                  <a:pt x="5948934" y="596546"/>
                  <a:pt x="5952567" y="596468"/>
                  <a:pt x="5958069" y="597432"/>
                </a:cubicBezTo>
                <a:lnTo>
                  <a:pt x="5966081" y="599643"/>
                </a:lnTo>
                <a:lnTo>
                  <a:pt x="5987259" y="601523"/>
                </a:lnTo>
                <a:lnTo>
                  <a:pt x="5994905" y="598873"/>
                </a:lnTo>
                <a:cubicBezTo>
                  <a:pt x="6020610" y="579716"/>
                  <a:pt x="6016968" y="560235"/>
                  <a:pt x="6054803" y="541202"/>
                </a:cubicBezTo>
                <a:cubicBezTo>
                  <a:pt x="6108247" y="527358"/>
                  <a:pt x="6130976" y="484538"/>
                  <a:pt x="6188672" y="496389"/>
                </a:cubicBezTo>
                <a:cubicBezTo>
                  <a:pt x="6238659" y="483279"/>
                  <a:pt x="6277194" y="458153"/>
                  <a:pt x="6323280" y="458013"/>
                </a:cubicBezTo>
                <a:cubicBezTo>
                  <a:pt x="6368044" y="444385"/>
                  <a:pt x="6422801" y="420428"/>
                  <a:pt x="6457257" y="414621"/>
                </a:cubicBezTo>
                <a:cubicBezTo>
                  <a:pt x="6483424" y="410645"/>
                  <a:pt x="6508964" y="423228"/>
                  <a:pt x="6530019" y="423168"/>
                </a:cubicBezTo>
                <a:cubicBezTo>
                  <a:pt x="6558276" y="416578"/>
                  <a:pt x="6600264" y="386690"/>
                  <a:pt x="6626800" y="375078"/>
                </a:cubicBezTo>
                <a:cubicBezTo>
                  <a:pt x="6664418" y="400828"/>
                  <a:pt x="6655535" y="354302"/>
                  <a:pt x="6689231" y="353501"/>
                </a:cubicBezTo>
                <a:cubicBezTo>
                  <a:pt x="6708837" y="361122"/>
                  <a:pt x="6719642" y="359485"/>
                  <a:pt x="6726440" y="340276"/>
                </a:cubicBezTo>
                <a:cubicBezTo>
                  <a:pt x="6818329" y="378763"/>
                  <a:pt x="6765502" y="328183"/>
                  <a:pt x="6835228" y="329393"/>
                </a:cubicBezTo>
                <a:cubicBezTo>
                  <a:pt x="6897464" y="335048"/>
                  <a:pt x="6962224" y="329085"/>
                  <a:pt x="7039363" y="370823"/>
                </a:cubicBezTo>
                <a:cubicBezTo>
                  <a:pt x="7056368" y="384567"/>
                  <a:pt x="7070539" y="363899"/>
                  <a:pt x="7095156" y="366075"/>
                </a:cubicBezTo>
                <a:cubicBezTo>
                  <a:pt x="7119772" y="368250"/>
                  <a:pt x="7153748" y="385714"/>
                  <a:pt x="7187061" y="383876"/>
                </a:cubicBezTo>
                <a:cubicBezTo>
                  <a:pt x="7242115" y="377604"/>
                  <a:pt x="7270954" y="334249"/>
                  <a:pt x="7295039" y="355046"/>
                </a:cubicBezTo>
                <a:cubicBezTo>
                  <a:pt x="7320104" y="344159"/>
                  <a:pt x="7343179" y="301443"/>
                  <a:pt x="7373651" y="322299"/>
                </a:cubicBezTo>
                <a:cubicBezTo>
                  <a:pt x="7367160" y="298575"/>
                  <a:pt x="7410095" y="329040"/>
                  <a:pt x="7418964" y="308685"/>
                </a:cubicBezTo>
                <a:cubicBezTo>
                  <a:pt x="7424243" y="291807"/>
                  <a:pt x="7438503" y="297117"/>
                  <a:pt x="7450568" y="293511"/>
                </a:cubicBezTo>
                <a:cubicBezTo>
                  <a:pt x="7461276" y="277652"/>
                  <a:pt x="7519437" y="275664"/>
                  <a:pt x="7538380" y="283235"/>
                </a:cubicBezTo>
                <a:cubicBezTo>
                  <a:pt x="7594343" y="271879"/>
                  <a:pt x="7734488" y="231676"/>
                  <a:pt x="7786348" y="225377"/>
                </a:cubicBezTo>
                <a:cubicBezTo>
                  <a:pt x="7797693" y="277094"/>
                  <a:pt x="7847327" y="236176"/>
                  <a:pt x="7849534" y="245434"/>
                </a:cubicBezTo>
                <a:cubicBezTo>
                  <a:pt x="7894253" y="231282"/>
                  <a:pt x="7937937" y="238796"/>
                  <a:pt x="7981165" y="222252"/>
                </a:cubicBezTo>
                <a:cubicBezTo>
                  <a:pt x="8066564" y="234459"/>
                  <a:pt x="8127007" y="235277"/>
                  <a:pt x="8171882" y="222497"/>
                </a:cubicBezTo>
                <a:cubicBezTo>
                  <a:pt x="8183092" y="205785"/>
                  <a:pt x="8217423" y="177145"/>
                  <a:pt x="8242270" y="180535"/>
                </a:cubicBezTo>
                <a:cubicBezTo>
                  <a:pt x="8294138" y="178846"/>
                  <a:pt x="8410926" y="208334"/>
                  <a:pt x="8490152" y="209193"/>
                </a:cubicBezTo>
                <a:cubicBezTo>
                  <a:pt x="8558493" y="195433"/>
                  <a:pt x="8564727" y="233466"/>
                  <a:pt x="8622272" y="188859"/>
                </a:cubicBezTo>
                <a:cubicBezTo>
                  <a:pt x="8659556" y="191317"/>
                  <a:pt x="8666988" y="178214"/>
                  <a:pt x="8738606" y="208945"/>
                </a:cubicBezTo>
                <a:cubicBezTo>
                  <a:pt x="8769507" y="208543"/>
                  <a:pt x="8800406" y="224019"/>
                  <a:pt x="8831307" y="207738"/>
                </a:cubicBezTo>
                <a:cubicBezTo>
                  <a:pt x="8836477" y="191612"/>
                  <a:pt x="8870109" y="182455"/>
                  <a:pt x="8891432" y="184510"/>
                </a:cubicBezTo>
                <a:cubicBezTo>
                  <a:pt x="8876795" y="135260"/>
                  <a:pt x="8938553" y="173381"/>
                  <a:pt x="8946980" y="145578"/>
                </a:cubicBezTo>
                <a:cubicBezTo>
                  <a:pt x="9010957" y="156064"/>
                  <a:pt x="9046552" y="157746"/>
                  <a:pt x="9107760" y="128052"/>
                </a:cubicBezTo>
                <a:cubicBezTo>
                  <a:pt x="9135191" y="151813"/>
                  <a:pt x="9184204" y="114911"/>
                  <a:pt x="9195623" y="100212"/>
                </a:cubicBezTo>
                <a:cubicBezTo>
                  <a:pt x="9222736" y="85917"/>
                  <a:pt x="9230892" y="98248"/>
                  <a:pt x="9256898" y="73900"/>
                </a:cubicBezTo>
                <a:cubicBezTo>
                  <a:pt x="9276443" y="63724"/>
                  <a:pt x="9334001" y="80454"/>
                  <a:pt x="9351740" y="80439"/>
                </a:cubicBezTo>
                <a:cubicBezTo>
                  <a:pt x="9398889" y="82633"/>
                  <a:pt x="9473718" y="102566"/>
                  <a:pt x="9539796" y="87069"/>
                </a:cubicBezTo>
                <a:cubicBezTo>
                  <a:pt x="9565852" y="70987"/>
                  <a:pt x="9591569" y="56211"/>
                  <a:pt x="9619109" y="39994"/>
                </a:cubicBezTo>
                <a:close/>
              </a:path>
            </a:pathLst>
          </a:custGeom>
          <a:solidFill>
            <a:srgbClr val="82766A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【Processing】loadTable()の使い方【コンピュータにテーブル（表）を読み込ませる】" id="164" name="Google Shape;16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61174" y="2777017"/>
            <a:ext cx="7776318" cy="4082566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5"/>
          <p:cNvSpPr/>
          <p:nvPr/>
        </p:nvSpPr>
        <p:spPr>
          <a:xfrm>
            <a:off x="0" y="8256493"/>
            <a:ext cx="16020843" cy="2030508"/>
          </a:xfrm>
          <a:custGeom>
            <a:rect b="b" l="l" r="r" t="t"/>
            <a:pathLst>
              <a:path extrusionOk="0" h="1605023" w="10680562">
                <a:moveTo>
                  <a:pt x="3617689" y="0"/>
                </a:moveTo>
                <a:lnTo>
                  <a:pt x="3635901" y="7738"/>
                </a:lnTo>
                <a:cubicBezTo>
                  <a:pt x="3636815" y="-13593"/>
                  <a:pt x="3674070" y="21953"/>
                  <a:pt x="3690891" y="7049"/>
                </a:cubicBezTo>
                <a:cubicBezTo>
                  <a:pt x="3723615" y="8082"/>
                  <a:pt x="3780877" y="7675"/>
                  <a:pt x="3832247" y="13937"/>
                </a:cubicBezTo>
                <a:cubicBezTo>
                  <a:pt x="3878761" y="52737"/>
                  <a:pt x="3960967" y="15082"/>
                  <a:pt x="3999111" y="44624"/>
                </a:cubicBezTo>
                <a:cubicBezTo>
                  <a:pt x="4011661" y="48427"/>
                  <a:pt x="4023440" y="49464"/>
                  <a:pt x="4034676" y="48775"/>
                </a:cubicBezTo>
                <a:lnTo>
                  <a:pt x="4065394" y="42879"/>
                </a:lnTo>
                <a:lnTo>
                  <a:pt x="4072648" y="33262"/>
                </a:lnTo>
                <a:lnTo>
                  <a:pt x="4092232" y="34026"/>
                </a:lnTo>
                <a:lnTo>
                  <a:pt x="4097470" y="32252"/>
                </a:lnTo>
                <a:cubicBezTo>
                  <a:pt x="4107476" y="28819"/>
                  <a:pt x="4117405" y="25741"/>
                  <a:pt x="4127488" y="24056"/>
                </a:cubicBezTo>
                <a:cubicBezTo>
                  <a:pt x="4122379" y="69900"/>
                  <a:pt x="4212421" y="17287"/>
                  <a:pt x="4190803" y="55685"/>
                </a:cubicBezTo>
                <a:cubicBezTo>
                  <a:pt x="4245322" y="54405"/>
                  <a:pt x="4210442" y="91290"/>
                  <a:pt x="4269333" y="54186"/>
                </a:cubicBezTo>
                <a:cubicBezTo>
                  <a:pt x="4360007" y="84494"/>
                  <a:pt x="4405441" y="66275"/>
                  <a:pt x="4481486" y="116915"/>
                </a:cubicBezTo>
                <a:cubicBezTo>
                  <a:pt x="4469366" y="96298"/>
                  <a:pt x="4624978" y="141388"/>
                  <a:pt x="4651418" y="150071"/>
                </a:cubicBezTo>
                <a:lnTo>
                  <a:pt x="4863575" y="175458"/>
                </a:lnTo>
                <a:cubicBezTo>
                  <a:pt x="4867452" y="182323"/>
                  <a:pt x="5007365" y="209256"/>
                  <a:pt x="5013635" y="213928"/>
                </a:cubicBezTo>
                <a:lnTo>
                  <a:pt x="5203044" y="228946"/>
                </a:lnTo>
                <a:lnTo>
                  <a:pt x="5207070" y="235105"/>
                </a:lnTo>
                <a:lnTo>
                  <a:pt x="5224253" y="240320"/>
                </a:lnTo>
                <a:lnTo>
                  <a:pt x="5256736" y="254811"/>
                </a:lnTo>
                <a:lnTo>
                  <a:pt x="5264095" y="253567"/>
                </a:lnTo>
                <a:lnTo>
                  <a:pt x="5315084" y="269264"/>
                </a:lnTo>
                <a:lnTo>
                  <a:pt x="5316393" y="267603"/>
                </a:lnTo>
                <a:cubicBezTo>
                  <a:pt x="5320500" y="264235"/>
                  <a:pt x="5325719" y="262424"/>
                  <a:pt x="5333427" y="263823"/>
                </a:cubicBezTo>
                <a:cubicBezTo>
                  <a:pt x="5330520" y="234164"/>
                  <a:pt x="5341605" y="254143"/>
                  <a:pt x="5364589" y="260882"/>
                </a:cubicBezTo>
                <a:cubicBezTo>
                  <a:pt x="5365199" y="216323"/>
                  <a:pt x="5425089" y="252089"/>
                  <a:pt x="5443973" y="230866"/>
                </a:cubicBezTo>
                <a:cubicBezTo>
                  <a:pt x="5460840" y="236821"/>
                  <a:pt x="5478689" y="242307"/>
                  <a:pt x="5497201" y="247023"/>
                </a:cubicBezTo>
                <a:lnTo>
                  <a:pt x="5508269" y="249256"/>
                </a:lnTo>
                <a:lnTo>
                  <a:pt x="5508636" y="248880"/>
                </a:lnTo>
                <a:cubicBezTo>
                  <a:pt x="5511356" y="248469"/>
                  <a:pt x="5515116" y="248867"/>
                  <a:pt x="5520606" y="250400"/>
                </a:cubicBezTo>
                <a:lnTo>
                  <a:pt x="5528451" y="253330"/>
                </a:lnTo>
                <a:lnTo>
                  <a:pt x="5549923" y="257662"/>
                </a:lnTo>
                <a:lnTo>
                  <a:pt x="5558295" y="256364"/>
                </a:lnTo>
                <a:lnTo>
                  <a:pt x="5664799" y="278924"/>
                </a:lnTo>
                <a:lnTo>
                  <a:pt x="5796160" y="307979"/>
                </a:lnTo>
                <a:lnTo>
                  <a:pt x="5897647" y="339431"/>
                </a:lnTo>
                <a:cubicBezTo>
                  <a:pt x="5894921" y="322560"/>
                  <a:pt x="5962532" y="357207"/>
                  <a:pt x="5978838" y="367970"/>
                </a:cubicBezTo>
                <a:cubicBezTo>
                  <a:pt x="6035145" y="375765"/>
                  <a:pt x="6006578" y="380813"/>
                  <a:pt x="6050367" y="386341"/>
                </a:cubicBezTo>
                <a:cubicBezTo>
                  <a:pt x="6051161" y="391932"/>
                  <a:pt x="6137489" y="380709"/>
                  <a:pt x="6140609" y="385135"/>
                </a:cubicBezTo>
                <a:cubicBezTo>
                  <a:pt x="6205928" y="424013"/>
                  <a:pt x="6248816" y="452185"/>
                  <a:pt x="6302950" y="448183"/>
                </a:cubicBezTo>
                <a:lnTo>
                  <a:pt x="6308533" y="448551"/>
                </a:lnTo>
                <a:lnTo>
                  <a:pt x="6340278" y="468555"/>
                </a:lnTo>
                <a:lnTo>
                  <a:pt x="6341685" y="467587"/>
                </a:lnTo>
                <a:cubicBezTo>
                  <a:pt x="6345560" y="465876"/>
                  <a:pt x="6349786" y="465470"/>
                  <a:pt x="6354862" y="467794"/>
                </a:cubicBezTo>
                <a:cubicBezTo>
                  <a:pt x="6361260" y="446013"/>
                  <a:pt x="6363438" y="462250"/>
                  <a:pt x="6377840" y="471024"/>
                </a:cubicBezTo>
                <a:cubicBezTo>
                  <a:pt x="6390990" y="439154"/>
                  <a:pt x="6423334" y="475084"/>
                  <a:pt x="6442804" y="463091"/>
                </a:cubicBezTo>
                <a:cubicBezTo>
                  <a:pt x="6453090" y="470255"/>
                  <a:pt x="6464204" y="477252"/>
                  <a:pt x="6476009" y="483807"/>
                </a:cubicBezTo>
                <a:lnTo>
                  <a:pt x="6483237" y="487308"/>
                </a:lnTo>
                <a:lnTo>
                  <a:pt x="6483605" y="487102"/>
                </a:lnTo>
                <a:cubicBezTo>
                  <a:pt x="6485654" y="487272"/>
                  <a:pt x="6488212" y="488201"/>
                  <a:pt x="6491673" y="490243"/>
                </a:cubicBezTo>
                <a:lnTo>
                  <a:pt x="6496411" y="493689"/>
                </a:lnTo>
                <a:lnTo>
                  <a:pt x="6510429" y="500479"/>
                </a:lnTo>
                <a:lnTo>
                  <a:pt x="6516750" y="500983"/>
                </a:lnTo>
                <a:cubicBezTo>
                  <a:pt x="6541864" y="496675"/>
                  <a:pt x="6554866" y="452619"/>
                  <a:pt x="6580199" y="483318"/>
                </a:cubicBezTo>
                <a:cubicBezTo>
                  <a:pt x="6622601" y="489571"/>
                  <a:pt x="6654587" y="470617"/>
                  <a:pt x="6690237" y="493051"/>
                </a:cubicBezTo>
                <a:cubicBezTo>
                  <a:pt x="6729957" y="498806"/>
                  <a:pt x="6766252" y="494451"/>
                  <a:pt x="6798356" y="506748"/>
                </a:cubicBezTo>
                <a:cubicBezTo>
                  <a:pt x="6813529" y="501270"/>
                  <a:pt x="6826992" y="500232"/>
                  <a:pt x="6837102" y="513677"/>
                </a:cubicBezTo>
                <a:cubicBezTo>
                  <a:pt x="6874837" y="515764"/>
                  <a:pt x="6887115" y="500833"/>
                  <a:pt x="6907934" y="517339"/>
                </a:cubicBezTo>
                <a:cubicBezTo>
                  <a:pt x="6934086" y="494196"/>
                  <a:pt x="6933260" y="504492"/>
                  <a:pt x="6941474" y="513632"/>
                </a:cubicBezTo>
                <a:lnTo>
                  <a:pt x="6942754" y="514394"/>
                </a:lnTo>
                <a:lnTo>
                  <a:pt x="6946363" y="511066"/>
                </a:lnTo>
                <a:lnTo>
                  <a:pt x="6952592" y="510252"/>
                </a:lnTo>
                <a:lnTo>
                  <a:pt x="6968398" y="513946"/>
                </a:lnTo>
                <a:lnTo>
                  <a:pt x="6974142" y="516310"/>
                </a:lnTo>
                <a:cubicBezTo>
                  <a:pt x="6978173" y="517574"/>
                  <a:pt x="6980948" y="517948"/>
                  <a:pt x="6982971" y="517694"/>
                </a:cubicBezTo>
                <a:lnTo>
                  <a:pt x="6983252" y="517416"/>
                </a:lnTo>
                <a:lnTo>
                  <a:pt x="6991400" y="519321"/>
                </a:lnTo>
                <a:cubicBezTo>
                  <a:pt x="7005004" y="523242"/>
                  <a:pt x="7018100" y="527732"/>
                  <a:pt x="7030460" y="532556"/>
                </a:cubicBezTo>
                <a:cubicBezTo>
                  <a:pt x="7044917" y="516932"/>
                  <a:pt x="7088472" y="545083"/>
                  <a:pt x="7089916" y="511503"/>
                </a:cubicBezTo>
                <a:cubicBezTo>
                  <a:pt x="7106785" y="517039"/>
                  <a:pt x="7114554" y="532321"/>
                  <a:pt x="7113059" y="509904"/>
                </a:cubicBezTo>
                <a:cubicBezTo>
                  <a:pt x="7118735" y="511110"/>
                  <a:pt x="7122641" y="509850"/>
                  <a:pt x="7125755" y="507393"/>
                </a:cubicBezTo>
                <a:lnTo>
                  <a:pt x="7126765" y="506166"/>
                </a:lnTo>
                <a:lnTo>
                  <a:pt x="7164175" y="519011"/>
                </a:lnTo>
                <a:lnTo>
                  <a:pt x="7169654" y="518219"/>
                </a:lnTo>
                <a:lnTo>
                  <a:pt x="7193386" y="529788"/>
                </a:lnTo>
                <a:lnTo>
                  <a:pt x="7205997" y="534060"/>
                </a:lnTo>
                <a:lnTo>
                  <a:pt x="7208842" y="538783"/>
                </a:lnTo>
                <a:cubicBezTo>
                  <a:pt x="7212314" y="541931"/>
                  <a:pt x="7217803" y="543928"/>
                  <a:pt x="7227817" y="543304"/>
                </a:cubicBezTo>
                <a:lnTo>
                  <a:pt x="7230267" y="542497"/>
                </a:lnTo>
                <a:lnTo>
                  <a:pt x="7244913" y="551160"/>
                </a:lnTo>
                <a:cubicBezTo>
                  <a:pt x="7249453" y="554807"/>
                  <a:pt x="7253253" y="559130"/>
                  <a:pt x="7255970" y="564383"/>
                </a:cubicBezTo>
                <a:cubicBezTo>
                  <a:pt x="7315146" y="548103"/>
                  <a:pt x="7361553" y="579076"/>
                  <a:pt x="7421156" y="584155"/>
                </a:cubicBezTo>
                <a:cubicBezTo>
                  <a:pt x="7465612" y="613750"/>
                  <a:pt x="7546249" y="613142"/>
                  <a:pt x="7553166" y="653085"/>
                </a:cubicBezTo>
                <a:cubicBezTo>
                  <a:pt x="7562552" y="609214"/>
                  <a:pt x="7673998" y="724531"/>
                  <a:pt x="7643092" y="662482"/>
                </a:cubicBezTo>
                <a:lnTo>
                  <a:pt x="7896429" y="689054"/>
                </a:lnTo>
                <a:cubicBezTo>
                  <a:pt x="7940867" y="662251"/>
                  <a:pt x="7914217" y="689365"/>
                  <a:pt x="7954620" y="689481"/>
                </a:cubicBezTo>
                <a:cubicBezTo>
                  <a:pt x="7937756" y="718000"/>
                  <a:pt x="8005608" y="680123"/>
                  <a:pt x="8000803" y="714583"/>
                </a:cubicBezTo>
                <a:cubicBezTo>
                  <a:pt x="8008309" y="713512"/>
                  <a:pt x="8015731" y="711389"/>
                  <a:pt x="8023216" y="709000"/>
                </a:cubicBezTo>
                <a:lnTo>
                  <a:pt x="8027136" y="707765"/>
                </a:lnTo>
                <a:lnTo>
                  <a:pt x="8041622" y="708731"/>
                </a:lnTo>
                <a:lnTo>
                  <a:pt x="8047209" y="701624"/>
                </a:lnTo>
                <a:lnTo>
                  <a:pt x="8070088" y="697789"/>
                </a:lnTo>
                <a:cubicBezTo>
                  <a:pt x="8078424" y="697492"/>
                  <a:pt x="8087123" y="698508"/>
                  <a:pt x="8096332" y="701624"/>
                </a:cubicBezTo>
                <a:cubicBezTo>
                  <a:pt x="8123926" y="724651"/>
                  <a:pt x="8185640" y="697894"/>
                  <a:pt x="8219225" y="728069"/>
                </a:cubicBezTo>
                <a:cubicBezTo>
                  <a:pt x="8232644" y="736562"/>
                  <a:pt x="8280723" y="746936"/>
                  <a:pt x="8293793" y="739200"/>
                </a:cubicBezTo>
                <a:cubicBezTo>
                  <a:pt x="8304636" y="739365"/>
                  <a:pt x="8314843" y="745516"/>
                  <a:pt x="8323753" y="736063"/>
                </a:cubicBezTo>
                <a:cubicBezTo>
                  <a:pt x="8336542" y="725164"/>
                  <a:pt x="8363344" y="752699"/>
                  <a:pt x="8364496" y="736635"/>
                </a:cubicBezTo>
                <a:cubicBezTo>
                  <a:pt x="8383724" y="755702"/>
                  <a:pt x="8414211" y="733717"/>
                  <a:pt x="8437662" y="731942"/>
                </a:cubicBezTo>
                <a:cubicBezTo>
                  <a:pt x="8451685" y="749699"/>
                  <a:pt x="8487061" y="728469"/>
                  <a:pt x="8533764" y="735554"/>
                </a:cubicBezTo>
                <a:cubicBezTo>
                  <a:pt x="8548878" y="755832"/>
                  <a:pt x="8565301" y="740114"/>
                  <a:pt x="8596769" y="769632"/>
                </a:cubicBezTo>
                <a:cubicBezTo>
                  <a:pt x="8598880" y="767829"/>
                  <a:pt x="8601326" y="766261"/>
                  <a:pt x="8604035" y="764982"/>
                </a:cubicBezTo>
                <a:cubicBezTo>
                  <a:pt x="8619777" y="757551"/>
                  <a:pt x="8640772" y="761213"/>
                  <a:pt x="8650929" y="773164"/>
                </a:cubicBezTo>
                <a:cubicBezTo>
                  <a:pt x="8702615" y="814545"/>
                  <a:pt x="8757170" y="823762"/>
                  <a:pt x="8806497" y="839707"/>
                </a:cubicBezTo>
                <a:cubicBezTo>
                  <a:pt x="8863157" y="854381"/>
                  <a:pt x="8833749" y="812347"/>
                  <a:pt x="8898377" y="854651"/>
                </a:cubicBezTo>
                <a:cubicBezTo>
                  <a:pt x="8909161" y="844048"/>
                  <a:pt x="8918437" y="845186"/>
                  <a:pt x="8932389" y="853846"/>
                </a:cubicBezTo>
                <a:cubicBezTo>
                  <a:pt x="8960146" y="860074"/>
                  <a:pt x="8965550" y="829338"/>
                  <a:pt x="8989288" y="852877"/>
                </a:cubicBezTo>
                <a:cubicBezTo>
                  <a:pt x="8988278" y="835633"/>
                  <a:pt x="9043995" y="856467"/>
                  <a:pt x="9035275" y="837110"/>
                </a:cubicBezTo>
                <a:cubicBezTo>
                  <a:pt x="9060165" y="838647"/>
                  <a:pt x="9108456" y="858499"/>
                  <a:pt x="9138626" y="862106"/>
                </a:cubicBezTo>
                <a:cubicBezTo>
                  <a:pt x="9165080" y="876547"/>
                  <a:pt x="9174888" y="860404"/>
                  <a:pt x="9216298" y="858754"/>
                </a:cubicBezTo>
                <a:cubicBezTo>
                  <a:pt x="9230418" y="871192"/>
                  <a:pt x="9244774" y="868822"/>
                  <a:pt x="9259941" y="861843"/>
                </a:cubicBezTo>
                <a:cubicBezTo>
                  <a:pt x="9297647" y="870955"/>
                  <a:pt x="9335980" y="863006"/>
                  <a:pt x="9380407" y="864825"/>
                </a:cubicBezTo>
                <a:cubicBezTo>
                  <a:pt x="9424338" y="883720"/>
                  <a:pt x="9443322" y="899138"/>
                  <a:pt x="9490772" y="901190"/>
                </a:cubicBezTo>
                <a:cubicBezTo>
                  <a:pt x="9530410" y="933396"/>
                  <a:pt x="9546422" y="928548"/>
                  <a:pt x="9584982" y="935980"/>
                </a:cubicBezTo>
                <a:cubicBezTo>
                  <a:pt x="9629819" y="954269"/>
                  <a:pt x="9718219" y="986435"/>
                  <a:pt x="9759797" y="1010923"/>
                </a:cubicBezTo>
                <a:cubicBezTo>
                  <a:pt x="9801376" y="1035410"/>
                  <a:pt x="9804503" y="1066293"/>
                  <a:pt x="9834455" y="1082908"/>
                </a:cubicBezTo>
                <a:cubicBezTo>
                  <a:pt x="9864406" y="1099522"/>
                  <a:pt x="9891608" y="1087791"/>
                  <a:pt x="9939504" y="1110614"/>
                </a:cubicBezTo>
                <a:cubicBezTo>
                  <a:pt x="9978150" y="1098522"/>
                  <a:pt x="10034187" y="1166580"/>
                  <a:pt x="10077001" y="1160906"/>
                </a:cubicBezTo>
                <a:cubicBezTo>
                  <a:pt x="10084861" y="1190721"/>
                  <a:pt x="10164307" y="1234884"/>
                  <a:pt x="10178431" y="1244920"/>
                </a:cubicBezTo>
                <a:cubicBezTo>
                  <a:pt x="10210316" y="1215779"/>
                  <a:pt x="10222273" y="1306394"/>
                  <a:pt x="10248658" y="1309335"/>
                </a:cubicBezTo>
                <a:lnTo>
                  <a:pt x="10414709" y="1388645"/>
                </a:lnTo>
                <a:cubicBezTo>
                  <a:pt x="10473963" y="1440373"/>
                  <a:pt x="10538857" y="1454568"/>
                  <a:pt x="10592469" y="1543828"/>
                </a:cubicBezTo>
                <a:cubicBezTo>
                  <a:pt x="10651538" y="1531501"/>
                  <a:pt x="10660082" y="1567462"/>
                  <a:pt x="10674941" y="1597388"/>
                </a:cubicBezTo>
                <a:lnTo>
                  <a:pt x="10680562" y="1605023"/>
                </a:lnTo>
                <a:lnTo>
                  <a:pt x="0" y="1605023"/>
                </a:lnTo>
                <a:lnTo>
                  <a:pt x="0" y="415048"/>
                </a:lnTo>
                <a:lnTo>
                  <a:pt x="9656" y="416044"/>
                </a:lnTo>
                <a:cubicBezTo>
                  <a:pt x="66794" y="420549"/>
                  <a:pt x="142962" y="423374"/>
                  <a:pt x="179196" y="423071"/>
                </a:cubicBezTo>
                <a:cubicBezTo>
                  <a:pt x="202136" y="418172"/>
                  <a:pt x="228694" y="392385"/>
                  <a:pt x="250912" y="408617"/>
                </a:cubicBezTo>
                <a:cubicBezTo>
                  <a:pt x="249389" y="392611"/>
                  <a:pt x="280512" y="416185"/>
                  <a:pt x="291375" y="403710"/>
                </a:cubicBezTo>
                <a:cubicBezTo>
                  <a:pt x="298635" y="393187"/>
                  <a:pt x="309770" y="397885"/>
                  <a:pt x="320542" y="396592"/>
                </a:cubicBezTo>
                <a:cubicBezTo>
                  <a:pt x="359051" y="397166"/>
                  <a:pt x="484339" y="405354"/>
                  <a:pt x="522426" y="407158"/>
                </a:cubicBezTo>
                <a:cubicBezTo>
                  <a:pt x="532069" y="408997"/>
                  <a:pt x="540856" y="408831"/>
                  <a:pt x="549068" y="407418"/>
                </a:cubicBezTo>
                <a:lnTo>
                  <a:pt x="571100" y="400562"/>
                </a:lnTo>
                <a:lnTo>
                  <a:pt x="575457" y="392801"/>
                </a:lnTo>
                <a:lnTo>
                  <a:pt x="589968" y="391807"/>
                </a:lnTo>
                <a:lnTo>
                  <a:pt x="593649" y="390062"/>
                </a:lnTo>
                <a:cubicBezTo>
                  <a:pt x="600667" y="386700"/>
                  <a:pt x="607669" y="383607"/>
                  <a:pt x="614928" y="381544"/>
                </a:cubicBezTo>
                <a:cubicBezTo>
                  <a:pt x="636416" y="381988"/>
                  <a:pt x="667253" y="387671"/>
                  <a:pt x="722580" y="392722"/>
                </a:cubicBezTo>
                <a:cubicBezTo>
                  <a:pt x="792539" y="408114"/>
                  <a:pt x="885615" y="380106"/>
                  <a:pt x="946884" y="411854"/>
                </a:cubicBezTo>
                <a:cubicBezTo>
                  <a:pt x="1028270" y="418469"/>
                  <a:pt x="1139077" y="429433"/>
                  <a:pt x="1210905" y="432414"/>
                </a:cubicBezTo>
                <a:cubicBezTo>
                  <a:pt x="1270803" y="429423"/>
                  <a:pt x="1321921" y="453757"/>
                  <a:pt x="1377854" y="429745"/>
                </a:cubicBezTo>
                <a:cubicBezTo>
                  <a:pt x="1381419" y="434564"/>
                  <a:pt x="1385901" y="438319"/>
                  <a:pt x="1391004" y="441307"/>
                </a:cubicBezTo>
                <a:lnTo>
                  <a:pt x="1406953" y="447889"/>
                </a:lnTo>
                <a:lnTo>
                  <a:pt x="1409246" y="446765"/>
                </a:lnTo>
                <a:cubicBezTo>
                  <a:pt x="1419066" y="444804"/>
                  <a:pt x="1424836" y="446037"/>
                  <a:pt x="1428800" y="448677"/>
                </a:cubicBezTo>
                <a:lnTo>
                  <a:pt x="1432402" y="452956"/>
                </a:lnTo>
                <a:lnTo>
                  <a:pt x="1606578" y="430870"/>
                </a:lnTo>
                <a:cubicBezTo>
                  <a:pt x="1619625" y="433971"/>
                  <a:pt x="1633347" y="436643"/>
                  <a:pt x="1647476" y="438687"/>
                </a:cubicBezTo>
                <a:lnTo>
                  <a:pt x="1655866" y="439472"/>
                </a:lnTo>
                <a:lnTo>
                  <a:pt x="1656096" y="439162"/>
                </a:lnTo>
                <a:cubicBezTo>
                  <a:pt x="1658061" y="438636"/>
                  <a:pt x="1666503" y="411823"/>
                  <a:pt x="1670708" y="412530"/>
                </a:cubicBezTo>
                <a:lnTo>
                  <a:pt x="1737953" y="399496"/>
                </a:lnTo>
                <a:lnTo>
                  <a:pt x="1848192" y="376032"/>
                </a:lnTo>
                <a:cubicBezTo>
                  <a:pt x="1887458" y="368088"/>
                  <a:pt x="1918458" y="352092"/>
                  <a:pt x="1954077" y="352621"/>
                </a:cubicBezTo>
                <a:cubicBezTo>
                  <a:pt x="1965180" y="342609"/>
                  <a:pt x="1976973" y="337201"/>
                  <a:pt x="1993047" y="346068"/>
                </a:cubicBezTo>
                <a:cubicBezTo>
                  <a:pt x="2028636" y="335449"/>
                  <a:pt x="2032293" y="317806"/>
                  <a:pt x="2059719" y="325903"/>
                </a:cubicBezTo>
                <a:cubicBezTo>
                  <a:pt x="2071905" y="296194"/>
                  <a:pt x="2076373" y="305826"/>
                  <a:pt x="2088528" y="311409"/>
                </a:cubicBezTo>
                <a:lnTo>
                  <a:pt x="2090087" y="311676"/>
                </a:lnTo>
                <a:lnTo>
                  <a:pt x="2091700" y="307455"/>
                </a:lnTo>
                <a:lnTo>
                  <a:pt x="2096989" y="304649"/>
                </a:lnTo>
                <a:lnTo>
                  <a:pt x="2113325" y="302764"/>
                </a:lnTo>
                <a:lnTo>
                  <a:pt x="2119780" y="303007"/>
                </a:lnTo>
                <a:cubicBezTo>
                  <a:pt x="2124111" y="302819"/>
                  <a:pt x="2126840" y="302239"/>
                  <a:pt x="2128562" y="301336"/>
                </a:cubicBezTo>
                <a:cubicBezTo>
                  <a:pt x="2128600" y="301221"/>
                  <a:pt x="2128640" y="301107"/>
                  <a:pt x="2128679" y="300991"/>
                </a:cubicBezTo>
                <a:lnTo>
                  <a:pt x="2179558" y="299095"/>
                </a:lnTo>
                <a:cubicBezTo>
                  <a:pt x="2184857" y="280099"/>
                  <a:pt x="2238998" y="291238"/>
                  <a:pt x="2223277" y="260239"/>
                </a:cubicBezTo>
                <a:cubicBezTo>
                  <a:pt x="2241523" y="259676"/>
                  <a:pt x="2256386" y="270988"/>
                  <a:pt x="2243644" y="251110"/>
                </a:cubicBezTo>
                <a:cubicBezTo>
                  <a:pt x="2249448" y="250324"/>
                  <a:pt x="2252382" y="247882"/>
                  <a:pt x="2253986" y="244616"/>
                </a:cubicBezTo>
                <a:lnTo>
                  <a:pt x="2254285" y="243167"/>
                </a:lnTo>
                <a:lnTo>
                  <a:pt x="2295037" y="242433"/>
                </a:lnTo>
                <a:lnTo>
                  <a:pt x="2299648" y="239896"/>
                </a:lnTo>
                <a:lnTo>
                  <a:pt x="2327237" y="242539"/>
                </a:lnTo>
                <a:lnTo>
                  <a:pt x="2340943" y="242239"/>
                </a:lnTo>
                <a:lnTo>
                  <a:pt x="2345943" y="245589"/>
                </a:lnTo>
                <a:cubicBezTo>
                  <a:pt x="2350718" y="247299"/>
                  <a:pt x="2356754" y="247292"/>
                  <a:pt x="2365602" y="243403"/>
                </a:cubicBezTo>
                <a:lnTo>
                  <a:pt x="2367433" y="241858"/>
                </a:lnTo>
                <a:lnTo>
                  <a:pt x="2385231" y="244873"/>
                </a:lnTo>
                <a:cubicBezTo>
                  <a:pt x="2391237" y="246682"/>
                  <a:pt x="2396907" y="249351"/>
                  <a:pt x="2402059" y="253223"/>
                </a:cubicBezTo>
                <a:cubicBezTo>
                  <a:pt x="2457690" y="251623"/>
                  <a:pt x="2639813" y="242704"/>
                  <a:pt x="2719020" y="235271"/>
                </a:cubicBezTo>
                <a:cubicBezTo>
                  <a:pt x="2762954" y="229515"/>
                  <a:pt x="2821915" y="222156"/>
                  <a:pt x="2877308" y="208630"/>
                </a:cubicBezTo>
                <a:cubicBezTo>
                  <a:pt x="2947949" y="226393"/>
                  <a:pt x="2978035" y="153757"/>
                  <a:pt x="3051375" y="154110"/>
                </a:cubicBezTo>
                <a:cubicBezTo>
                  <a:pt x="3078434" y="115011"/>
                  <a:pt x="3067807" y="148493"/>
                  <a:pt x="3104837" y="135199"/>
                </a:cubicBezTo>
                <a:cubicBezTo>
                  <a:pt x="3103880" y="166713"/>
                  <a:pt x="3146743" y="109780"/>
                  <a:pt x="3159836" y="142694"/>
                </a:cubicBezTo>
                <a:cubicBezTo>
                  <a:pt x="3166160" y="139232"/>
                  <a:pt x="3171875" y="134841"/>
                  <a:pt x="3177510" y="130186"/>
                </a:cubicBezTo>
                <a:lnTo>
                  <a:pt x="3180470" y="127764"/>
                </a:lnTo>
                <a:lnTo>
                  <a:pt x="3194216" y="123837"/>
                </a:lnTo>
                <a:lnTo>
                  <a:pt x="3214710" y="104451"/>
                </a:lnTo>
                <a:cubicBezTo>
                  <a:pt x="3222186" y="101416"/>
                  <a:pt x="3230663" y="99454"/>
                  <a:pt x="3240671" y="99232"/>
                </a:cubicBezTo>
                <a:cubicBezTo>
                  <a:pt x="3277606" y="111009"/>
                  <a:pt x="3320498" y="66221"/>
                  <a:pt x="3366544" y="82506"/>
                </a:cubicBezTo>
                <a:cubicBezTo>
                  <a:pt x="3383134" y="85775"/>
                  <a:pt x="3432393" y="79256"/>
                  <a:pt x="3440424" y="67891"/>
                </a:cubicBezTo>
                <a:cubicBezTo>
                  <a:pt x="3450432" y="64444"/>
                  <a:pt x="3462892" y="66649"/>
                  <a:pt x="3466248" y="55103"/>
                </a:cubicBezTo>
                <a:cubicBezTo>
                  <a:pt x="3472418" y="40954"/>
                  <a:pt x="3510917" y="57092"/>
                  <a:pt x="3503820" y="42110"/>
                </a:cubicBezTo>
                <a:lnTo>
                  <a:pt x="3568389" y="13576"/>
                </a:lnTo>
                <a:cubicBezTo>
                  <a:pt x="3579310" y="19318"/>
                  <a:pt x="3590168" y="14433"/>
                  <a:pt x="3604089" y="6980"/>
                </a:cubicBezTo>
                <a:close/>
              </a:path>
            </a:pathLst>
          </a:custGeom>
          <a:solidFill>
            <a:srgbClr val="82766A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/>
          <p:nvPr/>
        </p:nvSpPr>
        <p:spPr>
          <a:xfrm>
            <a:off x="0" y="0"/>
            <a:ext cx="18283428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rduino + Processing : Analogue bar graph | the open source student" id="171" name="Google Shape;17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7482" y="3305306"/>
            <a:ext cx="5053453" cy="3676387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6"/>
          <p:cNvSpPr/>
          <p:nvPr/>
        </p:nvSpPr>
        <p:spPr>
          <a:xfrm>
            <a:off x="6944988" y="0"/>
            <a:ext cx="11343012" cy="10287000"/>
          </a:xfrm>
          <a:custGeom>
            <a:rect b="b" l="l" r="r" t="t"/>
            <a:pathLst>
              <a:path extrusionOk="0" h="6858000" w="7529613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6"/>
          <p:cNvSpPr txBox="1"/>
          <p:nvPr>
            <p:ph type="ctrTitle"/>
          </p:nvPr>
        </p:nvSpPr>
        <p:spPr>
          <a:xfrm>
            <a:off x="8433091" y="1143807"/>
            <a:ext cx="8474024" cy="47997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9900">
                <a:solidFill>
                  <a:srgbClr val="FFFFFF"/>
                </a:solidFill>
              </a:rPr>
              <a:t>Creación de Gráficos y Animaciones</a:t>
            </a:r>
            <a:endParaRPr b="1" sz="9900">
              <a:solidFill>
                <a:srgbClr val="FFFFFF"/>
              </a:solidFill>
            </a:endParaRPr>
          </a:p>
        </p:txBody>
      </p:sp>
      <p:sp>
        <p:nvSpPr>
          <p:cNvPr id="174" name="Google Shape;174;p26"/>
          <p:cNvSpPr txBox="1"/>
          <p:nvPr>
            <p:ph idx="1" type="subTitle"/>
          </p:nvPr>
        </p:nvSpPr>
        <p:spPr>
          <a:xfrm>
            <a:off x="8433091" y="6468841"/>
            <a:ext cx="8474024" cy="25317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826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>
                <a:solidFill>
                  <a:srgbClr val="FFFFFF"/>
                </a:solidFill>
              </a:rPr>
              <a:t>Con Processing puedes dibujar formas básicas como rectángulos, círculos y líneas.</a:t>
            </a:r>
            <a:endParaRPr/>
          </a:p>
          <a:p>
            <a:pPr indent="-457200" lvl="0" marL="4826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>
                <a:solidFill>
                  <a:srgbClr val="FFFFFF"/>
                </a:solidFill>
              </a:rPr>
              <a:t>Las animaciones se logran usando `draw()` y actualizando variables en tiempo real.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8576523" y="6064953"/>
            <a:ext cx="7955280" cy="27432"/>
          </a:xfrm>
          <a:custGeom>
            <a:rect b="b" l="l" r="r" t="t"/>
            <a:pathLst>
              <a:path extrusionOk="0" fill="none" h="27432" w="7955280">
                <a:moveTo>
                  <a:pt x="0" y="0"/>
                </a:moveTo>
                <a:cubicBezTo>
                  <a:pt x="94827" y="8135"/>
                  <a:pt x="236194" y="11326"/>
                  <a:pt x="424282" y="0"/>
                </a:cubicBezTo>
                <a:cubicBezTo>
                  <a:pt x="612370" y="-11326"/>
                  <a:pt x="825290" y="-2056"/>
                  <a:pt x="1166774" y="0"/>
                </a:cubicBezTo>
                <a:cubicBezTo>
                  <a:pt x="1508258" y="2056"/>
                  <a:pt x="1392798" y="20560"/>
                  <a:pt x="1591056" y="0"/>
                </a:cubicBezTo>
                <a:cubicBezTo>
                  <a:pt x="1789314" y="-20560"/>
                  <a:pt x="1940393" y="18261"/>
                  <a:pt x="2174443" y="0"/>
                </a:cubicBezTo>
                <a:cubicBezTo>
                  <a:pt x="2408493" y="-18261"/>
                  <a:pt x="2751749" y="-15878"/>
                  <a:pt x="2996489" y="0"/>
                </a:cubicBezTo>
                <a:cubicBezTo>
                  <a:pt x="3241229" y="15878"/>
                  <a:pt x="3429193" y="3679"/>
                  <a:pt x="3659429" y="0"/>
                </a:cubicBezTo>
                <a:cubicBezTo>
                  <a:pt x="3889665" y="-3679"/>
                  <a:pt x="4082313" y="-18721"/>
                  <a:pt x="4401922" y="0"/>
                </a:cubicBezTo>
                <a:cubicBezTo>
                  <a:pt x="4721531" y="18721"/>
                  <a:pt x="4734668" y="-21713"/>
                  <a:pt x="4985309" y="0"/>
                </a:cubicBezTo>
                <a:cubicBezTo>
                  <a:pt x="5235950" y="21713"/>
                  <a:pt x="5481679" y="15568"/>
                  <a:pt x="5648249" y="0"/>
                </a:cubicBezTo>
                <a:cubicBezTo>
                  <a:pt x="5814819" y="-15568"/>
                  <a:pt x="6204760" y="38027"/>
                  <a:pt x="6470294" y="0"/>
                </a:cubicBezTo>
                <a:cubicBezTo>
                  <a:pt x="6735829" y="-38027"/>
                  <a:pt x="6757588" y="-13831"/>
                  <a:pt x="6974129" y="0"/>
                </a:cubicBezTo>
                <a:cubicBezTo>
                  <a:pt x="7190670" y="13831"/>
                  <a:pt x="7643810" y="-25315"/>
                  <a:pt x="7955280" y="0"/>
                </a:cubicBezTo>
                <a:cubicBezTo>
                  <a:pt x="7954691" y="10802"/>
                  <a:pt x="7954610" y="18406"/>
                  <a:pt x="7955280" y="27432"/>
                </a:cubicBezTo>
                <a:cubicBezTo>
                  <a:pt x="7747683" y="33455"/>
                  <a:pt x="7576405" y="35535"/>
                  <a:pt x="7371893" y="27432"/>
                </a:cubicBezTo>
                <a:cubicBezTo>
                  <a:pt x="7167381" y="19329"/>
                  <a:pt x="7057873" y="48036"/>
                  <a:pt x="6947611" y="27432"/>
                </a:cubicBezTo>
                <a:cubicBezTo>
                  <a:pt x="6837349" y="6828"/>
                  <a:pt x="6541600" y="27100"/>
                  <a:pt x="6284671" y="27432"/>
                </a:cubicBezTo>
                <a:cubicBezTo>
                  <a:pt x="6027742" y="27764"/>
                  <a:pt x="6004172" y="14940"/>
                  <a:pt x="5780837" y="27432"/>
                </a:cubicBezTo>
                <a:cubicBezTo>
                  <a:pt x="5557502" y="39924"/>
                  <a:pt x="5282556" y="40995"/>
                  <a:pt x="5117897" y="27432"/>
                </a:cubicBezTo>
                <a:cubicBezTo>
                  <a:pt x="4953238" y="13869"/>
                  <a:pt x="4610505" y="25596"/>
                  <a:pt x="4454957" y="27432"/>
                </a:cubicBezTo>
                <a:cubicBezTo>
                  <a:pt x="4299409" y="29268"/>
                  <a:pt x="4053569" y="57850"/>
                  <a:pt x="3792017" y="27432"/>
                </a:cubicBezTo>
                <a:cubicBezTo>
                  <a:pt x="3530465" y="-2986"/>
                  <a:pt x="3415358" y="-3071"/>
                  <a:pt x="3129077" y="27432"/>
                </a:cubicBezTo>
                <a:cubicBezTo>
                  <a:pt x="2842796" y="57935"/>
                  <a:pt x="2725763" y="44116"/>
                  <a:pt x="2545690" y="27432"/>
                </a:cubicBezTo>
                <a:cubicBezTo>
                  <a:pt x="2365617" y="10748"/>
                  <a:pt x="2011534" y="10838"/>
                  <a:pt x="1803197" y="27432"/>
                </a:cubicBezTo>
                <a:cubicBezTo>
                  <a:pt x="1594860" y="44026"/>
                  <a:pt x="1456844" y="13949"/>
                  <a:pt x="1140257" y="27432"/>
                </a:cubicBezTo>
                <a:cubicBezTo>
                  <a:pt x="823670" y="40915"/>
                  <a:pt x="333588" y="33180"/>
                  <a:pt x="0" y="27432"/>
                </a:cubicBezTo>
                <a:cubicBezTo>
                  <a:pt x="586" y="19291"/>
                  <a:pt x="-218" y="13009"/>
                  <a:pt x="0" y="0"/>
                </a:cubicBezTo>
                <a:close/>
              </a:path>
              <a:path extrusionOk="0" h="27432" w="7955280">
                <a:moveTo>
                  <a:pt x="0" y="0"/>
                </a:moveTo>
                <a:cubicBezTo>
                  <a:pt x="168417" y="12311"/>
                  <a:pt x="429599" y="7345"/>
                  <a:pt x="583387" y="0"/>
                </a:cubicBezTo>
                <a:cubicBezTo>
                  <a:pt x="737175" y="-7345"/>
                  <a:pt x="808088" y="9132"/>
                  <a:pt x="1007669" y="0"/>
                </a:cubicBezTo>
                <a:cubicBezTo>
                  <a:pt x="1207250" y="-9132"/>
                  <a:pt x="1644505" y="37878"/>
                  <a:pt x="1829714" y="0"/>
                </a:cubicBezTo>
                <a:cubicBezTo>
                  <a:pt x="2014924" y="-37878"/>
                  <a:pt x="2136677" y="-15357"/>
                  <a:pt x="2413102" y="0"/>
                </a:cubicBezTo>
                <a:cubicBezTo>
                  <a:pt x="2689527" y="15357"/>
                  <a:pt x="2857537" y="-22640"/>
                  <a:pt x="2996489" y="0"/>
                </a:cubicBezTo>
                <a:cubicBezTo>
                  <a:pt x="3135441" y="22640"/>
                  <a:pt x="3447937" y="-34770"/>
                  <a:pt x="3818534" y="0"/>
                </a:cubicBezTo>
                <a:cubicBezTo>
                  <a:pt x="4189131" y="34770"/>
                  <a:pt x="4105942" y="-6416"/>
                  <a:pt x="4322369" y="0"/>
                </a:cubicBezTo>
                <a:cubicBezTo>
                  <a:pt x="4538797" y="6416"/>
                  <a:pt x="4768512" y="-1510"/>
                  <a:pt x="5144414" y="0"/>
                </a:cubicBezTo>
                <a:cubicBezTo>
                  <a:pt x="5520316" y="1510"/>
                  <a:pt x="5657639" y="-1958"/>
                  <a:pt x="5966460" y="0"/>
                </a:cubicBezTo>
                <a:cubicBezTo>
                  <a:pt x="6275281" y="1958"/>
                  <a:pt x="6443781" y="2632"/>
                  <a:pt x="6629400" y="0"/>
                </a:cubicBezTo>
                <a:cubicBezTo>
                  <a:pt x="6815019" y="-2632"/>
                  <a:pt x="7689303" y="-63177"/>
                  <a:pt x="7955280" y="0"/>
                </a:cubicBezTo>
                <a:cubicBezTo>
                  <a:pt x="7953920" y="10164"/>
                  <a:pt x="7955363" y="19377"/>
                  <a:pt x="7955280" y="27432"/>
                </a:cubicBezTo>
                <a:cubicBezTo>
                  <a:pt x="7862671" y="20934"/>
                  <a:pt x="7708549" y="11502"/>
                  <a:pt x="7530998" y="27432"/>
                </a:cubicBezTo>
                <a:cubicBezTo>
                  <a:pt x="7353447" y="43362"/>
                  <a:pt x="7021675" y="-9453"/>
                  <a:pt x="6708953" y="27432"/>
                </a:cubicBezTo>
                <a:cubicBezTo>
                  <a:pt x="6396232" y="64317"/>
                  <a:pt x="6342299" y="22125"/>
                  <a:pt x="6205118" y="27432"/>
                </a:cubicBezTo>
                <a:cubicBezTo>
                  <a:pt x="6067938" y="32739"/>
                  <a:pt x="5864895" y="43452"/>
                  <a:pt x="5542178" y="27432"/>
                </a:cubicBezTo>
                <a:cubicBezTo>
                  <a:pt x="5219461" y="11412"/>
                  <a:pt x="4948413" y="35474"/>
                  <a:pt x="4720133" y="27432"/>
                </a:cubicBezTo>
                <a:cubicBezTo>
                  <a:pt x="4491853" y="19390"/>
                  <a:pt x="4225819" y="8307"/>
                  <a:pt x="4057193" y="27432"/>
                </a:cubicBezTo>
                <a:cubicBezTo>
                  <a:pt x="3888567" y="46557"/>
                  <a:pt x="3767798" y="9699"/>
                  <a:pt x="3632911" y="27432"/>
                </a:cubicBezTo>
                <a:cubicBezTo>
                  <a:pt x="3498024" y="45165"/>
                  <a:pt x="3321375" y="8639"/>
                  <a:pt x="3129077" y="27432"/>
                </a:cubicBezTo>
                <a:cubicBezTo>
                  <a:pt x="2936779" y="46225"/>
                  <a:pt x="2553805" y="35101"/>
                  <a:pt x="2307031" y="27432"/>
                </a:cubicBezTo>
                <a:cubicBezTo>
                  <a:pt x="2060257" y="19763"/>
                  <a:pt x="1874161" y="18694"/>
                  <a:pt x="1644091" y="27432"/>
                </a:cubicBezTo>
                <a:cubicBezTo>
                  <a:pt x="1414021" y="36170"/>
                  <a:pt x="1371622" y="15559"/>
                  <a:pt x="1140257" y="27432"/>
                </a:cubicBezTo>
                <a:cubicBezTo>
                  <a:pt x="908892" y="39305"/>
                  <a:pt x="265781" y="65226"/>
                  <a:pt x="0" y="27432"/>
                </a:cubicBezTo>
                <a:cubicBezTo>
                  <a:pt x="-383" y="21019"/>
                  <a:pt x="-503" y="12434"/>
                  <a:pt x="0" y="0"/>
                </a:cubicBezTo>
                <a:close/>
              </a:path>
            </a:pathLst>
          </a:custGeom>
          <a:solidFill>
            <a:srgbClr val="FFFFFF"/>
          </a:solidFill>
          <a:ln cap="rnd" cmpd="sng" w="41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7"/>
          <p:cNvSpPr txBox="1"/>
          <p:nvPr>
            <p:ph type="ctrTitle"/>
          </p:nvPr>
        </p:nvSpPr>
        <p:spPr>
          <a:xfrm>
            <a:off x="1500186" y="2208913"/>
            <a:ext cx="6686551" cy="320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6600"/>
              <a:t>Tipos de gráficos comunes</a:t>
            </a:r>
            <a:endParaRPr/>
          </a:p>
        </p:txBody>
      </p:sp>
      <p:sp>
        <p:nvSpPr>
          <p:cNvPr id="182" name="Google Shape;182;p27"/>
          <p:cNvSpPr txBox="1"/>
          <p:nvPr>
            <p:ph idx="1" type="subTitle"/>
          </p:nvPr>
        </p:nvSpPr>
        <p:spPr>
          <a:xfrm>
            <a:off x="1687332" y="5749557"/>
            <a:ext cx="6315585" cy="1594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82600" rtl="0" algn="ctr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2100"/>
              <a:t>Gráfico de barras  </a:t>
            </a:r>
            <a:endParaRPr/>
          </a:p>
          <a:p>
            <a:pPr indent="-457200" lvl="0" marL="482600" rtl="0" algn="ctr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2100"/>
              <a:t>Gráfico circular  </a:t>
            </a:r>
            <a:endParaRPr/>
          </a:p>
          <a:p>
            <a:pPr indent="-457200" lvl="0" marL="482600" rtl="0" algn="ctr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2100"/>
              <a:t>Gráfico de dispersión  </a:t>
            </a:r>
            <a:endParaRPr/>
          </a:p>
          <a:p>
            <a:pPr indent="-457200" lvl="0" marL="482600" rtl="0" algn="ctr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2100"/>
              <a:t>Gráfico de líneas</a:t>
            </a:r>
            <a:endParaRPr/>
          </a:p>
        </p:txBody>
      </p:sp>
      <p:sp>
        <p:nvSpPr>
          <p:cNvPr id="183" name="Google Shape;183;p27"/>
          <p:cNvSpPr/>
          <p:nvPr/>
        </p:nvSpPr>
        <p:spPr>
          <a:xfrm flipH="1">
            <a:off x="6884892" y="1"/>
            <a:ext cx="11403106" cy="726140"/>
          </a:xfrm>
          <a:custGeom>
            <a:rect b="b" l="l" r="r" t="t"/>
            <a:pathLst>
              <a:path extrusionOk="0" h="743457" w="9683888">
                <a:moveTo>
                  <a:pt x="9683888" y="0"/>
                </a:moveTo>
                <a:lnTo>
                  <a:pt x="0" y="0"/>
                </a:lnTo>
                <a:lnTo>
                  <a:pt x="0" y="365878"/>
                </a:lnTo>
                <a:lnTo>
                  <a:pt x="11844" y="367909"/>
                </a:lnTo>
                <a:cubicBezTo>
                  <a:pt x="50423" y="374387"/>
                  <a:pt x="87879" y="380746"/>
                  <a:pt x="106208" y="385974"/>
                </a:cubicBezTo>
                <a:cubicBezTo>
                  <a:pt x="119919" y="389979"/>
                  <a:pt x="149687" y="402128"/>
                  <a:pt x="183667" y="399162"/>
                </a:cubicBezTo>
                <a:cubicBezTo>
                  <a:pt x="228274" y="394575"/>
                  <a:pt x="256969" y="398315"/>
                  <a:pt x="292430" y="390408"/>
                </a:cubicBezTo>
                <a:cubicBezTo>
                  <a:pt x="325377" y="395694"/>
                  <a:pt x="374510" y="420053"/>
                  <a:pt x="386942" y="395582"/>
                </a:cubicBezTo>
                <a:cubicBezTo>
                  <a:pt x="400429" y="416427"/>
                  <a:pt x="451168" y="399411"/>
                  <a:pt x="485751" y="408404"/>
                </a:cubicBezTo>
                <a:cubicBezTo>
                  <a:pt x="520399" y="423586"/>
                  <a:pt x="570416" y="404235"/>
                  <a:pt x="604107" y="418647"/>
                </a:cubicBezTo>
                <a:cubicBezTo>
                  <a:pt x="633631" y="425521"/>
                  <a:pt x="672063" y="446364"/>
                  <a:pt x="694081" y="449524"/>
                </a:cubicBezTo>
                <a:cubicBezTo>
                  <a:pt x="700528" y="463278"/>
                  <a:pt x="713487" y="450700"/>
                  <a:pt x="762452" y="456090"/>
                </a:cubicBezTo>
                <a:cubicBezTo>
                  <a:pt x="811417" y="461479"/>
                  <a:pt x="935420" y="470466"/>
                  <a:pt x="987872" y="481862"/>
                </a:cubicBezTo>
                <a:cubicBezTo>
                  <a:pt x="1018493" y="475799"/>
                  <a:pt x="1019470" y="516810"/>
                  <a:pt x="1077163" y="524467"/>
                </a:cubicBezTo>
                <a:cubicBezTo>
                  <a:pt x="1124222" y="535807"/>
                  <a:pt x="1202940" y="574855"/>
                  <a:pt x="1258716" y="587975"/>
                </a:cubicBezTo>
                <a:cubicBezTo>
                  <a:pt x="1274181" y="586466"/>
                  <a:pt x="1286859" y="589632"/>
                  <a:pt x="1298056" y="595413"/>
                </a:cubicBezTo>
                <a:lnTo>
                  <a:pt x="1327017" y="617412"/>
                </a:lnTo>
                <a:lnTo>
                  <a:pt x="1347909" y="620209"/>
                </a:lnTo>
                <a:cubicBezTo>
                  <a:pt x="1377004" y="628445"/>
                  <a:pt x="1394712" y="616344"/>
                  <a:pt x="1421792" y="626139"/>
                </a:cubicBezTo>
                <a:cubicBezTo>
                  <a:pt x="1466260" y="647543"/>
                  <a:pt x="1506099" y="610975"/>
                  <a:pt x="1519789" y="645011"/>
                </a:cubicBezTo>
                <a:cubicBezTo>
                  <a:pt x="1556219" y="665699"/>
                  <a:pt x="1578776" y="668950"/>
                  <a:pt x="1620886" y="687715"/>
                </a:cubicBezTo>
                <a:cubicBezTo>
                  <a:pt x="1658228" y="693647"/>
                  <a:pt x="1636224" y="694371"/>
                  <a:pt x="1676745" y="690130"/>
                </a:cubicBezTo>
                <a:cubicBezTo>
                  <a:pt x="1713709" y="697532"/>
                  <a:pt x="1774627" y="701403"/>
                  <a:pt x="1832228" y="690860"/>
                </a:cubicBezTo>
                <a:cubicBezTo>
                  <a:pt x="1866586" y="689181"/>
                  <a:pt x="1949046" y="755765"/>
                  <a:pt x="1980464" y="704858"/>
                </a:cubicBezTo>
                <a:cubicBezTo>
                  <a:pt x="2001472" y="716610"/>
                  <a:pt x="2020758" y="710467"/>
                  <a:pt x="2051150" y="711187"/>
                </a:cubicBezTo>
                <a:cubicBezTo>
                  <a:pt x="2081543" y="711907"/>
                  <a:pt x="2117567" y="736153"/>
                  <a:pt x="2162824" y="709178"/>
                </a:cubicBezTo>
                <a:cubicBezTo>
                  <a:pt x="2219712" y="701824"/>
                  <a:pt x="2181421" y="742368"/>
                  <a:pt x="2259859" y="718188"/>
                </a:cubicBezTo>
                <a:cubicBezTo>
                  <a:pt x="2296623" y="733933"/>
                  <a:pt x="2337412" y="741012"/>
                  <a:pt x="2378290" y="738748"/>
                </a:cubicBezTo>
                <a:cubicBezTo>
                  <a:pt x="2380041" y="725410"/>
                  <a:pt x="2399659" y="741017"/>
                  <a:pt x="2407828" y="743457"/>
                </a:cubicBezTo>
                <a:cubicBezTo>
                  <a:pt x="2406113" y="735180"/>
                  <a:pt x="2421642" y="728742"/>
                  <a:pt x="2428936" y="734697"/>
                </a:cubicBezTo>
                <a:cubicBezTo>
                  <a:pt x="2468648" y="720822"/>
                  <a:pt x="2584275" y="677579"/>
                  <a:pt x="2646106" y="660204"/>
                </a:cubicBezTo>
                <a:cubicBezTo>
                  <a:pt x="2706894" y="652346"/>
                  <a:pt x="2738390" y="612318"/>
                  <a:pt x="2799920" y="630451"/>
                </a:cubicBezTo>
                <a:cubicBezTo>
                  <a:pt x="2856798" y="622940"/>
                  <a:pt x="2902940" y="602232"/>
                  <a:pt x="2953556" y="607173"/>
                </a:cubicBezTo>
                <a:cubicBezTo>
                  <a:pt x="2970626" y="593247"/>
                  <a:pt x="2988095" y="586399"/>
                  <a:pt x="3009839" y="601743"/>
                </a:cubicBezTo>
                <a:cubicBezTo>
                  <a:pt x="3046166" y="594868"/>
                  <a:pt x="3085682" y="586046"/>
                  <a:pt x="3115016" y="584982"/>
                </a:cubicBezTo>
                <a:cubicBezTo>
                  <a:pt x="3144992" y="587935"/>
                  <a:pt x="3158740" y="599045"/>
                  <a:pt x="3185844" y="595356"/>
                </a:cubicBezTo>
                <a:cubicBezTo>
                  <a:pt x="3209939" y="576197"/>
                  <a:pt x="3221731" y="614583"/>
                  <a:pt x="3246013" y="592418"/>
                </a:cubicBezTo>
                <a:cubicBezTo>
                  <a:pt x="3228976" y="565486"/>
                  <a:pt x="3320172" y="599686"/>
                  <a:pt x="3313565" y="574138"/>
                </a:cubicBezTo>
                <a:cubicBezTo>
                  <a:pt x="3341586" y="564515"/>
                  <a:pt x="3371901" y="555346"/>
                  <a:pt x="3414143" y="553730"/>
                </a:cubicBezTo>
                <a:cubicBezTo>
                  <a:pt x="3463229" y="557630"/>
                  <a:pt x="3476532" y="539673"/>
                  <a:pt x="3552895" y="548563"/>
                </a:cubicBezTo>
                <a:cubicBezTo>
                  <a:pt x="3620356" y="561042"/>
                  <a:pt x="3688830" y="574962"/>
                  <a:pt x="3753012" y="599520"/>
                </a:cubicBezTo>
                <a:cubicBezTo>
                  <a:pt x="3769580" y="615048"/>
                  <a:pt x="3777112" y="602961"/>
                  <a:pt x="3804392" y="604131"/>
                </a:cubicBezTo>
                <a:cubicBezTo>
                  <a:pt x="3831672" y="605301"/>
                  <a:pt x="3878076" y="605222"/>
                  <a:pt x="3916696" y="606540"/>
                </a:cubicBezTo>
                <a:cubicBezTo>
                  <a:pt x="3970533" y="603881"/>
                  <a:pt x="3981244" y="618066"/>
                  <a:pt x="4063849" y="604058"/>
                </a:cubicBezTo>
                <a:cubicBezTo>
                  <a:pt x="4074473" y="605185"/>
                  <a:pt x="4134611" y="589365"/>
                  <a:pt x="4172179" y="592355"/>
                </a:cubicBezTo>
                <a:cubicBezTo>
                  <a:pt x="4180554" y="576172"/>
                  <a:pt x="4255433" y="602075"/>
                  <a:pt x="4276294" y="587119"/>
                </a:cubicBezTo>
                <a:cubicBezTo>
                  <a:pt x="4326119" y="586973"/>
                  <a:pt x="4361692" y="573867"/>
                  <a:pt x="4411090" y="575600"/>
                </a:cubicBezTo>
                <a:cubicBezTo>
                  <a:pt x="4465125" y="575500"/>
                  <a:pt x="4518088" y="570805"/>
                  <a:pt x="4540465" y="567464"/>
                </a:cubicBezTo>
                <a:lnTo>
                  <a:pt x="4545352" y="555554"/>
                </a:lnTo>
                <a:lnTo>
                  <a:pt x="4564014" y="553660"/>
                </a:lnTo>
                <a:lnTo>
                  <a:pt x="4568602" y="550913"/>
                </a:lnTo>
                <a:cubicBezTo>
                  <a:pt x="4577353" y="545618"/>
                  <a:pt x="4586105" y="540734"/>
                  <a:pt x="4595289" y="537407"/>
                </a:cubicBezTo>
                <a:cubicBezTo>
                  <a:pt x="4623104" y="537511"/>
                  <a:pt x="4660764" y="533229"/>
                  <a:pt x="4739026" y="532483"/>
                </a:cubicBezTo>
                <a:cubicBezTo>
                  <a:pt x="4806238" y="527255"/>
                  <a:pt x="4944577" y="524439"/>
                  <a:pt x="5061335" y="545635"/>
                </a:cubicBezTo>
                <a:cubicBezTo>
                  <a:pt x="5167156" y="553533"/>
                  <a:pt x="5251789" y="586167"/>
                  <a:pt x="5338634" y="595754"/>
                </a:cubicBezTo>
                <a:cubicBezTo>
                  <a:pt x="5415763" y="589622"/>
                  <a:pt x="5434719" y="609365"/>
                  <a:pt x="5529430" y="606335"/>
                </a:cubicBezTo>
                <a:cubicBezTo>
                  <a:pt x="5534498" y="613561"/>
                  <a:pt x="5597157" y="603269"/>
                  <a:pt x="5604039" y="607676"/>
                </a:cubicBezTo>
                <a:lnTo>
                  <a:pt x="5625281" y="617253"/>
                </a:lnTo>
                <a:lnTo>
                  <a:pt x="5628138" y="615483"/>
                </a:lnTo>
                <a:cubicBezTo>
                  <a:pt x="5640641" y="612245"/>
                  <a:pt x="5648217" y="613966"/>
                  <a:pt x="5653593" y="617873"/>
                </a:cubicBezTo>
                <a:lnTo>
                  <a:pt x="5658658" y="624279"/>
                </a:lnTo>
                <a:lnTo>
                  <a:pt x="5675963" y="627762"/>
                </a:lnTo>
                <a:lnTo>
                  <a:pt x="5709625" y="639593"/>
                </a:lnTo>
                <a:lnTo>
                  <a:pt x="5716324" y="637148"/>
                </a:lnTo>
                <a:lnTo>
                  <a:pt x="5767720" y="647737"/>
                </a:lnTo>
                <a:lnTo>
                  <a:pt x="5768619" y="645671"/>
                </a:lnTo>
                <a:cubicBezTo>
                  <a:pt x="5776130" y="642927"/>
                  <a:pt x="5830922" y="636226"/>
                  <a:pt x="5858696" y="628099"/>
                </a:cubicBezTo>
                <a:lnTo>
                  <a:pt x="5935260" y="596904"/>
                </a:lnTo>
                <a:lnTo>
                  <a:pt x="5946176" y="597874"/>
                </a:lnTo>
                <a:lnTo>
                  <a:pt x="5946447" y="597396"/>
                </a:lnTo>
                <a:cubicBezTo>
                  <a:pt x="5948934" y="596546"/>
                  <a:pt x="5952567" y="596468"/>
                  <a:pt x="5958069" y="597432"/>
                </a:cubicBezTo>
                <a:lnTo>
                  <a:pt x="5966081" y="599643"/>
                </a:lnTo>
                <a:lnTo>
                  <a:pt x="5987259" y="601523"/>
                </a:lnTo>
                <a:lnTo>
                  <a:pt x="5994905" y="598873"/>
                </a:lnTo>
                <a:cubicBezTo>
                  <a:pt x="6020610" y="579716"/>
                  <a:pt x="6016968" y="560235"/>
                  <a:pt x="6054803" y="541202"/>
                </a:cubicBezTo>
                <a:cubicBezTo>
                  <a:pt x="6108247" y="527358"/>
                  <a:pt x="6130976" y="484538"/>
                  <a:pt x="6188672" y="496389"/>
                </a:cubicBezTo>
                <a:cubicBezTo>
                  <a:pt x="6238659" y="483279"/>
                  <a:pt x="6277194" y="458153"/>
                  <a:pt x="6323280" y="458013"/>
                </a:cubicBezTo>
                <a:cubicBezTo>
                  <a:pt x="6368044" y="444385"/>
                  <a:pt x="6422801" y="420428"/>
                  <a:pt x="6457257" y="414621"/>
                </a:cubicBezTo>
                <a:cubicBezTo>
                  <a:pt x="6483424" y="410645"/>
                  <a:pt x="6508964" y="423228"/>
                  <a:pt x="6530019" y="423168"/>
                </a:cubicBezTo>
                <a:cubicBezTo>
                  <a:pt x="6558276" y="416578"/>
                  <a:pt x="6600264" y="386690"/>
                  <a:pt x="6626800" y="375078"/>
                </a:cubicBezTo>
                <a:cubicBezTo>
                  <a:pt x="6664418" y="400828"/>
                  <a:pt x="6655535" y="354302"/>
                  <a:pt x="6689231" y="353501"/>
                </a:cubicBezTo>
                <a:cubicBezTo>
                  <a:pt x="6708837" y="361122"/>
                  <a:pt x="6719642" y="359485"/>
                  <a:pt x="6726440" y="340276"/>
                </a:cubicBezTo>
                <a:cubicBezTo>
                  <a:pt x="6818329" y="378763"/>
                  <a:pt x="6765502" y="328183"/>
                  <a:pt x="6835228" y="329393"/>
                </a:cubicBezTo>
                <a:cubicBezTo>
                  <a:pt x="6897464" y="335048"/>
                  <a:pt x="6962224" y="329085"/>
                  <a:pt x="7039363" y="370823"/>
                </a:cubicBezTo>
                <a:cubicBezTo>
                  <a:pt x="7056368" y="384567"/>
                  <a:pt x="7070539" y="363899"/>
                  <a:pt x="7095156" y="366075"/>
                </a:cubicBezTo>
                <a:cubicBezTo>
                  <a:pt x="7119772" y="368250"/>
                  <a:pt x="7153748" y="385714"/>
                  <a:pt x="7187061" y="383876"/>
                </a:cubicBezTo>
                <a:cubicBezTo>
                  <a:pt x="7242115" y="377604"/>
                  <a:pt x="7270954" y="334249"/>
                  <a:pt x="7295039" y="355046"/>
                </a:cubicBezTo>
                <a:cubicBezTo>
                  <a:pt x="7320104" y="344159"/>
                  <a:pt x="7343179" y="301443"/>
                  <a:pt x="7373651" y="322299"/>
                </a:cubicBezTo>
                <a:cubicBezTo>
                  <a:pt x="7367160" y="298575"/>
                  <a:pt x="7410095" y="329040"/>
                  <a:pt x="7418964" y="308685"/>
                </a:cubicBezTo>
                <a:cubicBezTo>
                  <a:pt x="7424243" y="291807"/>
                  <a:pt x="7438503" y="297117"/>
                  <a:pt x="7450568" y="293511"/>
                </a:cubicBezTo>
                <a:cubicBezTo>
                  <a:pt x="7461276" y="277652"/>
                  <a:pt x="7519437" y="275664"/>
                  <a:pt x="7538380" y="283235"/>
                </a:cubicBezTo>
                <a:cubicBezTo>
                  <a:pt x="7594343" y="271879"/>
                  <a:pt x="7734488" y="231676"/>
                  <a:pt x="7786348" y="225377"/>
                </a:cubicBezTo>
                <a:cubicBezTo>
                  <a:pt x="7797693" y="277094"/>
                  <a:pt x="7847327" y="236176"/>
                  <a:pt x="7849534" y="245434"/>
                </a:cubicBezTo>
                <a:cubicBezTo>
                  <a:pt x="7894253" y="231282"/>
                  <a:pt x="7937937" y="238796"/>
                  <a:pt x="7981165" y="222252"/>
                </a:cubicBezTo>
                <a:cubicBezTo>
                  <a:pt x="8066564" y="234459"/>
                  <a:pt x="8127007" y="235277"/>
                  <a:pt x="8171882" y="222497"/>
                </a:cubicBezTo>
                <a:cubicBezTo>
                  <a:pt x="8183092" y="205785"/>
                  <a:pt x="8217423" y="177145"/>
                  <a:pt x="8242270" y="180535"/>
                </a:cubicBezTo>
                <a:cubicBezTo>
                  <a:pt x="8294138" y="178846"/>
                  <a:pt x="8410926" y="208334"/>
                  <a:pt x="8490152" y="209193"/>
                </a:cubicBezTo>
                <a:cubicBezTo>
                  <a:pt x="8558493" y="195433"/>
                  <a:pt x="8564727" y="233466"/>
                  <a:pt x="8622272" y="188859"/>
                </a:cubicBezTo>
                <a:cubicBezTo>
                  <a:pt x="8659556" y="191317"/>
                  <a:pt x="8666988" y="178214"/>
                  <a:pt x="8738606" y="208945"/>
                </a:cubicBezTo>
                <a:cubicBezTo>
                  <a:pt x="8769507" y="208543"/>
                  <a:pt x="8800406" y="224019"/>
                  <a:pt x="8831307" y="207738"/>
                </a:cubicBezTo>
                <a:cubicBezTo>
                  <a:pt x="8836477" y="191612"/>
                  <a:pt x="8870109" y="182455"/>
                  <a:pt x="8891432" y="184510"/>
                </a:cubicBezTo>
                <a:cubicBezTo>
                  <a:pt x="8876795" y="135260"/>
                  <a:pt x="8938553" y="173381"/>
                  <a:pt x="8946980" y="145578"/>
                </a:cubicBezTo>
                <a:cubicBezTo>
                  <a:pt x="9010957" y="156064"/>
                  <a:pt x="9046552" y="157746"/>
                  <a:pt x="9107760" y="128052"/>
                </a:cubicBezTo>
                <a:cubicBezTo>
                  <a:pt x="9135191" y="151813"/>
                  <a:pt x="9184204" y="114911"/>
                  <a:pt x="9195623" y="100212"/>
                </a:cubicBezTo>
                <a:cubicBezTo>
                  <a:pt x="9222736" y="85917"/>
                  <a:pt x="9230892" y="98248"/>
                  <a:pt x="9256898" y="73900"/>
                </a:cubicBezTo>
                <a:cubicBezTo>
                  <a:pt x="9276443" y="63724"/>
                  <a:pt x="9334001" y="80454"/>
                  <a:pt x="9351740" y="80439"/>
                </a:cubicBezTo>
                <a:cubicBezTo>
                  <a:pt x="9398889" y="82633"/>
                  <a:pt x="9473718" y="102566"/>
                  <a:pt x="9539796" y="87069"/>
                </a:cubicBezTo>
                <a:cubicBezTo>
                  <a:pt x="9565852" y="70987"/>
                  <a:pt x="9591569" y="56211"/>
                  <a:pt x="9619109" y="39994"/>
                </a:cubicBezTo>
                <a:close/>
              </a:path>
            </a:pathLst>
          </a:custGeom>
          <a:solidFill>
            <a:srgbClr val="82766A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udio Processing in Processing" id="184" name="Google Shape;18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61174" y="1960503"/>
            <a:ext cx="7776318" cy="5715593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7"/>
          <p:cNvSpPr/>
          <p:nvPr/>
        </p:nvSpPr>
        <p:spPr>
          <a:xfrm>
            <a:off x="0" y="8256493"/>
            <a:ext cx="16020843" cy="2030508"/>
          </a:xfrm>
          <a:custGeom>
            <a:rect b="b" l="l" r="r" t="t"/>
            <a:pathLst>
              <a:path extrusionOk="0" h="1605023" w="10680562">
                <a:moveTo>
                  <a:pt x="3617689" y="0"/>
                </a:moveTo>
                <a:lnTo>
                  <a:pt x="3635901" y="7738"/>
                </a:lnTo>
                <a:cubicBezTo>
                  <a:pt x="3636815" y="-13593"/>
                  <a:pt x="3674070" y="21953"/>
                  <a:pt x="3690891" y="7049"/>
                </a:cubicBezTo>
                <a:cubicBezTo>
                  <a:pt x="3723615" y="8082"/>
                  <a:pt x="3780877" y="7675"/>
                  <a:pt x="3832247" y="13937"/>
                </a:cubicBezTo>
                <a:cubicBezTo>
                  <a:pt x="3878761" y="52737"/>
                  <a:pt x="3960967" y="15082"/>
                  <a:pt x="3999111" y="44624"/>
                </a:cubicBezTo>
                <a:cubicBezTo>
                  <a:pt x="4011661" y="48427"/>
                  <a:pt x="4023440" y="49464"/>
                  <a:pt x="4034676" y="48775"/>
                </a:cubicBezTo>
                <a:lnTo>
                  <a:pt x="4065394" y="42879"/>
                </a:lnTo>
                <a:lnTo>
                  <a:pt x="4072648" y="33262"/>
                </a:lnTo>
                <a:lnTo>
                  <a:pt x="4092232" y="34026"/>
                </a:lnTo>
                <a:lnTo>
                  <a:pt x="4097470" y="32252"/>
                </a:lnTo>
                <a:cubicBezTo>
                  <a:pt x="4107476" y="28819"/>
                  <a:pt x="4117405" y="25741"/>
                  <a:pt x="4127488" y="24056"/>
                </a:cubicBezTo>
                <a:cubicBezTo>
                  <a:pt x="4122379" y="69900"/>
                  <a:pt x="4212421" y="17287"/>
                  <a:pt x="4190803" y="55685"/>
                </a:cubicBezTo>
                <a:cubicBezTo>
                  <a:pt x="4245322" y="54405"/>
                  <a:pt x="4210442" y="91290"/>
                  <a:pt x="4269333" y="54186"/>
                </a:cubicBezTo>
                <a:cubicBezTo>
                  <a:pt x="4360007" y="84494"/>
                  <a:pt x="4405441" y="66275"/>
                  <a:pt x="4481486" y="116915"/>
                </a:cubicBezTo>
                <a:cubicBezTo>
                  <a:pt x="4469366" y="96298"/>
                  <a:pt x="4624978" y="141388"/>
                  <a:pt x="4651418" y="150071"/>
                </a:cubicBezTo>
                <a:lnTo>
                  <a:pt x="4863575" y="175458"/>
                </a:lnTo>
                <a:cubicBezTo>
                  <a:pt x="4867452" y="182323"/>
                  <a:pt x="5007365" y="209256"/>
                  <a:pt x="5013635" y="213928"/>
                </a:cubicBezTo>
                <a:lnTo>
                  <a:pt x="5203044" y="228946"/>
                </a:lnTo>
                <a:lnTo>
                  <a:pt x="5207070" y="235105"/>
                </a:lnTo>
                <a:lnTo>
                  <a:pt x="5224253" y="240320"/>
                </a:lnTo>
                <a:lnTo>
                  <a:pt x="5256736" y="254811"/>
                </a:lnTo>
                <a:lnTo>
                  <a:pt x="5264095" y="253567"/>
                </a:lnTo>
                <a:lnTo>
                  <a:pt x="5315084" y="269264"/>
                </a:lnTo>
                <a:lnTo>
                  <a:pt x="5316393" y="267603"/>
                </a:lnTo>
                <a:cubicBezTo>
                  <a:pt x="5320500" y="264235"/>
                  <a:pt x="5325719" y="262424"/>
                  <a:pt x="5333427" y="263823"/>
                </a:cubicBezTo>
                <a:cubicBezTo>
                  <a:pt x="5330520" y="234164"/>
                  <a:pt x="5341605" y="254143"/>
                  <a:pt x="5364589" y="260882"/>
                </a:cubicBezTo>
                <a:cubicBezTo>
                  <a:pt x="5365199" y="216323"/>
                  <a:pt x="5425089" y="252089"/>
                  <a:pt x="5443973" y="230866"/>
                </a:cubicBezTo>
                <a:cubicBezTo>
                  <a:pt x="5460840" y="236821"/>
                  <a:pt x="5478689" y="242307"/>
                  <a:pt x="5497201" y="247023"/>
                </a:cubicBezTo>
                <a:lnTo>
                  <a:pt x="5508269" y="249256"/>
                </a:lnTo>
                <a:lnTo>
                  <a:pt x="5508636" y="248880"/>
                </a:lnTo>
                <a:cubicBezTo>
                  <a:pt x="5511356" y="248469"/>
                  <a:pt x="5515116" y="248867"/>
                  <a:pt x="5520606" y="250400"/>
                </a:cubicBezTo>
                <a:lnTo>
                  <a:pt x="5528451" y="253330"/>
                </a:lnTo>
                <a:lnTo>
                  <a:pt x="5549923" y="257662"/>
                </a:lnTo>
                <a:lnTo>
                  <a:pt x="5558295" y="256364"/>
                </a:lnTo>
                <a:lnTo>
                  <a:pt x="5664799" y="278924"/>
                </a:lnTo>
                <a:lnTo>
                  <a:pt x="5796160" y="307979"/>
                </a:lnTo>
                <a:lnTo>
                  <a:pt x="5897647" y="339431"/>
                </a:lnTo>
                <a:cubicBezTo>
                  <a:pt x="5894921" y="322560"/>
                  <a:pt x="5962532" y="357207"/>
                  <a:pt x="5978838" y="367970"/>
                </a:cubicBezTo>
                <a:cubicBezTo>
                  <a:pt x="6035145" y="375765"/>
                  <a:pt x="6006578" y="380813"/>
                  <a:pt x="6050367" y="386341"/>
                </a:cubicBezTo>
                <a:cubicBezTo>
                  <a:pt x="6051161" y="391932"/>
                  <a:pt x="6137489" y="380709"/>
                  <a:pt x="6140609" y="385135"/>
                </a:cubicBezTo>
                <a:cubicBezTo>
                  <a:pt x="6205928" y="424013"/>
                  <a:pt x="6248816" y="452185"/>
                  <a:pt x="6302950" y="448183"/>
                </a:cubicBezTo>
                <a:lnTo>
                  <a:pt x="6308533" y="448551"/>
                </a:lnTo>
                <a:lnTo>
                  <a:pt x="6340278" y="468555"/>
                </a:lnTo>
                <a:lnTo>
                  <a:pt x="6341685" y="467587"/>
                </a:lnTo>
                <a:cubicBezTo>
                  <a:pt x="6345560" y="465876"/>
                  <a:pt x="6349786" y="465470"/>
                  <a:pt x="6354862" y="467794"/>
                </a:cubicBezTo>
                <a:cubicBezTo>
                  <a:pt x="6361260" y="446013"/>
                  <a:pt x="6363438" y="462250"/>
                  <a:pt x="6377840" y="471024"/>
                </a:cubicBezTo>
                <a:cubicBezTo>
                  <a:pt x="6390990" y="439154"/>
                  <a:pt x="6423334" y="475084"/>
                  <a:pt x="6442804" y="463091"/>
                </a:cubicBezTo>
                <a:cubicBezTo>
                  <a:pt x="6453090" y="470255"/>
                  <a:pt x="6464204" y="477252"/>
                  <a:pt x="6476009" y="483807"/>
                </a:cubicBezTo>
                <a:lnTo>
                  <a:pt x="6483237" y="487308"/>
                </a:lnTo>
                <a:lnTo>
                  <a:pt x="6483605" y="487102"/>
                </a:lnTo>
                <a:cubicBezTo>
                  <a:pt x="6485654" y="487272"/>
                  <a:pt x="6488212" y="488201"/>
                  <a:pt x="6491673" y="490243"/>
                </a:cubicBezTo>
                <a:lnTo>
                  <a:pt x="6496411" y="493689"/>
                </a:lnTo>
                <a:lnTo>
                  <a:pt x="6510429" y="500479"/>
                </a:lnTo>
                <a:lnTo>
                  <a:pt x="6516750" y="500983"/>
                </a:lnTo>
                <a:cubicBezTo>
                  <a:pt x="6541864" y="496675"/>
                  <a:pt x="6554866" y="452619"/>
                  <a:pt x="6580199" y="483318"/>
                </a:cubicBezTo>
                <a:cubicBezTo>
                  <a:pt x="6622601" y="489571"/>
                  <a:pt x="6654587" y="470617"/>
                  <a:pt x="6690237" y="493051"/>
                </a:cubicBezTo>
                <a:cubicBezTo>
                  <a:pt x="6729957" y="498806"/>
                  <a:pt x="6766252" y="494451"/>
                  <a:pt x="6798356" y="506748"/>
                </a:cubicBezTo>
                <a:cubicBezTo>
                  <a:pt x="6813529" y="501270"/>
                  <a:pt x="6826992" y="500232"/>
                  <a:pt x="6837102" y="513677"/>
                </a:cubicBezTo>
                <a:cubicBezTo>
                  <a:pt x="6874837" y="515764"/>
                  <a:pt x="6887115" y="500833"/>
                  <a:pt x="6907934" y="517339"/>
                </a:cubicBezTo>
                <a:cubicBezTo>
                  <a:pt x="6934086" y="494196"/>
                  <a:pt x="6933260" y="504492"/>
                  <a:pt x="6941474" y="513632"/>
                </a:cubicBezTo>
                <a:lnTo>
                  <a:pt x="6942754" y="514394"/>
                </a:lnTo>
                <a:lnTo>
                  <a:pt x="6946363" y="511066"/>
                </a:lnTo>
                <a:lnTo>
                  <a:pt x="6952592" y="510252"/>
                </a:lnTo>
                <a:lnTo>
                  <a:pt x="6968398" y="513946"/>
                </a:lnTo>
                <a:lnTo>
                  <a:pt x="6974142" y="516310"/>
                </a:lnTo>
                <a:cubicBezTo>
                  <a:pt x="6978173" y="517574"/>
                  <a:pt x="6980948" y="517948"/>
                  <a:pt x="6982971" y="517694"/>
                </a:cubicBezTo>
                <a:lnTo>
                  <a:pt x="6983252" y="517416"/>
                </a:lnTo>
                <a:lnTo>
                  <a:pt x="6991400" y="519321"/>
                </a:lnTo>
                <a:cubicBezTo>
                  <a:pt x="7005004" y="523242"/>
                  <a:pt x="7018100" y="527732"/>
                  <a:pt x="7030460" y="532556"/>
                </a:cubicBezTo>
                <a:cubicBezTo>
                  <a:pt x="7044917" y="516932"/>
                  <a:pt x="7088472" y="545083"/>
                  <a:pt x="7089916" y="511503"/>
                </a:cubicBezTo>
                <a:cubicBezTo>
                  <a:pt x="7106785" y="517039"/>
                  <a:pt x="7114554" y="532321"/>
                  <a:pt x="7113059" y="509904"/>
                </a:cubicBezTo>
                <a:cubicBezTo>
                  <a:pt x="7118735" y="511110"/>
                  <a:pt x="7122641" y="509850"/>
                  <a:pt x="7125755" y="507393"/>
                </a:cubicBezTo>
                <a:lnTo>
                  <a:pt x="7126765" y="506166"/>
                </a:lnTo>
                <a:lnTo>
                  <a:pt x="7164175" y="519011"/>
                </a:lnTo>
                <a:lnTo>
                  <a:pt x="7169654" y="518219"/>
                </a:lnTo>
                <a:lnTo>
                  <a:pt x="7193386" y="529788"/>
                </a:lnTo>
                <a:lnTo>
                  <a:pt x="7205997" y="534060"/>
                </a:lnTo>
                <a:lnTo>
                  <a:pt x="7208842" y="538783"/>
                </a:lnTo>
                <a:cubicBezTo>
                  <a:pt x="7212314" y="541931"/>
                  <a:pt x="7217803" y="543928"/>
                  <a:pt x="7227817" y="543304"/>
                </a:cubicBezTo>
                <a:lnTo>
                  <a:pt x="7230267" y="542497"/>
                </a:lnTo>
                <a:lnTo>
                  <a:pt x="7244913" y="551160"/>
                </a:lnTo>
                <a:cubicBezTo>
                  <a:pt x="7249453" y="554807"/>
                  <a:pt x="7253253" y="559130"/>
                  <a:pt x="7255970" y="564383"/>
                </a:cubicBezTo>
                <a:cubicBezTo>
                  <a:pt x="7315146" y="548103"/>
                  <a:pt x="7361553" y="579076"/>
                  <a:pt x="7421156" y="584155"/>
                </a:cubicBezTo>
                <a:cubicBezTo>
                  <a:pt x="7465612" y="613750"/>
                  <a:pt x="7546249" y="613142"/>
                  <a:pt x="7553166" y="653085"/>
                </a:cubicBezTo>
                <a:cubicBezTo>
                  <a:pt x="7562552" y="609214"/>
                  <a:pt x="7673998" y="724531"/>
                  <a:pt x="7643092" y="662482"/>
                </a:cubicBezTo>
                <a:lnTo>
                  <a:pt x="7896429" y="689054"/>
                </a:lnTo>
                <a:cubicBezTo>
                  <a:pt x="7940867" y="662251"/>
                  <a:pt x="7914217" y="689365"/>
                  <a:pt x="7954620" y="689481"/>
                </a:cubicBezTo>
                <a:cubicBezTo>
                  <a:pt x="7937756" y="718000"/>
                  <a:pt x="8005608" y="680123"/>
                  <a:pt x="8000803" y="714583"/>
                </a:cubicBezTo>
                <a:cubicBezTo>
                  <a:pt x="8008309" y="713512"/>
                  <a:pt x="8015731" y="711389"/>
                  <a:pt x="8023216" y="709000"/>
                </a:cubicBezTo>
                <a:lnTo>
                  <a:pt x="8027136" y="707765"/>
                </a:lnTo>
                <a:lnTo>
                  <a:pt x="8041622" y="708731"/>
                </a:lnTo>
                <a:lnTo>
                  <a:pt x="8047209" y="701624"/>
                </a:lnTo>
                <a:lnTo>
                  <a:pt x="8070088" y="697789"/>
                </a:lnTo>
                <a:cubicBezTo>
                  <a:pt x="8078424" y="697492"/>
                  <a:pt x="8087123" y="698508"/>
                  <a:pt x="8096332" y="701624"/>
                </a:cubicBezTo>
                <a:cubicBezTo>
                  <a:pt x="8123926" y="724651"/>
                  <a:pt x="8185640" y="697894"/>
                  <a:pt x="8219225" y="728069"/>
                </a:cubicBezTo>
                <a:cubicBezTo>
                  <a:pt x="8232644" y="736562"/>
                  <a:pt x="8280723" y="746936"/>
                  <a:pt x="8293793" y="739200"/>
                </a:cubicBezTo>
                <a:cubicBezTo>
                  <a:pt x="8304636" y="739365"/>
                  <a:pt x="8314843" y="745516"/>
                  <a:pt x="8323753" y="736063"/>
                </a:cubicBezTo>
                <a:cubicBezTo>
                  <a:pt x="8336542" y="725164"/>
                  <a:pt x="8363344" y="752699"/>
                  <a:pt x="8364496" y="736635"/>
                </a:cubicBezTo>
                <a:cubicBezTo>
                  <a:pt x="8383724" y="755702"/>
                  <a:pt x="8414211" y="733717"/>
                  <a:pt x="8437662" y="731942"/>
                </a:cubicBezTo>
                <a:cubicBezTo>
                  <a:pt x="8451685" y="749699"/>
                  <a:pt x="8487061" y="728469"/>
                  <a:pt x="8533764" y="735554"/>
                </a:cubicBezTo>
                <a:cubicBezTo>
                  <a:pt x="8548878" y="755832"/>
                  <a:pt x="8565301" y="740114"/>
                  <a:pt x="8596769" y="769632"/>
                </a:cubicBezTo>
                <a:cubicBezTo>
                  <a:pt x="8598880" y="767829"/>
                  <a:pt x="8601326" y="766261"/>
                  <a:pt x="8604035" y="764982"/>
                </a:cubicBezTo>
                <a:cubicBezTo>
                  <a:pt x="8619777" y="757551"/>
                  <a:pt x="8640772" y="761213"/>
                  <a:pt x="8650929" y="773164"/>
                </a:cubicBezTo>
                <a:cubicBezTo>
                  <a:pt x="8702615" y="814545"/>
                  <a:pt x="8757170" y="823762"/>
                  <a:pt x="8806497" y="839707"/>
                </a:cubicBezTo>
                <a:cubicBezTo>
                  <a:pt x="8863157" y="854381"/>
                  <a:pt x="8833749" y="812347"/>
                  <a:pt x="8898377" y="854651"/>
                </a:cubicBezTo>
                <a:cubicBezTo>
                  <a:pt x="8909161" y="844048"/>
                  <a:pt x="8918437" y="845186"/>
                  <a:pt x="8932389" y="853846"/>
                </a:cubicBezTo>
                <a:cubicBezTo>
                  <a:pt x="8960146" y="860074"/>
                  <a:pt x="8965550" y="829338"/>
                  <a:pt x="8989288" y="852877"/>
                </a:cubicBezTo>
                <a:cubicBezTo>
                  <a:pt x="8988278" y="835633"/>
                  <a:pt x="9043995" y="856467"/>
                  <a:pt x="9035275" y="837110"/>
                </a:cubicBezTo>
                <a:cubicBezTo>
                  <a:pt x="9060165" y="838647"/>
                  <a:pt x="9108456" y="858499"/>
                  <a:pt x="9138626" y="862106"/>
                </a:cubicBezTo>
                <a:cubicBezTo>
                  <a:pt x="9165080" y="876547"/>
                  <a:pt x="9174888" y="860404"/>
                  <a:pt x="9216298" y="858754"/>
                </a:cubicBezTo>
                <a:cubicBezTo>
                  <a:pt x="9230418" y="871192"/>
                  <a:pt x="9244774" y="868822"/>
                  <a:pt x="9259941" y="861843"/>
                </a:cubicBezTo>
                <a:cubicBezTo>
                  <a:pt x="9297647" y="870955"/>
                  <a:pt x="9335980" y="863006"/>
                  <a:pt x="9380407" y="864825"/>
                </a:cubicBezTo>
                <a:cubicBezTo>
                  <a:pt x="9424338" y="883720"/>
                  <a:pt x="9443322" y="899138"/>
                  <a:pt x="9490772" y="901190"/>
                </a:cubicBezTo>
                <a:cubicBezTo>
                  <a:pt x="9530410" y="933396"/>
                  <a:pt x="9546422" y="928548"/>
                  <a:pt x="9584982" y="935980"/>
                </a:cubicBezTo>
                <a:cubicBezTo>
                  <a:pt x="9629819" y="954269"/>
                  <a:pt x="9718219" y="986435"/>
                  <a:pt x="9759797" y="1010923"/>
                </a:cubicBezTo>
                <a:cubicBezTo>
                  <a:pt x="9801376" y="1035410"/>
                  <a:pt x="9804503" y="1066293"/>
                  <a:pt x="9834455" y="1082908"/>
                </a:cubicBezTo>
                <a:cubicBezTo>
                  <a:pt x="9864406" y="1099522"/>
                  <a:pt x="9891608" y="1087791"/>
                  <a:pt x="9939504" y="1110614"/>
                </a:cubicBezTo>
                <a:cubicBezTo>
                  <a:pt x="9978150" y="1098522"/>
                  <a:pt x="10034187" y="1166580"/>
                  <a:pt x="10077001" y="1160906"/>
                </a:cubicBezTo>
                <a:cubicBezTo>
                  <a:pt x="10084861" y="1190721"/>
                  <a:pt x="10164307" y="1234884"/>
                  <a:pt x="10178431" y="1244920"/>
                </a:cubicBezTo>
                <a:cubicBezTo>
                  <a:pt x="10210316" y="1215779"/>
                  <a:pt x="10222273" y="1306394"/>
                  <a:pt x="10248658" y="1309335"/>
                </a:cubicBezTo>
                <a:lnTo>
                  <a:pt x="10414709" y="1388645"/>
                </a:lnTo>
                <a:cubicBezTo>
                  <a:pt x="10473963" y="1440373"/>
                  <a:pt x="10538857" y="1454568"/>
                  <a:pt x="10592469" y="1543828"/>
                </a:cubicBezTo>
                <a:cubicBezTo>
                  <a:pt x="10651538" y="1531501"/>
                  <a:pt x="10660082" y="1567462"/>
                  <a:pt x="10674941" y="1597388"/>
                </a:cubicBezTo>
                <a:lnTo>
                  <a:pt x="10680562" y="1605023"/>
                </a:lnTo>
                <a:lnTo>
                  <a:pt x="0" y="1605023"/>
                </a:lnTo>
                <a:lnTo>
                  <a:pt x="0" y="415048"/>
                </a:lnTo>
                <a:lnTo>
                  <a:pt x="9656" y="416044"/>
                </a:lnTo>
                <a:cubicBezTo>
                  <a:pt x="66794" y="420549"/>
                  <a:pt x="142962" y="423374"/>
                  <a:pt x="179196" y="423071"/>
                </a:cubicBezTo>
                <a:cubicBezTo>
                  <a:pt x="202136" y="418172"/>
                  <a:pt x="228694" y="392385"/>
                  <a:pt x="250912" y="408617"/>
                </a:cubicBezTo>
                <a:cubicBezTo>
                  <a:pt x="249389" y="392611"/>
                  <a:pt x="280512" y="416185"/>
                  <a:pt x="291375" y="403710"/>
                </a:cubicBezTo>
                <a:cubicBezTo>
                  <a:pt x="298635" y="393187"/>
                  <a:pt x="309770" y="397885"/>
                  <a:pt x="320542" y="396592"/>
                </a:cubicBezTo>
                <a:cubicBezTo>
                  <a:pt x="359051" y="397166"/>
                  <a:pt x="484339" y="405354"/>
                  <a:pt x="522426" y="407158"/>
                </a:cubicBezTo>
                <a:cubicBezTo>
                  <a:pt x="532069" y="408997"/>
                  <a:pt x="540856" y="408831"/>
                  <a:pt x="549068" y="407418"/>
                </a:cubicBezTo>
                <a:lnTo>
                  <a:pt x="571100" y="400562"/>
                </a:lnTo>
                <a:lnTo>
                  <a:pt x="575457" y="392801"/>
                </a:lnTo>
                <a:lnTo>
                  <a:pt x="589968" y="391807"/>
                </a:lnTo>
                <a:lnTo>
                  <a:pt x="593649" y="390062"/>
                </a:lnTo>
                <a:cubicBezTo>
                  <a:pt x="600667" y="386700"/>
                  <a:pt x="607669" y="383607"/>
                  <a:pt x="614928" y="381544"/>
                </a:cubicBezTo>
                <a:cubicBezTo>
                  <a:pt x="636416" y="381988"/>
                  <a:pt x="667253" y="387671"/>
                  <a:pt x="722580" y="392722"/>
                </a:cubicBezTo>
                <a:cubicBezTo>
                  <a:pt x="792539" y="408114"/>
                  <a:pt x="885615" y="380106"/>
                  <a:pt x="946884" y="411854"/>
                </a:cubicBezTo>
                <a:cubicBezTo>
                  <a:pt x="1028270" y="418469"/>
                  <a:pt x="1139077" y="429433"/>
                  <a:pt x="1210905" y="432414"/>
                </a:cubicBezTo>
                <a:cubicBezTo>
                  <a:pt x="1270803" y="429423"/>
                  <a:pt x="1321921" y="453757"/>
                  <a:pt x="1377854" y="429745"/>
                </a:cubicBezTo>
                <a:cubicBezTo>
                  <a:pt x="1381419" y="434564"/>
                  <a:pt x="1385901" y="438319"/>
                  <a:pt x="1391004" y="441307"/>
                </a:cubicBezTo>
                <a:lnTo>
                  <a:pt x="1406953" y="447889"/>
                </a:lnTo>
                <a:lnTo>
                  <a:pt x="1409246" y="446765"/>
                </a:lnTo>
                <a:cubicBezTo>
                  <a:pt x="1419066" y="444804"/>
                  <a:pt x="1424836" y="446037"/>
                  <a:pt x="1428800" y="448677"/>
                </a:cubicBezTo>
                <a:lnTo>
                  <a:pt x="1432402" y="452956"/>
                </a:lnTo>
                <a:lnTo>
                  <a:pt x="1606578" y="430870"/>
                </a:lnTo>
                <a:cubicBezTo>
                  <a:pt x="1619625" y="433971"/>
                  <a:pt x="1633347" y="436643"/>
                  <a:pt x="1647476" y="438687"/>
                </a:cubicBezTo>
                <a:lnTo>
                  <a:pt x="1655866" y="439472"/>
                </a:lnTo>
                <a:lnTo>
                  <a:pt x="1656096" y="439162"/>
                </a:lnTo>
                <a:cubicBezTo>
                  <a:pt x="1658061" y="438636"/>
                  <a:pt x="1666503" y="411823"/>
                  <a:pt x="1670708" y="412530"/>
                </a:cubicBezTo>
                <a:lnTo>
                  <a:pt x="1737953" y="399496"/>
                </a:lnTo>
                <a:lnTo>
                  <a:pt x="1848192" y="376032"/>
                </a:lnTo>
                <a:cubicBezTo>
                  <a:pt x="1887458" y="368088"/>
                  <a:pt x="1918458" y="352092"/>
                  <a:pt x="1954077" y="352621"/>
                </a:cubicBezTo>
                <a:cubicBezTo>
                  <a:pt x="1965180" y="342609"/>
                  <a:pt x="1976973" y="337201"/>
                  <a:pt x="1993047" y="346068"/>
                </a:cubicBezTo>
                <a:cubicBezTo>
                  <a:pt x="2028636" y="335449"/>
                  <a:pt x="2032293" y="317806"/>
                  <a:pt x="2059719" y="325903"/>
                </a:cubicBezTo>
                <a:cubicBezTo>
                  <a:pt x="2071905" y="296194"/>
                  <a:pt x="2076373" y="305826"/>
                  <a:pt x="2088528" y="311409"/>
                </a:cubicBezTo>
                <a:lnTo>
                  <a:pt x="2090087" y="311676"/>
                </a:lnTo>
                <a:lnTo>
                  <a:pt x="2091700" y="307455"/>
                </a:lnTo>
                <a:lnTo>
                  <a:pt x="2096989" y="304649"/>
                </a:lnTo>
                <a:lnTo>
                  <a:pt x="2113325" y="302764"/>
                </a:lnTo>
                <a:lnTo>
                  <a:pt x="2119780" y="303007"/>
                </a:lnTo>
                <a:cubicBezTo>
                  <a:pt x="2124111" y="302819"/>
                  <a:pt x="2126840" y="302239"/>
                  <a:pt x="2128562" y="301336"/>
                </a:cubicBezTo>
                <a:cubicBezTo>
                  <a:pt x="2128600" y="301221"/>
                  <a:pt x="2128640" y="301107"/>
                  <a:pt x="2128679" y="300991"/>
                </a:cubicBezTo>
                <a:lnTo>
                  <a:pt x="2179558" y="299095"/>
                </a:lnTo>
                <a:cubicBezTo>
                  <a:pt x="2184857" y="280099"/>
                  <a:pt x="2238998" y="291238"/>
                  <a:pt x="2223277" y="260239"/>
                </a:cubicBezTo>
                <a:cubicBezTo>
                  <a:pt x="2241523" y="259676"/>
                  <a:pt x="2256386" y="270988"/>
                  <a:pt x="2243644" y="251110"/>
                </a:cubicBezTo>
                <a:cubicBezTo>
                  <a:pt x="2249448" y="250324"/>
                  <a:pt x="2252382" y="247882"/>
                  <a:pt x="2253986" y="244616"/>
                </a:cubicBezTo>
                <a:lnTo>
                  <a:pt x="2254285" y="243167"/>
                </a:lnTo>
                <a:lnTo>
                  <a:pt x="2295037" y="242433"/>
                </a:lnTo>
                <a:lnTo>
                  <a:pt x="2299648" y="239896"/>
                </a:lnTo>
                <a:lnTo>
                  <a:pt x="2327237" y="242539"/>
                </a:lnTo>
                <a:lnTo>
                  <a:pt x="2340943" y="242239"/>
                </a:lnTo>
                <a:lnTo>
                  <a:pt x="2345943" y="245589"/>
                </a:lnTo>
                <a:cubicBezTo>
                  <a:pt x="2350718" y="247299"/>
                  <a:pt x="2356754" y="247292"/>
                  <a:pt x="2365602" y="243403"/>
                </a:cubicBezTo>
                <a:lnTo>
                  <a:pt x="2367433" y="241858"/>
                </a:lnTo>
                <a:lnTo>
                  <a:pt x="2385231" y="244873"/>
                </a:lnTo>
                <a:cubicBezTo>
                  <a:pt x="2391237" y="246682"/>
                  <a:pt x="2396907" y="249351"/>
                  <a:pt x="2402059" y="253223"/>
                </a:cubicBezTo>
                <a:cubicBezTo>
                  <a:pt x="2457690" y="251623"/>
                  <a:pt x="2639813" y="242704"/>
                  <a:pt x="2719020" y="235271"/>
                </a:cubicBezTo>
                <a:cubicBezTo>
                  <a:pt x="2762954" y="229515"/>
                  <a:pt x="2821915" y="222156"/>
                  <a:pt x="2877308" y="208630"/>
                </a:cubicBezTo>
                <a:cubicBezTo>
                  <a:pt x="2947949" y="226393"/>
                  <a:pt x="2978035" y="153757"/>
                  <a:pt x="3051375" y="154110"/>
                </a:cubicBezTo>
                <a:cubicBezTo>
                  <a:pt x="3078434" y="115011"/>
                  <a:pt x="3067807" y="148493"/>
                  <a:pt x="3104837" y="135199"/>
                </a:cubicBezTo>
                <a:cubicBezTo>
                  <a:pt x="3103880" y="166713"/>
                  <a:pt x="3146743" y="109780"/>
                  <a:pt x="3159836" y="142694"/>
                </a:cubicBezTo>
                <a:cubicBezTo>
                  <a:pt x="3166160" y="139232"/>
                  <a:pt x="3171875" y="134841"/>
                  <a:pt x="3177510" y="130186"/>
                </a:cubicBezTo>
                <a:lnTo>
                  <a:pt x="3180470" y="127764"/>
                </a:lnTo>
                <a:lnTo>
                  <a:pt x="3194216" y="123837"/>
                </a:lnTo>
                <a:lnTo>
                  <a:pt x="3214710" y="104451"/>
                </a:lnTo>
                <a:cubicBezTo>
                  <a:pt x="3222186" y="101416"/>
                  <a:pt x="3230663" y="99454"/>
                  <a:pt x="3240671" y="99232"/>
                </a:cubicBezTo>
                <a:cubicBezTo>
                  <a:pt x="3277606" y="111009"/>
                  <a:pt x="3320498" y="66221"/>
                  <a:pt x="3366544" y="82506"/>
                </a:cubicBezTo>
                <a:cubicBezTo>
                  <a:pt x="3383134" y="85775"/>
                  <a:pt x="3432393" y="79256"/>
                  <a:pt x="3440424" y="67891"/>
                </a:cubicBezTo>
                <a:cubicBezTo>
                  <a:pt x="3450432" y="64444"/>
                  <a:pt x="3462892" y="66649"/>
                  <a:pt x="3466248" y="55103"/>
                </a:cubicBezTo>
                <a:cubicBezTo>
                  <a:pt x="3472418" y="40954"/>
                  <a:pt x="3510917" y="57092"/>
                  <a:pt x="3503820" y="42110"/>
                </a:cubicBezTo>
                <a:lnTo>
                  <a:pt x="3568389" y="13576"/>
                </a:lnTo>
                <a:cubicBezTo>
                  <a:pt x="3579310" y="19318"/>
                  <a:pt x="3590168" y="14433"/>
                  <a:pt x="3604089" y="6980"/>
                </a:cubicBezTo>
                <a:close/>
              </a:path>
            </a:pathLst>
          </a:custGeom>
          <a:solidFill>
            <a:srgbClr val="82766A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8"/>
          <p:cNvSpPr/>
          <p:nvPr/>
        </p:nvSpPr>
        <p:spPr>
          <a:xfrm rot="-4995211">
            <a:off x="1013459" y="1163774"/>
            <a:ext cx="4481849" cy="4481849"/>
          </a:xfrm>
          <a:prstGeom prst="arc">
            <a:avLst>
              <a:gd fmla="val 14455503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8"/>
          <p:cNvSpPr txBox="1"/>
          <p:nvPr>
            <p:ph type="ctrTitle"/>
          </p:nvPr>
        </p:nvSpPr>
        <p:spPr>
          <a:xfrm>
            <a:off x="1339227" y="2055256"/>
            <a:ext cx="762837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Interacción con Visualizaciones</a:t>
            </a:r>
            <a:endParaRPr b="1"/>
          </a:p>
        </p:txBody>
      </p:sp>
      <p:sp>
        <p:nvSpPr>
          <p:cNvPr id="193" name="Google Shape;193;p28"/>
          <p:cNvSpPr txBox="1"/>
          <p:nvPr>
            <p:ph idx="1" type="subTitle"/>
          </p:nvPr>
        </p:nvSpPr>
        <p:spPr>
          <a:xfrm>
            <a:off x="1339227" y="5774767"/>
            <a:ext cx="7628370" cy="2822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US"/>
              <a:t>Processing permite añadir interacción mediante el teclado y el mouse.  Funciones como `mousePressed()` o `keyPressed()` permiten manipular visualizaciones en tiempo real.</a:t>
            </a:r>
            <a:endParaRPr/>
          </a:p>
        </p:txBody>
      </p:sp>
      <p:sp>
        <p:nvSpPr>
          <p:cNvPr id="194" name="Google Shape;194;p28"/>
          <p:cNvSpPr/>
          <p:nvPr/>
        </p:nvSpPr>
        <p:spPr>
          <a:xfrm>
            <a:off x="15524703" y="1249029"/>
            <a:ext cx="1657414" cy="16124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3,000+ Free Mouse Click &amp; Mouse Images - Pixabay" id="195" name="Google Shape;195;p28"/>
          <p:cNvPicPr preferRelativeResize="0"/>
          <p:nvPr/>
        </p:nvPicPr>
        <p:blipFill rotWithShape="1">
          <a:blip r:embed="rId3">
            <a:alphaModFix/>
          </a:blip>
          <a:srcRect b="0" l="1392" r="23607" t="0"/>
          <a:stretch/>
        </p:blipFill>
        <p:spPr>
          <a:xfrm>
            <a:off x="9782071" y="1160584"/>
            <a:ext cx="7792497" cy="7792497"/>
          </a:xfrm>
          <a:custGeom>
            <a:rect b="b" l="l" r="r" t="t"/>
            <a:pathLst>
              <a:path extrusionOk="0" h="3741748" w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96" name="Google Shape;196;p28"/>
          <p:cNvSpPr/>
          <p:nvPr/>
        </p:nvSpPr>
        <p:spPr>
          <a:xfrm>
            <a:off x="10226709" y="7186080"/>
            <a:ext cx="1315056" cy="1315056"/>
          </a:xfrm>
          <a:prstGeom prst="rect">
            <a:avLst/>
          </a:prstGeom>
          <a:noFill/>
          <a:ln cap="flat" cmpd="sng" w="1270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9"/>
          <p:cNvSpPr txBox="1"/>
          <p:nvPr>
            <p:ph type="ctrTitle"/>
          </p:nvPr>
        </p:nvSpPr>
        <p:spPr>
          <a:xfrm>
            <a:off x="1312222" y="1198054"/>
            <a:ext cx="7831778" cy="460802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/>
              <a:t>Eventos de interacción</a:t>
            </a:r>
            <a:endParaRPr/>
          </a:p>
        </p:txBody>
      </p:sp>
      <p:sp>
        <p:nvSpPr>
          <p:cNvPr id="203" name="Google Shape;203;p29"/>
          <p:cNvSpPr txBox="1"/>
          <p:nvPr>
            <p:ph idx="1" type="subTitle"/>
          </p:nvPr>
        </p:nvSpPr>
        <p:spPr>
          <a:xfrm>
            <a:off x="1305222" y="5944188"/>
            <a:ext cx="7831777" cy="3153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Eventos como `mouseX`, `mouseY` o `key` permiten hacer zoom, seleccionar elementos o navegar por la visualización.</a:t>
            </a:r>
            <a:endParaRPr/>
          </a:p>
        </p:txBody>
      </p:sp>
      <p:sp>
        <p:nvSpPr>
          <p:cNvPr id="204" name="Google Shape;204;p29"/>
          <p:cNvSpPr/>
          <p:nvPr/>
        </p:nvSpPr>
        <p:spPr>
          <a:xfrm>
            <a:off x="9906088" y="0"/>
            <a:ext cx="2606102" cy="1439304"/>
          </a:xfrm>
          <a:custGeom>
            <a:rect b="b" l="l" r="r" t="t"/>
            <a:pathLst>
              <a:path extrusionOk="0" h="959536" w="1737401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9"/>
          <p:cNvSpPr/>
          <p:nvPr/>
        </p:nvSpPr>
        <p:spPr>
          <a:xfrm>
            <a:off x="15851004" y="1"/>
            <a:ext cx="1732713" cy="886514"/>
          </a:xfrm>
          <a:custGeom>
            <a:rect b="b" l="l" r="r" t="t"/>
            <a:pathLst>
              <a:path extrusionOk="0" h="591009" w="1155142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 Cursor #4039 - Free Icons Library" id="206" name="Google Shape;20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39569" y="1814367"/>
            <a:ext cx="6083845" cy="6083845"/>
          </a:xfrm>
          <a:custGeom>
            <a:rect b="b" l="l" r="r" t="t"/>
            <a:pathLst>
              <a:path extrusionOk="0" h="5347063" w="4579832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207" name="Google Shape;207;p29"/>
          <p:cNvSpPr/>
          <p:nvPr/>
        </p:nvSpPr>
        <p:spPr>
          <a:xfrm>
            <a:off x="18048388" y="4374367"/>
            <a:ext cx="239612" cy="829494"/>
          </a:xfrm>
          <a:custGeom>
            <a:rect b="b" l="l" r="r" t="t"/>
            <a:pathLst>
              <a:path extrusionOk="0" h="552996" w="159741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9"/>
          <p:cNvSpPr/>
          <p:nvPr/>
        </p:nvSpPr>
        <p:spPr>
          <a:xfrm>
            <a:off x="10722660" y="8576859"/>
            <a:ext cx="2657413" cy="1710142"/>
          </a:xfrm>
          <a:custGeom>
            <a:rect b="b" l="l" r="r" t="t"/>
            <a:pathLst>
              <a:path extrusionOk="0" h="1140095" w="1771609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9"/>
          <p:cNvSpPr/>
          <p:nvPr/>
        </p:nvSpPr>
        <p:spPr>
          <a:xfrm>
            <a:off x="9971266" y="9388134"/>
            <a:ext cx="2348910" cy="898867"/>
          </a:xfrm>
          <a:custGeom>
            <a:rect b="b" l="l" r="r" t="t"/>
            <a:pathLst>
              <a:path extrusionOk="0" h="599245" w="1565940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9"/>
          <p:cNvSpPr/>
          <p:nvPr/>
        </p:nvSpPr>
        <p:spPr>
          <a:xfrm>
            <a:off x="15965730" y="8753475"/>
            <a:ext cx="2322270" cy="1533526"/>
          </a:xfrm>
          <a:custGeom>
            <a:rect b="b" l="l" r="r" t="t"/>
            <a:pathLst>
              <a:path extrusionOk="0" h="1022351" w="1548180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30"/>
          <p:cNvSpPr txBox="1"/>
          <p:nvPr>
            <p:ph type="ctrTitle"/>
          </p:nvPr>
        </p:nvSpPr>
        <p:spPr>
          <a:xfrm>
            <a:off x="1500186" y="2208913"/>
            <a:ext cx="6686551" cy="320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6600"/>
              <a:t>Visualización con Datos en Tiempo Real</a:t>
            </a:r>
            <a:endParaRPr b="1" sz="6600"/>
          </a:p>
        </p:txBody>
      </p:sp>
      <p:sp>
        <p:nvSpPr>
          <p:cNvPr id="217" name="Google Shape;217;p30"/>
          <p:cNvSpPr txBox="1"/>
          <p:nvPr>
            <p:ph idx="1" type="subTitle"/>
          </p:nvPr>
        </p:nvSpPr>
        <p:spPr>
          <a:xfrm>
            <a:off x="1687332" y="5749557"/>
            <a:ext cx="6315585" cy="1594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82600" rtl="0" algn="ctr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2300"/>
              <a:t>Los datos en tiempo real pueden provenir de sensores, APIs o dispositivos como Arduino.  </a:t>
            </a:r>
            <a:endParaRPr/>
          </a:p>
          <a:p>
            <a:pPr indent="-457200" lvl="0" marL="482600" rtl="0" algn="ctr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2300"/>
              <a:t>Processing puede actualizar las visualizaciones continuamente con nuevos datos entrantes.</a:t>
            </a:r>
            <a:endParaRPr sz="2300"/>
          </a:p>
        </p:txBody>
      </p:sp>
      <p:sp>
        <p:nvSpPr>
          <p:cNvPr id="218" name="Google Shape;218;p30"/>
          <p:cNvSpPr/>
          <p:nvPr/>
        </p:nvSpPr>
        <p:spPr>
          <a:xfrm flipH="1">
            <a:off x="6884892" y="1"/>
            <a:ext cx="11403106" cy="726140"/>
          </a:xfrm>
          <a:custGeom>
            <a:rect b="b" l="l" r="r" t="t"/>
            <a:pathLst>
              <a:path extrusionOk="0" h="743457" w="9683888">
                <a:moveTo>
                  <a:pt x="9683888" y="0"/>
                </a:moveTo>
                <a:lnTo>
                  <a:pt x="0" y="0"/>
                </a:lnTo>
                <a:lnTo>
                  <a:pt x="0" y="365878"/>
                </a:lnTo>
                <a:lnTo>
                  <a:pt x="11844" y="367909"/>
                </a:lnTo>
                <a:cubicBezTo>
                  <a:pt x="50423" y="374387"/>
                  <a:pt x="87879" y="380746"/>
                  <a:pt x="106208" y="385974"/>
                </a:cubicBezTo>
                <a:cubicBezTo>
                  <a:pt x="119919" y="389979"/>
                  <a:pt x="149687" y="402128"/>
                  <a:pt x="183667" y="399162"/>
                </a:cubicBezTo>
                <a:cubicBezTo>
                  <a:pt x="228274" y="394575"/>
                  <a:pt x="256969" y="398315"/>
                  <a:pt x="292430" y="390408"/>
                </a:cubicBezTo>
                <a:cubicBezTo>
                  <a:pt x="325377" y="395694"/>
                  <a:pt x="374510" y="420053"/>
                  <a:pt x="386942" y="395582"/>
                </a:cubicBezTo>
                <a:cubicBezTo>
                  <a:pt x="400429" y="416427"/>
                  <a:pt x="451168" y="399411"/>
                  <a:pt x="485751" y="408404"/>
                </a:cubicBezTo>
                <a:cubicBezTo>
                  <a:pt x="520399" y="423586"/>
                  <a:pt x="570416" y="404235"/>
                  <a:pt x="604107" y="418647"/>
                </a:cubicBezTo>
                <a:cubicBezTo>
                  <a:pt x="633631" y="425521"/>
                  <a:pt x="672063" y="446364"/>
                  <a:pt x="694081" y="449524"/>
                </a:cubicBezTo>
                <a:cubicBezTo>
                  <a:pt x="700528" y="463278"/>
                  <a:pt x="713487" y="450700"/>
                  <a:pt x="762452" y="456090"/>
                </a:cubicBezTo>
                <a:cubicBezTo>
                  <a:pt x="811417" y="461479"/>
                  <a:pt x="935420" y="470466"/>
                  <a:pt x="987872" y="481862"/>
                </a:cubicBezTo>
                <a:cubicBezTo>
                  <a:pt x="1018493" y="475799"/>
                  <a:pt x="1019470" y="516810"/>
                  <a:pt x="1077163" y="524467"/>
                </a:cubicBezTo>
                <a:cubicBezTo>
                  <a:pt x="1124222" y="535807"/>
                  <a:pt x="1202940" y="574855"/>
                  <a:pt x="1258716" y="587975"/>
                </a:cubicBezTo>
                <a:cubicBezTo>
                  <a:pt x="1274181" y="586466"/>
                  <a:pt x="1286859" y="589632"/>
                  <a:pt x="1298056" y="595413"/>
                </a:cubicBezTo>
                <a:lnTo>
                  <a:pt x="1327017" y="617412"/>
                </a:lnTo>
                <a:lnTo>
                  <a:pt x="1347909" y="620209"/>
                </a:lnTo>
                <a:cubicBezTo>
                  <a:pt x="1377004" y="628445"/>
                  <a:pt x="1394712" y="616344"/>
                  <a:pt x="1421792" y="626139"/>
                </a:cubicBezTo>
                <a:cubicBezTo>
                  <a:pt x="1466260" y="647543"/>
                  <a:pt x="1506099" y="610975"/>
                  <a:pt x="1519789" y="645011"/>
                </a:cubicBezTo>
                <a:cubicBezTo>
                  <a:pt x="1556219" y="665699"/>
                  <a:pt x="1578776" y="668950"/>
                  <a:pt x="1620886" y="687715"/>
                </a:cubicBezTo>
                <a:cubicBezTo>
                  <a:pt x="1658228" y="693647"/>
                  <a:pt x="1636224" y="694371"/>
                  <a:pt x="1676745" y="690130"/>
                </a:cubicBezTo>
                <a:cubicBezTo>
                  <a:pt x="1713709" y="697532"/>
                  <a:pt x="1774627" y="701403"/>
                  <a:pt x="1832228" y="690860"/>
                </a:cubicBezTo>
                <a:cubicBezTo>
                  <a:pt x="1866586" y="689181"/>
                  <a:pt x="1949046" y="755765"/>
                  <a:pt x="1980464" y="704858"/>
                </a:cubicBezTo>
                <a:cubicBezTo>
                  <a:pt x="2001472" y="716610"/>
                  <a:pt x="2020758" y="710467"/>
                  <a:pt x="2051150" y="711187"/>
                </a:cubicBezTo>
                <a:cubicBezTo>
                  <a:pt x="2081543" y="711907"/>
                  <a:pt x="2117567" y="736153"/>
                  <a:pt x="2162824" y="709178"/>
                </a:cubicBezTo>
                <a:cubicBezTo>
                  <a:pt x="2219712" y="701824"/>
                  <a:pt x="2181421" y="742368"/>
                  <a:pt x="2259859" y="718188"/>
                </a:cubicBezTo>
                <a:cubicBezTo>
                  <a:pt x="2296623" y="733933"/>
                  <a:pt x="2337412" y="741012"/>
                  <a:pt x="2378290" y="738748"/>
                </a:cubicBezTo>
                <a:cubicBezTo>
                  <a:pt x="2380041" y="725410"/>
                  <a:pt x="2399659" y="741017"/>
                  <a:pt x="2407828" y="743457"/>
                </a:cubicBezTo>
                <a:cubicBezTo>
                  <a:pt x="2406113" y="735180"/>
                  <a:pt x="2421642" y="728742"/>
                  <a:pt x="2428936" y="734697"/>
                </a:cubicBezTo>
                <a:cubicBezTo>
                  <a:pt x="2468648" y="720822"/>
                  <a:pt x="2584275" y="677579"/>
                  <a:pt x="2646106" y="660204"/>
                </a:cubicBezTo>
                <a:cubicBezTo>
                  <a:pt x="2706894" y="652346"/>
                  <a:pt x="2738390" y="612318"/>
                  <a:pt x="2799920" y="630451"/>
                </a:cubicBezTo>
                <a:cubicBezTo>
                  <a:pt x="2856798" y="622940"/>
                  <a:pt x="2902940" y="602232"/>
                  <a:pt x="2953556" y="607173"/>
                </a:cubicBezTo>
                <a:cubicBezTo>
                  <a:pt x="2970626" y="593247"/>
                  <a:pt x="2988095" y="586399"/>
                  <a:pt x="3009839" y="601743"/>
                </a:cubicBezTo>
                <a:cubicBezTo>
                  <a:pt x="3046166" y="594868"/>
                  <a:pt x="3085682" y="586046"/>
                  <a:pt x="3115016" y="584982"/>
                </a:cubicBezTo>
                <a:cubicBezTo>
                  <a:pt x="3144992" y="587935"/>
                  <a:pt x="3158740" y="599045"/>
                  <a:pt x="3185844" y="595356"/>
                </a:cubicBezTo>
                <a:cubicBezTo>
                  <a:pt x="3209939" y="576197"/>
                  <a:pt x="3221731" y="614583"/>
                  <a:pt x="3246013" y="592418"/>
                </a:cubicBezTo>
                <a:cubicBezTo>
                  <a:pt x="3228976" y="565486"/>
                  <a:pt x="3320172" y="599686"/>
                  <a:pt x="3313565" y="574138"/>
                </a:cubicBezTo>
                <a:cubicBezTo>
                  <a:pt x="3341586" y="564515"/>
                  <a:pt x="3371901" y="555346"/>
                  <a:pt x="3414143" y="553730"/>
                </a:cubicBezTo>
                <a:cubicBezTo>
                  <a:pt x="3463229" y="557630"/>
                  <a:pt x="3476532" y="539673"/>
                  <a:pt x="3552895" y="548563"/>
                </a:cubicBezTo>
                <a:cubicBezTo>
                  <a:pt x="3620356" y="561042"/>
                  <a:pt x="3688830" y="574962"/>
                  <a:pt x="3753012" y="599520"/>
                </a:cubicBezTo>
                <a:cubicBezTo>
                  <a:pt x="3769580" y="615048"/>
                  <a:pt x="3777112" y="602961"/>
                  <a:pt x="3804392" y="604131"/>
                </a:cubicBezTo>
                <a:cubicBezTo>
                  <a:pt x="3831672" y="605301"/>
                  <a:pt x="3878076" y="605222"/>
                  <a:pt x="3916696" y="606540"/>
                </a:cubicBezTo>
                <a:cubicBezTo>
                  <a:pt x="3970533" y="603881"/>
                  <a:pt x="3981244" y="618066"/>
                  <a:pt x="4063849" y="604058"/>
                </a:cubicBezTo>
                <a:cubicBezTo>
                  <a:pt x="4074473" y="605185"/>
                  <a:pt x="4134611" y="589365"/>
                  <a:pt x="4172179" y="592355"/>
                </a:cubicBezTo>
                <a:cubicBezTo>
                  <a:pt x="4180554" y="576172"/>
                  <a:pt x="4255433" y="602075"/>
                  <a:pt x="4276294" y="587119"/>
                </a:cubicBezTo>
                <a:cubicBezTo>
                  <a:pt x="4326119" y="586973"/>
                  <a:pt x="4361692" y="573867"/>
                  <a:pt x="4411090" y="575600"/>
                </a:cubicBezTo>
                <a:cubicBezTo>
                  <a:pt x="4465125" y="575500"/>
                  <a:pt x="4518088" y="570805"/>
                  <a:pt x="4540465" y="567464"/>
                </a:cubicBezTo>
                <a:lnTo>
                  <a:pt x="4545352" y="555554"/>
                </a:lnTo>
                <a:lnTo>
                  <a:pt x="4564014" y="553660"/>
                </a:lnTo>
                <a:lnTo>
                  <a:pt x="4568602" y="550913"/>
                </a:lnTo>
                <a:cubicBezTo>
                  <a:pt x="4577353" y="545618"/>
                  <a:pt x="4586105" y="540734"/>
                  <a:pt x="4595289" y="537407"/>
                </a:cubicBezTo>
                <a:cubicBezTo>
                  <a:pt x="4623104" y="537511"/>
                  <a:pt x="4660764" y="533229"/>
                  <a:pt x="4739026" y="532483"/>
                </a:cubicBezTo>
                <a:cubicBezTo>
                  <a:pt x="4806238" y="527255"/>
                  <a:pt x="4944577" y="524439"/>
                  <a:pt x="5061335" y="545635"/>
                </a:cubicBezTo>
                <a:cubicBezTo>
                  <a:pt x="5167156" y="553533"/>
                  <a:pt x="5251789" y="586167"/>
                  <a:pt x="5338634" y="595754"/>
                </a:cubicBezTo>
                <a:cubicBezTo>
                  <a:pt x="5415763" y="589622"/>
                  <a:pt x="5434719" y="609365"/>
                  <a:pt x="5529430" y="606335"/>
                </a:cubicBezTo>
                <a:cubicBezTo>
                  <a:pt x="5534498" y="613561"/>
                  <a:pt x="5597157" y="603269"/>
                  <a:pt x="5604039" y="607676"/>
                </a:cubicBezTo>
                <a:lnTo>
                  <a:pt x="5625281" y="617253"/>
                </a:lnTo>
                <a:lnTo>
                  <a:pt x="5628138" y="615483"/>
                </a:lnTo>
                <a:cubicBezTo>
                  <a:pt x="5640641" y="612245"/>
                  <a:pt x="5648217" y="613966"/>
                  <a:pt x="5653593" y="617873"/>
                </a:cubicBezTo>
                <a:lnTo>
                  <a:pt x="5658658" y="624279"/>
                </a:lnTo>
                <a:lnTo>
                  <a:pt x="5675963" y="627762"/>
                </a:lnTo>
                <a:lnTo>
                  <a:pt x="5709625" y="639593"/>
                </a:lnTo>
                <a:lnTo>
                  <a:pt x="5716324" y="637148"/>
                </a:lnTo>
                <a:lnTo>
                  <a:pt x="5767720" y="647737"/>
                </a:lnTo>
                <a:lnTo>
                  <a:pt x="5768619" y="645671"/>
                </a:lnTo>
                <a:cubicBezTo>
                  <a:pt x="5776130" y="642927"/>
                  <a:pt x="5830922" y="636226"/>
                  <a:pt x="5858696" y="628099"/>
                </a:cubicBezTo>
                <a:lnTo>
                  <a:pt x="5935260" y="596904"/>
                </a:lnTo>
                <a:lnTo>
                  <a:pt x="5946176" y="597874"/>
                </a:lnTo>
                <a:lnTo>
                  <a:pt x="5946447" y="597396"/>
                </a:lnTo>
                <a:cubicBezTo>
                  <a:pt x="5948934" y="596546"/>
                  <a:pt x="5952567" y="596468"/>
                  <a:pt x="5958069" y="597432"/>
                </a:cubicBezTo>
                <a:lnTo>
                  <a:pt x="5966081" y="599643"/>
                </a:lnTo>
                <a:lnTo>
                  <a:pt x="5987259" y="601523"/>
                </a:lnTo>
                <a:lnTo>
                  <a:pt x="5994905" y="598873"/>
                </a:lnTo>
                <a:cubicBezTo>
                  <a:pt x="6020610" y="579716"/>
                  <a:pt x="6016968" y="560235"/>
                  <a:pt x="6054803" y="541202"/>
                </a:cubicBezTo>
                <a:cubicBezTo>
                  <a:pt x="6108247" y="527358"/>
                  <a:pt x="6130976" y="484538"/>
                  <a:pt x="6188672" y="496389"/>
                </a:cubicBezTo>
                <a:cubicBezTo>
                  <a:pt x="6238659" y="483279"/>
                  <a:pt x="6277194" y="458153"/>
                  <a:pt x="6323280" y="458013"/>
                </a:cubicBezTo>
                <a:cubicBezTo>
                  <a:pt x="6368044" y="444385"/>
                  <a:pt x="6422801" y="420428"/>
                  <a:pt x="6457257" y="414621"/>
                </a:cubicBezTo>
                <a:cubicBezTo>
                  <a:pt x="6483424" y="410645"/>
                  <a:pt x="6508964" y="423228"/>
                  <a:pt x="6530019" y="423168"/>
                </a:cubicBezTo>
                <a:cubicBezTo>
                  <a:pt x="6558276" y="416578"/>
                  <a:pt x="6600264" y="386690"/>
                  <a:pt x="6626800" y="375078"/>
                </a:cubicBezTo>
                <a:cubicBezTo>
                  <a:pt x="6664418" y="400828"/>
                  <a:pt x="6655535" y="354302"/>
                  <a:pt x="6689231" y="353501"/>
                </a:cubicBezTo>
                <a:cubicBezTo>
                  <a:pt x="6708837" y="361122"/>
                  <a:pt x="6719642" y="359485"/>
                  <a:pt x="6726440" y="340276"/>
                </a:cubicBezTo>
                <a:cubicBezTo>
                  <a:pt x="6818329" y="378763"/>
                  <a:pt x="6765502" y="328183"/>
                  <a:pt x="6835228" y="329393"/>
                </a:cubicBezTo>
                <a:cubicBezTo>
                  <a:pt x="6897464" y="335048"/>
                  <a:pt x="6962224" y="329085"/>
                  <a:pt x="7039363" y="370823"/>
                </a:cubicBezTo>
                <a:cubicBezTo>
                  <a:pt x="7056368" y="384567"/>
                  <a:pt x="7070539" y="363899"/>
                  <a:pt x="7095156" y="366075"/>
                </a:cubicBezTo>
                <a:cubicBezTo>
                  <a:pt x="7119772" y="368250"/>
                  <a:pt x="7153748" y="385714"/>
                  <a:pt x="7187061" y="383876"/>
                </a:cubicBezTo>
                <a:cubicBezTo>
                  <a:pt x="7242115" y="377604"/>
                  <a:pt x="7270954" y="334249"/>
                  <a:pt x="7295039" y="355046"/>
                </a:cubicBezTo>
                <a:cubicBezTo>
                  <a:pt x="7320104" y="344159"/>
                  <a:pt x="7343179" y="301443"/>
                  <a:pt x="7373651" y="322299"/>
                </a:cubicBezTo>
                <a:cubicBezTo>
                  <a:pt x="7367160" y="298575"/>
                  <a:pt x="7410095" y="329040"/>
                  <a:pt x="7418964" y="308685"/>
                </a:cubicBezTo>
                <a:cubicBezTo>
                  <a:pt x="7424243" y="291807"/>
                  <a:pt x="7438503" y="297117"/>
                  <a:pt x="7450568" y="293511"/>
                </a:cubicBezTo>
                <a:cubicBezTo>
                  <a:pt x="7461276" y="277652"/>
                  <a:pt x="7519437" y="275664"/>
                  <a:pt x="7538380" y="283235"/>
                </a:cubicBezTo>
                <a:cubicBezTo>
                  <a:pt x="7594343" y="271879"/>
                  <a:pt x="7734488" y="231676"/>
                  <a:pt x="7786348" y="225377"/>
                </a:cubicBezTo>
                <a:cubicBezTo>
                  <a:pt x="7797693" y="277094"/>
                  <a:pt x="7847327" y="236176"/>
                  <a:pt x="7849534" y="245434"/>
                </a:cubicBezTo>
                <a:cubicBezTo>
                  <a:pt x="7894253" y="231282"/>
                  <a:pt x="7937937" y="238796"/>
                  <a:pt x="7981165" y="222252"/>
                </a:cubicBezTo>
                <a:cubicBezTo>
                  <a:pt x="8066564" y="234459"/>
                  <a:pt x="8127007" y="235277"/>
                  <a:pt x="8171882" y="222497"/>
                </a:cubicBezTo>
                <a:cubicBezTo>
                  <a:pt x="8183092" y="205785"/>
                  <a:pt x="8217423" y="177145"/>
                  <a:pt x="8242270" y="180535"/>
                </a:cubicBezTo>
                <a:cubicBezTo>
                  <a:pt x="8294138" y="178846"/>
                  <a:pt x="8410926" y="208334"/>
                  <a:pt x="8490152" y="209193"/>
                </a:cubicBezTo>
                <a:cubicBezTo>
                  <a:pt x="8558493" y="195433"/>
                  <a:pt x="8564727" y="233466"/>
                  <a:pt x="8622272" y="188859"/>
                </a:cubicBezTo>
                <a:cubicBezTo>
                  <a:pt x="8659556" y="191317"/>
                  <a:pt x="8666988" y="178214"/>
                  <a:pt x="8738606" y="208945"/>
                </a:cubicBezTo>
                <a:cubicBezTo>
                  <a:pt x="8769507" y="208543"/>
                  <a:pt x="8800406" y="224019"/>
                  <a:pt x="8831307" y="207738"/>
                </a:cubicBezTo>
                <a:cubicBezTo>
                  <a:pt x="8836477" y="191612"/>
                  <a:pt x="8870109" y="182455"/>
                  <a:pt x="8891432" y="184510"/>
                </a:cubicBezTo>
                <a:cubicBezTo>
                  <a:pt x="8876795" y="135260"/>
                  <a:pt x="8938553" y="173381"/>
                  <a:pt x="8946980" y="145578"/>
                </a:cubicBezTo>
                <a:cubicBezTo>
                  <a:pt x="9010957" y="156064"/>
                  <a:pt x="9046552" y="157746"/>
                  <a:pt x="9107760" y="128052"/>
                </a:cubicBezTo>
                <a:cubicBezTo>
                  <a:pt x="9135191" y="151813"/>
                  <a:pt x="9184204" y="114911"/>
                  <a:pt x="9195623" y="100212"/>
                </a:cubicBezTo>
                <a:cubicBezTo>
                  <a:pt x="9222736" y="85917"/>
                  <a:pt x="9230892" y="98248"/>
                  <a:pt x="9256898" y="73900"/>
                </a:cubicBezTo>
                <a:cubicBezTo>
                  <a:pt x="9276443" y="63724"/>
                  <a:pt x="9334001" y="80454"/>
                  <a:pt x="9351740" y="80439"/>
                </a:cubicBezTo>
                <a:cubicBezTo>
                  <a:pt x="9398889" y="82633"/>
                  <a:pt x="9473718" y="102566"/>
                  <a:pt x="9539796" y="87069"/>
                </a:cubicBezTo>
                <a:cubicBezTo>
                  <a:pt x="9565852" y="70987"/>
                  <a:pt x="9591569" y="56211"/>
                  <a:pt x="9619109" y="39994"/>
                </a:cubicBezTo>
                <a:close/>
              </a:path>
            </a:pathLst>
          </a:custGeom>
          <a:solidFill>
            <a:srgbClr val="82766A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isual output for the code example" id="219" name="Google Shape;21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61174" y="2631210"/>
            <a:ext cx="7776318" cy="437417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0"/>
          <p:cNvSpPr/>
          <p:nvPr/>
        </p:nvSpPr>
        <p:spPr>
          <a:xfrm>
            <a:off x="0" y="8256493"/>
            <a:ext cx="16020843" cy="2030508"/>
          </a:xfrm>
          <a:custGeom>
            <a:rect b="b" l="l" r="r" t="t"/>
            <a:pathLst>
              <a:path extrusionOk="0" h="1605023" w="10680562">
                <a:moveTo>
                  <a:pt x="3617689" y="0"/>
                </a:moveTo>
                <a:lnTo>
                  <a:pt x="3635901" y="7738"/>
                </a:lnTo>
                <a:cubicBezTo>
                  <a:pt x="3636815" y="-13593"/>
                  <a:pt x="3674070" y="21953"/>
                  <a:pt x="3690891" y="7049"/>
                </a:cubicBezTo>
                <a:cubicBezTo>
                  <a:pt x="3723615" y="8082"/>
                  <a:pt x="3780877" y="7675"/>
                  <a:pt x="3832247" y="13937"/>
                </a:cubicBezTo>
                <a:cubicBezTo>
                  <a:pt x="3878761" y="52737"/>
                  <a:pt x="3960967" y="15082"/>
                  <a:pt x="3999111" y="44624"/>
                </a:cubicBezTo>
                <a:cubicBezTo>
                  <a:pt x="4011661" y="48427"/>
                  <a:pt x="4023440" y="49464"/>
                  <a:pt x="4034676" y="48775"/>
                </a:cubicBezTo>
                <a:lnTo>
                  <a:pt x="4065394" y="42879"/>
                </a:lnTo>
                <a:lnTo>
                  <a:pt x="4072648" y="33262"/>
                </a:lnTo>
                <a:lnTo>
                  <a:pt x="4092232" y="34026"/>
                </a:lnTo>
                <a:lnTo>
                  <a:pt x="4097470" y="32252"/>
                </a:lnTo>
                <a:cubicBezTo>
                  <a:pt x="4107476" y="28819"/>
                  <a:pt x="4117405" y="25741"/>
                  <a:pt x="4127488" y="24056"/>
                </a:cubicBezTo>
                <a:cubicBezTo>
                  <a:pt x="4122379" y="69900"/>
                  <a:pt x="4212421" y="17287"/>
                  <a:pt x="4190803" y="55685"/>
                </a:cubicBezTo>
                <a:cubicBezTo>
                  <a:pt x="4245322" y="54405"/>
                  <a:pt x="4210442" y="91290"/>
                  <a:pt x="4269333" y="54186"/>
                </a:cubicBezTo>
                <a:cubicBezTo>
                  <a:pt x="4360007" y="84494"/>
                  <a:pt x="4405441" y="66275"/>
                  <a:pt x="4481486" y="116915"/>
                </a:cubicBezTo>
                <a:cubicBezTo>
                  <a:pt x="4469366" y="96298"/>
                  <a:pt x="4624978" y="141388"/>
                  <a:pt x="4651418" y="150071"/>
                </a:cubicBezTo>
                <a:lnTo>
                  <a:pt x="4863575" y="175458"/>
                </a:lnTo>
                <a:cubicBezTo>
                  <a:pt x="4867452" y="182323"/>
                  <a:pt x="5007365" y="209256"/>
                  <a:pt x="5013635" y="213928"/>
                </a:cubicBezTo>
                <a:lnTo>
                  <a:pt x="5203044" y="228946"/>
                </a:lnTo>
                <a:lnTo>
                  <a:pt x="5207070" y="235105"/>
                </a:lnTo>
                <a:lnTo>
                  <a:pt x="5224253" y="240320"/>
                </a:lnTo>
                <a:lnTo>
                  <a:pt x="5256736" y="254811"/>
                </a:lnTo>
                <a:lnTo>
                  <a:pt x="5264095" y="253567"/>
                </a:lnTo>
                <a:lnTo>
                  <a:pt x="5315084" y="269264"/>
                </a:lnTo>
                <a:lnTo>
                  <a:pt x="5316393" y="267603"/>
                </a:lnTo>
                <a:cubicBezTo>
                  <a:pt x="5320500" y="264235"/>
                  <a:pt x="5325719" y="262424"/>
                  <a:pt x="5333427" y="263823"/>
                </a:cubicBezTo>
                <a:cubicBezTo>
                  <a:pt x="5330520" y="234164"/>
                  <a:pt x="5341605" y="254143"/>
                  <a:pt x="5364589" y="260882"/>
                </a:cubicBezTo>
                <a:cubicBezTo>
                  <a:pt x="5365199" y="216323"/>
                  <a:pt x="5425089" y="252089"/>
                  <a:pt x="5443973" y="230866"/>
                </a:cubicBezTo>
                <a:cubicBezTo>
                  <a:pt x="5460840" y="236821"/>
                  <a:pt x="5478689" y="242307"/>
                  <a:pt x="5497201" y="247023"/>
                </a:cubicBezTo>
                <a:lnTo>
                  <a:pt x="5508269" y="249256"/>
                </a:lnTo>
                <a:lnTo>
                  <a:pt x="5508636" y="248880"/>
                </a:lnTo>
                <a:cubicBezTo>
                  <a:pt x="5511356" y="248469"/>
                  <a:pt x="5515116" y="248867"/>
                  <a:pt x="5520606" y="250400"/>
                </a:cubicBezTo>
                <a:lnTo>
                  <a:pt x="5528451" y="253330"/>
                </a:lnTo>
                <a:lnTo>
                  <a:pt x="5549923" y="257662"/>
                </a:lnTo>
                <a:lnTo>
                  <a:pt x="5558295" y="256364"/>
                </a:lnTo>
                <a:lnTo>
                  <a:pt x="5664799" y="278924"/>
                </a:lnTo>
                <a:lnTo>
                  <a:pt x="5796160" y="307979"/>
                </a:lnTo>
                <a:lnTo>
                  <a:pt x="5897647" y="339431"/>
                </a:lnTo>
                <a:cubicBezTo>
                  <a:pt x="5894921" y="322560"/>
                  <a:pt x="5962532" y="357207"/>
                  <a:pt x="5978838" y="367970"/>
                </a:cubicBezTo>
                <a:cubicBezTo>
                  <a:pt x="6035145" y="375765"/>
                  <a:pt x="6006578" y="380813"/>
                  <a:pt x="6050367" y="386341"/>
                </a:cubicBezTo>
                <a:cubicBezTo>
                  <a:pt x="6051161" y="391932"/>
                  <a:pt x="6137489" y="380709"/>
                  <a:pt x="6140609" y="385135"/>
                </a:cubicBezTo>
                <a:cubicBezTo>
                  <a:pt x="6205928" y="424013"/>
                  <a:pt x="6248816" y="452185"/>
                  <a:pt x="6302950" y="448183"/>
                </a:cubicBezTo>
                <a:lnTo>
                  <a:pt x="6308533" y="448551"/>
                </a:lnTo>
                <a:lnTo>
                  <a:pt x="6340278" y="468555"/>
                </a:lnTo>
                <a:lnTo>
                  <a:pt x="6341685" y="467587"/>
                </a:lnTo>
                <a:cubicBezTo>
                  <a:pt x="6345560" y="465876"/>
                  <a:pt x="6349786" y="465470"/>
                  <a:pt x="6354862" y="467794"/>
                </a:cubicBezTo>
                <a:cubicBezTo>
                  <a:pt x="6361260" y="446013"/>
                  <a:pt x="6363438" y="462250"/>
                  <a:pt x="6377840" y="471024"/>
                </a:cubicBezTo>
                <a:cubicBezTo>
                  <a:pt x="6390990" y="439154"/>
                  <a:pt x="6423334" y="475084"/>
                  <a:pt x="6442804" y="463091"/>
                </a:cubicBezTo>
                <a:cubicBezTo>
                  <a:pt x="6453090" y="470255"/>
                  <a:pt x="6464204" y="477252"/>
                  <a:pt x="6476009" y="483807"/>
                </a:cubicBezTo>
                <a:lnTo>
                  <a:pt x="6483237" y="487308"/>
                </a:lnTo>
                <a:lnTo>
                  <a:pt x="6483605" y="487102"/>
                </a:lnTo>
                <a:cubicBezTo>
                  <a:pt x="6485654" y="487272"/>
                  <a:pt x="6488212" y="488201"/>
                  <a:pt x="6491673" y="490243"/>
                </a:cubicBezTo>
                <a:lnTo>
                  <a:pt x="6496411" y="493689"/>
                </a:lnTo>
                <a:lnTo>
                  <a:pt x="6510429" y="500479"/>
                </a:lnTo>
                <a:lnTo>
                  <a:pt x="6516750" y="500983"/>
                </a:lnTo>
                <a:cubicBezTo>
                  <a:pt x="6541864" y="496675"/>
                  <a:pt x="6554866" y="452619"/>
                  <a:pt x="6580199" y="483318"/>
                </a:cubicBezTo>
                <a:cubicBezTo>
                  <a:pt x="6622601" y="489571"/>
                  <a:pt x="6654587" y="470617"/>
                  <a:pt x="6690237" y="493051"/>
                </a:cubicBezTo>
                <a:cubicBezTo>
                  <a:pt x="6729957" y="498806"/>
                  <a:pt x="6766252" y="494451"/>
                  <a:pt x="6798356" y="506748"/>
                </a:cubicBezTo>
                <a:cubicBezTo>
                  <a:pt x="6813529" y="501270"/>
                  <a:pt x="6826992" y="500232"/>
                  <a:pt x="6837102" y="513677"/>
                </a:cubicBezTo>
                <a:cubicBezTo>
                  <a:pt x="6874837" y="515764"/>
                  <a:pt x="6887115" y="500833"/>
                  <a:pt x="6907934" y="517339"/>
                </a:cubicBezTo>
                <a:cubicBezTo>
                  <a:pt x="6934086" y="494196"/>
                  <a:pt x="6933260" y="504492"/>
                  <a:pt x="6941474" y="513632"/>
                </a:cubicBezTo>
                <a:lnTo>
                  <a:pt x="6942754" y="514394"/>
                </a:lnTo>
                <a:lnTo>
                  <a:pt x="6946363" y="511066"/>
                </a:lnTo>
                <a:lnTo>
                  <a:pt x="6952592" y="510252"/>
                </a:lnTo>
                <a:lnTo>
                  <a:pt x="6968398" y="513946"/>
                </a:lnTo>
                <a:lnTo>
                  <a:pt x="6974142" y="516310"/>
                </a:lnTo>
                <a:cubicBezTo>
                  <a:pt x="6978173" y="517574"/>
                  <a:pt x="6980948" y="517948"/>
                  <a:pt x="6982971" y="517694"/>
                </a:cubicBezTo>
                <a:lnTo>
                  <a:pt x="6983252" y="517416"/>
                </a:lnTo>
                <a:lnTo>
                  <a:pt x="6991400" y="519321"/>
                </a:lnTo>
                <a:cubicBezTo>
                  <a:pt x="7005004" y="523242"/>
                  <a:pt x="7018100" y="527732"/>
                  <a:pt x="7030460" y="532556"/>
                </a:cubicBezTo>
                <a:cubicBezTo>
                  <a:pt x="7044917" y="516932"/>
                  <a:pt x="7088472" y="545083"/>
                  <a:pt x="7089916" y="511503"/>
                </a:cubicBezTo>
                <a:cubicBezTo>
                  <a:pt x="7106785" y="517039"/>
                  <a:pt x="7114554" y="532321"/>
                  <a:pt x="7113059" y="509904"/>
                </a:cubicBezTo>
                <a:cubicBezTo>
                  <a:pt x="7118735" y="511110"/>
                  <a:pt x="7122641" y="509850"/>
                  <a:pt x="7125755" y="507393"/>
                </a:cubicBezTo>
                <a:lnTo>
                  <a:pt x="7126765" y="506166"/>
                </a:lnTo>
                <a:lnTo>
                  <a:pt x="7164175" y="519011"/>
                </a:lnTo>
                <a:lnTo>
                  <a:pt x="7169654" y="518219"/>
                </a:lnTo>
                <a:lnTo>
                  <a:pt x="7193386" y="529788"/>
                </a:lnTo>
                <a:lnTo>
                  <a:pt x="7205997" y="534060"/>
                </a:lnTo>
                <a:lnTo>
                  <a:pt x="7208842" y="538783"/>
                </a:lnTo>
                <a:cubicBezTo>
                  <a:pt x="7212314" y="541931"/>
                  <a:pt x="7217803" y="543928"/>
                  <a:pt x="7227817" y="543304"/>
                </a:cubicBezTo>
                <a:lnTo>
                  <a:pt x="7230267" y="542497"/>
                </a:lnTo>
                <a:lnTo>
                  <a:pt x="7244913" y="551160"/>
                </a:lnTo>
                <a:cubicBezTo>
                  <a:pt x="7249453" y="554807"/>
                  <a:pt x="7253253" y="559130"/>
                  <a:pt x="7255970" y="564383"/>
                </a:cubicBezTo>
                <a:cubicBezTo>
                  <a:pt x="7315146" y="548103"/>
                  <a:pt x="7361553" y="579076"/>
                  <a:pt x="7421156" y="584155"/>
                </a:cubicBezTo>
                <a:cubicBezTo>
                  <a:pt x="7465612" y="613750"/>
                  <a:pt x="7546249" y="613142"/>
                  <a:pt x="7553166" y="653085"/>
                </a:cubicBezTo>
                <a:cubicBezTo>
                  <a:pt x="7562552" y="609214"/>
                  <a:pt x="7673998" y="724531"/>
                  <a:pt x="7643092" y="662482"/>
                </a:cubicBezTo>
                <a:lnTo>
                  <a:pt x="7896429" y="689054"/>
                </a:lnTo>
                <a:cubicBezTo>
                  <a:pt x="7940867" y="662251"/>
                  <a:pt x="7914217" y="689365"/>
                  <a:pt x="7954620" y="689481"/>
                </a:cubicBezTo>
                <a:cubicBezTo>
                  <a:pt x="7937756" y="718000"/>
                  <a:pt x="8005608" y="680123"/>
                  <a:pt x="8000803" y="714583"/>
                </a:cubicBezTo>
                <a:cubicBezTo>
                  <a:pt x="8008309" y="713512"/>
                  <a:pt x="8015731" y="711389"/>
                  <a:pt x="8023216" y="709000"/>
                </a:cubicBezTo>
                <a:lnTo>
                  <a:pt x="8027136" y="707765"/>
                </a:lnTo>
                <a:lnTo>
                  <a:pt x="8041622" y="708731"/>
                </a:lnTo>
                <a:lnTo>
                  <a:pt x="8047209" y="701624"/>
                </a:lnTo>
                <a:lnTo>
                  <a:pt x="8070088" y="697789"/>
                </a:lnTo>
                <a:cubicBezTo>
                  <a:pt x="8078424" y="697492"/>
                  <a:pt x="8087123" y="698508"/>
                  <a:pt x="8096332" y="701624"/>
                </a:cubicBezTo>
                <a:cubicBezTo>
                  <a:pt x="8123926" y="724651"/>
                  <a:pt x="8185640" y="697894"/>
                  <a:pt x="8219225" y="728069"/>
                </a:cubicBezTo>
                <a:cubicBezTo>
                  <a:pt x="8232644" y="736562"/>
                  <a:pt x="8280723" y="746936"/>
                  <a:pt x="8293793" y="739200"/>
                </a:cubicBezTo>
                <a:cubicBezTo>
                  <a:pt x="8304636" y="739365"/>
                  <a:pt x="8314843" y="745516"/>
                  <a:pt x="8323753" y="736063"/>
                </a:cubicBezTo>
                <a:cubicBezTo>
                  <a:pt x="8336542" y="725164"/>
                  <a:pt x="8363344" y="752699"/>
                  <a:pt x="8364496" y="736635"/>
                </a:cubicBezTo>
                <a:cubicBezTo>
                  <a:pt x="8383724" y="755702"/>
                  <a:pt x="8414211" y="733717"/>
                  <a:pt x="8437662" y="731942"/>
                </a:cubicBezTo>
                <a:cubicBezTo>
                  <a:pt x="8451685" y="749699"/>
                  <a:pt x="8487061" y="728469"/>
                  <a:pt x="8533764" y="735554"/>
                </a:cubicBezTo>
                <a:cubicBezTo>
                  <a:pt x="8548878" y="755832"/>
                  <a:pt x="8565301" y="740114"/>
                  <a:pt x="8596769" y="769632"/>
                </a:cubicBezTo>
                <a:cubicBezTo>
                  <a:pt x="8598880" y="767829"/>
                  <a:pt x="8601326" y="766261"/>
                  <a:pt x="8604035" y="764982"/>
                </a:cubicBezTo>
                <a:cubicBezTo>
                  <a:pt x="8619777" y="757551"/>
                  <a:pt x="8640772" y="761213"/>
                  <a:pt x="8650929" y="773164"/>
                </a:cubicBezTo>
                <a:cubicBezTo>
                  <a:pt x="8702615" y="814545"/>
                  <a:pt x="8757170" y="823762"/>
                  <a:pt x="8806497" y="839707"/>
                </a:cubicBezTo>
                <a:cubicBezTo>
                  <a:pt x="8863157" y="854381"/>
                  <a:pt x="8833749" y="812347"/>
                  <a:pt x="8898377" y="854651"/>
                </a:cubicBezTo>
                <a:cubicBezTo>
                  <a:pt x="8909161" y="844048"/>
                  <a:pt x="8918437" y="845186"/>
                  <a:pt x="8932389" y="853846"/>
                </a:cubicBezTo>
                <a:cubicBezTo>
                  <a:pt x="8960146" y="860074"/>
                  <a:pt x="8965550" y="829338"/>
                  <a:pt x="8989288" y="852877"/>
                </a:cubicBezTo>
                <a:cubicBezTo>
                  <a:pt x="8988278" y="835633"/>
                  <a:pt x="9043995" y="856467"/>
                  <a:pt x="9035275" y="837110"/>
                </a:cubicBezTo>
                <a:cubicBezTo>
                  <a:pt x="9060165" y="838647"/>
                  <a:pt x="9108456" y="858499"/>
                  <a:pt x="9138626" y="862106"/>
                </a:cubicBezTo>
                <a:cubicBezTo>
                  <a:pt x="9165080" y="876547"/>
                  <a:pt x="9174888" y="860404"/>
                  <a:pt x="9216298" y="858754"/>
                </a:cubicBezTo>
                <a:cubicBezTo>
                  <a:pt x="9230418" y="871192"/>
                  <a:pt x="9244774" y="868822"/>
                  <a:pt x="9259941" y="861843"/>
                </a:cubicBezTo>
                <a:cubicBezTo>
                  <a:pt x="9297647" y="870955"/>
                  <a:pt x="9335980" y="863006"/>
                  <a:pt x="9380407" y="864825"/>
                </a:cubicBezTo>
                <a:cubicBezTo>
                  <a:pt x="9424338" y="883720"/>
                  <a:pt x="9443322" y="899138"/>
                  <a:pt x="9490772" y="901190"/>
                </a:cubicBezTo>
                <a:cubicBezTo>
                  <a:pt x="9530410" y="933396"/>
                  <a:pt x="9546422" y="928548"/>
                  <a:pt x="9584982" y="935980"/>
                </a:cubicBezTo>
                <a:cubicBezTo>
                  <a:pt x="9629819" y="954269"/>
                  <a:pt x="9718219" y="986435"/>
                  <a:pt x="9759797" y="1010923"/>
                </a:cubicBezTo>
                <a:cubicBezTo>
                  <a:pt x="9801376" y="1035410"/>
                  <a:pt x="9804503" y="1066293"/>
                  <a:pt x="9834455" y="1082908"/>
                </a:cubicBezTo>
                <a:cubicBezTo>
                  <a:pt x="9864406" y="1099522"/>
                  <a:pt x="9891608" y="1087791"/>
                  <a:pt x="9939504" y="1110614"/>
                </a:cubicBezTo>
                <a:cubicBezTo>
                  <a:pt x="9978150" y="1098522"/>
                  <a:pt x="10034187" y="1166580"/>
                  <a:pt x="10077001" y="1160906"/>
                </a:cubicBezTo>
                <a:cubicBezTo>
                  <a:pt x="10084861" y="1190721"/>
                  <a:pt x="10164307" y="1234884"/>
                  <a:pt x="10178431" y="1244920"/>
                </a:cubicBezTo>
                <a:cubicBezTo>
                  <a:pt x="10210316" y="1215779"/>
                  <a:pt x="10222273" y="1306394"/>
                  <a:pt x="10248658" y="1309335"/>
                </a:cubicBezTo>
                <a:lnTo>
                  <a:pt x="10414709" y="1388645"/>
                </a:lnTo>
                <a:cubicBezTo>
                  <a:pt x="10473963" y="1440373"/>
                  <a:pt x="10538857" y="1454568"/>
                  <a:pt x="10592469" y="1543828"/>
                </a:cubicBezTo>
                <a:cubicBezTo>
                  <a:pt x="10651538" y="1531501"/>
                  <a:pt x="10660082" y="1567462"/>
                  <a:pt x="10674941" y="1597388"/>
                </a:cubicBezTo>
                <a:lnTo>
                  <a:pt x="10680562" y="1605023"/>
                </a:lnTo>
                <a:lnTo>
                  <a:pt x="0" y="1605023"/>
                </a:lnTo>
                <a:lnTo>
                  <a:pt x="0" y="415048"/>
                </a:lnTo>
                <a:lnTo>
                  <a:pt x="9656" y="416044"/>
                </a:lnTo>
                <a:cubicBezTo>
                  <a:pt x="66794" y="420549"/>
                  <a:pt x="142962" y="423374"/>
                  <a:pt x="179196" y="423071"/>
                </a:cubicBezTo>
                <a:cubicBezTo>
                  <a:pt x="202136" y="418172"/>
                  <a:pt x="228694" y="392385"/>
                  <a:pt x="250912" y="408617"/>
                </a:cubicBezTo>
                <a:cubicBezTo>
                  <a:pt x="249389" y="392611"/>
                  <a:pt x="280512" y="416185"/>
                  <a:pt x="291375" y="403710"/>
                </a:cubicBezTo>
                <a:cubicBezTo>
                  <a:pt x="298635" y="393187"/>
                  <a:pt x="309770" y="397885"/>
                  <a:pt x="320542" y="396592"/>
                </a:cubicBezTo>
                <a:cubicBezTo>
                  <a:pt x="359051" y="397166"/>
                  <a:pt x="484339" y="405354"/>
                  <a:pt x="522426" y="407158"/>
                </a:cubicBezTo>
                <a:cubicBezTo>
                  <a:pt x="532069" y="408997"/>
                  <a:pt x="540856" y="408831"/>
                  <a:pt x="549068" y="407418"/>
                </a:cubicBezTo>
                <a:lnTo>
                  <a:pt x="571100" y="400562"/>
                </a:lnTo>
                <a:lnTo>
                  <a:pt x="575457" y="392801"/>
                </a:lnTo>
                <a:lnTo>
                  <a:pt x="589968" y="391807"/>
                </a:lnTo>
                <a:lnTo>
                  <a:pt x="593649" y="390062"/>
                </a:lnTo>
                <a:cubicBezTo>
                  <a:pt x="600667" y="386700"/>
                  <a:pt x="607669" y="383607"/>
                  <a:pt x="614928" y="381544"/>
                </a:cubicBezTo>
                <a:cubicBezTo>
                  <a:pt x="636416" y="381988"/>
                  <a:pt x="667253" y="387671"/>
                  <a:pt x="722580" y="392722"/>
                </a:cubicBezTo>
                <a:cubicBezTo>
                  <a:pt x="792539" y="408114"/>
                  <a:pt x="885615" y="380106"/>
                  <a:pt x="946884" y="411854"/>
                </a:cubicBezTo>
                <a:cubicBezTo>
                  <a:pt x="1028270" y="418469"/>
                  <a:pt x="1139077" y="429433"/>
                  <a:pt x="1210905" y="432414"/>
                </a:cubicBezTo>
                <a:cubicBezTo>
                  <a:pt x="1270803" y="429423"/>
                  <a:pt x="1321921" y="453757"/>
                  <a:pt x="1377854" y="429745"/>
                </a:cubicBezTo>
                <a:cubicBezTo>
                  <a:pt x="1381419" y="434564"/>
                  <a:pt x="1385901" y="438319"/>
                  <a:pt x="1391004" y="441307"/>
                </a:cubicBezTo>
                <a:lnTo>
                  <a:pt x="1406953" y="447889"/>
                </a:lnTo>
                <a:lnTo>
                  <a:pt x="1409246" y="446765"/>
                </a:lnTo>
                <a:cubicBezTo>
                  <a:pt x="1419066" y="444804"/>
                  <a:pt x="1424836" y="446037"/>
                  <a:pt x="1428800" y="448677"/>
                </a:cubicBezTo>
                <a:lnTo>
                  <a:pt x="1432402" y="452956"/>
                </a:lnTo>
                <a:lnTo>
                  <a:pt x="1606578" y="430870"/>
                </a:lnTo>
                <a:cubicBezTo>
                  <a:pt x="1619625" y="433971"/>
                  <a:pt x="1633347" y="436643"/>
                  <a:pt x="1647476" y="438687"/>
                </a:cubicBezTo>
                <a:lnTo>
                  <a:pt x="1655866" y="439472"/>
                </a:lnTo>
                <a:lnTo>
                  <a:pt x="1656096" y="439162"/>
                </a:lnTo>
                <a:cubicBezTo>
                  <a:pt x="1658061" y="438636"/>
                  <a:pt x="1666503" y="411823"/>
                  <a:pt x="1670708" y="412530"/>
                </a:cubicBezTo>
                <a:lnTo>
                  <a:pt x="1737953" y="399496"/>
                </a:lnTo>
                <a:lnTo>
                  <a:pt x="1848192" y="376032"/>
                </a:lnTo>
                <a:cubicBezTo>
                  <a:pt x="1887458" y="368088"/>
                  <a:pt x="1918458" y="352092"/>
                  <a:pt x="1954077" y="352621"/>
                </a:cubicBezTo>
                <a:cubicBezTo>
                  <a:pt x="1965180" y="342609"/>
                  <a:pt x="1976973" y="337201"/>
                  <a:pt x="1993047" y="346068"/>
                </a:cubicBezTo>
                <a:cubicBezTo>
                  <a:pt x="2028636" y="335449"/>
                  <a:pt x="2032293" y="317806"/>
                  <a:pt x="2059719" y="325903"/>
                </a:cubicBezTo>
                <a:cubicBezTo>
                  <a:pt x="2071905" y="296194"/>
                  <a:pt x="2076373" y="305826"/>
                  <a:pt x="2088528" y="311409"/>
                </a:cubicBezTo>
                <a:lnTo>
                  <a:pt x="2090087" y="311676"/>
                </a:lnTo>
                <a:lnTo>
                  <a:pt x="2091700" y="307455"/>
                </a:lnTo>
                <a:lnTo>
                  <a:pt x="2096989" y="304649"/>
                </a:lnTo>
                <a:lnTo>
                  <a:pt x="2113325" y="302764"/>
                </a:lnTo>
                <a:lnTo>
                  <a:pt x="2119780" y="303007"/>
                </a:lnTo>
                <a:cubicBezTo>
                  <a:pt x="2124111" y="302819"/>
                  <a:pt x="2126840" y="302239"/>
                  <a:pt x="2128562" y="301336"/>
                </a:cubicBezTo>
                <a:cubicBezTo>
                  <a:pt x="2128600" y="301221"/>
                  <a:pt x="2128640" y="301107"/>
                  <a:pt x="2128679" y="300991"/>
                </a:cubicBezTo>
                <a:lnTo>
                  <a:pt x="2179558" y="299095"/>
                </a:lnTo>
                <a:cubicBezTo>
                  <a:pt x="2184857" y="280099"/>
                  <a:pt x="2238998" y="291238"/>
                  <a:pt x="2223277" y="260239"/>
                </a:cubicBezTo>
                <a:cubicBezTo>
                  <a:pt x="2241523" y="259676"/>
                  <a:pt x="2256386" y="270988"/>
                  <a:pt x="2243644" y="251110"/>
                </a:cubicBezTo>
                <a:cubicBezTo>
                  <a:pt x="2249448" y="250324"/>
                  <a:pt x="2252382" y="247882"/>
                  <a:pt x="2253986" y="244616"/>
                </a:cubicBezTo>
                <a:lnTo>
                  <a:pt x="2254285" y="243167"/>
                </a:lnTo>
                <a:lnTo>
                  <a:pt x="2295037" y="242433"/>
                </a:lnTo>
                <a:lnTo>
                  <a:pt x="2299648" y="239896"/>
                </a:lnTo>
                <a:lnTo>
                  <a:pt x="2327237" y="242539"/>
                </a:lnTo>
                <a:lnTo>
                  <a:pt x="2340943" y="242239"/>
                </a:lnTo>
                <a:lnTo>
                  <a:pt x="2345943" y="245589"/>
                </a:lnTo>
                <a:cubicBezTo>
                  <a:pt x="2350718" y="247299"/>
                  <a:pt x="2356754" y="247292"/>
                  <a:pt x="2365602" y="243403"/>
                </a:cubicBezTo>
                <a:lnTo>
                  <a:pt x="2367433" y="241858"/>
                </a:lnTo>
                <a:lnTo>
                  <a:pt x="2385231" y="244873"/>
                </a:lnTo>
                <a:cubicBezTo>
                  <a:pt x="2391237" y="246682"/>
                  <a:pt x="2396907" y="249351"/>
                  <a:pt x="2402059" y="253223"/>
                </a:cubicBezTo>
                <a:cubicBezTo>
                  <a:pt x="2457690" y="251623"/>
                  <a:pt x="2639813" y="242704"/>
                  <a:pt x="2719020" y="235271"/>
                </a:cubicBezTo>
                <a:cubicBezTo>
                  <a:pt x="2762954" y="229515"/>
                  <a:pt x="2821915" y="222156"/>
                  <a:pt x="2877308" y="208630"/>
                </a:cubicBezTo>
                <a:cubicBezTo>
                  <a:pt x="2947949" y="226393"/>
                  <a:pt x="2978035" y="153757"/>
                  <a:pt x="3051375" y="154110"/>
                </a:cubicBezTo>
                <a:cubicBezTo>
                  <a:pt x="3078434" y="115011"/>
                  <a:pt x="3067807" y="148493"/>
                  <a:pt x="3104837" y="135199"/>
                </a:cubicBezTo>
                <a:cubicBezTo>
                  <a:pt x="3103880" y="166713"/>
                  <a:pt x="3146743" y="109780"/>
                  <a:pt x="3159836" y="142694"/>
                </a:cubicBezTo>
                <a:cubicBezTo>
                  <a:pt x="3166160" y="139232"/>
                  <a:pt x="3171875" y="134841"/>
                  <a:pt x="3177510" y="130186"/>
                </a:cubicBezTo>
                <a:lnTo>
                  <a:pt x="3180470" y="127764"/>
                </a:lnTo>
                <a:lnTo>
                  <a:pt x="3194216" y="123837"/>
                </a:lnTo>
                <a:lnTo>
                  <a:pt x="3214710" y="104451"/>
                </a:lnTo>
                <a:cubicBezTo>
                  <a:pt x="3222186" y="101416"/>
                  <a:pt x="3230663" y="99454"/>
                  <a:pt x="3240671" y="99232"/>
                </a:cubicBezTo>
                <a:cubicBezTo>
                  <a:pt x="3277606" y="111009"/>
                  <a:pt x="3320498" y="66221"/>
                  <a:pt x="3366544" y="82506"/>
                </a:cubicBezTo>
                <a:cubicBezTo>
                  <a:pt x="3383134" y="85775"/>
                  <a:pt x="3432393" y="79256"/>
                  <a:pt x="3440424" y="67891"/>
                </a:cubicBezTo>
                <a:cubicBezTo>
                  <a:pt x="3450432" y="64444"/>
                  <a:pt x="3462892" y="66649"/>
                  <a:pt x="3466248" y="55103"/>
                </a:cubicBezTo>
                <a:cubicBezTo>
                  <a:pt x="3472418" y="40954"/>
                  <a:pt x="3510917" y="57092"/>
                  <a:pt x="3503820" y="42110"/>
                </a:cubicBezTo>
                <a:lnTo>
                  <a:pt x="3568389" y="13576"/>
                </a:lnTo>
                <a:cubicBezTo>
                  <a:pt x="3579310" y="19318"/>
                  <a:pt x="3590168" y="14433"/>
                  <a:pt x="3604089" y="6980"/>
                </a:cubicBezTo>
                <a:close/>
              </a:path>
            </a:pathLst>
          </a:custGeom>
          <a:solidFill>
            <a:srgbClr val="82766A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1"/>
          <p:cNvSpPr txBox="1"/>
          <p:nvPr>
            <p:ph type="ctrTitle"/>
          </p:nvPr>
        </p:nvSpPr>
        <p:spPr>
          <a:xfrm>
            <a:off x="1293186" y="2208913"/>
            <a:ext cx="7103877" cy="320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6600"/>
              <a:t>Conexión serial con Arduino</a:t>
            </a:r>
            <a:endParaRPr/>
          </a:p>
        </p:txBody>
      </p:sp>
      <p:sp>
        <p:nvSpPr>
          <p:cNvPr id="227" name="Google Shape;227;p31"/>
          <p:cNvSpPr txBox="1"/>
          <p:nvPr>
            <p:ph idx="1" type="subTitle"/>
          </p:nvPr>
        </p:nvSpPr>
        <p:spPr>
          <a:xfrm>
            <a:off x="1687332" y="5827059"/>
            <a:ext cx="6315585" cy="15173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82600" rtl="0" algn="ctr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1900"/>
              <a:t>Usando la librería `Serial` de Processing, podemos recibir datos desde Arduino por puerto serial. </a:t>
            </a:r>
            <a:endParaRPr/>
          </a:p>
          <a:p>
            <a:pPr indent="-457200" lvl="0" marL="482600" rtl="0" algn="ctr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1900"/>
              <a:t>Estos datos pueden usarse para graficar temperaturas, niveles de luz u otros valores medidos.</a:t>
            </a:r>
            <a:endParaRPr sz="1900"/>
          </a:p>
        </p:txBody>
      </p:sp>
      <p:sp>
        <p:nvSpPr>
          <p:cNvPr id="228" name="Google Shape;228;p31"/>
          <p:cNvSpPr/>
          <p:nvPr/>
        </p:nvSpPr>
        <p:spPr>
          <a:xfrm flipH="1">
            <a:off x="6884892" y="1"/>
            <a:ext cx="11403106" cy="726140"/>
          </a:xfrm>
          <a:custGeom>
            <a:rect b="b" l="l" r="r" t="t"/>
            <a:pathLst>
              <a:path extrusionOk="0" h="743457" w="9683888">
                <a:moveTo>
                  <a:pt x="9683888" y="0"/>
                </a:moveTo>
                <a:lnTo>
                  <a:pt x="0" y="0"/>
                </a:lnTo>
                <a:lnTo>
                  <a:pt x="0" y="365878"/>
                </a:lnTo>
                <a:lnTo>
                  <a:pt x="11844" y="367909"/>
                </a:lnTo>
                <a:cubicBezTo>
                  <a:pt x="50423" y="374387"/>
                  <a:pt x="87879" y="380746"/>
                  <a:pt x="106208" y="385974"/>
                </a:cubicBezTo>
                <a:cubicBezTo>
                  <a:pt x="119919" y="389979"/>
                  <a:pt x="149687" y="402128"/>
                  <a:pt x="183667" y="399162"/>
                </a:cubicBezTo>
                <a:cubicBezTo>
                  <a:pt x="228274" y="394575"/>
                  <a:pt x="256969" y="398315"/>
                  <a:pt x="292430" y="390408"/>
                </a:cubicBezTo>
                <a:cubicBezTo>
                  <a:pt x="325377" y="395694"/>
                  <a:pt x="374510" y="420053"/>
                  <a:pt x="386942" y="395582"/>
                </a:cubicBezTo>
                <a:cubicBezTo>
                  <a:pt x="400429" y="416427"/>
                  <a:pt x="451168" y="399411"/>
                  <a:pt x="485751" y="408404"/>
                </a:cubicBezTo>
                <a:cubicBezTo>
                  <a:pt x="520399" y="423586"/>
                  <a:pt x="570416" y="404235"/>
                  <a:pt x="604107" y="418647"/>
                </a:cubicBezTo>
                <a:cubicBezTo>
                  <a:pt x="633631" y="425521"/>
                  <a:pt x="672063" y="446364"/>
                  <a:pt x="694081" y="449524"/>
                </a:cubicBezTo>
                <a:cubicBezTo>
                  <a:pt x="700528" y="463278"/>
                  <a:pt x="713487" y="450700"/>
                  <a:pt x="762452" y="456090"/>
                </a:cubicBezTo>
                <a:cubicBezTo>
                  <a:pt x="811417" y="461479"/>
                  <a:pt x="935420" y="470466"/>
                  <a:pt x="987872" y="481862"/>
                </a:cubicBezTo>
                <a:cubicBezTo>
                  <a:pt x="1018493" y="475799"/>
                  <a:pt x="1019470" y="516810"/>
                  <a:pt x="1077163" y="524467"/>
                </a:cubicBezTo>
                <a:cubicBezTo>
                  <a:pt x="1124222" y="535807"/>
                  <a:pt x="1202940" y="574855"/>
                  <a:pt x="1258716" y="587975"/>
                </a:cubicBezTo>
                <a:cubicBezTo>
                  <a:pt x="1274181" y="586466"/>
                  <a:pt x="1286859" y="589632"/>
                  <a:pt x="1298056" y="595413"/>
                </a:cubicBezTo>
                <a:lnTo>
                  <a:pt x="1327017" y="617412"/>
                </a:lnTo>
                <a:lnTo>
                  <a:pt x="1347909" y="620209"/>
                </a:lnTo>
                <a:cubicBezTo>
                  <a:pt x="1377004" y="628445"/>
                  <a:pt x="1394712" y="616344"/>
                  <a:pt x="1421792" y="626139"/>
                </a:cubicBezTo>
                <a:cubicBezTo>
                  <a:pt x="1466260" y="647543"/>
                  <a:pt x="1506099" y="610975"/>
                  <a:pt x="1519789" y="645011"/>
                </a:cubicBezTo>
                <a:cubicBezTo>
                  <a:pt x="1556219" y="665699"/>
                  <a:pt x="1578776" y="668950"/>
                  <a:pt x="1620886" y="687715"/>
                </a:cubicBezTo>
                <a:cubicBezTo>
                  <a:pt x="1658228" y="693647"/>
                  <a:pt x="1636224" y="694371"/>
                  <a:pt x="1676745" y="690130"/>
                </a:cubicBezTo>
                <a:cubicBezTo>
                  <a:pt x="1713709" y="697532"/>
                  <a:pt x="1774627" y="701403"/>
                  <a:pt x="1832228" y="690860"/>
                </a:cubicBezTo>
                <a:cubicBezTo>
                  <a:pt x="1866586" y="689181"/>
                  <a:pt x="1949046" y="755765"/>
                  <a:pt x="1980464" y="704858"/>
                </a:cubicBezTo>
                <a:cubicBezTo>
                  <a:pt x="2001472" y="716610"/>
                  <a:pt x="2020758" y="710467"/>
                  <a:pt x="2051150" y="711187"/>
                </a:cubicBezTo>
                <a:cubicBezTo>
                  <a:pt x="2081543" y="711907"/>
                  <a:pt x="2117567" y="736153"/>
                  <a:pt x="2162824" y="709178"/>
                </a:cubicBezTo>
                <a:cubicBezTo>
                  <a:pt x="2219712" y="701824"/>
                  <a:pt x="2181421" y="742368"/>
                  <a:pt x="2259859" y="718188"/>
                </a:cubicBezTo>
                <a:cubicBezTo>
                  <a:pt x="2296623" y="733933"/>
                  <a:pt x="2337412" y="741012"/>
                  <a:pt x="2378290" y="738748"/>
                </a:cubicBezTo>
                <a:cubicBezTo>
                  <a:pt x="2380041" y="725410"/>
                  <a:pt x="2399659" y="741017"/>
                  <a:pt x="2407828" y="743457"/>
                </a:cubicBezTo>
                <a:cubicBezTo>
                  <a:pt x="2406113" y="735180"/>
                  <a:pt x="2421642" y="728742"/>
                  <a:pt x="2428936" y="734697"/>
                </a:cubicBezTo>
                <a:cubicBezTo>
                  <a:pt x="2468648" y="720822"/>
                  <a:pt x="2584275" y="677579"/>
                  <a:pt x="2646106" y="660204"/>
                </a:cubicBezTo>
                <a:cubicBezTo>
                  <a:pt x="2706894" y="652346"/>
                  <a:pt x="2738390" y="612318"/>
                  <a:pt x="2799920" y="630451"/>
                </a:cubicBezTo>
                <a:cubicBezTo>
                  <a:pt x="2856798" y="622940"/>
                  <a:pt x="2902940" y="602232"/>
                  <a:pt x="2953556" y="607173"/>
                </a:cubicBezTo>
                <a:cubicBezTo>
                  <a:pt x="2970626" y="593247"/>
                  <a:pt x="2988095" y="586399"/>
                  <a:pt x="3009839" y="601743"/>
                </a:cubicBezTo>
                <a:cubicBezTo>
                  <a:pt x="3046166" y="594868"/>
                  <a:pt x="3085682" y="586046"/>
                  <a:pt x="3115016" y="584982"/>
                </a:cubicBezTo>
                <a:cubicBezTo>
                  <a:pt x="3144992" y="587935"/>
                  <a:pt x="3158740" y="599045"/>
                  <a:pt x="3185844" y="595356"/>
                </a:cubicBezTo>
                <a:cubicBezTo>
                  <a:pt x="3209939" y="576197"/>
                  <a:pt x="3221731" y="614583"/>
                  <a:pt x="3246013" y="592418"/>
                </a:cubicBezTo>
                <a:cubicBezTo>
                  <a:pt x="3228976" y="565486"/>
                  <a:pt x="3320172" y="599686"/>
                  <a:pt x="3313565" y="574138"/>
                </a:cubicBezTo>
                <a:cubicBezTo>
                  <a:pt x="3341586" y="564515"/>
                  <a:pt x="3371901" y="555346"/>
                  <a:pt x="3414143" y="553730"/>
                </a:cubicBezTo>
                <a:cubicBezTo>
                  <a:pt x="3463229" y="557630"/>
                  <a:pt x="3476532" y="539673"/>
                  <a:pt x="3552895" y="548563"/>
                </a:cubicBezTo>
                <a:cubicBezTo>
                  <a:pt x="3620356" y="561042"/>
                  <a:pt x="3688830" y="574962"/>
                  <a:pt x="3753012" y="599520"/>
                </a:cubicBezTo>
                <a:cubicBezTo>
                  <a:pt x="3769580" y="615048"/>
                  <a:pt x="3777112" y="602961"/>
                  <a:pt x="3804392" y="604131"/>
                </a:cubicBezTo>
                <a:cubicBezTo>
                  <a:pt x="3831672" y="605301"/>
                  <a:pt x="3878076" y="605222"/>
                  <a:pt x="3916696" y="606540"/>
                </a:cubicBezTo>
                <a:cubicBezTo>
                  <a:pt x="3970533" y="603881"/>
                  <a:pt x="3981244" y="618066"/>
                  <a:pt x="4063849" y="604058"/>
                </a:cubicBezTo>
                <a:cubicBezTo>
                  <a:pt x="4074473" y="605185"/>
                  <a:pt x="4134611" y="589365"/>
                  <a:pt x="4172179" y="592355"/>
                </a:cubicBezTo>
                <a:cubicBezTo>
                  <a:pt x="4180554" y="576172"/>
                  <a:pt x="4255433" y="602075"/>
                  <a:pt x="4276294" y="587119"/>
                </a:cubicBezTo>
                <a:cubicBezTo>
                  <a:pt x="4326119" y="586973"/>
                  <a:pt x="4361692" y="573867"/>
                  <a:pt x="4411090" y="575600"/>
                </a:cubicBezTo>
                <a:cubicBezTo>
                  <a:pt x="4465125" y="575500"/>
                  <a:pt x="4518088" y="570805"/>
                  <a:pt x="4540465" y="567464"/>
                </a:cubicBezTo>
                <a:lnTo>
                  <a:pt x="4545352" y="555554"/>
                </a:lnTo>
                <a:lnTo>
                  <a:pt x="4564014" y="553660"/>
                </a:lnTo>
                <a:lnTo>
                  <a:pt x="4568602" y="550913"/>
                </a:lnTo>
                <a:cubicBezTo>
                  <a:pt x="4577353" y="545618"/>
                  <a:pt x="4586105" y="540734"/>
                  <a:pt x="4595289" y="537407"/>
                </a:cubicBezTo>
                <a:cubicBezTo>
                  <a:pt x="4623104" y="537511"/>
                  <a:pt x="4660764" y="533229"/>
                  <a:pt x="4739026" y="532483"/>
                </a:cubicBezTo>
                <a:cubicBezTo>
                  <a:pt x="4806238" y="527255"/>
                  <a:pt x="4944577" y="524439"/>
                  <a:pt x="5061335" y="545635"/>
                </a:cubicBezTo>
                <a:cubicBezTo>
                  <a:pt x="5167156" y="553533"/>
                  <a:pt x="5251789" y="586167"/>
                  <a:pt x="5338634" y="595754"/>
                </a:cubicBezTo>
                <a:cubicBezTo>
                  <a:pt x="5415763" y="589622"/>
                  <a:pt x="5434719" y="609365"/>
                  <a:pt x="5529430" y="606335"/>
                </a:cubicBezTo>
                <a:cubicBezTo>
                  <a:pt x="5534498" y="613561"/>
                  <a:pt x="5597157" y="603269"/>
                  <a:pt x="5604039" y="607676"/>
                </a:cubicBezTo>
                <a:lnTo>
                  <a:pt x="5625281" y="617253"/>
                </a:lnTo>
                <a:lnTo>
                  <a:pt x="5628138" y="615483"/>
                </a:lnTo>
                <a:cubicBezTo>
                  <a:pt x="5640641" y="612245"/>
                  <a:pt x="5648217" y="613966"/>
                  <a:pt x="5653593" y="617873"/>
                </a:cubicBezTo>
                <a:lnTo>
                  <a:pt x="5658658" y="624279"/>
                </a:lnTo>
                <a:lnTo>
                  <a:pt x="5675963" y="627762"/>
                </a:lnTo>
                <a:lnTo>
                  <a:pt x="5709625" y="639593"/>
                </a:lnTo>
                <a:lnTo>
                  <a:pt x="5716324" y="637148"/>
                </a:lnTo>
                <a:lnTo>
                  <a:pt x="5767720" y="647737"/>
                </a:lnTo>
                <a:lnTo>
                  <a:pt x="5768619" y="645671"/>
                </a:lnTo>
                <a:cubicBezTo>
                  <a:pt x="5776130" y="642927"/>
                  <a:pt x="5830922" y="636226"/>
                  <a:pt x="5858696" y="628099"/>
                </a:cubicBezTo>
                <a:lnTo>
                  <a:pt x="5935260" y="596904"/>
                </a:lnTo>
                <a:lnTo>
                  <a:pt x="5946176" y="597874"/>
                </a:lnTo>
                <a:lnTo>
                  <a:pt x="5946447" y="597396"/>
                </a:lnTo>
                <a:cubicBezTo>
                  <a:pt x="5948934" y="596546"/>
                  <a:pt x="5952567" y="596468"/>
                  <a:pt x="5958069" y="597432"/>
                </a:cubicBezTo>
                <a:lnTo>
                  <a:pt x="5966081" y="599643"/>
                </a:lnTo>
                <a:lnTo>
                  <a:pt x="5987259" y="601523"/>
                </a:lnTo>
                <a:lnTo>
                  <a:pt x="5994905" y="598873"/>
                </a:lnTo>
                <a:cubicBezTo>
                  <a:pt x="6020610" y="579716"/>
                  <a:pt x="6016968" y="560235"/>
                  <a:pt x="6054803" y="541202"/>
                </a:cubicBezTo>
                <a:cubicBezTo>
                  <a:pt x="6108247" y="527358"/>
                  <a:pt x="6130976" y="484538"/>
                  <a:pt x="6188672" y="496389"/>
                </a:cubicBezTo>
                <a:cubicBezTo>
                  <a:pt x="6238659" y="483279"/>
                  <a:pt x="6277194" y="458153"/>
                  <a:pt x="6323280" y="458013"/>
                </a:cubicBezTo>
                <a:cubicBezTo>
                  <a:pt x="6368044" y="444385"/>
                  <a:pt x="6422801" y="420428"/>
                  <a:pt x="6457257" y="414621"/>
                </a:cubicBezTo>
                <a:cubicBezTo>
                  <a:pt x="6483424" y="410645"/>
                  <a:pt x="6508964" y="423228"/>
                  <a:pt x="6530019" y="423168"/>
                </a:cubicBezTo>
                <a:cubicBezTo>
                  <a:pt x="6558276" y="416578"/>
                  <a:pt x="6600264" y="386690"/>
                  <a:pt x="6626800" y="375078"/>
                </a:cubicBezTo>
                <a:cubicBezTo>
                  <a:pt x="6664418" y="400828"/>
                  <a:pt x="6655535" y="354302"/>
                  <a:pt x="6689231" y="353501"/>
                </a:cubicBezTo>
                <a:cubicBezTo>
                  <a:pt x="6708837" y="361122"/>
                  <a:pt x="6719642" y="359485"/>
                  <a:pt x="6726440" y="340276"/>
                </a:cubicBezTo>
                <a:cubicBezTo>
                  <a:pt x="6818329" y="378763"/>
                  <a:pt x="6765502" y="328183"/>
                  <a:pt x="6835228" y="329393"/>
                </a:cubicBezTo>
                <a:cubicBezTo>
                  <a:pt x="6897464" y="335048"/>
                  <a:pt x="6962224" y="329085"/>
                  <a:pt x="7039363" y="370823"/>
                </a:cubicBezTo>
                <a:cubicBezTo>
                  <a:pt x="7056368" y="384567"/>
                  <a:pt x="7070539" y="363899"/>
                  <a:pt x="7095156" y="366075"/>
                </a:cubicBezTo>
                <a:cubicBezTo>
                  <a:pt x="7119772" y="368250"/>
                  <a:pt x="7153748" y="385714"/>
                  <a:pt x="7187061" y="383876"/>
                </a:cubicBezTo>
                <a:cubicBezTo>
                  <a:pt x="7242115" y="377604"/>
                  <a:pt x="7270954" y="334249"/>
                  <a:pt x="7295039" y="355046"/>
                </a:cubicBezTo>
                <a:cubicBezTo>
                  <a:pt x="7320104" y="344159"/>
                  <a:pt x="7343179" y="301443"/>
                  <a:pt x="7373651" y="322299"/>
                </a:cubicBezTo>
                <a:cubicBezTo>
                  <a:pt x="7367160" y="298575"/>
                  <a:pt x="7410095" y="329040"/>
                  <a:pt x="7418964" y="308685"/>
                </a:cubicBezTo>
                <a:cubicBezTo>
                  <a:pt x="7424243" y="291807"/>
                  <a:pt x="7438503" y="297117"/>
                  <a:pt x="7450568" y="293511"/>
                </a:cubicBezTo>
                <a:cubicBezTo>
                  <a:pt x="7461276" y="277652"/>
                  <a:pt x="7519437" y="275664"/>
                  <a:pt x="7538380" y="283235"/>
                </a:cubicBezTo>
                <a:cubicBezTo>
                  <a:pt x="7594343" y="271879"/>
                  <a:pt x="7734488" y="231676"/>
                  <a:pt x="7786348" y="225377"/>
                </a:cubicBezTo>
                <a:cubicBezTo>
                  <a:pt x="7797693" y="277094"/>
                  <a:pt x="7847327" y="236176"/>
                  <a:pt x="7849534" y="245434"/>
                </a:cubicBezTo>
                <a:cubicBezTo>
                  <a:pt x="7894253" y="231282"/>
                  <a:pt x="7937937" y="238796"/>
                  <a:pt x="7981165" y="222252"/>
                </a:cubicBezTo>
                <a:cubicBezTo>
                  <a:pt x="8066564" y="234459"/>
                  <a:pt x="8127007" y="235277"/>
                  <a:pt x="8171882" y="222497"/>
                </a:cubicBezTo>
                <a:cubicBezTo>
                  <a:pt x="8183092" y="205785"/>
                  <a:pt x="8217423" y="177145"/>
                  <a:pt x="8242270" y="180535"/>
                </a:cubicBezTo>
                <a:cubicBezTo>
                  <a:pt x="8294138" y="178846"/>
                  <a:pt x="8410926" y="208334"/>
                  <a:pt x="8490152" y="209193"/>
                </a:cubicBezTo>
                <a:cubicBezTo>
                  <a:pt x="8558493" y="195433"/>
                  <a:pt x="8564727" y="233466"/>
                  <a:pt x="8622272" y="188859"/>
                </a:cubicBezTo>
                <a:cubicBezTo>
                  <a:pt x="8659556" y="191317"/>
                  <a:pt x="8666988" y="178214"/>
                  <a:pt x="8738606" y="208945"/>
                </a:cubicBezTo>
                <a:cubicBezTo>
                  <a:pt x="8769507" y="208543"/>
                  <a:pt x="8800406" y="224019"/>
                  <a:pt x="8831307" y="207738"/>
                </a:cubicBezTo>
                <a:cubicBezTo>
                  <a:pt x="8836477" y="191612"/>
                  <a:pt x="8870109" y="182455"/>
                  <a:pt x="8891432" y="184510"/>
                </a:cubicBezTo>
                <a:cubicBezTo>
                  <a:pt x="8876795" y="135260"/>
                  <a:pt x="8938553" y="173381"/>
                  <a:pt x="8946980" y="145578"/>
                </a:cubicBezTo>
                <a:cubicBezTo>
                  <a:pt x="9010957" y="156064"/>
                  <a:pt x="9046552" y="157746"/>
                  <a:pt x="9107760" y="128052"/>
                </a:cubicBezTo>
                <a:cubicBezTo>
                  <a:pt x="9135191" y="151813"/>
                  <a:pt x="9184204" y="114911"/>
                  <a:pt x="9195623" y="100212"/>
                </a:cubicBezTo>
                <a:cubicBezTo>
                  <a:pt x="9222736" y="85917"/>
                  <a:pt x="9230892" y="98248"/>
                  <a:pt x="9256898" y="73900"/>
                </a:cubicBezTo>
                <a:cubicBezTo>
                  <a:pt x="9276443" y="63724"/>
                  <a:pt x="9334001" y="80454"/>
                  <a:pt x="9351740" y="80439"/>
                </a:cubicBezTo>
                <a:cubicBezTo>
                  <a:pt x="9398889" y="82633"/>
                  <a:pt x="9473718" y="102566"/>
                  <a:pt x="9539796" y="87069"/>
                </a:cubicBezTo>
                <a:cubicBezTo>
                  <a:pt x="9565852" y="70987"/>
                  <a:pt x="9591569" y="56211"/>
                  <a:pt x="9619109" y="39994"/>
                </a:cubicBezTo>
                <a:close/>
              </a:path>
            </a:pathLst>
          </a:custGeom>
          <a:solidFill>
            <a:srgbClr val="82766A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31"/>
          <p:cNvSpPr/>
          <p:nvPr/>
        </p:nvSpPr>
        <p:spPr>
          <a:xfrm>
            <a:off x="0" y="8256493"/>
            <a:ext cx="16020843" cy="2030508"/>
          </a:xfrm>
          <a:custGeom>
            <a:rect b="b" l="l" r="r" t="t"/>
            <a:pathLst>
              <a:path extrusionOk="0" h="1605023" w="10680562">
                <a:moveTo>
                  <a:pt x="3617689" y="0"/>
                </a:moveTo>
                <a:lnTo>
                  <a:pt x="3635901" y="7738"/>
                </a:lnTo>
                <a:cubicBezTo>
                  <a:pt x="3636815" y="-13593"/>
                  <a:pt x="3674070" y="21953"/>
                  <a:pt x="3690891" y="7049"/>
                </a:cubicBezTo>
                <a:cubicBezTo>
                  <a:pt x="3723615" y="8082"/>
                  <a:pt x="3780877" y="7675"/>
                  <a:pt x="3832247" y="13937"/>
                </a:cubicBezTo>
                <a:cubicBezTo>
                  <a:pt x="3878761" y="52737"/>
                  <a:pt x="3960967" y="15082"/>
                  <a:pt x="3999111" y="44624"/>
                </a:cubicBezTo>
                <a:cubicBezTo>
                  <a:pt x="4011661" y="48427"/>
                  <a:pt x="4023440" y="49464"/>
                  <a:pt x="4034676" y="48775"/>
                </a:cubicBezTo>
                <a:lnTo>
                  <a:pt x="4065394" y="42879"/>
                </a:lnTo>
                <a:lnTo>
                  <a:pt x="4072648" y="33262"/>
                </a:lnTo>
                <a:lnTo>
                  <a:pt x="4092232" y="34026"/>
                </a:lnTo>
                <a:lnTo>
                  <a:pt x="4097470" y="32252"/>
                </a:lnTo>
                <a:cubicBezTo>
                  <a:pt x="4107476" y="28819"/>
                  <a:pt x="4117405" y="25741"/>
                  <a:pt x="4127488" y="24056"/>
                </a:cubicBezTo>
                <a:cubicBezTo>
                  <a:pt x="4122379" y="69900"/>
                  <a:pt x="4212421" y="17287"/>
                  <a:pt x="4190803" y="55685"/>
                </a:cubicBezTo>
                <a:cubicBezTo>
                  <a:pt x="4245322" y="54405"/>
                  <a:pt x="4210442" y="91290"/>
                  <a:pt x="4269333" y="54186"/>
                </a:cubicBezTo>
                <a:cubicBezTo>
                  <a:pt x="4360007" y="84494"/>
                  <a:pt x="4405441" y="66275"/>
                  <a:pt x="4481486" y="116915"/>
                </a:cubicBezTo>
                <a:cubicBezTo>
                  <a:pt x="4469366" y="96298"/>
                  <a:pt x="4624978" y="141388"/>
                  <a:pt x="4651418" y="150071"/>
                </a:cubicBezTo>
                <a:lnTo>
                  <a:pt x="4863575" y="175458"/>
                </a:lnTo>
                <a:cubicBezTo>
                  <a:pt x="4867452" y="182323"/>
                  <a:pt x="5007365" y="209256"/>
                  <a:pt x="5013635" y="213928"/>
                </a:cubicBezTo>
                <a:lnTo>
                  <a:pt x="5203044" y="228946"/>
                </a:lnTo>
                <a:lnTo>
                  <a:pt x="5207070" y="235105"/>
                </a:lnTo>
                <a:lnTo>
                  <a:pt x="5224253" y="240320"/>
                </a:lnTo>
                <a:lnTo>
                  <a:pt x="5256736" y="254811"/>
                </a:lnTo>
                <a:lnTo>
                  <a:pt x="5264095" y="253567"/>
                </a:lnTo>
                <a:lnTo>
                  <a:pt x="5315084" y="269264"/>
                </a:lnTo>
                <a:lnTo>
                  <a:pt x="5316393" y="267603"/>
                </a:lnTo>
                <a:cubicBezTo>
                  <a:pt x="5320500" y="264235"/>
                  <a:pt x="5325719" y="262424"/>
                  <a:pt x="5333427" y="263823"/>
                </a:cubicBezTo>
                <a:cubicBezTo>
                  <a:pt x="5330520" y="234164"/>
                  <a:pt x="5341605" y="254143"/>
                  <a:pt x="5364589" y="260882"/>
                </a:cubicBezTo>
                <a:cubicBezTo>
                  <a:pt x="5365199" y="216323"/>
                  <a:pt x="5425089" y="252089"/>
                  <a:pt x="5443973" y="230866"/>
                </a:cubicBezTo>
                <a:cubicBezTo>
                  <a:pt x="5460840" y="236821"/>
                  <a:pt x="5478689" y="242307"/>
                  <a:pt x="5497201" y="247023"/>
                </a:cubicBezTo>
                <a:lnTo>
                  <a:pt x="5508269" y="249256"/>
                </a:lnTo>
                <a:lnTo>
                  <a:pt x="5508636" y="248880"/>
                </a:lnTo>
                <a:cubicBezTo>
                  <a:pt x="5511356" y="248469"/>
                  <a:pt x="5515116" y="248867"/>
                  <a:pt x="5520606" y="250400"/>
                </a:cubicBezTo>
                <a:lnTo>
                  <a:pt x="5528451" y="253330"/>
                </a:lnTo>
                <a:lnTo>
                  <a:pt x="5549923" y="257662"/>
                </a:lnTo>
                <a:lnTo>
                  <a:pt x="5558295" y="256364"/>
                </a:lnTo>
                <a:lnTo>
                  <a:pt x="5664799" y="278924"/>
                </a:lnTo>
                <a:lnTo>
                  <a:pt x="5796160" y="307979"/>
                </a:lnTo>
                <a:lnTo>
                  <a:pt x="5897647" y="339431"/>
                </a:lnTo>
                <a:cubicBezTo>
                  <a:pt x="5894921" y="322560"/>
                  <a:pt x="5962532" y="357207"/>
                  <a:pt x="5978838" y="367970"/>
                </a:cubicBezTo>
                <a:cubicBezTo>
                  <a:pt x="6035145" y="375765"/>
                  <a:pt x="6006578" y="380813"/>
                  <a:pt x="6050367" y="386341"/>
                </a:cubicBezTo>
                <a:cubicBezTo>
                  <a:pt x="6051161" y="391932"/>
                  <a:pt x="6137489" y="380709"/>
                  <a:pt x="6140609" y="385135"/>
                </a:cubicBezTo>
                <a:cubicBezTo>
                  <a:pt x="6205928" y="424013"/>
                  <a:pt x="6248816" y="452185"/>
                  <a:pt x="6302950" y="448183"/>
                </a:cubicBezTo>
                <a:lnTo>
                  <a:pt x="6308533" y="448551"/>
                </a:lnTo>
                <a:lnTo>
                  <a:pt x="6340278" y="468555"/>
                </a:lnTo>
                <a:lnTo>
                  <a:pt x="6341685" y="467587"/>
                </a:lnTo>
                <a:cubicBezTo>
                  <a:pt x="6345560" y="465876"/>
                  <a:pt x="6349786" y="465470"/>
                  <a:pt x="6354862" y="467794"/>
                </a:cubicBezTo>
                <a:cubicBezTo>
                  <a:pt x="6361260" y="446013"/>
                  <a:pt x="6363438" y="462250"/>
                  <a:pt x="6377840" y="471024"/>
                </a:cubicBezTo>
                <a:cubicBezTo>
                  <a:pt x="6390990" y="439154"/>
                  <a:pt x="6423334" y="475084"/>
                  <a:pt x="6442804" y="463091"/>
                </a:cubicBezTo>
                <a:cubicBezTo>
                  <a:pt x="6453090" y="470255"/>
                  <a:pt x="6464204" y="477252"/>
                  <a:pt x="6476009" y="483807"/>
                </a:cubicBezTo>
                <a:lnTo>
                  <a:pt x="6483237" y="487308"/>
                </a:lnTo>
                <a:lnTo>
                  <a:pt x="6483605" y="487102"/>
                </a:lnTo>
                <a:cubicBezTo>
                  <a:pt x="6485654" y="487272"/>
                  <a:pt x="6488212" y="488201"/>
                  <a:pt x="6491673" y="490243"/>
                </a:cubicBezTo>
                <a:lnTo>
                  <a:pt x="6496411" y="493689"/>
                </a:lnTo>
                <a:lnTo>
                  <a:pt x="6510429" y="500479"/>
                </a:lnTo>
                <a:lnTo>
                  <a:pt x="6516750" y="500983"/>
                </a:lnTo>
                <a:cubicBezTo>
                  <a:pt x="6541864" y="496675"/>
                  <a:pt x="6554866" y="452619"/>
                  <a:pt x="6580199" y="483318"/>
                </a:cubicBezTo>
                <a:cubicBezTo>
                  <a:pt x="6622601" y="489571"/>
                  <a:pt x="6654587" y="470617"/>
                  <a:pt x="6690237" y="493051"/>
                </a:cubicBezTo>
                <a:cubicBezTo>
                  <a:pt x="6729957" y="498806"/>
                  <a:pt x="6766252" y="494451"/>
                  <a:pt x="6798356" y="506748"/>
                </a:cubicBezTo>
                <a:cubicBezTo>
                  <a:pt x="6813529" y="501270"/>
                  <a:pt x="6826992" y="500232"/>
                  <a:pt x="6837102" y="513677"/>
                </a:cubicBezTo>
                <a:cubicBezTo>
                  <a:pt x="6874837" y="515764"/>
                  <a:pt x="6887115" y="500833"/>
                  <a:pt x="6907934" y="517339"/>
                </a:cubicBezTo>
                <a:cubicBezTo>
                  <a:pt x="6934086" y="494196"/>
                  <a:pt x="6933260" y="504492"/>
                  <a:pt x="6941474" y="513632"/>
                </a:cubicBezTo>
                <a:lnTo>
                  <a:pt x="6942754" y="514394"/>
                </a:lnTo>
                <a:lnTo>
                  <a:pt x="6946363" y="511066"/>
                </a:lnTo>
                <a:lnTo>
                  <a:pt x="6952592" y="510252"/>
                </a:lnTo>
                <a:lnTo>
                  <a:pt x="6968398" y="513946"/>
                </a:lnTo>
                <a:lnTo>
                  <a:pt x="6974142" y="516310"/>
                </a:lnTo>
                <a:cubicBezTo>
                  <a:pt x="6978173" y="517574"/>
                  <a:pt x="6980948" y="517948"/>
                  <a:pt x="6982971" y="517694"/>
                </a:cubicBezTo>
                <a:lnTo>
                  <a:pt x="6983252" y="517416"/>
                </a:lnTo>
                <a:lnTo>
                  <a:pt x="6991400" y="519321"/>
                </a:lnTo>
                <a:cubicBezTo>
                  <a:pt x="7005004" y="523242"/>
                  <a:pt x="7018100" y="527732"/>
                  <a:pt x="7030460" y="532556"/>
                </a:cubicBezTo>
                <a:cubicBezTo>
                  <a:pt x="7044917" y="516932"/>
                  <a:pt x="7088472" y="545083"/>
                  <a:pt x="7089916" y="511503"/>
                </a:cubicBezTo>
                <a:cubicBezTo>
                  <a:pt x="7106785" y="517039"/>
                  <a:pt x="7114554" y="532321"/>
                  <a:pt x="7113059" y="509904"/>
                </a:cubicBezTo>
                <a:cubicBezTo>
                  <a:pt x="7118735" y="511110"/>
                  <a:pt x="7122641" y="509850"/>
                  <a:pt x="7125755" y="507393"/>
                </a:cubicBezTo>
                <a:lnTo>
                  <a:pt x="7126765" y="506166"/>
                </a:lnTo>
                <a:lnTo>
                  <a:pt x="7164175" y="519011"/>
                </a:lnTo>
                <a:lnTo>
                  <a:pt x="7169654" y="518219"/>
                </a:lnTo>
                <a:lnTo>
                  <a:pt x="7193386" y="529788"/>
                </a:lnTo>
                <a:lnTo>
                  <a:pt x="7205997" y="534060"/>
                </a:lnTo>
                <a:lnTo>
                  <a:pt x="7208842" y="538783"/>
                </a:lnTo>
                <a:cubicBezTo>
                  <a:pt x="7212314" y="541931"/>
                  <a:pt x="7217803" y="543928"/>
                  <a:pt x="7227817" y="543304"/>
                </a:cubicBezTo>
                <a:lnTo>
                  <a:pt x="7230267" y="542497"/>
                </a:lnTo>
                <a:lnTo>
                  <a:pt x="7244913" y="551160"/>
                </a:lnTo>
                <a:cubicBezTo>
                  <a:pt x="7249453" y="554807"/>
                  <a:pt x="7253253" y="559130"/>
                  <a:pt x="7255970" y="564383"/>
                </a:cubicBezTo>
                <a:cubicBezTo>
                  <a:pt x="7315146" y="548103"/>
                  <a:pt x="7361553" y="579076"/>
                  <a:pt x="7421156" y="584155"/>
                </a:cubicBezTo>
                <a:cubicBezTo>
                  <a:pt x="7465612" y="613750"/>
                  <a:pt x="7546249" y="613142"/>
                  <a:pt x="7553166" y="653085"/>
                </a:cubicBezTo>
                <a:cubicBezTo>
                  <a:pt x="7562552" y="609214"/>
                  <a:pt x="7673998" y="724531"/>
                  <a:pt x="7643092" y="662482"/>
                </a:cubicBezTo>
                <a:lnTo>
                  <a:pt x="7896429" y="689054"/>
                </a:lnTo>
                <a:cubicBezTo>
                  <a:pt x="7940867" y="662251"/>
                  <a:pt x="7914217" y="689365"/>
                  <a:pt x="7954620" y="689481"/>
                </a:cubicBezTo>
                <a:cubicBezTo>
                  <a:pt x="7937756" y="718000"/>
                  <a:pt x="8005608" y="680123"/>
                  <a:pt x="8000803" y="714583"/>
                </a:cubicBezTo>
                <a:cubicBezTo>
                  <a:pt x="8008309" y="713512"/>
                  <a:pt x="8015731" y="711389"/>
                  <a:pt x="8023216" y="709000"/>
                </a:cubicBezTo>
                <a:lnTo>
                  <a:pt x="8027136" y="707765"/>
                </a:lnTo>
                <a:lnTo>
                  <a:pt x="8041622" y="708731"/>
                </a:lnTo>
                <a:lnTo>
                  <a:pt x="8047209" y="701624"/>
                </a:lnTo>
                <a:lnTo>
                  <a:pt x="8070088" y="697789"/>
                </a:lnTo>
                <a:cubicBezTo>
                  <a:pt x="8078424" y="697492"/>
                  <a:pt x="8087123" y="698508"/>
                  <a:pt x="8096332" y="701624"/>
                </a:cubicBezTo>
                <a:cubicBezTo>
                  <a:pt x="8123926" y="724651"/>
                  <a:pt x="8185640" y="697894"/>
                  <a:pt x="8219225" y="728069"/>
                </a:cubicBezTo>
                <a:cubicBezTo>
                  <a:pt x="8232644" y="736562"/>
                  <a:pt x="8280723" y="746936"/>
                  <a:pt x="8293793" y="739200"/>
                </a:cubicBezTo>
                <a:cubicBezTo>
                  <a:pt x="8304636" y="739365"/>
                  <a:pt x="8314843" y="745516"/>
                  <a:pt x="8323753" y="736063"/>
                </a:cubicBezTo>
                <a:cubicBezTo>
                  <a:pt x="8336542" y="725164"/>
                  <a:pt x="8363344" y="752699"/>
                  <a:pt x="8364496" y="736635"/>
                </a:cubicBezTo>
                <a:cubicBezTo>
                  <a:pt x="8383724" y="755702"/>
                  <a:pt x="8414211" y="733717"/>
                  <a:pt x="8437662" y="731942"/>
                </a:cubicBezTo>
                <a:cubicBezTo>
                  <a:pt x="8451685" y="749699"/>
                  <a:pt x="8487061" y="728469"/>
                  <a:pt x="8533764" y="735554"/>
                </a:cubicBezTo>
                <a:cubicBezTo>
                  <a:pt x="8548878" y="755832"/>
                  <a:pt x="8565301" y="740114"/>
                  <a:pt x="8596769" y="769632"/>
                </a:cubicBezTo>
                <a:cubicBezTo>
                  <a:pt x="8598880" y="767829"/>
                  <a:pt x="8601326" y="766261"/>
                  <a:pt x="8604035" y="764982"/>
                </a:cubicBezTo>
                <a:cubicBezTo>
                  <a:pt x="8619777" y="757551"/>
                  <a:pt x="8640772" y="761213"/>
                  <a:pt x="8650929" y="773164"/>
                </a:cubicBezTo>
                <a:cubicBezTo>
                  <a:pt x="8702615" y="814545"/>
                  <a:pt x="8757170" y="823762"/>
                  <a:pt x="8806497" y="839707"/>
                </a:cubicBezTo>
                <a:cubicBezTo>
                  <a:pt x="8863157" y="854381"/>
                  <a:pt x="8833749" y="812347"/>
                  <a:pt x="8898377" y="854651"/>
                </a:cubicBezTo>
                <a:cubicBezTo>
                  <a:pt x="8909161" y="844048"/>
                  <a:pt x="8918437" y="845186"/>
                  <a:pt x="8932389" y="853846"/>
                </a:cubicBezTo>
                <a:cubicBezTo>
                  <a:pt x="8960146" y="860074"/>
                  <a:pt x="8965550" y="829338"/>
                  <a:pt x="8989288" y="852877"/>
                </a:cubicBezTo>
                <a:cubicBezTo>
                  <a:pt x="8988278" y="835633"/>
                  <a:pt x="9043995" y="856467"/>
                  <a:pt x="9035275" y="837110"/>
                </a:cubicBezTo>
                <a:cubicBezTo>
                  <a:pt x="9060165" y="838647"/>
                  <a:pt x="9108456" y="858499"/>
                  <a:pt x="9138626" y="862106"/>
                </a:cubicBezTo>
                <a:cubicBezTo>
                  <a:pt x="9165080" y="876547"/>
                  <a:pt x="9174888" y="860404"/>
                  <a:pt x="9216298" y="858754"/>
                </a:cubicBezTo>
                <a:cubicBezTo>
                  <a:pt x="9230418" y="871192"/>
                  <a:pt x="9244774" y="868822"/>
                  <a:pt x="9259941" y="861843"/>
                </a:cubicBezTo>
                <a:cubicBezTo>
                  <a:pt x="9297647" y="870955"/>
                  <a:pt x="9335980" y="863006"/>
                  <a:pt x="9380407" y="864825"/>
                </a:cubicBezTo>
                <a:cubicBezTo>
                  <a:pt x="9424338" y="883720"/>
                  <a:pt x="9443322" y="899138"/>
                  <a:pt x="9490772" y="901190"/>
                </a:cubicBezTo>
                <a:cubicBezTo>
                  <a:pt x="9530410" y="933396"/>
                  <a:pt x="9546422" y="928548"/>
                  <a:pt x="9584982" y="935980"/>
                </a:cubicBezTo>
                <a:cubicBezTo>
                  <a:pt x="9629819" y="954269"/>
                  <a:pt x="9718219" y="986435"/>
                  <a:pt x="9759797" y="1010923"/>
                </a:cubicBezTo>
                <a:cubicBezTo>
                  <a:pt x="9801376" y="1035410"/>
                  <a:pt x="9804503" y="1066293"/>
                  <a:pt x="9834455" y="1082908"/>
                </a:cubicBezTo>
                <a:cubicBezTo>
                  <a:pt x="9864406" y="1099522"/>
                  <a:pt x="9891608" y="1087791"/>
                  <a:pt x="9939504" y="1110614"/>
                </a:cubicBezTo>
                <a:cubicBezTo>
                  <a:pt x="9978150" y="1098522"/>
                  <a:pt x="10034187" y="1166580"/>
                  <a:pt x="10077001" y="1160906"/>
                </a:cubicBezTo>
                <a:cubicBezTo>
                  <a:pt x="10084861" y="1190721"/>
                  <a:pt x="10164307" y="1234884"/>
                  <a:pt x="10178431" y="1244920"/>
                </a:cubicBezTo>
                <a:cubicBezTo>
                  <a:pt x="10210316" y="1215779"/>
                  <a:pt x="10222273" y="1306394"/>
                  <a:pt x="10248658" y="1309335"/>
                </a:cubicBezTo>
                <a:lnTo>
                  <a:pt x="10414709" y="1388645"/>
                </a:lnTo>
                <a:cubicBezTo>
                  <a:pt x="10473963" y="1440373"/>
                  <a:pt x="10538857" y="1454568"/>
                  <a:pt x="10592469" y="1543828"/>
                </a:cubicBezTo>
                <a:cubicBezTo>
                  <a:pt x="10651538" y="1531501"/>
                  <a:pt x="10660082" y="1567462"/>
                  <a:pt x="10674941" y="1597388"/>
                </a:cubicBezTo>
                <a:lnTo>
                  <a:pt x="10680562" y="1605023"/>
                </a:lnTo>
                <a:lnTo>
                  <a:pt x="0" y="1605023"/>
                </a:lnTo>
                <a:lnTo>
                  <a:pt x="0" y="415048"/>
                </a:lnTo>
                <a:lnTo>
                  <a:pt x="9656" y="416044"/>
                </a:lnTo>
                <a:cubicBezTo>
                  <a:pt x="66794" y="420549"/>
                  <a:pt x="142962" y="423374"/>
                  <a:pt x="179196" y="423071"/>
                </a:cubicBezTo>
                <a:cubicBezTo>
                  <a:pt x="202136" y="418172"/>
                  <a:pt x="228694" y="392385"/>
                  <a:pt x="250912" y="408617"/>
                </a:cubicBezTo>
                <a:cubicBezTo>
                  <a:pt x="249389" y="392611"/>
                  <a:pt x="280512" y="416185"/>
                  <a:pt x="291375" y="403710"/>
                </a:cubicBezTo>
                <a:cubicBezTo>
                  <a:pt x="298635" y="393187"/>
                  <a:pt x="309770" y="397885"/>
                  <a:pt x="320542" y="396592"/>
                </a:cubicBezTo>
                <a:cubicBezTo>
                  <a:pt x="359051" y="397166"/>
                  <a:pt x="484339" y="405354"/>
                  <a:pt x="522426" y="407158"/>
                </a:cubicBezTo>
                <a:cubicBezTo>
                  <a:pt x="532069" y="408997"/>
                  <a:pt x="540856" y="408831"/>
                  <a:pt x="549068" y="407418"/>
                </a:cubicBezTo>
                <a:lnTo>
                  <a:pt x="571100" y="400562"/>
                </a:lnTo>
                <a:lnTo>
                  <a:pt x="575457" y="392801"/>
                </a:lnTo>
                <a:lnTo>
                  <a:pt x="589968" y="391807"/>
                </a:lnTo>
                <a:lnTo>
                  <a:pt x="593649" y="390062"/>
                </a:lnTo>
                <a:cubicBezTo>
                  <a:pt x="600667" y="386700"/>
                  <a:pt x="607669" y="383607"/>
                  <a:pt x="614928" y="381544"/>
                </a:cubicBezTo>
                <a:cubicBezTo>
                  <a:pt x="636416" y="381988"/>
                  <a:pt x="667253" y="387671"/>
                  <a:pt x="722580" y="392722"/>
                </a:cubicBezTo>
                <a:cubicBezTo>
                  <a:pt x="792539" y="408114"/>
                  <a:pt x="885615" y="380106"/>
                  <a:pt x="946884" y="411854"/>
                </a:cubicBezTo>
                <a:cubicBezTo>
                  <a:pt x="1028270" y="418469"/>
                  <a:pt x="1139077" y="429433"/>
                  <a:pt x="1210905" y="432414"/>
                </a:cubicBezTo>
                <a:cubicBezTo>
                  <a:pt x="1270803" y="429423"/>
                  <a:pt x="1321921" y="453757"/>
                  <a:pt x="1377854" y="429745"/>
                </a:cubicBezTo>
                <a:cubicBezTo>
                  <a:pt x="1381419" y="434564"/>
                  <a:pt x="1385901" y="438319"/>
                  <a:pt x="1391004" y="441307"/>
                </a:cubicBezTo>
                <a:lnTo>
                  <a:pt x="1406953" y="447889"/>
                </a:lnTo>
                <a:lnTo>
                  <a:pt x="1409246" y="446765"/>
                </a:lnTo>
                <a:cubicBezTo>
                  <a:pt x="1419066" y="444804"/>
                  <a:pt x="1424836" y="446037"/>
                  <a:pt x="1428800" y="448677"/>
                </a:cubicBezTo>
                <a:lnTo>
                  <a:pt x="1432402" y="452956"/>
                </a:lnTo>
                <a:lnTo>
                  <a:pt x="1606578" y="430870"/>
                </a:lnTo>
                <a:cubicBezTo>
                  <a:pt x="1619625" y="433971"/>
                  <a:pt x="1633347" y="436643"/>
                  <a:pt x="1647476" y="438687"/>
                </a:cubicBezTo>
                <a:lnTo>
                  <a:pt x="1655866" y="439472"/>
                </a:lnTo>
                <a:lnTo>
                  <a:pt x="1656096" y="439162"/>
                </a:lnTo>
                <a:cubicBezTo>
                  <a:pt x="1658061" y="438636"/>
                  <a:pt x="1666503" y="411823"/>
                  <a:pt x="1670708" y="412530"/>
                </a:cubicBezTo>
                <a:lnTo>
                  <a:pt x="1737953" y="399496"/>
                </a:lnTo>
                <a:lnTo>
                  <a:pt x="1848192" y="376032"/>
                </a:lnTo>
                <a:cubicBezTo>
                  <a:pt x="1887458" y="368088"/>
                  <a:pt x="1918458" y="352092"/>
                  <a:pt x="1954077" y="352621"/>
                </a:cubicBezTo>
                <a:cubicBezTo>
                  <a:pt x="1965180" y="342609"/>
                  <a:pt x="1976973" y="337201"/>
                  <a:pt x="1993047" y="346068"/>
                </a:cubicBezTo>
                <a:cubicBezTo>
                  <a:pt x="2028636" y="335449"/>
                  <a:pt x="2032293" y="317806"/>
                  <a:pt x="2059719" y="325903"/>
                </a:cubicBezTo>
                <a:cubicBezTo>
                  <a:pt x="2071905" y="296194"/>
                  <a:pt x="2076373" y="305826"/>
                  <a:pt x="2088528" y="311409"/>
                </a:cubicBezTo>
                <a:lnTo>
                  <a:pt x="2090087" y="311676"/>
                </a:lnTo>
                <a:lnTo>
                  <a:pt x="2091700" y="307455"/>
                </a:lnTo>
                <a:lnTo>
                  <a:pt x="2096989" y="304649"/>
                </a:lnTo>
                <a:lnTo>
                  <a:pt x="2113325" y="302764"/>
                </a:lnTo>
                <a:lnTo>
                  <a:pt x="2119780" y="303007"/>
                </a:lnTo>
                <a:cubicBezTo>
                  <a:pt x="2124111" y="302819"/>
                  <a:pt x="2126840" y="302239"/>
                  <a:pt x="2128562" y="301336"/>
                </a:cubicBezTo>
                <a:cubicBezTo>
                  <a:pt x="2128600" y="301221"/>
                  <a:pt x="2128640" y="301107"/>
                  <a:pt x="2128679" y="300991"/>
                </a:cubicBezTo>
                <a:lnTo>
                  <a:pt x="2179558" y="299095"/>
                </a:lnTo>
                <a:cubicBezTo>
                  <a:pt x="2184857" y="280099"/>
                  <a:pt x="2238998" y="291238"/>
                  <a:pt x="2223277" y="260239"/>
                </a:cubicBezTo>
                <a:cubicBezTo>
                  <a:pt x="2241523" y="259676"/>
                  <a:pt x="2256386" y="270988"/>
                  <a:pt x="2243644" y="251110"/>
                </a:cubicBezTo>
                <a:cubicBezTo>
                  <a:pt x="2249448" y="250324"/>
                  <a:pt x="2252382" y="247882"/>
                  <a:pt x="2253986" y="244616"/>
                </a:cubicBezTo>
                <a:lnTo>
                  <a:pt x="2254285" y="243167"/>
                </a:lnTo>
                <a:lnTo>
                  <a:pt x="2295037" y="242433"/>
                </a:lnTo>
                <a:lnTo>
                  <a:pt x="2299648" y="239896"/>
                </a:lnTo>
                <a:lnTo>
                  <a:pt x="2327237" y="242539"/>
                </a:lnTo>
                <a:lnTo>
                  <a:pt x="2340943" y="242239"/>
                </a:lnTo>
                <a:lnTo>
                  <a:pt x="2345943" y="245589"/>
                </a:lnTo>
                <a:cubicBezTo>
                  <a:pt x="2350718" y="247299"/>
                  <a:pt x="2356754" y="247292"/>
                  <a:pt x="2365602" y="243403"/>
                </a:cubicBezTo>
                <a:lnTo>
                  <a:pt x="2367433" y="241858"/>
                </a:lnTo>
                <a:lnTo>
                  <a:pt x="2385231" y="244873"/>
                </a:lnTo>
                <a:cubicBezTo>
                  <a:pt x="2391237" y="246682"/>
                  <a:pt x="2396907" y="249351"/>
                  <a:pt x="2402059" y="253223"/>
                </a:cubicBezTo>
                <a:cubicBezTo>
                  <a:pt x="2457690" y="251623"/>
                  <a:pt x="2639813" y="242704"/>
                  <a:pt x="2719020" y="235271"/>
                </a:cubicBezTo>
                <a:cubicBezTo>
                  <a:pt x="2762954" y="229515"/>
                  <a:pt x="2821915" y="222156"/>
                  <a:pt x="2877308" y="208630"/>
                </a:cubicBezTo>
                <a:cubicBezTo>
                  <a:pt x="2947949" y="226393"/>
                  <a:pt x="2978035" y="153757"/>
                  <a:pt x="3051375" y="154110"/>
                </a:cubicBezTo>
                <a:cubicBezTo>
                  <a:pt x="3078434" y="115011"/>
                  <a:pt x="3067807" y="148493"/>
                  <a:pt x="3104837" y="135199"/>
                </a:cubicBezTo>
                <a:cubicBezTo>
                  <a:pt x="3103880" y="166713"/>
                  <a:pt x="3146743" y="109780"/>
                  <a:pt x="3159836" y="142694"/>
                </a:cubicBezTo>
                <a:cubicBezTo>
                  <a:pt x="3166160" y="139232"/>
                  <a:pt x="3171875" y="134841"/>
                  <a:pt x="3177510" y="130186"/>
                </a:cubicBezTo>
                <a:lnTo>
                  <a:pt x="3180470" y="127764"/>
                </a:lnTo>
                <a:lnTo>
                  <a:pt x="3194216" y="123837"/>
                </a:lnTo>
                <a:lnTo>
                  <a:pt x="3214710" y="104451"/>
                </a:lnTo>
                <a:cubicBezTo>
                  <a:pt x="3222186" y="101416"/>
                  <a:pt x="3230663" y="99454"/>
                  <a:pt x="3240671" y="99232"/>
                </a:cubicBezTo>
                <a:cubicBezTo>
                  <a:pt x="3277606" y="111009"/>
                  <a:pt x="3320498" y="66221"/>
                  <a:pt x="3366544" y="82506"/>
                </a:cubicBezTo>
                <a:cubicBezTo>
                  <a:pt x="3383134" y="85775"/>
                  <a:pt x="3432393" y="79256"/>
                  <a:pt x="3440424" y="67891"/>
                </a:cubicBezTo>
                <a:cubicBezTo>
                  <a:pt x="3450432" y="64444"/>
                  <a:pt x="3462892" y="66649"/>
                  <a:pt x="3466248" y="55103"/>
                </a:cubicBezTo>
                <a:cubicBezTo>
                  <a:pt x="3472418" y="40954"/>
                  <a:pt x="3510917" y="57092"/>
                  <a:pt x="3503820" y="42110"/>
                </a:cubicBezTo>
                <a:lnTo>
                  <a:pt x="3568389" y="13576"/>
                </a:lnTo>
                <a:cubicBezTo>
                  <a:pt x="3579310" y="19318"/>
                  <a:pt x="3590168" y="14433"/>
                  <a:pt x="3604089" y="6980"/>
                </a:cubicBezTo>
                <a:close/>
              </a:path>
            </a:pathLst>
          </a:custGeom>
          <a:solidFill>
            <a:srgbClr val="82766A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31"/>
          <p:cNvSpPr/>
          <p:nvPr/>
        </p:nvSpPr>
        <p:spPr>
          <a:xfrm>
            <a:off x="9144000" y="868107"/>
            <a:ext cx="8471140" cy="7603032"/>
          </a:xfrm>
          <a:custGeom>
            <a:rect b="b" l="l" r="r" t="t"/>
            <a:pathLst>
              <a:path extrusionOk="0" h="2400300" w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0800" rotWithShape="0" algn="tl" dir="3000000" dist="12700">
              <a:srgbClr val="000000">
                <a:alpha val="2392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1"/>
          <p:cNvSpPr/>
          <p:nvPr/>
        </p:nvSpPr>
        <p:spPr>
          <a:xfrm>
            <a:off x="12037738" y="383212"/>
            <a:ext cx="2051438" cy="643476"/>
          </a:xfrm>
          <a:custGeom>
            <a:rect b="b" l="l" r="r" t="t"/>
            <a:pathLst>
              <a:path extrusionOk="0" h="594531" w="2201784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4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RDUINO NANO V3 + Cable Usb Atmega328p - MEGATRONICA" id="232" name="Google Shape;23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26599" y="1328467"/>
            <a:ext cx="6660071" cy="66600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32"/>
          <p:cNvSpPr/>
          <p:nvPr/>
        </p:nvSpPr>
        <p:spPr>
          <a:xfrm rot="-4995211">
            <a:off x="1013459" y="1163774"/>
            <a:ext cx="4481849" cy="4481849"/>
          </a:xfrm>
          <a:prstGeom prst="arc">
            <a:avLst>
              <a:gd fmla="val 14455503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32"/>
          <p:cNvSpPr txBox="1"/>
          <p:nvPr>
            <p:ph type="ctrTitle"/>
          </p:nvPr>
        </p:nvSpPr>
        <p:spPr>
          <a:xfrm>
            <a:off x="1339227" y="2055256"/>
            <a:ext cx="762837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Conclusiones</a:t>
            </a:r>
            <a:endParaRPr/>
          </a:p>
        </p:txBody>
      </p:sp>
      <p:sp>
        <p:nvSpPr>
          <p:cNvPr id="240" name="Google Shape;240;p32"/>
          <p:cNvSpPr txBox="1"/>
          <p:nvPr>
            <p:ph idx="1" type="subTitle"/>
          </p:nvPr>
        </p:nvSpPr>
        <p:spPr>
          <a:xfrm>
            <a:off x="1339227" y="5774767"/>
            <a:ext cx="7628370" cy="2822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US"/>
              <a:t>Processing es una herramienta versátil para visualizar datos estáticos y dinámicos.  Conectándola con Arduino se pueden crear proyectos de visualización en tiempo real sencillos pero poderosos.</a:t>
            </a:r>
            <a:endParaRPr/>
          </a:p>
        </p:txBody>
      </p:sp>
      <p:sp>
        <p:nvSpPr>
          <p:cNvPr id="241" name="Google Shape;241;p32"/>
          <p:cNvSpPr/>
          <p:nvPr/>
        </p:nvSpPr>
        <p:spPr>
          <a:xfrm>
            <a:off x="15524703" y="1249029"/>
            <a:ext cx="1657414" cy="16124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2" name="Google Shape;242;p32"/>
          <p:cNvPicPr preferRelativeResize="0"/>
          <p:nvPr/>
        </p:nvPicPr>
        <p:blipFill rotWithShape="1">
          <a:blip r:embed="rId3">
            <a:alphaModFix/>
          </a:blip>
          <a:srcRect b="-1" l="26622" r="6627" t="0"/>
          <a:stretch/>
        </p:blipFill>
        <p:spPr>
          <a:xfrm>
            <a:off x="9782071" y="1160584"/>
            <a:ext cx="7792497" cy="7792497"/>
          </a:xfrm>
          <a:custGeom>
            <a:rect b="b" l="l" r="r" t="t"/>
            <a:pathLst>
              <a:path extrusionOk="0" h="3741748" w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243" name="Google Shape;243;p32"/>
          <p:cNvSpPr/>
          <p:nvPr/>
        </p:nvSpPr>
        <p:spPr>
          <a:xfrm>
            <a:off x="10226709" y="7186080"/>
            <a:ext cx="1315056" cy="1315056"/>
          </a:xfrm>
          <a:prstGeom prst="rect">
            <a:avLst/>
          </a:prstGeom>
          <a:noFill/>
          <a:ln cap="flat" cmpd="sng" w="1270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2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5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APLICACIONES POR MEDIO DE EJEMPLOS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49" name="Google Shape;249;p5"/>
          <p:cNvSpPr txBox="1"/>
          <p:nvPr/>
        </p:nvSpPr>
        <p:spPr>
          <a:xfrm>
            <a:off x="1374889" y="3650660"/>
            <a:ext cx="14365903" cy="1492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75"/>
              <a:buFont typeface="Arial"/>
              <a:buNone/>
            </a:pPr>
            <a:r>
              <a:rPr b="0" i="0" lang="en-US" sz="357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Cuando se pueda dar ejemplos de aplicacion que vallan de acuerdo a los temas vistos (comprension y aplicacion)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5"/>
          <p:cNvSpPr/>
          <p:nvPr/>
        </p:nvSpPr>
        <p:spPr>
          <a:xfrm>
            <a:off x="13447195" y="5334021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5"/>
          <p:cNvSpPr txBox="1"/>
          <p:nvPr/>
        </p:nvSpPr>
        <p:spPr>
          <a:xfrm>
            <a:off x="14141311" y="6442453"/>
            <a:ext cx="3238236" cy="2463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rPr b="0" i="0" lang="en-US" sz="20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Parte de la Taxonomía de Bloom nos habla de la parte de crear (llevar a la realidad la teoría aprendida) trata de dar ejemplos de este estilo, si aplican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6"/>
          <p:cNvSpPr/>
          <p:nvPr/>
        </p:nvSpPr>
        <p:spPr>
          <a:xfrm>
            <a:off x="4573" y="0"/>
            <a:ext cx="18283428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uitas idéias fazem um grande — Fotografias de Stock © feedough #21171725" id="257" name="Google Shape;257;p6"/>
          <p:cNvPicPr preferRelativeResize="0"/>
          <p:nvPr/>
        </p:nvPicPr>
        <p:blipFill rotWithShape="1">
          <a:blip r:embed="rId3">
            <a:alphaModFix/>
          </a:blip>
          <a:srcRect b="-1" l="0" r="5531" t="0"/>
          <a:stretch/>
        </p:blipFill>
        <p:spPr>
          <a:xfrm>
            <a:off x="3783534" y="10"/>
            <a:ext cx="14504463" cy="1028699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6"/>
          <p:cNvSpPr/>
          <p:nvPr/>
        </p:nvSpPr>
        <p:spPr>
          <a:xfrm>
            <a:off x="-1" y="0"/>
            <a:ext cx="11085394" cy="10287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7647"/>
                </a:srgbClr>
              </a:gs>
              <a:gs pos="35000">
                <a:srgbClr val="FFFFFF">
                  <a:alpha val="76862"/>
                </a:srgbClr>
              </a:gs>
              <a:gs pos="48000">
                <a:schemeClr val="lt1"/>
              </a:gs>
              <a:gs pos="100000">
                <a:schemeClr val="lt1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6"/>
          <p:cNvSpPr txBox="1"/>
          <p:nvPr/>
        </p:nvSpPr>
        <p:spPr>
          <a:xfrm>
            <a:off x="1257300" y="547687"/>
            <a:ext cx="5733283" cy="28498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lang="en-US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CONCEPTOS CLAVE APRENDIDOS </a:t>
            </a:r>
            <a:endParaRPr b="0" i="0" sz="6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6"/>
          <p:cNvSpPr txBox="1"/>
          <p:nvPr/>
        </p:nvSpPr>
        <p:spPr>
          <a:xfrm>
            <a:off x="1257300" y="3651301"/>
            <a:ext cx="5733283" cy="5614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Processing</a:t>
            </a:r>
            <a:endParaRPr/>
          </a:p>
          <a:p>
            <a:pPr indent="-228600" lvl="0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Visualización de datos</a:t>
            </a:r>
            <a:endParaRPr/>
          </a:p>
          <a:p>
            <a:pPr indent="-228600" lvl="0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Puerto Serial</a:t>
            </a:r>
            <a:endParaRPr/>
          </a:p>
          <a:p>
            <a:pPr indent="-228600" lvl="0" marL="457200" marR="0" rtl="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Gráfico en Tiempo real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614362" y="950428"/>
            <a:ext cx="6419075" cy="824388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E1E1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 txBox="1"/>
          <p:nvPr/>
        </p:nvSpPr>
        <p:spPr>
          <a:xfrm>
            <a:off x="1261870" y="1467928"/>
            <a:ext cx="5116068" cy="1659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lang="en-US" sz="3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NOMBRE DEL VALOR Y/O ACTITUD</a:t>
            </a:r>
            <a:endParaRPr b="0" i="0" sz="3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518350" y="1755648"/>
            <a:ext cx="192024" cy="10561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1316188" y="3182112"/>
            <a:ext cx="4992624" cy="13716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 txBox="1"/>
          <p:nvPr/>
        </p:nvSpPr>
        <p:spPr>
          <a:xfrm>
            <a:off x="1261870" y="3538728"/>
            <a:ext cx="5116068" cy="51375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Entendimiento: Facilita la integración de componentes IoT al comprender cómo interactúan hardware, software y datos en el sistema.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Qué son los valores, y cómo identificar los que te definen - MUNDO ..." id="271" name="Google Shape;271;p7"/>
          <p:cNvPicPr preferRelativeResize="0"/>
          <p:nvPr/>
        </p:nvPicPr>
        <p:blipFill rotWithShape="1">
          <a:blip r:embed="rId3">
            <a:alphaModFix/>
          </a:blip>
          <a:srcRect b="1" l="9140" r="0" t="0"/>
          <a:stretch/>
        </p:blipFill>
        <p:spPr>
          <a:xfrm>
            <a:off x="7686675" y="951573"/>
            <a:ext cx="9985819" cy="82427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77" name="Google Shape;277;p8"/>
          <p:cNvSpPr txBox="1"/>
          <p:nvPr/>
        </p:nvSpPr>
        <p:spPr>
          <a:xfrm>
            <a:off x="5803381" y="4280604"/>
            <a:ext cx="6911332" cy="1551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sng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https://processing.org/</a:t>
            </a:r>
            <a:endParaRPr b="0" i="0" sz="240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https://www.arduino.cc/</a:t>
            </a:r>
            <a:endParaRPr b="0" i="0" sz="240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https://learningprocessing.com/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9"/>
          <p:cNvSpPr txBox="1"/>
          <p:nvPr/>
        </p:nvSpPr>
        <p:spPr>
          <a:xfrm>
            <a:off x="4437795" y="338910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83" name="Google Shape;283;p9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