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9" r:id="rId19"/>
    <p:sldId id="280" r:id="rId20"/>
    <p:sldId id="281" r:id="rId21"/>
    <p:sldId id="273" r:id="rId22"/>
  </p:sldIdLst>
  <p:sldSz cx="18288000" cy="10287000"/>
  <p:notesSz cx="6858000" cy="9144000"/>
  <p:embeddedFontLst>
    <p:embeddedFont>
      <p:font typeface="Arial Bold" panose="020B0704020202020204" pitchFamily="34" charset="0"/>
      <p:regular r:id="rId24"/>
      <p:bold r:id="rId25"/>
    </p:embeddedFont>
    <p:embeddedFont>
      <p:font typeface="Arimo" panose="020B0604020202020204" charset="0"/>
      <p:regular r:id="rId26"/>
    </p:embeddedFont>
    <p:embeddedFont>
      <p:font typeface="HK Grotesk" panose="020B0604020202020204" charset="0"/>
      <p:regular r:id="rId27"/>
    </p:embeddedFont>
    <p:embeddedFont>
      <p:font typeface="HK Grotesk Bold" panose="020B0604020202020204" charset="0"/>
      <p:regular r:id="rId28"/>
    </p:embeddedFont>
    <p:embeddedFont>
      <p:font typeface="HK Grotesk Bold Italics" panose="020B0604020202020204" charset="0"/>
      <p:regular r:id="rId29"/>
    </p:embeddedFont>
    <p:embeddedFont>
      <p:font typeface="HK Grotesk Italics" panose="020B0604020202020204" charset="0"/>
      <p:regular r:id="rId30"/>
    </p:embeddedFont>
    <p:embeddedFont>
      <p:font typeface="HK Grotesk Medium" panose="020B0604020202020204" charset="0"/>
      <p:regular r:id="rId31"/>
    </p:embeddedFont>
    <p:embeddedFont>
      <p:font typeface="HK Grotesk Medium Italics" panose="020B0604020202020204"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D3009A-8E48-4C37-81EB-EE2B7E13C6D4}" v="4" dt="2025-11-01T01:59:10.6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9" d="100"/>
          <a:sy n="69" d="100"/>
        </p:scale>
        <p:origin x="852"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in Buezo" userId="d44e5f3f-39a8-4f70-a374-9ef0db0805cd" providerId="ADAL" clId="{996B3292-AC6C-4302-9B50-82325D2A977A}"/>
    <pc:docChg chg="custSel addSld modSld">
      <pc:chgData name="Robin Buezo" userId="d44e5f3f-39a8-4f70-a374-9ef0db0805cd" providerId="ADAL" clId="{996B3292-AC6C-4302-9B50-82325D2A977A}" dt="2025-11-01T01:59:10.689" v="43"/>
      <pc:docMkLst>
        <pc:docMk/>
      </pc:docMkLst>
      <pc:sldChg chg="modSp mod">
        <pc:chgData name="Robin Buezo" userId="d44e5f3f-39a8-4f70-a374-9ef0db0805cd" providerId="ADAL" clId="{996B3292-AC6C-4302-9B50-82325D2A977A}" dt="2025-11-01T01:55:16.875" v="13" actId="20577"/>
        <pc:sldMkLst>
          <pc:docMk/>
          <pc:sldMk cId="0" sldId="256"/>
        </pc:sldMkLst>
        <pc:spChg chg="mod">
          <ac:chgData name="Robin Buezo" userId="d44e5f3f-39a8-4f70-a374-9ef0db0805cd" providerId="ADAL" clId="{996B3292-AC6C-4302-9B50-82325D2A977A}" dt="2025-11-01T01:55:16.875" v="13" actId="20577"/>
          <ac:spMkLst>
            <pc:docMk/>
            <pc:sldMk cId="0" sldId="256"/>
            <ac:spMk id="4" creationId="{00000000-0000-0000-0000-000000000000}"/>
          </ac:spMkLst>
        </pc:spChg>
      </pc:sldChg>
      <pc:sldChg chg="addSp delSp modSp mod">
        <pc:chgData name="Robin Buezo" userId="d44e5f3f-39a8-4f70-a374-9ef0db0805cd" providerId="ADAL" clId="{996B3292-AC6C-4302-9B50-82325D2A977A}" dt="2025-11-01T01:57:35.644" v="24" actId="1035"/>
        <pc:sldMkLst>
          <pc:docMk/>
          <pc:sldMk cId="0" sldId="258"/>
        </pc:sldMkLst>
        <pc:spChg chg="del">
          <ac:chgData name="Robin Buezo" userId="d44e5f3f-39a8-4f70-a374-9ef0db0805cd" providerId="ADAL" clId="{996B3292-AC6C-4302-9B50-82325D2A977A}" dt="2025-11-01T01:55:55.687" v="14" actId="478"/>
          <ac:spMkLst>
            <pc:docMk/>
            <pc:sldMk cId="0" sldId="258"/>
            <ac:spMk id="15" creationId="{00000000-0000-0000-0000-000000000000}"/>
          </ac:spMkLst>
        </pc:spChg>
        <pc:grpChg chg="mod">
          <ac:chgData name="Robin Buezo" userId="d44e5f3f-39a8-4f70-a374-9ef0db0805cd" providerId="ADAL" clId="{996B3292-AC6C-4302-9B50-82325D2A977A}" dt="2025-11-01T01:57:35.644" v="24" actId="1035"/>
          <ac:grpSpMkLst>
            <pc:docMk/>
            <pc:sldMk cId="0" sldId="258"/>
            <ac:grpSpMk id="3" creationId="{00000000-0000-0000-0000-000000000000}"/>
          </ac:grpSpMkLst>
        </pc:grpChg>
        <pc:picChg chg="add mod">
          <ac:chgData name="Robin Buezo" userId="d44e5f3f-39a8-4f70-a374-9ef0db0805cd" providerId="ADAL" clId="{996B3292-AC6C-4302-9B50-82325D2A977A}" dt="2025-11-01T01:57:32.578" v="22" actId="1076"/>
          <ac:picMkLst>
            <pc:docMk/>
            <pc:sldMk cId="0" sldId="258"/>
            <ac:picMk id="21" creationId="{854184C7-646B-67AE-C37F-4E8C618F3365}"/>
          </ac:picMkLst>
        </pc:picChg>
      </pc:sldChg>
      <pc:sldChg chg="modSp">
        <pc:chgData name="Robin Buezo" userId="d44e5f3f-39a8-4f70-a374-9ef0db0805cd" providerId="ADAL" clId="{996B3292-AC6C-4302-9B50-82325D2A977A}" dt="2025-11-01T01:57:50.393" v="25"/>
        <pc:sldMkLst>
          <pc:docMk/>
          <pc:sldMk cId="0" sldId="259"/>
        </pc:sldMkLst>
        <pc:spChg chg="mod">
          <ac:chgData name="Robin Buezo" userId="d44e5f3f-39a8-4f70-a374-9ef0db0805cd" providerId="ADAL" clId="{996B3292-AC6C-4302-9B50-82325D2A977A}" dt="2025-11-01T01:57:50.393" v="25"/>
          <ac:spMkLst>
            <pc:docMk/>
            <pc:sldMk cId="0" sldId="259"/>
            <ac:spMk id="13" creationId="{00000000-0000-0000-0000-000000000000}"/>
          </ac:spMkLst>
        </pc:spChg>
      </pc:sldChg>
      <pc:sldChg chg="modSp mod">
        <pc:chgData name="Robin Buezo" userId="d44e5f3f-39a8-4f70-a374-9ef0db0805cd" providerId="ADAL" clId="{996B3292-AC6C-4302-9B50-82325D2A977A}" dt="2025-11-01T01:59:00.499" v="42" actId="20577"/>
        <pc:sldMkLst>
          <pc:docMk/>
          <pc:sldMk cId="0" sldId="271"/>
        </pc:sldMkLst>
        <pc:spChg chg="mod">
          <ac:chgData name="Robin Buezo" userId="d44e5f3f-39a8-4f70-a374-9ef0db0805cd" providerId="ADAL" clId="{996B3292-AC6C-4302-9B50-82325D2A977A}" dt="2025-11-01T01:59:00.499" v="42" actId="20577"/>
          <ac:spMkLst>
            <pc:docMk/>
            <pc:sldMk cId="0" sldId="271"/>
            <ac:spMk id="12" creationId="{00000000-0000-0000-0000-000000000000}"/>
          </ac:spMkLst>
        </pc:spChg>
        <pc:spChg chg="mod">
          <ac:chgData name="Robin Buezo" userId="d44e5f3f-39a8-4f70-a374-9ef0db0805cd" providerId="ADAL" clId="{996B3292-AC6C-4302-9B50-82325D2A977A}" dt="2025-11-01T01:58:51.686" v="28" actId="1076"/>
          <ac:spMkLst>
            <pc:docMk/>
            <pc:sldMk cId="0" sldId="271"/>
            <ac:spMk id="13" creationId="{00000000-0000-0000-0000-000000000000}"/>
          </ac:spMkLst>
        </pc:spChg>
      </pc:sldChg>
      <pc:sldChg chg="add">
        <pc:chgData name="Robin Buezo" userId="d44e5f3f-39a8-4f70-a374-9ef0db0805cd" providerId="ADAL" clId="{996B3292-AC6C-4302-9B50-82325D2A977A}" dt="2025-11-01T01:59:10.689" v="43"/>
        <pc:sldMkLst>
          <pc:docMk/>
          <pc:sldMk cId="3289369567" sldId="279"/>
        </pc:sldMkLst>
      </pc:sldChg>
      <pc:sldChg chg="add">
        <pc:chgData name="Robin Buezo" userId="d44e5f3f-39a8-4f70-a374-9ef0db0805cd" providerId="ADAL" clId="{996B3292-AC6C-4302-9B50-82325D2A977A}" dt="2025-11-01T01:59:10.689" v="43"/>
        <pc:sldMkLst>
          <pc:docMk/>
          <pc:sldMk cId="3676367595" sldId="280"/>
        </pc:sldMkLst>
      </pc:sldChg>
      <pc:sldChg chg="add">
        <pc:chgData name="Robin Buezo" userId="d44e5f3f-39a8-4f70-a374-9ef0db0805cd" providerId="ADAL" clId="{996B3292-AC6C-4302-9B50-82325D2A977A}" dt="2025-11-01T01:59:10.689" v="43"/>
        <pc:sldMkLst>
          <pc:docMk/>
          <pc:sldMk cId="0" sldId="28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GT"/>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3ACB9F-ADB4-4CEB-B0AD-5A2682AC8823}" type="datetimeFigureOut">
              <a:rPr lang="es-GT" smtClean="0"/>
              <a:t>31/10/2025</a:t>
            </a:fld>
            <a:endParaRPr lang="es-GT"/>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GT"/>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GT"/>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C606F2-3ED0-4411-8B24-D7CBA395B2AB}" type="slidenum">
              <a:rPr lang="es-GT" smtClean="0"/>
              <a:t>‹Nº›</a:t>
            </a:fld>
            <a:endParaRPr lang="es-GT"/>
          </a:p>
        </p:txBody>
      </p:sp>
    </p:spTree>
    <p:extLst>
      <p:ext uri="{BB962C8B-B14F-4D97-AF65-F5344CB8AC3E}">
        <p14:creationId xmlns:p14="http://schemas.microsoft.com/office/powerpoint/2010/main" val="1812544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85e2d797db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3" name="Google Shape;203;g385e2d797db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80"/>
        <p:cNvGrpSpPr/>
        <p:nvPr/>
      </p:nvGrpSpPr>
      <p:grpSpPr>
        <a:xfrm>
          <a:off x="0" y="0"/>
          <a:ext cx="0" cy="0"/>
          <a:chOff x="0" y="0"/>
          <a:chExt cx="0" cy="0"/>
        </a:xfrm>
      </p:grpSpPr>
      <p:sp>
        <p:nvSpPr>
          <p:cNvPr id="81" name="Google Shape;81;g385e2d797db_0_67"/>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a:endParaRPr/>
          </a:p>
        </p:txBody>
      </p:sp>
      <p:sp>
        <p:nvSpPr>
          <p:cNvPr id="82" name="Google Shape;82;g385e2d797db_0_67"/>
          <p:cNvSpPr txBox="1">
            <a:spLocks noGrp="1"/>
          </p:cNvSpPr>
          <p:nvPr>
            <p:ph type="body" idx="1"/>
          </p:nvPr>
        </p:nvSpPr>
        <p:spPr>
          <a:xfrm>
            <a:off x="623400" y="2304950"/>
            <a:ext cx="17041200" cy="6832800"/>
          </a:xfrm>
          <a:prstGeom prst="rect">
            <a:avLst/>
          </a:prstGeom>
          <a:noFill/>
          <a:ln>
            <a:noFill/>
          </a:ln>
        </p:spPr>
        <p:txBody>
          <a:bodyPr spcFirstLastPara="1" wrap="square" lIns="182850" tIns="182850" rIns="182850" bIns="182850" anchor="t" anchorCtr="0">
            <a:normAutofit/>
          </a:bodyPr>
          <a:lstStyle>
            <a:lvl1pPr marL="457200" lvl="0" indent="-457200" algn="l">
              <a:lnSpc>
                <a:spcPct val="115000"/>
              </a:lnSpc>
              <a:spcBef>
                <a:spcPts val="0"/>
              </a:spcBef>
              <a:spcAft>
                <a:spcPts val="0"/>
              </a:spcAft>
              <a:buSzPts val="3600"/>
              <a:buChar char="●"/>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83" name="Google Shape;83;g385e2d797db_0_67"/>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3773178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10/31/2025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902" y="0"/>
            <a:ext cx="18254198" cy="10287002"/>
          </a:xfrm>
          <a:custGeom>
            <a:avLst/>
            <a:gdLst/>
            <a:ahLst/>
            <a:cxnLst/>
            <a:rect l="l" t="t" r="r" b="b"/>
            <a:pathLst>
              <a:path w="18254198" h="10287002">
                <a:moveTo>
                  <a:pt x="0" y="0"/>
                </a:moveTo>
                <a:lnTo>
                  <a:pt x="18254198" y="0"/>
                </a:lnTo>
                <a:lnTo>
                  <a:pt x="18254198" y="10287002"/>
                </a:lnTo>
                <a:lnTo>
                  <a:pt x="0" y="10287002"/>
                </a:lnTo>
                <a:lnTo>
                  <a:pt x="0" y="0"/>
                </a:lnTo>
                <a:close/>
              </a:path>
            </a:pathLst>
          </a:custGeom>
          <a:blipFill>
            <a:blip r:embed="rId2">
              <a:alphaModFix amt="55800"/>
            </a:blip>
            <a:stretch>
              <a:fillRect/>
            </a:stretch>
          </a:blipFill>
        </p:spPr>
        <p:txBody>
          <a:bodyPr/>
          <a:lstStyle/>
          <a:p>
            <a:endParaRPr lang="es-GT"/>
          </a:p>
        </p:txBody>
      </p:sp>
      <p:sp>
        <p:nvSpPr>
          <p:cNvPr id="3" name="TextBox 3"/>
          <p:cNvSpPr txBox="1"/>
          <p:nvPr/>
        </p:nvSpPr>
        <p:spPr>
          <a:xfrm>
            <a:off x="3864138" y="4529138"/>
            <a:ext cx="9513297" cy="1019175"/>
          </a:xfrm>
          <a:prstGeom prst="rect">
            <a:avLst/>
          </a:prstGeom>
        </p:spPr>
        <p:txBody>
          <a:bodyPr lIns="0" tIns="0" rIns="0" bIns="0" rtlCol="0" anchor="t">
            <a:spAutoFit/>
          </a:bodyPr>
          <a:lstStyle/>
          <a:p>
            <a:pPr algn="l">
              <a:lnSpc>
                <a:spcPts val="7199"/>
              </a:lnSpc>
            </a:pPr>
            <a:r>
              <a:rPr lang="en-US" sz="5999" b="1">
                <a:solidFill>
                  <a:srgbClr val="000000"/>
                </a:solidFill>
                <a:latin typeface="Arial Bold"/>
                <a:ea typeface="Arial Bold"/>
                <a:cs typeface="Arial Bold"/>
                <a:sym typeface="Arial Bold"/>
              </a:rPr>
              <a:t>Inteligencia Artificial 1 [A]</a:t>
            </a:r>
          </a:p>
        </p:txBody>
      </p:sp>
      <p:sp>
        <p:nvSpPr>
          <p:cNvPr id="4" name="TextBox 4"/>
          <p:cNvSpPr txBox="1"/>
          <p:nvPr/>
        </p:nvSpPr>
        <p:spPr>
          <a:xfrm>
            <a:off x="5117834" y="5845971"/>
            <a:ext cx="7005905" cy="723018"/>
          </a:xfrm>
          <a:prstGeom prst="rect">
            <a:avLst/>
          </a:prstGeom>
        </p:spPr>
        <p:txBody>
          <a:bodyPr lIns="0" tIns="0" rIns="0" bIns="0" rtlCol="0" anchor="t">
            <a:spAutoFit/>
          </a:bodyPr>
          <a:lstStyle/>
          <a:p>
            <a:pPr algn="l">
              <a:lnSpc>
                <a:spcPts val="5999"/>
              </a:lnSpc>
            </a:pPr>
            <a:r>
              <a:rPr lang="en-US" sz="4999" dirty="0">
                <a:solidFill>
                  <a:srgbClr val="000000"/>
                </a:solidFill>
                <a:latin typeface="Arial"/>
                <a:ea typeface="Arial"/>
                <a:cs typeface="Arial"/>
                <a:sym typeface="Arial"/>
              </a:rPr>
              <a:t>Nombre Tutor</a:t>
            </a:r>
          </a:p>
        </p:txBody>
      </p:sp>
      <p:graphicFrame>
        <p:nvGraphicFramePr>
          <p:cNvPr id="5" name="Table 5"/>
          <p:cNvGraphicFramePr>
            <a:graphicFrameLocks noGrp="1"/>
          </p:cNvGraphicFramePr>
          <p:nvPr/>
        </p:nvGraphicFramePr>
        <p:xfrm>
          <a:off x="10656400" y="1940050"/>
          <a:ext cx="7366000" cy="1547812"/>
        </p:xfrm>
        <a:graphic>
          <a:graphicData uri="http://schemas.openxmlformats.org/drawingml/2006/table">
            <a:tbl>
              <a:tblPr/>
              <a:tblGrid>
                <a:gridCol w="3030168">
                  <a:extLst>
                    <a:ext uri="{9D8B030D-6E8A-4147-A177-3AD203B41FA5}">
                      <a16:colId xmlns:a16="http://schemas.microsoft.com/office/drawing/2014/main" val="20000"/>
                    </a:ext>
                  </a:extLst>
                </a:gridCol>
                <a:gridCol w="4335832">
                  <a:extLst>
                    <a:ext uri="{9D8B030D-6E8A-4147-A177-3AD203B41FA5}">
                      <a16:colId xmlns:a16="http://schemas.microsoft.com/office/drawing/2014/main" val="20001"/>
                    </a:ext>
                  </a:extLst>
                </a:gridCol>
              </a:tblGrid>
              <a:tr h="773906">
                <a:tc>
                  <a:txBody>
                    <a:bodyPr/>
                    <a:lstStyle/>
                    <a:p>
                      <a:pPr algn="l">
                        <a:lnSpc>
                          <a:spcPts val="3408"/>
                        </a:lnSpc>
                        <a:defRPr/>
                      </a:pPr>
                      <a:r>
                        <a:rPr lang="en-US" sz="2840" b="1">
                          <a:solidFill>
                            <a:srgbClr val="000000"/>
                          </a:solidFill>
                          <a:latin typeface="Arial Bold"/>
                          <a:ea typeface="Arial Bold"/>
                          <a:cs typeface="Arial Bold"/>
                          <a:sym typeface="Arial Bold"/>
                        </a:rPr>
                        <a:t>Día, Fecha:</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3976"/>
                        </a:lnSpc>
                        <a:defRPr/>
                      </a:pPr>
                      <a:r>
                        <a:rPr lang="en-US" sz="2840">
                          <a:solidFill>
                            <a:srgbClr val="000000"/>
                          </a:solidFill>
                          <a:latin typeface="Arimo"/>
                          <a:ea typeface="Arimo"/>
                          <a:cs typeface="Arimo"/>
                          <a:sym typeface="Arimo"/>
                        </a:rPr>
                        <a:t>Viernes, XX-XX-XXXX</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73906">
                <a:tc>
                  <a:txBody>
                    <a:bodyPr/>
                    <a:lstStyle/>
                    <a:p>
                      <a:pPr algn="l">
                        <a:lnSpc>
                          <a:spcPts val="3408"/>
                        </a:lnSpc>
                        <a:defRPr/>
                      </a:pPr>
                      <a:r>
                        <a:rPr lang="en-US" sz="2840" b="1">
                          <a:solidFill>
                            <a:srgbClr val="000000"/>
                          </a:solidFill>
                          <a:latin typeface="Arial Bold"/>
                          <a:ea typeface="Arial Bold"/>
                          <a:cs typeface="Arial Bold"/>
                          <a:sym typeface="Arial Bold"/>
                        </a:rPr>
                        <a:t>Hora de inicio:</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3976"/>
                        </a:lnSpc>
                        <a:defRPr/>
                      </a:pPr>
                      <a:r>
                        <a:rPr lang="en-US" sz="2840">
                          <a:solidFill>
                            <a:srgbClr val="000000"/>
                          </a:solidFill>
                          <a:latin typeface="Arimo"/>
                          <a:ea typeface="Arimo"/>
                          <a:cs typeface="Arimo"/>
                          <a:sym typeface="Arimo"/>
                        </a:rPr>
                        <a:t>19:00</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4" r="-2204"/>
            </a:stretch>
          </a:blipFill>
        </p:spPr>
        <p:txBody>
          <a:bodyPr/>
          <a:lstStyle/>
          <a:p>
            <a:endParaRPr lang="es-GT"/>
          </a:p>
        </p:txBody>
      </p:sp>
      <p:grpSp>
        <p:nvGrpSpPr>
          <p:cNvPr id="3" name="Group 3"/>
          <p:cNvGrpSpPr/>
          <p:nvPr/>
        </p:nvGrpSpPr>
        <p:grpSpPr>
          <a:xfrm>
            <a:off x="1028700" y="952267"/>
            <a:ext cx="16230600" cy="8382465"/>
            <a:chOff x="0" y="0"/>
            <a:chExt cx="6045684" cy="3122357"/>
          </a:xfrm>
        </p:grpSpPr>
        <p:sp>
          <p:nvSpPr>
            <p:cNvPr id="4" name="Freeform 4"/>
            <p:cNvSpPr/>
            <p:nvPr/>
          </p:nvSpPr>
          <p:spPr>
            <a:xfrm>
              <a:off x="0" y="0"/>
              <a:ext cx="6045684" cy="3122357"/>
            </a:xfrm>
            <a:custGeom>
              <a:avLst/>
              <a:gdLst/>
              <a:ahLst/>
              <a:cxnLst/>
              <a:rect l="l" t="t" r="r" b="b"/>
              <a:pathLst>
                <a:path w="6045684" h="3122357">
                  <a:moveTo>
                    <a:pt x="0" y="0"/>
                  </a:moveTo>
                  <a:lnTo>
                    <a:pt x="6045684" y="0"/>
                  </a:lnTo>
                  <a:lnTo>
                    <a:pt x="6045684" y="3122357"/>
                  </a:lnTo>
                  <a:lnTo>
                    <a:pt x="0" y="3122357"/>
                  </a:lnTo>
                  <a:close/>
                </a:path>
              </a:pathLst>
            </a:custGeom>
            <a:solidFill>
              <a:srgbClr val="000000">
                <a:alpha val="0"/>
              </a:srgbClr>
            </a:solidFill>
            <a:ln w="66675" cap="sq">
              <a:solidFill>
                <a:srgbClr val="9753A8"/>
              </a:solidFill>
              <a:prstDash val="solid"/>
              <a:miter/>
            </a:ln>
          </p:spPr>
          <p:txBody>
            <a:bodyPr/>
            <a:lstStyle/>
            <a:p>
              <a:endParaRPr lang="es-GT"/>
            </a:p>
          </p:txBody>
        </p:sp>
        <p:sp>
          <p:nvSpPr>
            <p:cNvPr id="5" name="TextBox 5"/>
            <p:cNvSpPr txBox="1"/>
            <p:nvPr/>
          </p:nvSpPr>
          <p:spPr>
            <a:xfrm>
              <a:off x="0" y="0"/>
              <a:ext cx="6045684" cy="3122357"/>
            </a:xfrm>
            <a:prstGeom prst="rect">
              <a:avLst/>
            </a:prstGeom>
          </p:spPr>
          <p:txBody>
            <a:bodyPr lIns="48876" tIns="48876" rIns="48876" bIns="48876" rtlCol="0" anchor="ctr"/>
            <a:lstStyle/>
            <a:p>
              <a:pPr algn="ctr">
                <a:lnSpc>
                  <a:spcPts val="1813"/>
                </a:lnSpc>
              </a:pPr>
              <a:endParaRPr/>
            </a:p>
          </p:txBody>
        </p:sp>
      </p:grpSp>
      <p:grpSp>
        <p:nvGrpSpPr>
          <p:cNvPr id="6" name="Group 6"/>
          <p:cNvGrpSpPr/>
          <p:nvPr/>
        </p:nvGrpSpPr>
        <p:grpSpPr>
          <a:xfrm>
            <a:off x="12374539" y="8993151"/>
            <a:ext cx="4284389" cy="1567256"/>
            <a:chOff x="0" y="0"/>
            <a:chExt cx="1128399" cy="412775"/>
          </a:xfrm>
        </p:grpSpPr>
        <p:sp>
          <p:nvSpPr>
            <p:cNvPr id="7" name="Freeform 7"/>
            <p:cNvSpPr/>
            <p:nvPr/>
          </p:nvSpPr>
          <p:spPr>
            <a:xfrm>
              <a:off x="0" y="0"/>
              <a:ext cx="1128399" cy="412775"/>
            </a:xfrm>
            <a:custGeom>
              <a:avLst/>
              <a:gdLst/>
              <a:ahLst/>
              <a:cxnLst/>
              <a:rect l="l" t="t" r="r" b="b"/>
              <a:pathLst>
                <a:path w="1128399" h="412775">
                  <a:moveTo>
                    <a:pt x="0" y="0"/>
                  </a:moveTo>
                  <a:lnTo>
                    <a:pt x="1128399" y="0"/>
                  </a:lnTo>
                  <a:lnTo>
                    <a:pt x="1128399" y="412775"/>
                  </a:lnTo>
                  <a:lnTo>
                    <a:pt x="0" y="412775"/>
                  </a:lnTo>
                  <a:close/>
                </a:path>
              </a:pathLst>
            </a:custGeom>
            <a:solidFill>
              <a:srgbClr val="F4F6FC"/>
            </a:solidFill>
          </p:spPr>
          <p:txBody>
            <a:bodyPr/>
            <a:lstStyle/>
            <a:p>
              <a:endParaRPr lang="es-GT"/>
            </a:p>
          </p:txBody>
        </p:sp>
        <p:sp>
          <p:nvSpPr>
            <p:cNvPr id="8" name="TextBox 8"/>
            <p:cNvSpPr txBox="1"/>
            <p:nvPr/>
          </p:nvSpPr>
          <p:spPr>
            <a:xfrm>
              <a:off x="0" y="-47625"/>
              <a:ext cx="1128399" cy="460400"/>
            </a:xfrm>
            <a:prstGeom prst="rect">
              <a:avLst/>
            </a:prstGeom>
          </p:spPr>
          <p:txBody>
            <a:bodyPr lIns="50800" tIns="50800" rIns="50800" bIns="50800" rtlCol="0" anchor="ctr"/>
            <a:lstStyle/>
            <a:p>
              <a:pPr algn="ctr">
                <a:lnSpc>
                  <a:spcPts val="2800"/>
                </a:lnSpc>
              </a:pPr>
              <a:endParaRPr/>
            </a:p>
          </p:txBody>
        </p:sp>
      </p:grpSp>
      <p:grpSp>
        <p:nvGrpSpPr>
          <p:cNvPr id="9" name="Group 9"/>
          <p:cNvGrpSpPr/>
          <p:nvPr/>
        </p:nvGrpSpPr>
        <p:grpSpPr>
          <a:xfrm rot="5400000">
            <a:off x="14012664" y="3237235"/>
            <a:ext cx="6983416" cy="1567256"/>
            <a:chOff x="0" y="0"/>
            <a:chExt cx="1839254" cy="412775"/>
          </a:xfrm>
        </p:grpSpPr>
        <p:sp>
          <p:nvSpPr>
            <p:cNvPr id="10" name="Freeform 10"/>
            <p:cNvSpPr/>
            <p:nvPr/>
          </p:nvSpPr>
          <p:spPr>
            <a:xfrm>
              <a:off x="0" y="0"/>
              <a:ext cx="1839254" cy="412775"/>
            </a:xfrm>
            <a:custGeom>
              <a:avLst/>
              <a:gdLst/>
              <a:ahLst/>
              <a:cxnLst/>
              <a:rect l="l" t="t" r="r" b="b"/>
              <a:pathLst>
                <a:path w="1839254" h="412775">
                  <a:moveTo>
                    <a:pt x="0" y="0"/>
                  </a:moveTo>
                  <a:lnTo>
                    <a:pt x="1839254" y="0"/>
                  </a:lnTo>
                  <a:lnTo>
                    <a:pt x="1839254" y="412775"/>
                  </a:lnTo>
                  <a:lnTo>
                    <a:pt x="0" y="412775"/>
                  </a:lnTo>
                  <a:close/>
                </a:path>
              </a:pathLst>
            </a:custGeom>
            <a:solidFill>
              <a:srgbClr val="F4F6FC"/>
            </a:solidFill>
          </p:spPr>
          <p:txBody>
            <a:bodyPr/>
            <a:lstStyle/>
            <a:p>
              <a:endParaRPr lang="es-GT"/>
            </a:p>
          </p:txBody>
        </p:sp>
        <p:sp>
          <p:nvSpPr>
            <p:cNvPr id="11" name="TextBox 11"/>
            <p:cNvSpPr txBox="1"/>
            <p:nvPr/>
          </p:nvSpPr>
          <p:spPr>
            <a:xfrm>
              <a:off x="0" y="-47625"/>
              <a:ext cx="1839254" cy="460400"/>
            </a:xfrm>
            <a:prstGeom prst="rect">
              <a:avLst/>
            </a:prstGeom>
          </p:spPr>
          <p:txBody>
            <a:bodyPr lIns="50800" tIns="50800" rIns="50800" bIns="50800" rtlCol="0" anchor="ctr"/>
            <a:lstStyle/>
            <a:p>
              <a:pPr algn="ctr">
                <a:lnSpc>
                  <a:spcPts val="2800"/>
                </a:lnSpc>
              </a:pPr>
              <a:endParaRPr/>
            </a:p>
          </p:txBody>
        </p:sp>
      </p:grpSp>
      <p:sp>
        <p:nvSpPr>
          <p:cNvPr id="12" name="Freeform 12"/>
          <p:cNvSpPr/>
          <p:nvPr/>
        </p:nvSpPr>
        <p:spPr>
          <a:xfrm rot="5400000" flipH="1" flipV="1">
            <a:off x="10540746" y="-52264"/>
            <a:ext cx="11547949" cy="9406329"/>
          </a:xfrm>
          <a:custGeom>
            <a:avLst/>
            <a:gdLst/>
            <a:ahLst/>
            <a:cxnLst/>
            <a:rect l="l" t="t" r="r" b="b"/>
            <a:pathLst>
              <a:path w="11547949" h="9406329">
                <a:moveTo>
                  <a:pt x="11547949" y="9406329"/>
                </a:moveTo>
                <a:lnTo>
                  <a:pt x="0" y="9406329"/>
                </a:lnTo>
                <a:lnTo>
                  <a:pt x="0" y="0"/>
                </a:lnTo>
                <a:lnTo>
                  <a:pt x="11547949" y="0"/>
                </a:lnTo>
                <a:lnTo>
                  <a:pt x="11547949" y="9406329"/>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GT"/>
          </a:p>
        </p:txBody>
      </p:sp>
      <p:sp>
        <p:nvSpPr>
          <p:cNvPr id="13" name="TextBox 13"/>
          <p:cNvSpPr txBox="1"/>
          <p:nvPr/>
        </p:nvSpPr>
        <p:spPr>
          <a:xfrm>
            <a:off x="2118001" y="6620396"/>
            <a:ext cx="9224082" cy="1736725"/>
          </a:xfrm>
          <a:prstGeom prst="rect">
            <a:avLst/>
          </a:prstGeom>
        </p:spPr>
        <p:txBody>
          <a:bodyPr lIns="0" tIns="0" rIns="0" bIns="0" rtlCol="0" anchor="t">
            <a:spAutoFit/>
          </a:bodyPr>
          <a:lstStyle/>
          <a:p>
            <a:pPr algn="l">
              <a:lnSpc>
                <a:spcPts val="3499"/>
              </a:lnSpc>
            </a:pPr>
            <a:r>
              <a:rPr lang="en-US" sz="2499" b="1">
                <a:solidFill>
                  <a:srgbClr val="050A30"/>
                </a:solidFill>
                <a:latin typeface="HK Grotesk Medium"/>
                <a:ea typeface="HK Grotesk Medium"/>
                <a:cs typeface="HK Grotesk Medium"/>
                <a:sym typeface="HK Grotesk Medium"/>
              </a:rPr>
              <a:t>Escuela de Ingenieria de Ciencias Y Sistemas</a:t>
            </a:r>
          </a:p>
          <a:p>
            <a:pPr algn="l">
              <a:lnSpc>
                <a:spcPts val="3499"/>
              </a:lnSpc>
            </a:pPr>
            <a:r>
              <a:rPr lang="en-US" sz="2499" b="1">
                <a:solidFill>
                  <a:srgbClr val="050A30"/>
                </a:solidFill>
                <a:latin typeface="HK Grotesk Medium"/>
                <a:ea typeface="HK Grotesk Medium"/>
                <a:cs typeface="HK Grotesk Medium"/>
                <a:sym typeface="HK Grotesk Medium"/>
              </a:rPr>
              <a:t>Facultad de Ingenieria</a:t>
            </a:r>
          </a:p>
          <a:p>
            <a:pPr algn="l">
              <a:lnSpc>
                <a:spcPts val="3499"/>
              </a:lnSpc>
            </a:pPr>
            <a:r>
              <a:rPr lang="en-US" sz="2499" b="1">
                <a:solidFill>
                  <a:srgbClr val="050A30"/>
                </a:solidFill>
                <a:latin typeface="HK Grotesk Medium"/>
                <a:ea typeface="HK Grotesk Medium"/>
                <a:cs typeface="HK Grotesk Medium"/>
                <a:sym typeface="HK Grotesk Medium"/>
              </a:rPr>
              <a:t>Universidad de San Carlos de Guatemala</a:t>
            </a:r>
          </a:p>
          <a:p>
            <a:pPr algn="l">
              <a:lnSpc>
                <a:spcPts val="3499"/>
              </a:lnSpc>
              <a:spcBef>
                <a:spcPct val="0"/>
              </a:spcBef>
            </a:pPr>
            <a:endParaRPr lang="en-US" sz="2499" b="1">
              <a:solidFill>
                <a:srgbClr val="050A30"/>
              </a:solidFill>
              <a:latin typeface="HK Grotesk Medium"/>
              <a:ea typeface="HK Grotesk Medium"/>
              <a:cs typeface="HK Grotesk Medium"/>
              <a:sym typeface="HK Grotesk Medium"/>
            </a:endParaRPr>
          </a:p>
        </p:txBody>
      </p:sp>
      <p:sp>
        <p:nvSpPr>
          <p:cNvPr id="14" name="TextBox 14"/>
          <p:cNvSpPr txBox="1"/>
          <p:nvPr/>
        </p:nvSpPr>
        <p:spPr>
          <a:xfrm>
            <a:off x="2118001" y="3415707"/>
            <a:ext cx="11119114" cy="1210310"/>
          </a:xfrm>
          <a:prstGeom prst="rect">
            <a:avLst/>
          </a:prstGeom>
        </p:spPr>
        <p:txBody>
          <a:bodyPr lIns="0" tIns="0" rIns="0" bIns="0" rtlCol="0" anchor="t">
            <a:spAutoFit/>
          </a:bodyPr>
          <a:lstStyle/>
          <a:p>
            <a:pPr algn="l">
              <a:lnSpc>
                <a:spcPts val="9520"/>
              </a:lnSpc>
            </a:pPr>
            <a:r>
              <a:rPr lang="en-US" sz="8000" b="1">
                <a:solidFill>
                  <a:srgbClr val="050A30"/>
                </a:solidFill>
                <a:latin typeface="HK Grotesk Bold"/>
                <a:ea typeface="HK Grotesk Bold"/>
                <a:cs typeface="HK Grotesk Bold"/>
                <a:sym typeface="HK Grotesk Bold"/>
              </a:rPr>
              <a:t>Clase 3</a:t>
            </a:r>
          </a:p>
        </p:txBody>
      </p:sp>
      <p:sp>
        <p:nvSpPr>
          <p:cNvPr id="15" name="TextBox 15"/>
          <p:cNvSpPr txBox="1"/>
          <p:nvPr/>
        </p:nvSpPr>
        <p:spPr>
          <a:xfrm>
            <a:off x="2184676" y="2365657"/>
            <a:ext cx="11052439" cy="835660"/>
          </a:xfrm>
          <a:prstGeom prst="rect">
            <a:avLst/>
          </a:prstGeom>
        </p:spPr>
        <p:txBody>
          <a:bodyPr lIns="0" tIns="0" rIns="0" bIns="0" rtlCol="0" anchor="t">
            <a:spAutoFit/>
          </a:bodyPr>
          <a:lstStyle/>
          <a:p>
            <a:pPr algn="l">
              <a:lnSpc>
                <a:spcPts val="6545"/>
              </a:lnSpc>
            </a:pPr>
            <a:r>
              <a:rPr lang="en-US" sz="5500" b="1" spc="440">
                <a:solidFill>
                  <a:srgbClr val="050A30"/>
                </a:solidFill>
                <a:latin typeface="HK Grotesk Bold"/>
                <a:ea typeface="HK Grotesk Bold"/>
                <a:cs typeface="HK Grotesk Bold"/>
                <a:sym typeface="HK Grotesk Bold"/>
              </a:rPr>
              <a:t>INTELIGENCIA ARTIFICIAL 1</a:t>
            </a:r>
          </a:p>
        </p:txBody>
      </p:sp>
      <p:sp>
        <p:nvSpPr>
          <p:cNvPr id="16" name="TextBox 16"/>
          <p:cNvSpPr txBox="1"/>
          <p:nvPr/>
        </p:nvSpPr>
        <p:spPr>
          <a:xfrm>
            <a:off x="2118001" y="8574365"/>
            <a:ext cx="4756684" cy="327025"/>
          </a:xfrm>
          <a:prstGeom prst="rect">
            <a:avLst/>
          </a:prstGeom>
        </p:spPr>
        <p:txBody>
          <a:bodyPr lIns="0" tIns="0" rIns="0" bIns="0" rtlCol="0" anchor="t">
            <a:spAutoFit/>
          </a:bodyPr>
          <a:lstStyle/>
          <a:p>
            <a:pPr marL="0" lvl="0" indent="0" algn="just">
              <a:lnSpc>
                <a:spcPts val="2600"/>
              </a:lnSpc>
              <a:spcBef>
                <a:spcPct val="0"/>
              </a:spcBef>
            </a:pPr>
            <a:r>
              <a:rPr lang="en-US" sz="2000" b="1">
                <a:solidFill>
                  <a:srgbClr val="050A30"/>
                </a:solidFill>
                <a:latin typeface="HK Grotesk Medium"/>
                <a:ea typeface="HK Grotesk Medium"/>
                <a:cs typeface="HK Grotesk Medium"/>
                <a:sym typeface="HK Grotesk Medium"/>
              </a:rPr>
              <a:t>Elaborado por: Robin Omar Buezo Díaz</a:t>
            </a:r>
          </a:p>
        </p:txBody>
      </p:sp>
      <p:sp>
        <p:nvSpPr>
          <p:cNvPr id="17" name="AutoShape 17"/>
          <p:cNvSpPr/>
          <p:nvPr/>
        </p:nvSpPr>
        <p:spPr>
          <a:xfrm flipV="1">
            <a:off x="13553005" y="935761"/>
            <a:ext cx="5036482" cy="5036482"/>
          </a:xfrm>
          <a:prstGeom prst="line">
            <a:avLst/>
          </a:prstGeom>
          <a:ln w="114300" cap="flat">
            <a:solidFill>
              <a:srgbClr val="050A30"/>
            </a:solidFill>
            <a:prstDash val="solid"/>
            <a:headEnd type="none" w="sm" len="sm"/>
            <a:tailEnd type="none" w="sm" len="sm"/>
          </a:ln>
        </p:spPr>
        <p:txBody>
          <a:bodyPr/>
          <a:lstStyle/>
          <a:p>
            <a:endParaRPr lang="es-GT"/>
          </a:p>
        </p:txBody>
      </p:sp>
      <p:sp>
        <p:nvSpPr>
          <p:cNvPr id="18" name="AutoShape 18"/>
          <p:cNvSpPr/>
          <p:nvPr/>
        </p:nvSpPr>
        <p:spPr>
          <a:xfrm flipV="1">
            <a:off x="14602740" y="4540846"/>
            <a:ext cx="1216428" cy="1216428"/>
          </a:xfrm>
          <a:prstGeom prst="line">
            <a:avLst/>
          </a:prstGeom>
          <a:ln w="114300" cap="flat">
            <a:solidFill>
              <a:srgbClr val="050A30"/>
            </a:solidFill>
            <a:prstDash val="solid"/>
            <a:headEnd type="none" w="sm" len="sm"/>
            <a:tailEnd type="none" w="sm" len="sm"/>
          </a:ln>
        </p:spPr>
        <p:txBody>
          <a:bodyPr/>
          <a:lstStyle/>
          <a:p>
            <a:endParaRPr lang="es-GT"/>
          </a:p>
        </p:txBody>
      </p:sp>
      <p:sp>
        <p:nvSpPr>
          <p:cNvPr id="19" name="AutoShape 19"/>
          <p:cNvSpPr/>
          <p:nvPr/>
        </p:nvSpPr>
        <p:spPr>
          <a:xfrm flipV="1">
            <a:off x="12944791" y="7512571"/>
            <a:ext cx="2942644" cy="2942644"/>
          </a:xfrm>
          <a:prstGeom prst="line">
            <a:avLst/>
          </a:prstGeom>
          <a:ln w="114300" cap="flat">
            <a:solidFill>
              <a:srgbClr val="050A30"/>
            </a:solidFill>
            <a:prstDash val="solid"/>
            <a:headEnd type="none" w="sm" len="sm"/>
            <a:tailEnd type="none" w="sm" len="sm"/>
          </a:ln>
        </p:spPr>
        <p:txBody>
          <a:bodyPr/>
          <a:lstStyle/>
          <a:p>
            <a:endParaRPr lang="es-GT"/>
          </a:p>
        </p:txBody>
      </p:sp>
      <p:sp>
        <p:nvSpPr>
          <p:cNvPr id="20" name="AutoShape 20"/>
          <p:cNvSpPr/>
          <p:nvPr/>
        </p:nvSpPr>
        <p:spPr>
          <a:xfrm flipV="1">
            <a:off x="11473469" y="9776779"/>
            <a:ext cx="2942644" cy="2942644"/>
          </a:xfrm>
          <a:prstGeom prst="line">
            <a:avLst/>
          </a:prstGeom>
          <a:ln w="114300" cap="flat">
            <a:solidFill>
              <a:srgbClr val="050A30"/>
            </a:solidFill>
            <a:prstDash val="solid"/>
            <a:headEnd type="none" w="sm" len="sm"/>
            <a:tailEnd type="none" w="sm" len="sm"/>
          </a:ln>
        </p:spPr>
        <p:txBody>
          <a:bodyPr/>
          <a:lstStyle/>
          <a:p>
            <a:endParaRPr lang="es-GT"/>
          </a:p>
        </p:txBody>
      </p:sp>
      <p:sp>
        <p:nvSpPr>
          <p:cNvPr id="21" name="TextBox 21"/>
          <p:cNvSpPr txBox="1"/>
          <p:nvPr/>
        </p:nvSpPr>
        <p:spPr>
          <a:xfrm>
            <a:off x="2118001" y="4721267"/>
            <a:ext cx="6563087" cy="1038225"/>
          </a:xfrm>
          <a:prstGeom prst="rect">
            <a:avLst/>
          </a:prstGeom>
        </p:spPr>
        <p:txBody>
          <a:bodyPr lIns="0" tIns="0" rIns="0" bIns="0" rtlCol="0" anchor="t">
            <a:spAutoFit/>
          </a:bodyPr>
          <a:lstStyle/>
          <a:p>
            <a:pPr algn="l">
              <a:lnSpc>
                <a:spcPts val="8400"/>
              </a:lnSpc>
              <a:spcBef>
                <a:spcPct val="0"/>
              </a:spcBef>
            </a:pPr>
            <a:r>
              <a:rPr lang="en-US" sz="6000" b="1">
                <a:solidFill>
                  <a:srgbClr val="050A30"/>
                </a:solidFill>
                <a:latin typeface="HK Grotesk Medium"/>
                <a:ea typeface="HK Grotesk Medium"/>
                <a:cs typeface="HK Grotesk Medium"/>
                <a:sym typeface="HK Grotesk Medium"/>
              </a:rPr>
              <a:t>Lógica e Inferencia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grpSp>
        <p:nvGrpSpPr>
          <p:cNvPr id="3" name="Group 3"/>
          <p:cNvGrpSpPr/>
          <p:nvPr/>
        </p:nvGrpSpPr>
        <p:grpSpPr>
          <a:xfrm>
            <a:off x="1362575" y="1028700"/>
            <a:ext cx="15562849" cy="8179961"/>
            <a:chOff x="0" y="0"/>
            <a:chExt cx="5796956" cy="3046927"/>
          </a:xfrm>
        </p:grpSpPr>
        <p:sp>
          <p:nvSpPr>
            <p:cNvPr id="4" name="Freeform 4"/>
            <p:cNvSpPr/>
            <p:nvPr/>
          </p:nvSpPr>
          <p:spPr>
            <a:xfrm>
              <a:off x="0" y="0"/>
              <a:ext cx="5796955" cy="3046927"/>
            </a:xfrm>
            <a:custGeom>
              <a:avLst/>
              <a:gdLst/>
              <a:ahLst/>
              <a:cxnLst/>
              <a:rect l="l" t="t" r="r" b="b"/>
              <a:pathLst>
                <a:path w="5796955" h="3046927">
                  <a:moveTo>
                    <a:pt x="0" y="0"/>
                  </a:moveTo>
                  <a:lnTo>
                    <a:pt x="5796955" y="0"/>
                  </a:lnTo>
                  <a:lnTo>
                    <a:pt x="5796955" y="3046927"/>
                  </a:lnTo>
                  <a:lnTo>
                    <a:pt x="0" y="3046927"/>
                  </a:lnTo>
                  <a:close/>
                </a:path>
              </a:pathLst>
            </a:custGeom>
            <a:solidFill>
              <a:srgbClr val="000000">
                <a:alpha val="0"/>
              </a:srgbClr>
            </a:solidFill>
            <a:ln w="66675" cap="sq">
              <a:solidFill>
                <a:srgbClr val="570F69"/>
              </a:solidFill>
              <a:prstDash val="solid"/>
              <a:miter/>
            </a:ln>
          </p:spPr>
          <p:txBody>
            <a:bodyPr/>
            <a:lstStyle/>
            <a:p>
              <a:endParaRPr lang="es-GT"/>
            </a:p>
          </p:txBody>
        </p:sp>
        <p:sp>
          <p:nvSpPr>
            <p:cNvPr id="5" name="TextBox 5"/>
            <p:cNvSpPr txBox="1"/>
            <p:nvPr/>
          </p:nvSpPr>
          <p:spPr>
            <a:xfrm>
              <a:off x="0" y="0"/>
              <a:ext cx="5796956" cy="3046927"/>
            </a:xfrm>
            <a:prstGeom prst="rect">
              <a:avLst/>
            </a:prstGeom>
          </p:spPr>
          <p:txBody>
            <a:bodyPr lIns="48876" tIns="48876" rIns="48876" bIns="48876" rtlCol="0" anchor="ctr"/>
            <a:lstStyle/>
            <a:p>
              <a:pPr algn="ctr">
                <a:lnSpc>
                  <a:spcPts val="1813"/>
                </a:lnSpc>
              </a:pPr>
              <a:endParaRPr/>
            </a:p>
          </p:txBody>
        </p:sp>
      </p:grpSp>
      <p:grpSp>
        <p:nvGrpSpPr>
          <p:cNvPr id="6" name="Group 6"/>
          <p:cNvGrpSpPr/>
          <p:nvPr/>
        </p:nvGrpSpPr>
        <p:grpSpPr>
          <a:xfrm rot="2700000">
            <a:off x="57071" y="8050244"/>
            <a:ext cx="3393988" cy="1567256"/>
            <a:chOff x="0" y="0"/>
            <a:chExt cx="893890" cy="412775"/>
          </a:xfrm>
        </p:grpSpPr>
        <p:sp>
          <p:nvSpPr>
            <p:cNvPr id="7" name="Freeform 7"/>
            <p:cNvSpPr/>
            <p:nvPr/>
          </p:nvSpPr>
          <p:spPr>
            <a:xfrm>
              <a:off x="0" y="0"/>
              <a:ext cx="893890" cy="412775"/>
            </a:xfrm>
            <a:custGeom>
              <a:avLst/>
              <a:gdLst/>
              <a:ahLst/>
              <a:cxnLst/>
              <a:rect l="l" t="t" r="r" b="b"/>
              <a:pathLst>
                <a:path w="893890" h="412775">
                  <a:moveTo>
                    <a:pt x="0" y="0"/>
                  </a:moveTo>
                  <a:lnTo>
                    <a:pt x="893890" y="0"/>
                  </a:lnTo>
                  <a:lnTo>
                    <a:pt x="893890" y="412775"/>
                  </a:lnTo>
                  <a:lnTo>
                    <a:pt x="0" y="412775"/>
                  </a:lnTo>
                  <a:close/>
                </a:path>
              </a:pathLst>
            </a:custGeom>
            <a:solidFill>
              <a:srgbClr val="050A30"/>
            </a:solidFill>
          </p:spPr>
          <p:txBody>
            <a:bodyPr/>
            <a:lstStyle/>
            <a:p>
              <a:endParaRPr lang="es-GT"/>
            </a:p>
          </p:txBody>
        </p:sp>
        <p:sp>
          <p:nvSpPr>
            <p:cNvPr id="8" name="TextBox 8"/>
            <p:cNvSpPr txBox="1"/>
            <p:nvPr/>
          </p:nvSpPr>
          <p:spPr>
            <a:xfrm>
              <a:off x="0" y="-47625"/>
              <a:ext cx="893890" cy="460400"/>
            </a:xfrm>
            <a:prstGeom prst="rect">
              <a:avLst/>
            </a:prstGeom>
          </p:spPr>
          <p:txBody>
            <a:bodyPr lIns="50800" tIns="50800" rIns="50800" bIns="50800" rtlCol="0" anchor="ctr"/>
            <a:lstStyle/>
            <a:p>
              <a:pPr algn="ctr">
                <a:lnSpc>
                  <a:spcPts val="2800"/>
                </a:lnSpc>
              </a:pPr>
              <a:endParaRPr/>
            </a:p>
          </p:txBody>
        </p:sp>
      </p:grpSp>
      <p:grpSp>
        <p:nvGrpSpPr>
          <p:cNvPr id="9" name="Group 9"/>
          <p:cNvGrpSpPr/>
          <p:nvPr/>
        </p:nvGrpSpPr>
        <p:grpSpPr>
          <a:xfrm rot="2700000">
            <a:off x="14836942" y="550429"/>
            <a:ext cx="3393988" cy="1567256"/>
            <a:chOff x="0" y="0"/>
            <a:chExt cx="893890" cy="412775"/>
          </a:xfrm>
        </p:grpSpPr>
        <p:sp>
          <p:nvSpPr>
            <p:cNvPr id="10" name="Freeform 10"/>
            <p:cNvSpPr/>
            <p:nvPr/>
          </p:nvSpPr>
          <p:spPr>
            <a:xfrm>
              <a:off x="0" y="0"/>
              <a:ext cx="893890" cy="412775"/>
            </a:xfrm>
            <a:custGeom>
              <a:avLst/>
              <a:gdLst/>
              <a:ahLst/>
              <a:cxnLst/>
              <a:rect l="l" t="t" r="r" b="b"/>
              <a:pathLst>
                <a:path w="893890" h="412775">
                  <a:moveTo>
                    <a:pt x="0" y="0"/>
                  </a:moveTo>
                  <a:lnTo>
                    <a:pt x="893890" y="0"/>
                  </a:lnTo>
                  <a:lnTo>
                    <a:pt x="893890" y="412775"/>
                  </a:lnTo>
                  <a:lnTo>
                    <a:pt x="0" y="412775"/>
                  </a:lnTo>
                  <a:close/>
                </a:path>
              </a:pathLst>
            </a:custGeom>
            <a:solidFill>
              <a:srgbClr val="050A30"/>
            </a:solidFill>
          </p:spPr>
          <p:txBody>
            <a:bodyPr/>
            <a:lstStyle/>
            <a:p>
              <a:endParaRPr lang="es-GT"/>
            </a:p>
          </p:txBody>
        </p:sp>
        <p:sp>
          <p:nvSpPr>
            <p:cNvPr id="11" name="TextBox 11"/>
            <p:cNvSpPr txBox="1"/>
            <p:nvPr/>
          </p:nvSpPr>
          <p:spPr>
            <a:xfrm>
              <a:off x="0" y="-47625"/>
              <a:ext cx="893890" cy="460400"/>
            </a:xfrm>
            <a:prstGeom prst="rect">
              <a:avLst/>
            </a:prstGeom>
          </p:spPr>
          <p:txBody>
            <a:bodyPr lIns="50800" tIns="50800" rIns="50800" bIns="50800" rtlCol="0" anchor="ctr"/>
            <a:lstStyle/>
            <a:p>
              <a:pPr algn="ctr">
                <a:lnSpc>
                  <a:spcPts val="2800"/>
                </a:lnSpc>
              </a:pPr>
              <a:endParaRPr/>
            </a:p>
          </p:txBody>
        </p:sp>
      </p:grpSp>
      <p:sp>
        <p:nvSpPr>
          <p:cNvPr id="12" name="Freeform 12"/>
          <p:cNvSpPr/>
          <p:nvPr/>
        </p:nvSpPr>
        <p:spPr>
          <a:xfrm>
            <a:off x="-515035" y="5489862"/>
            <a:ext cx="5098075" cy="5098075"/>
          </a:xfrm>
          <a:custGeom>
            <a:avLst/>
            <a:gdLst/>
            <a:ahLst/>
            <a:cxnLst/>
            <a:rect l="l" t="t" r="r" b="b"/>
            <a:pathLst>
              <a:path w="5098075" h="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a:stretch>
          </a:blipFill>
        </p:spPr>
        <p:txBody>
          <a:bodyPr/>
          <a:lstStyle/>
          <a:p>
            <a:endParaRPr lang="es-GT"/>
          </a:p>
        </p:txBody>
      </p:sp>
      <p:sp>
        <p:nvSpPr>
          <p:cNvPr id="13" name="Freeform 13"/>
          <p:cNvSpPr/>
          <p:nvPr/>
        </p:nvSpPr>
        <p:spPr>
          <a:xfrm rot="-10800000">
            <a:off x="13871465" y="-189523"/>
            <a:ext cx="5098075" cy="5098075"/>
          </a:xfrm>
          <a:custGeom>
            <a:avLst/>
            <a:gdLst/>
            <a:ahLst/>
            <a:cxnLst/>
            <a:rect l="l" t="t" r="r" b="b"/>
            <a:pathLst>
              <a:path w="5098075" h="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a:stretch>
          </a:blipFill>
        </p:spPr>
        <p:txBody>
          <a:bodyPr/>
          <a:lstStyle/>
          <a:p>
            <a:endParaRPr lang="es-GT"/>
          </a:p>
        </p:txBody>
      </p:sp>
      <p:sp>
        <p:nvSpPr>
          <p:cNvPr id="14" name="TextBox 14"/>
          <p:cNvSpPr txBox="1"/>
          <p:nvPr/>
        </p:nvSpPr>
        <p:spPr>
          <a:xfrm>
            <a:off x="10299395" y="3078596"/>
            <a:ext cx="6464263" cy="4810125"/>
          </a:xfrm>
          <a:prstGeom prst="rect">
            <a:avLst/>
          </a:prstGeom>
        </p:spPr>
        <p:txBody>
          <a:bodyPr lIns="0" tIns="0" rIns="0" bIns="0" rtlCol="0" anchor="t">
            <a:spAutoFit/>
          </a:bodyPr>
          <a:lstStyle/>
          <a:p>
            <a:pPr algn="l">
              <a:lnSpc>
                <a:spcPts val="4200"/>
              </a:lnSpc>
            </a:pPr>
            <a:r>
              <a:rPr lang="en-US" sz="3500" b="1" dirty="0">
                <a:solidFill>
                  <a:srgbClr val="F4F6FC"/>
                </a:solidFill>
                <a:latin typeface="HK Grotesk Bold"/>
                <a:ea typeface="HK Grotesk Bold"/>
                <a:cs typeface="HK Grotesk Bold"/>
                <a:sym typeface="HK Grotesk Bold"/>
              </a:rPr>
              <a:t>Link del Video</a:t>
            </a:r>
          </a:p>
          <a:p>
            <a:pPr algn="l">
              <a:lnSpc>
                <a:spcPts val="4200"/>
              </a:lnSpc>
            </a:pPr>
            <a:endParaRPr lang="en-US" sz="3500" b="1" dirty="0">
              <a:solidFill>
                <a:srgbClr val="F4F6FC"/>
              </a:solidFill>
              <a:latin typeface="HK Grotesk Bold"/>
              <a:ea typeface="HK Grotesk Bold"/>
              <a:cs typeface="HK Grotesk Bold"/>
              <a:sym typeface="HK Grotesk Bold"/>
            </a:endParaRPr>
          </a:p>
          <a:p>
            <a:pPr algn="l">
              <a:lnSpc>
                <a:spcPts val="4200"/>
              </a:lnSpc>
            </a:pPr>
            <a:endParaRPr lang="en-US" sz="3500" b="1" dirty="0">
              <a:solidFill>
                <a:srgbClr val="F4F6FC"/>
              </a:solidFill>
              <a:latin typeface="HK Grotesk Bold"/>
              <a:ea typeface="HK Grotesk Bold"/>
              <a:cs typeface="HK Grotesk Bold"/>
              <a:sym typeface="HK Grotesk Bold"/>
            </a:endParaRPr>
          </a:p>
          <a:p>
            <a:pPr algn="l">
              <a:lnSpc>
                <a:spcPts val="4200"/>
              </a:lnSpc>
            </a:pPr>
            <a:endParaRPr lang="en-US" sz="3500" b="1" dirty="0">
              <a:solidFill>
                <a:srgbClr val="F4F6FC"/>
              </a:solidFill>
              <a:latin typeface="HK Grotesk Bold"/>
              <a:ea typeface="HK Grotesk Bold"/>
              <a:cs typeface="HK Grotesk Bold"/>
              <a:sym typeface="HK Grotesk Bold"/>
            </a:endParaRPr>
          </a:p>
          <a:p>
            <a:pPr algn="l">
              <a:lnSpc>
                <a:spcPts val="4200"/>
              </a:lnSpc>
            </a:pPr>
            <a:endParaRPr lang="en-US" sz="3500" b="1" dirty="0">
              <a:solidFill>
                <a:srgbClr val="F4F6FC"/>
              </a:solidFill>
              <a:latin typeface="HK Grotesk Bold"/>
              <a:ea typeface="HK Grotesk Bold"/>
              <a:cs typeface="HK Grotesk Bold"/>
              <a:sym typeface="HK Grotesk Bold"/>
            </a:endParaRPr>
          </a:p>
          <a:p>
            <a:pPr algn="l">
              <a:lnSpc>
                <a:spcPts val="4200"/>
              </a:lnSpc>
            </a:pPr>
            <a:endParaRPr lang="en-US" sz="3500" b="1" dirty="0">
              <a:solidFill>
                <a:srgbClr val="F4F6FC"/>
              </a:solidFill>
              <a:latin typeface="HK Grotesk Bold"/>
              <a:ea typeface="HK Grotesk Bold"/>
              <a:cs typeface="HK Grotesk Bold"/>
              <a:sym typeface="HK Grotesk Bold"/>
            </a:endParaRPr>
          </a:p>
          <a:p>
            <a:pPr algn="l">
              <a:lnSpc>
                <a:spcPts val="4200"/>
              </a:lnSpc>
            </a:pPr>
            <a:r>
              <a:rPr lang="en-US" sz="3500" b="1" dirty="0" err="1">
                <a:solidFill>
                  <a:srgbClr val="F4F6FC"/>
                </a:solidFill>
                <a:latin typeface="HK Grotesk Bold"/>
                <a:ea typeface="HK Grotesk Bold"/>
                <a:cs typeface="HK Grotesk Bold"/>
                <a:sym typeface="HK Grotesk Bold"/>
              </a:rPr>
              <a:t>Actividad</a:t>
            </a:r>
            <a:endParaRPr lang="en-US" sz="3500" b="1" dirty="0">
              <a:solidFill>
                <a:srgbClr val="F4F6FC"/>
              </a:solidFill>
              <a:latin typeface="HK Grotesk Bold"/>
              <a:ea typeface="HK Grotesk Bold"/>
              <a:cs typeface="HK Grotesk Bold"/>
              <a:sym typeface="HK Grotesk Bold"/>
            </a:endParaRPr>
          </a:p>
          <a:p>
            <a:pPr algn="l">
              <a:lnSpc>
                <a:spcPts val="4200"/>
              </a:lnSpc>
            </a:pPr>
            <a:endParaRPr lang="en-US" sz="3500" b="1" dirty="0">
              <a:solidFill>
                <a:srgbClr val="F4F6FC"/>
              </a:solidFill>
              <a:latin typeface="HK Grotesk Bold"/>
              <a:ea typeface="HK Grotesk Bold"/>
              <a:cs typeface="HK Grotesk Bold"/>
              <a:sym typeface="HK Grotesk Bold"/>
            </a:endParaRPr>
          </a:p>
          <a:p>
            <a:pPr marL="755651" lvl="1" indent="-377825" algn="l">
              <a:lnSpc>
                <a:spcPts val="4200"/>
              </a:lnSpc>
              <a:buFont typeface="Arial"/>
              <a:buChar char="•"/>
            </a:pPr>
            <a:r>
              <a:rPr lang="en-US" sz="3500" dirty="0">
                <a:solidFill>
                  <a:srgbClr val="F4F6FC"/>
                </a:solidFill>
                <a:latin typeface="HK Grotesk"/>
                <a:ea typeface="HK Grotesk"/>
                <a:cs typeface="HK Grotesk"/>
                <a:sym typeface="HK Grotesk"/>
              </a:rPr>
              <a:t>UEDI</a:t>
            </a:r>
          </a:p>
        </p:txBody>
      </p:sp>
      <p:sp>
        <p:nvSpPr>
          <p:cNvPr id="16" name="TextBox 16"/>
          <p:cNvSpPr txBox="1"/>
          <p:nvPr/>
        </p:nvSpPr>
        <p:spPr>
          <a:xfrm>
            <a:off x="1889083" y="1511090"/>
            <a:ext cx="4271494" cy="1152525"/>
          </a:xfrm>
          <a:prstGeom prst="rect">
            <a:avLst/>
          </a:prstGeom>
        </p:spPr>
        <p:txBody>
          <a:bodyPr lIns="0" tIns="0" rIns="0" bIns="0" rtlCol="0" anchor="t">
            <a:spAutoFit/>
          </a:bodyPr>
          <a:lstStyle/>
          <a:p>
            <a:pPr algn="ctr">
              <a:lnSpc>
                <a:spcPts val="9000"/>
              </a:lnSpc>
            </a:pPr>
            <a:r>
              <a:rPr lang="en-US" sz="7500" b="1">
                <a:solidFill>
                  <a:srgbClr val="F4F6FC"/>
                </a:solidFill>
                <a:latin typeface="HK Grotesk Bold"/>
                <a:ea typeface="HK Grotesk Bold"/>
                <a:cs typeface="HK Grotesk Bold"/>
                <a:sym typeface="HK Grotesk Bold"/>
              </a:rPr>
              <a:t>Agenda</a:t>
            </a:r>
          </a:p>
        </p:txBody>
      </p:sp>
      <p:sp>
        <p:nvSpPr>
          <p:cNvPr id="17" name="TextBox 17"/>
          <p:cNvSpPr txBox="1"/>
          <p:nvPr/>
        </p:nvSpPr>
        <p:spPr>
          <a:xfrm>
            <a:off x="12006974" y="8506847"/>
            <a:ext cx="4756684" cy="327025"/>
          </a:xfrm>
          <a:prstGeom prst="rect">
            <a:avLst/>
          </a:prstGeom>
        </p:spPr>
        <p:txBody>
          <a:bodyPr lIns="0" tIns="0" rIns="0" bIns="0" rtlCol="0" anchor="t">
            <a:spAutoFit/>
          </a:bodyPr>
          <a:lstStyle/>
          <a:p>
            <a:pPr marL="0" lvl="0" indent="0" algn="just">
              <a:lnSpc>
                <a:spcPts val="2600"/>
              </a:lnSpc>
              <a:spcBef>
                <a:spcPct val="0"/>
              </a:spcBef>
            </a:pPr>
            <a:r>
              <a:rPr lang="en-US" sz="2000" b="1">
                <a:solidFill>
                  <a:srgbClr val="FFFFFF"/>
                </a:solidFill>
                <a:latin typeface="HK Grotesk Medium"/>
                <a:ea typeface="HK Grotesk Medium"/>
                <a:cs typeface="HK Grotesk Medium"/>
                <a:sym typeface="HK Grotesk Medium"/>
              </a:rPr>
              <a:t>Elaborado por: Robin Omar Buezo Díaz</a:t>
            </a:r>
          </a:p>
        </p:txBody>
      </p:sp>
      <p:sp>
        <p:nvSpPr>
          <p:cNvPr id="18" name="TextBox 18"/>
          <p:cNvSpPr txBox="1"/>
          <p:nvPr/>
        </p:nvSpPr>
        <p:spPr>
          <a:xfrm>
            <a:off x="2034003" y="3078596"/>
            <a:ext cx="6464263" cy="5343525"/>
          </a:xfrm>
          <a:prstGeom prst="rect">
            <a:avLst/>
          </a:prstGeom>
        </p:spPr>
        <p:txBody>
          <a:bodyPr lIns="0" tIns="0" rIns="0" bIns="0" rtlCol="0" anchor="t">
            <a:spAutoFit/>
          </a:bodyPr>
          <a:lstStyle/>
          <a:p>
            <a:pPr algn="l">
              <a:lnSpc>
                <a:spcPts val="4200"/>
              </a:lnSpc>
            </a:pPr>
            <a:r>
              <a:rPr lang="en-US" sz="3500" b="1">
                <a:solidFill>
                  <a:srgbClr val="F4F6FC"/>
                </a:solidFill>
                <a:latin typeface="HK Grotesk Bold"/>
                <a:ea typeface="HK Grotesk Bold"/>
                <a:cs typeface="HK Grotesk Bold"/>
                <a:sym typeface="HK Grotesk Bold"/>
              </a:rPr>
              <a:t>Recordatorios</a:t>
            </a:r>
          </a:p>
          <a:p>
            <a:pPr algn="l">
              <a:lnSpc>
                <a:spcPts val="4200"/>
              </a:lnSpc>
            </a:pPr>
            <a:endParaRPr lang="en-US" sz="3500" b="1">
              <a:solidFill>
                <a:srgbClr val="F4F6FC"/>
              </a:solidFill>
              <a:latin typeface="HK Grotesk Bold"/>
              <a:ea typeface="HK Grotesk Bold"/>
              <a:cs typeface="HK Grotesk Bold"/>
              <a:sym typeface="HK Grotesk Bold"/>
            </a:endParaRPr>
          </a:p>
          <a:p>
            <a:pPr algn="l">
              <a:lnSpc>
                <a:spcPts val="4200"/>
              </a:lnSpc>
            </a:pPr>
            <a:endParaRPr lang="en-US" sz="3500" b="1">
              <a:solidFill>
                <a:srgbClr val="F4F6FC"/>
              </a:solidFill>
              <a:latin typeface="HK Grotesk Bold"/>
              <a:ea typeface="HK Grotesk Bold"/>
              <a:cs typeface="HK Grotesk Bold"/>
              <a:sym typeface="HK Grotesk Bold"/>
            </a:endParaRPr>
          </a:p>
          <a:p>
            <a:pPr algn="l">
              <a:lnSpc>
                <a:spcPts val="4200"/>
              </a:lnSpc>
            </a:pPr>
            <a:endParaRPr lang="en-US" sz="3500" b="1">
              <a:solidFill>
                <a:srgbClr val="F4F6FC"/>
              </a:solidFill>
              <a:latin typeface="HK Grotesk Bold"/>
              <a:ea typeface="HK Grotesk Bold"/>
              <a:cs typeface="HK Grotesk Bold"/>
              <a:sym typeface="HK Grotesk Bold"/>
            </a:endParaRPr>
          </a:p>
          <a:p>
            <a:pPr algn="l">
              <a:lnSpc>
                <a:spcPts val="4200"/>
              </a:lnSpc>
            </a:pPr>
            <a:endParaRPr lang="en-US" sz="3500" b="1">
              <a:solidFill>
                <a:srgbClr val="F4F6FC"/>
              </a:solidFill>
              <a:latin typeface="HK Grotesk Bold"/>
              <a:ea typeface="HK Grotesk Bold"/>
              <a:cs typeface="HK Grotesk Bold"/>
              <a:sym typeface="HK Grotesk Bold"/>
            </a:endParaRPr>
          </a:p>
          <a:p>
            <a:pPr algn="l">
              <a:lnSpc>
                <a:spcPts val="4200"/>
              </a:lnSpc>
            </a:pPr>
            <a:r>
              <a:rPr lang="en-US" sz="3500" b="1">
                <a:solidFill>
                  <a:srgbClr val="F4F6FC"/>
                </a:solidFill>
                <a:latin typeface="HK Grotesk Bold"/>
                <a:ea typeface="HK Grotesk Bold"/>
                <a:cs typeface="HK Grotesk Bold"/>
                <a:sym typeface="HK Grotesk Bold"/>
              </a:rPr>
              <a:t>Temas</a:t>
            </a:r>
          </a:p>
          <a:p>
            <a:pPr algn="l">
              <a:lnSpc>
                <a:spcPts val="4200"/>
              </a:lnSpc>
            </a:pPr>
            <a:endParaRPr lang="en-US" sz="3500" b="1">
              <a:solidFill>
                <a:srgbClr val="F4F6FC"/>
              </a:solidFill>
              <a:latin typeface="HK Grotesk Bold"/>
              <a:ea typeface="HK Grotesk Bold"/>
              <a:cs typeface="HK Grotesk Bold"/>
              <a:sym typeface="HK Grotesk Bold"/>
            </a:endParaRPr>
          </a:p>
          <a:p>
            <a:pPr marL="755651" lvl="1" indent="-377825" algn="l">
              <a:lnSpc>
                <a:spcPts val="4200"/>
              </a:lnSpc>
              <a:buFont typeface="Arial"/>
              <a:buChar char="•"/>
            </a:pPr>
            <a:r>
              <a:rPr lang="en-US" sz="3500">
                <a:solidFill>
                  <a:srgbClr val="F4F6FC"/>
                </a:solidFill>
                <a:latin typeface="HK Grotesk"/>
                <a:ea typeface="HK Grotesk"/>
                <a:cs typeface="HK Grotesk"/>
                <a:sym typeface="HK Grotesk"/>
              </a:rPr>
              <a:t>Negación y Cortes</a:t>
            </a:r>
          </a:p>
          <a:p>
            <a:pPr algn="l">
              <a:lnSpc>
                <a:spcPts val="4200"/>
              </a:lnSpc>
            </a:pPr>
            <a:endParaRPr lang="en-US" sz="3500">
              <a:solidFill>
                <a:srgbClr val="F4F6FC"/>
              </a:solidFill>
              <a:latin typeface="HK Grotesk"/>
              <a:ea typeface="HK Grotesk"/>
              <a:cs typeface="HK Grotesk"/>
              <a:sym typeface="HK Grotesk"/>
            </a:endParaRPr>
          </a:p>
          <a:p>
            <a:pPr marL="755651" lvl="1" indent="-377825" algn="l">
              <a:lnSpc>
                <a:spcPts val="4200"/>
              </a:lnSpc>
              <a:buFont typeface="Arial"/>
              <a:buChar char="•"/>
            </a:pPr>
            <a:r>
              <a:rPr lang="en-US" sz="3500">
                <a:solidFill>
                  <a:srgbClr val="F4F6FC"/>
                </a:solidFill>
                <a:latin typeface="HK Grotesk"/>
                <a:ea typeface="HK Grotesk"/>
                <a:cs typeface="HK Grotesk"/>
                <a:sym typeface="HK Grotesk"/>
              </a:rPr>
              <a:t>Ciclos y Recursión</a:t>
            </a:r>
          </a:p>
        </p:txBody>
      </p:sp>
      <p:sp>
        <p:nvSpPr>
          <p:cNvPr id="19" name="TextBox 19"/>
          <p:cNvSpPr txBox="1"/>
          <p:nvPr/>
        </p:nvSpPr>
        <p:spPr>
          <a:xfrm>
            <a:off x="11208934" y="1511090"/>
            <a:ext cx="4271494" cy="1152525"/>
          </a:xfrm>
          <a:prstGeom prst="rect">
            <a:avLst/>
          </a:prstGeom>
        </p:spPr>
        <p:txBody>
          <a:bodyPr lIns="0" tIns="0" rIns="0" bIns="0" rtlCol="0" anchor="t">
            <a:spAutoFit/>
          </a:bodyPr>
          <a:lstStyle/>
          <a:p>
            <a:pPr algn="ctr">
              <a:lnSpc>
                <a:spcPts val="9000"/>
              </a:lnSpc>
            </a:pPr>
            <a:r>
              <a:rPr lang="en-US" sz="7500" b="1">
                <a:solidFill>
                  <a:srgbClr val="F4F6FC"/>
                </a:solidFill>
                <a:latin typeface="HK Grotesk Bold"/>
                <a:ea typeface="HK Grotesk Bold"/>
                <a:cs typeface="HK Grotesk Bold"/>
                <a:sym typeface="HK Grotesk Bold"/>
              </a:rPr>
              <a:t>Recursos</a:t>
            </a:r>
          </a:p>
        </p:txBody>
      </p:sp>
      <p:pic>
        <p:nvPicPr>
          <p:cNvPr id="21" name="Imagen 20" descr="Código QR&#10;&#10;El contenido generado por IA puede ser incorrecto.">
            <a:extLst>
              <a:ext uri="{FF2B5EF4-FFF2-40B4-BE49-F238E27FC236}">
                <a16:creationId xmlns:a16="http://schemas.microsoft.com/office/drawing/2014/main" id="{854184C7-646B-67AE-C37F-4E8C618F33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409330" y="3786356"/>
            <a:ext cx="2244391" cy="224439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grpSp>
        <p:nvGrpSpPr>
          <p:cNvPr id="3" name="Group 3"/>
          <p:cNvGrpSpPr/>
          <p:nvPr/>
        </p:nvGrpSpPr>
        <p:grpSpPr>
          <a:xfrm rot="-5400000">
            <a:off x="6186162" y="2511196"/>
            <a:ext cx="6818207" cy="20947169"/>
            <a:chOff x="0" y="0"/>
            <a:chExt cx="1795742" cy="5516950"/>
          </a:xfrm>
        </p:grpSpPr>
        <p:sp>
          <p:nvSpPr>
            <p:cNvPr id="4" name="Freeform 4"/>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050A30"/>
            </a:solidFill>
          </p:spPr>
          <p:txBody>
            <a:bodyPr/>
            <a:lstStyle/>
            <a:p>
              <a:endParaRPr lang="es-GT"/>
            </a:p>
          </p:txBody>
        </p:sp>
        <p:sp>
          <p:nvSpPr>
            <p:cNvPr id="5" name="TextBox 5"/>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6" name="Group 6"/>
          <p:cNvGrpSpPr/>
          <p:nvPr/>
        </p:nvGrpSpPr>
        <p:grpSpPr>
          <a:xfrm rot="-5400000">
            <a:off x="3997069" y="-11005002"/>
            <a:ext cx="2045233" cy="20947169"/>
            <a:chOff x="0" y="0"/>
            <a:chExt cx="538662" cy="5516950"/>
          </a:xfrm>
        </p:grpSpPr>
        <p:sp>
          <p:nvSpPr>
            <p:cNvPr id="7" name="Freeform 7"/>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050A30"/>
            </a:solidFill>
          </p:spPr>
          <p:txBody>
            <a:bodyPr/>
            <a:lstStyle/>
            <a:p>
              <a:endParaRPr lang="es-GT"/>
            </a:p>
          </p:txBody>
        </p:sp>
        <p:sp>
          <p:nvSpPr>
            <p:cNvPr id="8" name="TextBox 8"/>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9" name="Group 9"/>
          <p:cNvGrpSpPr/>
          <p:nvPr/>
        </p:nvGrpSpPr>
        <p:grpSpPr>
          <a:xfrm rot="2700000">
            <a:off x="13734331" y="93713"/>
            <a:ext cx="4685776" cy="1567256"/>
            <a:chOff x="0" y="0"/>
            <a:chExt cx="1234114" cy="412775"/>
          </a:xfrm>
        </p:grpSpPr>
        <p:sp>
          <p:nvSpPr>
            <p:cNvPr id="10" name="Freeform 10"/>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7AC3FE"/>
            </a:solidFill>
          </p:spPr>
          <p:txBody>
            <a:bodyPr/>
            <a:lstStyle/>
            <a:p>
              <a:endParaRPr lang="es-GT"/>
            </a:p>
          </p:txBody>
        </p:sp>
        <p:sp>
          <p:nvSpPr>
            <p:cNvPr id="11" name="TextBox 11"/>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2" name="TextBox 12"/>
          <p:cNvSpPr txBox="1"/>
          <p:nvPr/>
        </p:nvSpPr>
        <p:spPr>
          <a:xfrm>
            <a:off x="1374889" y="1409214"/>
            <a:ext cx="13991174" cy="882887"/>
          </a:xfrm>
          <a:prstGeom prst="rect">
            <a:avLst/>
          </a:prstGeom>
        </p:spPr>
        <p:txBody>
          <a:bodyPr lIns="0" tIns="0" rIns="0" bIns="0" rtlCol="0" anchor="t">
            <a:spAutoFit/>
          </a:bodyPr>
          <a:lstStyle/>
          <a:p>
            <a:pPr algn="just">
              <a:lnSpc>
                <a:spcPts val="6890"/>
              </a:lnSpc>
            </a:pPr>
            <a:r>
              <a:rPr lang="en-US" sz="6098" b="1">
                <a:solidFill>
                  <a:srgbClr val="050A30"/>
                </a:solidFill>
                <a:latin typeface="HK Grotesk Medium"/>
                <a:ea typeface="HK Grotesk Medium"/>
                <a:cs typeface="HK Grotesk Medium"/>
                <a:sym typeface="HK Grotesk Medium"/>
              </a:rPr>
              <a:t>COMPETENCIA(S) Que desarrollaremos</a:t>
            </a:r>
          </a:p>
        </p:txBody>
      </p:sp>
      <p:sp>
        <p:nvSpPr>
          <p:cNvPr id="13" name="TextBox 13"/>
          <p:cNvSpPr txBox="1"/>
          <p:nvPr/>
        </p:nvSpPr>
        <p:spPr>
          <a:xfrm>
            <a:off x="2508326" y="3435564"/>
            <a:ext cx="12569573" cy="3564950"/>
          </a:xfrm>
          <a:prstGeom prst="rect">
            <a:avLst/>
          </a:prstGeom>
        </p:spPr>
        <p:txBody>
          <a:bodyPr lIns="0" tIns="0" rIns="0" bIns="0" rtlCol="0" anchor="t">
            <a:spAutoFit/>
          </a:bodyPr>
          <a:lstStyle/>
          <a:p>
            <a:pPr algn="ctr">
              <a:lnSpc>
                <a:spcPts val="5600"/>
              </a:lnSpc>
            </a:pPr>
            <a:r>
              <a:rPr lang="es-GT" sz="4000" b="1" spc="320" dirty="0">
                <a:solidFill>
                  <a:srgbClr val="050A30"/>
                </a:solidFill>
                <a:latin typeface="HK Grotesk Bold"/>
                <a:ea typeface="HK Grotesk Bold"/>
                <a:cs typeface="HK Grotesk Bold"/>
                <a:sym typeface="HK Grotesk Bold"/>
              </a:rPr>
              <a:t>Desarrolla hechos, reglas, expresiones y predicados recursivos mediante el uso de cláusulas, ciclos, listas, unificación y cortes en </a:t>
            </a:r>
            <a:r>
              <a:rPr lang="es-GT" sz="4000" b="1" spc="320" dirty="0" err="1">
                <a:solidFill>
                  <a:srgbClr val="050A30"/>
                </a:solidFill>
                <a:latin typeface="HK Grotesk Bold"/>
                <a:ea typeface="HK Grotesk Bold"/>
                <a:cs typeface="HK Grotesk Bold"/>
                <a:sym typeface="HK Grotesk Bold"/>
              </a:rPr>
              <a:t>Prolog</a:t>
            </a:r>
            <a:r>
              <a:rPr lang="es-GT" sz="4000" b="1" spc="320" dirty="0">
                <a:solidFill>
                  <a:srgbClr val="050A30"/>
                </a:solidFill>
                <a:latin typeface="HK Grotesk Bold"/>
                <a:ea typeface="HK Grotesk Bold"/>
                <a:cs typeface="HK Grotesk Bold"/>
                <a:sym typeface="HK Grotesk Bold"/>
              </a:rPr>
              <a:t> para modelar bases de conocimiento y resolver problemas de inferencia lógica </a:t>
            </a:r>
            <a:endParaRPr lang="en-US" sz="4000" b="1" spc="320" dirty="0">
              <a:solidFill>
                <a:srgbClr val="050A30"/>
              </a:solidFill>
              <a:latin typeface="HK Grotesk Bold"/>
              <a:ea typeface="HK Grotesk Bold"/>
              <a:cs typeface="HK Grotesk Bold"/>
              <a:sym typeface="HK Grotesk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sp>
        <p:nvSpPr>
          <p:cNvPr id="3" name="TextBox 3"/>
          <p:cNvSpPr txBox="1"/>
          <p:nvPr/>
        </p:nvSpPr>
        <p:spPr>
          <a:xfrm>
            <a:off x="1477486" y="1239476"/>
            <a:ext cx="15333028" cy="1285875"/>
          </a:xfrm>
          <a:prstGeom prst="rect">
            <a:avLst/>
          </a:prstGeom>
        </p:spPr>
        <p:txBody>
          <a:bodyPr lIns="0" tIns="0" rIns="0" bIns="0" rtlCol="0" anchor="t">
            <a:spAutoFit/>
          </a:bodyPr>
          <a:lstStyle/>
          <a:p>
            <a:pPr algn="ctr">
              <a:lnSpc>
                <a:spcPts val="10158"/>
              </a:lnSpc>
            </a:pPr>
            <a:r>
              <a:rPr lang="en-US" sz="8465" b="1">
                <a:solidFill>
                  <a:srgbClr val="F4F6FC"/>
                </a:solidFill>
                <a:latin typeface="HK Grotesk Bold"/>
                <a:ea typeface="HK Grotesk Bold"/>
                <a:cs typeface="HK Grotesk Bold"/>
                <a:sym typeface="HK Grotesk Bold"/>
              </a:rPr>
              <a:t>Cortes</a:t>
            </a:r>
          </a:p>
        </p:txBody>
      </p:sp>
      <p:grpSp>
        <p:nvGrpSpPr>
          <p:cNvPr id="4" name="Group 4"/>
          <p:cNvGrpSpPr/>
          <p:nvPr/>
        </p:nvGrpSpPr>
        <p:grpSpPr>
          <a:xfrm rot="-5400000">
            <a:off x="6186162" y="2511196"/>
            <a:ext cx="6818207" cy="20947169"/>
            <a:chOff x="0" y="0"/>
            <a:chExt cx="1795742" cy="5516950"/>
          </a:xfrm>
        </p:grpSpPr>
        <p:sp>
          <p:nvSpPr>
            <p:cNvPr id="5" name="Freeform 5"/>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F4F6FC"/>
            </a:solidFill>
          </p:spPr>
          <p:txBody>
            <a:bodyPr/>
            <a:lstStyle/>
            <a:p>
              <a:endParaRPr lang="es-GT"/>
            </a:p>
          </p:txBody>
        </p:sp>
        <p:sp>
          <p:nvSpPr>
            <p:cNvPr id="6" name="TextBox 6"/>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7" name="Group 7"/>
          <p:cNvGrpSpPr/>
          <p:nvPr/>
        </p:nvGrpSpPr>
        <p:grpSpPr>
          <a:xfrm rot="-5400000">
            <a:off x="3997069" y="-11005002"/>
            <a:ext cx="2045233" cy="20947169"/>
            <a:chOff x="0" y="0"/>
            <a:chExt cx="538662" cy="5516950"/>
          </a:xfrm>
        </p:grpSpPr>
        <p:sp>
          <p:nvSpPr>
            <p:cNvPr id="8" name="Freeform 8"/>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F4F6FC"/>
            </a:solidFill>
          </p:spPr>
          <p:txBody>
            <a:bodyPr/>
            <a:lstStyle/>
            <a:p>
              <a:endParaRPr lang="es-GT"/>
            </a:p>
          </p:txBody>
        </p:sp>
        <p:sp>
          <p:nvSpPr>
            <p:cNvPr id="9" name="TextBox 9"/>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10" name="Group 10"/>
          <p:cNvGrpSpPr/>
          <p:nvPr/>
        </p:nvGrpSpPr>
        <p:grpSpPr>
          <a:xfrm rot="2700000">
            <a:off x="13734331" y="93713"/>
            <a:ext cx="4685776" cy="1567256"/>
            <a:chOff x="0" y="0"/>
            <a:chExt cx="1234114" cy="412775"/>
          </a:xfrm>
        </p:grpSpPr>
        <p:sp>
          <p:nvSpPr>
            <p:cNvPr id="11" name="Freeform 11"/>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050A30"/>
            </a:solidFill>
          </p:spPr>
          <p:txBody>
            <a:bodyPr/>
            <a:lstStyle/>
            <a:p>
              <a:endParaRPr lang="es-GT"/>
            </a:p>
          </p:txBody>
        </p:sp>
        <p:sp>
          <p:nvSpPr>
            <p:cNvPr id="12" name="TextBox 12"/>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3" name="Freeform 13"/>
          <p:cNvSpPr/>
          <p:nvPr/>
        </p:nvSpPr>
        <p:spPr>
          <a:xfrm rot="-10800000">
            <a:off x="14019925" y="-210928"/>
            <a:ext cx="5098075" cy="5098075"/>
          </a:xfrm>
          <a:custGeom>
            <a:avLst/>
            <a:gdLst/>
            <a:ahLst/>
            <a:cxnLst/>
            <a:rect l="l" t="t" r="r" b="b"/>
            <a:pathLst>
              <a:path w="5098075" h="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a:stretch>
          </a:blipFill>
        </p:spPr>
        <p:txBody>
          <a:bodyPr/>
          <a:lstStyle/>
          <a:p>
            <a:endParaRPr lang="es-GT"/>
          </a:p>
        </p:txBody>
      </p:sp>
      <p:sp>
        <p:nvSpPr>
          <p:cNvPr id="14" name="TextBox 14"/>
          <p:cNvSpPr txBox="1"/>
          <p:nvPr/>
        </p:nvSpPr>
        <p:spPr>
          <a:xfrm>
            <a:off x="1477486" y="2773001"/>
            <a:ext cx="15333028" cy="2609851"/>
          </a:xfrm>
          <a:prstGeom prst="rect">
            <a:avLst/>
          </a:prstGeom>
        </p:spPr>
        <p:txBody>
          <a:bodyPr lIns="0" tIns="0" rIns="0" bIns="0" rtlCol="0" anchor="t">
            <a:spAutoFit/>
          </a:bodyPr>
          <a:lstStyle/>
          <a:p>
            <a:pPr algn="just">
              <a:lnSpc>
                <a:spcPts val="4199"/>
              </a:lnSpc>
            </a:pPr>
            <a:r>
              <a:rPr lang="en-US" sz="2999">
                <a:solidFill>
                  <a:srgbClr val="F4F6FC"/>
                </a:solidFill>
                <a:latin typeface="HK Grotesk"/>
                <a:ea typeface="HK Grotesk"/>
                <a:cs typeface="HK Grotesk"/>
                <a:sym typeface="HK Grotesk"/>
              </a:rPr>
              <a:t>El corte, representado por el símbolo !, es un predicado incorporado en Prolog que sirve para controlar el backtracking (retroceso) durante la ejecución del programa.</a:t>
            </a:r>
          </a:p>
          <a:p>
            <a:pPr algn="just">
              <a:lnSpc>
                <a:spcPts val="4199"/>
              </a:lnSpc>
            </a:pPr>
            <a:r>
              <a:rPr lang="en-US" sz="2999">
                <a:solidFill>
                  <a:srgbClr val="F4F6FC"/>
                </a:solidFill>
                <a:latin typeface="HK Grotesk"/>
                <a:ea typeface="HK Grotesk"/>
                <a:cs typeface="HK Grotesk"/>
                <a:sym typeface="HK Grotesk"/>
              </a:rPr>
              <a:t>Su función principal es "podar" o eliminar alternativas de búsqueda, permitiendo al programador restringir el comportamiento de Prolog al explorar soluciones.</a:t>
            </a:r>
          </a:p>
          <a:p>
            <a:pPr algn="just">
              <a:lnSpc>
                <a:spcPts val="4199"/>
              </a:lnSpc>
              <a:spcBef>
                <a:spcPct val="0"/>
              </a:spcBef>
            </a:pPr>
            <a:endParaRPr lang="en-US" sz="2999">
              <a:solidFill>
                <a:srgbClr val="F4F6FC"/>
              </a:solidFill>
              <a:latin typeface="HK Grotesk"/>
              <a:ea typeface="HK Grotesk"/>
              <a:cs typeface="HK Grotesk"/>
              <a:sym typeface="HK Grotesk"/>
            </a:endParaRPr>
          </a:p>
        </p:txBody>
      </p:sp>
      <p:sp>
        <p:nvSpPr>
          <p:cNvPr id="15" name="TextBox 15"/>
          <p:cNvSpPr txBox="1"/>
          <p:nvPr/>
        </p:nvSpPr>
        <p:spPr>
          <a:xfrm>
            <a:off x="12502616" y="8931275"/>
            <a:ext cx="4756684" cy="327025"/>
          </a:xfrm>
          <a:prstGeom prst="rect">
            <a:avLst/>
          </a:prstGeom>
        </p:spPr>
        <p:txBody>
          <a:bodyPr lIns="0" tIns="0" rIns="0" bIns="0" rtlCol="0" anchor="t">
            <a:spAutoFit/>
          </a:bodyPr>
          <a:lstStyle/>
          <a:p>
            <a:pPr marL="0" lvl="0" indent="0" algn="just">
              <a:lnSpc>
                <a:spcPts val="2600"/>
              </a:lnSpc>
              <a:spcBef>
                <a:spcPct val="0"/>
              </a:spcBef>
            </a:pPr>
            <a:r>
              <a:rPr lang="en-US" sz="2000" b="1">
                <a:solidFill>
                  <a:srgbClr val="F4F6FC"/>
                </a:solidFill>
                <a:latin typeface="HK Grotesk Medium"/>
                <a:ea typeface="HK Grotesk Medium"/>
                <a:cs typeface="HK Grotesk Medium"/>
                <a:sym typeface="HK Grotesk Medium"/>
              </a:rPr>
              <a:t>Elaborado por: Robin Omar Buezo Díaz</a:t>
            </a:r>
          </a:p>
        </p:txBody>
      </p:sp>
      <p:sp>
        <p:nvSpPr>
          <p:cNvPr id="16" name="TextBox 16"/>
          <p:cNvSpPr txBox="1"/>
          <p:nvPr/>
        </p:nvSpPr>
        <p:spPr>
          <a:xfrm>
            <a:off x="1477486" y="8095615"/>
            <a:ext cx="15781814" cy="656590"/>
          </a:xfrm>
          <a:prstGeom prst="rect">
            <a:avLst/>
          </a:prstGeom>
        </p:spPr>
        <p:txBody>
          <a:bodyPr lIns="0" tIns="0" rIns="0" bIns="0" rtlCol="0" anchor="t">
            <a:spAutoFit/>
          </a:bodyPr>
          <a:lstStyle/>
          <a:p>
            <a:pPr marL="0" lvl="0" indent="0" algn="just">
              <a:lnSpc>
                <a:spcPts val="2660"/>
              </a:lnSpc>
              <a:spcBef>
                <a:spcPct val="0"/>
              </a:spcBef>
            </a:pPr>
            <a:r>
              <a:rPr lang="en-US" sz="1900" i="1" u="none" strike="noStrike">
                <a:solidFill>
                  <a:srgbClr val="F4F6FC"/>
                </a:solidFill>
                <a:latin typeface="HK Grotesk Italics"/>
                <a:ea typeface="HK Grotesk Italics"/>
                <a:cs typeface="HK Grotesk Italics"/>
                <a:sym typeface="HK Grotesk Italics"/>
              </a:rPr>
              <a:t>El corte es una herramienta poderosa para optimizar programas Prolog, pero requiere un uso cuidadoso para evitar la eliminación accidental de soluciones. Su función principal es controlar el backtracking y mejorar la eficiencia.</a:t>
            </a:r>
          </a:p>
        </p:txBody>
      </p:sp>
      <p:sp>
        <p:nvSpPr>
          <p:cNvPr id="17" name="Freeform 17"/>
          <p:cNvSpPr/>
          <p:nvPr/>
        </p:nvSpPr>
        <p:spPr>
          <a:xfrm>
            <a:off x="1477486" y="5555078"/>
            <a:ext cx="6518887" cy="1406034"/>
          </a:xfrm>
          <a:custGeom>
            <a:avLst/>
            <a:gdLst/>
            <a:ahLst/>
            <a:cxnLst/>
            <a:rect l="l" t="t" r="r" b="b"/>
            <a:pathLst>
              <a:path w="6518887" h="1406034">
                <a:moveTo>
                  <a:pt x="0" y="0"/>
                </a:moveTo>
                <a:lnTo>
                  <a:pt x="6518887" y="0"/>
                </a:lnTo>
                <a:lnTo>
                  <a:pt x="6518887" y="1406034"/>
                </a:lnTo>
                <a:lnTo>
                  <a:pt x="0" y="1406034"/>
                </a:lnTo>
                <a:lnTo>
                  <a:pt x="0" y="0"/>
                </a:lnTo>
                <a:close/>
              </a:path>
            </a:pathLst>
          </a:custGeom>
          <a:blipFill>
            <a:blip r:embed="rId5"/>
            <a:stretch>
              <a:fillRect/>
            </a:stretch>
          </a:blipFill>
        </p:spPr>
        <p:txBody>
          <a:bodyPr/>
          <a:lstStyle/>
          <a:p>
            <a:endParaRPr lang="es-GT"/>
          </a:p>
        </p:txBody>
      </p:sp>
      <p:sp>
        <p:nvSpPr>
          <p:cNvPr id="18" name="Freeform 18"/>
          <p:cNvSpPr/>
          <p:nvPr/>
        </p:nvSpPr>
        <p:spPr>
          <a:xfrm>
            <a:off x="10311695" y="5555078"/>
            <a:ext cx="6498819" cy="1430058"/>
          </a:xfrm>
          <a:custGeom>
            <a:avLst/>
            <a:gdLst/>
            <a:ahLst/>
            <a:cxnLst/>
            <a:rect l="l" t="t" r="r" b="b"/>
            <a:pathLst>
              <a:path w="6498819" h="1430058">
                <a:moveTo>
                  <a:pt x="0" y="0"/>
                </a:moveTo>
                <a:lnTo>
                  <a:pt x="6498819" y="0"/>
                </a:lnTo>
                <a:lnTo>
                  <a:pt x="6498819" y="1430058"/>
                </a:lnTo>
                <a:lnTo>
                  <a:pt x="0" y="1430058"/>
                </a:lnTo>
                <a:lnTo>
                  <a:pt x="0" y="0"/>
                </a:lnTo>
                <a:close/>
              </a:path>
            </a:pathLst>
          </a:custGeom>
          <a:blipFill>
            <a:blip r:embed="rId6"/>
            <a:stretch>
              <a:fillRect/>
            </a:stretch>
          </a:blipFill>
        </p:spPr>
        <p:txBody>
          <a:bodyPr/>
          <a:lstStyle/>
          <a:p>
            <a:endParaRPr lang="es-GT"/>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grpSp>
        <p:nvGrpSpPr>
          <p:cNvPr id="3" name="Group 3"/>
          <p:cNvGrpSpPr/>
          <p:nvPr/>
        </p:nvGrpSpPr>
        <p:grpSpPr>
          <a:xfrm rot="-5400000">
            <a:off x="6186162" y="2511196"/>
            <a:ext cx="6818207" cy="20947169"/>
            <a:chOff x="0" y="0"/>
            <a:chExt cx="1795742" cy="5516950"/>
          </a:xfrm>
        </p:grpSpPr>
        <p:sp>
          <p:nvSpPr>
            <p:cNvPr id="4" name="Freeform 4"/>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050A30"/>
            </a:solidFill>
          </p:spPr>
          <p:txBody>
            <a:bodyPr/>
            <a:lstStyle/>
            <a:p>
              <a:endParaRPr lang="es-GT"/>
            </a:p>
          </p:txBody>
        </p:sp>
        <p:sp>
          <p:nvSpPr>
            <p:cNvPr id="5" name="TextBox 5"/>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6" name="Group 6"/>
          <p:cNvGrpSpPr/>
          <p:nvPr/>
        </p:nvGrpSpPr>
        <p:grpSpPr>
          <a:xfrm rot="-5400000">
            <a:off x="3997069" y="-11005002"/>
            <a:ext cx="2045233" cy="20947169"/>
            <a:chOff x="0" y="0"/>
            <a:chExt cx="538662" cy="5516950"/>
          </a:xfrm>
        </p:grpSpPr>
        <p:sp>
          <p:nvSpPr>
            <p:cNvPr id="7" name="Freeform 7"/>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050A30"/>
            </a:solidFill>
          </p:spPr>
          <p:txBody>
            <a:bodyPr/>
            <a:lstStyle/>
            <a:p>
              <a:endParaRPr lang="es-GT"/>
            </a:p>
          </p:txBody>
        </p:sp>
        <p:sp>
          <p:nvSpPr>
            <p:cNvPr id="8" name="TextBox 8"/>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9" name="Group 9"/>
          <p:cNvGrpSpPr/>
          <p:nvPr/>
        </p:nvGrpSpPr>
        <p:grpSpPr>
          <a:xfrm rot="2700000">
            <a:off x="13734331" y="93713"/>
            <a:ext cx="4685776" cy="1567256"/>
            <a:chOff x="0" y="0"/>
            <a:chExt cx="1234114" cy="412775"/>
          </a:xfrm>
        </p:grpSpPr>
        <p:sp>
          <p:nvSpPr>
            <p:cNvPr id="10" name="Freeform 10"/>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F4F6FC"/>
            </a:solidFill>
          </p:spPr>
          <p:txBody>
            <a:bodyPr/>
            <a:lstStyle/>
            <a:p>
              <a:endParaRPr lang="es-GT"/>
            </a:p>
          </p:txBody>
        </p:sp>
        <p:sp>
          <p:nvSpPr>
            <p:cNvPr id="11" name="TextBox 11"/>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2" name="Freeform 12"/>
          <p:cNvSpPr/>
          <p:nvPr/>
        </p:nvSpPr>
        <p:spPr>
          <a:xfrm rot="-10800000">
            <a:off x="14019925" y="-210928"/>
            <a:ext cx="5098075" cy="5098075"/>
          </a:xfrm>
          <a:custGeom>
            <a:avLst/>
            <a:gdLst/>
            <a:ahLst/>
            <a:cxnLst/>
            <a:rect l="l" t="t" r="r" b="b"/>
            <a:pathLst>
              <a:path w="5098075" h="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a:stretch>
          </a:blipFill>
        </p:spPr>
        <p:txBody>
          <a:bodyPr/>
          <a:lstStyle/>
          <a:p>
            <a:endParaRPr lang="es-GT"/>
          </a:p>
        </p:txBody>
      </p:sp>
      <p:sp>
        <p:nvSpPr>
          <p:cNvPr id="13" name="TextBox 13"/>
          <p:cNvSpPr txBox="1"/>
          <p:nvPr/>
        </p:nvSpPr>
        <p:spPr>
          <a:xfrm>
            <a:off x="670142" y="1840539"/>
            <a:ext cx="16050143" cy="3665856"/>
          </a:xfrm>
          <a:prstGeom prst="rect">
            <a:avLst/>
          </a:prstGeom>
        </p:spPr>
        <p:txBody>
          <a:bodyPr lIns="0" tIns="0" rIns="0" bIns="0" rtlCol="0" anchor="t">
            <a:spAutoFit/>
          </a:bodyPr>
          <a:lstStyle/>
          <a:p>
            <a:pPr algn="just">
              <a:lnSpc>
                <a:spcPts val="4199"/>
              </a:lnSpc>
            </a:pPr>
            <a:r>
              <a:rPr lang="en-US" sz="2999">
                <a:solidFill>
                  <a:srgbClr val="050A30"/>
                </a:solidFill>
                <a:latin typeface="HK Grotesk"/>
                <a:ea typeface="HK Grotesk"/>
                <a:cs typeface="HK Grotesk"/>
                <a:sym typeface="HK Grotesk"/>
              </a:rPr>
              <a:t>Cuando Prolog encuentra un ! (corte) en una cláusula:</a:t>
            </a:r>
          </a:p>
          <a:p>
            <a:pPr algn="just">
              <a:lnSpc>
                <a:spcPts val="1399"/>
              </a:lnSpc>
            </a:pPr>
            <a:endParaRPr lang="en-US" sz="2999">
              <a:solidFill>
                <a:srgbClr val="050A30"/>
              </a:solidFill>
              <a:latin typeface="HK Grotesk"/>
              <a:ea typeface="HK Grotesk"/>
              <a:cs typeface="HK Grotesk"/>
              <a:sym typeface="HK Grotesk"/>
            </a:endParaRPr>
          </a:p>
          <a:p>
            <a:pPr marL="647695" lvl="1" indent="-323848" algn="just">
              <a:lnSpc>
                <a:spcPts val="4199"/>
              </a:lnSpc>
              <a:buFont typeface="Arial"/>
              <a:buChar char="•"/>
            </a:pPr>
            <a:r>
              <a:rPr lang="en-US" sz="2999">
                <a:solidFill>
                  <a:srgbClr val="050A30"/>
                </a:solidFill>
                <a:latin typeface="HK Grotesk"/>
                <a:ea typeface="HK Grotesk"/>
                <a:cs typeface="HK Grotesk"/>
                <a:sym typeface="HK Grotesk"/>
              </a:rPr>
              <a:t>Se compromete con todas las decisiones tomadas antes del corte dentro de esa cláusula.</a:t>
            </a:r>
          </a:p>
          <a:p>
            <a:pPr algn="just">
              <a:lnSpc>
                <a:spcPts val="1399"/>
              </a:lnSpc>
            </a:pPr>
            <a:endParaRPr lang="en-US" sz="2999">
              <a:solidFill>
                <a:srgbClr val="050A30"/>
              </a:solidFill>
              <a:latin typeface="HK Grotesk"/>
              <a:ea typeface="HK Grotesk"/>
              <a:cs typeface="HK Grotesk"/>
              <a:sym typeface="HK Grotesk"/>
            </a:endParaRPr>
          </a:p>
          <a:p>
            <a:pPr marL="647695" lvl="1" indent="-323848" algn="just">
              <a:lnSpc>
                <a:spcPts val="4199"/>
              </a:lnSpc>
              <a:buFont typeface="Arial"/>
              <a:buChar char="•"/>
            </a:pPr>
            <a:r>
              <a:rPr lang="en-US" sz="2999">
                <a:solidFill>
                  <a:srgbClr val="050A30"/>
                </a:solidFill>
                <a:latin typeface="HK Grotesk"/>
                <a:ea typeface="HK Grotesk"/>
                <a:cs typeface="HK Grotesk"/>
                <a:sym typeface="HK Grotesk"/>
              </a:rPr>
              <a:t>Si luego la ejecución falla, Prolog no volverá a considerar otras cláusulas alternativas del mismo predicado ni otras soluciones anteriores a ese punto.</a:t>
            </a:r>
          </a:p>
          <a:p>
            <a:pPr algn="just">
              <a:lnSpc>
                <a:spcPts val="1399"/>
              </a:lnSpc>
            </a:pPr>
            <a:endParaRPr lang="en-US" sz="2999">
              <a:solidFill>
                <a:srgbClr val="050A30"/>
              </a:solidFill>
              <a:latin typeface="HK Grotesk"/>
              <a:ea typeface="HK Grotesk"/>
              <a:cs typeface="HK Grotesk"/>
              <a:sym typeface="HK Grotesk"/>
            </a:endParaRPr>
          </a:p>
          <a:p>
            <a:pPr marL="647695" lvl="1" indent="-323848" algn="just">
              <a:lnSpc>
                <a:spcPts val="4199"/>
              </a:lnSpc>
              <a:buFont typeface="Arial"/>
              <a:buChar char="•"/>
            </a:pPr>
            <a:r>
              <a:rPr lang="en-US" sz="2999">
                <a:solidFill>
                  <a:srgbClr val="050A30"/>
                </a:solidFill>
                <a:latin typeface="HK Grotesk"/>
                <a:ea typeface="HK Grotesk"/>
                <a:cs typeface="HK Grotesk"/>
                <a:sym typeface="HK Grotesk"/>
              </a:rPr>
              <a:t>El corte no produce efectos por sí mismo, pero afecta el flujo de control.</a:t>
            </a:r>
          </a:p>
          <a:p>
            <a:pPr algn="just">
              <a:lnSpc>
                <a:spcPts val="4339"/>
              </a:lnSpc>
              <a:spcBef>
                <a:spcPct val="0"/>
              </a:spcBef>
            </a:pPr>
            <a:endParaRPr lang="en-US" sz="2999">
              <a:solidFill>
                <a:srgbClr val="050A30"/>
              </a:solidFill>
              <a:latin typeface="HK Grotesk"/>
              <a:ea typeface="HK Grotesk"/>
              <a:cs typeface="HK Grotesk"/>
              <a:sym typeface="HK Grotesk"/>
            </a:endParaRPr>
          </a:p>
        </p:txBody>
      </p:sp>
      <p:sp>
        <p:nvSpPr>
          <p:cNvPr id="14" name="TextBox 14"/>
          <p:cNvSpPr txBox="1"/>
          <p:nvPr/>
        </p:nvSpPr>
        <p:spPr>
          <a:xfrm>
            <a:off x="13531316" y="9080500"/>
            <a:ext cx="4756684" cy="327025"/>
          </a:xfrm>
          <a:prstGeom prst="rect">
            <a:avLst/>
          </a:prstGeom>
        </p:spPr>
        <p:txBody>
          <a:bodyPr lIns="0" tIns="0" rIns="0" bIns="0" rtlCol="0" anchor="t">
            <a:spAutoFit/>
          </a:bodyPr>
          <a:lstStyle/>
          <a:p>
            <a:pPr marL="0" lvl="0" indent="0" algn="just">
              <a:lnSpc>
                <a:spcPts val="2600"/>
              </a:lnSpc>
              <a:spcBef>
                <a:spcPct val="0"/>
              </a:spcBef>
            </a:pPr>
            <a:r>
              <a:rPr lang="en-US" sz="2000" b="1">
                <a:solidFill>
                  <a:srgbClr val="050A30"/>
                </a:solidFill>
                <a:latin typeface="HK Grotesk Medium"/>
                <a:ea typeface="HK Grotesk Medium"/>
                <a:cs typeface="HK Grotesk Medium"/>
                <a:sym typeface="HK Grotesk Medium"/>
              </a:rPr>
              <a:t>Elaborado por: Robin Omar Buezo Díaz</a:t>
            </a:r>
          </a:p>
        </p:txBody>
      </p:sp>
      <p:sp>
        <p:nvSpPr>
          <p:cNvPr id="15" name="TextBox 15"/>
          <p:cNvSpPr txBox="1"/>
          <p:nvPr/>
        </p:nvSpPr>
        <p:spPr>
          <a:xfrm>
            <a:off x="1028700" y="808682"/>
            <a:ext cx="15333028" cy="771525"/>
          </a:xfrm>
          <a:prstGeom prst="rect">
            <a:avLst/>
          </a:prstGeom>
        </p:spPr>
        <p:txBody>
          <a:bodyPr lIns="0" tIns="0" rIns="0" bIns="0" rtlCol="0" anchor="t">
            <a:spAutoFit/>
          </a:bodyPr>
          <a:lstStyle/>
          <a:p>
            <a:pPr algn="ctr">
              <a:lnSpc>
                <a:spcPts val="6000"/>
              </a:lnSpc>
            </a:pPr>
            <a:r>
              <a:rPr lang="en-US" sz="5000" b="1">
                <a:solidFill>
                  <a:srgbClr val="050A30"/>
                </a:solidFill>
                <a:latin typeface="HK Grotesk Bold"/>
                <a:ea typeface="HK Grotesk Bold"/>
                <a:cs typeface="HK Grotesk Bold"/>
                <a:sym typeface="HK Grotesk Bold"/>
              </a:rPr>
              <a:t>¿Qué hace exactamente el corte?</a:t>
            </a:r>
          </a:p>
        </p:txBody>
      </p:sp>
      <p:sp>
        <p:nvSpPr>
          <p:cNvPr id="16" name="Freeform 16"/>
          <p:cNvSpPr/>
          <p:nvPr/>
        </p:nvSpPr>
        <p:spPr>
          <a:xfrm>
            <a:off x="4693765" y="5372467"/>
            <a:ext cx="8900470" cy="3171817"/>
          </a:xfrm>
          <a:custGeom>
            <a:avLst/>
            <a:gdLst/>
            <a:ahLst/>
            <a:cxnLst/>
            <a:rect l="l" t="t" r="r" b="b"/>
            <a:pathLst>
              <a:path w="8900470" h="3171817">
                <a:moveTo>
                  <a:pt x="0" y="0"/>
                </a:moveTo>
                <a:lnTo>
                  <a:pt x="8900470" y="0"/>
                </a:lnTo>
                <a:lnTo>
                  <a:pt x="8900470" y="3171816"/>
                </a:lnTo>
                <a:lnTo>
                  <a:pt x="0" y="3171816"/>
                </a:lnTo>
                <a:lnTo>
                  <a:pt x="0" y="0"/>
                </a:lnTo>
                <a:close/>
              </a:path>
            </a:pathLst>
          </a:custGeom>
          <a:blipFill>
            <a:blip r:embed="rId5"/>
            <a:stretch>
              <a:fillRect l="-4406" r="-4406"/>
            </a:stretch>
          </a:blipFill>
        </p:spPr>
        <p:txBody>
          <a:bodyPr/>
          <a:lstStyle/>
          <a:p>
            <a:endParaRPr lang="es-GT"/>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sp>
        <p:nvSpPr>
          <p:cNvPr id="3" name="TextBox 3"/>
          <p:cNvSpPr txBox="1"/>
          <p:nvPr/>
        </p:nvSpPr>
        <p:spPr>
          <a:xfrm>
            <a:off x="1492703" y="481674"/>
            <a:ext cx="15333028" cy="923925"/>
          </a:xfrm>
          <a:prstGeom prst="rect">
            <a:avLst/>
          </a:prstGeom>
        </p:spPr>
        <p:txBody>
          <a:bodyPr lIns="0" tIns="0" rIns="0" bIns="0" rtlCol="0" anchor="t">
            <a:spAutoFit/>
          </a:bodyPr>
          <a:lstStyle/>
          <a:p>
            <a:pPr algn="ctr">
              <a:lnSpc>
                <a:spcPts val="7200"/>
              </a:lnSpc>
            </a:pPr>
            <a:r>
              <a:rPr lang="en-US" sz="6000" b="1">
                <a:solidFill>
                  <a:srgbClr val="F4F6FC"/>
                </a:solidFill>
                <a:latin typeface="HK Grotesk Bold"/>
                <a:ea typeface="HK Grotesk Bold"/>
                <a:cs typeface="HK Grotesk Bold"/>
                <a:sym typeface="HK Grotesk Bold"/>
              </a:rPr>
              <a:t>Tipos de Corte</a:t>
            </a:r>
          </a:p>
        </p:txBody>
      </p:sp>
      <p:grpSp>
        <p:nvGrpSpPr>
          <p:cNvPr id="4" name="Group 4"/>
          <p:cNvGrpSpPr/>
          <p:nvPr/>
        </p:nvGrpSpPr>
        <p:grpSpPr>
          <a:xfrm rot="-5400000">
            <a:off x="6186162" y="2511196"/>
            <a:ext cx="6818207" cy="20947169"/>
            <a:chOff x="0" y="0"/>
            <a:chExt cx="1795742" cy="5516950"/>
          </a:xfrm>
        </p:grpSpPr>
        <p:sp>
          <p:nvSpPr>
            <p:cNvPr id="5" name="Freeform 5"/>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F4F6FC"/>
            </a:solidFill>
          </p:spPr>
          <p:txBody>
            <a:bodyPr/>
            <a:lstStyle/>
            <a:p>
              <a:endParaRPr lang="es-GT"/>
            </a:p>
          </p:txBody>
        </p:sp>
        <p:sp>
          <p:nvSpPr>
            <p:cNvPr id="6" name="TextBox 6"/>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7" name="Group 7"/>
          <p:cNvGrpSpPr/>
          <p:nvPr/>
        </p:nvGrpSpPr>
        <p:grpSpPr>
          <a:xfrm rot="-5400000">
            <a:off x="3997069" y="-11005002"/>
            <a:ext cx="2045233" cy="20947169"/>
            <a:chOff x="0" y="0"/>
            <a:chExt cx="538662" cy="5516950"/>
          </a:xfrm>
        </p:grpSpPr>
        <p:sp>
          <p:nvSpPr>
            <p:cNvPr id="8" name="Freeform 8"/>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F4F6FC"/>
            </a:solidFill>
          </p:spPr>
          <p:txBody>
            <a:bodyPr/>
            <a:lstStyle/>
            <a:p>
              <a:endParaRPr lang="es-GT"/>
            </a:p>
          </p:txBody>
        </p:sp>
        <p:sp>
          <p:nvSpPr>
            <p:cNvPr id="9" name="TextBox 9"/>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10" name="Group 10"/>
          <p:cNvGrpSpPr/>
          <p:nvPr/>
        </p:nvGrpSpPr>
        <p:grpSpPr>
          <a:xfrm rot="2700000">
            <a:off x="13734331" y="93713"/>
            <a:ext cx="4685776" cy="1567256"/>
            <a:chOff x="0" y="0"/>
            <a:chExt cx="1234114" cy="412775"/>
          </a:xfrm>
        </p:grpSpPr>
        <p:sp>
          <p:nvSpPr>
            <p:cNvPr id="11" name="Freeform 11"/>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050A30"/>
            </a:solidFill>
          </p:spPr>
          <p:txBody>
            <a:bodyPr/>
            <a:lstStyle/>
            <a:p>
              <a:endParaRPr lang="es-GT"/>
            </a:p>
          </p:txBody>
        </p:sp>
        <p:sp>
          <p:nvSpPr>
            <p:cNvPr id="12" name="TextBox 12"/>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3" name="Freeform 13"/>
          <p:cNvSpPr/>
          <p:nvPr/>
        </p:nvSpPr>
        <p:spPr>
          <a:xfrm rot="-10800000">
            <a:off x="14019925" y="-210928"/>
            <a:ext cx="5098075" cy="5098075"/>
          </a:xfrm>
          <a:custGeom>
            <a:avLst/>
            <a:gdLst/>
            <a:ahLst/>
            <a:cxnLst/>
            <a:rect l="l" t="t" r="r" b="b"/>
            <a:pathLst>
              <a:path w="5098075" h="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a:stretch>
          </a:blipFill>
        </p:spPr>
        <p:txBody>
          <a:bodyPr/>
          <a:lstStyle/>
          <a:p>
            <a:endParaRPr lang="es-GT"/>
          </a:p>
        </p:txBody>
      </p:sp>
      <p:grpSp>
        <p:nvGrpSpPr>
          <p:cNvPr id="14" name="Group 14"/>
          <p:cNvGrpSpPr/>
          <p:nvPr/>
        </p:nvGrpSpPr>
        <p:grpSpPr>
          <a:xfrm>
            <a:off x="695548" y="1500544"/>
            <a:ext cx="8150995" cy="6194191"/>
            <a:chOff x="0" y="0"/>
            <a:chExt cx="2146764" cy="1631392"/>
          </a:xfrm>
        </p:grpSpPr>
        <p:sp>
          <p:nvSpPr>
            <p:cNvPr id="15" name="Freeform 15"/>
            <p:cNvSpPr/>
            <p:nvPr/>
          </p:nvSpPr>
          <p:spPr>
            <a:xfrm>
              <a:off x="0" y="0"/>
              <a:ext cx="2146764" cy="1631392"/>
            </a:xfrm>
            <a:custGeom>
              <a:avLst/>
              <a:gdLst/>
              <a:ahLst/>
              <a:cxnLst/>
              <a:rect l="l" t="t" r="r" b="b"/>
              <a:pathLst>
                <a:path w="2146764" h="1631392">
                  <a:moveTo>
                    <a:pt x="48440" y="0"/>
                  </a:moveTo>
                  <a:lnTo>
                    <a:pt x="2098324" y="0"/>
                  </a:lnTo>
                  <a:cubicBezTo>
                    <a:pt x="2111171" y="0"/>
                    <a:pt x="2123492" y="5104"/>
                    <a:pt x="2132576" y="14188"/>
                  </a:cubicBezTo>
                  <a:cubicBezTo>
                    <a:pt x="2141661" y="23272"/>
                    <a:pt x="2146764" y="35593"/>
                    <a:pt x="2146764" y="48440"/>
                  </a:cubicBezTo>
                  <a:lnTo>
                    <a:pt x="2146764" y="1582951"/>
                  </a:lnTo>
                  <a:cubicBezTo>
                    <a:pt x="2146764" y="1595799"/>
                    <a:pt x="2141661" y="1608120"/>
                    <a:pt x="2132576" y="1617204"/>
                  </a:cubicBezTo>
                  <a:cubicBezTo>
                    <a:pt x="2123492" y="1626288"/>
                    <a:pt x="2111171" y="1631392"/>
                    <a:pt x="2098324" y="1631392"/>
                  </a:cubicBezTo>
                  <a:lnTo>
                    <a:pt x="48440" y="1631392"/>
                  </a:lnTo>
                  <a:cubicBezTo>
                    <a:pt x="21688" y="1631392"/>
                    <a:pt x="0" y="1609704"/>
                    <a:pt x="0" y="1582951"/>
                  </a:cubicBezTo>
                  <a:lnTo>
                    <a:pt x="0" y="48440"/>
                  </a:lnTo>
                  <a:cubicBezTo>
                    <a:pt x="0" y="21688"/>
                    <a:pt x="21688" y="0"/>
                    <a:pt x="48440" y="0"/>
                  </a:cubicBezTo>
                  <a:close/>
                </a:path>
              </a:pathLst>
            </a:custGeom>
            <a:solidFill>
              <a:srgbClr val="F4F6FC"/>
            </a:solidFill>
          </p:spPr>
          <p:txBody>
            <a:bodyPr/>
            <a:lstStyle/>
            <a:p>
              <a:endParaRPr lang="es-GT"/>
            </a:p>
          </p:txBody>
        </p:sp>
        <p:sp>
          <p:nvSpPr>
            <p:cNvPr id="16" name="TextBox 16"/>
            <p:cNvSpPr txBox="1"/>
            <p:nvPr/>
          </p:nvSpPr>
          <p:spPr>
            <a:xfrm>
              <a:off x="0" y="-47625"/>
              <a:ext cx="2146764" cy="1679017"/>
            </a:xfrm>
            <a:prstGeom prst="rect">
              <a:avLst/>
            </a:prstGeom>
          </p:spPr>
          <p:txBody>
            <a:bodyPr lIns="50800" tIns="50800" rIns="50800" bIns="50800" rtlCol="0" anchor="ctr"/>
            <a:lstStyle/>
            <a:p>
              <a:pPr algn="ctr">
                <a:lnSpc>
                  <a:spcPts val="3079"/>
                </a:lnSpc>
              </a:pPr>
              <a:endParaRPr/>
            </a:p>
          </p:txBody>
        </p:sp>
      </p:grpSp>
      <p:sp>
        <p:nvSpPr>
          <p:cNvPr id="17" name="TextBox 17"/>
          <p:cNvSpPr txBox="1"/>
          <p:nvPr/>
        </p:nvSpPr>
        <p:spPr>
          <a:xfrm>
            <a:off x="1157727" y="2426985"/>
            <a:ext cx="7264570" cy="1736725"/>
          </a:xfrm>
          <a:prstGeom prst="rect">
            <a:avLst/>
          </a:prstGeom>
        </p:spPr>
        <p:txBody>
          <a:bodyPr lIns="0" tIns="0" rIns="0" bIns="0" rtlCol="0" anchor="t">
            <a:spAutoFit/>
          </a:bodyPr>
          <a:lstStyle/>
          <a:p>
            <a:pPr marL="539749" lvl="1" indent="-269875" algn="just">
              <a:lnSpc>
                <a:spcPts val="3499"/>
              </a:lnSpc>
              <a:buFont typeface="Arial"/>
              <a:buChar char="•"/>
            </a:pPr>
            <a:r>
              <a:rPr lang="en-US" sz="2499">
                <a:solidFill>
                  <a:srgbClr val="000000"/>
                </a:solidFill>
                <a:latin typeface="HK Grotesk"/>
                <a:ea typeface="HK Grotesk"/>
                <a:cs typeface="HK Grotesk"/>
                <a:sym typeface="HK Grotesk"/>
              </a:rPr>
              <a:t>Se utiliza solo para eficiencia.</a:t>
            </a:r>
          </a:p>
          <a:p>
            <a:pPr marL="539749" lvl="1" indent="-269875" algn="just">
              <a:lnSpc>
                <a:spcPts val="3499"/>
              </a:lnSpc>
              <a:buFont typeface="Arial"/>
              <a:buChar char="•"/>
            </a:pPr>
            <a:r>
              <a:rPr lang="en-US" sz="2499">
                <a:solidFill>
                  <a:srgbClr val="000000"/>
                </a:solidFill>
                <a:latin typeface="HK Grotesk"/>
                <a:ea typeface="HK Grotesk"/>
                <a:cs typeface="HK Grotesk"/>
                <a:sym typeface="HK Grotesk"/>
              </a:rPr>
              <a:t>No cambia la lógica del programa, solo evita búsquedas innecesarias.</a:t>
            </a:r>
          </a:p>
          <a:p>
            <a:pPr marL="539749" lvl="1" indent="-269875" algn="just">
              <a:lnSpc>
                <a:spcPts val="3499"/>
              </a:lnSpc>
              <a:spcBef>
                <a:spcPct val="0"/>
              </a:spcBef>
              <a:buFont typeface="Arial"/>
              <a:buChar char="•"/>
            </a:pPr>
            <a:r>
              <a:rPr lang="en-US" sz="2499">
                <a:solidFill>
                  <a:srgbClr val="000000"/>
                </a:solidFill>
                <a:latin typeface="HK Grotesk"/>
                <a:ea typeface="HK Grotesk"/>
                <a:cs typeface="HK Grotesk"/>
                <a:sym typeface="HK Grotesk"/>
              </a:rPr>
              <a:t>Correcto y seguro.</a:t>
            </a:r>
          </a:p>
        </p:txBody>
      </p:sp>
      <p:sp>
        <p:nvSpPr>
          <p:cNvPr id="18" name="TextBox 18"/>
          <p:cNvSpPr txBox="1"/>
          <p:nvPr/>
        </p:nvSpPr>
        <p:spPr>
          <a:xfrm>
            <a:off x="12502616" y="8931275"/>
            <a:ext cx="4756684" cy="327025"/>
          </a:xfrm>
          <a:prstGeom prst="rect">
            <a:avLst/>
          </a:prstGeom>
        </p:spPr>
        <p:txBody>
          <a:bodyPr lIns="0" tIns="0" rIns="0" bIns="0" rtlCol="0" anchor="t">
            <a:spAutoFit/>
          </a:bodyPr>
          <a:lstStyle/>
          <a:p>
            <a:pPr marL="0" lvl="0" indent="0" algn="just">
              <a:lnSpc>
                <a:spcPts val="2600"/>
              </a:lnSpc>
              <a:spcBef>
                <a:spcPct val="0"/>
              </a:spcBef>
            </a:pPr>
            <a:r>
              <a:rPr lang="en-US" sz="2000" b="1">
                <a:solidFill>
                  <a:srgbClr val="F4F6FC"/>
                </a:solidFill>
                <a:latin typeface="HK Grotesk Medium"/>
                <a:ea typeface="HK Grotesk Medium"/>
                <a:cs typeface="HK Grotesk Medium"/>
                <a:sym typeface="HK Grotesk Medium"/>
              </a:rPr>
              <a:t>Elaborado por: Robin Omar Buezo Díaz</a:t>
            </a:r>
          </a:p>
        </p:txBody>
      </p:sp>
      <p:sp>
        <p:nvSpPr>
          <p:cNvPr id="19" name="TextBox 19"/>
          <p:cNvSpPr txBox="1"/>
          <p:nvPr/>
        </p:nvSpPr>
        <p:spPr>
          <a:xfrm>
            <a:off x="1157727" y="1632401"/>
            <a:ext cx="7264570" cy="629921"/>
          </a:xfrm>
          <a:prstGeom prst="rect">
            <a:avLst/>
          </a:prstGeom>
        </p:spPr>
        <p:txBody>
          <a:bodyPr lIns="0" tIns="0" rIns="0" bIns="0" rtlCol="0" anchor="t">
            <a:spAutoFit/>
          </a:bodyPr>
          <a:lstStyle/>
          <a:p>
            <a:pPr algn="ctr">
              <a:lnSpc>
                <a:spcPts val="5179"/>
              </a:lnSpc>
              <a:spcBef>
                <a:spcPct val="0"/>
              </a:spcBef>
            </a:pPr>
            <a:r>
              <a:rPr lang="en-US" sz="3699" b="1">
                <a:solidFill>
                  <a:srgbClr val="222222"/>
                </a:solidFill>
                <a:latin typeface="HK Grotesk Bold"/>
                <a:ea typeface="HK Grotesk Bold"/>
                <a:cs typeface="HK Grotesk Bold"/>
                <a:sym typeface="HK Grotesk Bold"/>
              </a:rPr>
              <a:t>Corte Verde</a:t>
            </a:r>
          </a:p>
        </p:txBody>
      </p:sp>
      <p:grpSp>
        <p:nvGrpSpPr>
          <p:cNvPr id="20" name="Group 20"/>
          <p:cNvGrpSpPr/>
          <p:nvPr/>
        </p:nvGrpSpPr>
        <p:grpSpPr>
          <a:xfrm>
            <a:off x="9301722" y="1500544"/>
            <a:ext cx="7957578" cy="6194191"/>
            <a:chOff x="0" y="0"/>
            <a:chExt cx="2095823" cy="1631392"/>
          </a:xfrm>
        </p:grpSpPr>
        <p:sp>
          <p:nvSpPr>
            <p:cNvPr id="21" name="Freeform 21"/>
            <p:cNvSpPr/>
            <p:nvPr/>
          </p:nvSpPr>
          <p:spPr>
            <a:xfrm>
              <a:off x="0" y="0"/>
              <a:ext cx="2095823" cy="1631392"/>
            </a:xfrm>
            <a:custGeom>
              <a:avLst/>
              <a:gdLst/>
              <a:ahLst/>
              <a:cxnLst/>
              <a:rect l="l" t="t" r="r" b="b"/>
              <a:pathLst>
                <a:path w="2095823" h="1631392">
                  <a:moveTo>
                    <a:pt x="49618" y="0"/>
                  </a:moveTo>
                  <a:lnTo>
                    <a:pt x="2046205" y="0"/>
                  </a:lnTo>
                  <a:cubicBezTo>
                    <a:pt x="2073608" y="0"/>
                    <a:pt x="2095823" y="22215"/>
                    <a:pt x="2095823" y="49618"/>
                  </a:cubicBezTo>
                  <a:lnTo>
                    <a:pt x="2095823" y="1581774"/>
                  </a:lnTo>
                  <a:cubicBezTo>
                    <a:pt x="2095823" y="1594934"/>
                    <a:pt x="2090595" y="1607554"/>
                    <a:pt x="2081290" y="1616859"/>
                  </a:cubicBezTo>
                  <a:cubicBezTo>
                    <a:pt x="2071985" y="1626164"/>
                    <a:pt x="2059365" y="1631392"/>
                    <a:pt x="2046205" y="1631392"/>
                  </a:cubicBezTo>
                  <a:lnTo>
                    <a:pt x="49618" y="1631392"/>
                  </a:lnTo>
                  <a:cubicBezTo>
                    <a:pt x="22215" y="1631392"/>
                    <a:pt x="0" y="1609177"/>
                    <a:pt x="0" y="1581774"/>
                  </a:cubicBezTo>
                  <a:lnTo>
                    <a:pt x="0" y="49618"/>
                  </a:lnTo>
                  <a:cubicBezTo>
                    <a:pt x="0" y="36458"/>
                    <a:pt x="5228" y="23838"/>
                    <a:pt x="14533" y="14533"/>
                  </a:cubicBezTo>
                  <a:cubicBezTo>
                    <a:pt x="23838" y="5228"/>
                    <a:pt x="36458" y="0"/>
                    <a:pt x="49618" y="0"/>
                  </a:cubicBezTo>
                  <a:close/>
                </a:path>
              </a:pathLst>
            </a:custGeom>
            <a:solidFill>
              <a:srgbClr val="F4F6FC"/>
            </a:solidFill>
          </p:spPr>
          <p:txBody>
            <a:bodyPr/>
            <a:lstStyle/>
            <a:p>
              <a:endParaRPr lang="es-GT"/>
            </a:p>
          </p:txBody>
        </p:sp>
        <p:sp>
          <p:nvSpPr>
            <p:cNvPr id="22" name="TextBox 22"/>
            <p:cNvSpPr txBox="1"/>
            <p:nvPr/>
          </p:nvSpPr>
          <p:spPr>
            <a:xfrm>
              <a:off x="0" y="-47625"/>
              <a:ext cx="2095823" cy="1679017"/>
            </a:xfrm>
            <a:prstGeom prst="rect">
              <a:avLst/>
            </a:prstGeom>
          </p:spPr>
          <p:txBody>
            <a:bodyPr lIns="50800" tIns="50800" rIns="50800" bIns="50800" rtlCol="0" anchor="ctr"/>
            <a:lstStyle/>
            <a:p>
              <a:pPr algn="ctr">
                <a:lnSpc>
                  <a:spcPts val="3079"/>
                </a:lnSpc>
              </a:pPr>
              <a:endParaRPr/>
            </a:p>
          </p:txBody>
        </p:sp>
      </p:grpSp>
      <p:sp>
        <p:nvSpPr>
          <p:cNvPr id="23" name="TextBox 23"/>
          <p:cNvSpPr txBox="1"/>
          <p:nvPr/>
        </p:nvSpPr>
        <p:spPr>
          <a:xfrm>
            <a:off x="10129701" y="2426985"/>
            <a:ext cx="6301619" cy="1736725"/>
          </a:xfrm>
          <a:prstGeom prst="rect">
            <a:avLst/>
          </a:prstGeom>
        </p:spPr>
        <p:txBody>
          <a:bodyPr lIns="0" tIns="0" rIns="0" bIns="0" rtlCol="0" anchor="t">
            <a:spAutoFit/>
          </a:bodyPr>
          <a:lstStyle/>
          <a:p>
            <a:pPr marL="539749" lvl="1" indent="-269875" algn="just">
              <a:lnSpc>
                <a:spcPts val="3499"/>
              </a:lnSpc>
              <a:buFont typeface="Arial"/>
              <a:buChar char="•"/>
            </a:pPr>
            <a:r>
              <a:rPr lang="en-US" sz="2499">
                <a:solidFill>
                  <a:srgbClr val="000000"/>
                </a:solidFill>
                <a:latin typeface="HK Grotesk"/>
                <a:ea typeface="HK Grotesk"/>
                <a:cs typeface="HK Grotesk"/>
                <a:sym typeface="HK Grotesk"/>
              </a:rPr>
              <a:t>Se utiliza para forzar decisiones lógicas.</a:t>
            </a:r>
          </a:p>
          <a:p>
            <a:pPr marL="539749" lvl="1" indent="-269875" algn="just">
              <a:lnSpc>
                <a:spcPts val="3499"/>
              </a:lnSpc>
              <a:buFont typeface="Arial"/>
              <a:buChar char="•"/>
            </a:pPr>
            <a:r>
              <a:rPr lang="en-US" sz="2499">
                <a:solidFill>
                  <a:srgbClr val="000000"/>
                </a:solidFill>
                <a:latin typeface="HK Grotesk"/>
                <a:ea typeface="HK Grotesk"/>
                <a:cs typeface="HK Grotesk"/>
                <a:sym typeface="HK Grotesk"/>
              </a:rPr>
              <a:t>Afecta el significado del programa (puede descartar soluciones válidas).</a:t>
            </a:r>
          </a:p>
          <a:p>
            <a:pPr marL="539749" lvl="1" indent="-269875" algn="just">
              <a:lnSpc>
                <a:spcPts val="3499"/>
              </a:lnSpc>
              <a:spcBef>
                <a:spcPct val="0"/>
              </a:spcBef>
              <a:buFont typeface="Arial"/>
              <a:buChar char="•"/>
            </a:pPr>
            <a:r>
              <a:rPr lang="en-US" sz="2499">
                <a:solidFill>
                  <a:srgbClr val="000000"/>
                </a:solidFill>
                <a:latin typeface="HK Grotesk"/>
                <a:ea typeface="HK Grotesk"/>
                <a:cs typeface="HK Grotesk"/>
                <a:sym typeface="HK Grotesk"/>
              </a:rPr>
              <a:t>Debe usarse con precaución.</a:t>
            </a:r>
          </a:p>
        </p:txBody>
      </p:sp>
      <p:sp>
        <p:nvSpPr>
          <p:cNvPr id="24" name="TextBox 24"/>
          <p:cNvSpPr txBox="1"/>
          <p:nvPr/>
        </p:nvSpPr>
        <p:spPr>
          <a:xfrm>
            <a:off x="10129701" y="1632401"/>
            <a:ext cx="6301619" cy="629921"/>
          </a:xfrm>
          <a:prstGeom prst="rect">
            <a:avLst/>
          </a:prstGeom>
        </p:spPr>
        <p:txBody>
          <a:bodyPr lIns="0" tIns="0" rIns="0" bIns="0" rtlCol="0" anchor="t">
            <a:spAutoFit/>
          </a:bodyPr>
          <a:lstStyle/>
          <a:p>
            <a:pPr algn="ctr">
              <a:lnSpc>
                <a:spcPts val="5179"/>
              </a:lnSpc>
              <a:spcBef>
                <a:spcPct val="0"/>
              </a:spcBef>
            </a:pPr>
            <a:r>
              <a:rPr lang="en-US" sz="3699" b="1">
                <a:solidFill>
                  <a:srgbClr val="222222"/>
                </a:solidFill>
                <a:latin typeface="HK Grotesk Bold"/>
                <a:ea typeface="HK Grotesk Bold"/>
                <a:cs typeface="HK Grotesk Bold"/>
                <a:sym typeface="HK Grotesk Bold"/>
              </a:rPr>
              <a:t>Corte Rojo</a:t>
            </a:r>
          </a:p>
        </p:txBody>
      </p:sp>
      <p:sp>
        <p:nvSpPr>
          <p:cNvPr id="25" name="TextBox 25"/>
          <p:cNvSpPr txBox="1"/>
          <p:nvPr/>
        </p:nvSpPr>
        <p:spPr>
          <a:xfrm>
            <a:off x="1157727" y="4448810"/>
            <a:ext cx="7264570" cy="2970530"/>
          </a:xfrm>
          <a:prstGeom prst="rect">
            <a:avLst/>
          </a:prstGeom>
        </p:spPr>
        <p:txBody>
          <a:bodyPr lIns="0" tIns="0" rIns="0" bIns="0" rtlCol="0" anchor="t">
            <a:spAutoFit/>
          </a:bodyPr>
          <a:lstStyle/>
          <a:p>
            <a:pPr algn="l">
              <a:lnSpc>
                <a:spcPts val="3219"/>
              </a:lnSpc>
              <a:spcBef>
                <a:spcPct val="0"/>
              </a:spcBef>
            </a:pPr>
            <a:r>
              <a:rPr lang="en-US" sz="2299" b="1" i="1">
                <a:solidFill>
                  <a:srgbClr val="000000"/>
                </a:solidFill>
                <a:latin typeface="HK Grotesk Medium Italics"/>
                <a:ea typeface="HK Grotesk Medium Italics"/>
                <a:cs typeface="HK Grotesk Medium Italics"/>
                <a:sym typeface="HK Grotesk Medium Italics"/>
              </a:rPr>
              <a:t>max(X, Y, X) :- X &gt;= Y, !.</a:t>
            </a:r>
          </a:p>
          <a:p>
            <a:pPr algn="l">
              <a:lnSpc>
                <a:spcPts val="3219"/>
              </a:lnSpc>
              <a:spcBef>
                <a:spcPct val="0"/>
              </a:spcBef>
            </a:pPr>
            <a:r>
              <a:rPr lang="en-US" sz="2299" b="1" i="1">
                <a:solidFill>
                  <a:srgbClr val="000000"/>
                </a:solidFill>
                <a:latin typeface="HK Grotesk Medium Italics"/>
                <a:ea typeface="HK Grotesk Medium Italics"/>
                <a:cs typeface="HK Grotesk Medium Italics"/>
                <a:sym typeface="HK Grotesk Medium Italics"/>
              </a:rPr>
              <a:t>max(_, Y, Y).</a:t>
            </a:r>
          </a:p>
          <a:p>
            <a:pPr algn="l">
              <a:lnSpc>
                <a:spcPts val="1399"/>
              </a:lnSpc>
              <a:spcBef>
                <a:spcPct val="0"/>
              </a:spcBef>
            </a:pPr>
            <a:endParaRPr lang="en-US" sz="2299" b="1" i="1">
              <a:solidFill>
                <a:srgbClr val="000000"/>
              </a:solidFill>
              <a:latin typeface="HK Grotesk Medium Italics"/>
              <a:ea typeface="HK Grotesk Medium Italics"/>
              <a:cs typeface="HK Grotesk Medium Italics"/>
              <a:sym typeface="HK Grotesk Medium Italics"/>
            </a:endParaRPr>
          </a:p>
          <a:p>
            <a:pPr marL="496569" lvl="1" indent="-248284" algn="l">
              <a:lnSpc>
                <a:spcPts val="3219"/>
              </a:lnSpc>
              <a:spcBef>
                <a:spcPct val="0"/>
              </a:spcBef>
              <a:buFont typeface="Arial"/>
              <a:buChar char="•"/>
            </a:pPr>
            <a:r>
              <a:rPr lang="en-US" sz="2299">
                <a:solidFill>
                  <a:srgbClr val="000000"/>
                </a:solidFill>
                <a:latin typeface="HK Grotesk"/>
                <a:ea typeface="HK Grotesk"/>
                <a:cs typeface="HK Grotesk"/>
                <a:sym typeface="HK Grotesk"/>
              </a:rPr>
              <a:t>Si X &gt;= Y es cierto, se elige la primera cláusula, y el corte evita evaluar la segunda.</a:t>
            </a:r>
          </a:p>
          <a:p>
            <a:pPr marL="496569" lvl="1" indent="-248284" algn="l">
              <a:lnSpc>
                <a:spcPts val="3219"/>
              </a:lnSpc>
              <a:spcBef>
                <a:spcPct val="0"/>
              </a:spcBef>
              <a:buFont typeface="Arial"/>
              <a:buChar char="•"/>
            </a:pPr>
            <a:r>
              <a:rPr lang="en-US" sz="2299">
                <a:solidFill>
                  <a:srgbClr val="000000"/>
                </a:solidFill>
                <a:latin typeface="HK Grotesk"/>
                <a:ea typeface="HK Grotesk"/>
                <a:cs typeface="HK Grotesk"/>
                <a:sym typeface="HK Grotesk"/>
              </a:rPr>
              <a:t>El corte aquí es verde, porque no cambia la lógica, solo mejora el rendimiento.</a:t>
            </a:r>
          </a:p>
          <a:p>
            <a:pPr algn="l">
              <a:lnSpc>
                <a:spcPts val="3219"/>
              </a:lnSpc>
              <a:spcBef>
                <a:spcPct val="0"/>
              </a:spcBef>
            </a:pPr>
            <a:endParaRPr lang="en-US" sz="2299">
              <a:solidFill>
                <a:srgbClr val="000000"/>
              </a:solidFill>
              <a:latin typeface="HK Grotesk"/>
              <a:ea typeface="HK Grotesk"/>
              <a:cs typeface="HK Grotesk"/>
              <a:sym typeface="HK Grotesk"/>
            </a:endParaRPr>
          </a:p>
        </p:txBody>
      </p:sp>
      <p:sp>
        <p:nvSpPr>
          <p:cNvPr id="26" name="TextBox 26"/>
          <p:cNvSpPr txBox="1"/>
          <p:nvPr/>
        </p:nvSpPr>
        <p:spPr>
          <a:xfrm>
            <a:off x="9752987" y="4448810"/>
            <a:ext cx="7234299" cy="3370580"/>
          </a:xfrm>
          <a:prstGeom prst="rect">
            <a:avLst/>
          </a:prstGeom>
        </p:spPr>
        <p:txBody>
          <a:bodyPr lIns="0" tIns="0" rIns="0" bIns="0" rtlCol="0" anchor="t">
            <a:spAutoFit/>
          </a:bodyPr>
          <a:lstStyle/>
          <a:p>
            <a:pPr algn="l">
              <a:lnSpc>
                <a:spcPts val="3219"/>
              </a:lnSpc>
            </a:pPr>
            <a:r>
              <a:rPr lang="en-US" sz="2299" b="1" i="1">
                <a:solidFill>
                  <a:srgbClr val="000000"/>
                </a:solidFill>
                <a:latin typeface="HK Grotesk Medium Italics"/>
                <a:ea typeface="HK Grotesk Medium Italics"/>
                <a:cs typeface="HK Grotesk Medium Italics"/>
                <a:sym typeface="HK Grotesk Medium Italics"/>
              </a:rPr>
              <a:t>clasificacion(X, positivo) :- X &gt; 0, !.</a:t>
            </a:r>
          </a:p>
          <a:p>
            <a:pPr algn="l">
              <a:lnSpc>
                <a:spcPts val="3219"/>
              </a:lnSpc>
            </a:pPr>
            <a:r>
              <a:rPr lang="en-US" sz="2299" b="1" i="1">
                <a:solidFill>
                  <a:srgbClr val="000000"/>
                </a:solidFill>
                <a:latin typeface="HK Grotesk Medium Italics"/>
                <a:ea typeface="HK Grotesk Medium Italics"/>
                <a:cs typeface="HK Grotesk Medium Italics"/>
                <a:sym typeface="HK Grotesk Medium Italics"/>
              </a:rPr>
              <a:t>clasificacion(X, negativo) :- X &lt; 0, !.</a:t>
            </a:r>
          </a:p>
          <a:p>
            <a:pPr algn="l">
              <a:lnSpc>
                <a:spcPts val="3219"/>
              </a:lnSpc>
              <a:spcBef>
                <a:spcPct val="0"/>
              </a:spcBef>
            </a:pPr>
            <a:r>
              <a:rPr lang="en-US" sz="2299" b="1" i="1">
                <a:solidFill>
                  <a:srgbClr val="000000"/>
                </a:solidFill>
                <a:latin typeface="HK Grotesk Medium Italics"/>
                <a:ea typeface="HK Grotesk Medium Italics"/>
                <a:cs typeface="HK Grotesk Medium Italics"/>
                <a:sym typeface="HK Grotesk Medium Italics"/>
              </a:rPr>
              <a:t>clasificacion(0, neutro).</a:t>
            </a:r>
          </a:p>
          <a:p>
            <a:pPr algn="l">
              <a:lnSpc>
                <a:spcPts val="1399"/>
              </a:lnSpc>
              <a:spcBef>
                <a:spcPct val="0"/>
              </a:spcBef>
            </a:pPr>
            <a:endParaRPr lang="en-US" sz="2299" b="1" i="1">
              <a:solidFill>
                <a:srgbClr val="000000"/>
              </a:solidFill>
              <a:latin typeface="HK Grotesk Medium Italics"/>
              <a:ea typeface="HK Grotesk Medium Italics"/>
              <a:cs typeface="HK Grotesk Medium Italics"/>
              <a:sym typeface="HK Grotesk Medium Italics"/>
            </a:endParaRPr>
          </a:p>
          <a:p>
            <a:pPr marL="496569" lvl="1" indent="-248284" algn="l">
              <a:lnSpc>
                <a:spcPts val="3219"/>
              </a:lnSpc>
              <a:spcBef>
                <a:spcPct val="0"/>
              </a:spcBef>
              <a:buFont typeface="Arial"/>
              <a:buChar char="•"/>
            </a:pPr>
            <a:r>
              <a:rPr lang="en-US" sz="2299">
                <a:solidFill>
                  <a:srgbClr val="000000"/>
                </a:solidFill>
                <a:latin typeface="HK Grotesk"/>
                <a:ea typeface="HK Grotesk"/>
                <a:cs typeface="HK Grotesk"/>
                <a:sym typeface="HK Grotesk"/>
              </a:rPr>
              <a:t>Aquí el corte impide que se evalúe la tercera cláusula incluso si X = 0.</a:t>
            </a:r>
          </a:p>
          <a:p>
            <a:pPr marL="496569" lvl="1" indent="-248284" algn="l">
              <a:lnSpc>
                <a:spcPts val="3219"/>
              </a:lnSpc>
              <a:spcBef>
                <a:spcPct val="0"/>
              </a:spcBef>
              <a:buFont typeface="Arial"/>
              <a:buChar char="•"/>
            </a:pPr>
            <a:r>
              <a:rPr lang="en-US" sz="2299">
                <a:solidFill>
                  <a:srgbClr val="000000"/>
                </a:solidFill>
                <a:latin typeface="HK Grotesk"/>
                <a:ea typeface="HK Grotesk"/>
                <a:cs typeface="HK Grotesk"/>
                <a:sym typeface="HK Grotesk"/>
              </a:rPr>
              <a:t>Este es un corte rojo, porque modifica la lógica del programa.</a:t>
            </a:r>
          </a:p>
          <a:p>
            <a:pPr algn="l">
              <a:lnSpc>
                <a:spcPts val="3219"/>
              </a:lnSpc>
              <a:spcBef>
                <a:spcPct val="0"/>
              </a:spcBef>
            </a:pPr>
            <a:endParaRPr lang="en-US" sz="2299">
              <a:solidFill>
                <a:srgbClr val="000000"/>
              </a:solidFill>
              <a:latin typeface="HK Grotesk"/>
              <a:ea typeface="HK Grotesk"/>
              <a:cs typeface="HK Grotesk"/>
              <a:sym typeface="HK Grotesk"/>
            </a:endParaRPr>
          </a:p>
        </p:txBody>
      </p:sp>
      <p:sp>
        <p:nvSpPr>
          <p:cNvPr id="27" name="TextBox 27"/>
          <p:cNvSpPr txBox="1"/>
          <p:nvPr/>
        </p:nvSpPr>
        <p:spPr>
          <a:xfrm>
            <a:off x="1477486" y="8095615"/>
            <a:ext cx="10729568" cy="1323340"/>
          </a:xfrm>
          <a:prstGeom prst="rect">
            <a:avLst/>
          </a:prstGeom>
        </p:spPr>
        <p:txBody>
          <a:bodyPr lIns="0" tIns="0" rIns="0" bIns="0" rtlCol="0" anchor="t">
            <a:spAutoFit/>
          </a:bodyPr>
          <a:lstStyle/>
          <a:p>
            <a:pPr marL="410211" lvl="1" indent="-205106" algn="just">
              <a:lnSpc>
                <a:spcPts val="2660"/>
              </a:lnSpc>
              <a:spcBef>
                <a:spcPct val="0"/>
              </a:spcBef>
              <a:buFont typeface="Arial"/>
              <a:buChar char="•"/>
            </a:pPr>
            <a:r>
              <a:rPr lang="en-US" sz="1900" i="1" u="none" strike="noStrike">
                <a:solidFill>
                  <a:srgbClr val="F4F6FC"/>
                </a:solidFill>
                <a:latin typeface="HK Grotesk Italics"/>
                <a:ea typeface="HK Grotesk Italics"/>
                <a:cs typeface="HK Grotesk Italics"/>
                <a:sym typeface="HK Grotesk Italics"/>
              </a:rPr>
              <a:t>El corte es útil pero puede dificultar la depuración y el razonamiento lógico.</a:t>
            </a:r>
          </a:p>
          <a:p>
            <a:pPr marL="410211" lvl="1" indent="-205106" algn="just">
              <a:lnSpc>
                <a:spcPts val="2660"/>
              </a:lnSpc>
              <a:spcBef>
                <a:spcPct val="0"/>
              </a:spcBef>
              <a:buFont typeface="Arial"/>
              <a:buChar char="•"/>
            </a:pPr>
            <a:r>
              <a:rPr lang="en-US" sz="1900" i="1" u="none" strike="noStrike">
                <a:solidFill>
                  <a:srgbClr val="F4F6FC"/>
                </a:solidFill>
                <a:latin typeface="HK Grotesk Italics"/>
                <a:ea typeface="HK Grotesk Italics"/>
                <a:cs typeface="HK Grotesk Italics"/>
                <a:sym typeface="HK Grotesk Italics"/>
              </a:rPr>
              <a:t>En programas declarativos, se recomienda usar el corte solo cuando sea necesario y entendido.</a:t>
            </a:r>
          </a:p>
          <a:p>
            <a:pPr marL="410211" lvl="1" indent="-205106" algn="just">
              <a:lnSpc>
                <a:spcPts val="2660"/>
              </a:lnSpc>
              <a:spcBef>
                <a:spcPct val="0"/>
              </a:spcBef>
              <a:buFont typeface="Arial"/>
              <a:buChar char="•"/>
            </a:pPr>
            <a:r>
              <a:rPr lang="en-US" sz="1900" i="1" u="none" strike="noStrike">
                <a:solidFill>
                  <a:srgbClr val="F4F6FC"/>
                </a:solidFill>
                <a:latin typeface="HK Grotesk Italics"/>
                <a:ea typeface="HK Grotesk Italics"/>
                <a:cs typeface="HK Grotesk Italics"/>
                <a:sym typeface="HK Grotesk Italics"/>
              </a:rPr>
              <a:t>En muchos casos, hay alternativas más limpias y declarativas al uso del corte.</a:t>
            </a:r>
          </a:p>
          <a:p>
            <a:pPr marL="0" lvl="0" indent="0" algn="just">
              <a:lnSpc>
                <a:spcPts val="2660"/>
              </a:lnSpc>
              <a:spcBef>
                <a:spcPct val="0"/>
              </a:spcBef>
            </a:pPr>
            <a:endParaRPr lang="en-US" sz="1900" i="1" u="none" strike="noStrike">
              <a:solidFill>
                <a:srgbClr val="F4F6FC"/>
              </a:solidFill>
              <a:latin typeface="HK Grotesk Italics"/>
              <a:ea typeface="HK Grotesk Italics"/>
              <a:cs typeface="HK Grotesk Italics"/>
              <a:sym typeface="HK Grotesk Itali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grpSp>
        <p:nvGrpSpPr>
          <p:cNvPr id="3" name="Group 3"/>
          <p:cNvGrpSpPr/>
          <p:nvPr/>
        </p:nvGrpSpPr>
        <p:grpSpPr>
          <a:xfrm rot="-5400000">
            <a:off x="6186162" y="2511196"/>
            <a:ext cx="6818207" cy="20947169"/>
            <a:chOff x="0" y="0"/>
            <a:chExt cx="1795742" cy="5516950"/>
          </a:xfrm>
        </p:grpSpPr>
        <p:sp>
          <p:nvSpPr>
            <p:cNvPr id="4" name="Freeform 4"/>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050A30"/>
            </a:solidFill>
          </p:spPr>
          <p:txBody>
            <a:bodyPr/>
            <a:lstStyle/>
            <a:p>
              <a:endParaRPr lang="es-GT"/>
            </a:p>
          </p:txBody>
        </p:sp>
        <p:sp>
          <p:nvSpPr>
            <p:cNvPr id="5" name="TextBox 5"/>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6" name="Group 6"/>
          <p:cNvGrpSpPr/>
          <p:nvPr/>
        </p:nvGrpSpPr>
        <p:grpSpPr>
          <a:xfrm rot="-5400000">
            <a:off x="3997069" y="-11005002"/>
            <a:ext cx="2045233" cy="20947169"/>
            <a:chOff x="0" y="0"/>
            <a:chExt cx="538662" cy="5516950"/>
          </a:xfrm>
        </p:grpSpPr>
        <p:sp>
          <p:nvSpPr>
            <p:cNvPr id="7" name="Freeform 7"/>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050A30"/>
            </a:solidFill>
          </p:spPr>
          <p:txBody>
            <a:bodyPr/>
            <a:lstStyle/>
            <a:p>
              <a:endParaRPr lang="es-GT"/>
            </a:p>
          </p:txBody>
        </p:sp>
        <p:sp>
          <p:nvSpPr>
            <p:cNvPr id="8" name="TextBox 8"/>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9" name="Group 9"/>
          <p:cNvGrpSpPr/>
          <p:nvPr/>
        </p:nvGrpSpPr>
        <p:grpSpPr>
          <a:xfrm rot="2700000">
            <a:off x="13734331" y="93713"/>
            <a:ext cx="4685776" cy="1567256"/>
            <a:chOff x="0" y="0"/>
            <a:chExt cx="1234114" cy="412775"/>
          </a:xfrm>
        </p:grpSpPr>
        <p:sp>
          <p:nvSpPr>
            <p:cNvPr id="10" name="Freeform 10"/>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F4F6FC"/>
            </a:solidFill>
          </p:spPr>
          <p:txBody>
            <a:bodyPr/>
            <a:lstStyle/>
            <a:p>
              <a:endParaRPr lang="es-GT"/>
            </a:p>
          </p:txBody>
        </p:sp>
        <p:sp>
          <p:nvSpPr>
            <p:cNvPr id="11" name="TextBox 11"/>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2" name="Freeform 12"/>
          <p:cNvSpPr/>
          <p:nvPr/>
        </p:nvSpPr>
        <p:spPr>
          <a:xfrm rot="-10800000">
            <a:off x="14019925" y="-210928"/>
            <a:ext cx="5098075" cy="5098075"/>
          </a:xfrm>
          <a:custGeom>
            <a:avLst/>
            <a:gdLst/>
            <a:ahLst/>
            <a:cxnLst/>
            <a:rect l="l" t="t" r="r" b="b"/>
            <a:pathLst>
              <a:path w="5098075" h="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a:stretch>
          </a:blipFill>
        </p:spPr>
        <p:txBody>
          <a:bodyPr/>
          <a:lstStyle/>
          <a:p>
            <a:endParaRPr lang="es-GT"/>
          </a:p>
        </p:txBody>
      </p:sp>
      <p:sp>
        <p:nvSpPr>
          <p:cNvPr id="13" name="TextBox 13"/>
          <p:cNvSpPr txBox="1"/>
          <p:nvPr/>
        </p:nvSpPr>
        <p:spPr>
          <a:xfrm>
            <a:off x="670142" y="1840539"/>
            <a:ext cx="16050143" cy="2780031"/>
          </a:xfrm>
          <a:prstGeom prst="rect">
            <a:avLst/>
          </a:prstGeom>
        </p:spPr>
        <p:txBody>
          <a:bodyPr lIns="0" tIns="0" rIns="0" bIns="0" rtlCol="0" anchor="t">
            <a:spAutoFit/>
          </a:bodyPr>
          <a:lstStyle/>
          <a:p>
            <a:pPr algn="just">
              <a:lnSpc>
                <a:spcPts val="4199"/>
              </a:lnSpc>
            </a:pPr>
            <a:r>
              <a:rPr lang="en-US" sz="2999">
                <a:solidFill>
                  <a:srgbClr val="050A30"/>
                </a:solidFill>
                <a:latin typeface="HK Grotesk"/>
                <a:ea typeface="HK Grotesk"/>
                <a:cs typeface="HK Grotesk"/>
                <a:sym typeface="HK Grotesk"/>
              </a:rPr>
              <a:t>En Prolog, la negación se maneja de forma no clásica debido a su base en la lógica de programación basada en pruebas. No se representa información negativa directamente como en otros lenguajes declarativos o lógicos, sino que se utiliza una técnica llamada:</a:t>
            </a:r>
          </a:p>
          <a:p>
            <a:pPr algn="just">
              <a:lnSpc>
                <a:spcPts val="1260"/>
              </a:lnSpc>
            </a:pPr>
            <a:endParaRPr lang="en-US" sz="2999">
              <a:solidFill>
                <a:srgbClr val="050A30"/>
              </a:solidFill>
              <a:latin typeface="HK Grotesk"/>
              <a:ea typeface="HK Grotesk"/>
              <a:cs typeface="HK Grotesk"/>
              <a:sym typeface="HK Grotesk"/>
            </a:endParaRPr>
          </a:p>
          <a:p>
            <a:pPr algn="just">
              <a:lnSpc>
                <a:spcPts val="4199"/>
              </a:lnSpc>
            </a:pPr>
            <a:r>
              <a:rPr lang="en-US" sz="2999" b="1">
                <a:solidFill>
                  <a:srgbClr val="050A30"/>
                </a:solidFill>
                <a:latin typeface="HK Grotesk Bold"/>
                <a:ea typeface="HK Grotesk Bold"/>
                <a:cs typeface="HK Grotesk Bold"/>
                <a:sym typeface="HK Grotesk Bold"/>
              </a:rPr>
              <a:t>Negación como falla (Negation as Failure, NAF)</a:t>
            </a:r>
          </a:p>
          <a:p>
            <a:pPr algn="just">
              <a:lnSpc>
                <a:spcPts val="4339"/>
              </a:lnSpc>
              <a:spcBef>
                <a:spcPct val="0"/>
              </a:spcBef>
            </a:pPr>
            <a:endParaRPr lang="en-US" sz="2999" b="1">
              <a:solidFill>
                <a:srgbClr val="050A30"/>
              </a:solidFill>
              <a:latin typeface="HK Grotesk Bold"/>
              <a:ea typeface="HK Grotesk Bold"/>
              <a:cs typeface="HK Grotesk Bold"/>
              <a:sym typeface="HK Grotesk Bold"/>
            </a:endParaRPr>
          </a:p>
        </p:txBody>
      </p:sp>
      <p:sp>
        <p:nvSpPr>
          <p:cNvPr id="14" name="TextBox 14"/>
          <p:cNvSpPr txBox="1"/>
          <p:nvPr/>
        </p:nvSpPr>
        <p:spPr>
          <a:xfrm>
            <a:off x="670142" y="4293230"/>
            <a:ext cx="16050143" cy="4524376"/>
          </a:xfrm>
          <a:prstGeom prst="rect">
            <a:avLst/>
          </a:prstGeom>
        </p:spPr>
        <p:txBody>
          <a:bodyPr lIns="0" tIns="0" rIns="0" bIns="0" rtlCol="0" anchor="t">
            <a:spAutoFit/>
          </a:bodyPr>
          <a:lstStyle/>
          <a:p>
            <a:pPr algn="just">
              <a:lnSpc>
                <a:spcPts val="4199"/>
              </a:lnSpc>
            </a:pPr>
            <a:r>
              <a:rPr lang="en-US" sz="2999" b="1">
                <a:solidFill>
                  <a:srgbClr val="050A30"/>
                </a:solidFill>
                <a:latin typeface="HK Grotesk Bold"/>
                <a:ea typeface="HK Grotesk Bold"/>
                <a:cs typeface="HK Grotesk Bold"/>
                <a:sym typeface="HK Grotesk Bold"/>
              </a:rPr>
              <a:t>¿Cómo funciona?</a:t>
            </a:r>
          </a:p>
          <a:p>
            <a:pPr algn="just">
              <a:lnSpc>
                <a:spcPts val="4199"/>
              </a:lnSpc>
            </a:pPr>
            <a:r>
              <a:rPr lang="en-US" sz="2999">
                <a:solidFill>
                  <a:srgbClr val="050A30"/>
                </a:solidFill>
                <a:latin typeface="HK Grotesk"/>
                <a:ea typeface="HK Grotesk"/>
                <a:cs typeface="HK Grotesk"/>
                <a:sym typeface="HK Grotesk"/>
              </a:rPr>
              <a:t>En Prolog, decir que algo no es cierto se interpreta como "no se puede probar que sea cierto". </a:t>
            </a:r>
          </a:p>
          <a:p>
            <a:pPr algn="just">
              <a:lnSpc>
                <a:spcPts val="1399"/>
              </a:lnSpc>
            </a:pPr>
            <a:endParaRPr lang="en-US" sz="2999">
              <a:solidFill>
                <a:srgbClr val="050A30"/>
              </a:solidFill>
              <a:latin typeface="HK Grotesk"/>
              <a:ea typeface="HK Grotesk"/>
              <a:cs typeface="HK Grotesk"/>
              <a:sym typeface="HK Grotesk"/>
            </a:endParaRPr>
          </a:p>
          <a:p>
            <a:pPr algn="just">
              <a:lnSpc>
                <a:spcPts val="4199"/>
              </a:lnSpc>
            </a:pPr>
            <a:r>
              <a:rPr lang="en-US" sz="2999">
                <a:solidFill>
                  <a:srgbClr val="050A30"/>
                </a:solidFill>
                <a:latin typeface="HK Grotesk"/>
                <a:ea typeface="HK Grotesk"/>
                <a:cs typeface="HK Grotesk"/>
                <a:sym typeface="HK Grotesk"/>
              </a:rPr>
              <a:t>Esto significa que:</a:t>
            </a:r>
          </a:p>
          <a:p>
            <a:pPr marL="647695" lvl="1" indent="-323848" algn="just">
              <a:lnSpc>
                <a:spcPts val="4199"/>
              </a:lnSpc>
              <a:buFont typeface="Arial"/>
              <a:buChar char="•"/>
            </a:pPr>
            <a:r>
              <a:rPr lang="en-US" sz="2999">
                <a:solidFill>
                  <a:srgbClr val="050A30"/>
                </a:solidFill>
                <a:latin typeface="HK Grotesk"/>
                <a:ea typeface="HK Grotesk"/>
                <a:cs typeface="HK Grotesk"/>
                <a:sym typeface="HK Grotesk"/>
              </a:rPr>
              <a:t>Si una consulta G tiene éxito, entonces + G (no G) falla.</a:t>
            </a:r>
          </a:p>
          <a:p>
            <a:pPr marL="647695" lvl="1" indent="-323848" algn="just">
              <a:lnSpc>
                <a:spcPts val="4199"/>
              </a:lnSpc>
              <a:buFont typeface="Arial"/>
              <a:buChar char="•"/>
            </a:pPr>
            <a:r>
              <a:rPr lang="en-US" sz="2999">
                <a:solidFill>
                  <a:srgbClr val="050A30"/>
                </a:solidFill>
                <a:latin typeface="HK Grotesk"/>
                <a:ea typeface="HK Grotesk"/>
                <a:cs typeface="HK Grotesk"/>
                <a:sym typeface="HK Grotesk"/>
              </a:rPr>
              <a:t>Si una consulta G falla, entonces + G (no G) tiene éxito.</a:t>
            </a:r>
          </a:p>
          <a:p>
            <a:pPr algn="just">
              <a:lnSpc>
                <a:spcPts val="1399"/>
              </a:lnSpc>
            </a:pPr>
            <a:endParaRPr lang="en-US" sz="2999">
              <a:solidFill>
                <a:srgbClr val="050A30"/>
              </a:solidFill>
              <a:latin typeface="HK Grotesk"/>
              <a:ea typeface="HK Grotesk"/>
              <a:cs typeface="HK Grotesk"/>
              <a:sym typeface="HK Grotesk"/>
            </a:endParaRPr>
          </a:p>
          <a:p>
            <a:pPr algn="just">
              <a:lnSpc>
                <a:spcPts val="4199"/>
              </a:lnSpc>
            </a:pPr>
            <a:r>
              <a:rPr lang="en-US" sz="2999">
                <a:solidFill>
                  <a:srgbClr val="050A30"/>
                </a:solidFill>
                <a:latin typeface="HK Grotesk"/>
                <a:ea typeface="HK Grotesk"/>
                <a:cs typeface="HK Grotesk"/>
                <a:sym typeface="HK Grotesk"/>
              </a:rPr>
              <a:t>Esto se representa con el operador:</a:t>
            </a:r>
          </a:p>
          <a:p>
            <a:pPr marL="647695" lvl="1" indent="-323848" algn="just">
              <a:lnSpc>
                <a:spcPts val="4199"/>
              </a:lnSpc>
              <a:buFont typeface="Arial"/>
              <a:buChar char="•"/>
            </a:pPr>
            <a:r>
              <a:rPr lang="en-US" sz="2999">
                <a:solidFill>
                  <a:srgbClr val="050A30"/>
                </a:solidFill>
                <a:latin typeface="HK Grotesk"/>
                <a:ea typeface="HK Grotesk"/>
                <a:cs typeface="HK Grotesk"/>
                <a:sym typeface="HK Grotesk"/>
              </a:rPr>
              <a:t>\+ G → "no G"</a:t>
            </a:r>
          </a:p>
          <a:p>
            <a:pPr marL="647695" lvl="1" indent="-323848" algn="just">
              <a:lnSpc>
                <a:spcPts val="4199"/>
              </a:lnSpc>
              <a:spcBef>
                <a:spcPct val="0"/>
              </a:spcBef>
              <a:buFont typeface="Arial"/>
              <a:buChar char="•"/>
            </a:pPr>
            <a:r>
              <a:rPr lang="en-US" sz="2999">
                <a:solidFill>
                  <a:srgbClr val="050A30"/>
                </a:solidFill>
                <a:latin typeface="HK Grotesk"/>
                <a:ea typeface="HK Grotesk"/>
                <a:cs typeface="HK Grotesk"/>
                <a:sym typeface="HK Grotesk"/>
              </a:rPr>
              <a:t>También puede verse como not(G) en versiones antiguas o algunos entornos.</a:t>
            </a:r>
          </a:p>
        </p:txBody>
      </p:sp>
      <p:sp>
        <p:nvSpPr>
          <p:cNvPr id="15" name="TextBox 15"/>
          <p:cNvSpPr txBox="1"/>
          <p:nvPr/>
        </p:nvSpPr>
        <p:spPr>
          <a:xfrm>
            <a:off x="13531316" y="9080500"/>
            <a:ext cx="4756684" cy="327025"/>
          </a:xfrm>
          <a:prstGeom prst="rect">
            <a:avLst/>
          </a:prstGeom>
        </p:spPr>
        <p:txBody>
          <a:bodyPr lIns="0" tIns="0" rIns="0" bIns="0" rtlCol="0" anchor="t">
            <a:spAutoFit/>
          </a:bodyPr>
          <a:lstStyle/>
          <a:p>
            <a:pPr marL="0" lvl="0" indent="0" algn="just">
              <a:lnSpc>
                <a:spcPts val="2600"/>
              </a:lnSpc>
              <a:spcBef>
                <a:spcPct val="0"/>
              </a:spcBef>
            </a:pPr>
            <a:r>
              <a:rPr lang="en-US" sz="2000" b="1">
                <a:solidFill>
                  <a:srgbClr val="050A30"/>
                </a:solidFill>
                <a:latin typeface="HK Grotesk Medium"/>
                <a:ea typeface="HK Grotesk Medium"/>
                <a:cs typeface="HK Grotesk Medium"/>
                <a:sym typeface="HK Grotesk Medium"/>
              </a:rPr>
              <a:t>Elaborado por: Robin Omar Buezo Díaz</a:t>
            </a:r>
          </a:p>
        </p:txBody>
      </p:sp>
      <p:sp>
        <p:nvSpPr>
          <p:cNvPr id="16" name="TextBox 16"/>
          <p:cNvSpPr txBox="1"/>
          <p:nvPr/>
        </p:nvSpPr>
        <p:spPr>
          <a:xfrm>
            <a:off x="1028700" y="491199"/>
            <a:ext cx="15333028" cy="1285875"/>
          </a:xfrm>
          <a:prstGeom prst="rect">
            <a:avLst/>
          </a:prstGeom>
        </p:spPr>
        <p:txBody>
          <a:bodyPr lIns="0" tIns="0" rIns="0" bIns="0" rtlCol="0" anchor="t">
            <a:spAutoFit/>
          </a:bodyPr>
          <a:lstStyle/>
          <a:p>
            <a:pPr algn="ctr">
              <a:lnSpc>
                <a:spcPts val="10158"/>
              </a:lnSpc>
            </a:pPr>
            <a:r>
              <a:rPr lang="en-US" sz="8465" b="1">
                <a:solidFill>
                  <a:srgbClr val="050A30"/>
                </a:solidFill>
                <a:latin typeface="HK Grotesk Bold"/>
                <a:ea typeface="HK Grotesk Bold"/>
                <a:cs typeface="HK Grotesk Bold"/>
                <a:sym typeface="HK Grotesk Bold"/>
              </a:rPr>
              <a:t>Negación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sp>
        <p:nvSpPr>
          <p:cNvPr id="3" name="TextBox 3"/>
          <p:cNvSpPr txBox="1"/>
          <p:nvPr/>
        </p:nvSpPr>
        <p:spPr>
          <a:xfrm>
            <a:off x="1563814" y="1147654"/>
            <a:ext cx="15333028" cy="1285875"/>
          </a:xfrm>
          <a:prstGeom prst="rect">
            <a:avLst/>
          </a:prstGeom>
        </p:spPr>
        <p:txBody>
          <a:bodyPr lIns="0" tIns="0" rIns="0" bIns="0" rtlCol="0" anchor="t">
            <a:spAutoFit/>
          </a:bodyPr>
          <a:lstStyle/>
          <a:p>
            <a:pPr algn="ctr">
              <a:lnSpc>
                <a:spcPts val="10158"/>
              </a:lnSpc>
            </a:pPr>
            <a:r>
              <a:rPr lang="en-US" sz="8465" b="1">
                <a:solidFill>
                  <a:srgbClr val="F4F6FC"/>
                </a:solidFill>
                <a:latin typeface="HK Grotesk Bold"/>
                <a:ea typeface="HK Grotesk Bold"/>
                <a:cs typeface="HK Grotesk Bold"/>
                <a:sym typeface="HK Grotesk Bold"/>
              </a:rPr>
              <a:t>Ejemplo</a:t>
            </a:r>
          </a:p>
        </p:txBody>
      </p:sp>
      <p:grpSp>
        <p:nvGrpSpPr>
          <p:cNvPr id="4" name="Group 4"/>
          <p:cNvGrpSpPr/>
          <p:nvPr/>
        </p:nvGrpSpPr>
        <p:grpSpPr>
          <a:xfrm rot="-5400000">
            <a:off x="6186162" y="2511196"/>
            <a:ext cx="6818207" cy="20947169"/>
            <a:chOff x="0" y="0"/>
            <a:chExt cx="1795742" cy="5516950"/>
          </a:xfrm>
        </p:grpSpPr>
        <p:sp>
          <p:nvSpPr>
            <p:cNvPr id="5" name="Freeform 5"/>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F4F6FC"/>
            </a:solidFill>
          </p:spPr>
          <p:txBody>
            <a:bodyPr/>
            <a:lstStyle/>
            <a:p>
              <a:endParaRPr lang="es-GT"/>
            </a:p>
          </p:txBody>
        </p:sp>
        <p:sp>
          <p:nvSpPr>
            <p:cNvPr id="6" name="TextBox 6"/>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7" name="Group 7"/>
          <p:cNvGrpSpPr/>
          <p:nvPr/>
        </p:nvGrpSpPr>
        <p:grpSpPr>
          <a:xfrm rot="-5400000">
            <a:off x="3997069" y="-11005002"/>
            <a:ext cx="2045233" cy="20947169"/>
            <a:chOff x="0" y="0"/>
            <a:chExt cx="538662" cy="5516950"/>
          </a:xfrm>
        </p:grpSpPr>
        <p:sp>
          <p:nvSpPr>
            <p:cNvPr id="8" name="Freeform 8"/>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F4F6FC"/>
            </a:solidFill>
          </p:spPr>
          <p:txBody>
            <a:bodyPr/>
            <a:lstStyle/>
            <a:p>
              <a:endParaRPr lang="es-GT"/>
            </a:p>
          </p:txBody>
        </p:sp>
        <p:sp>
          <p:nvSpPr>
            <p:cNvPr id="9" name="TextBox 9"/>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10" name="Group 10"/>
          <p:cNvGrpSpPr/>
          <p:nvPr/>
        </p:nvGrpSpPr>
        <p:grpSpPr>
          <a:xfrm rot="2700000">
            <a:off x="13734331" y="93713"/>
            <a:ext cx="4685776" cy="1567256"/>
            <a:chOff x="0" y="0"/>
            <a:chExt cx="1234114" cy="412775"/>
          </a:xfrm>
        </p:grpSpPr>
        <p:sp>
          <p:nvSpPr>
            <p:cNvPr id="11" name="Freeform 11"/>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050A30"/>
            </a:solidFill>
          </p:spPr>
          <p:txBody>
            <a:bodyPr/>
            <a:lstStyle/>
            <a:p>
              <a:endParaRPr lang="es-GT"/>
            </a:p>
          </p:txBody>
        </p:sp>
        <p:sp>
          <p:nvSpPr>
            <p:cNvPr id="12" name="TextBox 12"/>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3" name="Freeform 13"/>
          <p:cNvSpPr/>
          <p:nvPr/>
        </p:nvSpPr>
        <p:spPr>
          <a:xfrm rot="-10800000">
            <a:off x="14019925" y="-210928"/>
            <a:ext cx="5098075" cy="5098075"/>
          </a:xfrm>
          <a:custGeom>
            <a:avLst/>
            <a:gdLst/>
            <a:ahLst/>
            <a:cxnLst/>
            <a:rect l="l" t="t" r="r" b="b"/>
            <a:pathLst>
              <a:path w="5098075" h="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a:stretch>
          </a:blipFill>
        </p:spPr>
        <p:txBody>
          <a:bodyPr/>
          <a:lstStyle/>
          <a:p>
            <a:endParaRPr lang="es-GT"/>
          </a:p>
        </p:txBody>
      </p:sp>
      <p:sp>
        <p:nvSpPr>
          <p:cNvPr id="14" name="TextBox 14"/>
          <p:cNvSpPr txBox="1"/>
          <p:nvPr/>
        </p:nvSpPr>
        <p:spPr>
          <a:xfrm>
            <a:off x="4193829" y="2587573"/>
            <a:ext cx="9900342" cy="5802630"/>
          </a:xfrm>
          <a:prstGeom prst="rect">
            <a:avLst/>
          </a:prstGeom>
        </p:spPr>
        <p:txBody>
          <a:bodyPr lIns="0" tIns="0" rIns="0" bIns="0" rtlCol="0" anchor="t">
            <a:spAutoFit/>
          </a:bodyPr>
          <a:lstStyle/>
          <a:p>
            <a:pPr algn="just">
              <a:lnSpc>
                <a:spcPts val="3659"/>
              </a:lnSpc>
            </a:pPr>
            <a:r>
              <a:rPr lang="en-US" sz="2999">
                <a:solidFill>
                  <a:srgbClr val="F4F6FC"/>
                </a:solidFill>
                <a:latin typeface="HK Grotesk"/>
                <a:ea typeface="HK Grotesk"/>
                <a:cs typeface="HK Grotesk"/>
                <a:sym typeface="HK Grotesk"/>
              </a:rPr>
              <a:t>hombre(juan).</a:t>
            </a:r>
          </a:p>
          <a:p>
            <a:pPr algn="just">
              <a:lnSpc>
                <a:spcPts val="3659"/>
              </a:lnSpc>
            </a:pPr>
            <a:r>
              <a:rPr lang="en-US" sz="2999">
                <a:solidFill>
                  <a:srgbClr val="F4F6FC"/>
                </a:solidFill>
                <a:latin typeface="HK Grotesk"/>
                <a:ea typeface="HK Grotesk"/>
                <a:cs typeface="HK Grotesk"/>
                <a:sym typeface="HK Grotesk"/>
              </a:rPr>
              <a:t>hombre(pedro).</a:t>
            </a:r>
          </a:p>
          <a:p>
            <a:pPr algn="just">
              <a:lnSpc>
                <a:spcPts val="2440"/>
              </a:lnSpc>
            </a:pPr>
            <a:endParaRPr lang="en-US" sz="2999">
              <a:solidFill>
                <a:srgbClr val="F4F6FC"/>
              </a:solidFill>
              <a:latin typeface="HK Grotesk"/>
              <a:ea typeface="HK Grotesk"/>
              <a:cs typeface="HK Grotesk"/>
              <a:sym typeface="HK Grotesk"/>
            </a:endParaRPr>
          </a:p>
          <a:p>
            <a:pPr algn="just">
              <a:lnSpc>
                <a:spcPts val="3659"/>
              </a:lnSpc>
            </a:pPr>
            <a:r>
              <a:rPr lang="en-US" sz="2999">
                <a:solidFill>
                  <a:srgbClr val="F4F6FC"/>
                </a:solidFill>
                <a:latin typeface="HK Grotesk"/>
                <a:ea typeface="HK Grotesk"/>
                <a:cs typeface="HK Grotesk"/>
                <a:sym typeface="HK Grotesk"/>
              </a:rPr>
              <a:t>mujer(maria).</a:t>
            </a:r>
          </a:p>
          <a:p>
            <a:pPr algn="just">
              <a:lnSpc>
                <a:spcPts val="2440"/>
              </a:lnSpc>
            </a:pPr>
            <a:endParaRPr lang="en-US" sz="2999">
              <a:solidFill>
                <a:srgbClr val="F4F6FC"/>
              </a:solidFill>
              <a:latin typeface="HK Grotesk"/>
              <a:ea typeface="HK Grotesk"/>
              <a:cs typeface="HK Grotesk"/>
              <a:sym typeface="HK Grotesk"/>
            </a:endParaRPr>
          </a:p>
          <a:p>
            <a:pPr algn="just">
              <a:lnSpc>
                <a:spcPts val="3659"/>
              </a:lnSpc>
            </a:pPr>
            <a:r>
              <a:rPr lang="en-US" sz="2999">
                <a:solidFill>
                  <a:srgbClr val="F4F6FC"/>
                </a:solidFill>
                <a:latin typeface="HK Grotesk"/>
                <a:ea typeface="HK Grotesk"/>
                <a:cs typeface="HK Grotesk"/>
                <a:sym typeface="HK Grotesk"/>
              </a:rPr>
              <a:t>% Consultas</a:t>
            </a:r>
          </a:p>
          <a:p>
            <a:pPr algn="just">
              <a:lnSpc>
                <a:spcPts val="3659"/>
              </a:lnSpc>
            </a:pPr>
            <a:r>
              <a:rPr lang="en-US" sz="2999">
                <a:solidFill>
                  <a:srgbClr val="F4F6FC"/>
                </a:solidFill>
                <a:latin typeface="HK Grotesk"/>
                <a:ea typeface="HK Grotesk"/>
                <a:cs typeface="HK Grotesk"/>
                <a:sym typeface="HK Grotesk"/>
              </a:rPr>
              <a:t>?- \+ hombre(maria).</a:t>
            </a:r>
          </a:p>
          <a:p>
            <a:pPr algn="just">
              <a:lnSpc>
                <a:spcPts val="3659"/>
              </a:lnSpc>
            </a:pPr>
            <a:r>
              <a:rPr lang="en-US" sz="2999">
                <a:solidFill>
                  <a:srgbClr val="F4F6FC"/>
                </a:solidFill>
                <a:latin typeface="HK Grotesk"/>
                <a:ea typeface="HK Grotesk"/>
                <a:cs typeface="HK Grotesk"/>
                <a:sym typeface="HK Grotesk"/>
              </a:rPr>
              <a:t>true.   % Porque no puede probar que maria sea hombre</a:t>
            </a:r>
          </a:p>
          <a:p>
            <a:pPr algn="just">
              <a:lnSpc>
                <a:spcPts val="2440"/>
              </a:lnSpc>
            </a:pPr>
            <a:endParaRPr lang="en-US" sz="2999">
              <a:solidFill>
                <a:srgbClr val="F4F6FC"/>
              </a:solidFill>
              <a:latin typeface="HK Grotesk"/>
              <a:ea typeface="HK Grotesk"/>
              <a:cs typeface="HK Grotesk"/>
              <a:sym typeface="HK Grotesk"/>
            </a:endParaRPr>
          </a:p>
          <a:p>
            <a:pPr algn="just">
              <a:lnSpc>
                <a:spcPts val="3659"/>
              </a:lnSpc>
            </a:pPr>
            <a:r>
              <a:rPr lang="en-US" sz="2999">
                <a:solidFill>
                  <a:srgbClr val="F4F6FC"/>
                </a:solidFill>
                <a:latin typeface="HK Grotesk"/>
                <a:ea typeface="HK Grotesk"/>
                <a:cs typeface="HK Grotesk"/>
                <a:sym typeface="HK Grotesk"/>
              </a:rPr>
              <a:t>?- \+ mujer(juan).</a:t>
            </a:r>
          </a:p>
          <a:p>
            <a:pPr algn="just">
              <a:lnSpc>
                <a:spcPts val="3659"/>
              </a:lnSpc>
            </a:pPr>
            <a:r>
              <a:rPr lang="en-US" sz="2999">
                <a:solidFill>
                  <a:srgbClr val="F4F6FC"/>
                </a:solidFill>
                <a:latin typeface="HK Grotesk"/>
                <a:ea typeface="HK Grotesk"/>
                <a:cs typeface="HK Grotesk"/>
                <a:sym typeface="HK Grotesk"/>
              </a:rPr>
              <a:t>true.   % Porque no puede probar que juan sea mujer</a:t>
            </a:r>
          </a:p>
          <a:p>
            <a:pPr algn="just">
              <a:lnSpc>
                <a:spcPts val="2440"/>
              </a:lnSpc>
            </a:pPr>
            <a:endParaRPr lang="en-US" sz="2999">
              <a:solidFill>
                <a:srgbClr val="F4F6FC"/>
              </a:solidFill>
              <a:latin typeface="HK Grotesk"/>
              <a:ea typeface="HK Grotesk"/>
              <a:cs typeface="HK Grotesk"/>
              <a:sym typeface="HK Grotesk"/>
            </a:endParaRPr>
          </a:p>
          <a:p>
            <a:pPr algn="just">
              <a:lnSpc>
                <a:spcPts val="3659"/>
              </a:lnSpc>
            </a:pPr>
            <a:r>
              <a:rPr lang="en-US" sz="2999">
                <a:solidFill>
                  <a:srgbClr val="F4F6FC"/>
                </a:solidFill>
                <a:latin typeface="HK Grotesk"/>
                <a:ea typeface="HK Grotesk"/>
                <a:cs typeface="HK Grotesk"/>
                <a:sym typeface="HK Grotesk"/>
              </a:rPr>
              <a:t>?- \+ mujer(maria).</a:t>
            </a:r>
          </a:p>
          <a:p>
            <a:pPr algn="just">
              <a:lnSpc>
                <a:spcPts val="3659"/>
              </a:lnSpc>
            </a:pPr>
            <a:r>
              <a:rPr lang="en-US" sz="2999">
                <a:solidFill>
                  <a:srgbClr val="F4F6FC"/>
                </a:solidFill>
                <a:latin typeface="HK Grotesk"/>
                <a:ea typeface="HK Grotesk"/>
                <a:cs typeface="HK Grotesk"/>
                <a:sym typeface="HK Grotesk"/>
              </a:rPr>
              <a:t>false.  % Porque puede probar que maria sí es mujer</a:t>
            </a:r>
          </a:p>
        </p:txBody>
      </p:sp>
      <p:sp>
        <p:nvSpPr>
          <p:cNvPr id="15" name="TextBox 15"/>
          <p:cNvSpPr txBox="1"/>
          <p:nvPr/>
        </p:nvSpPr>
        <p:spPr>
          <a:xfrm>
            <a:off x="12502616" y="8931275"/>
            <a:ext cx="4756684" cy="327025"/>
          </a:xfrm>
          <a:prstGeom prst="rect">
            <a:avLst/>
          </a:prstGeom>
        </p:spPr>
        <p:txBody>
          <a:bodyPr lIns="0" tIns="0" rIns="0" bIns="0" rtlCol="0" anchor="t">
            <a:spAutoFit/>
          </a:bodyPr>
          <a:lstStyle/>
          <a:p>
            <a:pPr marL="0" lvl="0" indent="0" algn="just">
              <a:lnSpc>
                <a:spcPts val="2600"/>
              </a:lnSpc>
              <a:spcBef>
                <a:spcPct val="0"/>
              </a:spcBef>
            </a:pPr>
            <a:r>
              <a:rPr lang="en-US" sz="2000" b="1">
                <a:solidFill>
                  <a:srgbClr val="F4F6FC"/>
                </a:solidFill>
                <a:latin typeface="HK Grotesk Medium"/>
                <a:ea typeface="HK Grotesk Medium"/>
                <a:cs typeface="HK Grotesk Medium"/>
                <a:sym typeface="HK Grotesk Medium"/>
              </a:rPr>
              <a:t>Elaborado por: Robin Omar Buezo Díaz</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grpSp>
        <p:nvGrpSpPr>
          <p:cNvPr id="3" name="Group 3"/>
          <p:cNvGrpSpPr/>
          <p:nvPr/>
        </p:nvGrpSpPr>
        <p:grpSpPr>
          <a:xfrm rot="-5400000">
            <a:off x="6186162" y="2511196"/>
            <a:ext cx="6818207" cy="20947169"/>
            <a:chOff x="0" y="0"/>
            <a:chExt cx="1795742" cy="5516950"/>
          </a:xfrm>
        </p:grpSpPr>
        <p:sp>
          <p:nvSpPr>
            <p:cNvPr id="4" name="Freeform 4"/>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050A30"/>
            </a:solidFill>
          </p:spPr>
          <p:txBody>
            <a:bodyPr/>
            <a:lstStyle/>
            <a:p>
              <a:endParaRPr lang="es-GT"/>
            </a:p>
          </p:txBody>
        </p:sp>
        <p:sp>
          <p:nvSpPr>
            <p:cNvPr id="5" name="TextBox 5"/>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6" name="Group 6"/>
          <p:cNvGrpSpPr/>
          <p:nvPr/>
        </p:nvGrpSpPr>
        <p:grpSpPr>
          <a:xfrm rot="-5400000">
            <a:off x="3997069" y="-11005002"/>
            <a:ext cx="2045233" cy="20947169"/>
            <a:chOff x="0" y="0"/>
            <a:chExt cx="538662" cy="5516950"/>
          </a:xfrm>
        </p:grpSpPr>
        <p:sp>
          <p:nvSpPr>
            <p:cNvPr id="7" name="Freeform 7"/>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050A30"/>
            </a:solidFill>
          </p:spPr>
          <p:txBody>
            <a:bodyPr/>
            <a:lstStyle/>
            <a:p>
              <a:endParaRPr lang="es-GT"/>
            </a:p>
          </p:txBody>
        </p:sp>
        <p:sp>
          <p:nvSpPr>
            <p:cNvPr id="8" name="TextBox 8"/>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9" name="Group 9"/>
          <p:cNvGrpSpPr/>
          <p:nvPr/>
        </p:nvGrpSpPr>
        <p:grpSpPr>
          <a:xfrm rot="2700000">
            <a:off x="13734331" y="93713"/>
            <a:ext cx="4685776" cy="1567256"/>
            <a:chOff x="0" y="0"/>
            <a:chExt cx="1234114" cy="412775"/>
          </a:xfrm>
        </p:grpSpPr>
        <p:sp>
          <p:nvSpPr>
            <p:cNvPr id="10" name="Freeform 10"/>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F4F6FC"/>
            </a:solidFill>
          </p:spPr>
          <p:txBody>
            <a:bodyPr/>
            <a:lstStyle/>
            <a:p>
              <a:endParaRPr lang="es-GT"/>
            </a:p>
          </p:txBody>
        </p:sp>
        <p:sp>
          <p:nvSpPr>
            <p:cNvPr id="11" name="TextBox 11"/>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2" name="Freeform 12"/>
          <p:cNvSpPr/>
          <p:nvPr/>
        </p:nvSpPr>
        <p:spPr>
          <a:xfrm rot="-10800000">
            <a:off x="14019925" y="-210928"/>
            <a:ext cx="5098075" cy="5098075"/>
          </a:xfrm>
          <a:custGeom>
            <a:avLst/>
            <a:gdLst/>
            <a:ahLst/>
            <a:cxnLst/>
            <a:rect l="l" t="t" r="r" b="b"/>
            <a:pathLst>
              <a:path w="5098075" h="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a:stretch>
          </a:blipFill>
        </p:spPr>
        <p:txBody>
          <a:bodyPr/>
          <a:lstStyle/>
          <a:p>
            <a:endParaRPr lang="es-GT"/>
          </a:p>
        </p:txBody>
      </p:sp>
      <p:sp>
        <p:nvSpPr>
          <p:cNvPr id="13" name="TextBox 13"/>
          <p:cNvSpPr txBox="1"/>
          <p:nvPr/>
        </p:nvSpPr>
        <p:spPr>
          <a:xfrm>
            <a:off x="670142" y="1657927"/>
            <a:ext cx="16050143" cy="1073786"/>
          </a:xfrm>
          <a:prstGeom prst="rect">
            <a:avLst/>
          </a:prstGeom>
        </p:spPr>
        <p:txBody>
          <a:bodyPr lIns="0" tIns="0" rIns="0" bIns="0" rtlCol="0" anchor="t">
            <a:spAutoFit/>
          </a:bodyPr>
          <a:lstStyle/>
          <a:p>
            <a:pPr algn="just">
              <a:lnSpc>
                <a:spcPts val="4339"/>
              </a:lnSpc>
              <a:spcBef>
                <a:spcPct val="0"/>
              </a:spcBef>
            </a:pPr>
            <a:r>
              <a:rPr lang="en-US" sz="3099">
                <a:solidFill>
                  <a:srgbClr val="050A30"/>
                </a:solidFill>
                <a:latin typeface="HK Grotesk"/>
                <a:ea typeface="HK Grotesk"/>
                <a:cs typeface="HK Grotesk"/>
                <a:sym typeface="HK Grotesk"/>
              </a:rPr>
              <a:t>Internamente, la negación como falla puede modelarse usando un corte (!) seguido de una regla que siempre falla (fail), como esta:</a:t>
            </a:r>
          </a:p>
        </p:txBody>
      </p:sp>
      <p:sp>
        <p:nvSpPr>
          <p:cNvPr id="14" name="TextBox 14"/>
          <p:cNvSpPr txBox="1"/>
          <p:nvPr/>
        </p:nvSpPr>
        <p:spPr>
          <a:xfrm>
            <a:off x="13531316" y="9080500"/>
            <a:ext cx="4756684" cy="327025"/>
          </a:xfrm>
          <a:prstGeom prst="rect">
            <a:avLst/>
          </a:prstGeom>
        </p:spPr>
        <p:txBody>
          <a:bodyPr lIns="0" tIns="0" rIns="0" bIns="0" rtlCol="0" anchor="t">
            <a:spAutoFit/>
          </a:bodyPr>
          <a:lstStyle/>
          <a:p>
            <a:pPr marL="0" lvl="0" indent="0" algn="just">
              <a:lnSpc>
                <a:spcPts val="2600"/>
              </a:lnSpc>
              <a:spcBef>
                <a:spcPct val="0"/>
              </a:spcBef>
            </a:pPr>
            <a:r>
              <a:rPr lang="en-US" sz="2000" b="1">
                <a:solidFill>
                  <a:srgbClr val="050A30"/>
                </a:solidFill>
                <a:latin typeface="HK Grotesk Medium"/>
                <a:ea typeface="HK Grotesk Medium"/>
                <a:cs typeface="HK Grotesk Medium"/>
                <a:sym typeface="HK Grotesk Medium"/>
              </a:rPr>
              <a:t>Elaborado por: Robin Omar Buezo Díaz</a:t>
            </a:r>
          </a:p>
        </p:txBody>
      </p:sp>
      <p:sp>
        <p:nvSpPr>
          <p:cNvPr id="15" name="TextBox 15"/>
          <p:cNvSpPr txBox="1"/>
          <p:nvPr/>
        </p:nvSpPr>
        <p:spPr>
          <a:xfrm>
            <a:off x="1028700" y="808682"/>
            <a:ext cx="15333028" cy="771525"/>
          </a:xfrm>
          <a:prstGeom prst="rect">
            <a:avLst/>
          </a:prstGeom>
        </p:spPr>
        <p:txBody>
          <a:bodyPr lIns="0" tIns="0" rIns="0" bIns="0" rtlCol="0" anchor="t">
            <a:spAutoFit/>
          </a:bodyPr>
          <a:lstStyle/>
          <a:p>
            <a:pPr algn="ctr">
              <a:lnSpc>
                <a:spcPts val="6000"/>
              </a:lnSpc>
            </a:pPr>
            <a:r>
              <a:rPr lang="en-US" sz="5000" b="1">
                <a:solidFill>
                  <a:srgbClr val="050A30"/>
                </a:solidFill>
                <a:latin typeface="HK Grotesk Bold"/>
                <a:ea typeface="HK Grotesk Bold"/>
                <a:cs typeface="HK Grotesk Bold"/>
                <a:sym typeface="HK Grotesk Bold"/>
              </a:rPr>
              <a:t>¿Cómo se implementa internamente?</a:t>
            </a:r>
          </a:p>
        </p:txBody>
      </p:sp>
      <p:sp>
        <p:nvSpPr>
          <p:cNvPr id="16" name="Freeform 16"/>
          <p:cNvSpPr/>
          <p:nvPr/>
        </p:nvSpPr>
        <p:spPr>
          <a:xfrm>
            <a:off x="7788564" y="2338109"/>
            <a:ext cx="4610222" cy="991446"/>
          </a:xfrm>
          <a:custGeom>
            <a:avLst/>
            <a:gdLst/>
            <a:ahLst/>
            <a:cxnLst/>
            <a:rect l="l" t="t" r="r" b="b"/>
            <a:pathLst>
              <a:path w="4610222" h="991446">
                <a:moveTo>
                  <a:pt x="0" y="0"/>
                </a:moveTo>
                <a:lnTo>
                  <a:pt x="4610221" y="0"/>
                </a:lnTo>
                <a:lnTo>
                  <a:pt x="4610221" y="991446"/>
                </a:lnTo>
                <a:lnTo>
                  <a:pt x="0" y="991446"/>
                </a:lnTo>
                <a:lnTo>
                  <a:pt x="0" y="0"/>
                </a:lnTo>
                <a:close/>
              </a:path>
            </a:pathLst>
          </a:custGeom>
          <a:blipFill>
            <a:blip r:embed="rId5"/>
            <a:stretch>
              <a:fillRect/>
            </a:stretch>
          </a:blipFill>
        </p:spPr>
        <p:txBody>
          <a:bodyPr/>
          <a:lstStyle/>
          <a:p>
            <a:endParaRPr lang="es-GT"/>
          </a:p>
        </p:txBody>
      </p:sp>
      <p:sp>
        <p:nvSpPr>
          <p:cNvPr id="17" name="TextBox 17"/>
          <p:cNvSpPr txBox="1"/>
          <p:nvPr/>
        </p:nvSpPr>
        <p:spPr>
          <a:xfrm>
            <a:off x="670142" y="3478949"/>
            <a:ext cx="16050143" cy="4131311"/>
          </a:xfrm>
          <a:prstGeom prst="rect">
            <a:avLst/>
          </a:prstGeom>
        </p:spPr>
        <p:txBody>
          <a:bodyPr lIns="0" tIns="0" rIns="0" bIns="0" rtlCol="0" anchor="t">
            <a:spAutoFit/>
          </a:bodyPr>
          <a:lstStyle/>
          <a:p>
            <a:pPr algn="just">
              <a:lnSpc>
                <a:spcPts val="4339"/>
              </a:lnSpc>
            </a:pPr>
            <a:r>
              <a:rPr lang="en-US" sz="3099">
                <a:solidFill>
                  <a:srgbClr val="050A30"/>
                </a:solidFill>
                <a:latin typeface="HK Grotesk"/>
                <a:ea typeface="HK Grotesk"/>
                <a:cs typeface="HK Grotesk"/>
                <a:sym typeface="HK Grotesk"/>
              </a:rPr>
              <a:t>Esto se interpreta así:</a:t>
            </a:r>
          </a:p>
          <a:p>
            <a:pPr algn="just">
              <a:lnSpc>
                <a:spcPts val="1399"/>
              </a:lnSpc>
            </a:pPr>
            <a:endParaRPr lang="en-US" sz="3099">
              <a:solidFill>
                <a:srgbClr val="050A30"/>
              </a:solidFill>
              <a:latin typeface="HK Grotesk"/>
              <a:ea typeface="HK Grotesk"/>
              <a:cs typeface="HK Grotesk"/>
              <a:sym typeface="HK Grotesk"/>
            </a:endParaRPr>
          </a:p>
          <a:p>
            <a:pPr marL="669285" lvl="1" indent="-334642" algn="just">
              <a:lnSpc>
                <a:spcPts val="4339"/>
              </a:lnSpc>
              <a:buFont typeface="Arial"/>
              <a:buChar char="•"/>
            </a:pPr>
            <a:r>
              <a:rPr lang="en-US" sz="3099">
                <a:solidFill>
                  <a:srgbClr val="050A30"/>
                </a:solidFill>
                <a:latin typeface="HK Grotesk"/>
                <a:ea typeface="HK Grotesk"/>
                <a:cs typeface="HK Grotesk"/>
                <a:sym typeface="HK Grotesk"/>
              </a:rPr>
              <a:t>Si G es cierto (G tiene éxito), el corte ! impide cualquier otra alternativa y fail fuerza el fallo.</a:t>
            </a:r>
          </a:p>
          <a:p>
            <a:pPr marL="669285" lvl="1" indent="-334642" algn="just">
              <a:lnSpc>
                <a:spcPts val="4339"/>
              </a:lnSpc>
              <a:buFont typeface="Arial"/>
              <a:buChar char="•"/>
            </a:pPr>
            <a:r>
              <a:rPr lang="en-US" sz="3099">
                <a:solidFill>
                  <a:srgbClr val="050A30"/>
                </a:solidFill>
                <a:latin typeface="HK Grotesk"/>
                <a:ea typeface="HK Grotesk"/>
                <a:cs typeface="HK Grotesk"/>
                <a:sym typeface="HK Grotesk"/>
              </a:rPr>
              <a:t>Si G falla, entonces la segunda cláusula (not(_)) tiene éxito.</a:t>
            </a:r>
          </a:p>
          <a:p>
            <a:pPr algn="just">
              <a:lnSpc>
                <a:spcPts val="1399"/>
              </a:lnSpc>
            </a:pPr>
            <a:endParaRPr lang="en-US" sz="3099">
              <a:solidFill>
                <a:srgbClr val="050A30"/>
              </a:solidFill>
              <a:latin typeface="HK Grotesk"/>
              <a:ea typeface="HK Grotesk"/>
              <a:cs typeface="HK Grotesk"/>
              <a:sym typeface="HK Grotesk"/>
            </a:endParaRPr>
          </a:p>
          <a:p>
            <a:pPr algn="just">
              <a:lnSpc>
                <a:spcPts val="4339"/>
              </a:lnSpc>
            </a:pPr>
            <a:r>
              <a:rPr lang="en-US" sz="3099">
                <a:solidFill>
                  <a:srgbClr val="050A30"/>
                </a:solidFill>
                <a:latin typeface="HK Grotesk"/>
                <a:ea typeface="HK Grotesk"/>
                <a:cs typeface="HK Grotesk"/>
                <a:sym typeface="HK Grotesk"/>
              </a:rPr>
              <a:t>Este patrón evita que Prolog siga buscando soluciones alternativas y define claramente el comportamiento del not.</a:t>
            </a:r>
          </a:p>
          <a:p>
            <a:pPr algn="just">
              <a:lnSpc>
                <a:spcPts val="4339"/>
              </a:lnSpc>
              <a:spcBef>
                <a:spcPct val="0"/>
              </a:spcBef>
            </a:pPr>
            <a:endParaRPr lang="en-US" sz="3099">
              <a:solidFill>
                <a:srgbClr val="050A30"/>
              </a:solidFill>
              <a:latin typeface="HK Grotesk"/>
              <a:ea typeface="HK Grotesk"/>
              <a:cs typeface="HK Grotesk"/>
              <a:sym typeface="HK Grotesk"/>
            </a:endParaRPr>
          </a:p>
        </p:txBody>
      </p:sp>
      <p:sp>
        <p:nvSpPr>
          <p:cNvPr id="18" name="TextBox 18"/>
          <p:cNvSpPr txBox="1"/>
          <p:nvPr/>
        </p:nvSpPr>
        <p:spPr>
          <a:xfrm>
            <a:off x="2123290" y="7350125"/>
            <a:ext cx="14041419" cy="1758950"/>
          </a:xfrm>
          <a:prstGeom prst="rect">
            <a:avLst/>
          </a:prstGeom>
        </p:spPr>
        <p:txBody>
          <a:bodyPr lIns="0" tIns="0" rIns="0" bIns="0" rtlCol="0" anchor="t">
            <a:spAutoFit/>
          </a:bodyPr>
          <a:lstStyle/>
          <a:p>
            <a:pPr algn="just">
              <a:lnSpc>
                <a:spcPts val="2800"/>
              </a:lnSpc>
            </a:pPr>
            <a:r>
              <a:rPr lang="en-US" sz="2000" i="1">
                <a:solidFill>
                  <a:srgbClr val="050A30"/>
                </a:solidFill>
                <a:latin typeface="HK Grotesk Italics"/>
                <a:ea typeface="HK Grotesk Italics"/>
                <a:cs typeface="HK Grotesk Italics"/>
                <a:sym typeface="HK Grotesk Italics"/>
              </a:rPr>
              <a:t>Consideraciones importantes</a:t>
            </a:r>
          </a:p>
          <a:p>
            <a:pPr marL="431801" lvl="1" indent="-215900" algn="just">
              <a:lnSpc>
                <a:spcPts val="2800"/>
              </a:lnSpc>
              <a:buFont typeface="Arial"/>
              <a:buChar char="•"/>
            </a:pPr>
            <a:r>
              <a:rPr lang="en-US" sz="2000" b="1" i="1">
                <a:solidFill>
                  <a:srgbClr val="050A30"/>
                </a:solidFill>
                <a:latin typeface="HK Grotesk Bold Italics"/>
                <a:ea typeface="HK Grotesk Bold Italics"/>
                <a:cs typeface="HK Grotesk Bold Italics"/>
                <a:sym typeface="HK Grotesk Bold Italics"/>
              </a:rPr>
              <a:t>Incompleto:</a:t>
            </a:r>
            <a:r>
              <a:rPr lang="en-US" sz="2000" i="1">
                <a:solidFill>
                  <a:srgbClr val="050A30"/>
                </a:solidFill>
                <a:latin typeface="HK Grotesk Italics"/>
                <a:ea typeface="HK Grotesk Italics"/>
                <a:cs typeface="HK Grotesk Italics"/>
                <a:sym typeface="HK Grotesk Italics"/>
              </a:rPr>
              <a:t> La negación como falla no es lógica pura; puede dar resultados incorrectos si hay variables no instanciadas.</a:t>
            </a:r>
          </a:p>
          <a:p>
            <a:pPr marL="431801" lvl="1" indent="-215900" algn="just">
              <a:lnSpc>
                <a:spcPts val="2800"/>
              </a:lnSpc>
              <a:buFont typeface="Arial"/>
              <a:buChar char="•"/>
            </a:pPr>
            <a:r>
              <a:rPr lang="en-US" sz="2000" b="1" i="1">
                <a:solidFill>
                  <a:srgbClr val="050A30"/>
                </a:solidFill>
                <a:latin typeface="HK Grotesk Bold Italics"/>
                <a:ea typeface="HK Grotesk Bold Italics"/>
                <a:cs typeface="HK Grotesk Bold Italics"/>
                <a:sym typeface="HK Grotesk Bold Italics"/>
              </a:rPr>
              <a:t>No es lógica clásica:</a:t>
            </a:r>
            <a:r>
              <a:rPr lang="en-US" sz="2000" i="1">
                <a:solidFill>
                  <a:srgbClr val="050A30"/>
                </a:solidFill>
                <a:latin typeface="HK Grotesk Italics"/>
                <a:ea typeface="HK Grotesk Italics"/>
                <a:cs typeface="HK Grotesk Italics"/>
                <a:sym typeface="HK Grotesk Italics"/>
              </a:rPr>
              <a:t> No se debe asumir que \+ p(X) significa que not(p(X)) en lógica formal.</a:t>
            </a:r>
          </a:p>
          <a:p>
            <a:pPr marL="431801" lvl="1" indent="-215900" algn="just">
              <a:lnSpc>
                <a:spcPts val="2800"/>
              </a:lnSpc>
              <a:buFont typeface="Arial"/>
              <a:buChar char="•"/>
            </a:pPr>
            <a:r>
              <a:rPr lang="en-US" sz="2000" b="1" i="1">
                <a:solidFill>
                  <a:srgbClr val="050A30"/>
                </a:solidFill>
                <a:latin typeface="HK Grotesk Bold Italics"/>
                <a:ea typeface="HK Grotesk Bold Italics"/>
                <a:cs typeface="HK Grotesk Bold Italics"/>
                <a:sym typeface="HK Grotesk Bold Italics"/>
              </a:rPr>
              <a:t>Cuidado con predicados no cerrados:</a:t>
            </a:r>
            <a:r>
              <a:rPr lang="en-US" sz="2000" i="1">
                <a:solidFill>
                  <a:srgbClr val="050A30"/>
                </a:solidFill>
                <a:latin typeface="HK Grotesk Italics"/>
                <a:ea typeface="HK Grotesk Italics"/>
                <a:cs typeface="HK Grotesk Italics"/>
                <a:sym typeface="HK Grotesk Italics"/>
              </a:rPr>
              <a:t> Si la base de datos no está completa, las conclusiones pueden ser engañosas.</a:t>
            </a:r>
          </a:p>
          <a:p>
            <a:pPr algn="just">
              <a:lnSpc>
                <a:spcPts val="2800"/>
              </a:lnSpc>
              <a:spcBef>
                <a:spcPct val="0"/>
              </a:spcBef>
            </a:pPr>
            <a:endParaRPr lang="en-US" sz="2000" i="1">
              <a:solidFill>
                <a:srgbClr val="050A30"/>
              </a:solidFill>
              <a:latin typeface="HK Grotesk Italics"/>
              <a:ea typeface="HK Grotesk Italics"/>
              <a:cs typeface="HK Grotesk Italics"/>
              <a:sym typeface="HK Grotesk Itali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grpSp>
        <p:nvGrpSpPr>
          <p:cNvPr id="3" name="Group 3"/>
          <p:cNvGrpSpPr/>
          <p:nvPr/>
        </p:nvGrpSpPr>
        <p:grpSpPr>
          <a:xfrm rot="-5400000">
            <a:off x="6186162" y="2511196"/>
            <a:ext cx="6818207" cy="20947169"/>
            <a:chOff x="0" y="0"/>
            <a:chExt cx="1795742" cy="5516950"/>
          </a:xfrm>
        </p:grpSpPr>
        <p:sp>
          <p:nvSpPr>
            <p:cNvPr id="4" name="Freeform 4"/>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050A30"/>
            </a:solidFill>
          </p:spPr>
          <p:txBody>
            <a:bodyPr/>
            <a:lstStyle/>
            <a:p>
              <a:endParaRPr lang="es-GT"/>
            </a:p>
          </p:txBody>
        </p:sp>
        <p:sp>
          <p:nvSpPr>
            <p:cNvPr id="5" name="TextBox 5"/>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6" name="Group 6"/>
          <p:cNvGrpSpPr/>
          <p:nvPr/>
        </p:nvGrpSpPr>
        <p:grpSpPr>
          <a:xfrm rot="-5400000">
            <a:off x="3997069" y="-11005002"/>
            <a:ext cx="2045233" cy="20947169"/>
            <a:chOff x="0" y="0"/>
            <a:chExt cx="538662" cy="5516950"/>
          </a:xfrm>
        </p:grpSpPr>
        <p:sp>
          <p:nvSpPr>
            <p:cNvPr id="7" name="Freeform 7"/>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050A30"/>
            </a:solidFill>
          </p:spPr>
          <p:txBody>
            <a:bodyPr/>
            <a:lstStyle/>
            <a:p>
              <a:endParaRPr lang="es-GT"/>
            </a:p>
          </p:txBody>
        </p:sp>
        <p:sp>
          <p:nvSpPr>
            <p:cNvPr id="8" name="TextBox 8"/>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9" name="Group 9"/>
          <p:cNvGrpSpPr/>
          <p:nvPr/>
        </p:nvGrpSpPr>
        <p:grpSpPr>
          <a:xfrm rot="2700000">
            <a:off x="13734331" y="93713"/>
            <a:ext cx="4685776" cy="1567256"/>
            <a:chOff x="0" y="0"/>
            <a:chExt cx="1234114" cy="412775"/>
          </a:xfrm>
        </p:grpSpPr>
        <p:sp>
          <p:nvSpPr>
            <p:cNvPr id="10" name="Freeform 10"/>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F4F6FC"/>
            </a:solidFill>
          </p:spPr>
          <p:txBody>
            <a:bodyPr/>
            <a:lstStyle/>
            <a:p>
              <a:endParaRPr lang="es-GT"/>
            </a:p>
          </p:txBody>
        </p:sp>
        <p:sp>
          <p:nvSpPr>
            <p:cNvPr id="11" name="TextBox 11"/>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2" name="Freeform 12"/>
          <p:cNvSpPr/>
          <p:nvPr/>
        </p:nvSpPr>
        <p:spPr>
          <a:xfrm rot="-10800000">
            <a:off x="14019925" y="-210928"/>
            <a:ext cx="5098075" cy="5098075"/>
          </a:xfrm>
          <a:custGeom>
            <a:avLst/>
            <a:gdLst/>
            <a:ahLst/>
            <a:cxnLst/>
            <a:rect l="l" t="t" r="r" b="b"/>
            <a:pathLst>
              <a:path w="5098075" h="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a:stretch>
          </a:blipFill>
        </p:spPr>
        <p:txBody>
          <a:bodyPr/>
          <a:lstStyle/>
          <a:p>
            <a:endParaRPr lang="es-GT"/>
          </a:p>
        </p:txBody>
      </p:sp>
      <p:sp>
        <p:nvSpPr>
          <p:cNvPr id="13" name="TextBox 13"/>
          <p:cNvSpPr txBox="1"/>
          <p:nvPr/>
        </p:nvSpPr>
        <p:spPr>
          <a:xfrm>
            <a:off x="1028700" y="8699056"/>
            <a:ext cx="4756684" cy="327025"/>
          </a:xfrm>
          <a:prstGeom prst="rect">
            <a:avLst/>
          </a:prstGeom>
        </p:spPr>
        <p:txBody>
          <a:bodyPr lIns="0" tIns="0" rIns="0" bIns="0" rtlCol="0" anchor="t">
            <a:spAutoFit/>
          </a:bodyPr>
          <a:lstStyle/>
          <a:p>
            <a:pPr marL="0" lvl="0" indent="0" algn="just">
              <a:lnSpc>
                <a:spcPts val="2600"/>
              </a:lnSpc>
              <a:spcBef>
                <a:spcPct val="0"/>
              </a:spcBef>
            </a:pPr>
            <a:r>
              <a:rPr lang="en-US" sz="2000" b="1">
                <a:solidFill>
                  <a:srgbClr val="050A30"/>
                </a:solidFill>
                <a:latin typeface="HK Grotesk Medium"/>
                <a:ea typeface="HK Grotesk Medium"/>
                <a:cs typeface="HK Grotesk Medium"/>
                <a:sym typeface="HK Grotesk Medium"/>
              </a:rPr>
              <a:t>Elaborado por: Robin Omar Buezo Díaz</a:t>
            </a:r>
          </a:p>
        </p:txBody>
      </p:sp>
      <p:sp>
        <p:nvSpPr>
          <p:cNvPr id="14" name="TextBox 14"/>
          <p:cNvSpPr txBox="1"/>
          <p:nvPr/>
        </p:nvSpPr>
        <p:spPr>
          <a:xfrm>
            <a:off x="1477486" y="2636082"/>
            <a:ext cx="15333028" cy="1285875"/>
          </a:xfrm>
          <a:prstGeom prst="rect">
            <a:avLst/>
          </a:prstGeom>
        </p:spPr>
        <p:txBody>
          <a:bodyPr lIns="0" tIns="0" rIns="0" bIns="0" rtlCol="0" anchor="t">
            <a:spAutoFit/>
          </a:bodyPr>
          <a:lstStyle/>
          <a:p>
            <a:pPr algn="ctr">
              <a:lnSpc>
                <a:spcPts val="10158"/>
              </a:lnSpc>
            </a:pPr>
            <a:r>
              <a:rPr lang="en-US" sz="8465" b="1">
                <a:solidFill>
                  <a:srgbClr val="050A30"/>
                </a:solidFill>
                <a:latin typeface="HK Grotesk Bold"/>
                <a:ea typeface="HK Grotesk Bold"/>
                <a:cs typeface="HK Grotesk Bold"/>
                <a:sym typeface="HK Grotesk Bold"/>
              </a:rPr>
              <a:t>Ciclos y Recursión</a:t>
            </a:r>
          </a:p>
        </p:txBody>
      </p:sp>
      <p:sp>
        <p:nvSpPr>
          <p:cNvPr id="15" name="TextBox 15"/>
          <p:cNvSpPr txBox="1"/>
          <p:nvPr/>
        </p:nvSpPr>
        <p:spPr>
          <a:xfrm>
            <a:off x="2095667" y="3855282"/>
            <a:ext cx="12642554" cy="530861"/>
          </a:xfrm>
          <a:prstGeom prst="rect">
            <a:avLst/>
          </a:prstGeom>
        </p:spPr>
        <p:txBody>
          <a:bodyPr lIns="0" tIns="0" rIns="0" bIns="0" rtlCol="0" anchor="t">
            <a:spAutoFit/>
          </a:bodyPr>
          <a:lstStyle/>
          <a:p>
            <a:pPr algn="just">
              <a:lnSpc>
                <a:spcPts val="4339"/>
              </a:lnSpc>
            </a:pPr>
            <a:endParaRPr/>
          </a:p>
        </p:txBody>
      </p:sp>
      <p:sp>
        <p:nvSpPr>
          <p:cNvPr id="16" name="TextBox 16"/>
          <p:cNvSpPr txBox="1"/>
          <p:nvPr/>
        </p:nvSpPr>
        <p:spPr>
          <a:xfrm>
            <a:off x="1477486" y="4319467"/>
            <a:ext cx="15333028" cy="2609851"/>
          </a:xfrm>
          <a:prstGeom prst="rect">
            <a:avLst/>
          </a:prstGeom>
        </p:spPr>
        <p:txBody>
          <a:bodyPr lIns="0" tIns="0" rIns="0" bIns="0" rtlCol="0" anchor="t">
            <a:spAutoFit/>
          </a:bodyPr>
          <a:lstStyle/>
          <a:p>
            <a:pPr algn="just">
              <a:lnSpc>
                <a:spcPts val="4199"/>
              </a:lnSpc>
              <a:spcBef>
                <a:spcPct val="0"/>
              </a:spcBef>
            </a:pPr>
            <a:r>
              <a:rPr lang="en-US" sz="2999">
                <a:solidFill>
                  <a:srgbClr val="050A30"/>
                </a:solidFill>
                <a:latin typeface="HK Grotesk"/>
                <a:ea typeface="HK Grotesk"/>
                <a:cs typeface="HK Grotesk"/>
                <a:sym typeface="HK Grotesk"/>
              </a:rPr>
              <a:t>En lenguajes imperativos como Python, Java o C, las estructuras de control como for, while o do-while permiten realizar tareas repetitivas de manera explícita. Sin embargo, Prolog, como lenguaje declarativo, no posee estructuras de iteración tradicionales. En su lugar, la recursión es el principal mecanismo para procesar estructuras repetitivas o listas, realizar acumulaciones, y explorar soluciones en árboles de búsqueda.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sp>
        <p:nvSpPr>
          <p:cNvPr id="3" name="TextBox 3"/>
          <p:cNvSpPr txBox="1"/>
          <p:nvPr/>
        </p:nvSpPr>
        <p:spPr>
          <a:xfrm>
            <a:off x="1496536" y="842684"/>
            <a:ext cx="15333028" cy="1285875"/>
          </a:xfrm>
          <a:prstGeom prst="rect">
            <a:avLst/>
          </a:prstGeom>
        </p:spPr>
        <p:txBody>
          <a:bodyPr lIns="0" tIns="0" rIns="0" bIns="0" rtlCol="0" anchor="t">
            <a:spAutoFit/>
          </a:bodyPr>
          <a:lstStyle/>
          <a:p>
            <a:pPr algn="ctr">
              <a:lnSpc>
                <a:spcPts val="10158"/>
              </a:lnSpc>
            </a:pPr>
            <a:r>
              <a:rPr lang="en-US" sz="8465" b="1">
                <a:solidFill>
                  <a:srgbClr val="F4F6FC"/>
                </a:solidFill>
                <a:latin typeface="HK Grotesk Bold"/>
                <a:ea typeface="HK Grotesk Bold"/>
                <a:cs typeface="HK Grotesk Bold"/>
                <a:sym typeface="HK Grotesk Bold"/>
              </a:rPr>
              <a:t>Tipos de Recursión</a:t>
            </a:r>
          </a:p>
        </p:txBody>
      </p:sp>
      <p:grpSp>
        <p:nvGrpSpPr>
          <p:cNvPr id="4" name="Group 4"/>
          <p:cNvGrpSpPr/>
          <p:nvPr/>
        </p:nvGrpSpPr>
        <p:grpSpPr>
          <a:xfrm rot="-5400000">
            <a:off x="6186162" y="2511196"/>
            <a:ext cx="6818207" cy="20947169"/>
            <a:chOff x="0" y="0"/>
            <a:chExt cx="1795742" cy="5516950"/>
          </a:xfrm>
        </p:grpSpPr>
        <p:sp>
          <p:nvSpPr>
            <p:cNvPr id="5" name="Freeform 5"/>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F4F6FC"/>
            </a:solidFill>
          </p:spPr>
          <p:txBody>
            <a:bodyPr/>
            <a:lstStyle/>
            <a:p>
              <a:endParaRPr lang="es-GT"/>
            </a:p>
          </p:txBody>
        </p:sp>
        <p:sp>
          <p:nvSpPr>
            <p:cNvPr id="6" name="TextBox 6"/>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7" name="Group 7"/>
          <p:cNvGrpSpPr/>
          <p:nvPr/>
        </p:nvGrpSpPr>
        <p:grpSpPr>
          <a:xfrm rot="-5400000">
            <a:off x="3997069" y="-11005002"/>
            <a:ext cx="2045233" cy="20947169"/>
            <a:chOff x="0" y="0"/>
            <a:chExt cx="538662" cy="5516950"/>
          </a:xfrm>
        </p:grpSpPr>
        <p:sp>
          <p:nvSpPr>
            <p:cNvPr id="8" name="Freeform 8"/>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F4F6FC"/>
            </a:solidFill>
          </p:spPr>
          <p:txBody>
            <a:bodyPr/>
            <a:lstStyle/>
            <a:p>
              <a:endParaRPr lang="es-GT"/>
            </a:p>
          </p:txBody>
        </p:sp>
        <p:sp>
          <p:nvSpPr>
            <p:cNvPr id="9" name="TextBox 9"/>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10" name="Group 10"/>
          <p:cNvGrpSpPr/>
          <p:nvPr/>
        </p:nvGrpSpPr>
        <p:grpSpPr>
          <a:xfrm rot="2700000">
            <a:off x="13734331" y="93713"/>
            <a:ext cx="4685776" cy="1567256"/>
            <a:chOff x="0" y="0"/>
            <a:chExt cx="1234114" cy="412775"/>
          </a:xfrm>
        </p:grpSpPr>
        <p:sp>
          <p:nvSpPr>
            <p:cNvPr id="11" name="Freeform 11"/>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050A30"/>
            </a:solidFill>
          </p:spPr>
          <p:txBody>
            <a:bodyPr/>
            <a:lstStyle/>
            <a:p>
              <a:endParaRPr lang="es-GT"/>
            </a:p>
          </p:txBody>
        </p:sp>
        <p:sp>
          <p:nvSpPr>
            <p:cNvPr id="12" name="TextBox 12"/>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3" name="Freeform 13"/>
          <p:cNvSpPr/>
          <p:nvPr/>
        </p:nvSpPr>
        <p:spPr>
          <a:xfrm rot="-10800000">
            <a:off x="14019925" y="-210928"/>
            <a:ext cx="5098075" cy="5098075"/>
          </a:xfrm>
          <a:custGeom>
            <a:avLst/>
            <a:gdLst/>
            <a:ahLst/>
            <a:cxnLst/>
            <a:rect l="l" t="t" r="r" b="b"/>
            <a:pathLst>
              <a:path w="5098075" h="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a:stretch>
          </a:blipFill>
        </p:spPr>
        <p:txBody>
          <a:bodyPr/>
          <a:lstStyle/>
          <a:p>
            <a:endParaRPr lang="es-GT"/>
          </a:p>
        </p:txBody>
      </p:sp>
      <p:grpSp>
        <p:nvGrpSpPr>
          <p:cNvPr id="14" name="Group 14"/>
          <p:cNvGrpSpPr/>
          <p:nvPr/>
        </p:nvGrpSpPr>
        <p:grpSpPr>
          <a:xfrm>
            <a:off x="1496536" y="2338109"/>
            <a:ext cx="7070545" cy="6194191"/>
            <a:chOff x="0" y="0"/>
            <a:chExt cx="1862201" cy="1631392"/>
          </a:xfrm>
        </p:grpSpPr>
        <p:sp>
          <p:nvSpPr>
            <p:cNvPr id="15" name="Freeform 15"/>
            <p:cNvSpPr/>
            <p:nvPr/>
          </p:nvSpPr>
          <p:spPr>
            <a:xfrm>
              <a:off x="0" y="0"/>
              <a:ext cx="1862201" cy="1631392"/>
            </a:xfrm>
            <a:custGeom>
              <a:avLst/>
              <a:gdLst/>
              <a:ahLst/>
              <a:cxnLst/>
              <a:rect l="l" t="t" r="r" b="b"/>
              <a:pathLst>
                <a:path w="1862201" h="1631392">
                  <a:moveTo>
                    <a:pt x="55843" y="0"/>
                  </a:moveTo>
                  <a:lnTo>
                    <a:pt x="1806359" y="0"/>
                  </a:lnTo>
                  <a:cubicBezTo>
                    <a:pt x="1821169" y="0"/>
                    <a:pt x="1835373" y="5883"/>
                    <a:pt x="1845845" y="16356"/>
                  </a:cubicBezTo>
                  <a:cubicBezTo>
                    <a:pt x="1856318" y="26828"/>
                    <a:pt x="1862201" y="41032"/>
                    <a:pt x="1862201" y="55843"/>
                  </a:cubicBezTo>
                  <a:lnTo>
                    <a:pt x="1862201" y="1575549"/>
                  </a:lnTo>
                  <a:cubicBezTo>
                    <a:pt x="1862201" y="1590360"/>
                    <a:pt x="1856318" y="1604563"/>
                    <a:pt x="1845845" y="1615036"/>
                  </a:cubicBezTo>
                  <a:cubicBezTo>
                    <a:pt x="1835373" y="1625509"/>
                    <a:pt x="1821169" y="1631392"/>
                    <a:pt x="1806359" y="1631392"/>
                  </a:cubicBezTo>
                  <a:lnTo>
                    <a:pt x="55843" y="1631392"/>
                  </a:lnTo>
                  <a:cubicBezTo>
                    <a:pt x="41032" y="1631392"/>
                    <a:pt x="26828" y="1625509"/>
                    <a:pt x="16356" y="1615036"/>
                  </a:cubicBezTo>
                  <a:cubicBezTo>
                    <a:pt x="5883" y="1604563"/>
                    <a:pt x="0" y="1590360"/>
                    <a:pt x="0" y="1575549"/>
                  </a:cubicBezTo>
                  <a:lnTo>
                    <a:pt x="0" y="55843"/>
                  </a:lnTo>
                  <a:cubicBezTo>
                    <a:pt x="0" y="41032"/>
                    <a:pt x="5883" y="26828"/>
                    <a:pt x="16356" y="16356"/>
                  </a:cubicBezTo>
                  <a:cubicBezTo>
                    <a:pt x="26828" y="5883"/>
                    <a:pt x="41032" y="0"/>
                    <a:pt x="55843" y="0"/>
                  </a:cubicBezTo>
                  <a:close/>
                </a:path>
              </a:pathLst>
            </a:custGeom>
            <a:solidFill>
              <a:srgbClr val="F4F6FC"/>
            </a:solidFill>
          </p:spPr>
          <p:txBody>
            <a:bodyPr/>
            <a:lstStyle/>
            <a:p>
              <a:endParaRPr lang="es-GT"/>
            </a:p>
          </p:txBody>
        </p:sp>
        <p:sp>
          <p:nvSpPr>
            <p:cNvPr id="16" name="TextBox 16"/>
            <p:cNvSpPr txBox="1"/>
            <p:nvPr/>
          </p:nvSpPr>
          <p:spPr>
            <a:xfrm>
              <a:off x="0" y="-47625"/>
              <a:ext cx="1862201" cy="1679017"/>
            </a:xfrm>
            <a:prstGeom prst="rect">
              <a:avLst/>
            </a:prstGeom>
          </p:spPr>
          <p:txBody>
            <a:bodyPr lIns="50800" tIns="50800" rIns="50800" bIns="50800" rtlCol="0" anchor="ctr"/>
            <a:lstStyle/>
            <a:p>
              <a:pPr algn="ctr">
                <a:lnSpc>
                  <a:spcPts val="3079"/>
                </a:lnSpc>
              </a:pPr>
              <a:endParaRPr/>
            </a:p>
          </p:txBody>
        </p:sp>
      </p:grpSp>
      <p:sp>
        <p:nvSpPr>
          <p:cNvPr id="17" name="TextBox 17"/>
          <p:cNvSpPr txBox="1"/>
          <p:nvPr/>
        </p:nvSpPr>
        <p:spPr>
          <a:xfrm>
            <a:off x="1897451" y="3162820"/>
            <a:ext cx="6301619" cy="905510"/>
          </a:xfrm>
          <a:prstGeom prst="rect">
            <a:avLst/>
          </a:prstGeom>
        </p:spPr>
        <p:txBody>
          <a:bodyPr lIns="0" tIns="0" rIns="0" bIns="0" rtlCol="0" anchor="t">
            <a:spAutoFit/>
          </a:bodyPr>
          <a:lstStyle/>
          <a:p>
            <a:pPr algn="just">
              <a:lnSpc>
                <a:spcPts val="3639"/>
              </a:lnSpc>
              <a:spcBef>
                <a:spcPct val="0"/>
              </a:spcBef>
            </a:pPr>
            <a:r>
              <a:rPr lang="en-US" sz="2599">
                <a:solidFill>
                  <a:srgbClr val="000000"/>
                </a:solidFill>
                <a:latin typeface="HK Grotesk"/>
                <a:ea typeface="HK Grotesk"/>
                <a:cs typeface="HK Grotesk"/>
                <a:sym typeface="HK Grotesk"/>
              </a:rPr>
              <a:t>Una función se llama a sí misma en su definición.</a:t>
            </a:r>
          </a:p>
        </p:txBody>
      </p:sp>
      <p:sp>
        <p:nvSpPr>
          <p:cNvPr id="18" name="TextBox 18"/>
          <p:cNvSpPr txBox="1"/>
          <p:nvPr/>
        </p:nvSpPr>
        <p:spPr>
          <a:xfrm>
            <a:off x="12502616" y="8931275"/>
            <a:ext cx="4756684" cy="327025"/>
          </a:xfrm>
          <a:prstGeom prst="rect">
            <a:avLst/>
          </a:prstGeom>
        </p:spPr>
        <p:txBody>
          <a:bodyPr lIns="0" tIns="0" rIns="0" bIns="0" rtlCol="0" anchor="t">
            <a:spAutoFit/>
          </a:bodyPr>
          <a:lstStyle/>
          <a:p>
            <a:pPr marL="0" lvl="0" indent="0" algn="just">
              <a:lnSpc>
                <a:spcPts val="2600"/>
              </a:lnSpc>
              <a:spcBef>
                <a:spcPct val="0"/>
              </a:spcBef>
            </a:pPr>
            <a:r>
              <a:rPr lang="en-US" sz="2000" b="1">
                <a:solidFill>
                  <a:srgbClr val="F4F6FC"/>
                </a:solidFill>
                <a:latin typeface="HK Grotesk Medium"/>
                <a:ea typeface="HK Grotesk Medium"/>
                <a:cs typeface="HK Grotesk Medium"/>
                <a:sym typeface="HK Grotesk Medium"/>
              </a:rPr>
              <a:t>Elaborado por: Robin Omar Buezo Díaz</a:t>
            </a:r>
          </a:p>
        </p:txBody>
      </p:sp>
      <p:sp>
        <p:nvSpPr>
          <p:cNvPr id="19" name="TextBox 19"/>
          <p:cNvSpPr txBox="1"/>
          <p:nvPr/>
        </p:nvSpPr>
        <p:spPr>
          <a:xfrm>
            <a:off x="1897451" y="2469966"/>
            <a:ext cx="6301619" cy="629921"/>
          </a:xfrm>
          <a:prstGeom prst="rect">
            <a:avLst/>
          </a:prstGeom>
        </p:spPr>
        <p:txBody>
          <a:bodyPr lIns="0" tIns="0" rIns="0" bIns="0" rtlCol="0" anchor="t">
            <a:spAutoFit/>
          </a:bodyPr>
          <a:lstStyle/>
          <a:p>
            <a:pPr algn="ctr">
              <a:lnSpc>
                <a:spcPts val="5179"/>
              </a:lnSpc>
              <a:spcBef>
                <a:spcPct val="0"/>
              </a:spcBef>
            </a:pPr>
            <a:r>
              <a:rPr lang="en-US" sz="3699" b="1">
                <a:solidFill>
                  <a:srgbClr val="222222"/>
                </a:solidFill>
                <a:latin typeface="HK Grotesk Bold"/>
                <a:ea typeface="HK Grotesk Bold"/>
                <a:cs typeface="HK Grotesk Bold"/>
                <a:sym typeface="HK Grotesk Bold"/>
              </a:rPr>
              <a:t>Recursión Directa</a:t>
            </a:r>
          </a:p>
        </p:txBody>
      </p:sp>
      <p:grpSp>
        <p:nvGrpSpPr>
          <p:cNvPr id="20" name="Group 20"/>
          <p:cNvGrpSpPr/>
          <p:nvPr/>
        </p:nvGrpSpPr>
        <p:grpSpPr>
          <a:xfrm>
            <a:off x="10033443" y="2338109"/>
            <a:ext cx="7070545" cy="6194191"/>
            <a:chOff x="0" y="0"/>
            <a:chExt cx="1862201" cy="1631392"/>
          </a:xfrm>
        </p:grpSpPr>
        <p:sp>
          <p:nvSpPr>
            <p:cNvPr id="21" name="Freeform 21"/>
            <p:cNvSpPr/>
            <p:nvPr/>
          </p:nvSpPr>
          <p:spPr>
            <a:xfrm>
              <a:off x="0" y="0"/>
              <a:ext cx="1862201" cy="1631392"/>
            </a:xfrm>
            <a:custGeom>
              <a:avLst/>
              <a:gdLst/>
              <a:ahLst/>
              <a:cxnLst/>
              <a:rect l="l" t="t" r="r" b="b"/>
              <a:pathLst>
                <a:path w="1862201" h="1631392">
                  <a:moveTo>
                    <a:pt x="55843" y="0"/>
                  </a:moveTo>
                  <a:lnTo>
                    <a:pt x="1806359" y="0"/>
                  </a:lnTo>
                  <a:cubicBezTo>
                    <a:pt x="1821169" y="0"/>
                    <a:pt x="1835373" y="5883"/>
                    <a:pt x="1845845" y="16356"/>
                  </a:cubicBezTo>
                  <a:cubicBezTo>
                    <a:pt x="1856318" y="26828"/>
                    <a:pt x="1862201" y="41032"/>
                    <a:pt x="1862201" y="55843"/>
                  </a:cubicBezTo>
                  <a:lnTo>
                    <a:pt x="1862201" y="1575549"/>
                  </a:lnTo>
                  <a:cubicBezTo>
                    <a:pt x="1862201" y="1590360"/>
                    <a:pt x="1856318" y="1604563"/>
                    <a:pt x="1845845" y="1615036"/>
                  </a:cubicBezTo>
                  <a:cubicBezTo>
                    <a:pt x="1835373" y="1625509"/>
                    <a:pt x="1821169" y="1631392"/>
                    <a:pt x="1806359" y="1631392"/>
                  </a:cubicBezTo>
                  <a:lnTo>
                    <a:pt x="55843" y="1631392"/>
                  </a:lnTo>
                  <a:cubicBezTo>
                    <a:pt x="41032" y="1631392"/>
                    <a:pt x="26828" y="1625509"/>
                    <a:pt x="16356" y="1615036"/>
                  </a:cubicBezTo>
                  <a:cubicBezTo>
                    <a:pt x="5883" y="1604563"/>
                    <a:pt x="0" y="1590360"/>
                    <a:pt x="0" y="1575549"/>
                  </a:cubicBezTo>
                  <a:lnTo>
                    <a:pt x="0" y="55843"/>
                  </a:lnTo>
                  <a:cubicBezTo>
                    <a:pt x="0" y="41032"/>
                    <a:pt x="5883" y="26828"/>
                    <a:pt x="16356" y="16356"/>
                  </a:cubicBezTo>
                  <a:cubicBezTo>
                    <a:pt x="26828" y="5883"/>
                    <a:pt x="41032" y="0"/>
                    <a:pt x="55843" y="0"/>
                  </a:cubicBezTo>
                  <a:close/>
                </a:path>
              </a:pathLst>
            </a:custGeom>
            <a:solidFill>
              <a:srgbClr val="F4F6FC"/>
            </a:solidFill>
          </p:spPr>
          <p:txBody>
            <a:bodyPr/>
            <a:lstStyle/>
            <a:p>
              <a:endParaRPr lang="es-GT"/>
            </a:p>
          </p:txBody>
        </p:sp>
        <p:sp>
          <p:nvSpPr>
            <p:cNvPr id="22" name="TextBox 22"/>
            <p:cNvSpPr txBox="1"/>
            <p:nvPr/>
          </p:nvSpPr>
          <p:spPr>
            <a:xfrm>
              <a:off x="0" y="-47625"/>
              <a:ext cx="1862201" cy="1679017"/>
            </a:xfrm>
            <a:prstGeom prst="rect">
              <a:avLst/>
            </a:prstGeom>
          </p:spPr>
          <p:txBody>
            <a:bodyPr lIns="50800" tIns="50800" rIns="50800" bIns="50800" rtlCol="0" anchor="ctr"/>
            <a:lstStyle/>
            <a:p>
              <a:pPr algn="ctr">
                <a:lnSpc>
                  <a:spcPts val="3079"/>
                </a:lnSpc>
              </a:pPr>
              <a:endParaRPr/>
            </a:p>
          </p:txBody>
        </p:sp>
      </p:grpSp>
      <p:sp>
        <p:nvSpPr>
          <p:cNvPr id="23" name="TextBox 23"/>
          <p:cNvSpPr txBox="1"/>
          <p:nvPr/>
        </p:nvSpPr>
        <p:spPr>
          <a:xfrm>
            <a:off x="10417906" y="3154700"/>
            <a:ext cx="6301619" cy="905510"/>
          </a:xfrm>
          <a:prstGeom prst="rect">
            <a:avLst/>
          </a:prstGeom>
        </p:spPr>
        <p:txBody>
          <a:bodyPr lIns="0" tIns="0" rIns="0" bIns="0" rtlCol="0" anchor="t">
            <a:spAutoFit/>
          </a:bodyPr>
          <a:lstStyle/>
          <a:p>
            <a:pPr algn="just">
              <a:lnSpc>
                <a:spcPts val="3640"/>
              </a:lnSpc>
              <a:spcBef>
                <a:spcPct val="0"/>
              </a:spcBef>
            </a:pPr>
            <a:r>
              <a:rPr lang="en-US" sz="2600">
                <a:solidFill>
                  <a:srgbClr val="000000"/>
                </a:solidFill>
                <a:latin typeface="HK Grotesk"/>
                <a:ea typeface="HK Grotesk"/>
                <a:cs typeface="HK Grotesk"/>
                <a:sym typeface="HK Grotesk"/>
              </a:rPr>
              <a:t>Optimiza el uso de memoria, ya que la última llamada en la función es la recursión.</a:t>
            </a:r>
          </a:p>
        </p:txBody>
      </p:sp>
      <p:sp>
        <p:nvSpPr>
          <p:cNvPr id="24" name="TextBox 24"/>
          <p:cNvSpPr txBox="1"/>
          <p:nvPr/>
        </p:nvSpPr>
        <p:spPr>
          <a:xfrm>
            <a:off x="10417906" y="2469966"/>
            <a:ext cx="6301619" cy="629921"/>
          </a:xfrm>
          <a:prstGeom prst="rect">
            <a:avLst/>
          </a:prstGeom>
        </p:spPr>
        <p:txBody>
          <a:bodyPr lIns="0" tIns="0" rIns="0" bIns="0" rtlCol="0" anchor="t">
            <a:spAutoFit/>
          </a:bodyPr>
          <a:lstStyle/>
          <a:p>
            <a:pPr algn="ctr">
              <a:lnSpc>
                <a:spcPts val="5179"/>
              </a:lnSpc>
              <a:spcBef>
                <a:spcPct val="0"/>
              </a:spcBef>
            </a:pPr>
            <a:r>
              <a:rPr lang="en-US" sz="3699" b="1">
                <a:solidFill>
                  <a:srgbClr val="222222"/>
                </a:solidFill>
                <a:latin typeface="HK Grotesk Bold"/>
                <a:ea typeface="HK Grotesk Bold"/>
                <a:cs typeface="HK Grotesk Bold"/>
                <a:sym typeface="HK Grotesk Bold"/>
              </a:rPr>
              <a:t>Recursión de Cola</a:t>
            </a:r>
          </a:p>
        </p:txBody>
      </p:sp>
      <p:sp>
        <p:nvSpPr>
          <p:cNvPr id="25" name="TextBox 25"/>
          <p:cNvSpPr txBox="1"/>
          <p:nvPr/>
        </p:nvSpPr>
        <p:spPr>
          <a:xfrm>
            <a:off x="1897451" y="4131264"/>
            <a:ext cx="6301619" cy="4058920"/>
          </a:xfrm>
          <a:prstGeom prst="rect">
            <a:avLst/>
          </a:prstGeom>
        </p:spPr>
        <p:txBody>
          <a:bodyPr lIns="0" tIns="0" rIns="0" bIns="0" rtlCol="0" anchor="t">
            <a:spAutoFit/>
          </a:bodyPr>
          <a:lstStyle/>
          <a:p>
            <a:pPr algn="l">
              <a:lnSpc>
                <a:spcPts val="3219"/>
              </a:lnSpc>
              <a:spcBef>
                <a:spcPct val="0"/>
              </a:spcBef>
            </a:pPr>
            <a:r>
              <a:rPr lang="en-US" sz="2299" b="1" i="1">
                <a:solidFill>
                  <a:srgbClr val="000000"/>
                </a:solidFill>
                <a:latin typeface="HK Grotesk Medium Italics"/>
                <a:ea typeface="HK Grotesk Medium Italics"/>
                <a:cs typeface="HK Grotesk Medium Italics"/>
                <a:sym typeface="HK Grotesk Medium Italics"/>
              </a:rPr>
              <a:t>factorial(0, 1). % Caso base: factorial de 0 es 1 factorial(N, F) :- </a:t>
            </a:r>
          </a:p>
          <a:p>
            <a:pPr algn="l">
              <a:lnSpc>
                <a:spcPts val="3219"/>
              </a:lnSpc>
              <a:spcBef>
                <a:spcPct val="0"/>
              </a:spcBef>
            </a:pPr>
            <a:r>
              <a:rPr lang="en-US" sz="2299" b="1" i="1">
                <a:solidFill>
                  <a:srgbClr val="000000"/>
                </a:solidFill>
                <a:latin typeface="HK Grotesk Medium Italics"/>
                <a:ea typeface="HK Grotesk Medium Italics"/>
                <a:cs typeface="HK Grotesk Medium Italics"/>
                <a:sym typeface="HK Grotesk Medium Italics"/>
              </a:rPr>
              <a:t>     N &gt; 0, </a:t>
            </a:r>
          </a:p>
          <a:p>
            <a:pPr algn="l">
              <a:lnSpc>
                <a:spcPts val="3219"/>
              </a:lnSpc>
              <a:spcBef>
                <a:spcPct val="0"/>
              </a:spcBef>
            </a:pPr>
            <a:r>
              <a:rPr lang="en-US" sz="2299" b="1" i="1">
                <a:solidFill>
                  <a:srgbClr val="000000"/>
                </a:solidFill>
                <a:latin typeface="HK Grotesk Medium Italics"/>
                <a:ea typeface="HK Grotesk Medium Italics"/>
                <a:cs typeface="HK Grotesk Medium Italics"/>
                <a:sym typeface="HK Grotesk Medium Italics"/>
              </a:rPr>
              <a:t>     N1 is N - 1, </a:t>
            </a:r>
          </a:p>
          <a:p>
            <a:pPr algn="l">
              <a:lnSpc>
                <a:spcPts val="3219"/>
              </a:lnSpc>
              <a:spcBef>
                <a:spcPct val="0"/>
              </a:spcBef>
            </a:pPr>
            <a:r>
              <a:rPr lang="en-US" sz="2299" b="1" i="1">
                <a:solidFill>
                  <a:srgbClr val="000000"/>
                </a:solidFill>
                <a:latin typeface="HK Grotesk Medium Italics"/>
                <a:ea typeface="HK Grotesk Medium Italics"/>
                <a:cs typeface="HK Grotesk Medium Italics"/>
                <a:sym typeface="HK Grotesk Medium Italics"/>
              </a:rPr>
              <a:t>     factorial(N1, F1), % Llamada recursiva </a:t>
            </a:r>
          </a:p>
          <a:p>
            <a:pPr algn="l">
              <a:lnSpc>
                <a:spcPts val="3219"/>
              </a:lnSpc>
              <a:spcBef>
                <a:spcPct val="0"/>
              </a:spcBef>
            </a:pPr>
            <a:r>
              <a:rPr lang="en-US" sz="2299" b="1" i="1">
                <a:solidFill>
                  <a:srgbClr val="000000"/>
                </a:solidFill>
                <a:latin typeface="HK Grotesk Medium Italics"/>
                <a:ea typeface="HK Grotesk Medium Italics"/>
                <a:cs typeface="HK Grotesk Medium Italics"/>
                <a:sym typeface="HK Grotesk Medium Italics"/>
              </a:rPr>
              <a:t>     F is N * F1. </a:t>
            </a:r>
          </a:p>
          <a:p>
            <a:pPr algn="l">
              <a:lnSpc>
                <a:spcPts val="1399"/>
              </a:lnSpc>
              <a:spcBef>
                <a:spcPct val="0"/>
              </a:spcBef>
            </a:pPr>
            <a:endParaRPr lang="en-US" sz="2299" b="1" i="1">
              <a:solidFill>
                <a:srgbClr val="000000"/>
              </a:solidFill>
              <a:latin typeface="HK Grotesk Medium Italics"/>
              <a:ea typeface="HK Grotesk Medium Italics"/>
              <a:cs typeface="HK Grotesk Medium Italics"/>
              <a:sym typeface="HK Grotesk Medium Italics"/>
            </a:endParaRPr>
          </a:p>
          <a:p>
            <a:pPr algn="just">
              <a:lnSpc>
                <a:spcPts val="2940"/>
              </a:lnSpc>
              <a:spcBef>
                <a:spcPct val="0"/>
              </a:spcBef>
            </a:pPr>
            <a:r>
              <a:rPr lang="en-US" sz="2100">
                <a:solidFill>
                  <a:srgbClr val="000000"/>
                </a:solidFill>
                <a:latin typeface="HK Grotesk"/>
                <a:ea typeface="HK Grotesk"/>
                <a:cs typeface="HK Grotesk"/>
                <a:sym typeface="HK Grotesk"/>
              </a:rPr>
              <a:t>Aquí, la llamada recursiva ocurre antes de la multiplicación. Esto requiere que el intérprete mantenga cada llamada en la pila, lo que puede provocar desbordamientos para valores grandes de N.</a:t>
            </a:r>
          </a:p>
        </p:txBody>
      </p:sp>
      <p:sp>
        <p:nvSpPr>
          <p:cNvPr id="26" name="TextBox 26"/>
          <p:cNvSpPr txBox="1"/>
          <p:nvPr/>
        </p:nvSpPr>
        <p:spPr>
          <a:xfrm>
            <a:off x="10417906" y="4228617"/>
            <a:ext cx="6301619" cy="3944620"/>
          </a:xfrm>
          <a:prstGeom prst="rect">
            <a:avLst/>
          </a:prstGeom>
        </p:spPr>
        <p:txBody>
          <a:bodyPr lIns="0" tIns="0" rIns="0" bIns="0" rtlCol="0" anchor="t">
            <a:spAutoFit/>
          </a:bodyPr>
          <a:lstStyle/>
          <a:p>
            <a:pPr algn="l">
              <a:lnSpc>
                <a:spcPts val="3219"/>
              </a:lnSpc>
            </a:pPr>
            <a:r>
              <a:rPr lang="en-US" sz="2299" b="1" i="1">
                <a:solidFill>
                  <a:srgbClr val="000000"/>
                </a:solidFill>
                <a:latin typeface="HK Grotesk Medium Italics"/>
                <a:ea typeface="HK Grotesk Medium Italics"/>
                <a:cs typeface="HK Grotesk Medium Italics"/>
                <a:sym typeface="HK Grotesk Medium Italics"/>
              </a:rPr>
              <a:t>factorial_tail(N, F) :- factorial_helper(N, 1, F). </a:t>
            </a:r>
          </a:p>
          <a:p>
            <a:pPr algn="l">
              <a:lnSpc>
                <a:spcPts val="3219"/>
              </a:lnSpc>
            </a:pPr>
            <a:r>
              <a:rPr lang="en-US" sz="2299" b="1" i="1">
                <a:solidFill>
                  <a:srgbClr val="000000"/>
                </a:solidFill>
                <a:latin typeface="HK Grotesk Medium Italics"/>
                <a:ea typeface="HK Grotesk Medium Italics"/>
                <a:cs typeface="HK Grotesk Medium Italics"/>
                <a:sym typeface="HK Grotesk Medium Italics"/>
              </a:rPr>
              <a:t>factorial_helper(0, Acc, Acc). % Caso base factorial_helper(N, Acc, F) :- </a:t>
            </a:r>
          </a:p>
          <a:p>
            <a:pPr algn="l">
              <a:lnSpc>
                <a:spcPts val="3219"/>
              </a:lnSpc>
            </a:pPr>
            <a:r>
              <a:rPr lang="en-US" sz="2299" b="1" i="1">
                <a:solidFill>
                  <a:srgbClr val="000000"/>
                </a:solidFill>
                <a:latin typeface="HK Grotesk Medium Italics"/>
                <a:ea typeface="HK Grotesk Medium Italics"/>
                <a:cs typeface="HK Grotesk Medium Italics"/>
                <a:sym typeface="HK Grotesk Medium Italics"/>
              </a:rPr>
              <a:t>     N &gt; 0, </a:t>
            </a:r>
          </a:p>
          <a:p>
            <a:pPr algn="l">
              <a:lnSpc>
                <a:spcPts val="3219"/>
              </a:lnSpc>
            </a:pPr>
            <a:r>
              <a:rPr lang="en-US" sz="2299" b="1" i="1">
                <a:solidFill>
                  <a:srgbClr val="000000"/>
                </a:solidFill>
                <a:latin typeface="HK Grotesk Medium Italics"/>
                <a:ea typeface="HK Grotesk Medium Italics"/>
                <a:cs typeface="HK Grotesk Medium Italics"/>
                <a:sym typeface="HK Grotesk Medium Italics"/>
              </a:rPr>
              <a:t>     N1 is N - 1, </a:t>
            </a:r>
          </a:p>
          <a:p>
            <a:pPr algn="l">
              <a:lnSpc>
                <a:spcPts val="3219"/>
              </a:lnSpc>
            </a:pPr>
            <a:r>
              <a:rPr lang="en-US" sz="2299" b="1" i="1">
                <a:solidFill>
                  <a:srgbClr val="000000"/>
                </a:solidFill>
                <a:latin typeface="HK Grotesk Medium Italics"/>
                <a:ea typeface="HK Grotesk Medium Italics"/>
                <a:cs typeface="HK Grotesk Medium Italics"/>
                <a:sym typeface="HK Grotesk Medium Italics"/>
              </a:rPr>
              <a:t>     Acc1 is Acc * N, </a:t>
            </a:r>
          </a:p>
          <a:p>
            <a:pPr algn="l">
              <a:lnSpc>
                <a:spcPts val="3219"/>
              </a:lnSpc>
              <a:spcBef>
                <a:spcPct val="0"/>
              </a:spcBef>
            </a:pPr>
            <a:r>
              <a:rPr lang="en-US" sz="2299" b="1" i="1">
                <a:solidFill>
                  <a:srgbClr val="000000"/>
                </a:solidFill>
                <a:latin typeface="HK Grotesk Medium Italics"/>
                <a:ea typeface="HK Grotesk Medium Italics"/>
                <a:cs typeface="HK Grotesk Medium Italics"/>
                <a:sym typeface="HK Grotesk Medium Italics"/>
              </a:rPr>
              <a:t>     factorial_helper(N1, Acc1, F). </a:t>
            </a:r>
          </a:p>
          <a:p>
            <a:pPr algn="l">
              <a:lnSpc>
                <a:spcPts val="3219"/>
              </a:lnSpc>
              <a:spcBef>
                <a:spcPct val="0"/>
              </a:spcBef>
            </a:pPr>
            <a:endParaRPr lang="en-US" sz="2299" b="1" i="1">
              <a:solidFill>
                <a:srgbClr val="000000"/>
              </a:solidFill>
              <a:latin typeface="HK Grotesk Medium Italics"/>
              <a:ea typeface="HK Grotesk Medium Italics"/>
              <a:cs typeface="HK Grotesk Medium Italics"/>
              <a:sym typeface="HK Grotesk Medium Italics"/>
            </a:endParaRPr>
          </a:p>
          <a:p>
            <a:pPr algn="just">
              <a:lnSpc>
                <a:spcPts val="2940"/>
              </a:lnSpc>
              <a:spcBef>
                <a:spcPct val="0"/>
              </a:spcBef>
            </a:pPr>
            <a:r>
              <a:rPr lang="en-US" sz="2100">
                <a:solidFill>
                  <a:srgbClr val="000000"/>
                </a:solidFill>
                <a:latin typeface="HK Grotesk"/>
                <a:ea typeface="HK Grotesk"/>
                <a:cs typeface="HK Grotesk"/>
                <a:sym typeface="HK Grotesk"/>
              </a:rPr>
              <a:t>Acc actúa como un acumulador para llevar el resultado parcial.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sp>
        <p:nvSpPr>
          <p:cNvPr id="3" name="TextBox 3"/>
          <p:cNvSpPr txBox="1"/>
          <p:nvPr/>
        </p:nvSpPr>
        <p:spPr>
          <a:xfrm>
            <a:off x="1477486" y="1222573"/>
            <a:ext cx="15333028" cy="923925"/>
          </a:xfrm>
          <a:prstGeom prst="rect">
            <a:avLst/>
          </a:prstGeom>
        </p:spPr>
        <p:txBody>
          <a:bodyPr lIns="0" tIns="0" rIns="0" bIns="0" rtlCol="0" anchor="t">
            <a:spAutoFit/>
          </a:bodyPr>
          <a:lstStyle/>
          <a:p>
            <a:pPr algn="ctr">
              <a:lnSpc>
                <a:spcPts val="7200"/>
              </a:lnSpc>
            </a:pPr>
            <a:r>
              <a:rPr lang="en-US" sz="6000" b="1">
                <a:solidFill>
                  <a:srgbClr val="F4F6FC"/>
                </a:solidFill>
                <a:latin typeface="HK Grotesk Bold"/>
                <a:ea typeface="HK Grotesk Bold"/>
                <a:cs typeface="HK Grotesk Bold"/>
                <a:sym typeface="HK Grotesk Bold"/>
              </a:rPr>
              <a:t>Ventajas de la Recursión en Prolog</a:t>
            </a:r>
          </a:p>
        </p:txBody>
      </p:sp>
      <p:grpSp>
        <p:nvGrpSpPr>
          <p:cNvPr id="4" name="Group 4"/>
          <p:cNvGrpSpPr/>
          <p:nvPr/>
        </p:nvGrpSpPr>
        <p:grpSpPr>
          <a:xfrm rot="-5400000">
            <a:off x="6186162" y="2511196"/>
            <a:ext cx="6818207" cy="20947169"/>
            <a:chOff x="0" y="0"/>
            <a:chExt cx="1795742" cy="5516950"/>
          </a:xfrm>
        </p:grpSpPr>
        <p:sp>
          <p:nvSpPr>
            <p:cNvPr id="5" name="Freeform 5"/>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F4F6FC"/>
            </a:solidFill>
          </p:spPr>
          <p:txBody>
            <a:bodyPr/>
            <a:lstStyle/>
            <a:p>
              <a:endParaRPr lang="es-GT"/>
            </a:p>
          </p:txBody>
        </p:sp>
        <p:sp>
          <p:nvSpPr>
            <p:cNvPr id="6" name="TextBox 6"/>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7" name="Group 7"/>
          <p:cNvGrpSpPr/>
          <p:nvPr/>
        </p:nvGrpSpPr>
        <p:grpSpPr>
          <a:xfrm rot="-5400000">
            <a:off x="3997069" y="-11005002"/>
            <a:ext cx="2045233" cy="20947169"/>
            <a:chOff x="0" y="0"/>
            <a:chExt cx="538662" cy="5516950"/>
          </a:xfrm>
        </p:grpSpPr>
        <p:sp>
          <p:nvSpPr>
            <p:cNvPr id="8" name="Freeform 8"/>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F4F6FC"/>
            </a:solidFill>
          </p:spPr>
          <p:txBody>
            <a:bodyPr/>
            <a:lstStyle/>
            <a:p>
              <a:endParaRPr lang="es-GT"/>
            </a:p>
          </p:txBody>
        </p:sp>
        <p:sp>
          <p:nvSpPr>
            <p:cNvPr id="9" name="TextBox 9"/>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10" name="Group 10"/>
          <p:cNvGrpSpPr/>
          <p:nvPr/>
        </p:nvGrpSpPr>
        <p:grpSpPr>
          <a:xfrm rot="2700000">
            <a:off x="13734331" y="93713"/>
            <a:ext cx="4685776" cy="1567256"/>
            <a:chOff x="0" y="0"/>
            <a:chExt cx="1234114" cy="412775"/>
          </a:xfrm>
        </p:grpSpPr>
        <p:sp>
          <p:nvSpPr>
            <p:cNvPr id="11" name="Freeform 11"/>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050A30"/>
            </a:solidFill>
          </p:spPr>
          <p:txBody>
            <a:bodyPr/>
            <a:lstStyle/>
            <a:p>
              <a:endParaRPr lang="es-GT"/>
            </a:p>
          </p:txBody>
        </p:sp>
        <p:sp>
          <p:nvSpPr>
            <p:cNvPr id="12" name="TextBox 12"/>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3" name="Freeform 13"/>
          <p:cNvSpPr/>
          <p:nvPr/>
        </p:nvSpPr>
        <p:spPr>
          <a:xfrm rot="-10800000">
            <a:off x="14019925" y="-210928"/>
            <a:ext cx="5098075" cy="5098075"/>
          </a:xfrm>
          <a:custGeom>
            <a:avLst/>
            <a:gdLst/>
            <a:ahLst/>
            <a:cxnLst/>
            <a:rect l="l" t="t" r="r" b="b"/>
            <a:pathLst>
              <a:path w="5098075" h="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a:stretch>
          </a:blipFill>
        </p:spPr>
        <p:txBody>
          <a:bodyPr/>
          <a:lstStyle/>
          <a:p>
            <a:endParaRPr lang="es-GT"/>
          </a:p>
        </p:txBody>
      </p:sp>
      <p:grpSp>
        <p:nvGrpSpPr>
          <p:cNvPr id="14" name="Group 14"/>
          <p:cNvGrpSpPr/>
          <p:nvPr/>
        </p:nvGrpSpPr>
        <p:grpSpPr>
          <a:xfrm>
            <a:off x="1496536" y="3088121"/>
            <a:ext cx="6973192" cy="1667255"/>
            <a:chOff x="0" y="0"/>
            <a:chExt cx="1836561" cy="439112"/>
          </a:xfrm>
        </p:grpSpPr>
        <p:sp>
          <p:nvSpPr>
            <p:cNvPr id="15" name="Freeform 15"/>
            <p:cNvSpPr/>
            <p:nvPr/>
          </p:nvSpPr>
          <p:spPr>
            <a:xfrm>
              <a:off x="0" y="0"/>
              <a:ext cx="1836561" cy="439112"/>
            </a:xfrm>
            <a:custGeom>
              <a:avLst/>
              <a:gdLst/>
              <a:ahLst/>
              <a:cxnLst/>
              <a:rect l="l" t="t" r="r" b="b"/>
              <a:pathLst>
                <a:path w="1836561" h="439112">
                  <a:moveTo>
                    <a:pt x="56622" y="0"/>
                  </a:moveTo>
                  <a:lnTo>
                    <a:pt x="1779938" y="0"/>
                  </a:lnTo>
                  <a:cubicBezTo>
                    <a:pt x="1811210" y="0"/>
                    <a:pt x="1836561" y="25351"/>
                    <a:pt x="1836561" y="56622"/>
                  </a:cubicBezTo>
                  <a:lnTo>
                    <a:pt x="1836561" y="382490"/>
                  </a:lnTo>
                  <a:cubicBezTo>
                    <a:pt x="1836561" y="413762"/>
                    <a:pt x="1811210" y="439112"/>
                    <a:pt x="1779938" y="439112"/>
                  </a:cubicBezTo>
                  <a:lnTo>
                    <a:pt x="56622" y="439112"/>
                  </a:lnTo>
                  <a:cubicBezTo>
                    <a:pt x="25351" y="439112"/>
                    <a:pt x="0" y="413762"/>
                    <a:pt x="0" y="382490"/>
                  </a:cubicBezTo>
                  <a:lnTo>
                    <a:pt x="0" y="56622"/>
                  </a:lnTo>
                  <a:cubicBezTo>
                    <a:pt x="0" y="25351"/>
                    <a:pt x="25351" y="0"/>
                    <a:pt x="56622" y="0"/>
                  </a:cubicBezTo>
                  <a:close/>
                </a:path>
              </a:pathLst>
            </a:custGeom>
            <a:solidFill>
              <a:srgbClr val="F4F6FC"/>
            </a:solidFill>
          </p:spPr>
          <p:txBody>
            <a:bodyPr/>
            <a:lstStyle/>
            <a:p>
              <a:endParaRPr lang="es-GT"/>
            </a:p>
          </p:txBody>
        </p:sp>
        <p:sp>
          <p:nvSpPr>
            <p:cNvPr id="16" name="TextBox 16"/>
            <p:cNvSpPr txBox="1"/>
            <p:nvPr/>
          </p:nvSpPr>
          <p:spPr>
            <a:xfrm>
              <a:off x="0" y="-47625"/>
              <a:ext cx="1836561" cy="486737"/>
            </a:xfrm>
            <a:prstGeom prst="rect">
              <a:avLst/>
            </a:prstGeom>
          </p:spPr>
          <p:txBody>
            <a:bodyPr lIns="50800" tIns="50800" rIns="50800" bIns="50800" rtlCol="0" anchor="ctr"/>
            <a:lstStyle/>
            <a:p>
              <a:pPr algn="ctr">
                <a:lnSpc>
                  <a:spcPts val="3079"/>
                </a:lnSpc>
              </a:pPr>
              <a:endParaRPr/>
            </a:p>
          </p:txBody>
        </p:sp>
      </p:grpSp>
      <p:sp>
        <p:nvSpPr>
          <p:cNvPr id="17" name="TextBox 17"/>
          <p:cNvSpPr txBox="1"/>
          <p:nvPr/>
        </p:nvSpPr>
        <p:spPr>
          <a:xfrm>
            <a:off x="12502616" y="8931275"/>
            <a:ext cx="4756684" cy="327025"/>
          </a:xfrm>
          <a:prstGeom prst="rect">
            <a:avLst/>
          </a:prstGeom>
        </p:spPr>
        <p:txBody>
          <a:bodyPr lIns="0" tIns="0" rIns="0" bIns="0" rtlCol="0" anchor="t">
            <a:spAutoFit/>
          </a:bodyPr>
          <a:lstStyle/>
          <a:p>
            <a:pPr marL="0" lvl="0" indent="0" algn="just">
              <a:lnSpc>
                <a:spcPts val="2600"/>
              </a:lnSpc>
              <a:spcBef>
                <a:spcPct val="0"/>
              </a:spcBef>
            </a:pPr>
            <a:r>
              <a:rPr lang="en-US" sz="2000" b="1">
                <a:solidFill>
                  <a:srgbClr val="F4F6FC"/>
                </a:solidFill>
                <a:latin typeface="HK Grotesk Medium"/>
                <a:ea typeface="HK Grotesk Medium"/>
                <a:cs typeface="HK Grotesk Medium"/>
                <a:sym typeface="HK Grotesk Medium"/>
              </a:rPr>
              <a:t>Elaborado por: Robin Omar Buezo Díaz</a:t>
            </a:r>
          </a:p>
        </p:txBody>
      </p:sp>
      <p:sp>
        <p:nvSpPr>
          <p:cNvPr id="18" name="TextBox 18"/>
          <p:cNvSpPr txBox="1"/>
          <p:nvPr/>
        </p:nvSpPr>
        <p:spPr>
          <a:xfrm>
            <a:off x="1897451" y="3219978"/>
            <a:ext cx="6301619" cy="1287146"/>
          </a:xfrm>
          <a:prstGeom prst="rect">
            <a:avLst/>
          </a:prstGeom>
        </p:spPr>
        <p:txBody>
          <a:bodyPr lIns="0" tIns="0" rIns="0" bIns="0" rtlCol="0" anchor="t">
            <a:spAutoFit/>
          </a:bodyPr>
          <a:lstStyle/>
          <a:p>
            <a:pPr algn="ctr">
              <a:lnSpc>
                <a:spcPts val="5179"/>
              </a:lnSpc>
              <a:spcBef>
                <a:spcPct val="0"/>
              </a:spcBef>
            </a:pPr>
            <a:r>
              <a:rPr lang="en-US" sz="3699" b="1">
                <a:solidFill>
                  <a:srgbClr val="222222"/>
                </a:solidFill>
                <a:latin typeface="HK Grotesk Bold"/>
                <a:ea typeface="HK Grotesk Bold"/>
                <a:cs typeface="HK Grotesk Bold"/>
                <a:sym typeface="HK Grotesk Bold"/>
              </a:rPr>
              <a:t>Se alinea con el paradigma declarativo</a:t>
            </a:r>
          </a:p>
        </p:txBody>
      </p:sp>
      <p:grpSp>
        <p:nvGrpSpPr>
          <p:cNvPr id="19" name="Group 19"/>
          <p:cNvGrpSpPr/>
          <p:nvPr/>
        </p:nvGrpSpPr>
        <p:grpSpPr>
          <a:xfrm>
            <a:off x="10033443" y="3088121"/>
            <a:ext cx="7070545" cy="1667255"/>
            <a:chOff x="0" y="0"/>
            <a:chExt cx="1862201" cy="439112"/>
          </a:xfrm>
        </p:grpSpPr>
        <p:sp>
          <p:nvSpPr>
            <p:cNvPr id="20" name="Freeform 20"/>
            <p:cNvSpPr/>
            <p:nvPr/>
          </p:nvSpPr>
          <p:spPr>
            <a:xfrm>
              <a:off x="0" y="0"/>
              <a:ext cx="1862201" cy="439112"/>
            </a:xfrm>
            <a:custGeom>
              <a:avLst/>
              <a:gdLst/>
              <a:ahLst/>
              <a:cxnLst/>
              <a:rect l="l" t="t" r="r" b="b"/>
              <a:pathLst>
                <a:path w="1862201" h="439112">
                  <a:moveTo>
                    <a:pt x="55843" y="0"/>
                  </a:moveTo>
                  <a:lnTo>
                    <a:pt x="1806359" y="0"/>
                  </a:lnTo>
                  <a:cubicBezTo>
                    <a:pt x="1821169" y="0"/>
                    <a:pt x="1835373" y="5883"/>
                    <a:pt x="1845845" y="16356"/>
                  </a:cubicBezTo>
                  <a:cubicBezTo>
                    <a:pt x="1856318" y="26828"/>
                    <a:pt x="1862201" y="41032"/>
                    <a:pt x="1862201" y="55843"/>
                  </a:cubicBezTo>
                  <a:lnTo>
                    <a:pt x="1862201" y="383270"/>
                  </a:lnTo>
                  <a:cubicBezTo>
                    <a:pt x="1862201" y="398080"/>
                    <a:pt x="1856318" y="412284"/>
                    <a:pt x="1845845" y="422756"/>
                  </a:cubicBezTo>
                  <a:cubicBezTo>
                    <a:pt x="1835373" y="433229"/>
                    <a:pt x="1821169" y="439112"/>
                    <a:pt x="1806359" y="439112"/>
                  </a:cubicBezTo>
                  <a:lnTo>
                    <a:pt x="55843" y="439112"/>
                  </a:lnTo>
                  <a:cubicBezTo>
                    <a:pt x="41032" y="439112"/>
                    <a:pt x="26828" y="433229"/>
                    <a:pt x="16356" y="422756"/>
                  </a:cubicBezTo>
                  <a:cubicBezTo>
                    <a:pt x="5883" y="412284"/>
                    <a:pt x="0" y="398080"/>
                    <a:pt x="0" y="383270"/>
                  </a:cubicBezTo>
                  <a:lnTo>
                    <a:pt x="0" y="55843"/>
                  </a:lnTo>
                  <a:cubicBezTo>
                    <a:pt x="0" y="41032"/>
                    <a:pt x="5883" y="26828"/>
                    <a:pt x="16356" y="16356"/>
                  </a:cubicBezTo>
                  <a:cubicBezTo>
                    <a:pt x="26828" y="5883"/>
                    <a:pt x="41032" y="0"/>
                    <a:pt x="55843" y="0"/>
                  </a:cubicBezTo>
                  <a:close/>
                </a:path>
              </a:pathLst>
            </a:custGeom>
            <a:solidFill>
              <a:srgbClr val="F4F6FC"/>
            </a:solidFill>
          </p:spPr>
          <p:txBody>
            <a:bodyPr/>
            <a:lstStyle/>
            <a:p>
              <a:endParaRPr lang="es-GT"/>
            </a:p>
          </p:txBody>
        </p:sp>
        <p:sp>
          <p:nvSpPr>
            <p:cNvPr id="21" name="TextBox 21"/>
            <p:cNvSpPr txBox="1"/>
            <p:nvPr/>
          </p:nvSpPr>
          <p:spPr>
            <a:xfrm>
              <a:off x="0" y="-47625"/>
              <a:ext cx="1862201" cy="486737"/>
            </a:xfrm>
            <a:prstGeom prst="rect">
              <a:avLst/>
            </a:prstGeom>
          </p:spPr>
          <p:txBody>
            <a:bodyPr lIns="50800" tIns="50800" rIns="50800" bIns="50800" rtlCol="0" anchor="ctr"/>
            <a:lstStyle/>
            <a:p>
              <a:pPr algn="ctr">
                <a:lnSpc>
                  <a:spcPts val="3079"/>
                </a:lnSpc>
              </a:pPr>
              <a:endParaRPr/>
            </a:p>
          </p:txBody>
        </p:sp>
      </p:grpSp>
      <p:sp>
        <p:nvSpPr>
          <p:cNvPr id="22" name="TextBox 22"/>
          <p:cNvSpPr txBox="1"/>
          <p:nvPr/>
        </p:nvSpPr>
        <p:spPr>
          <a:xfrm>
            <a:off x="10417906" y="3219978"/>
            <a:ext cx="6301619" cy="1287146"/>
          </a:xfrm>
          <a:prstGeom prst="rect">
            <a:avLst/>
          </a:prstGeom>
        </p:spPr>
        <p:txBody>
          <a:bodyPr lIns="0" tIns="0" rIns="0" bIns="0" rtlCol="0" anchor="t">
            <a:spAutoFit/>
          </a:bodyPr>
          <a:lstStyle/>
          <a:p>
            <a:pPr algn="ctr">
              <a:lnSpc>
                <a:spcPts val="5179"/>
              </a:lnSpc>
              <a:spcBef>
                <a:spcPct val="0"/>
              </a:spcBef>
            </a:pPr>
            <a:r>
              <a:rPr lang="en-US" sz="3699" b="1">
                <a:solidFill>
                  <a:srgbClr val="222222"/>
                </a:solidFill>
                <a:latin typeface="HK Grotesk Bold"/>
                <a:ea typeface="HK Grotesk Bold"/>
                <a:cs typeface="HK Grotesk Bold"/>
                <a:sym typeface="HK Grotesk Bold"/>
              </a:rPr>
              <a:t>Permite expresar soluciones elegantes y concisas</a:t>
            </a:r>
          </a:p>
        </p:txBody>
      </p:sp>
      <p:grpSp>
        <p:nvGrpSpPr>
          <p:cNvPr id="23" name="Group 23"/>
          <p:cNvGrpSpPr/>
          <p:nvPr/>
        </p:nvGrpSpPr>
        <p:grpSpPr>
          <a:xfrm>
            <a:off x="5657404" y="6096223"/>
            <a:ext cx="6973192" cy="1667255"/>
            <a:chOff x="0" y="0"/>
            <a:chExt cx="1836561" cy="439112"/>
          </a:xfrm>
        </p:grpSpPr>
        <p:sp>
          <p:nvSpPr>
            <p:cNvPr id="24" name="Freeform 24"/>
            <p:cNvSpPr/>
            <p:nvPr/>
          </p:nvSpPr>
          <p:spPr>
            <a:xfrm>
              <a:off x="0" y="0"/>
              <a:ext cx="1836561" cy="439112"/>
            </a:xfrm>
            <a:custGeom>
              <a:avLst/>
              <a:gdLst/>
              <a:ahLst/>
              <a:cxnLst/>
              <a:rect l="l" t="t" r="r" b="b"/>
              <a:pathLst>
                <a:path w="1836561" h="439112">
                  <a:moveTo>
                    <a:pt x="56622" y="0"/>
                  </a:moveTo>
                  <a:lnTo>
                    <a:pt x="1779938" y="0"/>
                  </a:lnTo>
                  <a:cubicBezTo>
                    <a:pt x="1811210" y="0"/>
                    <a:pt x="1836561" y="25351"/>
                    <a:pt x="1836561" y="56622"/>
                  </a:cubicBezTo>
                  <a:lnTo>
                    <a:pt x="1836561" y="382490"/>
                  </a:lnTo>
                  <a:cubicBezTo>
                    <a:pt x="1836561" y="413762"/>
                    <a:pt x="1811210" y="439112"/>
                    <a:pt x="1779938" y="439112"/>
                  </a:cubicBezTo>
                  <a:lnTo>
                    <a:pt x="56622" y="439112"/>
                  </a:lnTo>
                  <a:cubicBezTo>
                    <a:pt x="25351" y="439112"/>
                    <a:pt x="0" y="413762"/>
                    <a:pt x="0" y="382490"/>
                  </a:cubicBezTo>
                  <a:lnTo>
                    <a:pt x="0" y="56622"/>
                  </a:lnTo>
                  <a:cubicBezTo>
                    <a:pt x="0" y="25351"/>
                    <a:pt x="25351" y="0"/>
                    <a:pt x="56622" y="0"/>
                  </a:cubicBezTo>
                  <a:close/>
                </a:path>
              </a:pathLst>
            </a:custGeom>
            <a:solidFill>
              <a:srgbClr val="F4F6FC"/>
            </a:solidFill>
          </p:spPr>
          <p:txBody>
            <a:bodyPr/>
            <a:lstStyle/>
            <a:p>
              <a:endParaRPr lang="es-GT"/>
            </a:p>
          </p:txBody>
        </p:sp>
        <p:sp>
          <p:nvSpPr>
            <p:cNvPr id="25" name="TextBox 25"/>
            <p:cNvSpPr txBox="1"/>
            <p:nvPr/>
          </p:nvSpPr>
          <p:spPr>
            <a:xfrm>
              <a:off x="0" y="-47625"/>
              <a:ext cx="1836561" cy="486737"/>
            </a:xfrm>
            <a:prstGeom prst="rect">
              <a:avLst/>
            </a:prstGeom>
          </p:spPr>
          <p:txBody>
            <a:bodyPr lIns="50800" tIns="50800" rIns="50800" bIns="50800" rtlCol="0" anchor="ctr"/>
            <a:lstStyle/>
            <a:p>
              <a:pPr algn="ctr">
                <a:lnSpc>
                  <a:spcPts val="3079"/>
                </a:lnSpc>
              </a:pPr>
              <a:endParaRPr/>
            </a:p>
          </p:txBody>
        </p:sp>
      </p:grpSp>
      <p:sp>
        <p:nvSpPr>
          <p:cNvPr id="26" name="TextBox 26"/>
          <p:cNvSpPr txBox="1"/>
          <p:nvPr/>
        </p:nvSpPr>
        <p:spPr>
          <a:xfrm>
            <a:off x="6058320" y="6228080"/>
            <a:ext cx="6301619" cy="1287146"/>
          </a:xfrm>
          <a:prstGeom prst="rect">
            <a:avLst/>
          </a:prstGeom>
        </p:spPr>
        <p:txBody>
          <a:bodyPr lIns="0" tIns="0" rIns="0" bIns="0" rtlCol="0" anchor="t">
            <a:spAutoFit/>
          </a:bodyPr>
          <a:lstStyle/>
          <a:p>
            <a:pPr algn="ctr">
              <a:lnSpc>
                <a:spcPts val="5179"/>
              </a:lnSpc>
              <a:spcBef>
                <a:spcPct val="0"/>
              </a:spcBef>
            </a:pPr>
            <a:r>
              <a:rPr lang="en-US" sz="3699" b="1">
                <a:solidFill>
                  <a:srgbClr val="222222"/>
                </a:solidFill>
                <a:latin typeface="HK Grotesk Bold"/>
                <a:ea typeface="HK Grotesk Bold"/>
                <a:cs typeface="HK Grotesk Bold"/>
                <a:sym typeface="HK Grotesk Bold"/>
              </a:rPr>
              <a:t>Facilita el procesamiento de listas y estructuras anidadas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sp>
        <p:nvSpPr>
          <p:cNvPr id="3" name="TextBox 3"/>
          <p:cNvSpPr txBox="1"/>
          <p:nvPr/>
        </p:nvSpPr>
        <p:spPr>
          <a:xfrm>
            <a:off x="1477486" y="1222573"/>
            <a:ext cx="15333028" cy="923925"/>
          </a:xfrm>
          <a:prstGeom prst="rect">
            <a:avLst/>
          </a:prstGeom>
        </p:spPr>
        <p:txBody>
          <a:bodyPr lIns="0" tIns="0" rIns="0" bIns="0" rtlCol="0" anchor="t">
            <a:spAutoFit/>
          </a:bodyPr>
          <a:lstStyle/>
          <a:p>
            <a:pPr algn="ctr">
              <a:lnSpc>
                <a:spcPts val="7200"/>
              </a:lnSpc>
            </a:pPr>
            <a:r>
              <a:rPr lang="en-US" sz="6000" b="1">
                <a:solidFill>
                  <a:srgbClr val="F4F6FC"/>
                </a:solidFill>
                <a:latin typeface="HK Grotesk Bold"/>
                <a:ea typeface="HK Grotesk Bold"/>
                <a:cs typeface="HK Grotesk Bold"/>
                <a:sym typeface="HK Grotesk Bold"/>
              </a:rPr>
              <a:t>¿Cuándo usar recursión de cola?</a:t>
            </a:r>
          </a:p>
        </p:txBody>
      </p:sp>
      <p:grpSp>
        <p:nvGrpSpPr>
          <p:cNvPr id="4" name="Group 4"/>
          <p:cNvGrpSpPr/>
          <p:nvPr/>
        </p:nvGrpSpPr>
        <p:grpSpPr>
          <a:xfrm rot="-5400000">
            <a:off x="6186162" y="2511196"/>
            <a:ext cx="6818207" cy="20947169"/>
            <a:chOff x="0" y="0"/>
            <a:chExt cx="1795742" cy="5516950"/>
          </a:xfrm>
        </p:grpSpPr>
        <p:sp>
          <p:nvSpPr>
            <p:cNvPr id="5" name="Freeform 5"/>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F4F6FC"/>
            </a:solidFill>
          </p:spPr>
          <p:txBody>
            <a:bodyPr/>
            <a:lstStyle/>
            <a:p>
              <a:endParaRPr lang="es-GT"/>
            </a:p>
          </p:txBody>
        </p:sp>
        <p:sp>
          <p:nvSpPr>
            <p:cNvPr id="6" name="TextBox 6"/>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7" name="Group 7"/>
          <p:cNvGrpSpPr/>
          <p:nvPr/>
        </p:nvGrpSpPr>
        <p:grpSpPr>
          <a:xfrm rot="-5400000">
            <a:off x="3997069" y="-11005002"/>
            <a:ext cx="2045233" cy="20947169"/>
            <a:chOff x="0" y="0"/>
            <a:chExt cx="538662" cy="5516950"/>
          </a:xfrm>
        </p:grpSpPr>
        <p:sp>
          <p:nvSpPr>
            <p:cNvPr id="8" name="Freeform 8"/>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F4F6FC"/>
            </a:solidFill>
          </p:spPr>
          <p:txBody>
            <a:bodyPr/>
            <a:lstStyle/>
            <a:p>
              <a:endParaRPr lang="es-GT"/>
            </a:p>
          </p:txBody>
        </p:sp>
        <p:sp>
          <p:nvSpPr>
            <p:cNvPr id="9" name="TextBox 9"/>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10" name="Group 10"/>
          <p:cNvGrpSpPr/>
          <p:nvPr/>
        </p:nvGrpSpPr>
        <p:grpSpPr>
          <a:xfrm rot="2700000">
            <a:off x="13734331" y="93713"/>
            <a:ext cx="4685776" cy="1567256"/>
            <a:chOff x="0" y="0"/>
            <a:chExt cx="1234114" cy="412775"/>
          </a:xfrm>
        </p:grpSpPr>
        <p:sp>
          <p:nvSpPr>
            <p:cNvPr id="11" name="Freeform 11"/>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050A30"/>
            </a:solidFill>
          </p:spPr>
          <p:txBody>
            <a:bodyPr/>
            <a:lstStyle/>
            <a:p>
              <a:endParaRPr lang="es-GT"/>
            </a:p>
          </p:txBody>
        </p:sp>
        <p:sp>
          <p:nvSpPr>
            <p:cNvPr id="12" name="TextBox 12"/>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3" name="Freeform 13"/>
          <p:cNvSpPr/>
          <p:nvPr/>
        </p:nvSpPr>
        <p:spPr>
          <a:xfrm rot="-10800000">
            <a:off x="14019925" y="-210928"/>
            <a:ext cx="5098075" cy="5098075"/>
          </a:xfrm>
          <a:custGeom>
            <a:avLst/>
            <a:gdLst/>
            <a:ahLst/>
            <a:cxnLst/>
            <a:rect l="l" t="t" r="r" b="b"/>
            <a:pathLst>
              <a:path w="5098075" h="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a:stretch>
          </a:blipFill>
        </p:spPr>
        <p:txBody>
          <a:bodyPr/>
          <a:lstStyle/>
          <a:p>
            <a:endParaRPr lang="es-GT"/>
          </a:p>
        </p:txBody>
      </p:sp>
      <p:grpSp>
        <p:nvGrpSpPr>
          <p:cNvPr id="14" name="Group 14"/>
          <p:cNvGrpSpPr/>
          <p:nvPr/>
        </p:nvGrpSpPr>
        <p:grpSpPr>
          <a:xfrm>
            <a:off x="1496536" y="3088121"/>
            <a:ext cx="6973192" cy="2202699"/>
            <a:chOff x="0" y="0"/>
            <a:chExt cx="1836561" cy="580135"/>
          </a:xfrm>
        </p:grpSpPr>
        <p:sp>
          <p:nvSpPr>
            <p:cNvPr id="15" name="Freeform 15"/>
            <p:cNvSpPr/>
            <p:nvPr/>
          </p:nvSpPr>
          <p:spPr>
            <a:xfrm>
              <a:off x="0" y="0"/>
              <a:ext cx="1836561" cy="580135"/>
            </a:xfrm>
            <a:custGeom>
              <a:avLst/>
              <a:gdLst/>
              <a:ahLst/>
              <a:cxnLst/>
              <a:rect l="l" t="t" r="r" b="b"/>
              <a:pathLst>
                <a:path w="1836561" h="580135">
                  <a:moveTo>
                    <a:pt x="56622" y="0"/>
                  </a:moveTo>
                  <a:lnTo>
                    <a:pt x="1779938" y="0"/>
                  </a:lnTo>
                  <a:cubicBezTo>
                    <a:pt x="1811210" y="0"/>
                    <a:pt x="1836561" y="25351"/>
                    <a:pt x="1836561" y="56622"/>
                  </a:cubicBezTo>
                  <a:lnTo>
                    <a:pt x="1836561" y="523512"/>
                  </a:lnTo>
                  <a:cubicBezTo>
                    <a:pt x="1836561" y="554784"/>
                    <a:pt x="1811210" y="580135"/>
                    <a:pt x="1779938" y="580135"/>
                  </a:cubicBezTo>
                  <a:lnTo>
                    <a:pt x="56622" y="580135"/>
                  </a:lnTo>
                  <a:cubicBezTo>
                    <a:pt x="25351" y="580135"/>
                    <a:pt x="0" y="554784"/>
                    <a:pt x="0" y="523512"/>
                  </a:cubicBezTo>
                  <a:lnTo>
                    <a:pt x="0" y="56622"/>
                  </a:lnTo>
                  <a:cubicBezTo>
                    <a:pt x="0" y="25351"/>
                    <a:pt x="25351" y="0"/>
                    <a:pt x="56622" y="0"/>
                  </a:cubicBezTo>
                  <a:close/>
                </a:path>
              </a:pathLst>
            </a:custGeom>
            <a:solidFill>
              <a:srgbClr val="F4F6FC"/>
            </a:solidFill>
          </p:spPr>
          <p:txBody>
            <a:bodyPr/>
            <a:lstStyle/>
            <a:p>
              <a:endParaRPr lang="es-GT"/>
            </a:p>
          </p:txBody>
        </p:sp>
        <p:sp>
          <p:nvSpPr>
            <p:cNvPr id="16" name="TextBox 16"/>
            <p:cNvSpPr txBox="1"/>
            <p:nvPr/>
          </p:nvSpPr>
          <p:spPr>
            <a:xfrm>
              <a:off x="0" y="-47625"/>
              <a:ext cx="1836561" cy="627760"/>
            </a:xfrm>
            <a:prstGeom prst="rect">
              <a:avLst/>
            </a:prstGeom>
          </p:spPr>
          <p:txBody>
            <a:bodyPr lIns="50800" tIns="50800" rIns="50800" bIns="50800" rtlCol="0" anchor="ctr"/>
            <a:lstStyle/>
            <a:p>
              <a:pPr algn="ctr">
                <a:lnSpc>
                  <a:spcPts val="3079"/>
                </a:lnSpc>
              </a:pPr>
              <a:endParaRPr/>
            </a:p>
          </p:txBody>
        </p:sp>
      </p:grpSp>
      <p:sp>
        <p:nvSpPr>
          <p:cNvPr id="17" name="TextBox 17"/>
          <p:cNvSpPr txBox="1"/>
          <p:nvPr/>
        </p:nvSpPr>
        <p:spPr>
          <a:xfrm>
            <a:off x="12502616" y="8931275"/>
            <a:ext cx="4756684" cy="327025"/>
          </a:xfrm>
          <a:prstGeom prst="rect">
            <a:avLst/>
          </a:prstGeom>
        </p:spPr>
        <p:txBody>
          <a:bodyPr lIns="0" tIns="0" rIns="0" bIns="0" rtlCol="0" anchor="t">
            <a:spAutoFit/>
          </a:bodyPr>
          <a:lstStyle/>
          <a:p>
            <a:pPr marL="0" lvl="0" indent="0" algn="just">
              <a:lnSpc>
                <a:spcPts val="2600"/>
              </a:lnSpc>
              <a:spcBef>
                <a:spcPct val="0"/>
              </a:spcBef>
            </a:pPr>
            <a:r>
              <a:rPr lang="en-US" sz="2000" b="1">
                <a:solidFill>
                  <a:srgbClr val="F4F6FC"/>
                </a:solidFill>
                <a:latin typeface="HK Grotesk Medium"/>
                <a:ea typeface="HK Grotesk Medium"/>
                <a:cs typeface="HK Grotesk Medium"/>
                <a:sym typeface="HK Grotesk Medium"/>
              </a:rPr>
              <a:t>Elaborado por: Robin Omar Buezo Díaz</a:t>
            </a:r>
          </a:p>
        </p:txBody>
      </p:sp>
      <p:sp>
        <p:nvSpPr>
          <p:cNvPr id="18" name="TextBox 18"/>
          <p:cNvSpPr txBox="1"/>
          <p:nvPr/>
        </p:nvSpPr>
        <p:spPr>
          <a:xfrm>
            <a:off x="1897451" y="3219978"/>
            <a:ext cx="6301619" cy="1944371"/>
          </a:xfrm>
          <a:prstGeom prst="rect">
            <a:avLst/>
          </a:prstGeom>
        </p:spPr>
        <p:txBody>
          <a:bodyPr lIns="0" tIns="0" rIns="0" bIns="0" rtlCol="0" anchor="t">
            <a:spAutoFit/>
          </a:bodyPr>
          <a:lstStyle/>
          <a:p>
            <a:pPr algn="ctr">
              <a:lnSpc>
                <a:spcPts val="5179"/>
              </a:lnSpc>
              <a:spcBef>
                <a:spcPct val="0"/>
              </a:spcBef>
            </a:pPr>
            <a:r>
              <a:rPr lang="en-US" sz="3699" b="1">
                <a:solidFill>
                  <a:srgbClr val="222222"/>
                </a:solidFill>
                <a:latin typeface="HK Grotesk Bold"/>
                <a:ea typeface="HK Grotesk Bold"/>
                <a:cs typeface="HK Grotesk Bold"/>
                <a:sym typeface="HK Grotesk Bold"/>
              </a:rPr>
              <a:t>Al procesar grandes volúmenes de datos o listas extensas.</a:t>
            </a:r>
          </a:p>
        </p:txBody>
      </p:sp>
      <p:grpSp>
        <p:nvGrpSpPr>
          <p:cNvPr id="19" name="Group 19"/>
          <p:cNvGrpSpPr/>
          <p:nvPr/>
        </p:nvGrpSpPr>
        <p:grpSpPr>
          <a:xfrm>
            <a:off x="10033443" y="3088121"/>
            <a:ext cx="7070545" cy="2202699"/>
            <a:chOff x="0" y="0"/>
            <a:chExt cx="1862201" cy="580135"/>
          </a:xfrm>
        </p:grpSpPr>
        <p:sp>
          <p:nvSpPr>
            <p:cNvPr id="20" name="Freeform 20"/>
            <p:cNvSpPr/>
            <p:nvPr/>
          </p:nvSpPr>
          <p:spPr>
            <a:xfrm>
              <a:off x="0" y="0"/>
              <a:ext cx="1862201" cy="580135"/>
            </a:xfrm>
            <a:custGeom>
              <a:avLst/>
              <a:gdLst/>
              <a:ahLst/>
              <a:cxnLst/>
              <a:rect l="l" t="t" r="r" b="b"/>
              <a:pathLst>
                <a:path w="1862201" h="580135">
                  <a:moveTo>
                    <a:pt x="55843" y="0"/>
                  </a:moveTo>
                  <a:lnTo>
                    <a:pt x="1806359" y="0"/>
                  </a:lnTo>
                  <a:cubicBezTo>
                    <a:pt x="1821169" y="0"/>
                    <a:pt x="1835373" y="5883"/>
                    <a:pt x="1845845" y="16356"/>
                  </a:cubicBezTo>
                  <a:cubicBezTo>
                    <a:pt x="1856318" y="26828"/>
                    <a:pt x="1862201" y="41032"/>
                    <a:pt x="1862201" y="55843"/>
                  </a:cubicBezTo>
                  <a:lnTo>
                    <a:pt x="1862201" y="524292"/>
                  </a:lnTo>
                  <a:cubicBezTo>
                    <a:pt x="1862201" y="539102"/>
                    <a:pt x="1856318" y="553306"/>
                    <a:pt x="1845845" y="563779"/>
                  </a:cubicBezTo>
                  <a:cubicBezTo>
                    <a:pt x="1835373" y="574251"/>
                    <a:pt x="1821169" y="580135"/>
                    <a:pt x="1806359" y="580135"/>
                  </a:cubicBezTo>
                  <a:lnTo>
                    <a:pt x="55843" y="580135"/>
                  </a:lnTo>
                  <a:cubicBezTo>
                    <a:pt x="41032" y="580135"/>
                    <a:pt x="26828" y="574251"/>
                    <a:pt x="16356" y="563779"/>
                  </a:cubicBezTo>
                  <a:cubicBezTo>
                    <a:pt x="5883" y="553306"/>
                    <a:pt x="0" y="539102"/>
                    <a:pt x="0" y="524292"/>
                  </a:cubicBezTo>
                  <a:lnTo>
                    <a:pt x="0" y="55843"/>
                  </a:lnTo>
                  <a:cubicBezTo>
                    <a:pt x="0" y="41032"/>
                    <a:pt x="5883" y="26828"/>
                    <a:pt x="16356" y="16356"/>
                  </a:cubicBezTo>
                  <a:cubicBezTo>
                    <a:pt x="26828" y="5883"/>
                    <a:pt x="41032" y="0"/>
                    <a:pt x="55843" y="0"/>
                  </a:cubicBezTo>
                  <a:close/>
                </a:path>
              </a:pathLst>
            </a:custGeom>
            <a:solidFill>
              <a:srgbClr val="F4F6FC"/>
            </a:solidFill>
          </p:spPr>
          <p:txBody>
            <a:bodyPr/>
            <a:lstStyle/>
            <a:p>
              <a:endParaRPr lang="es-GT"/>
            </a:p>
          </p:txBody>
        </p:sp>
        <p:sp>
          <p:nvSpPr>
            <p:cNvPr id="21" name="TextBox 21"/>
            <p:cNvSpPr txBox="1"/>
            <p:nvPr/>
          </p:nvSpPr>
          <p:spPr>
            <a:xfrm>
              <a:off x="0" y="-47625"/>
              <a:ext cx="1862201" cy="627760"/>
            </a:xfrm>
            <a:prstGeom prst="rect">
              <a:avLst/>
            </a:prstGeom>
          </p:spPr>
          <p:txBody>
            <a:bodyPr lIns="50800" tIns="50800" rIns="50800" bIns="50800" rtlCol="0" anchor="ctr"/>
            <a:lstStyle/>
            <a:p>
              <a:pPr algn="ctr">
                <a:lnSpc>
                  <a:spcPts val="3079"/>
                </a:lnSpc>
              </a:pPr>
              <a:endParaRPr/>
            </a:p>
          </p:txBody>
        </p:sp>
      </p:grpSp>
      <p:sp>
        <p:nvSpPr>
          <p:cNvPr id="22" name="TextBox 22"/>
          <p:cNvSpPr txBox="1"/>
          <p:nvPr/>
        </p:nvSpPr>
        <p:spPr>
          <a:xfrm>
            <a:off x="10417906" y="3548590"/>
            <a:ext cx="6301619" cy="1287146"/>
          </a:xfrm>
          <a:prstGeom prst="rect">
            <a:avLst/>
          </a:prstGeom>
        </p:spPr>
        <p:txBody>
          <a:bodyPr lIns="0" tIns="0" rIns="0" bIns="0" rtlCol="0" anchor="t">
            <a:spAutoFit/>
          </a:bodyPr>
          <a:lstStyle/>
          <a:p>
            <a:pPr algn="ctr">
              <a:lnSpc>
                <a:spcPts val="5179"/>
              </a:lnSpc>
              <a:spcBef>
                <a:spcPct val="0"/>
              </a:spcBef>
            </a:pPr>
            <a:r>
              <a:rPr lang="en-US" sz="3699" b="1">
                <a:solidFill>
                  <a:srgbClr val="222222"/>
                </a:solidFill>
                <a:latin typeface="HK Grotesk Bold"/>
                <a:ea typeface="HK Grotesk Bold"/>
                <a:cs typeface="HK Grotesk Bold"/>
                <a:sym typeface="HK Grotesk Bold"/>
              </a:rPr>
              <a:t>Para evitar el uso excesivo de pila.</a:t>
            </a:r>
          </a:p>
        </p:txBody>
      </p:sp>
      <p:grpSp>
        <p:nvGrpSpPr>
          <p:cNvPr id="23" name="Group 23"/>
          <p:cNvGrpSpPr/>
          <p:nvPr/>
        </p:nvGrpSpPr>
        <p:grpSpPr>
          <a:xfrm>
            <a:off x="5657404" y="6096223"/>
            <a:ext cx="6973192" cy="2173581"/>
            <a:chOff x="0" y="0"/>
            <a:chExt cx="1836561" cy="572466"/>
          </a:xfrm>
        </p:grpSpPr>
        <p:sp>
          <p:nvSpPr>
            <p:cNvPr id="24" name="Freeform 24"/>
            <p:cNvSpPr/>
            <p:nvPr/>
          </p:nvSpPr>
          <p:spPr>
            <a:xfrm>
              <a:off x="0" y="0"/>
              <a:ext cx="1836561" cy="572466"/>
            </a:xfrm>
            <a:custGeom>
              <a:avLst/>
              <a:gdLst/>
              <a:ahLst/>
              <a:cxnLst/>
              <a:rect l="l" t="t" r="r" b="b"/>
              <a:pathLst>
                <a:path w="1836561" h="572466">
                  <a:moveTo>
                    <a:pt x="56622" y="0"/>
                  </a:moveTo>
                  <a:lnTo>
                    <a:pt x="1779938" y="0"/>
                  </a:lnTo>
                  <a:cubicBezTo>
                    <a:pt x="1811210" y="0"/>
                    <a:pt x="1836561" y="25351"/>
                    <a:pt x="1836561" y="56622"/>
                  </a:cubicBezTo>
                  <a:lnTo>
                    <a:pt x="1836561" y="515844"/>
                  </a:lnTo>
                  <a:cubicBezTo>
                    <a:pt x="1836561" y="547115"/>
                    <a:pt x="1811210" y="572466"/>
                    <a:pt x="1779938" y="572466"/>
                  </a:cubicBezTo>
                  <a:lnTo>
                    <a:pt x="56622" y="572466"/>
                  </a:lnTo>
                  <a:cubicBezTo>
                    <a:pt x="25351" y="572466"/>
                    <a:pt x="0" y="547115"/>
                    <a:pt x="0" y="515844"/>
                  </a:cubicBezTo>
                  <a:lnTo>
                    <a:pt x="0" y="56622"/>
                  </a:lnTo>
                  <a:cubicBezTo>
                    <a:pt x="0" y="25351"/>
                    <a:pt x="25351" y="0"/>
                    <a:pt x="56622" y="0"/>
                  </a:cubicBezTo>
                  <a:close/>
                </a:path>
              </a:pathLst>
            </a:custGeom>
            <a:solidFill>
              <a:srgbClr val="F4F6FC"/>
            </a:solidFill>
          </p:spPr>
          <p:txBody>
            <a:bodyPr/>
            <a:lstStyle/>
            <a:p>
              <a:endParaRPr lang="es-GT"/>
            </a:p>
          </p:txBody>
        </p:sp>
        <p:sp>
          <p:nvSpPr>
            <p:cNvPr id="25" name="TextBox 25"/>
            <p:cNvSpPr txBox="1"/>
            <p:nvPr/>
          </p:nvSpPr>
          <p:spPr>
            <a:xfrm>
              <a:off x="0" y="-47625"/>
              <a:ext cx="1836561" cy="620091"/>
            </a:xfrm>
            <a:prstGeom prst="rect">
              <a:avLst/>
            </a:prstGeom>
          </p:spPr>
          <p:txBody>
            <a:bodyPr lIns="50800" tIns="50800" rIns="50800" bIns="50800" rtlCol="0" anchor="ctr"/>
            <a:lstStyle/>
            <a:p>
              <a:pPr algn="ctr">
                <a:lnSpc>
                  <a:spcPts val="3079"/>
                </a:lnSpc>
              </a:pPr>
              <a:endParaRPr/>
            </a:p>
          </p:txBody>
        </p:sp>
      </p:grpSp>
      <p:sp>
        <p:nvSpPr>
          <p:cNvPr id="26" name="TextBox 26"/>
          <p:cNvSpPr txBox="1"/>
          <p:nvPr/>
        </p:nvSpPr>
        <p:spPr>
          <a:xfrm>
            <a:off x="6058320" y="6228080"/>
            <a:ext cx="6301619" cy="1944371"/>
          </a:xfrm>
          <a:prstGeom prst="rect">
            <a:avLst/>
          </a:prstGeom>
        </p:spPr>
        <p:txBody>
          <a:bodyPr lIns="0" tIns="0" rIns="0" bIns="0" rtlCol="0" anchor="t">
            <a:spAutoFit/>
          </a:bodyPr>
          <a:lstStyle/>
          <a:p>
            <a:pPr algn="ctr">
              <a:lnSpc>
                <a:spcPts val="5179"/>
              </a:lnSpc>
              <a:spcBef>
                <a:spcPct val="0"/>
              </a:spcBef>
            </a:pPr>
            <a:r>
              <a:rPr lang="en-US" sz="3699" b="1">
                <a:solidFill>
                  <a:srgbClr val="222222"/>
                </a:solidFill>
                <a:latin typeface="HK Grotesk Bold"/>
                <a:ea typeface="HK Grotesk Bold"/>
                <a:cs typeface="HK Grotesk Bold"/>
                <a:sym typeface="HK Grotesk Bold"/>
              </a:rPr>
              <a:t>Siempre que sea posible, ya que mejora el rendimiento y eficiencia.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grpSp>
        <p:nvGrpSpPr>
          <p:cNvPr id="3" name="Group 3"/>
          <p:cNvGrpSpPr/>
          <p:nvPr/>
        </p:nvGrpSpPr>
        <p:grpSpPr>
          <a:xfrm rot="-5400000">
            <a:off x="6186162" y="2511196"/>
            <a:ext cx="6818207" cy="20947169"/>
            <a:chOff x="0" y="0"/>
            <a:chExt cx="1795742" cy="5516950"/>
          </a:xfrm>
        </p:grpSpPr>
        <p:sp>
          <p:nvSpPr>
            <p:cNvPr id="4" name="Freeform 4"/>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050A30"/>
            </a:solidFill>
          </p:spPr>
          <p:txBody>
            <a:bodyPr/>
            <a:lstStyle/>
            <a:p>
              <a:endParaRPr lang="es-GT"/>
            </a:p>
          </p:txBody>
        </p:sp>
        <p:sp>
          <p:nvSpPr>
            <p:cNvPr id="5" name="TextBox 5"/>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6" name="Group 6"/>
          <p:cNvGrpSpPr/>
          <p:nvPr/>
        </p:nvGrpSpPr>
        <p:grpSpPr>
          <a:xfrm rot="-5400000">
            <a:off x="3997069" y="-11005002"/>
            <a:ext cx="2045233" cy="20947169"/>
            <a:chOff x="0" y="0"/>
            <a:chExt cx="538662" cy="5516950"/>
          </a:xfrm>
        </p:grpSpPr>
        <p:sp>
          <p:nvSpPr>
            <p:cNvPr id="7" name="Freeform 7"/>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050A30"/>
            </a:solidFill>
          </p:spPr>
          <p:txBody>
            <a:bodyPr/>
            <a:lstStyle/>
            <a:p>
              <a:endParaRPr lang="es-GT"/>
            </a:p>
          </p:txBody>
        </p:sp>
        <p:sp>
          <p:nvSpPr>
            <p:cNvPr id="8" name="TextBox 8"/>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9" name="Group 9"/>
          <p:cNvGrpSpPr/>
          <p:nvPr/>
        </p:nvGrpSpPr>
        <p:grpSpPr>
          <a:xfrm rot="2700000">
            <a:off x="13734331" y="93713"/>
            <a:ext cx="4685776" cy="1567256"/>
            <a:chOff x="0" y="0"/>
            <a:chExt cx="1234114" cy="412775"/>
          </a:xfrm>
        </p:grpSpPr>
        <p:sp>
          <p:nvSpPr>
            <p:cNvPr id="10" name="Freeform 10"/>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F4F6FC"/>
            </a:solidFill>
          </p:spPr>
          <p:txBody>
            <a:bodyPr/>
            <a:lstStyle/>
            <a:p>
              <a:endParaRPr lang="es-GT"/>
            </a:p>
          </p:txBody>
        </p:sp>
        <p:sp>
          <p:nvSpPr>
            <p:cNvPr id="11" name="TextBox 11"/>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2" name="TextBox 12"/>
          <p:cNvSpPr txBox="1"/>
          <p:nvPr/>
        </p:nvSpPr>
        <p:spPr>
          <a:xfrm>
            <a:off x="2392343" y="705467"/>
            <a:ext cx="13503315" cy="994791"/>
          </a:xfrm>
          <a:prstGeom prst="rect">
            <a:avLst/>
          </a:prstGeom>
        </p:spPr>
        <p:txBody>
          <a:bodyPr lIns="0" tIns="0" rIns="0" bIns="0" rtlCol="0" anchor="t">
            <a:spAutoFit/>
          </a:bodyPr>
          <a:lstStyle/>
          <a:p>
            <a:pPr algn="ctr">
              <a:lnSpc>
                <a:spcPts val="7797"/>
              </a:lnSpc>
            </a:pPr>
            <a:r>
              <a:rPr lang="en-US" sz="6900" b="1">
                <a:solidFill>
                  <a:srgbClr val="050A30"/>
                </a:solidFill>
                <a:latin typeface="HK Grotesk Bold"/>
                <a:ea typeface="HK Grotesk Bold"/>
                <a:cs typeface="HK Grotesk Bold"/>
                <a:sym typeface="HK Grotesk Bold"/>
              </a:rPr>
              <a:t>Conceptos Clave Aprendidos </a:t>
            </a:r>
          </a:p>
        </p:txBody>
      </p:sp>
      <p:sp>
        <p:nvSpPr>
          <p:cNvPr id="13" name="TextBox 13"/>
          <p:cNvSpPr txBox="1"/>
          <p:nvPr/>
        </p:nvSpPr>
        <p:spPr>
          <a:xfrm>
            <a:off x="1264565" y="1795508"/>
            <a:ext cx="15758869" cy="7458074"/>
          </a:xfrm>
          <a:prstGeom prst="rect">
            <a:avLst/>
          </a:prstGeom>
        </p:spPr>
        <p:txBody>
          <a:bodyPr lIns="0" tIns="0" rIns="0" bIns="0" rtlCol="0" anchor="t">
            <a:spAutoFit/>
          </a:bodyPr>
          <a:lstStyle/>
          <a:p>
            <a:pPr marL="647711" lvl="1" indent="-323856" algn="just">
              <a:lnSpc>
                <a:spcPts val="4200"/>
              </a:lnSpc>
              <a:buFont typeface="Arial"/>
              <a:buChar char="•"/>
            </a:pPr>
            <a:r>
              <a:rPr lang="en-US" sz="3000" b="1" spc="240">
                <a:solidFill>
                  <a:srgbClr val="050A30"/>
                </a:solidFill>
                <a:latin typeface="HK Grotesk Bold"/>
                <a:ea typeface="HK Grotesk Bold"/>
                <a:cs typeface="HK Grotesk Bold"/>
                <a:sym typeface="HK Grotesk Bold"/>
              </a:rPr>
              <a:t>Corte en Prolog: </a:t>
            </a:r>
            <a:r>
              <a:rPr lang="en-US" sz="3000" spc="240">
                <a:solidFill>
                  <a:srgbClr val="050A30"/>
                </a:solidFill>
                <a:latin typeface="HK Grotesk"/>
                <a:ea typeface="HK Grotesk"/>
                <a:cs typeface="HK Grotesk"/>
                <a:sym typeface="HK Grotesk"/>
              </a:rPr>
              <a:t>El corte (!) controla el retroceso en la ejecución. El corte verde mejora la eficiencia sin cambiar la lógica. El corte rojo modifica la lógica del programa y debe usarse con precaución.</a:t>
            </a:r>
          </a:p>
          <a:p>
            <a:pPr algn="just">
              <a:lnSpc>
                <a:spcPts val="4200"/>
              </a:lnSpc>
            </a:pPr>
            <a:endParaRPr lang="en-US" sz="3000" spc="240">
              <a:solidFill>
                <a:srgbClr val="050A30"/>
              </a:solidFill>
              <a:latin typeface="HK Grotesk"/>
              <a:ea typeface="HK Grotesk"/>
              <a:cs typeface="HK Grotesk"/>
              <a:sym typeface="HK Grotesk"/>
            </a:endParaRPr>
          </a:p>
          <a:p>
            <a:pPr marL="647711" lvl="1" indent="-323856" algn="just">
              <a:lnSpc>
                <a:spcPts val="4200"/>
              </a:lnSpc>
              <a:buFont typeface="Arial"/>
              <a:buChar char="•"/>
            </a:pPr>
            <a:r>
              <a:rPr lang="en-US" sz="3000" b="1" spc="240">
                <a:solidFill>
                  <a:srgbClr val="050A30"/>
                </a:solidFill>
                <a:latin typeface="HK Grotesk Bold"/>
                <a:ea typeface="HK Grotesk Bold"/>
                <a:cs typeface="HK Grotesk Bold"/>
                <a:sym typeface="HK Grotesk Bold"/>
              </a:rPr>
              <a:t>Negación como Falla: </a:t>
            </a:r>
            <a:r>
              <a:rPr lang="en-US" sz="3000" spc="240">
                <a:solidFill>
                  <a:srgbClr val="050A30"/>
                </a:solidFill>
                <a:latin typeface="HK Grotesk"/>
                <a:ea typeface="HK Grotesk"/>
                <a:cs typeface="HK Grotesk"/>
                <a:sym typeface="HK Grotesk"/>
              </a:rPr>
              <a:t>Prolog usa \+ para negar: algo es falso si no se puede probar como verdadero. No es lógica clásica y tiene limitaciones con variables no instanciadas.</a:t>
            </a:r>
          </a:p>
          <a:p>
            <a:pPr algn="just">
              <a:lnSpc>
                <a:spcPts val="4200"/>
              </a:lnSpc>
            </a:pPr>
            <a:endParaRPr lang="en-US" sz="3000" spc="240">
              <a:solidFill>
                <a:srgbClr val="050A30"/>
              </a:solidFill>
              <a:latin typeface="HK Grotesk"/>
              <a:ea typeface="HK Grotesk"/>
              <a:cs typeface="HK Grotesk"/>
              <a:sym typeface="HK Grotesk"/>
            </a:endParaRPr>
          </a:p>
          <a:p>
            <a:pPr marL="647711" lvl="1" indent="-323856" algn="just">
              <a:lnSpc>
                <a:spcPts val="4200"/>
              </a:lnSpc>
              <a:buFont typeface="Arial"/>
              <a:buChar char="•"/>
            </a:pPr>
            <a:r>
              <a:rPr lang="en-US" sz="3000" b="1" spc="240">
                <a:solidFill>
                  <a:srgbClr val="050A30"/>
                </a:solidFill>
                <a:latin typeface="HK Grotesk Bold"/>
                <a:ea typeface="HK Grotesk Bold"/>
                <a:cs typeface="HK Grotesk Bold"/>
                <a:sym typeface="HK Grotesk Bold"/>
              </a:rPr>
              <a:t>Recursión: </a:t>
            </a:r>
            <a:r>
              <a:rPr lang="en-US" sz="3000" spc="240">
                <a:solidFill>
                  <a:srgbClr val="050A30"/>
                </a:solidFill>
                <a:latin typeface="HK Grotesk"/>
                <a:ea typeface="HK Grotesk"/>
                <a:cs typeface="HK Grotesk"/>
                <a:sym typeface="HK Grotesk"/>
              </a:rPr>
              <a:t>Prolog utiliza recursión en lugar de bucles. La recursión directa es más simple, pero la de cola es más eficiente y evita problemas de memoria.</a:t>
            </a:r>
          </a:p>
          <a:p>
            <a:pPr algn="just">
              <a:lnSpc>
                <a:spcPts val="4200"/>
              </a:lnSpc>
            </a:pPr>
            <a:endParaRPr lang="en-US" sz="3000" spc="240">
              <a:solidFill>
                <a:srgbClr val="050A30"/>
              </a:solidFill>
              <a:latin typeface="HK Grotesk"/>
              <a:ea typeface="HK Grotesk"/>
              <a:cs typeface="HK Grotesk"/>
              <a:sym typeface="HK Grotesk"/>
            </a:endParaRPr>
          </a:p>
          <a:p>
            <a:pPr marL="647711" lvl="1" indent="-323856" algn="just">
              <a:lnSpc>
                <a:spcPts val="4200"/>
              </a:lnSpc>
              <a:buFont typeface="Arial"/>
              <a:buChar char="•"/>
            </a:pPr>
            <a:r>
              <a:rPr lang="en-US" sz="3000" b="1" spc="240">
                <a:solidFill>
                  <a:srgbClr val="050A30"/>
                </a:solidFill>
                <a:latin typeface="HK Grotesk Bold"/>
                <a:ea typeface="HK Grotesk Bold"/>
                <a:cs typeface="HK Grotesk Bold"/>
                <a:sym typeface="HK Grotesk Bold"/>
              </a:rPr>
              <a:t>Paradigma Declarativo y Simulación: </a:t>
            </a:r>
            <a:r>
              <a:rPr lang="en-US" sz="3000" spc="240">
                <a:solidFill>
                  <a:srgbClr val="050A30"/>
                </a:solidFill>
                <a:latin typeface="HK Grotesk"/>
                <a:ea typeface="HK Grotesk"/>
                <a:cs typeface="HK Grotesk"/>
                <a:sym typeface="HK Grotesk"/>
              </a:rPr>
              <a:t>Prolog describe lo que se quiere lograr, no cómo. Es útil en IA y simulaciones por su enfoque lógico y expresivo.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grpSp>
        <p:nvGrpSpPr>
          <p:cNvPr id="3" name="Group 3"/>
          <p:cNvGrpSpPr/>
          <p:nvPr/>
        </p:nvGrpSpPr>
        <p:grpSpPr>
          <a:xfrm rot="-5400000">
            <a:off x="6186162" y="2511196"/>
            <a:ext cx="6818207" cy="20947169"/>
            <a:chOff x="0" y="0"/>
            <a:chExt cx="1795742" cy="5516950"/>
          </a:xfrm>
        </p:grpSpPr>
        <p:sp>
          <p:nvSpPr>
            <p:cNvPr id="4" name="Freeform 4"/>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CAE8FF"/>
            </a:solidFill>
          </p:spPr>
          <p:txBody>
            <a:bodyPr/>
            <a:lstStyle/>
            <a:p>
              <a:endParaRPr lang="es-GT"/>
            </a:p>
          </p:txBody>
        </p:sp>
        <p:sp>
          <p:nvSpPr>
            <p:cNvPr id="5" name="TextBox 5"/>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6" name="Group 6"/>
          <p:cNvGrpSpPr/>
          <p:nvPr/>
        </p:nvGrpSpPr>
        <p:grpSpPr>
          <a:xfrm rot="-5400000">
            <a:off x="3997069" y="-11005002"/>
            <a:ext cx="2045233" cy="20947169"/>
            <a:chOff x="0" y="0"/>
            <a:chExt cx="538662" cy="5516950"/>
          </a:xfrm>
        </p:grpSpPr>
        <p:sp>
          <p:nvSpPr>
            <p:cNvPr id="7" name="Freeform 7"/>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CAE8FF"/>
            </a:solidFill>
          </p:spPr>
          <p:txBody>
            <a:bodyPr/>
            <a:lstStyle/>
            <a:p>
              <a:endParaRPr lang="es-GT"/>
            </a:p>
          </p:txBody>
        </p:sp>
        <p:sp>
          <p:nvSpPr>
            <p:cNvPr id="8" name="TextBox 8"/>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9" name="Group 9"/>
          <p:cNvGrpSpPr/>
          <p:nvPr/>
        </p:nvGrpSpPr>
        <p:grpSpPr>
          <a:xfrm rot="2700000">
            <a:off x="13734331" y="93713"/>
            <a:ext cx="4685776" cy="1567256"/>
            <a:chOff x="0" y="0"/>
            <a:chExt cx="1234114" cy="412775"/>
          </a:xfrm>
        </p:grpSpPr>
        <p:sp>
          <p:nvSpPr>
            <p:cNvPr id="10" name="Freeform 10"/>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050A30"/>
            </a:solidFill>
          </p:spPr>
          <p:txBody>
            <a:bodyPr/>
            <a:lstStyle/>
            <a:p>
              <a:endParaRPr lang="es-GT"/>
            </a:p>
          </p:txBody>
        </p:sp>
        <p:sp>
          <p:nvSpPr>
            <p:cNvPr id="11" name="TextBox 11"/>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2" name="TextBox 12"/>
          <p:cNvSpPr txBox="1"/>
          <p:nvPr/>
        </p:nvSpPr>
        <p:spPr>
          <a:xfrm>
            <a:off x="2392341" y="3628237"/>
            <a:ext cx="13503315" cy="1015471"/>
          </a:xfrm>
          <a:prstGeom prst="rect">
            <a:avLst/>
          </a:prstGeom>
        </p:spPr>
        <p:txBody>
          <a:bodyPr lIns="0" tIns="0" rIns="0" bIns="0" rtlCol="0" anchor="t">
            <a:spAutoFit/>
          </a:bodyPr>
          <a:lstStyle/>
          <a:p>
            <a:pPr algn="ctr">
              <a:lnSpc>
                <a:spcPts val="7797"/>
              </a:lnSpc>
            </a:pPr>
            <a:r>
              <a:rPr lang="en-US" sz="6900" b="1" dirty="0" err="1">
                <a:solidFill>
                  <a:srgbClr val="F4F6FC"/>
                </a:solidFill>
                <a:latin typeface="HK Grotesk Bold"/>
                <a:ea typeface="HK Grotesk Bold"/>
                <a:cs typeface="HK Grotesk Bold"/>
                <a:sym typeface="HK Grotesk Bold"/>
              </a:rPr>
              <a:t>Perseverancia</a:t>
            </a:r>
            <a:endParaRPr lang="en-US" sz="6900" b="1" dirty="0">
              <a:solidFill>
                <a:srgbClr val="F4F6FC"/>
              </a:solidFill>
              <a:latin typeface="HK Grotesk Bold"/>
              <a:ea typeface="HK Grotesk Bold"/>
              <a:cs typeface="HK Grotesk Bold"/>
              <a:sym typeface="HK Grotesk Bold"/>
            </a:endParaRPr>
          </a:p>
        </p:txBody>
      </p:sp>
      <p:sp>
        <p:nvSpPr>
          <p:cNvPr id="13" name="TextBox 13"/>
          <p:cNvSpPr txBox="1"/>
          <p:nvPr/>
        </p:nvSpPr>
        <p:spPr>
          <a:xfrm>
            <a:off x="2027167" y="5400046"/>
            <a:ext cx="14233665" cy="1483035"/>
          </a:xfrm>
          <a:prstGeom prst="rect">
            <a:avLst/>
          </a:prstGeom>
        </p:spPr>
        <p:txBody>
          <a:bodyPr lIns="0" tIns="0" rIns="0" bIns="0" rtlCol="0" anchor="t">
            <a:spAutoFit/>
          </a:bodyPr>
          <a:lstStyle/>
          <a:p>
            <a:pPr marL="302266" lvl="1" algn="just">
              <a:lnSpc>
                <a:spcPts val="3920"/>
              </a:lnSpc>
            </a:pPr>
            <a:r>
              <a:rPr lang="es-GT" sz="2800" b="1" dirty="0">
                <a:solidFill>
                  <a:srgbClr val="F4F6FC"/>
                </a:solidFill>
                <a:latin typeface="HK Grotesk Bold"/>
                <a:ea typeface="HK Grotesk Bold"/>
                <a:cs typeface="HK Grotesk Bold"/>
                <a:sym typeface="HK Grotesk Bold"/>
              </a:rPr>
              <a:t>La perseverancia implica mantener el esfuerzo constante frente a la dificultad, insistiendo en encontrar soluciones y no rendirse fácilmente ante los errores o la complejidad de un problema.</a:t>
            </a:r>
            <a:endParaRPr lang="en-US" sz="2800" dirty="0">
              <a:solidFill>
                <a:srgbClr val="F4F6FC"/>
              </a:solidFill>
              <a:latin typeface="HK Grotesk"/>
              <a:ea typeface="HK Grotesk"/>
              <a:cs typeface="HK Grotesk"/>
              <a:sym typeface="HK Grotesk"/>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grpSp>
        <p:nvGrpSpPr>
          <p:cNvPr id="3" name="Group 3"/>
          <p:cNvGrpSpPr/>
          <p:nvPr/>
        </p:nvGrpSpPr>
        <p:grpSpPr>
          <a:xfrm rot="-5400000">
            <a:off x="6186162" y="2511196"/>
            <a:ext cx="6818207" cy="20947169"/>
            <a:chOff x="0" y="0"/>
            <a:chExt cx="1795742" cy="5516950"/>
          </a:xfrm>
        </p:grpSpPr>
        <p:sp>
          <p:nvSpPr>
            <p:cNvPr id="4" name="Freeform 4"/>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050A30"/>
            </a:solidFill>
          </p:spPr>
          <p:txBody>
            <a:bodyPr/>
            <a:lstStyle/>
            <a:p>
              <a:endParaRPr lang="es-GT"/>
            </a:p>
          </p:txBody>
        </p:sp>
        <p:sp>
          <p:nvSpPr>
            <p:cNvPr id="5" name="TextBox 5"/>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6" name="Group 6"/>
          <p:cNvGrpSpPr/>
          <p:nvPr/>
        </p:nvGrpSpPr>
        <p:grpSpPr>
          <a:xfrm rot="-5400000">
            <a:off x="3997069" y="-11005002"/>
            <a:ext cx="2045233" cy="20947169"/>
            <a:chOff x="0" y="0"/>
            <a:chExt cx="538662" cy="5516950"/>
          </a:xfrm>
        </p:grpSpPr>
        <p:sp>
          <p:nvSpPr>
            <p:cNvPr id="7" name="Freeform 7"/>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050A30"/>
            </a:solidFill>
          </p:spPr>
          <p:txBody>
            <a:bodyPr/>
            <a:lstStyle/>
            <a:p>
              <a:endParaRPr lang="es-GT"/>
            </a:p>
          </p:txBody>
        </p:sp>
        <p:sp>
          <p:nvSpPr>
            <p:cNvPr id="8" name="TextBox 8"/>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9" name="Group 9"/>
          <p:cNvGrpSpPr/>
          <p:nvPr/>
        </p:nvGrpSpPr>
        <p:grpSpPr>
          <a:xfrm rot="2700000">
            <a:off x="13734331" y="93713"/>
            <a:ext cx="4685776" cy="1567256"/>
            <a:chOff x="0" y="0"/>
            <a:chExt cx="1234114" cy="412775"/>
          </a:xfrm>
        </p:grpSpPr>
        <p:sp>
          <p:nvSpPr>
            <p:cNvPr id="10" name="Freeform 10"/>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CAE8FF"/>
            </a:solidFill>
          </p:spPr>
          <p:txBody>
            <a:bodyPr/>
            <a:lstStyle/>
            <a:p>
              <a:endParaRPr lang="es-GT"/>
            </a:p>
          </p:txBody>
        </p:sp>
        <p:sp>
          <p:nvSpPr>
            <p:cNvPr id="11" name="TextBox 11"/>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2" name="TextBox 12"/>
          <p:cNvSpPr txBox="1"/>
          <p:nvPr/>
        </p:nvSpPr>
        <p:spPr>
          <a:xfrm>
            <a:off x="2392343" y="1673265"/>
            <a:ext cx="13503315" cy="994791"/>
          </a:xfrm>
          <a:prstGeom prst="rect">
            <a:avLst/>
          </a:prstGeom>
        </p:spPr>
        <p:txBody>
          <a:bodyPr lIns="0" tIns="0" rIns="0" bIns="0" rtlCol="0" anchor="t">
            <a:spAutoFit/>
          </a:bodyPr>
          <a:lstStyle/>
          <a:p>
            <a:pPr algn="ctr">
              <a:lnSpc>
                <a:spcPts val="7797"/>
              </a:lnSpc>
            </a:pPr>
            <a:r>
              <a:rPr lang="en-US" sz="6900" b="1">
                <a:solidFill>
                  <a:srgbClr val="050A30"/>
                </a:solidFill>
                <a:latin typeface="HK Grotesk Bold"/>
                <a:ea typeface="HK Grotesk Bold"/>
                <a:cs typeface="HK Grotesk Bold"/>
                <a:sym typeface="HK Grotesk Bold"/>
              </a:rPr>
              <a:t>Referencias</a:t>
            </a:r>
          </a:p>
        </p:txBody>
      </p:sp>
      <p:sp>
        <p:nvSpPr>
          <p:cNvPr id="13" name="TextBox 13"/>
          <p:cNvSpPr txBox="1"/>
          <p:nvPr/>
        </p:nvSpPr>
        <p:spPr>
          <a:xfrm>
            <a:off x="2027167" y="3745346"/>
            <a:ext cx="14233665" cy="2957829"/>
          </a:xfrm>
          <a:prstGeom prst="rect">
            <a:avLst/>
          </a:prstGeom>
        </p:spPr>
        <p:txBody>
          <a:bodyPr lIns="0" tIns="0" rIns="0" bIns="0" rtlCol="0" anchor="t">
            <a:spAutoFit/>
          </a:bodyPr>
          <a:lstStyle/>
          <a:p>
            <a:pPr marL="604532" lvl="1" indent="-302266" algn="just">
              <a:lnSpc>
                <a:spcPts val="3920"/>
              </a:lnSpc>
              <a:spcBef>
                <a:spcPct val="0"/>
              </a:spcBef>
              <a:buFont typeface="Arial"/>
              <a:buChar char="•"/>
            </a:pPr>
            <a:r>
              <a:rPr lang="en-US" sz="2800" b="1">
                <a:solidFill>
                  <a:srgbClr val="222222"/>
                </a:solidFill>
                <a:latin typeface="HK Grotesk Medium"/>
                <a:ea typeface="HK Grotesk Medium"/>
                <a:cs typeface="HK Grotesk Medium"/>
                <a:sym typeface="HK Grotesk Medium"/>
              </a:rPr>
              <a:t>R</a:t>
            </a:r>
            <a:r>
              <a:rPr lang="en-US" sz="2800" b="1" u="none" strike="noStrike">
                <a:solidFill>
                  <a:srgbClr val="222222"/>
                </a:solidFill>
                <a:latin typeface="HK Grotesk Medium"/>
                <a:ea typeface="HK Grotesk Medium"/>
                <a:cs typeface="HK Grotesk Medium"/>
                <a:sym typeface="HK Grotesk Medium"/>
              </a:rPr>
              <a:t>ussell, S., &amp; Norvig, P. (2016). Artificial Intelligence: A Modern Approach (3rd ed.). Pearson.</a:t>
            </a:r>
          </a:p>
          <a:p>
            <a:pPr algn="just">
              <a:lnSpc>
                <a:spcPts val="3920"/>
              </a:lnSpc>
              <a:spcBef>
                <a:spcPct val="0"/>
              </a:spcBef>
            </a:pPr>
            <a:endParaRPr lang="en-US" sz="2800" b="1" u="none" strike="noStrike">
              <a:solidFill>
                <a:srgbClr val="222222"/>
              </a:solidFill>
              <a:latin typeface="HK Grotesk Medium"/>
              <a:ea typeface="HK Grotesk Medium"/>
              <a:cs typeface="HK Grotesk Medium"/>
              <a:sym typeface="HK Grotesk Medium"/>
            </a:endParaRPr>
          </a:p>
          <a:p>
            <a:pPr marL="604532" lvl="1" indent="-302266" algn="just">
              <a:lnSpc>
                <a:spcPts val="3920"/>
              </a:lnSpc>
              <a:spcBef>
                <a:spcPct val="0"/>
              </a:spcBef>
              <a:buFont typeface="Arial"/>
              <a:buChar char="•"/>
            </a:pPr>
            <a:r>
              <a:rPr lang="en-US" sz="2800" b="1" u="none" strike="noStrike">
                <a:solidFill>
                  <a:srgbClr val="222222"/>
                </a:solidFill>
                <a:latin typeface="HK Grotesk Medium"/>
                <a:ea typeface="HK Grotesk Medium"/>
                <a:cs typeface="HK Grotesk Medium"/>
                <a:sym typeface="HK Grotesk Medium"/>
              </a:rPr>
              <a:t>Clocksin, W. F., &amp; Mellish, C. S. (2003). Programming in Prolog: Using the ISO Standard (5ª ed.). Springer-Verlag.</a:t>
            </a:r>
          </a:p>
          <a:p>
            <a:pPr algn="just">
              <a:lnSpc>
                <a:spcPts val="3920"/>
              </a:lnSpc>
              <a:spcBef>
                <a:spcPct val="0"/>
              </a:spcBef>
            </a:pPr>
            <a:endParaRPr lang="en-US" sz="2800" b="1" u="none" strike="noStrike">
              <a:solidFill>
                <a:srgbClr val="222222"/>
              </a:solidFill>
              <a:latin typeface="HK Grotesk Medium"/>
              <a:ea typeface="HK Grotesk Medium"/>
              <a:cs typeface="HK Grotesk Medium"/>
              <a:sym typeface="HK Grotesk Medium"/>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50FE6-5964-6467-3F0D-E860302A2E1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61C3EB7-7545-7B53-9ED2-BA6C12AC690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grpSp>
        <p:nvGrpSpPr>
          <p:cNvPr id="3" name="Group 3">
            <a:extLst>
              <a:ext uri="{FF2B5EF4-FFF2-40B4-BE49-F238E27FC236}">
                <a16:creationId xmlns:a16="http://schemas.microsoft.com/office/drawing/2014/main" id="{9E6AF352-ED74-D4A3-36B4-B00097FF3EFE}"/>
              </a:ext>
            </a:extLst>
          </p:cNvPr>
          <p:cNvGrpSpPr/>
          <p:nvPr/>
        </p:nvGrpSpPr>
        <p:grpSpPr>
          <a:xfrm rot="-5400000">
            <a:off x="6186162" y="2511196"/>
            <a:ext cx="6818207" cy="20947169"/>
            <a:chOff x="0" y="0"/>
            <a:chExt cx="1795742" cy="5516950"/>
          </a:xfrm>
        </p:grpSpPr>
        <p:sp>
          <p:nvSpPr>
            <p:cNvPr id="4" name="Freeform 4">
              <a:extLst>
                <a:ext uri="{FF2B5EF4-FFF2-40B4-BE49-F238E27FC236}">
                  <a16:creationId xmlns:a16="http://schemas.microsoft.com/office/drawing/2014/main" id="{43DEAF38-ACF1-7688-A02E-B83B24AF38A2}"/>
                </a:ext>
              </a:extLst>
            </p:cNvPr>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CAE8FF"/>
            </a:solidFill>
          </p:spPr>
          <p:txBody>
            <a:bodyPr/>
            <a:lstStyle/>
            <a:p>
              <a:endParaRPr lang="es-GT"/>
            </a:p>
          </p:txBody>
        </p:sp>
        <p:sp>
          <p:nvSpPr>
            <p:cNvPr id="5" name="TextBox 5">
              <a:extLst>
                <a:ext uri="{FF2B5EF4-FFF2-40B4-BE49-F238E27FC236}">
                  <a16:creationId xmlns:a16="http://schemas.microsoft.com/office/drawing/2014/main" id="{402B6DF4-2775-EA3D-24C2-BB6BF606EB52}"/>
                </a:ext>
              </a:extLst>
            </p:cNvPr>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6" name="Group 6">
            <a:extLst>
              <a:ext uri="{FF2B5EF4-FFF2-40B4-BE49-F238E27FC236}">
                <a16:creationId xmlns:a16="http://schemas.microsoft.com/office/drawing/2014/main" id="{4B501998-E222-CF2A-292C-6666036A92EE}"/>
              </a:ext>
            </a:extLst>
          </p:cNvPr>
          <p:cNvGrpSpPr/>
          <p:nvPr/>
        </p:nvGrpSpPr>
        <p:grpSpPr>
          <a:xfrm rot="-5400000">
            <a:off x="3997069" y="-11005002"/>
            <a:ext cx="2045233" cy="20947169"/>
            <a:chOff x="0" y="0"/>
            <a:chExt cx="538662" cy="5516950"/>
          </a:xfrm>
        </p:grpSpPr>
        <p:sp>
          <p:nvSpPr>
            <p:cNvPr id="7" name="Freeform 7">
              <a:extLst>
                <a:ext uri="{FF2B5EF4-FFF2-40B4-BE49-F238E27FC236}">
                  <a16:creationId xmlns:a16="http://schemas.microsoft.com/office/drawing/2014/main" id="{573030D5-AEA2-2AE7-F6FC-6C7011074038}"/>
                </a:ext>
              </a:extLst>
            </p:cNvPr>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CAE8FF"/>
            </a:solidFill>
          </p:spPr>
          <p:txBody>
            <a:bodyPr/>
            <a:lstStyle/>
            <a:p>
              <a:endParaRPr lang="es-GT"/>
            </a:p>
          </p:txBody>
        </p:sp>
        <p:sp>
          <p:nvSpPr>
            <p:cNvPr id="8" name="TextBox 8">
              <a:extLst>
                <a:ext uri="{FF2B5EF4-FFF2-40B4-BE49-F238E27FC236}">
                  <a16:creationId xmlns:a16="http://schemas.microsoft.com/office/drawing/2014/main" id="{E13C68DA-C421-399C-F96A-33596265F07C}"/>
                </a:ext>
              </a:extLst>
            </p:cNvPr>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9" name="Group 9">
            <a:extLst>
              <a:ext uri="{FF2B5EF4-FFF2-40B4-BE49-F238E27FC236}">
                <a16:creationId xmlns:a16="http://schemas.microsoft.com/office/drawing/2014/main" id="{19370B1D-E304-FDDD-7028-E924A948A3D9}"/>
              </a:ext>
            </a:extLst>
          </p:cNvPr>
          <p:cNvGrpSpPr/>
          <p:nvPr/>
        </p:nvGrpSpPr>
        <p:grpSpPr>
          <a:xfrm rot="2700000">
            <a:off x="13734331" y="93713"/>
            <a:ext cx="4685776" cy="1567256"/>
            <a:chOff x="0" y="0"/>
            <a:chExt cx="1234114" cy="412775"/>
          </a:xfrm>
        </p:grpSpPr>
        <p:sp>
          <p:nvSpPr>
            <p:cNvPr id="10" name="Freeform 10">
              <a:extLst>
                <a:ext uri="{FF2B5EF4-FFF2-40B4-BE49-F238E27FC236}">
                  <a16:creationId xmlns:a16="http://schemas.microsoft.com/office/drawing/2014/main" id="{9016D11E-677F-0F3C-BA36-09445C65A198}"/>
                </a:ext>
              </a:extLst>
            </p:cNvPr>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050A30"/>
            </a:solidFill>
          </p:spPr>
          <p:txBody>
            <a:bodyPr/>
            <a:lstStyle/>
            <a:p>
              <a:endParaRPr lang="es-GT"/>
            </a:p>
          </p:txBody>
        </p:sp>
        <p:sp>
          <p:nvSpPr>
            <p:cNvPr id="11" name="TextBox 11">
              <a:extLst>
                <a:ext uri="{FF2B5EF4-FFF2-40B4-BE49-F238E27FC236}">
                  <a16:creationId xmlns:a16="http://schemas.microsoft.com/office/drawing/2014/main" id="{5656B8CC-D50C-C740-18D1-99730EBF74FC}"/>
                </a:ext>
              </a:extLst>
            </p:cNvPr>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2" name="TextBox 12">
            <a:extLst>
              <a:ext uri="{FF2B5EF4-FFF2-40B4-BE49-F238E27FC236}">
                <a16:creationId xmlns:a16="http://schemas.microsoft.com/office/drawing/2014/main" id="{51AF368A-C3B3-2D35-F9EB-4520E1A1BE4F}"/>
              </a:ext>
            </a:extLst>
          </p:cNvPr>
          <p:cNvSpPr txBox="1"/>
          <p:nvPr/>
        </p:nvSpPr>
        <p:spPr>
          <a:xfrm>
            <a:off x="2392342" y="4305300"/>
            <a:ext cx="13503315" cy="1015471"/>
          </a:xfrm>
          <a:prstGeom prst="rect">
            <a:avLst/>
          </a:prstGeom>
        </p:spPr>
        <p:txBody>
          <a:bodyPr lIns="0" tIns="0" rIns="0" bIns="0" rtlCol="0" anchor="t">
            <a:spAutoFit/>
          </a:bodyPr>
          <a:lstStyle/>
          <a:p>
            <a:pPr algn="ctr">
              <a:lnSpc>
                <a:spcPts val="7797"/>
              </a:lnSpc>
            </a:pPr>
            <a:r>
              <a:rPr lang="en-US" sz="6900" b="1" dirty="0" err="1">
                <a:solidFill>
                  <a:srgbClr val="F4F6FC"/>
                </a:solidFill>
                <a:latin typeface="HK Grotesk Bold"/>
                <a:ea typeface="HK Grotesk Bold"/>
                <a:cs typeface="HK Grotesk Bold"/>
                <a:sym typeface="HK Grotesk Bold"/>
              </a:rPr>
              <a:t>Ejemplo</a:t>
            </a:r>
            <a:r>
              <a:rPr lang="en-US" sz="6900" b="1" dirty="0">
                <a:solidFill>
                  <a:srgbClr val="F4F6FC"/>
                </a:solidFill>
                <a:latin typeface="HK Grotesk Bold"/>
                <a:ea typeface="HK Grotesk Bold"/>
                <a:cs typeface="HK Grotesk Bold"/>
                <a:sym typeface="HK Grotesk Bold"/>
              </a:rPr>
              <a:t> </a:t>
            </a:r>
            <a:r>
              <a:rPr lang="en-US" sz="6900" b="1" dirty="0" err="1">
                <a:solidFill>
                  <a:srgbClr val="F4F6FC"/>
                </a:solidFill>
                <a:latin typeface="HK Grotesk Bold"/>
                <a:ea typeface="HK Grotesk Bold"/>
                <a:cs typeface="HK Grotesk Bold"/>
                <a:sym typeface="HK Grotesk Bold"/>
              </a:rPr>
              <a:t>Práctico</a:t>
            </a:r>
            <a:endParaRPr lang="en-US" sz="6900" b="1" dirty="0">
              <a:solidFill>
                <a:srgbClr val="F4F6FC"/>
              </a:solidFill>
              <a:latin typeface="HK Grotesk Bold"/>
              <a:ea typeface="HK Grotesk Bold"/>
              <a:cs typeface="HK Grotesk Bold"/>
              <a:sym typeface="HK Grotesk Bold"/>
            </a:endParaRPr>
          </a:p>
        </p:txBody>
      </p:sp>
    </p:spTree>
    <p:extLst>
      <p:ext uri="{BB962C8B-B14F-4D97-AF65-F5344CB8AC3E}">
        <p14:creationId xmlns:p14="http://schemas.microsoft.com/office/powerpoint/2010/main" val="32893695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3A1A0-44EB-06DB-837E-B8043BE883B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00735B0-190A-DD7A-A31B-2CCCCDB8090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grpSp>
        <p:nvGrpSpPr>
          <p:cNvPr id="3" name="Group 3">
            <a:extLst>
              <a:ext uri="{FF2B5EF4-FFF2-40B4-BE49-F238E27FC236}">
                <a16:creationId xmlns:a16="http://schemas.microsoft.com/office/drawing/2014/main" id="{8D3E790B-A56B-6020-79A8-354663DDF3A8}"/>
              </a:ext>
            </a:extLst>
          </p:cNvPr>
          <p:cNvGrpSpPr/>
          <p:nvPr/>
        </p:nvGrpSpPr>
        <p:grpSpPr>
          <a:xfrm rot="-5400000">
            <a:off x="6186162" y="2511196"/>
            <a:ext cx="6818207" cy="20947169"/>
            <a:chOff x="0" y="0"/>
            <a:chExt cx="1795742" cy="5516950"/>
          </a:xfrm>
        </p:grpSpPr>
        <p:sp>
          <p:nvSpPr>
            <p:cNvPr id="4" name="Freeform 4">
              <a:extLst>
                <a:ext uri="{FF2B5EF4-FFF2-40B4-BE49-F238E27FC236}">
                  <a16:creationId xmlns:a16="http://schemas.microsoft.com/office/drawing/2014/main" id="{8597B7E8-D430-824A-22DA-B78942180B30}"/>
                </a:ext>
              </a:extLst>
            </p:cNvPr>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050A30"/>
            </a:solidFill>
          </p:spPr>
          <p:txBody>
            <a:bodyPr/>
            <a:lstStyle/>
            <a:p>
              <a:endParaRPr lang="es-GT"/>
            </a:p>
          </p:txBody>
        </p:sp>
        <p:sp>
          <p:nvSpPr>
            <p:cNvPr id="5" name="TextBox 5">
              <a:extLst>
                <a:ext uri="{FF2B5EF4-FFF2-40B4-BE49-F238E27FC236}">
                  <a16:creationId xmlns:a16="http://schemas.microsoft.com/office/drawing/2014/main" id="{20B1D353-FA0A-D7DB-85C3-A3B05935CD12}"/>
                </a:ext>
              </a:extLst>
            </p:cNvPr>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6" name="Group 6">
            <a:extLst>
              <a:ext uri="{FF2B5EF4-FFF2-40B4-BE49-F238E27FC236}">
                <a16:creationId xmlns:a16="http://schemas.microsoft.com/office/drawing/2014/main" id="{EB7214D9-C315-C52F-2C43-06675B0FC9C7}"/>
              </a:ext>
            </a:extLst>
          </p:cNvPr>
          <p:cNvGrpSpPr/>
          <p:nvPr/>
        </p:nvGrpSpPr>
        <p:grpSpPr>
          <a:xfrm rot="-5400000">
            <a:off x="3997069" y="-11005002"/>
            <a:ext cx="2045233" cy="20947169"/>
            <a:chOff x="0" y="0"/>
            <a:chExt cx="538662" cy="5516950"/>
          </a:xfrm>
        </p:grpSpPr>
        <p:sp>
          <p:nvSpPr>
            <p:cNvPr id="7" name="Freeform 7">
              <a:extLst>
                <a:ext uri="{FF2B5EF4-FFF2-40B4-BE49-F238E27FC236}">
                  <a16:creationId xmlns:a16="http://schemas.microsoft.com/office/drawing/2014/main" id="{641E6081-EA2D-543D-42C4-489453F67616}"/>
                </a:ext>
              </a:extLst>
            </p:cNvPr>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050A30"/>
            </a:solidFill>
          </p:spPr>
          <p:txBody>
            <a:bodyPr/>
            <a:lstStyle/>
            <a:p>
              <a:endParaRPr lang="es-GT"/>
            </a:p>
          </p:txBody>
        </p:sp>
        <p:sp>
          <p:nvSpPr>
            <p:cNvPr id="8" name="TextBox 8">
              <a:extLst>
                <a:ext uri="{FF2B5EF4-FFF2-40B4-BE49-F238E27FC236}">
                  <a16:creationId xmlns:a16="http://schemas.microsoft.com/office/drawing/2014/main" id="{D4C0188C-9E71-E11A-3920-AAE3E6FAA0E7}"/>
                </a:ext>
              </a:extLst>
            </p:cNvPr>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9" name="Group 9">
            <a:extLst>
              <a:ext uri="{FF2B5EF4-FFF2-40B4-BE49-F238E27FC236}">
                <a16:creationId xmlns:a16="http://schemas.microsoft.com/office/drawing/2014/main" id="{CBDA54D4-C845-A74E-70FA-1FEE9D3CA64A}"/>
              </a:ext>
            </a:extLst>
          </p:cNvPr>
          <p:cNvGrpSpPr/>
          <p:nvPr/>
        </p:nvGrpSpPr>
        <p:grpSpPr>
          <a:xfrm rot="2700000">
            <a:off x="13734331" y="93713"/>
            <a:ext cx="4685776" cy="1567256"/>
            <a:chOff x="0" y="0"/>
            <a:chExt cx="1234114" cy="412775"/>
          </a:xfrm>
        </p:grpSpPr>
        <p:sp>
          <p:nvSpPr>
            <p:cNvPr id="10" name="Freeform 10">
              <a:extLst>
                <a:ext uri="{FF2B5EF4-FFF2-40B4-BE49-F238E27FC236}">
                  <a16:creationId xmlns:a16="http://schemas.microsoft.com/office/drawing/2014/main" id="{CCB9E3E6-31E2-1445-71D8-BC7EACB8D78D}"/>
                </a:ext>
              </a:extLst>
            </p:cNvPr>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CAE8FF"/>
            </a:solidFill>
          </p:spPr>
          <p:txBody>
            <a:bodyPr/>
            <a:lstStyle/>
            <a:p>
              <a:endParaRPr lang="es-GT"/>
            </a:p>
          </p:txBody>
        </p:sp>
        <p:sp>
          <p:nvSpPr>
            <p:cNvPr id="11" name="TextBox 11">
              <a:extLst>
                <a:ext uri="{FF2B5EF4-FFF2-40B4-BE49-F238E27FC236}">
                  <a16:creationId xmlns:a16="http://schemas.microsoft.com/office/drawing/2014/main" id="{4E1AF629-A29E-584A-38A9-831CB380D88A}"/>
                </a:ext>
              </a:extLst>
            </p:cNvPr>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2" name="TextBox 12">
            <a:extLst>
              <a:ext uri="{FF2B5EF4-FFF2-40B4-BE49-F238E27FC236}">
                <a16:creationId xmlns:a16="http://schemas.microsoft.com/office/drawing/2014/main" id="{9CE0D3EC-51B2-29A7-929D-335CC9FFF8D7}"/>
              </a:ext>
            </a:extLst>
          </p:cNvPr>
          <p:cNvSpPr txBox="1"/>
          <p:nvPr/>
        </p:nvSpPr>
        <p:spPr>
          <a:xfrm>
            <a:off x="2392342" y="4148709"/>
            <a:ext cx="13503315" cy="1015471"/>
          </a:xfrm>
          <a:prstGeom prst="rect">
            <a:avLst/>
          </a:prstGeom>
        </p:spPr>
        <p:txBody>
          <a:bodyPr lIns="0" tIns="0" rIns="0" bIns="0" rtlCol="0" anchor="t">
            <a:spAutoFit/>
          </a:bodyPr>
          <a:lstStyle/>
          <a:p>
            <a:pPr algn="ctr">
              <a:lnSpc>
                <a:spcPts val="7797"/>
              </a:lnSpc>
            </a:pPr>
            <a:r>
              <a:rPr lang="en-US" sz="6900" b="1" dirty="0" err="1">
                <a:solidFill>
                  <a:srgbClr val="050A30"/>
                </a:solidFill>
                <a:latin typeface="HK Grotesk Bold"/>
                <a:ea typeface="HK Grotesk Bold"/>
                <a:cs typeface="HK Grotesk Bold"/>
                <a:sym typeface="HK Grotesk Bold"/>
              </a:rPr>
              <a:t>Actividad</a:t>
            </a:r>
            <a:r>
              <a:rPr lang="en-US" sz="6900" b="1" dirty="0">
                <a:solidFill>
                  <a:srgbClr val="050A30"/>
                </a:solidFill>
                <a:latin typeface="HK Grotesk Bold"/>
                <a:ea typeface="HK Grotesk Bold"/>
                <a:cs typeface="HK Grotesk Bold"/>
                <a:sym typeface="HK Grotesk Bold"/>
              </a:rPr>
              <a:t> </a:t>
            </a:r>
            <a:r>
              <a:rPr lang="en-US" sz="6900" b="1" dirty="0" err="1">
                <a:solidFill>
                  <a:srgbClr val="050A30"/>
                </a:solidFill>
                <a:latin typeface="HK Grotesk Bold"/>
                <a:ea typeface="HK Grotesk Bold"/>
                <a:cs typeface="HK Grotesk Bold"/>
                <a:sym typeface="HK Grotesk Bold"/>
              </a:rPr>
              <a:t>Práctica</a:t>
            </a:r>
            <a:endParaRPr lang="en-US" sz="6900" b="1" dirty="0">
              <a:solidFill>
                <a:srgbClr val="050A30"/>
              </a:solidFill>
              <a:latin typeface="HK Grotesk Bold"/>
              <a:ea typeface="HK Grotesk Bold"/>
              <a:cs typeface="HK Grotesk Bold"/>
              <a:sym typeface="HK Grotesk Bold"/>
            </a:endParaRPr>
          </a:p>
        </p:txBody>
      </p:sp>
    </p:spTree>
    <p:extLst>
      <p:ext uri="{BB962C8B-B14F-4D97-AF65-F5344CB8AC3E}">
        <p14:creationId xmlns:p14="http://schemas.microsoft.com/office/powerpoint/2010/main" val="36763675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pic>
        <p:nvPicPr>
          <p:cNvPr id="205" name="Google Shape;205;g385e2d797db_0_12"/>
          <p:cNvPicPr preferRelativeResize="0"/>
          <p:nvPr/>
        </p:nvPicPr>
        <p:blipFill rotWithShape="1">
          <a:blip r:embed="rId3">
            <a:alphaModFix amt="62000"/>
          </a:blip>
          <a:srcRect/>
          <a:stretch/>
        </p:blipFill>
        <p:spPr>
          <a:xfrm>
            <a:off x="16902" y="0"/>
            <a:ext cx="18254198" cy="10287001"/>
          </a:xfrm>
          <a:prstGeom prst="rect">
            <a:avLst/>
          </a:prstGeom>
          <a:noFill/>
          <a:ln>
            <a:noFill/>
          </a:ln>
        </p:spPr>
      </p:pic>
      <p:graphicFrame>
        <p:nvGraphicFramePr>
          <p:cNvPr id="206" name="Google Shape;206;g385e2d797db_0_12"/>
          <p:cNvGraphicFramePr/>
          <p:nvPr/>
        </p:nvGraphicFramePr>
        <p:xfrm>
          <a:off x="16900" y="1507250"/>
          <a:ext cx="10459750" cy="2803980"/>
        </p:xfrm>
        <a:graphic>
          <a:graphicData uri="http://schemas.openxmlformats.org/drawingml/2006/table">
            <a:tbl>
              <a:tblPr>
                <a:noFill/>
              </a:tblPr>
              <a:tblGrid>
                <a:gridCol w="5533100">
                  <a:extLst>
                    <a:ext uri="{9D8B030D-6E8A-4147-A177-3AD203B41FA5}">
                      <a16:colId xmlns:a16="http://schemas.microsoft.com/office/drawing/2014/main" val="20000"/>
                    </a:ext>
                  </a:extLst>
                </a:gridCol>
                <a:gridCol w="4926650">
                  <a:extLst>
                    <a:ext uri="{9D8B030D-6E8A-4147-A177-3AD203B41FA5}">
                      <a16:colId xmlns:a16="http://schemas.microsoft.com/office/drawing/2014/main" val="20001"/>
                    </a:ext>
                  </a:extLst>
                </a:gridCol>
              </a:tblGrid>
              <a:tr h="644900">
                <a:tc>
                  <a:txBody>
                    <a:bodyPr/>
                    <a:lstStyle/>
                    <a:p>
                      <a:pPr marL="0" marR="0" lvl="0" indent="0" algn="l" rtl="0">
                        <a:lnSpc>
                          <a:spcPct val="100000"/>
                        </a:lnSpc>
                        <a:spcBef>
                          <a:spcPts val="0"/>
                        </a:spcBef>
                        <a:spcAft>
                          <a:spcPts val="0"/>
                        </a:spcAft>
                        <a:buClr>
                          <a:srgbClr val="000000"/>
                        </a:buClr>
                        <a:buSzPts val="2800"/>
                        <a:buFont typeface="Arial"/>
                        <a:buNone/>
                      </a:pPr>
                      <a:r>
                        <a:rPr lang="en-US" sz="2800" b="1" u="none" strike="noStrike" cap="none">
                          <a:solidFill>
                            <a:schemeClr val="dk1"/>
                          </a:solidFill>
                        </a:rPr>
                        <a:t>Nombre de la actividad:</a:t>
                      </a:r>
                      <a:endParaRPr sz="2800" b="1" u="none" strike="noStrike" cap="none">
                        <a:solidFill>
                          <a:schemeClr val="dk1"/>
                        </a:solidFill>
                      </a:endParaRPr>
                    </a:p>
                  </a:txBody>
                  <a:tcPr marL="182850" marR="182850" marT="182850" marB="1828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800"/>
                        <a:buFont typeface="Arial"/>
                        <a:buNone/>
                      </a:pPr>
                      <a:endParaRPr sz="2800" u="none" strike="noStrike" cap="none"/>
                    </a:p>
                  </a:txBody>
                  <a:tcPr marL="182850" marR="182850" marT="182850" marB="1828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726200">
                <a:tc>
                  <a:txBody>
                    <a:bodyPr/>
                    <a:lstStyle/>
                    <a:p>
                      <a:pPr marL="0" marR="0" lvl="0" indent="0" algn="l" rtl="0">
                        <a:lnSpc>
                          <a:spcPct val="100000"/>
                        </a:lnSpc>
                        <a:spcBef>
                          <a:spcPts val="0"/>
                        </a:spcBef>
                        <a:spcAft>
                          <a:spcPts val="0"/>
                        </a:spcAft>
                        <a:buClr>
                          <a:srgbClr val="000000"/>
                        </a:buClr>
                        <a:buSzPts val="2800"/>
                        <a:buFont typeface="Arial"/>
                        <a:buNone/>
                      </a:pPr>
                      <a:r>
                        <a:rPr lang="en-US" sz="2800" b="1" u="none" strike="noStrike" cap="none">
                          <a:solidFill>
                            <a:schemeClr val="dk1"/>
                          </a:solidFill>
                        </a:rPr>
                        <a:t>Cantidad de participantes:</a:t>
                      </a:r>
                      <a:endParaRPr sz="2800" b="1" u="none" strike="noStrike" cap="none">
                        <a:solidFill>
                          <a:schemeClr val="dk1"/>
                        </a:solidFill>
                      </a:endParaRPr>
                    </a:p>
                  </a:txBody>
                  <a:tcPr marL="182850" marR="182850" marT="182850" marB="1828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800"/>
                        <a:buFont typeface="Arial"/>
                        <a:buNone/>
                      </a:pPr>
                      <a:endParaRPr sz="2800" u="none" strike="noStrike" cap="none"/>
                    </a:p>
                  </a:txBody>
                  <a:tcPr marL="182850" marR="182850" marT="182850" marB="1828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657200">
                <a:tc>
                  <a:txBody>
                    <a:bodyPr/>
                    <a:lstStyle/>
                    <a:p>
                      <a:pPr marL="0" marR="0" lvl="0" indent="0" algn="l" rtl="0">
                        <a:lnSpc>
                          <a:spcPct val="100000"/>
                        </a:lnSpc>
                        <a:spcBef>
                          <a:spcPts val="0"/>
                        </a:spcBef>
                        <a:spcAft>
                          <a:spcPts val="0"/>
                        </a:spcAft>
                        <a:buClr>
                          <a:srgbClr val="000000"/>
                        </a:buClr>
                        <a:buSzPts val="2800"/>
                        <a:buFont typeface="Arial"/>
                        <a:buNone/>
                      </a:pPr>
                      <a:r>
                        <a:rPr lang="en-US" sz="2800" b="1" u="none" strike="noStrike" cap="none">
                          <a:solidFill>
                            <a:schemeClr val="dk1"/>
                          </a:solidFill>
                        </a:rPr>
                        <a:t>Doy fe que esta actividad está planificada en dtt (Sí/No):</a:t>
                      </a:r>
                      <a:endParaRPr sz="2800" b="1" u="none" strike="noStrike" cap="none">
                        <a:solidFill>
                          <a:schemeClr val="dk1"/>
                        </a:solidFill>
                      </a:endParaRPr>
                    </a:p>
                  </a:txBody>
                  <a:tcPr marL="182850" marR="182850" marT="182850" marB="1828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800"/>
                        <a:buFont typeface="Arial"/>
                        <a:buNone/>
                      </a:pPr>
                      <a:endParaRPr sz="2800" u="none" strike="noStrike" cap="none"/>
                    </a:p>
                  </a:txBody>
                  <a:tcPr marL="182850" marR="182850" marT="182850" marB="1828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207" name="Google Shape;207;g385e2d797db_0_12"/>
          <p:cNvSpPr txBox="1"/>
          <p:nvPr/>
        </p:nvSpPr>
        <p:spPr>
          <a:xfrm>
            <a:off x="0" y="4281900"/>
            <a:ext cx="18037800" cy="800400"/>
          </a:xfrm>
          <a:prstGeom prst="rect">
            <a:avLst/>
          </a:prstGeom>
          <a:noFill/>
          <a:ln>
            <a:noFill/>
          </a:ln>
        </p:spPr>
        <p:txBody>
          <a:bodyPr spcFirstLastPara="1" wrap="square" lIns="182850" tIns="182850" rIns="182850" bIns="18285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Participantes: llenar las siguientes cajas de texto (tomar información del chat del meet)</a:t>
            </a:r>
            <a:endParaRPr sz="2800" b="1" i="0" u="none" strike="noStrike" cap="none">
              <a:solidFill>
                <a:srgbClr val="000000"/>
              </a:solidFill>
              <a:latin typeface="Arial"/>
              <a:ea typeface="Arial"/>
              <a:cs typeface="Arial"/>
              <a:sym typeface="Arial"/>
            </a:endParaRPr>
          </a:p>
        </p:txBody>
      </p:sp>
      <p:sp>
        <p:nvSpPr>
          <p:cNvPr id="208" name="Google Shape;208;g385e2d797db_0_12"/>
          <p:cNvSpPr txBox="1"/>
          <p:nvPr/>
        </p:nvSpPr>
        <p:spPr>
          <a:xfrm>
            <a:off x="16900" y="4955800"/>
            <a:ext cx="6167400" cy="738900"/>
          </a:xfrm>
          <a:prstGeom prst="rect">
            <a:avLst/>
          </a:prstGeom>
          <a:noFill/>
          <a:ln w="19050" cap="flat" cmpd="sng">
            <a:solidFill>
              <a:schemeClr val="dk1"/>
            </a:solidFill>
            <a:prstDash val="solid"/>
            <a:round/>
            <a:headEnd type="none" w="sm" len="sm"/>
            <a:tailEnd type="none" w="sm" len="sm"/>
          </a:ln>
        </p:spPr>
        <p:txBody>
          <a:bodyPr spcFirstLastPara="1" wrap="square" lIns="182850" tIns="182850" rIns="182850" bIns="182850" anchor="t" anchorCtr="0">
            <a:spAutoFit/>
          </a:bodyPr>
          <a:lstStyle/>
          <a:p>
            <a:pPr marL="0" marR="0" lvl="0" indent="0" algn="l" rtl="0">
              <a:lnSpc>
                <a:spcPct val="100000"/>
              </a:lnSpc>
              <a:spcBef>
                <a:spcPts val="0"/>
              </a:spcBef>
              <a:spcAft>
                <a:spcPts val="0"/>
              </a:spcAft>
              <a:buNone/>
            </a:pPr>
            <a:endParaRPr sz="2400" b="0" i="0" u="none" strike="noStrike" cap="none">
              <a:solidFill>
                <a:srgbClr val="000000"/>
              </a:solidFill>
              <a:latin typeface="Arial"/>
              <a:ea typeface="Arial"/>
              <a:cs typeface="Arial"/>
              <a:sym typeface="Arial"/>
            </a:endParaRPr>
          </a:p>
        </p:txBody>
      </p:sp>
      <p:graphicFrame>
        <p:nvGraphicFramePr>
          <p:cNvPr id="209" name="Google Shape;209;g385e2d797db_0_12"/>
          <p:cNvGraphicFramePr/>
          <p:nvPr/>
        </p:nvGraphicFramePr>
        <p:xfrm>
          <a:off x="10656400" y="1940050"/>
          <a:ext cx="7381150" cy="2377260"/>
        </p:xfrm>
        <a:graphic>
          <a:graphicData uri="http://schemas.openxmlformats.org/drawingml/2006/table">
            <a:tbl>
              <a:tblPr>
                <a:noFill/>
              </a:tblPr>
              <a:tblGrid>
                <a:gridCol w="3036400">
                  <a:extLst>
                    <a:ext uri="{9D8B030D-6E8A-4147-A177-3AD203B41FA5}">
                      <a16:colId xmlns:a16="http://schemas.microsoft.com/office/drawing/2014/main" val="20000"/>
                    </a:ext>
                  </a:extLst>
                </a:gridCol>
                <a:gridCol w="4344750">
                  <a:extLst>
                    <a:ext uri="{9D8B030D-6E8A-4147-A177-3AD203B41FA5}">
                      <a16:colId xmlns:a16="http://schemas.microsoft.com/office/drawing/2014/main" val="20001"/>
                    </a:ext>
                  </a:extLst>
                </a:gridCol>
              </a:tblGrid>
              <a:tr h="644900">
                <a:tc>
                  <a:txBody>
                    <a:bodyPr/>
                    <a:lstStyle/>
                    <a:p>
                      <a:pPr marL="0" marR="0" lvl="0" indent="0" algn="l" rtl="0">
                        <a:lnSpc>
                          <a:spcPct val="100000"/>
                        </a:lnSpc>
                        <a:spcBef>
                          <a:spcPts val="0"/>
                        </a:spcBef>
                        <a:spcAft>
                          <a:spcPts val="0"/>
                        </a:spcAft>
                        <a:buClr>
                          <a:srgbClr val="000000"/>
                        </a:buClr>
                        <a:buSzPts val="2800"/>
                        <a:buFont typeface="Arial"/>
                        <a:buNone/>
                      </a:pPr>
                      <a:r>
                        <a:rPr lang="en-US" sz="2800" b="1" u="none" strike="noStrike" cap="none">
                          <a:solidFill>
                            <a:schemeClr val="dk1"/>
                          </a:solidFill>
                        </a:rPr>
                        <a:t>Hora de inicio:</a:t>
                      </a:r>
                      <a:endParaRPr sz="2800" b="1" u="none" strike="noStrike" cap="none">
                        <a:solidFill>
                          <a:schemeClr val="dk1"/>
                        </a:solidFill>
                      </a:endParaRPr>
                    </a:p>
                  </a:txBody>
                  <a:tcPr marL="182850" marR="182850" marT="182850" marB="1828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800"/>
                        <a:buFont typeface="Arial"/>
                        <a:buNone/>
                      </a:pPr>
                      <a:endParaRPr sz="2800" u="none" strike="noStrike" cap="none"/>
                    </a:p>
                  </a:txBody>
                  <a:tcPr marL="182850" marR="182850" marT="182850" marB="1828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726200">
                <a:tc>
                  <a:txBody>
                    <a:bodyPr/>
                    <a:lstStyle/>
                    <a:p>
                      <a:pPr marL="0" marR="0" lvl="0" indent="0" algn="l" rtl="0">
                        <a:lnSpc>
                          <a:spcPct val="100000"/>
                        </a:lnSpc>
                        <a:spcBef>
                          <a:spcPts val="0"/>
                        </a:spcBef>
                        <a:spcAft>
                          <a:spcPts val="0"/>
                        </a:spcAft>
                        <a:buClr>
                          <a:srgbClr val="000000"/>
                        </a:buClr>
                        <a:buSzPts val="2800"/>
                        <a:buFont typeface="Arial"/>
                        <a:buNone/>
                      </a:pPr>
                      <a:r>
                        <a:rPr lang="en-US" sz="2800" b="1" u="none" strike="noStrike" cap="none">
                          <a:solidFill>
                            <a:schemeClr val="dk1"/>
                          </a:solidFill>
                        </a:rPr>
                        <a:t>Hora de fin:</a:t>
                      </a:r>
                      <a:endParaRPr sz="2800" b="1" u="none" strike="noStrike" cap="none">
                        <a:solidFill>
                          <a:schemeClr val="dk1"/>
                        </a:solidFill>
                      </a:endParaRPr>
                    </a:p>
                  </a:txBody>
                  <a:tcPr marL="182850" marR="182850" marT="182850" marB="1828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800"/>
                        <a:buFont typeface="Arial"/>
                        <a:buNone/>
                      </a:pPr>
                      <a:endParaRPr sz="2800" u="none" strike="noStrike" cap="none"/>
                    </a:p>
                  </a:txBody>
                  <a:tcPr marL="182850" marR="182850" marT="182850" marB="1828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657200">
                <a:tc>
                  <a:txBody>
                    <a:bodyPr/>
                    <a:lstStyle/>
                    <a:p>
                      <a:pPr marL="0" marR="0" lvl="0" indent="0" algn="l" rtl="0">
                        <a:lnSpc>
                          <a:spcPct val="100000"/>
                        </a:lnSpc>
                        <a:spcBef>
                          <a:spcPts val="0"/>
                        </a:spcBef>
                        <a:spcAft>
                          <a:spcPts val="0"/>
                        </a:spcAft>
                        <a:buClr>
                          <a:schemeClr val="dk1"/>
                        </a:buClr>
                        <a:buSzPts val="2000"/>
                        <a:buFont typeface="Arial"/>
                        <a:buNone/>
                      </a:pPr>
                      <a:r>
                        <a:rPr lang="en-US" sz="2800" b="1" u="none" strike="noStrike" cap="none">
                          <a:solidFill>
                            <a:schemeClr val="dk1"/>
                          </a:solidFill>
                        </a:rPr>
                        <a:t>Duración (min):</a:t>
                      </a:r>
                      <a:endParaRPr sz="1000" b="1" u="none" strike="noStrike" cap="none"/>
                    </a:p>
                  </a:txBody>
                  <a:tcPr marL="182850" marR="182850" marT="182850" marB="1828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800"/>
                        <a:buFont typeface="Arial"/>
                        <a:buNone/>
                      </a:pPr>
                      <a:endParaRPr sz="2800" u="none" strike="noStrike" cap="none"/>
                    </a:p>
                  </a:txBody>
                  <a:tcPr marL="182850" marR="182850" marT="182850" marB="1828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210" name="Google Shape;210;g385e2d797db_0_12"/>
          <p:cNvSpPr txBox="1"/>
          <p:nvPr/>
        </p:nvSpPr>
        <p:spPr>
          <a:xfrm>
            <a:off x="6261600" y="4955800"/>
            <a:ext cx="6167400" cy="738900"/>
          </a:xfrm>
          <a:prstGeom prst="rect">
            <a:avLst/>
          </a:prstGeom>
          <a:noFill/>
          <a:ln w="19050" cap="flat" cmpd="sng">
            <a:solidFill>
              <a:schemeClr val="dk1"/>
            </a:solidFill>
            <a:prstDash val="solid"/>
            <a:round/>
            <a:headEnd type="none" w="sm" len="sm"/>
            <a:tailEnd type="none" w="sm" len="sm"/>
          </a:ln>
        </p:spPr>
        <p:txBody>
          <a:bodyPr spcFirstLastPara="1" wrap="square" lIns="182850" tIns="182850" rIns="182850" bIns="182850" anchor="t" anchorCtr="0">
            <a:spAutoFit/>
          </a:bodyPr>
          <a:lstStyle/>
          <a:p>
            <a:pPr marL="0" marR="0" lvl="0" indent="0" algn="l" rtl="0">
              <a:lnSpc>
                <a:spcPct val="100000"/>
              </a:lnSpc>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211" name="Google Shape;211;g385e2d797db_0_12"/>
          <p:cNvSpPr txBox="1"/>
          <p:nvPr/>
        </p:nvSpPr>
        <p:spPr>
          <a:xfrm>
            <a:off x="12506300" y="4955800"/>
            <a:ext cx="5764800" cy="738900"/>
          </a:xfrm>
          <a:prstGeom prst="rect">
            <a:avLst/>
          </a:prstGeom>
          <a:noFill/>
          <a:ln w="19050" cap="flat" cmpd="sng">
            <a:solidFill>
              <a:schemeClr val="dk1"/>
            </a:solidFill>
            <a:prstDash val="solid"/>
            <a:round/>
            <a:headEnd type="none" w="sm" len="sm"/>
            <a:tailEnd type="none" w="sm" len="sm"/>
          </a:ln>
        </p:spPr>
        <p:txBody>
          <a:bodyPr spcFirstLastPara="1" wrap="square" lIns="182850" tIns="182850" rIns="182850" bIns="182850" anchor="t" anchorCtr="0">
            <a:sp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sp>
        <p:nvSpPr>
          <p:cNvPr id="2" name="TextBox 2"/>
          <p:cNvSpPr txBox="1"/>
          <p:nvPr/>
        </p:nvSpPr>
        <p:spPr>
          <a:xfrm>
            <a:off x="4437795" y="3446254"/>
            <a:ext cx="8658828" cy="2438527"/>
          </a:xfrm>
          <a:prstGeom prst="rect">
            <a:avLst/>
          </a:prstGeom>
        </p:spPr>
        <p:txBody>
          <a:bodyPr lIns="0" tIns="0" rIns="0" bIns="0" rtlCol="0" anchor="t">
            <a:spAutoFit/>
          </a:bodyPr>
          <a:lstStyle/>
          <a:p>
            <a:pPr algn="just">
              <a:lnSpc>
                <a:spcPts val="6343"/>
              </a:lnSpc>
            </a:pPr>
            <a:r>
              <a:rPr lang="en-US" sz="6099" b="1">
                <a:solidFill>
                  <a:srgbClr val="F4F6FC"/>
                </a:solidFill>
                <a:latin typeface="HK Grotesk Bold"/>
                <a:ea typeface="HK Grotesk Bold"/>
                <a:cs typeface="HK Grotesk Bold"/>
                <a:sym typeface="HK Grotesk Bold"/>
              </a:rPr>
              <a:t>¡GRACIAS POR su  ATENCIÓN!</a:t>
            </a:r>
          </a:p>
          <a:p>
            <a:pPr algn="just">
              <a:lnSpc>
                <a:spcPts val="6343"/>
              </a:lnSpc>
            </a:pPr>
            <a:endParaRPr lang="en-US" sz="6099" b="1">
              <a:solidFill>
                <a:srgbClr val="F4F6FC"/>
              </a:solidFill>
              <a:latin typeface="HK Grotesk Bold"/>
              <a:ea typeface="HK Grotesk Bold"/>
              <a:cs typeface="HK Grotesk Bold"/>
              <a:sym typeface="HK Grotesk Bold"/>
            </a:endParaRPr>
          </a:p>
        </p:txBody>
      </p:sp>
      <p:sp>
        <p:nvSpPr>
          <p:cNvPr id="3" name="TextBox 3"/>
          <p:cNvSpPr txBox="1"/>
          <p:nvPr/>
        </p:nvSpPr>
        <p:spPr>
          <a:xfrm>
            <a:off x="5414714" y="5958103"/>
            <a:ext cx="6704991" cy="898525"/>
          </a:xfrm>
          <a:prstGeom prst="rect">
            <a:avLst/>
          </a:prstGeom>
        </p:spPr>
        <p:txBody>
          <a:bodyPr lIns="0" tIns="0" rIns="0" bIns="0" rtlCol="0" anchor="t">
            <a:spAutoFit/>
          </a:bodyPr>
          <a:lstStyle/>
          <a:p>
            <a:pPr algn="ctr">
              <a:lnSpc>
                <a:spcPts val="7400"/>
              </a:lnSpc>
            </a:pPr>
            <a:r>
              <a:rPr lang="en-US" sz="5000" b="1" spc="400">
                <a:solidFill>
                  <a:srgbClr val="F4F6FC"/>
                </a:solidFill>
                <a:latin typeface="HK Grotesk Bold"/>
                <a:ea typeface="HK Grotesk Bold"/>
                <a:cs typeface="HK Grotesk Bold"/>
                <a:sym typeface="HK Grotesk Bold"/>
              </a:rPr>
              <a:t>DUDAS</a:t>
            </a:r>
          </a:p>
        </p:txBody>
      </p:sp>
      <p:sp>
        <p:nvSpPr>
          <p:cNvPr id="4" name="Freeform 4"/>
          <p:cNvSpPr/>
          <p:nvPr/>
        </p:nvSpPr>
        <p:spPr>
          <a:xfrm>
            <a:off x="13963751" y="1028700"/>
            <a:ext cx="2757268" cy="3770970"/>
          </a:xfrm>
          <a:custGeom>
            <a:avLst/>
            <a:gdLst/>
            <a:ahLst/>
            <a:cxnLst/>
            <a:rect l="l" t="t" r="r" b="b"/>
            <a:pathLst>
              <a:path w="2757268" h="3770970">
                <a:moveTo>
                  <a:pt x="0" y="0"/>
                </a:moveTo>
                <a:lnTo>
                  <a:pt x="2757268" y="0"/>
                </a:lnTo>
                <a:lnTo>
                  <a:pt x="2757268" y="3770970"/>
                </a:lnTo>
                <a:lnTo>
                  <a:pt x="0" y="3770970"/>
                </a:lnTo>
                <a:lnTo>
                  <a:pt x="0" y="0"/>
                </a:lnTo>
                <a:close/>
              </a:path>
            </a:pathLst>
          </a:custGeom>
          <a:blipFill>
            <a:blip r:embed="rId2"/>
            <a:stretch>
              <a:fillRect/>
            </a:stretch>
          </a:blipFill>
        </p:spPr>
        <p:txBody>
          <a:bodyPr/>
          <a:lstStyle/>
          <a:p>
            <a:endParaRPr lang="es-GT"/>
          </a:p>
        </p:txBody>
      </p:sp>
      <p:sp>
        <p:nvSpPr>
          <p:cNvPr id="5" name="TextBox 5"/>
          <p:cNvSpPr txBox="1"/>
          <p:nvPr/>
        </p:nvSpPr>
        <p:spPr>
          <a:xfrm>
            <a:off x="2411098" y="7890210"/>
            <a:ext cx="13465804" cy="357505"/>
          </a:xfrm>
          <a:prstGeom prst="rect">
            <a:avLst/>
          </a:prstGeom>
        </p:spPr>
        <p:txBody>
          <a:bodyPr lIns="0" tIns="0" rIns="0" bIns="0" rtlCol="0" anchor="t">
            <a:spAutoFit/>
          </a:bodyPr>
          <a:lstStyle/>
          <a:p>
            <a:pPr algn="ctr">
              <a:lnSpc>
                <a:spcPts val="2960"/>
              </a:lnSpc>
            </a:pPr>
            <a:r>
              <a:rPr lang="en-US" sz="2000" b="1">
                <a:solidFill>
                  <a:srgbClr val="F4F6FC"/>
                </a:solidFill>
                <a:latin typeface="HK Grotesk Medium"/>
                <a:ea typeface="HK Grotesk Medium"/>
                <a:cs typeface="HK Grotesk Medium"/>
                <a:sym typeface="HK Grotesk Medium"/>
              </a:rPr>
              <a:t>Recuerda que tenemos nuestro foro semanal donde puedes consultar cualquier duda que te surja en la semana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1581</Words>
  <Application>Microsoft Office PowerPoint</Application>
  <PresentationFormat>Personalizado</PresentationFormat>
  <Paragraphs>179</Paragraphs>
  <Slides>21</Slides>
  <Notes>1</Notes>
  <HiddenSlides>0</HiddenSlides>
  <MMClips>0</MMClips>
  <ScaleCrop>false</ScaleCrop>
  <HeadingPairs>
    <vt:vector size="6" baseType="variant">
      <vt:variant>
        <vt:lpstr>Fuentes usadas</vt:lpstr>
      </vt:variant>
      <vt:variant>
        <vt:i4>11</vt:i4>
      </vt:variant>
      <vt:variant>
        <vt:lpstr>Tema</vt:lpstr>
      </vt:variant>
      <vt:variant>
        <vt:i4>1</vt:i4>
      </vt:variant>
      <vt:variant>
        <vt:lpstr>Títulos de diapositiva</vt:lpstr>
      </vt:variant>
      <vt:variant>
        <vt:i4>21</vt:i4>
      </vt:variant>
    </vt:vector>
  </HeadingPairs>
  <TitlesOfParts>
    <vt:vector size="33" baseType="lpstr">
      <vt:lpstr>Arimo</vt:lpstr>
      <vt:lpstr>HK Grotesk Bold</vt:lpstr>
      <vt:lpstr>HK Grotesk Medium Italics</vt:lpstr>
      <vt:lpstr>Arial Bold</vt:lpstr>
      <vt:lpstr>Aptos</vt:lpstr>
      <vt:lpstr>HK Grotesk Italics</vt:lpstr>
      <vt:lpstr>HK Grotesk Bold Italics</vt:lpstr>
      <vt:lpstr>HK Grotesk</vt:lpstr>
      <vt:lpstr>Arial</vt:lpstr>
      <vt:lpstr>HK Grotesk Medium</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03</dc:title>
  <cp:lastModifiedBy>Robin Buezo</cp:lastModifiedBy>
  <cp:revision>1</cp:revision>
  <dcterms:created xsi:type="dcterms:W3CDTF">2006-08-16T00:00:00Z</dcterms:created>
  <dcterms:modified xsi:type="dcterms:W3CDTF">2025-11-01T01:59:11Z</dcterms:modified>
  <dc:identifier>DAGn8r3GZIk</dc:identifier>
</cp:coreProperties>
</file>