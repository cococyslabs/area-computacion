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10287000" cx="18288000"/>
  <p:notesSz cx="6858000" cy="9144000"/>
  <p:embeddedFontLst>
    <p:embeddedFont>
      <p:font typeface="Arim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hK1ZN4uLqp1otadKEMUSpME08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6A0CC6-4ED2-448F-9C75-DECDE45AD7B9}">
  <a:tblStyle styleId="{C56A0CC6-4ED2-448F-9C75-DECDE45AD7B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mo-italic.fntdata"/><Relationship Id="rId10" Type="http://schemas.openxmlformats.org/officeDocument/2006/relationships/font" Target="fonts/Arimo-bold.fntdata"/><Relationship Id="rId13" Type="http://customschemas.google.com/relationships/presentationmetadata" Target="metadata"/><Relationship Id="rId12" Type="http://schemas.openxmlformats.org/officeDocument/2006/relationships/font" Target="fonts/Arim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Arim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7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{C56A0CC6-4ED2-448F-9C75-DECDE45AD7B9}</a:tableStyleId>
              </a:tblPr>
              <a:tblGrid>
                <a:gridCol w="3030175"/>
                <a:gridCol w="4335825"/>
              </a:tblGrid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3864138" y="4529138"/>
            <a:ext cx="951329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[A]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117834" y="5845971"/>
            <a:ext cx="7005905" cy="72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" name="Google Shape;101;p24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{C56A0CC6-4ED2-448F-9C75-DECDE45AD7B9}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24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4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4" name="Google Shape;104;p24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{C56A0CC6-4ED2-448F-9C75-DECDE45AD7B9}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24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4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