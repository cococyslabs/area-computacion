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9" r:id="rId20"/>
    <p:sldId id="280" r:id="rId21"/>
    <p:sldId id="281" r:id="rId22"/>
    <p:sldId id="274" r:id="rId23"/>
  </p:sldIdLst>
  <p:sldSz cx="18288000" cy="10287000"/>
  <p:notesSz cx="6858000" cy="9144000"/>
  <p:embeddedFontLst>
    <p:embeddedFont>
      <p:font typeface="Arial Bold" panose="020B0704020202020204" pitchFamily="34" charset="0"/>
      <p:regular r:id="rId25"/>
      <p:bold r:id="rId26"/>
    </p:embeddedFont>
    <p:embeddedFont>
      <p:font typeface="Arimo" panose="020B0604020202020204" charset="0"/>
      <p:regular r:id="rId27"/>
    </p:embeddedFont>
    <p:embeddedFont>
      <p:font typeface="HK Grotesk" panose="020B0604020202020204" charset="0"/>
      <p:regular r:id="rId28"/>
    </p:embeddedFont>
    <p:embeddedFont>
      <p:font typeface="HK Grotesk Bold" panose="020B0604020202020204" charset="0"/>
      <p:regular r:id="rId29"/>
    </p:embeddedFont>
    <p:embeddedFont>
      <p:font typeface="HK Grotesk Medium"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5E8BC7-373E-4ED3-AEF0-017B4661825B}" v="5" dt="2025-11-01T05:02:05.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1195"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in Buezo" userId="d44e5f3f-39a8-4f70-a374-9ef0db0805cd" providerId="ADAL" clId="{996B3292-AC6C-4302-9B50-82325D2A977A}"/>
    <pc:docChg chg="custSel addSld modSld">
      <pc:chgData name="Robin Buezo" userId="d44e5f3f-39a8-4f70-a374-9ef0db0805cd" providerId="ADAL" clId="{996B3292-AC6C-4302-9B50-82325D2A977A}" dt="2025-11-01T05:02:05.893" v="31"/>
      <pc:docMkLst>
        <pc:docMk/>
      </pc:docMkLst>
      <pc:sldChg chg="modSp mod">
        <pc:chgData name="Robin Buezo" userId="d44e5f3f-39a8-4f70-a374-9ef0db0805cd" providerId="ADAL" clId="{996B3292-AC6C-4302-9B50-82325D2A977A}" dt="2025-11-01T04:58:53.431" v="11" actId="20577"/>
        <pc:sldMkLst>
          <pc:docMk/>
          <pc:sldMk cId="0" sldId="256"/>
        </pc:sldMkLst>
        <pc:spChg chg="mod">
          <ac:chgData name="Robin Buezo" userId="d44e5f3f-39a8-4f70-a374-9ef0db0805cd" providerId="ADAL" clId="{996B3292-AC6C-4302-9B50-82325D2A977A}" dt="2025-11-01T04:58:53.431" v="11" actId="20577"/>
          <ac:spMkLst>
            <pc:docMk/>
            <pc:sldMk cId="0" sldId="256"/>
            <ac:spMk id="5" creationId="{00000000-0000-0000-0000-000000000000}"/>
          </ac:spMkLst>
        </pc:spChg>
      </pc:sldChg>
      <pc:sldChg chg="addSp delSp modSp mod">
        <pc:chgData name="Robin Buezo" userId="d44e5f3f-39a8-4f70-a374-9ef0db0805cd" providerId="ADAL" clId="{996B3292-AC6C-4302-9B50-82325D2A977A}" dt="2025-11-01T04:59:32.820" v="18" actId="1076"/>
        <pc:sldMkLst>
          <pc:docMk/>
          <pc:sldMk cId="0" sldId="258"/>
        </pc:sldMkLst>
        <pc:spChg chg="del">
          <ac:chgData name="Robin Buezo" userId="d44e5f3f-39a8-4f70-a374-9ef0db0805cd" providerId="ADAL" clId="{996B3292-AC6C-4302-9B50-82325D2A977A}" dt="2025-11-01T04:59:24.704" v="12" actId="478"/>
          <ac:spMkLst>
            <pc:docMk/>
            <pc:sldMk cId="0" sldId="258"/>
            <ac:spMk id="14" creationId="{00000000-0000-0000-0000-000000000000}"/>
          </ac:spMkLst>
        </pc:spChg>
        <pc:picChg chg="add mod">
          <ac:chgData name="Robin Buezo" userId="d44e5f3f-39a8-4f70-a374-9ef0db0805cd" providerId="ADAL" clId="{996B3292-AC6C-4302-9B50-82325D2A977A}" dt="2025-11-01T04:59:32.820" v="18" actId="1076"/>
          <ac:picMkLst>
            <pc:docMk/>
            <pc:sldMk cId="0" sldId="258"/>
            <ac:picMk id="21" creationId="{47D50423-FE37-56E2-2D2E-7DEF962E6D61}"/>
          </ac:picMkLst>
        </pc:picChg>
      </pc:sldChg>
      <pc:sldChg chg="modSp mod">
        <pc:chgData name="Robin Buezo" userId="d44e5f3f-39a8-4f70-a374-9ef0db0805cd" providerId="ADAL" clId="{996B3292-AC6C-4302-9B50-82325D2A977A}" dt="2025-11-01T05:00:20.953" v="25" actId="20577"/>
        <pc:sldMkLst>
          <pc:docMk/>
          <pc:sldMk cId="0" sldId="259"/>
        </pc:sldMkLst>
        <pc:spChg chg="mod">
          <ac:chgData name="Robin Buezo" userId="d44e5f3f-39a8-4f70-a374-9ef0db0805cd" providerId="ADAL" clId="{996B3292-AC6C-4302-9B50-82325D2A977A}" dt="2025-11-01T05:00:20.953" v="25" actId="20577"/>
          <ac:spMkLst>
            <pc:docMk/>
            <pc:sldMk cId="0" sldId="259"/>
            <ac:spMk id="13" creationId="{00000000-0000-0000-0000-000000000000}"/>
          </ac:spMkLst>
        </pc:spChg>
      </pc:sldChg>
      <pc:sldChg chg="modSp mod">
        <pc:chgData name="Robin Buezo" userId="d44e5f3f-39a8-4f70-a374-9ef0db0805cd" providerId="ADAL" clId="{996B3292-AC6C-4302-9B50-82325D2A977A}" dt="2025-11-01T05:01:36.584" v="30" actId="1076"/>
        <pc:sldMkLst>
          <pc:docMk/>
          <pc:sldMk cId="0" sldId="272"/>
        </pc:sldMkLst>
        <pc:spChg chg="mod">
          <ac:chgData name="Robin Buezo" userId="d44e5f3f-39a8-4f70-a374-9ef0db0805cd" providerId="ADAL" clId="{996B3292-AC6C-4302-9B50-82325D2A977A}" dt="2025-11-01T05:01:36.584" v="30" actId="1076"/>
          <ac:spMkLst>
            <pc:docMk/>
            <pc:sldMk cId="0" sldId="272"/>
            <ac:spMk id="12" creationId="{00000000-0000-0000-0000-000000000000}"/>
          </ac:spMkLst>
        </pc:spChg>
        <pc:spChg chg="mod">
          <ac:chgData name="Robin Buezo" userId="d44e5f3f-39a8-4f70-a374-9ef0db0805cd" providerId="ADAL" clId="{996B3292-AC6C-4302-9B50-82325D2A977A}" dt="2025-11-01T05:01:33.157" v="29" actId="1076"/>
          <ac:spMkLst>
            <pc:docMk/>
            <pc:sldMk cId="0" sldId="272"/>
            <ac:spMk id="13" creationId="{00000000-0000-0000-0000-000000000000}"/>
          </ac:spMkLst>
        </pc:spChg>
      </pc:sldChg>
      <pc:sldChg chg="add">
        <pc:chgData name="Robin Buezo" userId="d44e5f3f-39a8-4f70-a374-9ef0db0805cd" providerId="ADAL" clId="{996B3292-AC6C-4302-9B50-82325D2A977A}" dt="2025-11-01T05:02:05.893" v="31"/>
        <pc:sldMkLst>
          <pc:docMk/>
          <pc:sldMk cId="3289369567" sldId="279"/>
        </pc:sldMkLst>
      </pc:sldChg>
      <pc:sldChg chg="add">
        <pc:chgData name="Robin Buezo" userId="d44e5f3f-39a8-4f70-a374-9ef0db0805cd" providerId="ADAL" clId="{996B3292-AC6C-4302-9B50-82325D2A977A}" dt="2025-11-01T05:02:05.893" v="31"/>
        <pc:sldMkLst>
          <pc:docMk/>
          <pc:sldMk cId="3676367595" sldId="280"/>
        </pc:sldMkLst>
      </pc:sldChg>
      <pc:sldChg chg="add">
        <pc:chgData name="Robin Buezo" userId="d44e5f3f-39a8-4f70-a374-9ef0db0805cd" providerId="ADAL" clId="{996B3292-AC6C-4302-9B50-82325D2A977A}" dt="2025-11-01T05:02:05.893" v="31"/>
        <pc:sldMkLst>
          <pc:docMk/>
          <pc:sldMk cId="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0DE80-C81E-441C-BE4A-32FDF860695B}" type="datetimeFigureOut">
              <a:rPr lang="es-GT" smtClean="0"/>
              <a:t>31/10/2025</a:t>
            </a:fld>
            <a:endParaRPr lang="es-GT"/>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GT"/>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5F6C49-0C17-4158-AF7E-F7EA69BA1A1D}" type="slidenum">
              <a:rPr lang="es-GT" smtClean="0"/>
              <a:t>‹Nº›</a:t>
            </a:fld>
            <a:endParaRPr lang="es-GT"/>
          </a:p>
        </p:txBody>
      </p:sp>
    </p:spTree>
    <p:extLst>
      <p:ext uri="{BB962C8B-B14F-4D97-AF65-F5344CB8AC3E}">
        <p14:creationId xmlns:p14="http://schemas.microsoft.com/office/powerpoint/2010/main" val="4025184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85e2d797d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385e2d797db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0"/>
        <p:cNvGrpSpPr/>
        <p:nvPr/>
      </p:nvGrpSpPr>
      <p:grpSpPr>
        <a:xfrm>
          <a:off x="0" y="0"/>
          <a:ext cx="0" cy="0"/>
          <a:chOff x="0" y="0"/>
          <a:chExt cx="0" cy="0"/>
        </a:xfrm>
      </p:grpSpPr>
      <p:sp>
        <p:nvSpPr>
          <p:cNvPr id="81" name="Google Shape;81;g385e2d797db_0_67"/>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2" name="Google Shape;82;g385e2d797db_0_67"/>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3" name="Google Shape;83;g385e2d797db_0_6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980536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902" y="0"/>
            <a:ext cx="18254198" cy="10287002"/>
          </a:xfrm>
          <a:custGeom>
            <a:avLst/>
            <a:gdLst/>
            <a:ahLst/>
            <a:cxnLst/>
            <a:rect l="l" t="t" r="r" b="b"/>
            <a:pathLst>
              <a:path w="18254198" h="10287002">
                <a:moveTo>
                  <a:pt x="0" y="0"/>
                </a:moveTo>
                <a:lnTo>
                  <a:pt x="18254198" y="0"/>
                </a:lnTo>
                <a:lnTo>
                  <a:pt x="18254198" y="10287002"/>
                </a:lnTo>
                <a:lnTo>
                  <a:pt x="0" y="10287002"/>
                </a:lnTo>
                <a:lnTo>
                  <a:pt x="0" y="0"/>
                </a:lnTo>
                <a:close/>
              </a:path>
            </a:pathLst>
          </a:custGeom>
          <a:blipFill>
            <a:blip r:embed="rId2">
              <a:alphaModFix amt="55800"/>
            </a:blip>
            <a:stretch>
              <a:fillRect/>
            </a:stretch>
          </a:blipFill>
        </p:spPr>
        <p:txBody>
          <a:bodyPr/>
          <a:lstStyle/>
          <a:p>
            <a:endParaRPr lang="es-GT"/>
          </a:p>
        </p:txBody>
      </p:sp>
      <p:graphicFrame>
        <p:nvGraphicFramePr>
          <p:cNvPr id="3" name="Table 3"/>
          <p:cNvGraphicFramePr>
            <a:graphicFrameLocks noGrp="1"/>
          </p:cNvGraphicFramePr>
          <p:nvPr/>
        </p:nvGraphicFramePr>
        <p:xfrm>
          <a:off x="10656400" y="1940050"/>
          <a:ext cx="7366000" cy="1547812"/>
        </p:xfrm>
        <a:graphic>
          <a:graphicData uri="http://schemas.openxmlformats.org/drawingml/2006/table">
            <a:tbl>
              <a:tblPr/>
              <a:tblGrid>
                <a:gridCol w="3030168">
                  <a:extLst>
                    <a:ext uri="{9D8B030D-6E8A-4147-A177-3AD203B41FA5}">
                      <a16:colId xmlns:a16="http://schemas.microsoft.com/office/drawing/2014/main" val="20000"/>
                    </a:ext>
                  </a:extLst>
                </a:gridCol>
                <a:gridCol w="4335832">
                  <a:extLst>
                    <a:ext uri="{9D8B030D-6E8A-4147-A177-3AD203B41FA5}">
                      <a16:colId xmlns:a16="http://schemas.microsoft.com/office/drawing/2014/main" val="20001"/>
                    </a:ext>
                  </a:extLst>
                </a:gridCol>
              </a:tblGrid>
              <a:tr h="773906">
                <a:tc>
                  <a:txBody>
                    <a:bodyPr/>
                    <a:lstStyle/>
                    <a:p>
                      <a:pPr algn="l">
                        <a:lnSpc>
                          <a:spcPts val="3408"/>
                        </a:lnSpc>
                        <a:defRPr/>
                      </a:pPr>
                      <a:r>
                        <a:rPr lang="en-US" sz="2840" b="1">
                          <a:solidFill>
                            <a:srgbClr val="000000"/>
                          </a:solidFill>
                          <a:latin typeface="Arial Bold"/>
                          <a:ea typeface="Arial Bold"/>
                          <a:cs typeface="Arial Bold"/>
                          <a:sym typeface="Arial Bold"/>
                        </a:rPr>
                        <a:t>Día, Fecha:</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976"/>
                        </a:lnSpc>
                        <a:defRPr/>
                      </a:pPr>
                      <a:r>
                        <a:rPr lang="en-US" sz="2840">
                          <a:solidFill>
                            <a:srgbClr val="000000"/>
                          </a:solidFill>
                          <a:latin typeface="Arimo"/>
                          <a:ea typeface="Arimo"/>
                          <a:cs typeface="Arimo"/>
                          <a:sym typeface="Arimo"/>
                        </a:rPr>
                        <a:t>Viernes, XX-XX-XXXX</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73906">
                <a:tc>
                  <a:txBody>
                    <a:bodyPr/>
                    <a:lstStyle/>
                    <a:p>
                      <a:pPr algn="l">
                        <a:lnSpc>
                          <a:spcPts val="3408"/>
                        </a:lnSpc>
                        <a:defRPr/>
                      </a:pPr>
                      <a:r>
                        <a:rPr lang="en-US" sz="2840" b="1">
                          <a:solidFill>
                            <a:srgbClr val="000000"/>
                          </a:solidFill>
                          <a:latin typeface="Arial Bold"/>
                          <a:ea typeface="Arial Bold"/>
                          <a:cs typeface="Arial Bold"/>
                          <a:sym typeface="Arial Bold"/>
                        </a:rPr>
                        <a:t>Hora de inicio:</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976"/>
                        </a:lnSpc>
                        <a:defRPr/>
                      </a:pPr>
                      <a:r>
                        <a:rPr lang="en-US" sz="2840">
                          <a:solidFill>
                            <a:srgbClr val="000000"/>
                          </a:solidFill>
                          <a:latin typeface="Arimo"/>
                          <a:ea typeface="Arimo"/>
                          <a:cs typeface="Arimo"/>
                          <a:sym typeface="Arimo"/>
                        </a:rPr>
                        <a:t>19:00</a:t>
                      </a:r>
                      <a:endParaRPr lang="en-US" sz="1100"/>
                    </a:p>
                  </a:txBody>
                  <a:tcPr marL="91425" marR="91425" marT="91425" marB="9142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TextBox 4"/>
          <p:cNvSpPr txBox="1"/>
          <p:nvPr/>
        </p:nvSpPr>
        <p:spPr>
          <a:xfrm>
            <a:off x="3864138" y="4529138"/>
            <a:ext cx="9513297" cy="1019175"/>
          </a:xfrm>
          <a:prstGeom prst="rect">
            <a:avLst/>
          </a:prstGeom>
        </p:spPr>
        <p:txBody>
          <a:bodyPr lIns="0" tIns="0" rIns="0" bIns="0" rtlCol="0" anchor="t">
            <a:spAutoFit/>
          </a:bodyPr>
          <a:lstStyle/>
          <a:p>
            <a:pPr algn="l">
              <a:lnSpc>
                <a:spcPts val="7199"/>
              </a:lnSpc>
            </a:pPr>
            <a:r>
              <a:rPr lang="en-US" sz="5999" b="1">
                <a:solidFill>
                  <a:srgbClr val="000000"/>
                </a:solidFill>
                <a:latin typeface="Arial Bold"/>
                <a:ea typeface="Arial Bold"/>
                <a:cs typeface="Arial Bold"/>
                <a:sym typeface="Arial Bold"/>
              </a:rPr>
              <a:t>Inteligencia Artificial 1 [A]</a:t>
            </a:r>
          </a:p>
        </p:txBody>
      </p:sp>
      <p:sp>
        <p:nvSpPr>
          <p:cNvPr id="5" name="TextBox 5"/>
          <p:cNvSpPr txBox="1"/>
          <p:nvPr/>
        </p:nvSpPr>
        <p:spPr>
          <a:xfrm>
            <a:off x="5117834" y="5845971"/>
            <a:ext cx="7005905" cy="723018"/>
          </a:xfrm>
          <a:prstGeom prst="rect">
            <a:avLst/>
          </a:prstGeom>
        </p:spPr>
        <p:txBody>
          <a:bodyPr lIns="0" tIns="0" rIns="0" bIns="0" rtlCol="0" anchor="t">
            <a:spAutoFit/>
          </a:bodyPr>
          <a:lstStyle/>
          <a:p>
            <a:pPr algn="l">
              <a:lnSpc>
                <a:spcPts val="5999"/>
              </a:lnSpc>
            </a:pPr>
            <a:r>
              <a:rPr lang="en-US" sz="4999" dirty="0">
                <a:solidFill>
                  <a:srgbClr val="000000"/>
                </a:solidFill>
                <a:latin typeface="Arial"/>
                <a:ea typeface="Arial"/>
                <a:cs typeface="Arial"/>
                <a:sym typeface="Arial"/>
              </a:rPr>
              <a:t>Nombre Tutor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txBody>
          <a:bodyPr/>
          <a:lstStyle/>
          <a:p>
            <a:endParaRPr lang="es-GT"/>
          </a:p>
        </p:txBody>
      </p:sp>
      <p:grpSp>
        <p:nvGrpSpPr>
          <p:cNvPr id="3" name="Group 3"/>
          <p:cNvGrpSpPr/>
          <p:nvPr/>
        </p:nvGrpSpPr>
        <p:grpSpPr>
          <a:xfrm>
            <a:off x="1028700" y="952267"/>
            <a:ext cx="16230600" cy="8382465"/>
            <a:chOff x="0" y="0"/>
            <a:chExt cx="6045684" cy="3122357"/>
          </a:xfrm>
        </p:grpSpPr>
        <p:sp>
          <p:nvSpPr>
            <p:cNvPr id="4" name="Freeform 4"/>
            <p:cNvSpPr/>
            <p:nvPr/>
          </p:nvSpPr>
          <p:spPr>
            <a:xfrm>
              <a:off x="0" y="0"/>
              <a:ext cx="6045684" cy="3122357"/>
            </a:xfrm>
            <a:custGeom>
              <a:avLst/>
              <a:gdLst/>
              <a:ahLst/>
              <a:cxnLst/>
              <a:rect l="l" t="t" r="r" b="b"/>
              <a:pathLst>
                <a:path w="6045684" h="3122357">
                  <a:moveTo>
                    <a:pt x="0" y="0"/>
                  </a:moveTo>
                  <a:lnTo>
                    <a:pt x="6045684" y="0"/>
                  </a:lnTo>
                  <a:lnTo>
                    <a:pt x="6045684" y="3122357"/>
                  </a:lnTo>
                  <a:lnTo>
                    <a:pt x="0" y="3122357"/>
                  </a:lnTo>
                  <a:close/>
                </a:path>
              </a:pathLst>
            </a:custGeom>
            <a:solidFill>
              <a:srgbClr val="000000">
                <a:alpha val="0"/>
              </a:srgbClr>
            </a:solidFill>
            <a:ln w="66675" cap="sq">
              <a:solidFill>
                <a:srgbClr val="9753A8"/>
              </a:solidFill>
              <a:prstDash val="solid"/>
              <a:miter/>
            </a:ln>
          </p:spPr>
          <p:txBody>
            <a:bodyPr/>
            <a:lstStyle/>
            <a:p>
              <a:endParaRPr lang="es-GT"/>
            </a:p>
          </p:txBody>
        </p:sp>
        <p:sp>
          <p:nvSpPr>
            <p:cNvPr id="5" name="TextBox 5"/>
            <p:cNvSpPr txBox="1"/>
            <p:nvPr/>
          </p:nvSpPr>
          <p:spPr>
            <a:xfrm>
              <a:off x="0" y="0"/>
              <a:ext cx="6045684" cy="3122357"/>
            </a:xfrm>
            <a:prstGeom prst="rect">
              <a:avLst/>
            </a:prstGeom>
          </p:spPr>
          <p:txBody>
            <a:bodyPr lIns="48876" tIns="48876" rIns="48876" bIns="48876" rtlCol="0" anchor="ctr"/>
            <a:lstStyle/>
            <a:p>
              <a:pPr algn="ctr">
                <a:lnSpc>
                  <a:spcPts val="1813"/>
                </a:lnSpc>
              </a:pPr>
              <a:endParaRPr/>
            </a:p>
          </p:txBody>
        </p:sp>
      </p:grpSp>
      <p:grpSp>
        <p:nvGrpSpPr>
          <p:cNvPr id="6" name="Group 6"/>
          <p:cNvGrpSpPr/>
          <p:nvPr/>
        </p:nvGrpSpPr>
        <p:grpSpPr>
          <a:xfrm>
            <a:off x="12374539" y="8993151"/>
            <a:ext cx="4284389" cy="1567256"/>
            <a:chOff x="0" y="0"/>
            <a:chExt cx="1128399" cy="412775"/>
          </a:xfrm>
        </p:grpSpPr>
        <p:sp>
          <p:nvSpPr>
            <p:cNvPr id="7" name="Freeform 7"/>
            <p:cNvSpPr/>
            <p:nvPr/>
          </p:nvSpPr>
          <p:spPr>
            <a:xfrm>
              <a:off x="0" y="0"/>
              <a:ext cx="1128399" cy="412775"/>
            </a:xfrm>
            <a:custGeom>
              <a:avLst/>
              <a:gdLst/>
              <a:ahLst/>
              <a:cxnLst/>
              <a:rect l="l" t="t" r="r" b="b"/>
              <a:pathLst>
                <a:path w="1128399" h="412775">
                  <a:moveTo>
                    <a:pt x="0" y="0"/>
                  </a:moveTo>
                  <a:lnTo>
                    <a:pt x="1128399" y="0"/>
                  </a:lnTo>
                  <a:lnTo>
                    <a:pt x="1128399" y="412775"/>
                  </a:lnTo>
                  <a:lnTo>
                    <a:pt x="0" y="412775"/>
                  </a:lnTo>
                  <a:close/>
                </a:path>
              </a:pathLst>
            </a:custGeom>
            <a:solidFill>
              <a:srgbClr val="F4F6FC"/>
            </a:solidFill>
          </p:spPr>
          <p:txBody>
            <a:bodyPr/>
            <a:lstStyle/>
            <a:p>
              <a:endParaRPr lang="es-GT"/>
            </a:p>
          </p:txBody>
        </p:sp>
        <p:sp>
          <p:nvSpPr>
            <p:cNvPr id="8" name="TextBox 8"/>
            <p:cNvSpPr txBox="1"/>
            <p:nvPr/>
          </p:nvSpPr>
          <p:spPr>
            <a:xfrm>
              <a:off x="0" y="-47625"/>
              <a:ext cx="1128399" cy="460400"/>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rot="5400000">
            <a:off x="14012664" y="3237235"/>
            <a:ext cx="6983416" cy="1567256"/>
            <a:chOff x="0" y="0"/>
            <a:chExt cx="1839254" cy="412775"/>
          </a:xfrm>
        </p:grpSpPr>
        <p:sp>
          <p:nvSpPr>
            <p:cNvPr id="10" name="Freeform 10"/>
            <p:cNvSpPr/>
            <p:nvPr/>
          </p:nvSpPr>
          <p:spPr>
            <a:xfrm>
              <a:off x="0" y="0"/>
              <a:ext cx="1839254" cy="412775"/>
            </a:xfrm>
            <a:custGeom>
              <a:avLst/>
              <a:gdLst/>
              <a:ahLst/>
              <a:cxnLst/>
              <a:rect l="l" t="t" r="r" b="b"/>
              <a:pathLst>
                <a:path w="1839254" h="412775">
                  <a:moveTo>
                    <a:pt x="0" y="0"/>
                  </a:moveTo>
                  <a:lnTo>
                    <a:pt x="1839254" y="0"/>
                  </a:lnTo>
                  <a:lnTo>
                    <a:pt x="183925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839254"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rot="5400000" flipH="1" flipV="1">
            <a:off x="10540746" y="-52264"/>
            <a:ext cx="11547949" cy="9406329"/>
          </a:xfrm>
          <a:custGeom>
            <a:avLst/>
            <a:gdLst/>
            <a:ahLst/>
            <a:cxnLst/>
            <a:rect l="l" t="t" r="r" b="b"/>
            <a:pathLst>
              <a:path w="11547949" h="9406329">
                <a:moveTo>
                  <a:pt x="11547949" y="9406329"/>
                </a:moveTo>
                <a:lnTo>
                  <a:pt x="0" y="9406329"/>
                </a:lnTo>
                <a:lnTo>
                  <a:pt x="0" y="0"/>
                </a:lnTo>
                <a:lnTo>
                  <a:pt x="11547949" y="0"/>
                </a:lnTo>
                <a:lnTo>
                  <a:pt x="11547949" y="9406329"/>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TextBox 13"/>
          <p:cNvSpPr txBox="1"/>
          <p:nvPr/>
        </p:nvSpPr>
        <p:spPr>
          <a:xfrm>
            <a:off x="2118001" y="6620396"/>
            <a:ext cx="9224082" cy="1736725"/>
          </a:xfrm>
          <a:prstGeom prst="rect">
            <a:avLst/>
          </a:prstGeom>
        </p:spPr>
        <p:txBody>
          <a:bodyPr lIns="0" tIns="0" rIns="0" bIns="0" rtlCol="0" anchor="t">
            <a:spAutoFit/>
          </a:bodyPr>
          <a:lstStyle/>
          <a:p>
            <a:pPr algn="l">
              <a:lnSpc>
                <a:spcPts val="3499"/>
              </a:lnSpc>
            </a:pPr>
            <a:r>
              <a:rPr lang="en-US" sz="2499" b="1">
                <a:solidFill>
                  <a:srgbClr val="050A30"/>
                </a:solidFill>
                <a:latin typeface="HK Grotesk Medium"/>
                <a:ea typeface="HK Grotesk Medium"/>
                <a:cs typeface="HK Grotesk Medium"/>
                <a:sym typeface="HK Grotesk Medium"/>
              </a:rPr>
              <a:t>Escuela de Ingenieria de Ciencias Y Sistemas</a:t>
            </a:r>
          </a:p>
          <a:p>
            <a:pPr algn="l">
              <a:lnSpc>
                <a:spcPts val="3499"/>
              </a:lnSpc>
            </a:pPr>
            <a:r>
              <a:rPr lang="en-US" sz="2499" b="1">
                <a:solidFill>
                  <a:srgbClr val="050A30"/>
                </a:solidFill>
                <a:latin typeface="HK Grotesk Medium"/>
                <a:ea typeface="HK Grotesk Medium"/>
                <a:cs typeface="HK Grotesk Medium"/>
                <a:sym typeface="HK Grotesk Medium"/>
              </a:rPr>
              <a:t>Facultad de Ingenieria</a:t>
            </a:r>
          </a:p>
          <a:p>
            <a:pPr algn="l">
              <a:lnSpc>
                <a:spcPts val="3499"/>
              </a:lnSpc>
            </a:pPr>
            <a:r>
              <a:rPr lang="en-US" sz="2499" b="1">
                <a:solidFill>
                  <a:srgbClr val="050A30"/>
                </a:solidFill>
                <a:latin typeface="HK Grotesk Medium"/>
                <a:ea typeface="HK Grotesk Medium"/>
                <a:cs typeface="HK Grotesk Medium"/>
                <a:sym typeface="HK Grotesk Medium"/>
              </a:rPr>
              <a:t>Universidad de San Carlos de Guatemala</a:t>
            </a:r>
          </a:p>
          <a:p>
            <a:pPr algn="l">
              <a:lnSpc>
                <a:spcPts val="3499"/>
              </a:lnSpc>
              <a:spcBef>
                <a:spcPct val="0"/>
              </a:spcBef>
            </a:pPr>
            <a:endParaRPr lang="en-US" sz="2499" b="1">
              <a:solidFill>
                <a:srgbClr val="050A30"/>
              </a:solidFill>
              <a:latin typeface="HK Grotesk Medium"/>
              <a:ea typeface="HK Grotesk Medium"/>
              <a:cs typeface="HK Grotesk Medium"/>
              <a:sym typeface="HK Grotesk Medium"/>
            </a:endParaRPr>
          </a:p>
        </p:txBody>
      </p:sp>
      <p:sp>
        <p:nvSpPr>
          <p:cNvPr id="14" name="TextBox 14"/>
          <p:cNvSpPr txBox="1"/>
          <p:nvPr/>
        </p:nvSpPr>
        <p:spPr>
          <a:xfrm>
            <a:off x="2118001" y="3415707"/>
            <a:ext cx="11119114" cy="1210310"/>
          </a:xfrm>
          <a:prstGeom prst="rect">
            <a:avLst/>
          </a:prstGeom>
        </p:spPr>
        <p:txBody>
          <a:bodyPr lIns="0" tIns="0" rIns="0" bIns="0" rtlCol="0" anchor="t">
            <a:spAutoFit/>
          </a:bodyPr>
          <a:lstStyle/>
          <a:p>
            <a:pPr algn="l">
              <a:lnSpc>
                <a:spcPts val="9520"/>
              </a:lnSpc>
            </a:pPr>
            <a:r>
              <a:rPr lang="en-US" sz="8000" b="1">
                <a:solidFill>
                  <a:srgbClr val="050A30"/>
                </a:solidFill>
                <a:latin typeface="HK Grotesk Bold"/>
                <a:ea typeface="HK Grotesk Bold"/>
                <a:cs typeface="HK Grotesk Bold"/>
                <a:sym typeface="HK Grotesk Bold"/>
              </a:rPr>
              <a:t>Clase 5</a:t>
            </a:r>
          </a:p>
        </p:txBody>
      </p:sp>
      <p:sp>
        <p:nvSpPr>
          <p:cNvPr id="15" name="TextBox 15"/>
          <p:cNvSpPr txBox="1"/>
          <p:nvPr/>
        </p:nvSpPr>
        <p:spPr>
          <a:xfrm>
            <a:off x="2184676" y="2365657"/>
            <a:ext cx="11052439" cy="835660"/>
          </a:xfrm>
          <a:prstGeom prst="rect">
            <a:avLst/>
          </a:prstGeom>
        </p:spPr>
        <p:txBody>
          <a:bodyPr lIns="0" tIns="0" rIns="0" bIns="0" rtlCol="0" anchor="t">
            <a:spAutoFit/>
          </a:bodyPr>
          <a:lstStyle/>
          <a:p>
            <a:pPr algn="l">
              <a:lnSpc>
                <a:spcPts val="6545"/>
              </a:lnSpc>
            </a:pPr>
            <a:r>
              <a:rPr lang="en-US" sz="5500" b="1" spc="440">
                <a:solidFill>
                  <a:srgbClr val="050A30"/>
                </a:solidFill>
                <a:latin typeface="HK Grotesk Bold"/>
                <a:ea typeface="HK Grotesk Bold"/>
                <a:cs typeface="HK Grotesk Bold"/>
                <a:sym typeface="HK Grotesk Bold"/>
              </a:rPr>
              <a:t>INTELIGENCIA ARTIFICIAL 1</a:t>
            </a:r>
          </a:p>
        </p:txBody>
      </p:sp>
      <p:sp>
        <p:nvSpPr>
          <p:cNvPr id="16" name="TextBox 16"/>
          <p:cNvSpPr txBox="1"/>
          <p:nvPr/>
        </p:nvSpPr>
        <p:spPr>
          <a:xfrm>
            <a:off x="2118001" y="857436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7" name="AutoShape 17"/>
          <p:cNvSpPr/>
          <p:nvPr/>
        </p:nvSpPr>
        <p:spPr>
          <a:xfrm flipV="1">
            <a:off x="13553005" y="935761"/>
            <a:ext cx="5036482" cy="5036482"/>
          </a:xfrm>
          <a:prstGeom prst="line">
            <a:avLst/>
          </a:prstGeom>
          <a:ln w="114300" cap="flat">
            <a:solidFill>
              <a:srgbClr val="050A30"/>
            </a:solidFill>
            <a:prstDash val="solid"/>
            <a:headEnd type="none" w="sm" len="sm"/>
            <a:tailEnd type="none" w="sm" len="sm"/>
          </a:ln>
        </p:spPr>
        <p:txBody>
          <a:bodyPr/>
          <a:lstStyle/>
          <a:p>
            <a:endParaRPr lang="es-GT"/>
          </a:p>
        </p:txBody>
      </p:sp>
      <p:sp>
        <p:nvSpPr>
          <p:cNvPr id="18" name="AutoShape 18"/>
          <p:cNvSpPr/>
          <p:nvPr/>
        </p:nvSpPr>
        <p:spPr>
          <a:xfrm flipV="1">
            <a:off x="14602740" y="4540846"/>
            <a:ext cx="1216428" cy="1216428"/>
          </a:xfrm>
          <a:prstGeom prst="line">
            <a:avLst/>
          </a:prstGeom>
          <a:ln w="114300" cap="flat">
            <a:solidFill>
              <a:srgbClr val="050A30"/>
            </a:solidFill>
            <a:prstDash val="solid"/>
            <a:headEnd type="none" w="sm" len="sm"/>
            <a:tailEnd type="none" w="sm" len="sm"/>
          </a:ln>
        </p:spPr>
        <p:txBody>
          <a:bodyPr/>
          <a:lstStyle/>
          <a:p>
            <a:endParaRPr lang="es-GT"/>
          </a:p>
        </p:txBody>
      </p:sp>
      <p:sp>
        <p:nvSpPr>
          <p:cNvPr id="19" name="AutoShape 19"/>
          <p:cNvSpPr/>
          <p:nvPr/>
        </p:nvSpPr>
        <p:spPr>
          <a:xfrm flipV="1">
            <a:off x="12944791" y="7512571"/>
            <a:ext cx="2942644" cy="2942644"/>
          </a:xfrm>
          <a:prstGeom prst="line">
            <a:avLst/>
          </a:prstGeom>
          <a:ln w="114300" cap="flat">
            <a:solidFill>
              <a:srgbClr val="050A30"/>
            </a:solidFill>
            <a:prstDash val="solid"/>
            <a:headEnd type="none" w="sm" len="sm"/>
            <a:tailEnd type="none" w="sm" len="sm"/>
          </a:ln>
        </p:spPr>
        <p:txBody>
          <a:bodyPr/>
          <a:lstStyle/>
          <a:p>
            <a:endParaRPr lang="es-GT"/>
          </a:p>
        </p:txBody>
      </p:sp>
      <p:sp>
        <p:nvSpPr>
          <p:cNvPr id="20" name="AutoShape 20"/>
          <p:cNvSpPr/>
          <p:nvPr/>
        </p:nvSpPr>
        <p:spPr>
          <a:xfrm flipV="1">
            <a:off x="11473469" y="9776779"/>
            <a:ext cx="2942644" cy="2942644"/>
          </a:xfrm>
          <a:prstGeom prst="line">
            <a:avLst/>
          </a:prstGeom>
          <a:ln w="114300" cap="flat">
            <a:solidFill>
              <a:srgbClr val="050A30"/>
            </a:solidFill>
            <a:prstDash val="solid"/>
            <a:headEnd type="none" w="sm" len="sm"/>
            <a:tailEnd type="none" w="sm" len="sm"/>
          </a:ln>
        </p:spPr>
        <p:txBody>
          <a:bodyPr/>
          <a:lstStyle/>
          <a:p>
            <a:endParaRPr lang="es-GT"/>
          </a:p>
        </p:txBody>
      </p:sp>
      <p:sp>
        <p:nvSpPr>
          <p:cNvPr id="21" name="TextBox 21"/>
          <p:cNvSpPr txBox="1"/>
          <p:nvPr/>
        </p:nvSpPr>
        <p:spPr>
          <a:xfrm>
            <a:off x="2118001" y="4721267"/>
            <a:ext cx="8015102" cy="1038225"/>
          </a:xfrm>
          <a:prstGeom prst="rect">
            <a:avLst/>
          </a:prstGeom>
        </p:spPr>
        <p:txBody>
          <a:bodyPr lIns="0" tIns="0" rIns="0" bIns="0" rtlCol="0" anchor="t">
            <a:spAutoFit/>
          </a:bodyPr>
          <a:lstStyle/>
          <a:p>
            <a:pPr algn="l">
              <a:lnSpc>
                <a:spcPts val="8400"/>
              </a:lnSpc>
              <a:spcBef>
                <a:spcPct val="0"/>
              </a:spcBef>
            </a:pPr>
            <a:r>
              <a:rPr lang="en-US" sz="6000" b="1">
                <a:solidFill>
                  <a:srgbClr val="050A30"/>
                </a:solidFill>
                <a:latin typeface="HK Grotesk Medium"/>
                <a:ea typeface="HK Grotesk Medium"/>
                <a:cs typeface="HK Grotesk Medium"/>
                <a:sym typeface="HK Grotesk Medium"/>
              </a:rPr>
              <a:t>Realidad Aumentada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a:off x="1362575" y="1028700"/>
            <a:ext cx="15562849" cy="8179961"/>
            <a:chOff x="0" y="0"/>
            <a:chExt cx="5796956" cy="3046927"/>
          </a:xfrm>
        </p:grpSpPr>
        <p:sp>
          <p:nvSpPr>
            <p:cNvPr id="4" name="Freeform 4"/>
            <p:cNvSpPr/>
            <p:nvPr/>
          </p:nvSpPr>
          <p:spPr>
            <a:xfrm>
              <a:off x="0" y="0"/>
              <a:ext cx="5796955" cy="3046927"/>
            </a:xfrm>
            <a:custGeom>
              <a:avLst/>
              <a:gdLst/>
              <a:ahLst/>
              <a:cxnLst/>
              <a:rect l="l" t="t" r="r" b="b"/>
              <a:pathLst>
                <a:path w="5796955" h="3046927">
                  <a:moveTo>
                    <a:pt x="0" y="0"/>
                  </a:moveTo>
                  <a:lnTo>
                    <a:pt x="5796955" y="0"/>
                  </a:lnTo>
                  <a:lnTo>
                    <a:pt x="5796955" y="3046927"/>
                  </a:lnTo>
                  <a:lnTo>
                    <a:pt x="0" y="3046927"/>
                  </a:lnTo>
                  <a:close/>
                </a:path>
              </a:pathLst>
            </a:custGeom>
            <a:solidFill>
              <a:srgbClr val="000000">
                <a:alpha val="0"/>
              </a:srgbClr>
            </a:solidFill>
            <a:ln w="66675" cap="sq">
              <a:solidFill>
                <a:srgbClr val="570F69"/>
              </a:solidFill>
              <a:prstDash val="solid"/>
              <a:miter/>
            </a:ln>
          </p:spPr>
          <p:txBody>
            <a:bodyPr/>
            <a:lstStyle/>
            <a:p>
              <a:endParaRPr lang="es-GT"/>
            </a:p>
          </p:txBody>
        </p:sp>
        <p:sp>
          <p:nvSpPr>
            <p:cNvPr id="5" name="TextBox 5"/>
            <p:cNvSpPr txBox="1"/>
            <p:nvPr/>
          </p:nvSpPr>
          <p:spPr>
            <a:xfrm>
              <a:off x="0" y="0"/>
              <a:ext cx="5796956" cy="3046927"/>
            </a:xfrm>
            <a:prstGeom prst="rect">
              <a:avLst/>
            </a:prstGeom>
          </p:spPr>
          <p:txBody>
            <a:bodyPr lIns="48876" tIns="48876" rIns="48876" bIns="48876" rtlCol="0" anchor="ctr"/>
            <a:lstStyle/>
            <a:p>
              <a:pPr algn="ctr">
                <a:lnSpc>
                  <a:spcPts val="1813"/>
                </a:lnSpc>
              </a:pPr>
              <a:endParaRPr/>
            </a:p>
          </p:txBody>
        </p:sp>
      </p:grpSp>
      <p:grpSp>
        <p:nvGrpSpPr>
          <p:cNvPr id="6" name="Group 6"/>
          <p:cNvGrpSpPr/>
          <p:nvPr/>
        </p:nvGrpSpPr>
        <p:grpSpPr>
          <a:xfrm rot="2700000">
            <a:off x="57071" y="8050244"/>
            <a:ext cx="3393988" cy="1567256"/>
            <a:chOff x="0" y="0"/>
            <a:chExt cx="893890" cy="412775"/>
          </a:xfrm>
        </p:grpSpPr>
        <p:sp>
          <p:nvSpPr>
            <p:cNvPr id="7" name="Freeform 7"/>
            <p:cNvSpPr/>
            <p:nvPr/>
          </p:nvSpPr>
          <p:spPr>
            <a:xfrm>
              <a:off x="0" y="0"/>
              <a:ext cx="893890" cy="412775"/>
            </a:xfrm>
            <a:custGeom>
              <a:avLst/>
              <a:gdLst/>
              <a:ahLst/>
              <a:cxnLst/>
              <a:rect l="l" t="t" r="r" b="b"/>
              <a:pathLst>
                <a:path w="893890" h="412775">
                  <a:moveTo>
                    <a:pt x="0" y="0"/>
                  </a:moveTo>
                  <a:lnTo>
                    <a:pt x="893890" y="0"/>
                  </a:lnTo>
                  <a:lnTo>
                    <a:pt x="893890" y="412775"/>
                  </a:lnTo>
                  <a:lnTo>
                    <a:pt x="0" y="412775"/>
                  </a:lnTo>
                  <a:close/>
                </a:path>
              </a:pathLst>
            </a:custGeom>
            <a:solidFill>
              <a:srgbClr val="050A30"/>
            </a:solidFill>
          </p:spPr>
          <p:txBody>
            <a:bodyPr/>
            <a:lstStyle/>
            <a:p>
              <a:endParaRPr lang="es-GT"/>
            </a:p>
          </p:txBody>
        </p:sp>
        <p:sp>
          <p:nvSpPr>
            <p:cNvPr id="8" name="TextBox 8"/>
            <p:cNvSpPr txBox="1"/>
            <p:nvPr/>
          </p:nvSpPr>
          <p:spPr>
            <a:xfrm>
              <a:off x="0" y="-47625"/>
              <a:ext cx="893890" cy="460400"/>
            </a:xfrm>
            <a:prstGeom prst="rect">
              <a:avLst/>
            </a:prstGeom>
          </p:spPr>
          <p:txBody>
            <a:bodyPr lIns="50800" tIns="50800" rIns="50800" bIns="50800" rtlCol="0" anchor="ctr"/>
            <a:lstStyle/>
            <a:p>
              <a:pPr algn="ctr">
                <a:lnSpc>
                  <a:spcPts val="2800"/>
                </a:lnSpc>
              </a:pPr>
              <a:endParaRPr/>
            </a:p>
          </p:txBody>
        </p:sp>
      </p:grpSp>
      <p:grpSp>
        <p:nvGrpSpPr>
          <p:cNvPr id="9" name="Group 9"/>
          <p:cNvGrpSpPr/>
          <p:nvPr/>
        </p:nvGrpSpPr>
        <p:grpSpPr>
          <a:xfrm rot="2700000">
            <a:off x="14836942" y="550429"/>
            <a:ext cx="3393988" cy="1567256"/>
            <a:chOff x="0" y="0"/>
            <a:chExt cx="893890" cy="412775"/>
          </a:xfrm>
        </p:grpSpPr>
        <p:sp>
          <p:nvSpPr>
            <p:cNvPr id="10" name="Freeform 10"/>
            <p:cNvSpPr/>
            <p:nvPr/>
          </p:nvSpPr>
          <p:spPr>
            <a:xfrm>
              <a:off x="0" y="0"/>
              <a:ext cx="893890" cy="412775"/>
            </a:xfrm>
            <a:custGeom>
              <a:avLst/>
              <a:gdLst/>
              <a:ahLst/>
              <a:cxnLst/>
              <a:rect l="l" t="t" r="r" b="b"/>
              <a:pathLst>
                <a:path w="893890" h="412775">
                  <a:moveTo>
                    <a:pt x="0" y="0"/>
                  </a:moveTo>
                  <a:lnTo>
                    <a:pt x="893890" y="0"/>
                  </a:lnTo>
                  <a:lnTo>
                    <a:pt x="893890"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893890" cy="460400"/>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515035" y="5489862"/>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3" name="Freeform 13"/>
          <p:cNvSpPr/>
          <p:nvPr/>
        </p:nvSpPr>
        <p:spPr>
          <a:xfrm rot="-10800000">
            <a:off x="13871465" y="-189523"/>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5" name="TextBox 15"/>
          <p:cNvSpPr txBox="1"/>
          <p:nvPr/>
        </p:nvSpPr>
        <p:spPr>
          <a:xfrm>
            <a:off x="10299395" y="3078596"/>
            <a:ext cx="6464263" cy="4810125"/>
          </a:xfrm>
          <a:prstGeom prst="rect">
            <a:avLst/>
          </a:prstGeom>
        </p:spPr>
        <p:txBody>
          <a:bodyPr lIns="0" tIns="0" rIns="0" bIns="0" rtlCol="0" anchor="t">
            <a:spAutoFit/>
          </a:bodyPr>
          <a:lstStyle/>
          <a:p>
            <a:pPr algn="l">
              <a:lnSpc>
                <a:spcPts val="4200"/>
              </a:lnSpc>
            </a:pPr>
            <a:r>
              <a:rPr lang="en-US" sz="3500" b="1">
                <a:solidFill>
                  <a:srgbClr val="F4F6FC"/>
                </a:solidFill>
                <a:latin typeface="HK Grotesk Bold"/>
                <a:ea typeface="HK Grotesk Bold"/>
                <a:cs typeface="HK Grotesk Bold"/>
                <a:sym typeface="HK Grotesk Bold"/>
              </a:rPr>
              <a:t>Link del Video</a:t>
            </a: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endParaRPr lang="en-US" sz="3500" b="1">
              <a:solidFill>
                <a:srgbClr val="F4F6FC"/>
              </a:solidFill>
              <a:latin typeface="HK Grotesk Bold"/>
              <a:ea typeface="HK Grotesk Bold"/>
              <a:cs typeface="HK Grotesk Bold"/>
              <a:sym typeface="HK Grotesk Bold"/>
            </a:endParaRPr>
          </a:p>
          <a:p>
            <a:pPr algn="l">
              <a:lnSpc>
                <a:spcPts val="4200"/>
              </a:lnSpc>
            </a:pPr>
            <a:r>
              <a:rPr lang="en-US" sz="3500" b="1">
                <a:solidFill>
                  <a:srgbClr val="F4F6FC"/>
                </a:solidFill>
                <a:latin typeface="HK Grotesk Bold"/>
                <a:ea typeface="HK Grotesk Bold"/>
                <a:cs typeface="HK Grotesk Bold"/>
                <a:sym typeface="HK Grotesk Bold"/>
              </a:rPr>
              <a:t>Actividad</a:t>
            </a:r>
          </a:p>
          <a:p>
            <a:pPr algn="l">
              <a:lnSpc>
                <a:spcPts val="4200"/>
              </a:lnSpc>
            </a:pPr>
            <a:endParaRPr lang="en-US" sz="3500" b="1">
              <a:solidFill>
                <a:srgbClr val="F4F6FC"/>
              </a:solidFill>
              <a:latin typeface="HK Grotesk Bold"/>
              <a:ea typeface="HK Grotesk Bold"/>
              <a:cs typeface="HK Grotesk Bold"/>
              <a:sym typeface="HK Grotesk Bold"/>
            </a:endParaRPr>
          </a:p>
          <a:p>
            <a:pPr marL="755651" lvl="1" indent="-377825" algn="l">
              <a:lnSpc>
                <a:spcPts val="4200"/>
              </a:lnSpc>
              <a:buFont typeface="Arial"/>
              <a:buChar char="•"/>
            </a:pPr>
            <a:r>
              <a:rPr lang="en-US" sz="3500">
                <a:solidFill>
                  <a:srgbClr val="F4F6FC"/>
                </a:solidFill>
                <a:latin typeface="HK Grotesk"/>
                <a:ea typeface="HK Grotesk"/>
                <a:cs typeface="HK Grotesk"/>
                <a:sym typeface="HK Grotesk"/>
              </a:rPr>
              <a:t>UEDI</a:t>
            </a:r>
          </a:p>
        </p:txBody>
      </p:sp>
      <p:sp>
        <p:nvSpPr>
          <p:cNvPr id="16" name="TextBox 16"/>
          <p:cNvSpPr txBox="1"/>
          <p:nvPr/>
        </p:nvSpPr>
        <p:spPr>
          <a:xfrm>
            <a:off x="1889083" y="1511090"/>
            <a:ext cx="4271494" cy="1152525"/>
          </a:xfrm>
          <a:prstGeom prst="rect">
            <a:avLst/>
          </a:prstGeom>
        </p:spPr>
        <p:txBody>
          <a:bodyPr lIns="0" tIns="0" rIns="0" bIns="0" rtlCol="0" anchor="t">
            <a:spAutoFit/>
          </a:bodyPr>
          <a:lstStyle/>
          <a:p>
            <a:pPr algn="ctr">
              <a:lnSpc>
                <a:spcPts val="9000"/>
              </a:lnSpc>
            </a:pPr>
            <a:r>
              <a:rPr lang="en-US" sz="7500" b="1">
                <a:solidFill>
                  <a:srgbClr val="F4F6FC"/>
                </a:solidFill>
                <a:latin typeface="HK Grotesk Bold"/>
                <a:ea typeface="HK Grotesk Bold"/>
                <a:cs typeface="HK Grotesk Bold"/>
                <a:sym typeface="HK Grotesk Bold"/>
              </a:rPr>
              <a:t>Agenda</a:t>
            </a:r>
          </a:p>
        </p:txBody>
      </p:sp>
      <p:sp>
        <p:nvSpPr>
          <p:cNvPr id="17" name="TextBox 17"/>
          <p:cNvSpPr txBox="1"/>
          <p:nvPr/>
        </p:nvSpPr>
        <p:spPr>
          <a:xfrm>
            <a:off x="12006974" y="8506847"/>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FFFFF"/>
                </a:solidFill>
                <a:latin typeface="HK Grotesk Medium"/>
                <a:ea typeface="HK Grotesk Medium"/>
                <a:cs typeface="HK Grotesk Medium"/>
                <a:sym typeface="HK Grotesk Medium"/>
              </a:rPr>
              <a:t>Elaborado por: Robin Omar Buezo Díaz</a:t>
            </a:r>
          </a:p>
        </p:txBody>
      </p:sp>
      <p:sp>
        <p:nvSpPr>
          <p:cNvPr id="18" name="TextBox 18"/>
          <p:cNvSpPr txBox="1"/>
          <p:nvPr/>
        </p:nvSpPr>
        <p:spPr>
          <a:xfrm>
            <a:off x="2034003" y="3078596"/>
            <a:ext cx="6464263" cy="4810125"/>
          </a:xfrm>
          <a:prstGeom prst="rect">
            <a:avLst/>
          </a:prstGeom>
        </p:spPr>
        <p:txBody>
          <a:bodyPr lIns="0" tIns="0" rIns="0" bIns="0" rtlCol="0" anchor="t">
            <a:spAutoFit/>
          </a:bodyPr>
          <a:lstStyle/>
          <a:p>
            <a:pPr algn="l">
              <a:lnSpc>
                <a:spcPts val="4200"/>
              </a:lnSpc>
            </a:pPr>
            <a:r>
              <a:rPr lang="en-US" sz="3500" b="1" dirty="0" err="1">
                <a:solidFill>
                  <a:srgbClr val="F4F6FC"/>
                </a:solidFill>
                <a:latin typeface="HK Grotesk Bold"/>
                <a:ea typeface="HK Grotesk Bold"/>
                <a:cs typeface="HK Grotesk Bold"/>
                <a:sym typeface="HK Grotesk Bold"/>
              </a:rPr>
              <a:t>Recordatorios</a:t>
            </a: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endParaRPr lang="en-US" sz="3500" b="1" dirty="0">
              <a:solidFill>
                <a:srgbClr val="F4F6FC"/>
              </a:solidFill>
              <a:latin typeface="HK Grotesk Bold"/>
              <a:ea typeface="HK Grotesk Bold"/>
              <a:cs typeface="HK Grotesk Bold"/>
              <a:sym typeface="HK Grotesk Bold"/>
            </a:endParaRPr>
          </a:p>
          <a:p>
            <a:pPr algn="l">
              <a:lnSpc>
                <a:spcPts val="4200"/>
              </a:lnSpc>
            </a:pPr>
            <a:r>
              <a:rPr lang="en-US" sz="3500" b="1" dirty="0">
                <a:solidFill>
                  <a:srgbClr val="F4F6FC"/>
                </a:solidFill>
                <a:latin typeface="HK Grotesk Bold"/>
                <a:ea typeface="HK Grotesk Bold"/>
                <a:cs typeface="HK Grotesk Bold"/>
                <a:sym typeface="HK Grotesk Bold"/>
              </a:rPr>
              <a:t>Temas</a:t>
            </a:r>
          </a:p>
          <a:p>
            <a:pPr algn="l">
              <a:lnSpc>
                <a:spcPts val="4200"/>
              </a:lnSpc>
            </a:pPr>
            <a:endParaRPr lang="en-US" sz="3500" b="1" dirty="0">
              <a:solidFill>
                <a:srgbClr val="F4F6FC"/>
              </a:solidFill>
              <a:latin typeface="HK Grotesk Bold"/>
              <a:ea typeface="HK Grotesk Bold"/>
              <a:cs typeface="HK Grotesk Bold"/>
              <a:sym typeface="HK Grotesk Bold"/>
            </a:endParaRPr>
          </a:p>
          <a:p>
            <a:pPr marL="755651" lvl="1" indent="-377825" algn="l">
              <a:lnSpc>
                <a:spcPts val="4200"/>
              </a:lnSpc>
              <a:buFont typeface="Arial"/>
              <a:buChar char="•"/>
            </a:pPr>
            <a:r>
              <a:rPr lang="en-US" sz="3500" dirty="0" err="1">
                <a:solidFill>
                  <a:srgbClr val="F4F6FC"/>
                </a:solidFill>
                <a:latin typeface="HK Grotesk"/>
                <a:ea typeface="HK Grotesk"/>
                <a:cs typeface="HK Grotesk"/>
                <a:sym typeface="HK Grotesk"/>
              </a:rPr>
              <a:t>Introducción</a:t>
            </a:r>
            <a:r>
              <a:rPr lang="en-US" sz="3500" dirty="0">
                <a:solidFill>
                  <a:srgbClr val="F4F6FC"/>
                </a:solidFill>
                <a:latin typeface="HK Grotesk"/>
                <a:ea typeface="HK Grotesk"/>
                <a:cs typeface="HK Grotesk"/>
                <a:sym typeface="HK Grotesk"/>
              </a:rPr>
              <a:t> a la </a:t>
            </a:r>
            <a:r>
              <a:rPr lang="en-US" sz="3500" dirty="0" err="1">
                <a:solidFill>
                  <a:srgbClr val="F4F6FC"/>
                </a:solidFill>
                <a:latin typeface="HK Grotesk"/>
                <a:ea typeface="HK Grotesk"/>
                <a:cs typeface="HK Grotesk"/>
                <a:sym typeface="HK Grotesk"/>
              </a:rPr>
              <a:t>Realidad</a:t>
            </a:r>
            <a:r>
              <a:rPr lang="en-US" sz="3500" dirty="0">
                <a:solidFill>
                  <a:srgbClr val="F4F6FC"/>
                </a:solidFill>
                <a:latin typeface="HK Grotesk"/>
                <a:ea typeface="HK Grotesk"/>
                <a:cs typeface="HK Grotesk"/>
                <a:sym typeface="HK Grotesk"/>
              </a:rPr>
              <a:t> </a:t>
            </a:r>
            <a:r>
              <a:rPr lang="en-US" sz="3500" dirty="0" err="1">
                <a:solidFill>
                  <a:srgbClr val="F4F6FC"/>
                </a:solidFill>
                <a:latin typeface="HK Grotesk"/>
                <a:ea typeface="HK Grotesk"/>
                <a:cs typeface="HK Grotesk"/>
                <a:sym typeface="HK Grotesk"/>
              </a:rPr>
              <a:t>Aumentada</a:t>
            </a:r>
            <a:endParaRPr lang="en-US" sz="3500" dirty="0">
              <a:solidFill>
                <a:srgbClr val="F4F6FC"/>
              </a:solidFill>
              <a:latin typeface="HK Grotesk"/>
              <a:ea typeface="HK Grotesk"/>
              <a:cs typeface="HK Grotesk"/>
              <a:sym typeface="HK Grotesk"/>
            </a:endParaRPr>
          </a:p>
        </p:txBody>
      </p:sp>
      <p:sp>
        <p:nvSpPr>
          <p:cNvPr id="19" name="TextBox 19"/>
          <p:cNvSpPr txBox="1"/>
          <p:nvPr/>
        </p:nvSpPr>
        <p:spPr>
          <a:xfrm>
            <a:off x="11208934" y="1511090"/>
            <a:ext cx="4271494" cy="1152525"/>
          </a:xfrm>
          <a:prstGeom prst="rect">
            <a:avLst/>
          </a:prstGeom>
        </p:spPr>
        <p:txBody>
          <a:bodyPr lIns="0" tIns="0" rIns="0" bIns="0" rtlCol="0" anchor="t">
            <a:spAutoFit/>
          </a:bodyPr>
          <a:lstStyle/>
          <a:p>
            <a:pPr algn="ctr">
              <a:lnSpc>
                <a:spcPts val="9000"/>
              </a:lnSpc>
            </a:pPr>
            <a:r>
              <a:rPr lang="en-US" sz="7500" b="1">
                <a:solidFill>
                  <a:srgbClr val="F4F6FC"/>
                </a:solidFill>
                <a:latin typeface="HK Grotesk Bold"/>
                <a:ea typeface="HK Grotesk Bold"/>
                <a:cs typeface="HK Grotesk Bold"/>
                <a:sym typeface="HK Grotesk Bold"/>
              </a:rPr>
              <a:t>Recursos</a:t>
            </a:r>
          </a:p>
        </p:txBody>
      </p:sp>
      <p:pic>
        <p:nvPicPr>
          <p:cNvPr id="21" name="Imagen 20" descr="Código QR&#10;&#10;El contenido generado por IA puede ser incorrecto.">
            <a:extLst>
              <a:ext uri="{FF2B5EF4-FFF2-40B4-BE49-F238E27FC236}">
                <a16:creationId xmlns:a16="http://schemas.microsoft.com/office/drawing/2014/main" id="{47D50423-FE37-56E2-2D2E-7DEF962E6D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74251" y="3851277"/>
            <a:ext cx="2114550" cy="2114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7AC3FE"/>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374889" y="1409214"/>
            <a:ext cx="13991174" cy="882887"/>
          </a:xfrm>
          <a:prstGeom prst="rect">
            <a:avLst/>
          </a:prstGeom>
        </p:spPr>
        <p:txBody>
          <a:bodyPr lIns="0" tIns="0" rIns="0" bIns="0" rtlCol="0" anchor="t">
            <a:spAutoFit/>
          </a:bodyPr>
          <a:lstStyle/>
          <a:p>
            <a:pPr algn="just">
              <a:lnSpc>
                <a:spcPts val="6890"/>
              </a:lnSpc>
            </a:pPr>
            <a:r>
              <a:rPr lang="en-US" sz="6098" b="1">
                <a:solidFill>
                  <a:srgbClr val="050A30"/>
                </a:solidFill>
                <a:latin typeface="HK Grotesk Medium"/>
                <a:ea typeface="HK Grotesk Medium"/>
                <a:cs typeface="HK Grotesk Medium"/>
                <a:sym typeface="HK Grotesk Medium"/>
              </a:rPr>
              <a:t>COMPETENCIA(S) Que desarrollaremos</a:t>
            </a:r>
          </a:p>
        </p:txBody>
      </p:sp>
      <p:sp>
        <p:nvSpPr>
          <p:cNvPr id="13" name="TextBox 13"/>
          <p:cNvSpPr txBox="1"/>
          <p:nvPr/>
        </p:nvSpPr>
        <p:spPr>
          <a:xfrm>
            <a:off x="2557547" y="3698875"/>
            <a:ext cx="12569573" cy="3564950"/>
          </a:xfrm>
          <a:prstGeom prst="rect">
            <a:avLst/>
          </a:prstGeom>
        </p:spPr>
        <p:txBody>
          <a:bodyPr lIns="0" tIns="0" rIns="0" bIns="0" rtlCol="0" anchor="t">
            <a:spAutoFit/>
          </a:bodyPr>
          <a:lstStyle/>
          <a:p>
            <a:pPr algn="ctr">
              <a:lnSpc>
                <a:spcPts val="5600"/>
              </a:lnSpc>
            </a:pPr>
            <a:r>
              <a:rPr lang="es-GT" sz="4000" b="1" spc="320" dirty="0">
                <a:solidFill>
                  <a:srgbClr val="050A30"/>
                </a:solidFill>
                <a:latin typeface="HK Grotesk Bold"/>
                <a:ea typeface="HK Grotesk Bold"/>
                <a:cs typeface="HK Grotesk Bold"/>
                <a:sym typeface="HK Grotesk Bold"/>
              </a:rPr>
              <a:t>Crea aplicaciones de realidad aumentada con contenido digital interactivo mediante el uso de bibliotecas y técnicas de diseño de experiencias para integrar información virtual en el mundo real de forma efectiva y funcional.</a:t>
            </a:r>
            <a:endParaRPr lang="en-US" sz="4000" b="1" spc="320" dirty="0">
              <a:solidFill>
                <a:srgbClr val="050A30"/>
              </a:solidFill>
              <a:latin typeface="HK Grotesk Bold"/>
              <a:ea typeface="HK Grotesk Bold"/>
              <a:cs typeface="HK Grotesk Bold"/>
              <a:sym typeface="HK Grotesk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477486" y="1875998"/>
            <a:ext cx="9440751" cy="2571750"/>
          </a:xfrm>
          <a:prstGeom prst="rect">
            <a:avLst/>
          </a:prstGeom>
        </p:spPr>
        <p:txBody>
          <a:bodyPr lIns="0" tIns="0" rIns="0" bIns="0" rtlCol="0" anchor="t">
            <a:spAutoFit/>
          </a:bodyPr>
          <a:lstStyle/>
          <a:p>
            <a:pPr algn="ctr">
              <a:lnSpc>
                <a:spcPts val="10158"/>
              </a:lnSpc>
            </a:pPr>
            <a:r>
              <a:rPr lang="en-US" sz="8465" b="1">
                <a:solidFill>
                  <a:srgbClr val="050A30"/>
                </a:solidFill>
                <a:latin typeface="HK Grotesk Bold"/>
                <a:ea typeface="HK Grotesk Bold"/>
                <a:cs typeface="HK Grotesk Bold"/>
                <a:sym typeface="HK Grotesk Bold"/>
              </a:rPr>
              <a:t>¿Qué es la Realidad Aumentada?</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Freeform 14"/>
          <p:cNvSpPr/>
          <p:nvPr/>
        </p:nvSpPr>
        <p:spPr>
          <a:xfrm>
            <a:off x="11449325" y="1728495"/>
            <a:ext cx="4834228" cy="2719253"/>
          </a:xfrm>
          <a:custGeom>
            <a:avLst/>
            <a:gdLst/>
            <a:ahLst/>
            <a:cxnLst/>
            <a:rect l="l" t="t" r="r" b="b"/>
            <a:pathLst>
              <a:path w="4834228" h="2719253">
                <a:moveTo>
                  <a:pt x="0" y="0"/>
                </a:moveTo>
                <a:lnTo>
                  <a:pt x="4834228" y="0"/>
                </a:lnTo>
                <a:lnTo>
                  <a:pt x="4834228" y="2719253"/>
                </a:lnTo>
                <a:lnTo>
                  <a:pt x="0" y="2719253"/>
                </a:lnTo>
                <a:lnTo>
                  <a:pt x="0" y="0"/>
                </a:lnTo>
                <a:close/>
              </a:path>
            </a:pathLst>
          </a:custGeom>
          <a:blipFill>
            <a:blip r:embed="rId5"/>
            <a:stretch>
              <a:fillRect/>
            </a:stretch>
          </a:blipFill>
        </p:spPr>
        <p:txBody>
          <a:bodyPr/>
          <a:lstStyle/>
          <a:p>
            <a:endParaRPr lang="es-GT"/>
          </a:p>
        </p:txBody>
      </p:sp>
      <p:sp>
        <p:nvSpPr>
          <p:cNvPr id="15" name="TextBox 15"/>
          <p:cNvSpPr txBox="1"/>
          <p:nvPr/>
        </p:nvSpPr>
        <p:spPr>
          <a:xfrm>
            <a:off x="1477486" y="5076825"/>
            <a:ext cx="15333028" cy="3133726"/>
          </a:xfrm>
          <a:prstGeom prst="rect">
            <a:avLst/>
          </a:prstGeom>
        </p:spPr>
        <p:txBody>
          <a:bodyPr lIns="0" tIns="0" rIns="0" bIns="0" rtlCol="0" anchor="t">
            <a:spAutoFit/>
          </a:bodyPr>
          <a:lstStyle/>
          <a:p>
            <a:pPr algn="just">
              <a:lnSpc>
                <a:spcPts val="4199"/>
              </a:lnSpc>
            </a:pPr>
            <a:r>
              <a:rPr lang="en-US" sz="2999">
                <a:solidFill>
                  <a:srgbClr val="050A30"/>
                </a:solidFill>
                <a:latin typeface="HK Grotesk"/>
                <a:ea typeface="HK Grotesk"/>
                <a:cs typeface="HK Grotesk"/>
                <a:sym typeface="HK Grotesk"/>
              </a:rPr>
              <a:t>La Realidad Aumentada (AR) es una tecnología que superpone elementos digitales sobre el mundo físico en tiempo real.</a:t>
            </a:r>
          </a:p>
          <a:p>
            <a:pPr algn="just">
              <a:lnSpc>
                <a:spcPts val="4199"/>
              </a:lnSpc>
            </a:pPr>
            <a:endParaRPr lang="en-US" sz="2999">
              <a:solidFill>
                <a:srgbClr val="050A30"/>
              </a:solidFill>
              <a:latin typeface="HK Grotesk"/>
              <a:ea typeface="HK Grotesk"/>
              <a:cs typeface="HK Grotesk"/>
              <a:sym typeface="HK Grotesk"/>
            </a:endParaRPr>
          </a:p>
          <a:p>
            <a:pPr algn="just">
              <a:lnSpc>
                <a:spcPts val="4199"/>
              </a:lnSpc>
              <a:spcBef>
                <a:spcPct val="0"/>
              </a:spcBef>
            </a:pPr>
            <a:r>
              <a:rPr lang="en-US" sz="2999">
                <a:solidFill>
                  <a:srgbClr val="050A30"/>
                </a:solidFill>
                <a:latin typeface="HK Grotesk"/>
                <a:ea typeface="HK Grotesk"/>
                <a:cs typeface="HK Grotesk"/>
                <a:sym typeface="HK Grotesk"/>
              </a:rPr>
              <a:t>A diferencia de la Realidad Virtual (RV), que crea un entorno completamente digital y reemplaza el mundo real, AR enriquece la realidad existente, añadiendo capas de información o interactividad al entorno físico.</a:t>
            </a:r>
          </a:p>
        </p:txBody>
      </p:sp>
      <p:sp>
        <p:nvSpPr>
          <p:cNvPr id="16" name="TextBox 16"/>
          <p:cNvSpPr txBox="1"/>
          <p:nvPr/>
        </p:nvSpPr>
        <p:spPr>
          <a:xfrm>
            <a:off x="1028700" y="8699056"/>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3583638" y="1019175"/>
            <a:ext cx="12023256" cy="1838325"/>
          </a:xfrm>
          <a:prstGeom prst="rect">
            <a:avLst/>
          </a:prstGeom>
        </p:spPr>
        <p:txBody>
          <a:bodyPr lIns="0" tIns="0" rIns="0" bIns="0" rtlCol="0" anchor="t">
            <a:spAutoFit/>
          </a:bodyPr>
          <a:lstStyle/>
          <a:p>
            <a:pPr algn="ctr">
              <a:lnSpc>
                <a:spcPts val="7200"/>
              </a:lnSpc>
            </a:pPr>
            <a:r>
              <a:rPr lang="en-US" sz="6000" b="1">
                <a:solidFill>
                  <a:srgbClr val="F4F6FC"/>
                </a:solidFill>
                <a:latin typeface="HK Grotesk Bold"/>
                <a:ea typeface="HK Grotesk Bold"/>
                <a:cs typeface="HK Grotesk Bold"/>
                <a:sym typeface="HK Grotesk Bold"/>
              </a:rPr>
              <a:t>Diferencias Clave Entre Realidad Aumentada y Realidad Virtual</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Freeform 14"/>
          <p:cNvSpPr/>
          <p:nvPr/>
        </p:nvSpPr>
        <p:spPr>
          <a:xfrm>
            <a:off x="6600843" y="4887147"/>
            <a:ext cx="5988845" cy="3319720"/>
          </a:xfrm>
          <a:custGeom>
            <a:avLst/>
            <a:gdLst/>
            <a:ahLst/>
            <a:cxnLst/>
            <a:rect l="l" t="t" r="r" b="b"/>
            <a:pathLst>
              <a:path w="5988845" h="3319720">
                <a:moveTo>
                  <a:pt x="0" y="0"/>
                </a:moveTo>
                <a:lnTo>
                  <a:pt x="5988845" y="0"/>
                </a:lnTo>
                <a:lnTo>
                  <a:pt x="5988845" y="3319719"/>
                </a:lnTo>
                <a:lnTo>
                  <a:pt x="0" y="3319719"/>
                </a:lnTo>
                <a:lnTo>
                  <a:pt x="0" y="0"/>
                </a:lnTo>
                <a:close/>
              </a:path>
            </a:pathLst>
          </a:custGeom>
          <a:blipFill>
            <a:blip r:embed="rId5"/>
            <a:stretch>
              <a:fillRect t="-18839"/>
            </a:stretch>
          </a:blipFill>
        </p:spPr>
        <p:txBody>
          <a:bodyPr/>
          <a:lstStyle/>
          <a:p>
            <a:endParaRPr lang="es-GT"/>
          </a:p>
        </p:txBody>
      </p:sp>
      <p:sp>
        <p:nvSpPr>
          <p:cNvPr id="15" name="TextBox 15"/>
          <p:cNvSpPr txBox="1"/>
          <p:nvPr/>
        </p:nvSpPr>
        <p:spPr>
          <a:xfrm>
            <a:off x="1477486" y="3066106"/>
            <a:ext cx="15333028" cy="1057275"/>
          </a:xfrm>
          <a:prstGeom prst="rect">
            <a:avLst/>
          </a:prstGeom>
        </p:spPr>
        <p:txBody>
          <a:bodyPr lIns="0" tIns="0" rIns="0" bIns="0" rtlCol="0" anchor="t">
            <a:spAutoFit/>
          </a:bodyPr>
          <a:lstStyle/>
          <a:p>
            <a:pPr algn="just">
              <a:lnSpc>
                <a:spcPts val="4200"/>
              </a:lnSpc>
              <a:spcBef>
                <a:spcPct val="0"/>
              </a:spcBef>
            </a:pPr>
            <a:r>
              <a:rPr lang="en-US" sz="3000" b="1" spc="240">
                <a:solidFill>
                  <a:srgbClr val="F4F6FC"/>
                </a:solidFill>
                <a:latin typeface="HK Grotesk Bold"/>
                <a:ea typeface="HK Grotesk Bold"/>
                <a:cs typeface="HK Grotesk Bold"/>
                <a:sym typeface="HK Grotesk Bold"/>
              </a:rPr>
              <a:t>Realidad Aumentada (AR) </a:t>
            </a:r>
            <a:r>
              <a:rPr lang="en-US" sz="3000" spc="240">
                <a:solidFill>
                  <a:srgbClr val="F4F6FC"/>
                </a:solidFill>
                <a:latin typeface="HK Grotesk"/>
                <a:ea typeface="HK Grotesk"/>
                <a:cs typeface="HK Grotesk"/>
                <a:sym typeface="HK Grotesk"/>
              </a:rPr>
              <a:t>no reemplaza el mundo real, lo complementa. Es decir, AR utiliza los objetos físicos y los modifica con información digital.</a:t>
            </a:r>
          </a:p>
        </p:txBody>
      </p:sp>
      <p:sp>
        <p:nvSpPr>
          <p:cNvPr id="16" name="TextBox 16"/>
          <p:cNvSpPr txBox="1"/>
          <p:nvPr/>
        </p:nvSpPr>
        <p:spPr>
          <a:xfrm>
            <a:off x="1028700" y="8699056"/>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3522943" y="585383"/>
            <a:ext cx="11242114" cy="1838325"/>
          </a:xfrm>
          <a:prstGeom prst="rect">
            <a:avLst/>
          </a:prstGeom>
        </p:spPr>
        <p:txBody>
          <a:bodyPr lIns="0" tIns="0" rIns="0" bIns="0" rtlCol="0" anchor="t">
            <a:spAutoFit/>
          </a:bodyPr>
          <a:lstStyle/>
          <a:p>
            <a:pPr algn="ctr">
              <a:lnSpc>
                <a:spcPts val="7200"/>
              </a:lnSpc>
            </a:pPr>
            <a:r>
              <a:rPr lang="en-US" sz="6000" b="1">
                <a:solidFill>
                  <a:srgbClr val="050A30"/>
                </a:solidFill>
                <a:latin typeface="HK Grotesk Bold"/>
                <a:ea typeface="HK Grotesk Bold"/>
                <a:cs typeface="HK Grotesk Bold"/>
                <a:sym typeface="HK Grotesk Bold"/>
              </a:rPr>
              <a:t>Diferencias Clave Entre Realidad Aumentada y Realidad Virtual</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Freeform 14"/>
          <p:cNvSpPr/>
          <p:nvPr/>
        </p:nvSpPr>
        <p:spPr>
          <a:xfrm>
            <a:off x="5403836" y="4752166"/>
            <a:ext cx="7480327" cy="4207684"/>
          </a:xfrm>
          <a:custGeom>
            <a:avLst/>
            <a:gdLst/>
            <a:ahLst/>
            <a:cxnLst/>
            <a:rect l="l" t="t" r="r" b="b"/>
            <a:pathLst>
              <a:path w="7480327" h="4207684">
                <a:moveTo>
                  <a:pt x="0" y="0"/>
                </a:moveTo>
                <a:lnTo>
                  <a:pt x="7480328" y="0"/>
                </a:lnTo>
                <a:lnTo>
                  <a:pt x="7480328" y="4207684"/>
                </a:lnTo>
                <a:lnTo>
                  <a:pt x="0" y="4207684"/>
                </a:lnTo>
                <a:lnTo>
                  <a:pt x="0" y="0"/>
                </a:lnTo>
                <a:close/>
              </a:path>
            </a:pathLst>
          </a:custGeom>
          <a:blipFill>
            <a:blip r:embed="rId5"/>
            <a:stretch>
              <a:fillRect/>
            </a:stretch>
          </a:blipFill>
        </p:spPr>
        <p:txBody>
          <a:bodyPr/>
          <a:lstStyle/>
          <a:p>
            <a:endParaRPr lang="es-GT"/>
          </a:p>
        </p:txBody>
      </p:sp>
      <p:sp>
        <p:nvSpPr>
          <p:cNvPr id="15" name="TextBox 15"/>
          <p:cNvSpPr txBox="1"/>
          <p:nvPr/>
        </p:nvSpPr>
        <p:spPr>
          <a:xfrm>
            <a:off x="13114928"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6" name="TextBox 16"/>
          <p:cNvSpPr txBox="1"/>
          <p:nvPr/>
        </p:nvSpPr>
        <p:spPr>
          <a:xfrm>
            <a:off x="1691038" y="2759262"/>
            <a:ext cx="14905924" cy="1590675"/>
          </a:xfrm>
          <a:prstGeom prst="rect">
            <a:avLst/>
          </a:prstGeom>
        </p:spPr>
        <p:txBody>
          <a:bodyPr lIns="0" tIns="0" rIns="0" bIns="0" rtlCol="0" anchor="t">
            <a:spAutoFit/>
          </a:bodyPr>
          <a:lstStyle/>
          <a:p>
            <a:pPr algn="just">
              <a:lnSpc>
                <a:spcPts val="4200"/>
              </a:lnSpc>
            </a:pPr>
            <a:r>
              <a:rPr lang="en-US" sz="3000" b="1" spc="240">
                <a:solidFill>
                  <a:srgbClr val="050A30"/>
                </a:solidFill>
                <a:latin typeface="HK Grotesk Bold"/>
                <a:ea typeface="HK Grotesk Bold"/>
                <a:cs typeface="HK Grotesk Bold"/>
                <a:sym typeface="HK Grotesk Bold"/>
              </a:rPr>
              <a:t>Realidad Virtual (RV) </a:t>
            </a:r>
            <a:r>
              <a:rPr lang="en-US" sz="3000" spc="240">
                <a:solidFill>
                  <a:srgbClr val="050A30"/>
                </a:solidFill>
                <a:latin typeface="HK Grotesk"/>
                <a:ea typeface="HK Grotesk"/>
                <a:cs typeface="HK Grotesk"/>
                <a:sym typeface="HK Grotesk"/>
              </a:rPr>
              <a:t>por otro lado, crea un entorno completamente virtual que reemplaza el mundo real, sumergiendo al usuario en un entorno generado por computadora.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028700" y="8699056"/>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3" name="TextBox 13"/>
          <p:cNvSpPr txBox="1"/>
          <p:nvPr/>
        </p:nvSpPr>
        <p:spPr>
          <a:xfrm>
            <a:off x="1477486" y="1028700"/>
            <a:ext cx="15333028" cy="1285875"/>
          </a:xfrm>
          <a:prstGeom prst="rect">
            <a:avLst/>
          </a:prstGeom>
        </p:spPr>
        <p:txBody>
          <a:bodyPr lIns="0" tIns="0" rIns="0" bIns="0" rtlCol="0" anchor="t">
            <a:spAutoFit/>
          </a:bodyPr>
          <a:lstStyle/>
          <a:p>
            <a:pPr algn="ctr">
              <a:lnSpc>
                <a:spcPts val="10158"/>
              </a:lnSpc>
            </a:pPr>
            <a:r>
              <a:rPr lang="en-US" sz="8465" b="1">
                <a:solidFill>
                  <a:srgbClr val="F4F6FC"/>
                </a:solidFill>
                <a:latin typeface="HK Grotesk Bold"/>
                <a:ea typeface="HK Grotesk Bold"/>
                <a:cs typeface="HK Grotesk Bold"/>
                <a:sym typeface="HK Grotesk Bold"/>
              </a:rPr>
              <a:t>Tecnologías involucradas</a:t>
            </a:r>
          </a:p>
        </p:txBody>
      </p:sp>
      <p:sp>
        <p:nvSpPr>
          <p:cNvPr id="14" name="TextBox 14"/>
          <p:cNvSpPr txBox="1"/>
          <p:nvPr/>
        </p:nvSpPr>
        <p:spPr>
          <a:xfrm>
            <a:off x="2095667" y="3855282"/>
            <a:ext cx="12642554" cy="530861"/>
          </a:xfrm>
          <a:prstGeom prst="rect">
            <a:avLst/>
          </a:prstGeom>
        </p:spPr>
        <p:txBody>
          <a:bodyPr lIns="0" tIns="0" rIns="0" bIns="0" rtlCol="0" anchor="t">
            <a:spAutoFit/>
          </a:bodyPr>
          <a:lstStyle/>
          <a:p>
            <a:pPr algn="just">
              <a:lnSpc>
                <a:spcPts val="4339"/>
              </a:lnSpc>
            </a:pPr>
            <a:endParaRPr/>
          </a:p>
        </p:txBody>
      </p:sp>
      <p:sp>
        <p:nvSpPr>
          <p:cNvPr id="15" name="TextBox 15"/>
          <p:cNvSpPr txBox="1"/>
          <p:nvPr/>
        </p:nvSpPr>
        <p:spPr>
          <a:xfrm>
            <a:off x="1477486" y="2487066"/>
            <a:ext cx="15333028" cy="6276976"/>
          </a:xfrm>
          <a:prstGeom prst="rect">
            <a:avLst/>
          </a:prstGeom>
        </p:spPr>
        <p:txBody>
          <a:bodyPr lIns="0" tIns="0" rIns="0" bIns="0" rtlCol="0" anchor="t">
            <a:spAutoFit/>
          </a:bodyPr>
          <a:lstStyle/>
          <a:p>
            <a:pPr algn="just">
              <a:lnSpc>
                <a:spcPts val="4199"/>
              </a:lnSpc>
            </a:pPr>
            <a:r>
              <a:rPr lang="en-US" sz="2999">
                <a:solidFill>
                  <a:srgbClr val="F4F6FC"/>
                </a:solidFill>
                <a:latin typeface="HK Grotesk"/>
                <a:ea typeface="HK Grotesk"/>
                <a:cs typeface="HK Grotesk"/>
                <a:sym typeface="HK Grotesk"/>
              </a:rPr>
              <a:t>Para que funcione la AR, se necesitan diferentes tecnologías que faciliten la integración entre lo real y lo digital. Algunas de las tecnologías clave incluyen:</a:t>
            </a:r>
          </a:p>
          <a:p>
            <a:pPr algn="just">
              <a:lnSpc>
                <a:spcPts val="4199"/>
              </a:lnSpc>
            </a:pPr>
            <a:endParaRPr lang="en-US" sz="2999">
              <a:solidFill>
                <a:srgbClr val="F4F6FC"/>
              </a:solidFill>
              <a:latin typeface="HK Grotesk"/>
              <a:ea typeface="HK Grotesk"/>
              <a:cs typeface="HK Grotesk"/>
              <a:sym typeface="HK Grotesk"/>
            </a:endParaRPr>
          </a:p>
          <a:p>
            <a:pPr marL="647695" lvl="1" indent="-323848" algn="just">
              <a:lnSpc>
                <a:spcPts val="4199"/>
              </a:lnSpc>
              <a:buFont typeface="Arial"/>
              <a:buChar char="•"/>
            </a:pPr>
            <a:r>
              <a:rPr lang="en-US" sz="2999" b="1">
                <a:solidFill>
                  <a:srgbClr val="F4F6FC"/>
                </a:solidFill>
                <a:latin typeface="HK Grotesk Bold"/>
                <a:ea typeface="HK Grotesk Bold"/>
                <a:cs typeface="HK Grotesk Bold"/>
                <a:sym typeface="HK Grotesk Bold"/>
              </a:rPr>
              <a:t>Dispositivos móviles:</a:t>
            </a:r>
            <a:r>
              <a:rPr lang="en-US" sz="2999">
                <a:solidFill>
                  <a:srgbClr val="F4F6FC"/>
                </a:solidFill>
                <a:latin typeface="HK Grotesk"/>
                <a:ea typeface="HK Grotesk"/>
                <a:cs typeface="HK Grotesk"/>
                <a:sym typeface="HK Grotesk"/>
              </a:rPr>
              <a:t> Smartphones y tabletas que cuentan con cámaras y sensores.</a:t>
            </a:r>
          </a:p>
          <a:p>
            <a:pPr algn="just">
              <a:lnSpc>
                <a:spcPts val="4199"/>
              </a:lnSpc>
            </a:pPr>
            <a:endParaRPr lang="en-US" sz="2999">
              <a:solidFill>
                <a:srgbClr val="F4F6FC"/>
              </a:solidFill>
              <a:latin typeface="HK Grotesk"/>
              <a:ea typeface="HK Grotesk"/>
              <a:cs typeface="HK Grotesk"/>
              <a:sym typeface="HK Grotesk"/>
            </a:endParaRPr>
          </a:p>
          <a:p>
            <a:pPr marL="647695" lvl="1" indent="-323848" algn="just">
              <a:lnSpc>
                <a:spcPts val="4199"/>
              </a:lnSpc>
              <a:buFont typeface="Arial"/>
              <a:buChar char="•"/>
            </a:pPr>
            <a:r>
              <a:rPr lang="en-US" sz="2999" b="1">
                <a:solidFill>
                  <a:srgbClr val="F4F6FC"/>
                </a:solidFill>
                <a:latin typeface="HK Grotesk Bold"/>
                <a:ea typeface="HK Grotesk Bold"/>
                <a:cs typeface="HK Grotesk Bold"/>
                <a:sym typeface="HK Grotesk Bold"/>
              </a:rPr>
              <a:t>Cámaras y sensores:</a:t>
            </a:r>
            <a:r>
              <a:rPr lang="en-US" sz="2999">
                <a:solidFill>
                  <a:srgbClr val="F4F6FC"/>
                </a:solidFill>
                <a:latin typeface="HK Grotesk"/>
                <a:ea typeface="HK Grotesk"/>
                <a:cs typeface="HK Grotesk"/>
                <a:sym typeface="HK Grotesk"/>
              </a:rPr>
              <a:t> Se utilizan para captar el entorno físico y objetos del mundo real.</a:t>
            </a:r>
          </a:p>
          <a:p>
            <a:pPr algn="just">
              <a:lnSpc>
                <a:spcPts val="4199"/>
              </a:lnSpc>
            </a:pPr>
            <a:endParaRPr lang="en-US" sz="2999">
              <a:solidFill>
                <a:srgbClr val="F4F6FC"/>
              </a:solidFill>
              <a:latin typeface="HK Grotesk"/>
              <a:ea typeface="HK Grotesk"/>
              <a:cs typeface="HK Grotesk"/>
              <a:sym typeface="HK Grotesk"/>
            </a:endParaRPr>
          </a:p>
          <a:p>
            <a:pPr marL="647695" lvl="1" indent="-323848" algn="just">
              <a:lnSpc>
                <a:spcPts val="4199"/>
              </a:lnSpc>
              <a:buFont typeface="Arial"/>
              <a:buChar char="•"/>
            </a:pPr>
            <a:r>
              <a:rPr lang="en-US" sz="2999" b="1">
                <a:solidFill>
                  <a:srgbClr val="F4F6FC"/>
                </a:solidFill>
                <a:latin typeface="HK Grotesk Bold"/>
                <a:ea typeface="HK Grotesk Bold"/>
                <a:cs typeface="HK Grotesk Bold"/>
                <a:sym typeface="HK Grotesk Bold"/>
              </a:rPr>
              <a:t>Procesadores y software: </a:t>
            </a:r>
            <a:r>
              <a:rPr lang="en-US" sz="2999">
                <a:solidFill>
                  <a:srgbClr val="F4F6FC"/>
                </a:solidFill>
                <a:latin typeface="HK Grotesk"/>
                <a:ea typeface="HK Grotesk"/>
                <a:cs typeface="HK Grotesk"/>
                <a:sym typeface="HK Grotesk"/>
              </a:rPr>
              <a:t>Los dispositivos necesitan potencia de procesamiento para superponer los elementos digitales en tiempo real y para reconocer el entorno.</a:t>
            </a:r>
          </a:p>
          <a:p>
            <a:pPr algn="just">
              <a:lnSpc>
                <a:spcPts val="4199"/>
              </a:lnSpc>
            </a:pPr>
            <a:endParaRPr lang="en-US" sz="2999">
              <a:solidFill>
                <a:srgbClr val="F4F6FC"/>
              </a:solidFill>
              <a:latin typeface="HK Grotesk"/>
              <a:ea typeface="HK Grotesk"/>
              <a:cs typeface="HK Grotesk"/>
              <a:sym typeface="HK Grotesk"/>
            </a:endParaRPr>
          </a:p>
          <a:p>
            <a:pPr marL="647695" lvl="1" indent="-323848" algn="just">
              <a:lnSpc>
                <a:spcPts val="4199"/>
              </a:lnSpc>
              <a:spcBef>
                <a:spcPct val="0"/>
              </a:spcBef>
              <a:buFont typeface="Arial"/>
              <a:buChar char="•"/>
            </a:pPr>
            <a:r>
              <a:rPr lang="en-US" sz="2999" b="1">
                <a:solidFill>
                  <a:srgbClr val="F4F6FC"/>
                </a:solidFill>
                <a:latin typeface="HK Grotesk Bold"/>
                <a:ea typeface="HK Grotesk Bold"/>
                <a:cs typeface="HK Grotesk Bold"/>
                <a:sym typeface="HK Grotesk Bold"/>
              </a:rPr>
              <a:t>Pantallas: </a:t>
            </a:r>
            <a:r>
              <a:rPr lang="en-US" sz="2999">
                <a:solidFill>
                  <a:srgbClr val="F4F6FC"/>
                </a:solidFill>
                <a:latin typeface="HK Grotesk"/>
                <a:ea typeface="HK Grotesk"/>
                <a:cs typeface="HK Grotesk"/>
                <a:sym typeface="HK Grotesk"/>
              </a:rPr>
              <a:t>Pantallas interactivas, gafas inteligentes u otras interfaces de visualización.</a:t>
            </a:r>
          </a:p>
          <a:p>
            <a:pPr algn="just">
              <a:lnSpc>
                <a:spcPts val="4199"/>
              </a:lnSpc>
              <a:spcBef>
                <a:spcPct val="0"/>
              </a:spcBef>
            </a:pPr>
            <a:endParaRPr lang="en-US" sz="2999">
              <a:solidFill>
                <a:srgbClr val="F4F6FC"/>
              </a:solidFill>
              <a:latin typeface="HK Grotesk"/>
              <a:ea typeface="HK Grotesk"/>
              <a:cs typeface="HK Grotesk"/>
              <a:sym typeface="HK Grotesk"/>
            </a:endParaRPr>
          </a:p>
        </p:txBody>
      </p:sp>
      <p:sp>
        <p:nvSpPr>
          <p:cNvPr id="16" name="Freeform 16"/>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3522943" y="585383"/>
            <a:ext cx="11242114" cy="3667125"/>
          </a:xfrm>
          <a:prstGeom prst="rect">
            <a:avLst/>
          </a:prstGeom>
        </p:spPr>
        <p:txBody>
          <a:bodyPr lIns="0" tIns="0" rIns="0" bIns="0" rtlCol="0" anchor="t">
            <a:spAutoFit/>
          </a:bodyPr>
          <a:lstStyle/>
          <a:p>
            <a:pPr algn="ctr">
              <a:lnSpc>
                <a:spcPts val="9600"/>
              </a:lnSpc>
            </a:pPr>
            <a:r>
              <a:rPr lang="en-US" sz="8000" b="1">
                <a:solidFill>
                  <a:srgbClr val="050A30"/>
                </a:solidFill>
                <a:latin typeface="HK Grotesk Bold"/>
                <a:ea typeface="HK Grotesk Bold"/>
                <a:cs typeface="HK Grotesk Bold"/>
                <a:sym typeface="HK Grotesk Bold"/>
              </a:rPr>
              <a:t>Ejemplos de Realidad Aumentada</a:t>
            </a:r>
          </a:p>
          <a:p>
            <a:pPr algn="ctr">
              <a:lnSpc>
                <a:spcPts val="9600"/>
              </a:lnSpc>
            </a:pPr>
            <a:endParaRPr lang="en-US" sz="8000" b="1">
              <a:solidFill>
                <a:srgbClr val="050A30"/>
              </a:solidFill>
              <a:latin typeface="HK Grotesk Bold"/>
              <a:ea typeface="HK Grotesk Bold"/>
              <a:cs typeface="HK Grotesk Bold"/>
              <a:sym typeface="HK Grotesk Bold"/>
            </a:endParaRP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TextBox 14"/>
          <p:cNvSpPr txBox="1"/>
          <p:nvPr/>
        </p:nvSpPr>
        <p:spPr>
          <a:xfrm>
            <a:off x="13114928" y="8931275"/>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5" name="TextBox 15"/>
          <p:cNvSpPr txBox="1"/>
          <p:nvPr/>
        </p:nvSpPr>
        <p:spPr>
          <a:xfrm>
            <a:off x="5987641" y="3764063"/>
            <a:ext cx="7215249" cy="4180841"/>
          </a:xfrm>
          <a:prstGeom prst="rect">
            <a:avLst/>
          </a:prstGeom>
        </p:spPr>
        <p:txBody>
          <a:bodyPr lIns="0" tIns="0" rIns="0" bIns="0" rtlCol="0" anchor="t">
            <a:spAutoFit/>
          </a:bodyPr>
          <a:lstStyle/>
          <a:p>
            <a:pPr marL="734053" lvl="1" indent="-367026" algn="just">
              <a:lnSpc>
                <a:spcPts val="4759"/>
              </a:lnSpc>
              <a:buFont typeface="Arial"/>
              <a:buChar char="•"/>
            </a:pPr>
            <a:r>
              <a:rPr lang="en-US" sz="3399" b="1">
                <a:solidFill>
                  <a:srgbClr val="050A30"/>
                </a:solidFill>
                <a:latin typeface="HK Grotesk Medium"/>
                <a:ea typeface="HK Grotesk Medium"/>
                <a:cs typeface="HK Grotesk Medium"/>
                <a:sym typeface="HK Grotesk Medium"/>
              </a:rPr>
              <a:t>Pokémon Go</a:t>
            </a:r>
          </a:p>
          <a:p>
            <a:pPr algn="just">
              <a:lnSpc>
                <a:spcPts val="4759"/>
              </a:lnSpc>
            </a:pPr>
            <a:endParaRPr lang="en-US" sz="3399" b="1">
              <a:solidFill>
                <a:srgbClr val="050A30"/>
              </a:solidFill>
              <a:latin typeface="HK Grotesk Medium"/>
              <a:ea typeface="HK Grotesk Medium"/>
              <a:cs typeface="HK Grotesk Medium"/>
              <a:sym typeface="HK Grotesk Medium"/>
            </a:endParaRPr>
          </a:p>
          <a:p>
            <a:pPr marL="734053" lvl="1" indent="-367026" algn="just">
              <a:lnSpc>
                <a:spcPts val="4759"/>
              </a:lnSpc>
              <a:buFont typeface="Arial"/>
              <a:buChar char="•"/>
            </a:pPr>
            <a:r>
              <a:rPr lang="en-US" sz="3399" b="1">
                <a:solidFill>
                  <a:srgbClr val="050A30"/>
                </a:solidFill>
                <a:latin typeface="HK Grotesk Medium"/>
                <a:ea typeface="HK Grotesk Medium"/>
                <a:cs typeface="HK Grotesk Medium"/>
                <a:sym typeface="HK Grotesk Medium"/>
              </a:rPr>
              <a:t>Aplicaciones de navegación</a:t>
            </a:r>
          </a:p>
          <a:p>
            <a:pPr algn="just">
              <a:lnSpc>
                <a:spcPts val="4759"/>
              </a:lnSpc>
            </a:pPr>
            <a:endParaRPr lang="en-US" sz="3399" b="1">
              <a:solidFill>
                <a:srgbClr val="050A30"/>
              </a:solidFill>
              <a:latin typeface="HK Grotesk Medium"/>
              <a:ea typeface="HK Grotesk Medium"/>
              <a:cs typeface="HK Grotesk Medium"/>
              <a:sym typeface="HK Grotesk Medium"/>
            </a:endParaRPr>
          </a:p>
          <a:p>
            <a:pPr marL="734053" lvl="1" indent="-367026" algn="just">
              <a:lnSpc>
                <a:spcPts val="4759"/>
              </a:lnSpc>
              <a:buFont typeface="Arial"/>
              <a:buChar char="•"/>
            </a:pPr>
            <a:r>
              <a:rPr lang="en-US" sz="3399" b="1">
                <a:solidFill>
                  <a:srgbClr val="050A30"/>
                </a:solidFill>
                <a:latin typeface="HK Grotesk Medium"/>
                <a:ea typeface="HK Grotesk Medium"/>
                <a:cs typeface="HK Grotesk Medium"/>
                <a:sym typeface="HK Grotesk Medium"/>
              </a:rPr>
              <a:t>Filtros en redes sociales</a:t>
            </a:r>
          </a:p>
          <a:p>
            <a:pPr algn="just">
              <a:lnSpc>
                <a:spcPts val="4759"/>
              </a:lnSpc>
            </a:pPr>
            <a:endParaRPr lang="en-US" sz="3399" b="1">
              <a:solidFill>
                <a:srgbClr val="050A30"/>
              </a:solidFill>
              <a:latin typeface="HK Grotesk Medium"/>
              <a:ea typeface="HK Grotesk Medium"/>
              <a:cs typeface="HK Grotesk Medium"/>
              <a:sym typeface="HK Grotesk Medium"/>
            </a:endParaRPr>
          </a:p>
          <a:p>
            <a:pPr marL="734053" lvl="1" indent="-367026" algn="just">
              <a:lnSpc>
                <a:spcPts val="4759"/>
              </a:lnSpc>
              <a:buFont typeface="Arial"/>
              <a:buChar char="•"/>
            </a:pPr>
            <a:r>
              <a:rPr lang="en-US" sz="3399" b="1">
                <a:solidFill>
                  <a:srgbClr val="050A30"/>
                </a:solidFill>
                <a:latin typeface="HK Grotesk Medium"/>
                <a:ea typeface="HK Grotesk Medium"/>
                <a:cs typeface="HK Grotesk Medium"/>
                <a:sym typeface="HK Grotesk Medium"/>
              </a:rPr>
              <a:t>Visualización de productos en 3D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1744488" y="1019175"/>
            <a:ext cx="14799023" cy="2447925"/>
          </a:xfrm>
          <a:prstGeom prst="rect">
            <a:avLst/>
          </a:prstGeom>
        </p:spPr>
        <p:txBody>
          <a:bodyPr lIns="0" tIns="0" rIns="0" bIns="0" rtlCol="0" anchor="t">
            <a:spAutoFit/>
          </a:bodyPr>
          <a:lstStyle/>
          <a:p>
            <a:pPr algn="ctr">
              <a:lnSpc>
                <a:spcPts val="9600"/>
              </a:lnSpc>
            </a:pPr>
            <a:r>
              <a:rPr lang="en-US" sz="8000" b="1">
                <a:solidFill>
                  <a:srgbClr val="F4F6FC"/>
                </a:solidFill>
                <a:latin typeface="HK Grotesk Bold"/>
                <a:ea typeface="HK Grotesk Bold"/>
                <a:cs typeface="HK Grotesk Bold"/>
                <a:sym typeface="HK Grotesk Bold"/>
              </a:rPr>
              <a:t>Ejemplos de Realidad Aumentada</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Freeform 14"/>
          <p:cNvSpPr/>
          <p:nvPr/>
        </p:nvSpPr>
        <p:spPr>
          <a:xfrm>
            <a:off x="1477486" y="4133850"/>
            <a:ext cx="3175130" cy="3242788"/>
          </a:xfrm>
          <a:custGeom>
            <a:avLst/>
            <a:gdLst/>
            <a:ahLst/>
            <a:cxnLst/>
            <a:rect l="l" t="t" r="r" b="b"/>
            <a:pathLst>
              <a:path w="3175130" h="3242788">
                <a:moveTo>
                  <a:pt x="0" y="0"/>
                </a:moveTo>
                <a:lnTo>
                  <a:pt x="3175130" y="0"/>
                </a:lnTo>
                <a:lnTo>
                  <a:pt x="3175130" y="3242788"/>
                </a:lnTo>
                <a:lnTo>
                  <a:pt x="0" y="3242788"/>
                </a:lnTo>
                <a:lnTo>
                  <a:pt x="0" y="0"/>
                </a:lnTo>
                <a:close/>
              </a:path>
            </a:pathLst>
          </a:custGeom>
          <a:blipFill>
            <a:blip r:embed="rId5"/>
            <a:stretch>
              <a:fillRect l="-104261"/>
            </a:stretch>
          </a:blipFill>
        </p:spPr>
        <p:txBody>
          <a:bodyPr/>
          <a:lstStyle/>
          <a:p>
            <a:endParaRPr lang="es-GT"/>
          </a:p>
        </p:txBody>
      </p:sp>
      <p:sp>
        <p:nvSpPr>
          <p:cNvPr id="15" name="Freeform 15"/>
          <p:cNvSpPr/>
          <p:nvPr/>
        </p:nvSpPr>
        <p:spPr>
          <a:xfrm>
            <a:off x="6911148" y="4133850"/>
            <a:ext cx="4465704" cy="3242788"/>
          </a:xfrm>
          <a:custGeom>
            <a:avLst/>
            <a:gdLst/>
            <a:ahLst/>
            <a:cxnLst/>
            <a:rect l="l" t="t" r="r" b="b"/>
            <a:pathLst>
              <a:path w="4465704" h="3242788">
                <a:moveTo>
                  <a:pt x="0" y="0"/>
                </a:moveTo>
                <a:lnTo>
                  <a:pt x="4465704" y="0"/>
                </a:lnTo>
                <a:lnTo>
                  <a:pt x="4465704" y="3242788"/>
                </a:lnTo>
                <a:lnTo>
                  <a:pt x="0" y="3242788"/>
                </a:lnTo>
                <a:lnTo>
                  <a:pt x="0" y="0"/>
                </a:lnTo>
                <a:close/>
              </a:path>
            </a:pathLst>
          </a:custGeom>
          <a:blipFill>
            <a:blip r:embed="rId6"/>
            <a:stretch>
              <a:fillRect/>
            </a:stretch>
          </a:blipFill>
        </p:spPr>
        <p:txBody>
          <a:bodyPr/>
          <a:lstStyle/>
          <a:p>
            <a:endParaRPr lang="es-GT"/>
          </a:p>
        </p:txBody>
      </p:sp>
      <p:sp>
        <p:nvSpPr>
          <p:cNvPr id="16" name="Freeform 16"/>
          <p:cNvSpPr/>
          <p:nvPr/>
        </p:nvSpPr>
        <p:spPr>
          <a:xfrm>
            <a:off x="13349298" y="4207497"/>
            <a:ext cx="3779909" cy="3113086"/>
          </a:xfrm>
          <a:custGeom>
            <a:avLst/>
            <a:gdLst/>
            <a:ahLst/>
            <a:cxnLst/>
            <a:rect l="l" t="t" r="r" b="b"/>
            <a:pathLst>
              <a:path w="3779909" h="3113086">
                <a:moveTo>
                  <a:pt x="0" y="0"/>
                </a:moveTo>
                <a:lnTo>
                  <a:pt x="3779909" y="0"/>
                </a:lnTo>
                <a:lnTo>
                  <a:pt x="3779909" y="3113086"/>
                </a:lnTo>
                <a:lnTo>
                  <a:pt x="0" y="3113086"/>
                </a:lnTo>
                <a:lnTo>
                  <a:pt x="0" y="0"/>
                </a:lnTo>
                <a:close/>
              </a:path>
            </a:pathLst>
          </a:custGeom>
          <a:blipFill>
            <a:blip r:embed="rId7"/>
            <a:stretch>
              <a:fillRect l="-17721" r="-8119" b="-1800"/>
            </a:stretch>
          </a:blipFill>
        </p:spPr>
        <p:txBody>
          <a:bodyPr/>
          <a:lstStyle/>
          <a:p>
            <a:endParaRPr lang="es-GT"/>
          </a:p>
        </p:txBody>
      </p:sp>
      <p:sp>
        <p:nvSpPr>
          <p:cNvPr id="17" name="TextBox 17"/>
          <p:cNvSpPr txBox="1"/>
          <p:nvPr/>
        </p:nvSpPr>
        <p:spPr>
          <a:xfrm>
            <a:off x="1028700" y="8699056"/>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sp>
        <p:nvSpPr>
          <p:cNvPr id="3" name="TextBox 3"/>
          <p:cNvSpPr txBox="1"/>
          <p:nvPr/>
        </p:nvSpPr>
        <p:spPr>
          <a:xfrm>
            <a:off x="3367191" y="585383"/>
            <a:ext cx="11397866" cy="1990725"/>
          </a:xfrm>
          <a:prstGeom prst="rect">
            <a:avLst/>
          </a:prstGeom>
        </p:spPr>
        <p:txBody>
          <a:bodyPr lIns="0" tIns="0" rIns="0" bIns="0" rtlCol="0" anchor="t">
            <a:spAutoFit/>
          </a:bodyPr>
          <a:lstStyle/>
          <a:p>
            <a:pPr algn="ctr">
              <a:lnSpc>
                <a:spcPts val="7800"/>
              </a:lnSpc>
            </a:pPr>
            <a:r>
              <a:rPr lang="en-US" sz="6500" b="1">
                <a:solidFill>
                  <a:srgbClr val="050A30"/>
                </a:solidFill>
                <a:latin typeface="HK Grotesk Bold"/>
                <a:ea typeface="HK Grotesk Bold"/>
                <a:cs typeface="HK Grotesk Bold"/>
                <a:sym typeface="HK Grotesk Bold"/>
              </a:rPr>
              <a:t>Historia de la Realidad Aumentada</a:t>
            </a:r>
          </a:p>
        </p:txBody>
      </p:sp>
      <p:grpSp>
        <p:nvGrpSpPr>
          <p:cNvPr id="4" name="Group 4"/>
          <p:cNvGrpSpPr/>
          <p:nvPr/>
        </p:nvGrpSpPr>
        <p:grpSpPr>
          <a:xfrm rot="-5400000">
            <a:off x="6186162" y="2511196"/>
            <a:ext cx="6818207" cy="20947169"/>
            <a:chOff x="0" y="0"/>
            <a:chExt cx="1795742" cy="5516950"/>
          </a:xfrm>
        </p:grpSpPr>
        <p:sp>
          <p:nvSpPr>
            <p:cNvPr id="5" name="Freeform 5"/>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6" name="TextBox 6"/>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7" name="Group 7"/>
          <p:cNvGrpSpPr/>
          <p:nvPr/>
        </p:nvGrpSpPr>
        <p:grpSpPr>
          <a:xfrm rot="-5400000">
            <a:off x="3997069" y="-11005002"/>
            <a:ext cx="2045233" cy="20947169"/>
            <a:chOff x="0" y="0"/>
            <a:chExt cx="538662" cy="5516950"/>
          </a:xfrm>
        </p:grpSpPr>
        <p:sp>
          <p:nvSpPr>
            <p:cNvPr id="8" name="Freeform 8"/>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9" name="TextBox 9"/>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10" name="Group 10"/>
          <p:cNvGrpSpPr/>
          <p:nvPr/>
        </p:nvGrpSpPr>
        <p:grpSpPr>
          <a:xfrm rot="2700000">
            <a:off x="13734331" y="93713"/>
            <a:ext cx="4685776" cy="1567256"/>
            <a:chOff x="0" y="0"/>
            <a:chExt cx="1234114" cy="412775"/>
          </a:xfrm>
        </p:grpSpPr>
        <p:sp>
          <p:nvSpPr>
            <p:cNvPr id="11" name="Freeform 11"/>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2" name="TextBox 12"/>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3" name="Freeform 13"/>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4" name="Freeform 14"/>
          <p:cNvSpPr/>
          <p:nvPr/>
        </p:nvSpPr>
        <p:spPr>
          <a:xfrm>
            <a:off x="1440737" y="6950827"/>
            <a:ext cx="15406525" cy="1585195"/>
          </a:xfrm>
          <a:custGeom>
            <a:avLst/>
            <a:gdLst/>
            <a:ahLst/>
            <a:cxnLst/>
            <a:rect l="l" t="t" r="r" b="b"/>
            <a:pathLst>
              <a:path w="15406525" h="1585195">
                <a:moveTo>
                  <a:pt x="0" y="0"/>
                </a:moveTo>
                <a:lnTo>
                  <a:pt x="15406526" y="0"/>
                </a:lnTo>
                <a:lnTo>
                  <a:pt x="15406526" y="1585196"/>
                </a:lnTo>
                <a:lnTo>
                  <a:pt x="0" y="158519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GT"/>
          </a:p>
        </p:txBody>
      </p:sp>
      <p:grpSp>
        <p:nvGrpSpPr>
          <p:cNvPr id="15" name="Group 15"/>
          <p:cNvGrpSpPr/>
          <p:nvPr/>
        </p:nvGrpSpPr>
        <p:grpSpPr>
          <a:xfrm>
            <a:off x="1440737" y="3088121"/>
            <a:ext cx="2724075" cy="3168480"/>
            <a:chOff x="0" y="0"/>
            <a:chExt cx="743097" cy="864326"/>
          </a:xfrm>
        </p:grpSpPr>
        <p:sp>
          <p:nvSpPr>
            <p:cNvPr id="16" name="Freeform 16"/>
            <p:cNvSpPr/>
            <p:nvPr/>
          </p:nvSpPr>
          <p:spPr>
            <a:xfrm>
              <a:off x="0" y="0"/>
              <a:ext cx="743097" cy="864326"/>
            </a:xfrm>
            <a:custGeom>
              <a:avLst/>
              <a:gdLst/>
              <a:ahLst/>
              <a:cxnLst/>
              <a:rect l="l" t="t" r="r" b="b"/>
              <a:pathLst>
                <a:path w="743097" h="864326">
                  <a:moveTo>
                    <a:pt x="99471" y="0"/>
                  </a:moveTo>
                  <a:lnTo>
                    <a:pt x="643626" y="0"/>
                  </a:lnTo>
                  <a:cubicBezTo>
                    <a:pt x="670007" y="0"/>
                    <a:pt x="695308" y="10480"/>
                    <a:pt x="713963" y="29134"/>
                  </a:cubicBezTo>
                  <a:cubicBezTo>
                    <a:pt x="732617" y="47789"/>
                    <a:pt x="743097" y="73090"/>
                    <a:pt x="743097" y="99471"/>
                  </a:cubicBezTo>
                  <a:lnTo>
                    <a:pt x="743097" y="764854"/>
                  </a:lnTo>
                  <a:cubicBezTo>
                    <a:pt x="743097" y="791236"/>
                    <a:pt x="732617" y="816537"/>
                    <a:pt x="713963" y="835191"/>
                  </a:cubicBezTo>
                  <a:cubicBezTo>
                    <a:pt x="695308" y="853846"/>
                    <a:pt x="670007" y="864326"/>
                    <a:pt x="643626" y="864326"/>
                  </a:cubicBezTo>
                  <a:lnTo>
                    <a:pt x="99471" y="864326"/>
                  </a:lnTo>
                  <a:cubicBezTo>
                    <a:pt x="73090" y="864326"/>
                    <a:pt x="47789" y="853846"/>
                    <a:pt x="29134" y="835191"/>
                  </a:cubicBezTo>
                  <a:cubicBezTo>
                    <a:pt x="10480" y="816537"/>
                    <a:pt x="0" y="791236"/>
                    <a:pt x="0" y="764854"/>
                  </a:cubicBezTo>
                  <a:lnTo>
                    <a:pt x="0" y="99471"/>
                  </a:lnTo>
                  <a:cubicBezTo>
                    <a:pt x="0" y="73090"/>
                    <a:pt x="10480" y="47789"/>
                    <a:pt x="29134" y="29134"/>
                  </a:cubicBezTo>
                  <a:cubicBezTo>
                    <a:pt x="47789" y="10480"/>
                    <a:pt x="73090" y="0"/>
                    <a:pt x="99471" y="0"/>
                  </a:cubicBezTo>
                  <a:close/>
                </a:path>
              </a:pathLst>
            </a:custGeom>
            <a:solidFill>
              <a:srgbClr val="BA302D"/>
            </a:solidFill>
            <a:ln w="12700">
              <a:solidFill>
                <a:srgbClr val="000000"/>
              </a:solidFill>
            </a:ln>
          </p:spPr>
          <p:txBody>
            <a:bodyPr/>
            <a:lstStyle/>
            <a:p>
              <a:endParaRPr lang="es-GT"/>
            </a:p>
          </p:txBody>
        </p:sp>
      </p:grpSp>
      <p:grpSp>
        <p:nvGrpSpPr>
          <p:cNvPr id="17" name="Group 17"/>
          <p:cNvGrpSpPr/>
          <p:nvPr/>
        </p:nvGrpSpPr>
        <p:grpSpPr>
          <a:xfrm>
            <a:off x="2026373" y="5933563"/>
            <a:ext cx="1543050" cy="1350169"/>
            <a:chOff x="0" y="0"/>
            <a:chExt cx="812800" cy="711200"/>
          </a:xfrm>
        </p:grpSpPr>
        <p:sp>
          <p:nvSpPr>
            <p:cNvPr id="18" name="Freeform 1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BA302D"/>
            </a:solidFill>
          </p:spPr>
          <p:txBody>
            <a:bodyPr/>
            <a:lstStyle/>
            <a:p>
              <a:endParaRPr lang="es-GT"/>
            </a:p>
          </p:txBody>
        </p:sp>
        <p:sp>
          <p:nvSpPr>
            <p:cNvPr id="19" name="TextBox 19"/>
            <p:cNvSpPr txBox="1"/>
            <p:nvPr/>
          </p:nvSpPr>
          <p:spPr>
            <a:xfrm>
              <a:off x="127000" y="3175"/>
              <a:ext cx="558800" cy="377825"/>
            </a:xfrm>
            <a:prstGeom prst="rect">
              <a:avLst/>
            </a:prstGeom>
          </p:spPr>
          <p:txBody>
            <a:bodyPr lIns="50800" tIns="50800" rIns="50800" bIns="50800" rtlCol="0" anchor="ctr"/>
            <a:lstStyle/>
            <a:p>
              <a:pPr algn="ctr">
                <a:lnSpc>
                  <a:spcPts val="3079"/>
                </a:lnSpc>
              </a:pPr>
              <a:endParaRPr/>
            </a:p>
          </p:txBody>
        </p:sp>
      </p:grpSp>
      <p:sp>
        <p:nvSpPr>
          <p:cNvPr id="20" name="TextBox 20"/>
          <p:cNvSpPr txBox="1"/>
          <p:nvPr/>
        </p:nvSpPr>
        <p:spPr>
          <a:xfrm>
            <a:off x="13114928" y="9076571"/>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21" name="TextBox 21"/>
          <p:cNvSpPr txBox="1"/>
          <p:nvPr/>
        </p:nvSpPr>
        <p:spPr>
          <a:xfrm>
            <a:off x="2215153" y="7287812"/>
            <a:ext cx="1949659" cy="854077"/>
          </a:xfrm>
          <a:prstGeom prst="rect">
            <a:avLst/>
          </a:prstGeom>
        </p:spPr>
        <p:txBody>
          <a:bodyPr lIns="0" tIns="0" rIns="0" bIns="0" rtlCol="0" anchor="t">
            <a:spAutoFit/>
          </a:bodyPr>
          <a:lstStyle/>
          <a:p>
            <a:pPr algn="just">
              <a:lnSpc>
                <a:spcPts val="6999"/>
              </a:lnSpc>
            </a:pPr>
            <a:r>
              <a:rPr lang="en-US" sz="4999" b="1">
                <a:solidFill>
                  <a:srgbClr val="FFFFFF"/>
                </a:solidFill>
                <a:latin typeface="HK Grotesk Bold"/>
                <a:ea typeface="HK Grotesk Bold"/>
                <a:cs typeface="HK Grotesk Bold"/>
                <a:sym typeface="HK Grotesk Bold"/>
              </a:rPr>
              <a:t>1960s</a:t>
            </a:r>
          </a:p>
        </p:txBody>
      </p:sp>
      <p:sp>
        <p:nvSpPr>
          <p:cNvPr id="22" name="TextBox 22"/>
          <p:cNvSpPr txBox="1"/>
          <p:nvPr/>
        </p:nvSpPr>
        <p:spPr>
          <a:xfrm>
            <a:off x="5281356" y="7287812"/>
            <a:ext cx="1949659" cy="854077"/>
          </a:xfrm>
          <a:prstGeom prst="rect">
            <a:avLst/>
          </a:prstGeom>
        </p:spPr>
        <p:txBody>
          <a:bodyPr lIns="0" tIns="0" rIns="0" bIns="0" rtlCol="0" anchor="t">
            <a:spAutoFit/>
          </a:bodyPr>
          <a:lstStyle/>
          <a:p>
            <a:pPr algn="just">
              <a:lnSpc>
                <a:spcPts val="6999"/>
              </a:lnSpc>
            </a:pPr>
            <a:r>
              <a:rPr lang="en-US" sz="4999" b="1">
                <a:solidFill>
                  <a:srgbClr val="FFFFFF"/>
                </a:solidFill>
                <a:latin typeface="HK Grotesk Bold"/>
                <a:ea typeface="HK Grotesk Bold"/>
                <a:cs typeface="HK Grotesk Bold"/>
                <a:sym typeface="HK Grotesk Bold"/>
              </a:rPr>
              <a:t>1990s</a:t>
            </a:r>
          </a:p>
        </p:txBody>
      </p:sp>
      <p:sp>
        <p:nvSpPr>
          <p:cNvPr id="23" name="TextBox 23"/>
          <p:cNvSpPr txBox="1"/>
          <p:nvPr/>
        </p:nvSpPr>
        <p:spPr>
          <a:xfrm>
            <a:off x="8345441" y="7306862"/>
            <a:ext cx="1949659" cy="854077"/>
          </a:xfrm>
          <a:prstGeom prst="rect">
            <a:avLst/>
          </a:prstGeom>
        </p:spPr>
        <p:txBody>
          <a:bodyPr lIns="0" tIns="0" rIns="0" bIns="0" rtlCol="0" anchor="t">
            <a:spAutoFit/>
          </a:bodyPr>
          <a:lstStyle/>
          <a:p>
            <a:pPr algn="just">
              <a:lnSpc>
                <a:spcPts val="6999"/>
              </a:lnSpc>
            </a:pPr>
            <a:r>
              <a:rPr lang="en-US" sz="4999" b="1">
                <a:solidFill>
                  <a:srgbClr val="FFFFFF"/>
                </a:solidFill>
                <a:latin typeface="HK Grotesk Bold"/>
                <a:ea typeface="HK Grotesk Bold"/>
                <a:cs typeface="HK Grotesk Bold"/>
                <a:sym typeface="HK Grotesk Bold"/>
              </a:rPr>
              <a:t>2000s</a:t>
            </a:r>
          </a:p>
        </p:txBody>
      </p:sp>
      <p:sp>
        <p:nvSpPr>
          <p:cNvPr id="24" name="TextBox 24"/>
          <p:cNvSpPr txBox="1"/>
          <p:nvPr/>
        </p:nvSpPr>
        <p:spPr>
          <a:xfrm>
            <a:off x="11371425" y="7297337"/>
            <a:ext cx="1949659" cy="854077"/>
          </a:xfrm>
          <a:prstGeom prst="rect">
            <a:avLst/>
          </a:prstGeom>
        </p:spPr>
        <p:txBody>
          <a:bodyPr lIns="0" tIns="0" rIns="0" bIns="0" rtlCol="0" anchor="t">
            <a:spAutoFit/>
          </a:bodyPr>
          <a:lstStyle/>
          <a:p>
            <a:pPr algn="just">
              <a:lnSpc>
                <a:spcPts val="6999"/>
              </a:lnSpc>
            </a:pPr>
            <a:r>
              <a:rPr lang="en-US" sz="4999" b="1">
                <a:solidFill>
                  <a:srgbClr val="FFFFFF"/>
                </a:solidFill>
                <a:latin typeface="HK Grotesk Bold"/>
                <a:ea typeface="HK Grotesk Bold"/>
                <a:cs typeface="HK Grotesk Bold"/>
                <a:sym typeface="HK Grotesk Bold"/>
              </a:rPr>
              <a:t>2010s</a:t>
            </a:r>
          </a:p>
        </p:txBody>
      </p:sp>
      <p:sp>
        <p:nvSpPr>
          <p:cNvPr id="25" name="TextBox 25"/>
          <p:cNvSpPr txBox="1"/>
          <p:nvPr/>
        </p:nvSpPr>
        <p:spPr>
          <a:xfrm>
            <a:off x="14353020" y="7287812"/>
            <a:ext cx="1949659" cy="854077"/>
          </a:xfrm>
          <a:prstGeom prst="rect">
            <a:avLst/>
          </a:prstGeom>
        </p:spPr>
        <p:txBody>
          <a:bodyPr lIns="0" tIns="0" rIns="0" bIns="0" rtlCol="0" anchor="t">
            <a:spAutoFit/>
          </a:bodyPr>
          <a:lstStyle/>
          <a:p>
            <a:pPr algn="just">
              <a:lnSpc>
                <a:spcPts val="6999"/>
              </a:lnSpc>
            </a:pPr>
            <a:r>
              <a:rPr lang="en-US" sz="4999" b="1">
                <a:solidFill>
                  <a:srgbClr val="FFFFFF"/>
                </a:solidFill>
                <a:latin typeface="HK Grotesk Bold"/>
                <a:ea typeface="HK Grotesk Bold"/>
                <a:cs typeface="HK Grotesk Bold"/>
                <a:sym typeface="HK Grotesk Bold"/>
              </a:rPr>
              <a:t>2020s</a:t>
            </a:r>
          </a:p>
        </p:txBody>
      </p:sp>
      <p:grpSp>
        <p:nvGrpSpPr>
          <p:cNvPr id="26" name="Group 26"/>
          <p:cNvGrpSpPr/>
          <p:nvPr/>
        </p:nvGrpSpPr>
        <p:grpSpPr>
          <a:xfrm>
            <a:off x="4448887" y="3088121"/>
            <a:ext cx="2947829" cy="3168480"/>
            <a:chOff x="0" y="0"/>
            <a:chExt cx="804135" cy="864326"/>
          </a:xfrm>
        </p:grpSpPr>
        <p:sp>
          <p:nvSpPr>
            <p:cNvPr id="27" name="Freeform 27"/>
            <p:cNvSpPr/>
            <p:nvPr/>
          </p:nvSpPr>
          <p:spPr>
            <a:xfrm>
              <a:off x="0" y="0"/>
              <a:ext cx="804135" cy="864326"/>
            </a:xfrm>
            <a:custGeom>
              <a:avLst/>
              <a:gdLst/>
              <a:ahLst/>
              <a:cxnLst/>
              <a:rect l="l" t="t" r="r" b="b"/>
              <a:pathLst>
                <a:path w="804135" h="864326">
                  <a:moveTo>
                    <a:pt x="94547" y="0"/>
                  </a:moveTo>
                  <a:lnTo>
                    <a:pt x="709588" y="0"/>
                  </a:lnTo>
                  <a:cubicBezTo>
                    <a:pt x="734663" y="0"/>
                    <a:pt x="758711" y="9961"/>
                    <a:pt x="776442" y="27692"/>
                  </a:cubicBezTo>
                  <a:cubicBezTo>
                    <a:pt x="794174" y="45423"/>
                    <a:pt x="804135" y="69472"/>
                    <a:pt x="804135" y="94547"/>
                  </a:cubicBezTo>
                  <a:lnTo>
                    <a:pt x="804135" y="769778"/>
                  </a:lnTo>
                  <a:cubicBezTo>
                    <a:pt x="804135" y="794854"/>
                    <a:pt x="794174" y="818902"/>
                    <a:pt x="776442" y="836634"/>
                  </a:cubicBezTo>
                  <a:cubicBezTo>
                    <a:pt x="758711" y="854365"/>
                    <a:pt x="734663" y="864326"/>
                    <a:pt x="709588" y="864326"/>
                  </a:cubicBezTo>
                  <a:lnTo>
                    <a:pt x="94547" y="864326"/>
                  </a:lnTo>
                  <a:cubicBezTo>
                    <a:pt x="69472" y="864326"/>
                    <a:pt x="45423" y="854365"/>
                    <a:pt x="27692" y="836634"/>
                  </a:cubicBezTo>
                  <a:cubicBezTo>
                    <a:pt x="9961" y="818902"/>
                    <a:pt x="0" y="794854"/>
                    <a:pt x="0" y="769778"/>
                  </a:cubicBezTo>
                  <a:lnTo>
                    <a:pt x="0" y="94547"/>
                  </a:lnTo>
                  <a:cubicBezTo>
                    <a:pt x="0" y="69472"/>
                    <a:pt x="9961" y="45423"/>
                    <a:pt x="27692" y="27692"/>
                  </a:cubicBezTo>
                  <a:cubicBezTo>
                    <a:pt x="45423" y="9961"/>
                    <a:pt x="69472" y="0"/>
                    <a:pt x="94547" y="0"/>
                  </a:cubicBezTo>
                  <a:close/>
                </a:path>
              </a:pathLst>
            </a:custGeom>
            <a:solidFill>
              <a:srgbClr val="008CC2"/>
            </a:solidFill>
            <a:ln w="12700">
              <a:solidFill>
                <a:srgbClr val="000000"/>
              </a:solidFill>
            </a:ln>
          </p:spPr>
          <p:txBody>
            <a:bodyPr/>
            <a:lstStyle/>
            <a:p>
              <a:endParaRPr lang="es-GT"/>
            </a:p>
          </p:txBody>
        </p:sp>
      </p:grpSp>
      <p:grpSp>
        <p:nvGrpSpPr>
          <p:cNvPr id="28" name="Group 28"/>
          <p:cNvGrpSpPr/>
          <p:nvPr/>
        </p:nvGrpSpPr>
        <p:grpSpPr>
          <a:xfrm>
            <a:off x="5198161" y="5933563"/>
            <a:ext cx="1543050" cy="1350169"/>
            <a:chOff x="0" y="0"/>
            <a:chExt cx="812800" cy="711200"/>
          </a:xfrm>
        </p:grpSpPr>
        <p:sp>
          <p:nvSpPr>
            <p:cNvPr id="29" name="Freeform 29"/>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8CC2"/>
            </a:solidFill>
          </p:spPr>
          <p:txBody>
            <a:bodyPr/>
            <a:lstStyle/>
            <a:p>
              <a:endParaRPr lang="es-GT"/>
            </a:p>
          </p:txBody>
        </p:sp>
        <p:sp>
          <p:nvSpPr>
            <p:cNvPr id="30" name="TextBox 30"/>
            <p:cNvSpPr txBox="1"/>
            <p:nvPr/>
          </p:nvSpPr>
          <p:spPr>
            <a:xfrm>
              <a:off x="127000" y="3175"/>
              <a:ext cx="558800" cy="377825"/>
            </a:xfrm>
            <a:prstGeom prst="rect">
              <a:avLst/>
            </a:prstGeom>
          </p:spPr>
          <p:txBody>
            <a:bodyPr lIns="50800" tIns="50800" rIns="50800" bIns="50800" rtlCol="0" anchor="ctr"/>
            <a:lstStyle/>
            <a:p>
              <a:pPr algn="ctr">
                <a:lnSpc>
                  <a:spcPts val="3079"/>
                </a:lnSpc>
              </a:pPr>
              <a:endParaRPr/>
            </a:p>
          </p:txBody>
        </p:sp>
      </p:grpSp>
      <p:grpSp>
        <p:nvGrpSpPr>
          <p:cNvPr id="31" name="Group 31"/>
          <p:cNvGrpSpPr/>
          <p:nvPr/>
        </p:nvGrpSpPr>
        <p:grpSpPr>
          <a:xfrm>
            <a:off x="7596741" y="3088121"/>
            <a:ext cx="3083883" cy="3168480"/>
            <a:chOff x="0" y="0"/>
            <a:chExt cx="841249" cy="864326"/>
          </a:xfrm>
        </p:grpSpPr>
        <p:sp>
          <p:nvSpPr>
            <p:cNvPr id="32" name="Freeform 32"/>
            <p:cNvSpPr/>
            <p:nvPr/>
          </p:nvSpPr>
          <p:spPr>
            <a:xfrm>
              <a:off x="0" y="0"/>
              <a:ext cx="841249" cy="864326"/>
            </a:xfrm>
            <a:custGeom>
              <a:avLst/>
              <a:gdLst/>
              <a:ahLst/>
              <a:cxnLst/>
              <a:rect l="l" t="t" r="r" b="b"/>
              <a:pathLst>
                <a:path w="841249" h="864326">
                  <a:moveTo>
                    <a:pt x="87866" y="0"/>
                  </a:moveTo>
                  <a:lnTo>
                    <a:pt x="753383" y="0"/>
                  </a:lnTo>
                  <a:cubicBezTo>
                    <a:pt x="801910" y="0"/>
                    <a:pt x="841249" y="39339"/>
                    <a:pt x="841249" y="87866"/>
                  </a:cubicBezTo>
                  <a:lnTo>
                    <a:pt x="841249" y="776460"/>
                  </a:lnTo>
                  <a:cubicBezTo>
                    <a:pt x="841249" y="799764"/>
                    <a:pt x="831991" y="822113"/>
                    <a:pt x="815513" y="838590"/>
                  </a:cubicBezTo>
                  <a:cubicBezTo>
                    <a:pt x="799035" y="855068"/>
                    <a:pt x="776686" y="864326"/>
                    <a:pt x="753383" y="864326"/>
                  </a:cubicBezTo>
                  <a:lnTo>
                    <a:pt x="87866" y="864326"/>
                  </a:lnTo>
                  <a:cubicBezTo>
                    <a:pt x="39339" y="864326"/>
                    <a:pt x="0" y="824987"/>
                    <a:pt x="0" y="776460"/>
                  </a:cubicBezTo>
                  <a:lnTo>
                    <a:pt x="0" y="87866"/>
                  </a:lnTo>
                  <a:cubicBezTo>
                    <a:pt x="0" y="39339"/>
                    <a:pt x="39339" y="0"/>
                    <a:pt x="87866" y="0"/>
                  </a:cubicBezTo>
                  <a:close/>
                </a:path>
              </a:pathLst>
            </a:custGeom>
            <a:solidFill>
              <a:srgbClr val="FBB62A"/>
            </a:solidFill>
            <a:ln w="12700">
              <a:solidFill>
                <a:srgbClr val="000000"/>
              </a:solidFill>
            </a:ln>
          </p:spPr>
          <p:txBody>
            <a:bodyPr/>
            <a:lstStyle/>
            <a:p>
              <a:endParaRPr lang="es-GT"/>
            </a:p>
          </p:txBody>
        </p:sp>
      </p:grpSp>
      <p:grpSp>
        <p:nvGrpSpPr>
          <p:cNvPr id="33" name="Group 33"/>
          <p:cNvGrpSpPr/>
          <p:nvPr/>
        </p:nvGrpSpPr>
        <p:grpSpPr>
          <a:xfrm>
            <a:off x="8287777" y="5933563"/>
            <a:ext cx="1543050" cy="1350169"/>
            <a:chOff x="0" y="0"/>
            <a:chExt cx="812800" cy="711200"/>
          </a:xfrm>
        </p:grpSpPr>
        <p:sp>
          <p:nvSpPr>
            <p:cNvPr id="34" name="Freeform 3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BB62A"/>
            </a:solidFill>
          </p:spPr>
          <p:txBody>
            <a:bodyPr/>
            <a:lstStyle/>
            <a:p>
              <a:endParaRPr lang="es-GT"/>
            </a:p>
          </p:txBody>
        </p:sp>
        <p:sp>
          <p:nvSpPr>
            <p:cNvPr id="35" name="TextBox 35"/>
            <p:cNvSpPr txBox="1"/>
            <p:nvPr/>
          </p:nvSpPr>
          <p:spPr>
            <a:xfrm>
              <a:off x="127000" y="3175"/>
              <a:ext cx="558800" cy="377825"/>
            </a:xfrm>
            <a:prstGeom prst="rect">
              <a:avLst/>
            </a:prstGeom>
          </p:spPr>
          <p:txBody>
            <a:bodyPr lIns="50800" tIns="50800" rIns="50800" bIns="50800" rtlCol="0" anchor="ctr"/>
            <a:lstStyle/>
            <a:p>
              <a:pPr algn="ctr">
                <a:lnSpc>
                  <a:spcPts val="3079"/>
                </a:lnSpc>
              </a:pPr>
              <a:endParaRPr/>
            </a:p>
          </p:txBody>
        </p:sp>
      </p:grpSp>
      <p:grpSp>
        <p:nvGrpSpPr>
          <p:cNvPr id="36" name="Group 36"/>
          <p:cNvGrpSpPr/>
          <p:nvPr/>
        </p:nvGrpSpPr>
        <p:grpSpPr>
          <a:xfrm>
            <a:off x="10883813" y="3088121"/>
            <a:ext cx="2724075" cy="3168480"/>
            <a:chOff x="0" y="0"/>
            <a:chExt cx="743097" cy="864326"/>
          </a:xfrm>
        </p:grpSpPr>
        <p:sp>
          <p:nvSpPr>
            <p:cNvPr id="37" name="Freeform 37"/>
            <p:cNvSpPr/>
            <p:nvPr/>
          </p:nvSpPr>
          <p:spPr>
            <a:xfrm>
              <a:off x="0" y="0"/>
              <a:ext cx="743097" cy="864326"/>
            </a:xfrm>
            <a:custGeom>
              <a:avLst/>
              <a:gdLst/>
              <a:ahLst/>
              <a:cxnLst/>
              <a:rect l="l" t="t" r="r" b="b"/>
              <a:pathLst>
                <a:path w="743097" h="864326">
                  <a:moveTo>
                    <a:pt x="99471" y="0"/>
                  </a:moveTo>
                  <a:lnTo>
                    <a:pt x="643626" y="0"/>
                  </a:lnTo>
                  <a:cubicBezTo>
                    <a:pt x="670007" y="0"/>
                    <a:pt x="695308" y="10480"/>
                    <a:pt x="713963" y="29134"/>
                  </a:cubicBezTo>
                  <a:cubicBezTo>
                    <a:pt x="732617" y="47789"/>
                    <a:pt x="743097" y="73090"/>
                    <a:pt x="743097" y="99471"/>
                  </a:cubicBezTo>
                  <a:lnTo>
                    <a:pt x="743097" y="764854"/>
                  </a:lnTo>
                  <a:cubicBezTo>
                    <a:pt x="743097" y="791236"/>
                    <a:pt x="732617" y="816537"/>
                    <a:pt x="713963" y="835191"/>
                  </a:cubicBezTo>
                  <a:cubicBezTo>
                    <a:pt x="695308" y="853846"/>
                    <a:pt x="670007" y="864326"/>
                    <a:pt x="643626" y="864326"/>
                  </a:cubicBezTo>
                  <a:lnTo>
                    <a:pt x="99471" y="864326"/>
                  </a:lnTo>
                  <a:cubicBezTo>
                    <a:pt x="73090" y="864326"/>
                    <a:pt x="47789" y="853846"/>
                    <a:pt x="29134" y="835191"/>
                  </a:cubicBezTo>
                  <a:cubicBezTo>
                    <a:pt x="10480" y="816537"/>
                    <a:pt x="0" y="791236"/>
                    <a:pt x="0" y="764854"/>
                  </a:cubicBezTo>
                  <a:lnTo>
                    <a:pt x="0" y="99471"/>
                  </a:lnTo>
                  <a:cubicBezTo>
                    <a:pt x="0" y="73090"/>
                    <a:pt x="10480" y="47789"/>
                    <a:pt x="29134" y="29134"/>
                  </a:cubicBezTo>
                  <a:cubicBezTo>
                    <a:pt x="47789" y="10480"/>
                    <a:pt x="73090" y="0"/>
                    <a:pt x="99471" y="0"/>
                  </a:cubicBezTo>
                  <a:close/>
                </a:path>
              </a:pathLst>
            </a:custGeom>
            <a:solidFill>
              <a:srgbClr val="9FC200"/>
            </a:solidFill>
            <a:ln w="12700">
              <a:solidFill>
                <a:srgbClr val="000000"/>
              </a:solidFill>
            </a:ln>
          </p:spPr>
          <p:txBody>
            <a:bodyPr/>
            <a:lstStyle/>
            <a:p>
              <a:endParaRPr lang="es-GT"/>
            </a:p>
          </p:txBody>
        </p:sp>
      </p:grpSp>
      <p:grpSp>
        <p:nvGrpSpPr>
          <p:cNvPr id="38" name="Group 38"/>
          <p:cNvGrpSpPr/>
          <p:nvPr/>
        </p:nvGrpSpPr>
        <p:grpSpPr>
          <a:xfrm>
            <a:off x="11474325" y="5933563"/>
            <a:ext cx="1543050" cy="1350169"/>
            <a:chOff x="0" y="0"/>
            <a:chExt cx="812800" cy="711200"/>
          </a:xfrm>
        </p:grpSpPr>
        <p:sp>
          <p:nvSpPr>
            <p:cNvPr id="39" name="Freeform 39"/>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9FC200"/>
            </a:solidFill>
          </p:spPr>
          <p:txBody>
            <a:bodyPr/>
            <a:lstStyle/>
            <a:p>
              <a:endParaRPr lang="es-GT"/>
            </a:p>
          </p:txBody>
        </p:sp>
        <p:sp>
          <p:nvSpPr>
            <p:cNvPr id="40" name="TextBox 40"/>
            <p:cNvSpPr txBox="1"/>
            <p:nvPr/>
          </p:nvSpPr>
          <p:spPr>
            <a:xfrm>
              <a:off x="127000" y="3175"/>
              <a:ext cx="558800" cy="377825"/>
            </a:xfrm>
            <a:prstGeom prst="rect">
              <a:avLst/>
            </a:prstGeom>
          </p:spPr>
          <p:txBody>
            <a:bodyPr lIns="50800" tIns="50800" rIns="50800" bIns="50800" rtlCol="0" anchor="ctr"/>
            <a:lstStyle/>
            <a:p>
              <a:pPr algn="ctr">
                <a:lnSpc>
                  <a:spcPts val="3079"/>
                </a:lnSpc>
              </a:pPr>
              <a:endParaRPr/>
            </a:p>
          </p:txBody>
        </p:sp>
      </p:grpSp>
      <p:grpSp>
        <p:nvGrpSpPr>
          <p:cNvPr id="41" name="Group 41"/>
          <p:cNvGrpSpPr/>
          <p:nvPr/>
        </p:nvGrpSpPr>
        <p:grpSpPr>
          <a:xfrm>
            <a:off x="13965812" y="3088121"/>
            <a:ext cx="2724075" cy="3168480"/>
            <a:chOff x="0" y="0"/>
            <a:chExt cx="743097" cy="864326"/>
          </a:xfrm>
        </p:grpSpPr>
        <p:sp>
          <p:nvSpPr>
            <p:cNvPr id="42" name="Freeform 42"/>
            <p:cNvSpPr/>
            <p:nvPr/>
          </p:nvSpPr>
          <p:spPr>
            <a:xfrm>
              <a:off x="0" y="0"/>
              <a:ext cx="743097" cy="864326"/>
            </a:xfrm>
            <a:custGeom>
              <a:avLst/>
              <a:gdLst/>
              <a:ahLst/>
              <a:cxnLst/>
              <a:rect l="l" t="t" r="r" b="b"/>
              <a:pathLst>
                <a:path w="743097" h="864326">
                  <a:moveTo>
                    <a:pt x="99471" y="0"/>
                  </a:moveTo>
                  <a:lnTo>
                    <a:pt x="643626" y="0"/>
                  </a:lnTo>
                  <a:cubicBezTo>
                    <a:pt x="670007" y="0"/>
                    <a:pt x="695308" y="10480"/>
                    <a:pt x="713963" y="29134"/>
                  </a:cubicBezTo>
                  <a:cubicBezTo>
                    <a:pt x="732617" y="47789"/>
                    <a:pt x="743097" y="73090"/>
                    <a:pt x="743097" y="99471"/>
                  </a:cubicBezTo>
                  <a:lnTo>
                    <a:pt x="743097" y="764854"/>
                  </a:lnTo>
                  <a:cubicBezTo>
                    <a:pt x="743097" y="791236"/>
                    <a:pt x="732617" y="816537"/>
                    <a:pt x="713963" y="835191"/>
                  </a:cubicBezTo>
                  <a:cubicBezTo>
                    <a:pt x="695308" y="853846"/>
                    <a:pt x="670007" y="864326"/>
                    <a:pt x="643626" y="864326"/>
                  </a:cubicBezTo>
                  <a:lnTo>
                    <a:pt x="99471" y="864326"/>
                  </a:lnTo>
                  <a:cubicBezTo>
                    <a:pt x="73090" y="864326"/>
                    <a:pt x="47789" y="853846"/>
                    <a:pt x="29134" y="835191"/>
                  </a:cubicBezTo>
                  <a:cubicBezTo>
                    <a:pt x="10480" y="816537"/>
                    <a:pt x="0" y="791236"/>
                    <a:pt x="0" y="764854"/>
                  </a:cubicBezTo>
                  <a:lnTo>
                    <a:pt x="0" y="99471"/>
                  </a:lnTo>
                  <a:cubicBezTo>
                    <a:pt x="0" y="73090"/>
                    <a:pt x="10480" y="47789"/>
                    <a:pt x="29134" y="29134"/>
                  </a:cubicBezTo>
                  <a:cubicBezTo>
                    <a:pt x="47789" y="10480"/>
                    <a:pt x="73090" y="0"/>
                    <a:pt x="99471" y="0"/>
                  </a:cubicBezTo>
                  <a:close/>
                </a:path>
              </a:pathLst>
            </a:custGeom>
            <a:solidFill>
              <a:srgbClr val="B567B2"/>
            </a:solidFill>
            <a:ln w="12700">
              <a:solidFill>
                <a:srgbClr val="000000"/>
              </a:solidFill>
            </a:ln>
          </p:spPr>
          <p:txBody>
            <a:bodyPr/>
            <a:lstStyle/>
            <a:p>
              <a:endParaRPr lang="es-GT"/>
            </a:p>
          </p:txBody>
        </p:sp>
      </p:grpSp>
      <p:grpSp>
        <p:nvGrpSpPr>
          <p:cNvPr id="43" name="Group 43"/>
          <p:cNvGrpSpPr/>
          <p:nvPr/>
        </p:nvGrpSpPr>
        <p:grpSpPr>
          <a:xfrm>
            <a:off x="14613875" y="5933563"/>
            <a:ext cx="1543050" cy="1350169"/>
            <a:chOff x="0" y="0"/>
            <a:chExt cx="812800" cy="711200"/>
          </a:xfrm>
        </p:grpSpPr>
        <p:sp>
          <p:nvSpPr>
            <p:cNvPr id="44" name="Freeform 4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B567B2"/>
            </a:solidFill>
          </p:spPr>
          <p:txBody>
            <a:bodyPr/>
            <a:lstStyle/>
            <a:p>
              <a:endParaRPr lang="es-GT"/>
            </a:p>
          </p:txBody>
        </p:sp>
        <p:sp>
          <p:nvSpPr>
            <p:cNvPr id="45" name="TextBox 45"/>
            <p:cNvSpPr txBox="1"/>
            <p:nvPr/>
          </p:nvSpPr>
          <p:spPr>
            <a:xfrm>
              <a:off x="127000" y="3175"/>
              <a:ext cx="558800" cy="377825"/>
            </a:xfrm>
            <a:prstGeom prst="rect">
              <a:avLst/>
            </a:prstGeom>
          </p:spPr>
          <p:txBody>
            <a:bodyPr lIns="50800" tIns="50800" rIns="50800" bIns="50800" rtlCol="0" anchor="ctr"/>
            <a:lstStyle/>
            <a:p>
              <a:pPr algn="ctr">
                <a:lnSpc>
                  <a:spcPts val="3079"/>
                </a:lnSpc>
              </a:pPr>
              <a:endParaRPr/>
            </a:p>
          </p:txBody>
        </p:sp>
      </p:grpSp>
      <p:sp>
        <p:nvSpPr>
          <p:cNvPr id="46" name="TextBox 46"/>
          <p:cNvSpPr txBox="1"/>
          <p:nvPr/>
        </p:nvSpPr>
        <p:spPr>
          <a:xfrm>
            <a:off x="1440737" y="3293975"/>
            <a:ext cx="2719236" cy="2463800"/>
          </a:xfrm>
          <a:prstGeom prst="rect">
            <a:avLst/>
          </a:prstGeom>
        </p:spPr>
        <p:txBody>
          <a:bodyPr lIns="0" tIns="0" rIns="0" bIns="0" rtlCol="0" anchor="t">
            <a:spAutoFit/>
          </a:bodyPr>
          <a:lstStyle/>
          <a:p>
            <a:pPr algn="ctr">
              <a:lnSpc>
                <a:spcPts val="2799"/>
              </a:lnSpc>
            </a:pPr>
            <a:r>
              <a:rPr lang="en-US" sz="1999" b="1">
                <a:solidFill>
                  <a:srgbClr val="FFFFFF"/>
                </a:solidFill>
                <a:latin typeface="HK Grotesk Bold"/>
                <a:ea typeface="HK Grotesk Bold"/>
                <a:cs typeface="HK Grotesk Bold"/>
                <a:sym typeface="HK Grotesk Bold"/>
              </a:rPr>
              <a:t>Ivan Sutherland</a:t>
            </a: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r>
              <a:rPr lang="en-US" sz="1999" b="1">
                <a:solidFill>
                  <a:srgbClr val="FFFFFF"/>
                </a:solidFill>
                <a:latin typeface="HK Grotesk Bold"/>
                <a:ea typeface="HK Grotesk Bold"/>
                <a:cs typeface="HK Grotesk Bold"/>
                <a:sym typeface="HK Grotesk Bold"/>
              </a:rPr>
              <a:t> </a:t>
            </a:r>
            <a:r>
              <a:rPr lang="en-US" sz="1999">
                <a:solidFill>
                  <a:srgbClr val="FFFFFF"/>
                </a:solidFill>
                <a:latin typeface="HK Grotesk"/>
                <a:ea typeface="HK Grotesk"/>
                <a:cs typeface="HK Grotesk"/>
                <a:sym typeface="HK Grotesk"/>
              </a:rPr>
              <a:t>Primeros experimentos con sistemas de visualización aumentada.</a:t>
            </a:r>
          </a:p>
        </p:txBody>
      </p:sp>
      <p:sp>
        <p:nvSpPr>
          <p:cNvPr id="47" name="TextBox 47"/>
          <p:cNvSpPr txBox="1"/>
          <p:nvPr/>
        </p:nvSpPr>
        <p:spPr>
          <a:xfrm>
            <a:off x="4563184" y="3240436"/>
            <a:ext cx="2719236" cy="2816225"/>
          </a:xfrm>
          <a:prstGeom prst="rect">
            <a:avLst/>
          </a:prstGeom>
        </p:spPr>
        <p:txBody>
          <a:bodyPr lIns="0" tIns="0" rIns="0" bIns="0" rtlCol="0" anchor="t">
            <a:spAutoFit/>
          </a:bodyPr>
          <a:lstStyle/>
          <a:p>
            <a:pPr algn="ctr">
              <a:lnSpc>
                <a:spcPts val="2799"/>
              </a:lnSpc>
            </a:pPr>
            <a:r>
              <a:rPr lang="en-US" sz="1999" b="1">
                <a:solidFill>
                  <a:srgbClr val="FFFFFF"/>
                </a:solidFill>
                <a:latin typeface="HK Grotesk Bold"/>
                <a:ea typeface="HK Grotesk Bold"/>
                <a:cs typeface="HK Grotesk Bold"/>
                <a:sym typeface="HK Grotesk Bold"/>
              </a:rPr>
              <a:t>Tom Caudell, Louis Rosenberg </a:t>
            </a: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r>
              <a:rPr lang="en-US" sz="1999">
                <a:solidFill>
                  <a:srgbClr val="FFFFFF"/>
                </a:solidFill>
                <a:latin typeface="HK Grotesk"/>
                <a:ea typeface="HK Grotesk"/>
                <a:cs typeface="HK Grotesk"/>
                <a:sym typeface="HK Grotesk"/>
              </a:rPr>
              <a:t>Desarrollo de aplicaciones industriales y militares, primeros usos comerciales y académicos.</a:t>
            </a:r>
          </a:p>
        </p:txBody>
      </p:sp>
      <p:sp>
        <p:nvSpPr>
          <p:cNvPr id="48" name="TextBox 48"/>
          <p:cNvSpPr txBox="1"/>
          <p:nvPr/>
        </p:nvSpPr>
        <p:spPr>
          <a:xfrm>
            <a:off x="7779398" y="3293975"/>
            <a:ext cx="2719236" cy="2816225"/>
          </a:xfrm>
          <a:prstGeom prst="rect">
            <a:avLst/>
          </a:prstGeom>
        </p:spPr>
        <p:txBody>
          <a:bodyPr lIns="0" tIns="0" rIns="0" bIns="0" rtlCol="0" anchor="t">
            <a:spAutoFit/>
          </a:bodyPr>
          <a:lstStyle/>
          <a:p>
            <a:pPr algn="ctr">
              <a:lnSpc>
                <a:spcPts val="2799"/>
              </a:lnSpc>
            </a:pPr>
            <a:r>
              <a:rPr lang="en-US" sz="1999" b="1">
                <a:solidFill>
                  <a:srgbClr val="FFFFFF"/>
                </a:solidFill>
                <a:latin typeface="HK Grotesk Bold"/>
                <a:ea typeface="HK Grotesk Bold"/>
                <a:cs typeface="HK Grotesk Bold"/>
                <a:sym typeface="HK Grotesk Bold"/>
              </a:rPr>
              <a:t>Layar, ARKit, ARCore </a:t>
            </a: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r>
              <a:rPr lang="en-US" sz="1999">
                <a:solidFill>
                  <a:srgbClr val="FFFFFF"/>
                </a:solidFill>
                <a:latin typeface="HK Grotesk"/>
                <a:ea typeface="HK Grotesk"/>
                <a:cs typeface="HK Grotesk"/>
                <a:sym typeface="HK Grotesk"/>
              </a:rPr>
              <a:t>Emergen las primeras aplicaciones móviles de AR, y los smartphones comienzan a ser capaces de soportar aplicaciones de AR.</a:t>
            </a:r>
          </a:p>
        </p:txBody>
      </p:sp>
      <p:sp>
        <p:nvSpPr>
          <p:cNvPr id="49" name="TextBox 49"/>
          <p:cNvSpPr txBox="1"/>
          <p:nvPr/>
        </p:nvSpPr>
        <p:spPr>
          <a:xfrm>
            <a:off x="10872605" y="3331543"/>
            <a:ext cx="2719236" cy="2111375"/>
          </a:xfrm>
          <a:prstGeom prst="rect">
            <a:avLst/>
          </a:prstGeom>
        </p:spPr>
        <p:txBody>
          <a:bodyPr lIns="0" tIns="0" rIns="0" bIns="0" rtlCol="0" anchor="t">
            <a:spAutoFit/>
          </a:bodyPr>
          <a:lstStyle/>
          <a:p>
            <a:pPr algn="ctr">
              <a:lnSpc>
                <a:spcPts val="2799"/>
              </a:lnSpc>
            </a:pPr>
            <a:r>
              <a:rPr lang="en-US" sz="1999" b="1">
                <a:solidFill>
                  <a:srgbClr val="FFFFFF"/>
                </a:solidFill>
                <a:latin typeface="HK Grotesk Bold"/>
                <a:ea typeface="HK Grotesk Bold"/>
                <a:cs typeface="HK Grotesk Bold"/>
                <a:sym typeface="HK Grotesk Bold"/>
              </a:rPr>
              <a:t>Pokémon Go, AR en consumo masivo</a:t>
            </a: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r>
              <a:rPr lang="en-US" sz="1999" b="1">
                <a:solidFill>
                  <a:srgbClr val="FFFFFF"/>
                </a:solidFill>
                <a:latin typeface="HK Grotesk Bold"/>
                <a:ea typeface="HK Grotesk Bold"/>
                <a:cs typeface="HK Grotesk Bold"/>
                <a:sym typeface="HK Grotesk Bold"/>
              </a:rPr>
              <a:t> </a:t>
            </a:r>
            <a:r>
              <a:rPr lang="en-US" sz="1999">
                <a:solidFill>
                  <a:srgbClr val="FFFFFF"/>
                </a:solidFill>
                <a:latin typeface="HK Grotesk"/>
                <a:ea typeface="HK Grotesk"/>
                <a:cs typeface="HK Grotesk"/>
                <a:sym typeface="HK Grotesk"/>
              </a:rPr>
              <a:t>Explosión de AR en el entretenimiento y en el público en general.</a:t>
            </a:r>
          </a:p>
        </p:txBody>
      </p:sp>
      <p:sp>
        <p:nvSpPr>
          <p:cNvPr id="50" name="TextBox 50"/>
          <p:cNvSpPr txBox="1"/>
          <p:nvPr/>
        </p:nvSpPr>
        <p:spPr>
          <a:xfrm>
            <a:off x="13965812" y="3331543"/>
            <a:ext cx="2719236" cy="2111375"/>
          </a:xfrm>
          <a:prstGeom prst="rect">
            <a:avLst/>
          </a:prstGeom>
        </p:spPr>
        <p:txBody>
          <a:bodyPr lIns="0" tIns="0" rIns="0" bIns="0" rtlCol="0" anchor="t">
            <a:spAutoFit/>
          </a:bodyPr>
          <a:lstStyle/>
          <a:p>
            <a:pPr algn="ctr">
              <a:lnSpc>
                <a:spcPts val="2799"/>
              </a:lnSpc>
            </a:pPr>
            <a:r>
              <a:rPr lang="en-US" sz="1999" b="1">
                <a:solidFill>
                  <a:srgbClr val="FFFFFF"/>
                </a:solidFill>
                <a:latin typeface="HK Grotesk Bold"/>
                <a:ea typeface="HK Grotesk Bold"/>
                <a:cs typeface="HK Grotesk Bold"/>
                <a:sym typeface="HK Grotesk Bold"/>
              </a:rPr>
              <a:t>Gafas AR, 5G, AI </a:t>
            </a: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endParaRPr lang="en-US" sz="1999" b="1">
              <a:solidFill>
                <a:srgbClr val="FFFFFF"/>
              </a:solidFill>
              <a:latin typeface="HK Grotesk Bold"/>
              <a:ea typeface="HK Grotesk Bold"/>
              <a:cs typeface="HK Grotesk Bold"/>
              <a:sym typeface="HK Grotesk Bold"/>
            </a:endParaRPr>
          </a:p>
          <a:p>
            <a:pPr algn="ctr">
              <a:lnSpc>
                <a:spcPts val="2799"/>
              </a:lnSpc>
            </a:pPr>
            <a:r>
              <a:rPr lang="en-US" sz="1999">
                <a:solidFill>
                  <a:srgbClr val="FFFFFF"/>
                </a:solidFill>
                <a:latin typeface="HK Grotesk"/>
                <a:ea typeface="HK Grotesk"/>
                <a:cs typeface="HK Grotesk"/>
                <a:sym typeface="HK Grotesk"/>
              </a:rPr>
              <a:t>AR en dispositivos más sofisticados y en el uso cotidiano.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2672011" y="8848281"/>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3" name="TextBox 13"/>
          <p:cNvSpPr txBox="1"/>
          <p:nvPr/>
        </p:nvSpPr>
        <p:spPr>
          <a:xfrm>
            <a:off x="1477486" y="797757"/>
            <a:ext cx="15333028" cy="2114550"/>
          </a:xfrm>
          <a:prstGeom prst="rect">
            <a:avLst/>
          </a:prstGeom>
        </p:spPr>
        <p:txBody>
          <a:bodyPr lIns="0" tIns="0" rIns="0" bIns="0" rtlCol="0" anchor="t">
            <a:spAutoFit/>
          </a:bodyPr>
          <a:lstStyle/>
          <a:p>
            <a:pPr algn="ctr">
              <a:lnSpc>
                <a:spcPts val="8399"/>
              </a:lnSpc>
            </a:pPr>
            <a:r>
              <a:rPr lang="en-US" sz="6999" b="1">
                <a:solidFill>
                  <a:srgbClr val="F4F6FC"/>
                </a:solidFill>
                <a:latin typeface="HK Grotesk Bold"/>
                <a:ea typeface="HK Grotesk Bold"/>
                <a:cs typeface="HK Grotesk Bold"/>
                <a:sym typeface="HK Grotesk Bold"/>
              </a:rPr>
              <a:t>¿Dónde se usa la Realidad Aumentada?</a:t>
            </a:r>
          </a:p>
        </p:txBody>
      </p:sp>
      <p:sp>
        <p:nvSpPr>
          <p:cNvPr id="14" name="TextBox 14"/>
          <p:cNvSpPr txBox="1"/>
          <p:nvPr/>
        </p:nvSpPr>
        <p:spPr>
          <a:xfrm>
            <a:off x="2095667" y="3855282"/>
            <a:ext cx="12642554" cy="530861"/>
          </a:xfrm>
          <a:prstGeom prst="rect">
            <a:avLst/>
          </a:prstGeom>
        </p:spPr>
        <p:txBody>
          <a:bodyPr lIns="0" tIns="0" rIns="0" bIns="0" rtlCol="0" anchor="t">
            <a:spAutoFit/>
          </a:bodyPr>
          <a:lstStyle/>
          <a:p>
            <a:pPr algn="just">
              <a:lnSpc>
                <a:spcPts val="4339"/>
              </a:lnSpc>
            </a:pPr>
            <a:endParaRPr/>
          </a:p>
        </p:txBody>
      </p:sp>
      <p:sp>
        <p:nvSpPr>
          <p:cNvPr id="15" name="Freeform 15"/>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6" name="TextBox 16"/>
          <p:cNvSpPr txBox="1"/>
          <p:nvPr/>
        </p:nvSpPr>
        <p:spPr>
          <a:xfrm>
            <a:off x="1477486" y="3011921"/>
            <a:ext cx="4307899" cy="622936"/>
          </a:xfrm>
          <a:prstGeom prst="rect">
            <a:avLst/>
          </a:prstGeom>
        </p:spPr>
        <p:txBody>
          <a:bodyPr lIns="0" tIns="0" rIns="0" bIns="0" rtlCol="0" anchor="t">
            <a:spAutoFit/>
          </a:bodyPr>
          <a:lstStyle/>
          <a:p>
            <a:pPr marL="777232" lvl="1" indent="-388616" algn="just">
              <a:lnSpc>
                <a:spcPts val="5039"/>
              </a:lnSpc>
              <a:buFont typeface="Arial"/>
              <a:buChar char="•"/>
            </a:pPr>
            <a:r>
              <a:rPr lang="en-US" sz="3599" b="1">
                <a:solidFill>
                  <a:srgbClr val="F4F6FC"/>
                </a:solidFill>
                <a:latin typeface="HK Grotesk Bold"/>
                <a:ea typeface="HK Grotesk Bold"/>
                <a:cs typeface="HK Grotesk Bold"/>
                <a:sym typeface="HK Grotesk Bold"/>
              </a:rPr>
              <a:t>Entretenimiento</a:t>
            </a:r>
          </a:p>
        </p:txBody>
      </p:sp>
      <p:sp>
        <p:nvSpPr>
          <p:cNvPr id="17" name="TextBox 17"/>
          <p:cNvSpPr txBox="1"/>
          <p:nvPr/>
        </p:nvSpPr>
        <p:spPr>
          <a:xfrm>
            <a:off x="2095667" y="3796855"/>
            <a:ext cx="15333028" cy="5229226"/>
          </a:xfrm>
          <a:prstGeom prst="rect">
            <a:avLst/>
          </a:prstGeom>
        </p:spPr>
        <p:txBody>
          <a:bodyPr lIns="0" tIns="0" rIns="0" bIns="0" rtlCol="0" anchor="t">
            <a:spAutoFit/>
          </a:bodyPr>
          <a:lstStyle/>
          <a:p>
            <a:pPr marL="647695" lvl="1" indent="-323848" algn="just">
              <a:lnSpc>
                <a:spcPts val="4199"/>
              </a:lnSpc>
              <a:buFont typeface="Arial"/>
              <a:buChar char="•"/>
            </a:pPr>
            <a:r>
              <a:rPr lang="en-US" sz="2999" b="1">
                <a:solidFill>
                  <a:srgbClr val="F4F6FC"/>
                </a:solidFill>
                <a:latin typeface="HK Grotesk Bold"/>
                <a:ea typeface="HK Grotesk Bold"/>
                <a:cs typeface="HK Grotesk Bold"/>
                <a:sym typeface="HK Grotesk Bold"/>
              </a:rPr>
              <a:t>Juegos como Pokémon Go:</a:t>
            </a:r>
            <a:r>
              <a:rPr lang="en-US" sz="2999">
                <a:solidFill>
                  <a:srgbClr val="F4F6FC"/>
                </a:solidFill>
                <a:latin typeface="HK Grotesk"/>
                <a:ea typeface="HK Grotesk"/>
                <a:cs typeface="HK Grotesk"/>
                <a:sym typeface="HK Grotesk"/>
              </a:rPr>
              <a:t> Pokémon Go es uno de los ejemplos más populares de cómo AR puede transformar la experiencia de juego. Los jugadores exploran el mundo real mientras interactúan con criaturas virtuales que parecen estar ubicadas en el mundo físico, utilizando la cámara y los sensores de los teléfonos móviles.</a:t>
            </a:r>
          </a:p>
          <a:p>
            <a:pPr algn="just">
              <a:lnSpc>
                <a:spcPts val="4199"/>
              </a:lnSpc>
            </a:pPr>
            <a:endParaRPr lang="en-US" sz="2999">
              <a:solidFill>
                <a:srgbClr val="F4F6FC"/>
              </a:solidFill>
              <a:latin typeface="HK Grotesk"/>
              <a:ea typeface="HK Grotesk"/>
              <a:cs typeface="HK Grotesk"/>
              <a:sym typeface="HK Grotesk"/>
            </a:endParaRPr>
          </a:p>
          <a:p>
            <a:pPr marL="647695" lvl="1" indent="-323848" algn="just">
              <a:lnSpc>
                <a:spcPts val="4199"/>
              </a:lnSpc>
              <a:spcBef>
                <a:spcPct val="0"/>
              </a:spcBef>
              <a:buFont typeface="Arial"/>
              <a:buChar char="•"/>
            </a:pPr>
            <a:r>
              <a:rPr lang="en-US" sz="2999" b="1">
                <a:solidFill>
                  <a:srgbClr val="F4F6FC"/>
                </a:solidFill>
                <a:latin typeface="HK Grotesk Bold"/>
                <a:ea typeface="HK Grotesk Bold"/>
                <a:cs typeface="HK Grotesk Bold"/>
                <a:sym typeface="HK Grotesk Bold"/>
              </a:rPr>
              <a:t>Aplicaciones de AR para visualización de objetos en 3D:</a:t>
            </a:r>
            <a:r>
              <a:rPr lang="en-US" sz="2999">
                <a:solidFill>
                  <a:srgbClr val="F4F6FC"/>
                </a:solidFill>
                <a:latin typeface="HK Grotesk"/>
                <a:ea typeface="HK Grotesk"/>
                <a:cs typeface="HK Grotesk"/>
                <a:sym typeface="HK Grotesk"/>
              </a:rPr>
              <a:t> Además de juegos, AR se usa para ver objetos 3D sobrepuestos a la realidad, como en aplicaciones de muebles (ej. IKEA Place), donde los usuarios pueden ver cómo un mueble quedaría en su hogar antes de comprarlo.</a:t>
            </a:r>
          </a:p>
          <a:p>
            <a:pPr algn="just">
              <a:lnSpc>
                <a:spcPts val="4199"/>
              </a:lnSpc>
              <a:spcBef>
                <a:spcPct val="0"/>
              </a:spcBef>
            </a:pPr>
            <a:endParaRPr lang="en-US" sz="2999">
              <a:solidFill>
                <a:srgbClr val="F4F6FC"/>
              </a:solidFill>
              <a:latin typeface="HK Grotesk"/>
              <a:ea typeface="HK Grotesk"/>
              <a:cs typeface="HK Grotesk"/>
              <a:sym typeface="HK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2672011" y="8848281"/>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3" name="TextBox 13"/>
          <p:cNvSpPr txBox="1"/>
          <p:nvPr/>
        </p:nvSpPr>
        <p:spPr>
          <a:xfrm>
            <a:off x="1477486" y="797757"/>
            <a:ext cx="15333028" cy="2114550"/>
          </a:xfrm>
          <a:prstGeom prst="rect">
            <a:avLst/>
          </a:prstGeom>
        </p:spPr>
        <p:txBody>
          <a:bodyPr lIns="0" tIns="0" rIns="0" bIns="0" rtlCol="0" anchor="t">
            <a:spAutoFit/>
          </a:bodyPr>
          <a:lstStyle/>
          <a:p>
            <a:pPr algn="ctr">
              <a:lnSpc>
                <a:spcPts val="8399"/>
              </a:lnSpc>
            </a:pPr>
            <a:r>
              <a:rPr lang="en-US" sz="6999" b="1">
                <a:solidFill>
                  <a:srgbClr val="050A30"/>
                </a:solidFill>
                <a:latin typeface="HK Grotesk Bold"/>
                <a:ea typeface="HK Grotesk Bold"/>
                <a:cs typeface="HK Grotesk Bold"/>
                <a:sym typeface="HK Grotesk Bold"/>
              </a:rPr>
              <a:t>¿Dónde se usa la Realidad Aumentada?</a:t>
            </a:r>
          </a:p>
        </p:txBody>
      </p:sp>
      <p:sp>
        <p:nvSpPr>
          <p:cNvPr id="14" name="TextBox 14"/>
          <p:cNvSpPr txBox="1"/>
          <p:nvPr/>
        </p:nvSpPr>
        <p:spPr>
          <a:xfrm>
            <a:off x="2095667" y="3855282"/>
            <a:ext cx="12642554" cy="530861"/>
          </a:xfrm>
          <a:prstGeom prst="rect">
            <a:avLst/>
          </a:prstGeom>
        </p:spPr>
        <p:txBody>
          <a:bodyPr lIns="0" tIns="0" rIns="0" bIns="0" rtlCol="0" anchor="t">
            <a:spAutoFit/>
          </a:bodyPr>
          <a:lstStyle/>
          <a:p>
            <a:pPr algn="just">
              <a:lnSpc>
                <a:spcPts val="4339"/>
              </a:lnSpc>
            </a:pPr>
            <a:endParaRPr/>
          </a:p>
        </p:txBody>
      </p:sp>
      <p:sp>
        <p:nvSpPr>
          <p:cNvPr id="15" name="Freeform 15"/>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6" name="TextBox 16"/>
          <p:cNvSpPr txBox="1"/>
          <p:nvPr/>
        </p:nvSpPr>
        <p:spPr>
          <a:xfrm>
            <a:off x="1477486" y="3011921"/>
            <a:ext cx="4307899" cy="622936"/>
          </a:xfrm>
          <a:prstGeom prst="rect">
            <a:avLst/>
          </a:prstGeom>
        </p:spPr>
        <p:txBody>
          <a:bodyPr lIns="0" tIns="0" rIns="0" bIns="0" rtlCol="0" anchor="t">
            <a:spAutoFit/>
          </a:bodyPr>
          <a:lstStyle/>
          <a:p>
            <a:pPr marL="777232" lvl="1" indent="-388616" algn="just">
              <a:lnSpc>
                <a:spcPts val="5039"/>
              </a:lnSpc>
              <a:buFont typeface="Arial"/>
              <a:buChar char="•"/>
            </a:pPr>
            <a:r>
              <a:rPr lang="en-US" sz="3599" b="1">
                <a:solidFill>
                  <a:srgbClr val="050A30"/>
                </a:solidFill>
                <a:latin typeface="HK Grotesk Bold"/>
                <a:ea typeface="HK Grotesk Bold"/>
                <a:cs typeface="HK Grotesk Bold"/>
                <a:sym typeface="HK Grotesk Bold"/>
              </a:rPr>
              <a:t>Educación</a:t>
            </a:r>
          </a:p>
        </p:txBody>
      </p:sp>
      <p:sp>
        <p:nvSpPr>
          <p:cNvPr id="17" name="TextBox 17"/>
          <p:cNvSpPr txBox="1"/>
          <p:nvPr/>
        </p:nvSpPr>
        <p:spPr>
          <a:xfrm>
            <a:off x="2095667" y="3796855"/>
            <a:ext cx="15333028" cy="4705351"/>
          </a:xfrm>
          <a:prstGeom prst="rect">
            <a:avLst/>
          </a:prstGeom>
        </p:spPr>
        <p:txBody>
          <a:bodyPr lIns="0" tIns="0" rIns="0" bIns="0" rtlCol="0" anchor="t">
            <a:spAutoFit/>
          </a:bodyPr>
          <a:lstStyle/>
          <a:p>
            <a:pPr marL="647695" lvl="1" indent="-323848" algn="just">
              <a:lnSpc>
                <a:spcPts val="4199"/>
              </a:lnSpc>
              <a:buFont typeface="Arial"/>
              <a:buChar char="•"/>
            </a:pPr>
            <a:r>
              <a:rPr lang="en-US" sz="2999" b="1">
                <a:solidFill>
                  <a:srgbClr val="050A30"/>
                </a:solidFill>
                <a:latin typeface="HK Grotesk Bold"/>
                <a:ea typeface="HK Grotesk Bold"/>
                <a:cs typeface="HK Grotesk Bold"/>
                <a:sym typeface="HK Grotesk Bold"/>
              </a:rPr>
              <a:t>Aplicaciones educativas interactivas: </a:t>
            </a:r>
            <a:r>
              <a:rPr lang="en-US" sz="2999">
                <a:solidFill>
                  <a:srgbClr val="050A30"/>
                </a:solidFill>
                <a:latin typeface="HK Grotesk"/>
                <a:ea typeface="HK Grotesk"/>
                <a:cs typeface="HK Grotesk"/>
                <a:sym typeface="HK Grotesk"/>
              </a:rPr>
              <a:t>La AR ofrece herramientas poderosas para facilitar el aprendizaje. Las aplicaciones educativas pueden mostrar modelos 3D de conceptos abstractos o complejos, como el sistema solar, las células, o los mecanismos de una máquina.</a:t>
            </a:r>
          </a:p>
          <a:p>
            <a:pPr algn="just">
              <a:lnSpc>
                <a:spcPts val="4199"/>
              </a:lnSpc>
            </a:pPr>
            <a:endParaRPr lang="en-US" sz="2999">
              <a:solidFill>
                <a:srgbClr val="050A30"/>
              </a:solidFill>
              <a:latin typeface="HK Grotesk"/>
              <a:ea typeface="HK Grotesk"/>
              <a:cs typeface="HK Grotesk"/>
              <a:sym typeface="HK Grotesk"/>
            </a:endParaRPr>
          </a:p>
          <a:p>
            <a:pPr marL="647695" lvl="1" indent="-323848" algn="just">
              <a:lnSpc>
                <a:spcPts val="4199"/>
              </a:lnSpc>
              <a:buFont typeface="Arial"/>
              <a:buChar char="•"/>
            </a:pPr>
            <a:r>
              <a:rPr lang="en-US" sz="2999" b="1">
                <a:solidFill>
                  <a:srgbClr val="050A30"/>
                </a:solidFill>
                <a:latin typeface="HK Grotesk Bold"/>
                <a:ea typeface="HK Grotesk Bold"/>
                <a:cs typeface="HK Grotesk Bold"/>
                <a:sym typeface="HK Grotesk Bold"/>
              </a:rPr>
              <a:t>Ejemplo: </a:t>
            </a:r>
            <a:r>
              <a:rPr lang="en-US" sz="2999">
                <a:solidFill>
                  <a:srgbClr val="050A30"/>
                </a:solidFill>
                <a:latin typeface="HK Grotesk"/>
                <a:ea typeface="HK Grotesk"/>
                <a:cs typeface="HK Grotesk"/>
                <a:sym typeface="HK Grotesk"/>
              </a:rPr>
              <a:t>Las aplicaciones como Google Expeditions permiten a los estudiantes hacer recorridos virtuales por lugares históricos, explorar el cuerpo humano en 3D, o visualizar conceptos de física y química en un entorno interactivo.</a:t>
            </a:r>
          </a:p>
          <a:p>
            <a:pPr algn="just">
              <a:lnSpc>
                <a:spcPts val="4199"/>
              </a:lnSpc>
              <a:spcBef>
                <a:spcPct val="0"/>
              </a:spcBef>
            </a:pPr>
            <a:endParaRPr lang="en-US" sz="2999">
              <a:solidFill>
                <a:srgbClr val="050A30"/>
              </a:solidFill>
              <a:latin typeface="HK Grotesk"/>
              <a:ea typeface="HK Grotesk"/>
              <a:cs typeface="HK Grotesk"/>
              <a:sym typeface="HK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F4F6FC"/>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F4F6FC"/>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2672011" y="8848281"/>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F4F6FC"/>
                </a:solidFill>
                <a:latin typeface="HK Grotesk Medium"/>
                <a:ea typeface="HK Grotesk Medium"/>
                <a:cs typeface="HK Grotesk Medium"/>
                <a:sym typeface="HK Grotesk Medium"/>
              </a:rPr>
              <a:t>Elaborado por: Robin Omar Buezo Díaz</a:t>
            </a:r>
          </a:p>
        </p:txBody>
      </p:sp>
      <p:sp>
        <p:nvSpPr>
          <p:cNvPr id="13" name="TextBox 13"/>
          <p:cNvSpPr txBox="1"/>
          <p:nvPr/>
        </p:nvSpPr>
        <p:spPr>
          <a:xfrm>
            <a:off x="1477486" y="797757"/>
            <a:ext cx="15333028" cy="2114550"/>
          </a:xfrm>
          <a:prstGeom prst="rect">
            <a:avLst/>
          </a:prstGeom>
        </p:spPr>
        <p:txBody>
          <a:bodyPr lIns="0" tIns="0" rIns="0" bIns="0" rtlCol="0" anchor="t">
            <a:spAutoFit/>
          </a:bodyPr>
          <a:lstStyle/>
          <a:p>
            <a:pPr algn="ctr">
              <a:lnSpc>
                <a:spcPts val="8399"/>
              </a:lnSpc>
            </a:pPr>
            <a:r>
              <a:rPr lang="en-US" sz="6999" b="1">
                <a:solidFill>
                  <a:srgbClr val="F4F6FC"/>
                </a:solidFill>
                <a:latin typeface="HK Grotesk Bold"/>
                <a:ea typeface="HK Grotesk Bold"/>
                <a:cs typeface="HK Grotesk Bold"/>
                <a:sym typeface="HK Grotesk Bold"/>
              </a:rPr>
              <a:t>¿Dónde se usa la Realidad Aumentada?</a:t>
            </a:r>
          </a:p>
        </p:txBody>
      </p:sp>
      <p:sp>
        <p:nvSpPr>
          <p:cNvPr id="14" name="TextBox 14"/>
          <p:cNvSpPr txBox="1"/>
          <p:nvPr/>
        </p:nvSpPr>
        <p:spPr>
          <a:xfrm>
            <a:off x="2095667" y="3855282"/>
            <a:ext cx="12642554" cy="530861"/>
          </a:xfrm>
          <a:prstGeom prst="rect">
            <a:avLst/>
          </a:prstGeom>
        </p:spPr>
        <p:txBody>
          <a:bodyPr lIns="0" tIns="0" rIns="0" bIns="0" rtlCol="0" anchor="t">
            <a:spAutoFit/>
          </a:bodyPr>
          <a:lstStyle/>
          <a:p>
            <a:pPr algn="just">
              <a:lnSpc>
                <a:spcPts val="4339"/>
              </a:lnSpc>
            </a:pPr>
            <a:endParaRPr/>
          </a:p>
        </p:txBody>
      </p:sp>
      <p:sp>
        <p:nvSpPr>
          <p:cNvPr id="15" name="Freeform 15"/>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6" name="TextBox 16"/>
          <p:cNvSpPr txBox="1"/>
          <p:nvPr/>
        </p:nvSpPr>
        <p:spPr>
          <a:xfrm>
            <a:off x="1477486" y="3011921"/>
            <a:ext cx="4307899" cy="622936"/>
          </a:xfrm>
          <a:prstGeom prst="rect">
            <a:avLst/>
          </a:prstGeom>
        </p:spPr>
        <p:txBody>
          <a:bodyPr lIns="0" tIns="0" rIns="0" bIns="0" rtlCol="0" anchor="t">
            <a:spAutoFit/>
          </a:bodyPr>
          <a:lstStyle/>
          <a:p>
            <a:pPr marL="777232" lvl="1" indent="-388616" algn="just">
              <a:lnSpc>
                <a:spcPts val="5039"/>
              </a:lnSpc>
              <a:buFont typeface="Arial"/>
              <a:buChar char="•"/>
            </a:pPr>
            <a:r>
              <a:rPr lang="en-US" sz="3599" b="1">
                <a:solidFill>
                  <a:srgbClr val="F4F6FC"/>
                </a:solidFill>
                <a:latin typeface="HK Grotesk Bold"/>
                <a:ea typeface="HK Grotesk Bold"/>
                <a:cs typeface="HK Grotesk Bold"/>
                <a:sym typeface="HK Grotesk Bold"/>
              </a:rPr>
              <a:t>Marketing</a:t>
            </a:r>
          </a:p>
        </p:txBody>
      </p:sp>
      <p:sp>
        <p:nvSpPr>
          <p:cNvPr id="17" name="TextBox 17"/>
          <p:cNvSpPr txBox="1"/>
          <p:nvPr/>
        </p:nvSpPr>
        <p:spPr>
          <a:xfrm>
            <a:off x="2095667" y="4087375"/>
            <a:ext cx="15333028" cy="4705351"/>
          </a:xfrm>
          <a:prstGeom prst="rect">
            <a:avLst/>
          </a:prstGeom>
        </p:spPr>
        <p:txBody>
          <a:bodyPr lIns="0" tIns="0" rIns="0" bIns="0" rtlCol="0" anchor="t">
            <a:spAutoFit/>
          </a:bodyPr>
          <a:lstStyle/>
          <a:p>
            <a:pPr marL="647695" lvl="1" indent="-323848" algn="just">
              <a:lnSpc>
                <a:spcPts val="4199"/>
              </a:lnSpc>
              <a:buFont typeface="Arial"/>
              <a:buChar char="•"/>
            </a:pPr>
            <a:r>
              <a:rPr lang="en-US" sz="2999" b="1">
                <a:solidFill>
                  <a:srgbClr val="F4F6FC"/>
                </a:solidFill>
                <a:latin typeface="HK Grotesk Bold"/>
                <a:ea typeface="HK Grotesk Bold"/>
                <a:cs typeface="HK Grotesk Bold"/>
                <a:sym typeface="HK Grotesk Bold"/>
              </a:rPr>
              <a:t>Publicidad interactiva con AR: </a:t>
            </a:r>
            <a:r>
              <a:rPr lang="en-US" sz="2999">
                <a:solidFill>
                  <a:srgbClr val="F4F6FC"/>
                </a:solidFill>
                <a:latin typeface="HK Grotesk"/>
                <a:ea typeface="HK Grotesk"/>
                <a:cs typeface="HK Grotesk"/>
                <a:sym typeface="HK Grotesk"/>
              </a:rPr>
              <a:t>Las marcas están utilizando AR para crear experiencias publicitarias innovadoras. Los anuncios de AR permiten a los consumidores interactuar con productos o servicios de manera virtual antes de comprarlos.</a:t>
            </a:r>
          </a:p>
          <a:p>
            <a:pPr algn="just">
              <a:lnSpc>
                <a:spcPts val="4199"/>
              </a:lnSpc>
            </a:pPr>
            <a:endParaRPr lang="en-US" sz="2999">
              <a:solidFill>
                <a:srgbClr val="F4F6FC"/>
              </a:solidFill>
              <a:latin typeface="HK Grotesk"/>
              <a:ea typeface="HK Grotesk"/>
              <a:cs typeface="HK Grotesk"/>
              <a:sym typeface="HK Grotesk"/>
            </a:endParaRPr>
          </a:p>
          <a:p>
            <a:pPr marL="647695" lvl="1" indent="-323848" algn="just">
              <a:lnSpc>
                <a:spcPts val="4199"/>
              </a:lnSpc>
              <a:buFont typeface="Arial"/>
              <a:buChar char="•"/>
            </a:pPr>
            <a:r>
              <a:rPr lang="en-US" sz="2999" b="1">
                <a:solidFill>
                  <a:srgbClr val="F4F6FC"/>
                </a:solidFill>
                <a:latin typeface="HK Grotesk Bold"/>
                <a:ea typeface="HK Grotesk Bold"/>
                <a:cs typeface="HK Grotesk Bold"/>
                <a:sym typeface="HK Grotesk Bold"/>
              </a:rPr>
              <a:t>Ejemplo: </a:t>
            </a:r>
            <a:r>
              <a:rPr lang="en-US" sz="2999">
                <a:solidFill>
                  <a:srgbClr val="F4F6FC"/>
                </a:solidFill>
                <a:latin typeface="HK Grotesk"/>
                <a:ea typeface="HK Grotesk"/>
                <a:cs typeface="HK Grotesk"/>
                <a:sym typeface="HK Grotesk"/>
              </a:rPr>
              <a:t>Marcas como L’Oreal o Sephora ofrecen experiencias de AR donde los usuarios pueden probarse productos de belleza (como maquillaje) de forma virtual. Otras marcas permiten que los usuarios vean productos en 3D o personalicen productos en tiempo real a través de sus dispositivos móviles.</a:t>
            </a:r>
          </a:p>
          <a:p>
            <a:pPr algn="just">
              <a:lnSpc>
                <a:spcPts val="4199"/>
              </a:lnSpc>
              <a:spcBef>
                <a:spcPct val="0"/>
              </a:spcBef>
            </a:pPr>
            <a:endParaRPr lang="en-US" sz="2999">
              <a:solidFill>
                <a:srgbClr val="F4F6FC"/>
              </a:solidFill>
              <a:latin typeface="HK Grotesk"/>
              <a:ea typeface="HK Grotesk"/>
              <a:cs typeface="HK Grotesk"/>
              <a:sym typeface="HK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12672011" y="9123079"/>
            <a:ext cx="4756684" cy="327025"/>
          </a:xfrm>
          <a:prstGeom prst="rect">
            <a:avLst/>
          </a:prstGeom>
        </p:spPr>
        <p:txBody>
          <a:bodyPr lIns="0" tIns="0" rIns="0" bIns="0" rtlCol="0" anchor="t">
            <a:spAutoFit/>
          </a:bodyPr>
          <a:lstStyle/>
          <a:p>
            <a:pPr marL="0" lvl="0" indent="0" algn="just">
              <a:lnSpc>
                <a:spcPts val="2600"/>
              </a:lnSpc>
              <a:spcBef>
                <a:spcPct val="0"/>
              </a:spcBef>
            </a:pPr>
            <a:r>
              <a:rPr lang="en-US" sz="2000" b="1">
                <a:solidFill>
                  <a:srgbClr val="050A30"/>
                </a:solidFill>
                <a:latin typeface="HK Grotesk Medium"/>
                <a:ea typeface="HK Grotesk Medium"/>
                <a:cs typeface="HK Grotesk Medium"/>
                <a:sym typeface="HK Grotesk Medium"/>
              </a:rPr>
              <a:t>Elaborado por: Robin Omar Buezo Díaz</a:t>
            </a:r>
          </a:p>
        </p:txBody>
      </p:sp>
      <p:sp>
        <p:nvSpPr>
          <p:cNvPr id="13" name="TextBox 13"/>
          <p:cNvSpPr txBox="1"/>
          <p:nvPr/>
        </p:nvSpPr>
        <p:spPr>
          <a:xfrm>
            <a:off x="1477486" y="659054"/>
            <a:ext cx="15333028" cy="2114550"/>
          </a:xfrm>
          <a:prstGeom prst="rect">
            <a:avLst/>
          </a:prstGeom>
        </p:spPr>
        <p:txBody>
          <a:bodyPr lIns="0" tIns="0" rIns="0" bIns="0" rtlCol="0" anchor="t">
            <a:spAutoFit/>
          </a:bodyPr>
          <a:lstStyle/>
          <a:p>
            <a:pPr algn="ctr">
              <a:lnSpc>
                <a:spcPts val="8399"/>
              </a:lnSpc>
            </a:pPr>
            <a:r>
              <a:rPr lang="en-US" sz="6999" b="1">
                <a:solidFill>
                  <a:srgbClr val="050A30"/>
                </a:solidFill>
                <a:latin typeface="HK Grotesk Bold"/>
                <a:ea typeface="HK Grotesk Bold"/>
                <a:cs typeface="HK Grotesk Bold"/>
                <a:sym typeface="HK Grotesk Bold"/>
              </a:rPr>
              <a:t>¿Dónde se usa la Realidad Aumentada?</a:t>
            </a:r>
          </a:p>
        </p:txBody>
      </p:sp>
      <p:sp>
        <p:nvSpPr>
          <p:cNvPr id="14" name="TextBox 14"/>
          <p:cNvSpPr txBox="1"/>
          <p:nvPr/>
        </p:nvSpPr>
        <p:spPr>
          <a:xfrm>
            <a:off x="2095667" y="4087501"/>
            <a:ext cx="12642554" cy="530861"/>
          </a:xfrm>
          <a:prstGeom prst="rect">
            <a:avLst/>
          </a:prstGeom>
        </p:spPr>
        <p:txBody>
          <a:bodyPr lIns="0" tIns="0" rIns="0" bIns="0" rtlCol="0" anchor="t">
            <a:spAutoFit/>
          </a:bodyPr>
          <a:lstStyle/>
          <a:p>
            <a:pPr algn="just">
              <a:lnSpc>
                <a:spcPts val="4339"/>
              </a:lnSpc>
            </a:pPr>
            <a:endParaRPr/>
          </a:p>
        </p:txBody>
      </p:sp>
      <p:sp>
        <p:nvSpPr>
          <p:cNvPr id="15" name="Freeform 15"/>
          <p:cNvSpPr/>
          <p:nvPr/>
        </p:nvSpPr>
        <p:spPr>
          <a:xfrm rot="-10800000">
            <a:off x="14019925" y="-210928"/>
            <a:ext cx="5098075" cy="5098075"/>
          </a:xfrm>
          <a:custGeom>
            <a:avLst/>
            <a:gdLst/>
            <a:ahLst/>
            <a:cxnLst/>
            <a:rect l="l" t="t" r="r" b="b"/>
            <a:pathLst>
              <a:path w="5098075" h="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a:stretch>
          </a:blipFill>
        </p:spPr>
        <p:txBody>
          <a:bodyPr/>
          <a:lstStyle/>
          <a:p>
            <a:endParaRPr lang="es-GT"/>
          </a:p>
        </p:txBody>
      </p:sp>
      <p:sp>
        <p:nvSpPr>
          <p:cNvPr id="16" name="TextBox 16"/>
          <p:cNvSpPr txBox="1"/>
          <p:nvPr/>
        </p:nvSpPr>
        <p:spPr>
          <a:xfrm>
            <a:off x="1477486" y="2697404"/>
            <a:ext cx="4307899" cy="622936"/>
          </a:xfrm>
          <a:prstGeom prst="rect">
            <a:avLst/>
          </a:prstGeom>
        </p:spPr>
        <p:txBody>
          <a:bodyPr lIns="0" tIns="0" rIns="0" bIns="0" rtlCol="0" anchor="t">
            <a:spAutoFit/>
          </a:bodyPr>
          <a:lstStyle/>
          <a:p>
            <a:pPr marL="777232" lvl="1" indent="-388616" algn="just">
              <a:lnSpc>
                <a:spcPts val="5039"/>
              </a:lnSpc>
              <a:buFont typeface="Arial"/>
              <a:buChar char="•"/>
            </a:pPr>
            <a:r>
              <a:rPr lang="en-US" sz="3599" b="1">
                <a:solidFill>
                  <a:srgbClr val="050A30"/>
                </a:solidFill>
                <a:latin typeface="HK Grotesk Bold"/>
                <a:ea typeface="HK Grotesk Bold"/>
                <a:cs typeface="HK Grotesk Bold"/>
                <a:sym typeface="HK Grotesk Bold"/>
              </a:rPr>
              <a:t>Industria</a:t>
            </a:r>
          </a:p>
        </p:txBody>
      </p:sp>
      <p:sp>
        <p:nvSpPr>
          <p:cNvPr id="17" name="TextBox 17"/>
          <p:cNvSpPr txBox="1"/>
          <p:nvPr/>
        </p:nvSpPr>
        <p:spPr>
          <a:xfrm>
            <a:off x="2095667" y="3429000"/>
            <a:ext cx="15333028" cy="5829300"/>
          </a:xfrm>
          <a:prstGeom prst="rect">
            <a:avLst/>
          </a:prstGeom>
        </p:spPr>
        <p:txBody>
          <a:bodyPr lIns="0" tIns="0" rIns="0" bIns="0" rtlCol="0" anchor="t">
            <a:spAutoFit/>
          </a:bodyPr>
          <a:lstStyle/>
          <a:p>
            <a:pPr marL="647695" lvl="1" indent="-323848" algn="just">
              <a:lnSpc>
                <a:spcPts val="3599"/>
              </a:lnSpc>
              <a:buFont typeface="Arial"/>
              <a:buChar char="•"/>
            </a:pPr>
            <a:r>
              <a:rPr lang="en-US" sz="2999" b="1">
                <a:solidFill>
                  <a:srgbClr val="050A30"/>
                </a:solidFill>
                <a:latin typeface="HK Grotesk Bold"/>
                <a:ea typeface="HK Grotesk Bold"/>
                <a:cs typeface="HK Grotesk Bold"/>
                <a:sym typeface="HK Grotesk Bold"/>
              </a:rPr>
              <a:t>Diseño industrial: </a:t>
            </a:r>
            <a:r>
              <a:rPr lang="en-US" sz="2999">
                <a:solidFill>
                  <a:srgbClr val="050A30"/>
                </a:solidFill>
                <a:latin typeface="HK Grotesk"/>
                <a:ea typeface="HK Grotesk"/>
                <a:cs typeface="HK Grotesk"/>
                <a:sym typeface="HK Grotesk"/>
              </a:rPr>
              <a:t>Los diseñadores utilizan AR para visualizar modelos 3D de productos o piezas antes de fabricarlas, permitiendo ajustar diseños en tiempo real y mejorar el proceso de prototipado.</a:t>
            </a:r>
          </a:p>
          <a:p>
            <a:pPr algn="just">
              <a:lnSpc>
                <a:spcPts val="3599"/>
              </a:lnSpc>
            </a:pPr>
            <a:endParaRPr lang="en-US" sz="2999">
              <a:solidFill>
                <a:srgbClr val="050A30"/>
              </a:solidFill>
              <a:latin typeface="HK Grotesk"/>
              <a:ea typeface="HK Grotesk"/>
              <a:cs typeface="HK Grotesk"/>
              <a:sym typeface="HK Grotesk"/>
            </a:endParaRPr>
          </a:p>
          <a:p>
            <a:pPr marL="647695" lvl="1" indent="-323848" algn="just">
              <a:lnSpc>
                <a:spcPts val="3599"/>
              </a:lnSpc>
              <a:buFont typeface="Arial"/>
              <a:buChar char="•"/>
            </a:pPr>
            <a:r>
              <a:rPr lang="en-US" sz="2999" b="1">
                <a:solidFill>
                  <a:srgbClr val="050A30"/>
                </a:solidFill>
                <a:latin typeface="HK Grotesk Bold"/>
                <a:ea typeface="HK Grotesk Bold"/>
                <a:cs typeface="HK Grotesk Bold"/>
                <a:sym typeface="HK Grotesk Bold"/>
              </a:rPr>
              <a:t>Mantenimiento de equipos: </a:t>
            </a:r>
            <a:r>
              <a:rPr lang="en-US" sz="2999">
                <a:solidFill>
                  <a:srgbClr val="050A30"/>
                </a:solidFill>
                <a:latin typeface="HK Grotesk"/>
                <a:ea typeface="HK Grotesk"/>
                <a:cs typeface="HK Grotesk"/>
                <a:sym typeface="HK Grotesk"/>
              </a:rPr>
              <a:t>La AR facilita la reparación y mantenimiento de maquinaria, proporcionando a los técnicos superposiciones de información sobre el equipo (como manuales o instrucciones paso a paso) a través de lentes inteligentes o dispositivos móviles.</a:t>
            </a:r>
          </a:p>
          <a:p>
            <a:pPr algn="just">
              <a:lnSpc>
                <a:spcPts val="3599"/>
              </a:lnSpc>
            </a:pPr>
            <a:endParaRPr lang="en-US" sz="2999">
              <a:solidFill>
                <a:srgbClr val="050A30"/>
              </a:solidFill>
              <a:latin typeface="HK Grotesk"/>
              <a:ea typeface="HK Grotesk"/>
              <a:cs typeface="HK Grotesk"/>
              <a:sym typeface="HK Grotesk"/>
            </a:endParaRPr>
          </a:p>
          <a:p>
            <a:pPr marL="647695" lvl="1" indent="-323848" algn="just">
              <a:lnSpc>
                <a:spcPts val="3599"/>
              </a:lnSpc>
              <a:buFont typeface="Arial"/>
              <a:buChar char="•"/>
            </a:pPr>
            <a:r>
              <a:rPr lang="en-US" sz="2999" b="1">
                <a:solidFill>
                  <a:srgbClr val="050A30"/>
                </a:solidFill>
                <a:latin typeface="HK Grotesk Bold"/>
                <a:ea typeface="HK Grotesk Bold"/>
                <a:cs typeface="HK Grotesk Bold"/>
                <a:sym typeface="HK Grotesk Bold"/>
              </a:rPr>
              <a:t>Visualización arquitectónica: </a:t>
            </a:r>
            <a:r>
              <a:rPr lang="en-US" sz="2999">
                <a:solidFill>
                  <a:srgbClr val="050A30"/>
                </a:solidFill>
                <a:latin typeface="HK Grotesk"/>
                <a:ea typeface="HK Grotesk"/>
                <a:cs typeface="HK Grotesk"/>
                <a:sym typeface="HK Grotesk"/>
              </a:rPr>
              <a:t>Los arquitectos y diseñadores pueden utilizar AR para mostrar a los clientes cómo se verá un edificio o una estructura en un entorno real. Esto les ayuda a tomar decisiones más informadas sobre diseño y planificación.</a:t>
            </a:r>
          </a:p>
          <a:p>
            <a:pPr algn="just">
              <a:lnSpc>
                <a:spcPts val="3599"/>
              </a:lnSpc>
            </a:pPr>
            <a:endParaRPr lang="en-US" sz="2999">
              <a:solidFill>
                <a:srgbClr val="050A30"/>
              </a:solidFill>
              <a:latin typeface="HK Grotesk"/>
              <a:ea typeface="HK Grotesk"/>
              <a:cs typeface="HK Grotesk"/>
              <a:sym typeface="HK Grotes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F4F6FC"/>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92343" y="705467"/>
            <a:ext cx="13503315" cy="994791"/>
          </a:xfrm>
          <a:prstGeom prst="rect">
            <a:avLst/>
          </a:prstGeom>
        </p:spPr>
        <p:txBody>
          <a:bodyPr lIns="0" tIns="0" rIns="0" bIns="0" rtlCol="0" anchor="t">
            <a:spAutoFit/>
          </a:bodyPr>
          <a:lstStyle/>
          <a:p>
            <a:pPr algn="ctr">
              <a:lnSpc>
                <a:spcPts val="7797"/>
              </a:lnSpc>
            </a:pPr>
            <a:r>
              <a:rPr lang="en-US" sz="6900" b="1">
                <a:solidFill>
                  <a:srgbClr val="050A30"/>
                </a:solidFill>
                <a:latin typeface="HK Grotesk Bold"/>
                <a:ea typeface="HK Grotesk Bold"/>
                <a:cs typeface="HK Grotesk Bold"/>
                <a:sym typeface="HK Grotesk Bold"/>
              </a:rPr>
              <a:t>Conceptos Clave Aprendidos </a:t>
            </a:r>
          </a:p>
        </p:txBody>
      </p:sp>
      <p:sp>
        <p:nvSpPr>
          <p:cNvPr id="13" name="TextBox 13"/>
          <p:cNvSpPr txBox="1"/>
          <p:nvPr/>
        </p:nvSpPr>
        <p:spPr>
          <a:xfrm>
            <a:off x="624374" y="1980368"/>
            <a:ext cx="17039252" cy="7248524"/>
          </a:xfrm>
          <a:prstGeom prst="rect">
            <a:avLst/>
          </a:prstGeom>
        </p:spPr>
        <p:txBody>
          <a:bodyPr lIns="0" tIns="0" rIns="0" bIns="0" rtlCol="0" anchor="t">
            <a:spAutoFit/>
          </a:bodyPr>
          <a:lstStyle/>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Realidad Aumentada (AR): </a:t>
            </a:r>
            <a:r>
              <a:rPr lang="en-US" sz="3000" spc="240">
                <a:solidFill>
                  <a:srgbClr val="050A30"/>
                </a:solidFill>
                <a:latin typeface="HK Grotesk"/>
                <a:ea typeface="HK Grotesk"/>
                <a:cs typeface="HK Grotesk"/>
                <a:sym typeface="HK Grotesk"/>
              </a:rPr>
              <a:t>Tecnología que añade información digital al entorno físico en tiempo real, sin reemplazarlo.</a:t>
            </a:r>
          </a:p>
          <a:p>
            <a:pPr algn="just">
              <a:lnSpc>
                <a:spcPts val="1399"/>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AR vs. Realidad Virtual (RV): </a:t>
            </a:r>
            <a:r>
              <a:rPr lang="en-US" sz="3000" spc="240">
                <a:solidFill>
                  <a:srgbClr val="050A30"/>
                </a:solidFill>
                <a:latin typeface="HK Grotesk"/>
                <a:ea typeface="HK Grotesk"/>
                <a:cs typeface="HK Grotesk"/>
                <a:sym typeface="HK Grotesk"/>
              </a:rPr>
              <a:t>AR complementa el mundo real; RV lo sustituye por completo.</a:t>
            </a:r>
          </a:p>
          <a:p>
            <a:pPr algn="just">
              <a:lnSpc>
                <a:spcPts val="1399"/>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Tecnologías de AR: </a:t>
            </a:r>
            <a:r>
              <a:rPr lang="en-US" sz="3000" spc="240">
                <a:solidFill>
                  <a:srgbClr val="050A30"/>
                </a:solidFill>
                <a:latin typeface="HK Grotesk"/>
                <a:ea typeface="HK Grotesk"/>
                <a:cs typeface="HK Grotesk"/>
                <a:sym typeface="HK Grotesk"/>
              </a:rPr>
              <a:t>Uso de cámaras, sensores, software, procesadores y pantallas para fusionar lo digital con lo físico.</a:t>
            </a:r>
          </a:p>
          <a:p>
            <a:pPr algn="just">
              <a:lnSpc>
                <a:spcPts val="1399"/>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Aplicaciones de AR: </a:t>
            </a:r>
            <a:r>
              <a:rPr lang="en-US" sz="3000" spc="240">
                <a:solidFill>
                  <a:srgbClr val="050A30"/>
                </a:solidFill>
                <a:latin typeface="HK Grotesk"/>
                <a:ea typeface="HK Grotesk"/>
                <a:cs typeface="HK Grotesk"/>
                <a:sym typeface="HK Grotesk"/>
              </a:rPr>
              <a:t>Utilizada en juegos, educación, marketing, industria y visualización arquitectónica.</a:t>
            </a:r>
          </a:p>
          <a:p>
            <a:pPr algn="just">
              <a:lnSpc>
                <a:spcPts val="1399"/>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Historia y evolución: </a:t>
            </a:r>
            <a:r>
              <a:rPr lang="en-US" sz="3000" spc="240">
                <a:solidFill>
                  <a:srgbClr val="050A30"/>
                </a:solidFill>
                <a:latin typeface="HK Grotesk"/>
                <a:ea typeface="HK Grotesk"/>
                <a:cs typeface="HK Grotesk"/>
                <a:sym typeface="HK Grotesk"/>
              </a:rPr>
              <a:t>Desde los primeros experimentos en los años 60 hasta su expansión masiva en móviles y el entretenimiento actual.</a:t>
            </a:r>
          </a:p>
          <a:p>
            <a:pPr algn="just">
              <a:lnSpc>
                <a:spcPts val="1399"/>
              </a:lnSpc>
            </a:pPr>
            <a:endParaRPr lang="en-US" sz="3000" spc="240">
              <a:solidFill>
                <a:srgbClr val="050A30"/>
              </a:solidFill>
              <a:latin typeface="HK Grotesk"/>
              <a:ea typeface="HK Grotesk"/>
              <a:cs typeface="HK Grotesk"/>
              <a:sym typeface="HK Grotesk"/>
            </a:endParaRPr>
          </a:p>
          <a:p>
            <a:pPr marL="647711" lvl="1" indent="-323856" algn="just">
              <a:lnSpc>
                <a:spcPts val="4200"/>
              </a:lnSpc>
              <a:buFont typeface="Arial"/>
              <a:buChar char="•"/>
            </a:pPr>
            <a:r>
              <a:rPr lang="en-US" sz="3000" b="1" spc="240">
                <a:solidFill>
                  <a:srgbClr val="050A30"/>
                </a:solidFill>
                <a:latin typeface="HK Grotesk Bold"/>
                <a:ea typeface="HK Grotesk Bold"/>
                <a:cs typeface="HK Grotesk Bold"/>
                <a:sym typeface="HK Grotesk Bold"/>
              </a:rPr>
              <a:t>Integración con IA y simulación: </a:t>
            </a:r>
            <a:r>
              <a:rPr lang="en-US" sz="3000" spc="240">
                <a:solidFill>
                  <a:srgbClr val="050A30"/>
                </a:solidFill>
                <a:latin typeface="HK Grotesk"/>
                <a:ea typeface="HK Grotesk"/>
                <a:cs typeface="HK Grotesk"/>
                <a:sym typeface="HK Grotesk"/>
              </a:rPr>
              <a:t>Permite probar comportamientos lógicos y sistemas inteligentes en entornos visuales interactivos.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CAE8FF"/>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CAE8FF"/>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92341" y="3036906"/>
            <a:ext cx="13503315" cy="1015471"/>
          </a:xfrm>
          <a:prstGeom prst="rect">
            <a:avLst/>
          </a:prstGeom>
        </p:spPr>
        <p:txBody>
          <a:bodyPr lIns="0" tIns="0" rIns="0" bIns="0" rtlCol="0" anchor="t">
            <a:spAutoFit/>
          </a:bodyPr>
          <a:lstStyle/>
          <a:p>
            <a:pPr algn="ctr">
              <a:lnSpc>
                <a:spcPts val="7797"/>
              </a:lnSpc>
            </a:pPr>
            <a:r>
              <a:rPr lang="en-US" sz="6900" b="1" dirty="0" err="1">
                <a:solidFill>
                  <a:srgbClr val="F4F6FC"/>
                </a:solidFill>
                <a:latin typeface="HK Grotesk Bold"/>
                <a:ea typeface="HK Grotesk Bold"/>
                <a:cs typeface="HK Grotesk Bold"/>
                <a:sym typeface="HK Grotesk Bold"/>
              </a:rPr>
              <a:t>Evaluación</a:t>
            </a:r>
            <a:r>
              <a:rPr lang="en-US" sz="6900" b="1" dirty="0">
                <a:solidFill>
                  <a:srgbClr val="F4F6FC"/>
                </a:solidFill>
                <a:latin typeface="HK Grotesk Bold"/>
                <a:ea typeface="HK Grotesk Bold"/>
                <a:cs typeface="HK Grotesk Bold"/>
                <a:sym typeface="HK Grotesk Bold"/>
              </a:rPr>
              <a:t> </a:t>
            </a:r>
            <a:r>
              <a:rPr lang="en-US" sz="6900" b="1" dirty="0" err="1">
                <a:solidFill>
                  <a:srgbClr val="F4F6FC"/>
                </a:solidFill>
                <a:latin typeface="HK Grotesk Bold"/>
                <a:ea typeface="HK Grotesk Bold"/>
                <a:cs typeface="HK Grotesk Bold"/>
                <a:sym typeface="HK Grotesk Bold"/>
              </a:rPr>
              <a:t>crítica</a:t>
            </a:r>
            <a:r>
              <a:rPr lang="en-US" sz="6900" b="1" dirty="0">
                <a:solidFill>
                  <a:srgbClr val="F4F6FC"/>
                </a:solidFill>
                <a:latin typeface="HK Grotesk Bold"/>
                <a:ea typeface="HK Grotesk Bold"/>
                <a:cs typeface="HK Grotesk Bold"/>
                <a:sym typeface="HK Grotesk Bold"/>
              </a:rPr>
              <a:t>, </a:t>
            </a:r>
            <a:r>
              <a:rPr lang="en-US" sz="6900" b="1" dirty="0" err="1">
                <a:solidFill>
                  <a:srgbClr val="F4F6FC"/>
                </a:solidFill>
                <a:latin typeface="HK Grotesk Bold"/>
                <a:ea typeface="HK Grotesk Bold"/>
                <a:cs typeface="HK Grotesk Bold"/>
                <a:sym typeface="HK Grotesk Bold"/>
              </a:rPr>
              <a:t>adaptabilidad</a:t>
            </a:r>
            <a:endParaRPr lang="en-US" sz="6900" b="1" dirty="0">
              <a:solidFill>
                <a:srgbClr val="F4F6FC"/>
              </a:solidFill>
              <a:latin typeface="HK Grotesk Bold"/>
              <a:ea typeface="HK Grotesk Bold"/>
              <a:cs typeface="HK Grotesk Bold"/>
              <a:sym typeface="HK Grotesk Bold"/>
            </a:endParaRPr>
          </a:p>
        </p:txBody>
      </p:sp>
      <p:sp>
        <p:nvSpPr>
          <p:cNvPr id="13" name="TextBox 13"/>
          <p:cNvSpPr txBox="1"/>
          <p:nvPr/>
        </p:nvSpPr>
        <p:spPr>
          <a:xfrm>
            <a:off x="2027167" y="4660400"/>
            <a:ext cx="14233665" cy="1983172"/>
          </a:xfrm>
          <a:prstGeom prst="rect">
            <a:avLst/>
          </a:prstGeom>
        </p:spPr>
        <p:txBody>
          <a:bodyPr lIns="0" tIns="0" rIns="0" bIns="0" rtlCol="0" anchor="t">
            <a:spAutoFit/>
          </a:bodyPr>
          <a:lstStyle/>
          <a:p>
            <a:pPr marL="302266" lvl="1" algn="just">
              <a:lnSpc>
                <a:spcPts val="3920"/>
              </a:lnSpc>
            </a:pPr>
            <a:r>
              <a:rPr lang="es-GT" sz="2800" b="1" dirty="0">
                <a:solidFill>
                  <a:srgbClr val="F4F6FC"/>
                </a:solidFill>
                <a:latin typeface="HK Grotesk Bold"/>
                <a:ea typeface="HK Grotesk Bold"/>
                <a:cs typeface="HK Grotesk Bold"/>
                <a:sym typeface="HK Grotesk Bold"/>
              </a:rPr>
              <a:t>La evaluación crítica consiste en analizar de manera reflexiva las soluciones y resultados, identificando fortalezas, debilidades y posibles </a:t>
            </a:r>
            <a:r>
              <a:rPr lang="es-GT" sz="2800" b="1" dirty="0" err="1">
                <a:solidFill>
                  <a:srgbClr val="F4F6FC"/>
                </a:solidFill>
                <a:latin typeface="HK Grotesk Bold"/>
                <a:ea typeface="HK Grotesk Bold"/>
                <a:cs typeface="HK Grotesk Bold"/>
                <a:sym typeface="HK Grotesk Bold"/>
              </a:rPr>
              <a:t>mejoras.La</a:t>
            </a:r>
            <a:r>
              <a:rPr lang="es-GT" sz="2800" b="1" dirty="0">
                <a:solidFill>
                  <a:srgbClr val="F4F6FC"/>
                </a:solidFill>
                <a:latin typeface="HK Grotesk Bold"/>
                <a:ea typeface="HK Grotesk Bold"/>
                <a:cs typeface="HK Grotesk Bold"/>
                <a:sym typeface="HK Grotesk Bold"/>
              </a:rPr>
              <a:t> adaptabilidad implica ajustarse a nuevas circunstancias, herramientas o formas de resolver un problema sin perder el objetivo final.</a:t>
            </a:r>
            <a:endParaRPr lang="en-US" sz="2800" dirty="0">
              <a:solidFill>
                <a:srgbClr val="F4F6FC"/>
              </a:solidFill>
              <a:latin typeface="HK Grotesk"/>
              <a:ea typeface="HK Grotesk"/>
              <a:cs typeface="HK Grotesk"/>
              <a:sym typeface="HK Grotes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p:cNvGrpSpPr/>
          <p:nvPr/>
        </p:nvGrpSpPr>
        <p:grpSpPr>
          <a:xfrm rot="-5400000">
            <a:off x="6186162" y="2511196"/>
            <a:ext cx="6818207" cy="20947169"/>
            <a:chOff x="0" y="0"/>
            <a:chExt cx="1795742" cy="5516950"/>
          </a:xfrm>
        </p:grpSpPr>
        <p:sp>
          <p:nvSpPr>
            <p:cNvPr id="4" name="Freeform 4"/>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p:cNvGrpSpPr/>
          <p:nvPr/>
        </p:nvGrpSpPr>
        <p:grpSpPr>
          <a:xfrm rot="-5400000">
            <a:off x="3997069" y="-11005002"/>
            <a:ext cx="2045233" cy="20947169"/>
            <a:chOff x="0" y="0"/>
            <a:chExt cx="538662" cy="5516950"/>
          </a:xfrm>
        </p:grpSpPr>
        <p:sp>
          <p:nvSpPr>
            <p:cNvPr id="7" name="Freeform 7"/>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p:cNvGrpSpPr/>
          <p:nvPr/>
        </p:nvGrpSpPr>
        <p:grpSpPr>
          <a:xfrm rot="2700000">
            <a:off x="13734331" y="93713"/>
            <a:ext cx="4685776" cy="1567256"/>
            <a:chOff x="0" y="0"/>
            <a:chExt cx="1234114" cy="412775"/>
          </a:xfrm>
        </p:grpSpPr>
        <p:sp>
          <p:nvSpPr>
            <p:cNvPr id="10" name="Freeform 10"/>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CAE8FF"/>
            </a:solidFill>
          </p:spPr>
          <p:txBody>
            <a:bodyPr/>
            <a:lstStyle/>
            <a:p>
              <a:endParaRPr lang="es-GT"/>
            </a:p>
          </p:txBody>
        </p:sp>
        <p:sp>
          <p:nvSpPr>
            <p:cNvPr id="11" name="TextBox 11"/>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92343" y="1673265"/>
            <a:ext cx="13503315" cy="994791"/>
          </a:xfrm>
          <a:prstGeom prst="rect">
            <a:avLst/>
          </a:prstGeom>
        </p:spPr>
        <p:txBody>
          <a:bodyPr lIns="0" tIns="0" rIns="0" bIns="0" rtlCol="0" anchor="t">
            <a:spAutoFit/>
          </a:bodyPr>
          <a:lstStyle/>
          <a:p>
            <a:pPr algn="ctr">
              <a:lnSpc>
                <a:spcPts val="7797"/>
              </a:lnSpc>
            </a:pPr>
            <a:r>
              <a:rPr lang="en-US" sz="6900" b="1">
                <a:solidFill>
                  <a:srgbClr val="050A30"/>
                </a:solidFill>
                <a:latin typeface="HK Grotesk Bold"/>
                <a:ea typeface="HK Grotesk Bold"/>
                <a:cs typeface="HK Grotesk Bold"/>
                <a:sym typeface="HK Grotesk Bold"/>
              </a:rPr>
              <a:t>Referencias</a:t>
            </a:r>
          </a:p>
        </p:txBody>
      </p:sp>
      <p:sp>
        <p:nvSpPr>
          <p:cNvPr id="13" name="TextBox 13"/>
          <p:cNvSpPr txBox="1"/>
          <p:nvPr/>
        </p:nvSpPr>
        <p:spPr>
          <a:xfrm>
            <a:off x="2027167" y="4268899"/>
            <a:ext cx="14233665" cy="1471929"/>
          </a:xfrm>
          <a:prstGeom prst="rect">
            <a:avLst/>
          </a:prstGeom>
        </p:spPr>
        <p:txBody>
          <a:bodyPr lIns="0" tIns="0" rIns="0" bIns="0" rtlCol="0" anchor="t">
            <a:spAutoFit/>
          </a:bodyPr>
          <a:lstStyle/>
          <a:p>
            <a:pPr marL="604532" lvl="1" indent="-302266" algn="just">
              <a:lnSpc>
                <a:spcPts val="3920"/>
              </a:lnSpc>
              <a:spcBef>
                <a:spcPct val="0"/>
              </a:spcBef>
              <a:buFont typeface="Arial"/>
              <a:buChar char="•"/>
            </a:pPr>
            <a:r>
              <a:rPr lang="en-US" sz="2800" b="1">
                <a:solidFill>
                  <a:srgbClr val="222222"/>
                </a:solidFill>
                <a:latin typeface="HK Grotesk Medium"/>
                <a:ea typeface="HK Grotesk Medium"/>
                <a:cs typeface="HK Grotesk Medium"/>
                <a:sym typeface="HK Grotesk Medium"/>
              </a:rPr>
              <a:t>R</a:t>
            </a:r>
            <a:r>
              <a:rPr lang="en-US" sz="2800" b="1" u="none" strike="noStrike">
                <a:solidFill>
                  <a:srgbClr val="222222"/>
                </a:solidFill>
                <a:latin typeface="HK Grotesk Medium"/>
                <a:ea typeface="HK Grotesk Medium"/>
                <a:cs typeface="HK Grotesk Medium"/>
                <a:sym typeface="HK Grotesk Medium"/>
              </a:rPr>
              <a:t>ussell, S., &amp; Norvig, P. (2016). Artificial Intelligence: A Modern Approach (3rd ed.). Pearson.</a:t>
            </a:r>
          </a:p>
          <a:p>
            <a:pPr algn="just">
              <a:lnSpc>
                <a:spcPts val="3920"/>
              </a:lnSpc>
              <a:spcBef>
                <a:spcPct val="0"/>
              </a:spcBef>
            </a:pPr>
            <a:endParaRPr lang="en-US" sz="2800" b="1" u="none" strike="noStrike">
              <a:solidFill>
                <a:srgbClr val="222222"/>
              </a:solidFill>
              <a:latin typeface="HK Grotesk Medium"/>
              <a:ea typeface="HK Grotesk Medium"/>
              <a:cs typeface="HK Grotesk Medium"/>
              <a:sym typeface="HK Grotesk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50FE6-5964-6467-3F0D-E860302A2E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1C3EB7-7545-7B53-9ED2-BA6C12AC690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a:extLst>
              <a:ext uri="{FF2B5EF4-FFF2-40B4-BE49-F238E27FC236}">
                <a16:creationId xmlns:a16="http://schemas.microsoft.com/office/drawing/2014/main" id="{9E6AF352-ED74-D4A3-36B4-B00097FF3EFE}"/>
              </a:ext>
            </a:extLst>
          </p:cNvPr>
          <p:cNvGrpSpPr/>
          <p:nvPr/>
        </p:nvGrpSpPr>
        <p:grpSpPr>
          <a:xfrm rot="-5400000">
            <a:off x="6186162" y="2511196"/>
            <a:ext cx="6818207" cy="20947169"/>
            <a:chOff x="0" y="0"/>
            <a:chExt cx="1795742" cy="5516950"/>
          </a:xfrm>
        </p:grpSpPr>
        <p:sp>
          <p:nvSpPr>
            <p:cNvPr id="4" name="Freeform 4">
              <a:extLst>
                <a:ext uri="{FF2B5EF4-FFF2-40B4-BE49-F238E27FC236}">
                  <a16:creationId xmlns:a16="http://schemas.microsoft.com/office/drawing/2014/main" id="{43DEAF38-ACF1-7688-A02E-B83B24AF38A2}"/>
                </a:ext>
              </a:extLst>
            </p:cNvPr>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CAE8FF"/>
            </a:solidFill>
          </p:spPr>
          <p:txBody>
            <a:bodyPr/>
            <a:lstStyle/>
            <a:p>
              <a:endParaRPr lang="es-GT"/>
            </a:p>
          </p:txBody>
        </p:sp>
        <p:sp>
          <p:nvSpPr>
            <p:cNvPr id="5" name="TextBox 5">
              <a:extLst>
                <a:ext uri="{FF2B5EF4-FFF2-40B4-BE49-F238E27FC236}">
                  <a16:creationId xmlns:a16="http://schemas.microsoft.com/office/drawing/2014/main" id="{402B6DF4-2775-EA3D-24C2-BB6BF606EB52}"/>
                </a:ext>
              </a:extLst>
            </p:cNvPr>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a:extLst>
              <a:ext uri="{FF2B5EF4-FFF2-40B4-BE49-F238E27FC236}">
                <a16:creationId xmlns:a16="http://schemas.microsoft.com/office/drawing/2014/main" id="{4B501998-E222-CF2A-292C-6666036A92EE}"/>
              </a:ext>
            </a:extLst>
          </p:cNvPr>
          <p:cNvGrpSpPr/>
          <p:nvPr/>
        </p:nvGrpSpPr>
        <p:grpSpPr>
          <a:xfrm rot="-5400000">
            <a:off x="3997069" y="-11005002"/>
            <a:ext cx="2045233" cy="20947169"/>
            <a:chOff x="0" y="0"/>
            <a:chExt cx="538662" cy="5516950"/>
          </a:xfrm>
        </p:grpSpPr>
        <p:sp>
          <p:nvSpPr>
            <p:cNvPr id="7" name="Freeform 7">
              <a:extLst>
                <a:ext uri="{FF2B5EF4-FFF2-40B4-BE49-F238E27FC236}">
                  <a16:creationId xmlns:a16="http://schemas.microsoft.com/office/drawing/2014/main" id="{573030D5-AEA2-2AE7-F6FC-6C7011074038}"/>
                </a:ext>
              </a:extLst>
            </p:cNvPr>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CAE8FF"/>
            </a:solidFill>
          </p:spPr>
          <p:txBody>
            <a:bodyPr/>
            <a:lstStyle/>
            <a:p>
              <a:endParaRPr lang="es-GT"/>
            </a:p>
          </p:txBody>
        </p:sp>
        <p:sp>
          <p:nvSpPr>
            <p:cNvPr id="8" name="TextBox 8">
              <a:extLst>
                <a:ext uri="{FF2B5EF4-FFF2-40B4-BE49-F238E27FC236}">
                  <a16:creationId xmlns:a16="http://schemas.microsoft.com/office/drawing/2014/main" id="{E13C68DA-C421-399C-F96A-33596265F07C}"/>
                </a:ext>
              </a:extLst>
            </p:cNvPr>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a:extLst>
              <a:ext uri="{FF2B5EF4-FFF2-40B4-BE49-F238E27FC236}">
                <a16:creationId xmlns:a16="http://schemas.microsoft.com/office/drawing/2014/main" id="{19370B1D-E304-FDDD-7028-E924A948A3D9}"/>
              </a:ext>
            </a:extLst>
          </p:cNvPr>
          <p:cNvGrpSpPr/>
          <p:nvPr/>
        </p:nvGrpSpPr>
        <p:grpSpPr>
          <a:xfrm rot="2700000">
            <a:off x="13734331" y="93713"/>
            <a:ext cx="4685776" cy="1567256"/>
            <a:chOff x="0" y="0"/>
            <a:chExt cx="1234114" cy="412775"/>
          </a:xfrm>
        </p:grpSpPr>
        <p:sp>
          <p:nvSpPr>
            <p:cNvPr id="10" name="Freeform 10">
              <a:extLst>
                <a:ext uri="{FF2B5EF4-FFF2-40B4-BE49-F238E27FC236}">
                  <a16:creationId xmlns:a16="http://schemas.microsoft.com/office/drawing/2014/main" id="{9016D11E-677F-0F3C-BA36-09445C65A198}"/>
                </a:ext>
              </a:extLst>
            </p:cNvPr>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050A30"/>
            </a:solidFill>
          </p:spPr>
          <p:txBody>
            <a:bodyPr/>
            <a:lstStyle/>
            <a:p>
              <a:endParaRPr lang="es-GT"/>
            </a:p>
          </p:txBody>
        </p:sp>
        <p:sp>
          <p:nvSpPr>
            <p:cNvPr id="11" name="TextBox 11">
              <a:extLst>
                <a:ext uri="{FF2B5EF4-FFF2-40B4-BE49-F238E27FC236}">
                  <a16:creationId xmlns:a16="http://schemas.microsoft.com/office/drawing/2014/main" id="{5656B8CC-D50C-C740-18D1-99730EBF74FC}"/>
                </a:ext>
              </a:extLst>
            </p:cNvPr>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a:extLst>
              <a:ext uri="{FF2B5EF4-FFF2-40B4-BE49-F238E27FC236}">
                <a16:creationId xmlns:a16="http://schemas.microsoft.com/office/drawing/2014/main" id="{51AF368A-C3B3-2D35-F9EB-4520E1A1BE4F}"/>
              </a:ext>
            </a:extLst>
          </p:cNvPr>
          <p:cNvSpPr txBox="1"/>
          <p:nvPr/>
        </p:nvSpPr>
        <p:spPr>
          <a:xfrm>
            <a:off x="2392342" y="4305300"/>
            <a:ext cx="13503315" cy="1015471"/>
          </a:xfrm>
          <a:prstGeom prst="rect">
            <a:avLst/>
          </a:prstGeom>
        </p:spPr>
        <p:txBody>
          <a:bodyPr lIns="0" tIns="0" rIns="0" bIns="0" rtlCol="0" anchor="t">
            <a:spAutoFit/>
          </a:bodyPr>
          <a:lstStyle/>
          <a:p>
            <a:pPr algn="ctr">
              <a:lnSpc>
                <a:spcPts val="7797"/>
              </a:lnSpc>
            </a:pPr>
            <a:r>
              <a:rPr lang="en-US" sz="6900" b="1" dirty="0" err="1">
                <a:solidFill>
                  <a:srgbClr val="F4F6FC"/>
                </a:solidFill>
                <a:latin typeface="HK Grotesk Bold"/>
                <a:ea typeface="HK Grotesk Bold"/>
                <a:cs typeface="HK Grotesk Bold"/>
                <a:sym typeface="HK Grotesk Bold"/>
              </a:rPr>
              <a:t>Ejemplo</a:t>
            </a:r>
            <a:r>
              <a:rPr lang="en-US" sz="6900" b="1" dirty="0">
                <a:solidFill>
                  <a:srgbClr val="F4F6FC"/>
                </a:solidFill>
                <a:latin typeface="HK Grotesk Bold"/>
                <a:ea typeface="HK Grotesk Bold"/>
                <a:cs typeface="HK Grotesk Bold"/>
                <a:sym typeface="HK Grotesk Bold"/>
              </a:rPr>
              <a:t> </a:t>
            </a:r>
            <a:r>
              <a:rPr lang="en-US" sz="6900" b="1" dirty="0" err="1">
                <a:solidFill>
                  <a:srgbClr val="F4F6FC"/>
                </a:solidFill>
                <a:latin typeface="HK Grotesk Bold"/>
                <a:ea typeface="HK Grotesk Bold"/>
                <a:cs typeface="HK Grotesk Bold"/>
                <a:sym typeface="HK Grotesk Bold"/>
              </a:rPr>
              <a:t>Práctico</a:t>
            </a:r>
            <a:endParaRPr lang="en-US" sz="6900" b="1" dirty="0">
              <a:solidFill>
                <a:srgbClr val="F4F6FC"/>
              </a:solidFill>
              <a:latin typeface="HK Grotesk Bold"/>
              <a:ea typeface="HK Grotesk Bold"/>
              <a:cs typeface="HK Grotesk Bold"/>
              <a:sym typeface="HK Grotesk Bold"/>
            </a:endParaRPr>
          </a:p>
        </p:txBody>
      </p:sp>
    </p:spTree>
    <p:extLst>
      <p:ext uri="{BB962C8B-B14F-4D97-AF65-F5344CB8AC3E}">
        <p14:creationId xmlns:p14="http://schemas.microsoft.com/office/powerpoint/2010/main" val="3289369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3A1A0-44EB-06DB-837E-B8043BE883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0735B0-190A-DD7A-A31B-2CCCCDB8090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s-GT"/>
          </a:p>
        </p:txBody>
      </p:sp>
      <p:grpSp>
        <p:nvGrpSpPr>
          <p:cNvPr id="3" name="Group 3">
            <a:extLst>
              <a:ext uri="{FF2B5EF4-FFF2-40B4-BE49-F238E27FC236}">
                <a16:creationId xmlns:a16="http://schemas.microsoft.com/office/drawing/2014/main" id="{8D3E790B-A56B-6020-79A8-354663DDF3A8}"/>
              </a:ext>
            </a:extLst>
          </p:cNvPr>
          <p:cNvGrpSpPr/>
          <p:nvPr/>
        </p:nvGrpSpPr>
        <p:grpSpPr>
          <a:xfrm rot="-5400000">
            <a:off x="6186162" y="2511196"/>
            <a:ext cx="6818207" cy="20947169"/>
            <a:chOff x="0" y="0"/>
            <a:chExt cx="1795742" cy="5516950"/>
          </a:xfrm>
        </p:grpSpPr>
        <p:sp>
          <p:nvSpPr>
            <p:cNvPr id="4" name="Freeform 4">
              <a:extLst>
                <a:ext uri="{FF2B5EF4-FFF2-40B4-BE49-F238E27FC236}">
                  <a16:creationId xmlns:a16="http://schemas.microsoft.com/office/drawing/2014/main" id="{8597B7E8-D430-824A-22DA-B78942180B30}"/>
                </a:ext>
              </a:extLst>
            </p:cNvPr>
            <p:cNvSpPr/>
            <p:nvPr/>
          </p:nvSpPr>
          <p:spPr>
            <a:xfrm>
              <a:off x="0" y="0"/>
              <a:ext cx="1795742" cy="5516950"/>
            </a:xfrm>
            <a:custGeom>
              <a:avLst/>
              <a:gdLst/>
              <a:ahLst/>
              <a:cxnLst/>
              <a:rect l="l" t="t" r="r" b="b"/>
              <a:pathLst>
                <a:path w="1795742" h="5516950">
                  <a:moveTo>
                    <a:pt x="0" y="0"/>
                  </a:moveTo>
                  <a:lnTo>
                    <a:pt x="1795742" y="0"/>
                  </a:lnTo>
                  <a:lnTo>
                    <a:pt x="1795742" y="5516950"/>
                  </a:lnTo>
                  <a:lnTo>
                    <a:pt x="0" y="5516950"/>
                  </a:lnTo>
                  <a:close/>
                </a:path>
              </a:pathLst>
            </a:custGeom>
            <a:solidFill>
              <a:srgbClr val="050A30"/>
            </a:solidFill>
          </p:spPr>
          <p:txBody>
            <a:bodyPr/>
            <a:lstStyle/>
            <a:p>
              <a:endParaRPr lang="es-GT"/>
            </a:p>
          </p:txBody>
        </p:sp>
        <p:sp>
          <p:nvSpPr>
            <p:cNvPr id="5" name="TextBox 5">
              <a:extLst>
                <a:ext uri="{FF2B5EF4-FFF2-40B4-BE49-F238E27FC236}">
                  <a16:creationId xmlns:a16="http://schemas.microsoft.com/office/drawing/2014/main" id="{20B1D353-FA0A-D7DB-85C3-A3B05935CD12}"/>
                </a:ext>
              </a:extLst>
            </p:cNvPr>
            <p:cNvSpPr txBox="1"/>
            <p:nvPr/>
          </p:nvSpPr>
          <p:spPr>
            <a:xfrm>
              <a:off x="0" y="-47625"/>
              <a:ext cx="1795742" cy="5564575"/>
            </a:xfrm>
            <a:prstGeom prst="rect">
              <a:avLst/>
            </a:prstGeom>
          </p:spPr>
          <p:txBody>
            <a:bodyPr lIns="50800" tIns="50800" rIns="50800" bIns="50800" rtlCol="0" anchor="ctr"/>
            <a:lstStyle/>
            <a:p>
              <a:pPr algn="ctr">
                <a:lnSpc>
                  <a:spcPts val="3079"/>
                </a:lnSpc>
              </a:pPr>
              <a:endParaRPr/>
            </a:p>
          </p:txBody>
        </p:sp>
      </p:grpSp>
      <p:grpSp>
        <p:nvGrpSpPr>
          <p:cNvPr id="6" name="Group 6">
            <a:extLst>
              <a:ext uri="{FF2B5EF4-FFF2-40B4-BE49-F238E27FC236}">
                <a16:creationId xmlns:a16="http://schemas.microsoft.com/office/drawing/2014/main" id="{EB7214D9-C315-C52F-2C43-06675B0FC9C7}"/>
              </a:ext>
            </a:extLst>
          </p:cNvPr>
          <p:cNvGrpSpPr/>
          <p:nvPr/>
        </p:nvGrpSpPr>
        <p:grpSpPr>
          <a:xfrm rot="-5400000">
            <a:off x="3997069" y="-11005002"/>
            <a:ext cx="2045233" cy="20947169"/>
            <a:chOff x="0" y="0"/>
            <a:chExt cx="538662" cy="5516950"/>
          </a:xfrm>
        </p:grpSpPr>
        <p:sp>
          <p:nvSpPr>
            <p:cNvPr id="7" name="Freeform 7">
              <a:extLst>
                <a:ext uri="{FF2B5EF4-FFF2-40B4-BE49-F238E27FC236}">
                  <a16:creationId xmlns:a16="http://schemas.microsoft.com/office/drawing/2014/main" id="{641E6081-EA2D-543D-42C4-489453F67616}"/>
                </a:ext>
              </a:extLst>
            </p:cNvPr>
            <p:cNvSpPr/>
            <p:nvPr/>
          </p:nvSpPr>
          <p:spPr>
            <a:xfrm>
              <a:off x="0" y="0"/>
              <a:ext cx="538662" cy="5516950"/>
            </a:xfrm>
            <a:custGeom>
              <a:avLst/>
              <a:gdLst/>
              <a:ahLst/>
              <a:cxnLst/>
              <a:rect l="l" t="t" r="r" b="b"/>
              <a:pathLst>
                <a:path w="538662" h="5516950">
                  <a:moveTo>
                    <a:pt x="0" y="0"/>
                  </a:moveTo>
                  <a:lnTo>
                    <a:pt x="538662" y="0"/>
                  </a:lnTo>
                  <a:lnTo>
                    <a:pt x="538662" y="5516950"/>
                  </a:lnTo>
                  <a:lnTo>
                    <a:pt x="0" y="5516950"/>
                  </a:lnTo>
                  <a:close/>
                </a:path>
              </a:pathLst>
            </a:custGeom>
            <a:solidFill>
              <a:srgbClr val="050A30"/>
            </a:solidFill>
          </p:spPr>
          <p:txBody>
            <a:bodyPr/>
            <a:lstStyle/>
            <a:p>
              <a:endParaRPr lang="es-GT"/>
            </a:p>
          </p:txBody>
        </p:sp>
        <p:sp>
          <p:nvSpPr>
            <p:cNvPr id="8" name="TextBox 8">
              <a:extLst>
                <a:ext uri="{FF2B5EF4-FFF2-40B4-BE49-F238E27FC236}">
                  <a16:creationId xmlns:a16="http://schemas.microsoft.com/office/drawing/2014/main" id="{D4C0188C-9E71-E11A-3920-AAE3E6FAA0E7}"/>
                </a:ext>
              </a:extLst>
            </p:cNvPr>
            <p:cNvSpPr txBox="1"/>
            <p:nvPr/>
          </p:nvSpPr>
          <p:spPr>
            <a:xfrm>
              <a:off x="0" y="-47625"/>
              <a:ext cx="538662" cy="5564575"/>
            </a:xfrm>
            <a:prstGeom prst="rect">
              <a:avLst/>
            </a:prstGeom>
          </p:spPr>
          <p:txBody>
            <a:bodyPr lIns="50800" tIns="50800" rIns="50800" bIns="50800" rtlCol="0" anchor="ctr"/>
            <a:lstStyle/>
            <a:p>
              <a:pPr algn="ctr">
                <a:lnSpc>
                  <a:spcPts val="3079"/>
                </a:lnSpc>
              </a:pPr>
              <a:endParaRPr/>
            </a:p>
          </p:txBody>
        </p:sp>
      </p:grpSp>
      <p:grpSp>
        <p:nvGrpSpPr>
          <p:cNvPr id="9" name="Group 9">
            <a:extLst>
              <a:ext uri="{FF2B5EF4-FFF2-40B4-BE49-F238E27FC236}">
                <a16:creationId xmlns:a16="http://schemas.microsoft.com/office/drawing/2014/main" id="{CBDA54D4-C845-A74E-70FA-1FEE9D3CA64A}"/>
              </a:ext>
            </a:extLst>
          </p:cNvPr>
          <p:cNvGrpSpPr/>
          <p:nvPr/>
        </p:nvGrpSpPr>
        <p:grpSpPr>
          <a:xfrm rot="2700000">
            <a:off x="13734331" y="93713"/>
            <a:ext cx="4685776" cy="1567256"/>
            <a:chOff x="0" y="0"/>
            <a:chExt cx="1234114" cy="412775"/>
          </a:xfrm>
        </p:grpSpPr>
        <p:sp>
          <p:nvSpPr>
            <p:cNvPr id="10" name="Freeform 10">
              <a:extLst>
                <a:ext uri="{FF2B5EF4-FFF2-40B4-BE49-F238E27FC236}">
                  <a16:creationId xmlns:a16="http://schemas.microsoft.com/office/drawing/2014/main" id="{CCB9E3E6-31E2-1445-71D8-BC7EACB8D78D}"/>
                </a:ext>
              </a:extLst>
            </p:cNvPr>
            <p:cNvSpPr/>
            <p:nvPr/>
          </p:nvSpPr>
          <p:spPr>
            <a:xfrm>
              <a:off x="0" y="0"/>
              <a:ext cx="1234114" cy="412775"/>
            </a:xfrm>
            <a:custGeom>
              <a:avLst/>
              <a:gdLst/>
              <a:ahLst/>
              <a:cxnLst/>
              <a:rect l="l" t="t" r="r" b="b"/>
              <a:pathLst>
                <a:path w="1234114" h="412775">
                  <a:moveTo>
                    <a:pt x="0" y="0"/>
                  </a:moveTo>
                  <a:lnTo>
                    <a:pt x="1234114" y="0"/>
                  </a:lnTo>
                  <a:lnTo>
                    <a:pt x="1234114" y="412775"/>
                  </a:lnTo>
                  <a:lnTo>
                    <a:pt x="0" y="412775"/>
                  </a:lnTo>
                  <a:close/>
                </a:path>
              </a:pathLst>
            </a:custGeom>
            <a:solidFill>
              <a:srgbClr val="CAE8FF"/>
            </a:solidFill>
          </p:spPr>
          <p:txBody>
            <a:bodyPr/>
            <a:lstStyle/>
            <a:p>
              <a:endParaRPr lang="es-GT"/>
            </a:p>
          </p:txBody>
        </p:sp>
        <p:sp>
          <p:nvSpPr>
            <p:cNvPr id="11" name="TextBox 11">
              <a:extLst>
                <a:ext uri="{FF2B5EF4-FFF2-40B4-BE49-F238E27FC236}">
                  <a16:creationId xmlns:a16="http://schemas.microsoft.com/office/drawing/2014/main" id="{4E1AF629-A29E-584A-38A9-831CB380D88A}"/>
                </a:ext>
              </a:extLst>
            </p:cNvPr>
            <p:cNvSpPr txBox="1"/>
            <p:nvPr/>
          </p:nvSpPr>
          <p:spPr>
            <a:xfrm>
              <a:off x="0" y="-47625"/>
              <a:ext cx="1234114" cy="460400"/>
            </a:xfrm>
            <a:prstGeom prst="rect">
              <a:avLst/>
            </a:prstGeom>
          </p:spPr>
          <p:txBody>
            <a:bodyPr lIns="50800" tIns="50800" rIns="50800" bIns="50800" rtlCol="0" anchor="ctr"/>
            <a:lstStyle/>
            <a:p>
              <a:pPr algn="ctr">
                <a:lnSpc>
                  <a:spcPts val="2800"/>
                </a:lnSpc>
              </a:pPr>
              <a:endParaRPr/>
            </a:p>
          </p:txBody>
        </p:sp>
      </p:grpSp>
      <p:sp>
        <p:nvSpPr>
          <p:cNvPr id="12" name="TextBox 12">
            <a:extLst>
              <a:ext uri="{FF2B5EF4-FFF2-40B4-BE49-F238E27FC236}">
                <a16:creationId xmlns:a16="http://schemas.microsoft.com/office/drawing/2014/main" id="{9CE0D3EC-51B2-29A7-929D-335CC9FFF8D7}"/>
              </a:ext>
            </a:extLst>
          </p:cNvPr>
          <p:cNvSpPr txBox="1"/>
          <p:nvPr/>
        </p:nvSpPr>
        <p:spPr>
          <a:xfrm>
            <a:off x="2392342" y="4148709"/>
            <a:ext cx="13503315" cy="1015471"/>
          </a:xfrm>
          <a:prstGeom prst="rect">
            <a:avLst/>
          </a:prstGeom>
        </p:spPr>
        <p:txBody>
          <a:bodyPr lIns="0" tIns="0" rIns="0" bIns="0" rtlCol="0" anchor="t">
            <a:spAutoFit/>
          </a:bodyPr>
          <a:lstStyle/>
          <a:p>
            <a:pPr algn="ctr">
              <a:lnSpc>
                <a:spcPts val="7797"/>
              </a:lnSpc>
            </a:pPr>
            <a:r>
              <a:rPr lang="en-US" sz="6900" b="1" dirty="0" err="1">
                <a:solidFill>
                  <a:srgbClr val="050A30"/>
                </a:solidFill>
                <a:latin typeface="HK Grotesk Bold"/>
                <a:ea typeface="HK Grotesk Bold"/>
                <a:cs typeface="HK Grotesk Bold"/>
                <a:sym typeface="HK Grotesk Bold"/>
              </a:rPr>
              <a:t>Actividad</a:t>
            </a:r>
            <a:r>
              <a:rPr lang="en-US" sz="6900" b="1" dirty="0">
                <a:solidFill>
                  <a:srgbClr val="050A30"/>
                </a:solidFill>
                <a:latin typeface="HK Grotesk Bold"/>
                <a:ea typeface="HK Grotesk Bold"/>
                <a:cs typeface="HK Grotesk Bold"/>
                <a:sym typeface="HK Grotesk Bold"/>
              </a:rPr>
              <a:t> </a:t>
            </a:r>
            <a:r>
              <a:rPr lang="en-US" sz="6900" b="1" dirty="0" err="1">
                <a:solidFill>
                  <a:srgbClr val="050A30"/>
                </a:solidFill>
                <a:latin typeface="HK Grotesk Bold"/>
                <a:ea typeface="HK Grotesk Bold"/>
                <a:cs typeface="HK Grotesk Bold"/>
                <a:sym typeface="HK Grotesk Bold"/>
              </a:rPr>
              <a:t>Práctica</a:t>
            </a:r>
            <a:endParaRPr lang="en-US" sz="6900" b="1" dirty="0">
              <a:solidFill>
                <a:srgbClr val="050A30"/>
              </a:solidFill>
              <a:latin typeface="HK Grotesk Bold"/>
              <a:ea typeface="HK Grotesk Bold"/>
              <a:cs typeface="HK Grotesk Bold"/>
              <a:sym typeface="HK Grotesk Bold"/>
            </a:endParaRPr>
          </a:p>
        </p:txBody>
      </p:sp>
    </p:spTree>
    <p:extLst>
      <p:ext uri="{BB962C8B-B14F-4D97-AF65-F5344CB8AC3E}">
        <p14:creationId xmlns:p14="http://schemas.microsoft.com/office/powerpoint/2010/main" val="3676367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g385e2d797db_0_12"/>
          <p:cNvPicPr preferRelativeResize="0"/>
          <p:nvPr/>
        </p:nvPicPr>
        <p:blipFill rotWithShape="1">
          <a:blip r:embed="rId3">
            <a:alphaModFix amt="62000"/>
          </a:blip>
          <a:srcRect/>
          <a:stretch/>
        </p:blipFill>
        <p:spPr>
          <a:xfrm>
            <a:off x="16902" y="0"/>
            <a:ext cx="18254198" cy="10287001"/>
          </a:xfrm>
          <a:prstGeom prst="rect">
            <a:avLst/>
          </a:prstGeom>
          <a:noFill/>
          <a:ln>
            <a:noFill/>
          </a:ln>
        </p:spPr>
      </p:pic>
      <p:graphicFrame>
        <p:nvGraphicFramePr>
          <p:cNvPr id="206" name="Google Shape;206;g385e2d797db_0_12"/>
          <p:cNvGraphicFramePr/>
          <p:nvPr/>
        </p:nvGraphicFramePr>
        <p:xfrm>
          <a:off x="16900" y="1507250"/>
          <a:ext cx="10459750" cy="2803980"/>
        </p:xfrm>
        <a:graphic>
          <a:graphicData uri="http://schemas.openxmlformats.org/drawingml/2006/table">
            <a:tbl>
              <a:tblPr>
                <a:noFill/>
              </a:tblPr>
              <a:tblGrid>
                <a:gridCol w="5533100">
                  <a:extLst>
                    <a:ext uri="{9D8B030D-6E8A-4147-A177-3AD203B41FA5}">
                      <a16:colId xmlns:a16="http://schemas.microsoft.com/office/drawing/2014/main" val="20000"/>
                    </a:ext>
                  </a:extLst>
                </a:gridCol>
                <a:gridCol w="4926650">
                  <a:extLst>
                    <a:ext uri="{9D8B030D-6E8A-4147-A177-3AD203B41FA5}">
                      <a16:colId xmlns:a16="http://schemas.microsoft.com/office/drawing/2014/main" val="20001"/>
                    </a:ext>
                  </a:extLst>
                </a:gridCol>
              </a:tblGrid>
              <a:tr h="6449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Nombre de la actividad:</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26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Cantidad de participantes:</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57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Doy fe que esta actividad está planificada en dtt (Sí/No):</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07" name="Google Shape;207;g385e2d797db_0_12"/>
          <p:cNvSpPr txBox="1"/>
          <p:nvPr/>
        </p:nvSpPr>
        <p:spPr>
          <a:xfrm>
            <a:off x="0" y="4281900"/>
            <a:ext cx="18037800" cy="8004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Participantes: llenar las siguientes cajas de texto (tomar información del chat del meet)</a:t>
            </a:r>
            <a:endParaRPr sz="2800" b="1" i="0" u="none" strike="noStrike" cap="none">
              <a:solidFill>
                <a:srgbClr val="000000"/>
              </a:solidFill>
              <a:latin typeface="Arial"/>
              <a:ea typeface="Arial"/>
              <a:cs typeface="Arial"/>
              <a:sym typeface="Arial"/>
            </a:endParaRPr>
          </a:p>
        </p:txBody>
      </p:sp>
      <p:sp>
        <p:nvSpPr>
          <p:cNvPr id="208" name="Google Shape;208;g385e2d797db_0_12"/>
          <p:cNvSpPr txBox="1"/>
          <p:nvPr/>
        </p:nvSpPr>
        <p:spPr>
          <a:xfrm>
            <a:off x="16900" y="4955800"/>
            <a:ext cx="6167400" cy="738900"/>
          </a:xfrm>
          <a:prstGeom prst="rect">
            <a:avLst/>
          </a:prstGeom>
          <a:noFill/>
          <a:ln w="19050" cap="flat" cmpd="sng">
            <a:solidFill>
              <a:schemeClr val="dk1"/>
            </a:solidFill>
            <a:prstDash val="solid"/>
            <a:round/>
            <a:headEnd type="none" w="sm" len="sm"/>
            <a:tailEnd type="none" w="sm" len="sm"/>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graphicFrame>
        <p:nvGraphicFramePr>
          <p:cNvPr id="209" name="Google Shape;209;g385e2d797db_0_12"/>
          <p:cNvGraphicFramePr/>
          <p:nvPr/>
        </p:nvGraphicFramePr>
        <p:xfrm>
          <a:off x="10656400" y="1940050"/>
          <a:ext cx="7381150" cy="2377260"/>
        </p:xfrm>
        <a:graphic>
          <a:graphicData uri="http://schemas.openxmlformats.org/drawingml/2006/table">
            <a:tbl>
              <a:tblPr>
                <a:noFill/>
              </a:tblPr>
              <a:tblGrid>
                <a:gridCol w="3036400">
                  <a:extLst>
                    <a:ext uri="{9D8B030D-6E8A-4147-A177-3AD203B41FA5}">
                      <a16:colId xmlns:a16="http://schemas.microsoft.com/office/drawing/2014/main" val="20000"/>
                    </a:ext>
                  </a:extLst>
                </a:gridCol>
                <a:gridCol w="4344750">
                  <a:extLst>
                    <a:ext uri="{9D8B030D-6E8A-4147-A177-3AD203B41FA5}">
                      <a16:colId xmlns:a16="http://schemas.microsoft.com/office/drawing/2014/main" val="20001"/>
                    </a:ext>
                  </a:extLst>
                </a:gridCol>
              </a:tblGrid>
              <a:tr h="6449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Hora de inicio:</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26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Hora de fin:</a:t>
                      </a:r>
                      <a:endParaRPr sz="2800" b="1" u="none" strike="noStrike" cap="none">
                        <a:solidFill>
                          <a:schemeClr val="dk1"/>
                        </a:solidFill>
                      </a:endParaRPr>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57200">
                <a:tc>
                  <a:txBody>
                    <a:bodyPr/>
                    <a:lstStyle/>
                    <a:p>
                      <a:pPr marL="0" marR="0" lvl="0" indent="0" algn="l" rtl="0">
                        <a:lnSpc>
                          <a:spcPct val="100000"/>
                        </a:lnSpc>
                        <a:spcBef>
                          <a:spcPts val="0"/>
                        </a:spcBef>
                        <a:spcAft>
                          <a:spcPts val="0"/>
                        </a:spcAft>
                        <a:buClr>
                          <a:schemeClr val="dk1"/>
                        </a:buClr>
                        <a:buSzPts val="2000"/>
                        <a:buFont typeface="Arial"/>
                        <a:buNone/>
                      </a:pPr>
                      <a:r>
                        <a:rPr lang="en-US" sz="2800" b="1" u="none" strike="noStrike" cap="none">
                          <a:solidFill>
                            <a:schemeClr val="dk1"/>
                          </a:solidFill>
                        </a:rPr>
                        <a:t>Duración (min):</a:t>
                      </a:r>
                      <a:endParaRPr sz="1000" b="1"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10" name="Google Shape;210;g385e2d797db_0_12"/>
          <p:cNvSpPr txBox="1"/>
          <p:nvPr/>
        </p:nvSpPr>
        <p:spPr>
          <a:xfrm>
            <a:off x="6261600" y="4955800"/>
            <a:ext cx="6167400" cy="738900"/>
          </a:xfrm>
          <a:prstGeom prst="rect">
            <a:avLst/>
          </a:prstGeom>
          <a:noFill/>
          <a:ln w="19050" cap="flat" cmpd="sng">
            <a:solidFill>
              <a:schemeClr val="dk1"/>
            </a:solidFill>
            <a:prstDash val="solid"/>
            <a:round/>
            <a:headEnd type="none" w="sm" len="sm"/>
            <a:tailEnd type="none" w="sm" len="sm"/>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211" name="Google Shape;211;g385e2d797db_0_12"/>
          <p:cNvSpPr txBox="1"/>
          <p:nvPr/>
        </p:nvSpPr>
        <p:spPr>
          <a:xfrm>
            <a:off x="12506300" y="4955800"/>
            <a:ext cx="5764800" cy="738900"/>
          </a:xfrm>
          <a:prstGeom prst="rect">
            <a:avLst/>
          </a:prstGeom>
          <a:noFill/>
          <a:ln w="19050" cap="flat" cmpd="sng">
            <a:solidFill>
              <a:schemeClr val="dk1"/>
            </a:solidFill>
            <a:prstDash val="solid"/>
            <a:round/>
            <a:headEnd type="none" w="sm" len="sm"/>
            <a:tailEnd type="none" w="sm" len="sm"/>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TextBox 2"/>
          <p:cNvSpPr txBox="1"/>
          <p:nvPr/>
        </p:nvSpPr>
        <p:spPr>
          <a:xfrm>
            <a:off x="4437795" y="3446254"/>
            <a:ext cx="8658828" cy="2438527"/>
          </a:xfrm>
          <a:prstGeom prst="rect">
            <a:avLst/>
          </a:prstGeom>
        </p:spPr>
        <p:txBody>
          <a:bodyPr lIns="0" tIns="0" rIns="0" bIns="0" rtlCol="0" anchor="t">
            <a:spAutoFit/>
          </a:bodyPr>
          <a:lstStyle/>
          <a:p>
            <a:pPr algn="just">
              <a:lnSpc>
                <a:spcPts val="6343"/>
              </a:lnSpc>
            </a:pPr>
            <a:r>
              <a:rPr lang="en-US" sz="6099" b="1">
                <a:solidFill>
                  <a:srgbClr val="F4F6FC"/>
                </a:solidFill>
                <a:latin typeface="HK Grotesk Bold"/>
                <a:ea typeface="HK Grotesk Bold"/>
                <a:cs typeface="HK Grotesk Bold"/>
                <a:sym typeface="HK Grotesk Bold"/>
              </a:rPr>
              <a:t>¡GRACIAS POR su  ATENCIÓN!</a:t>
            </a:r>
          </a:p>
          <a:p>
            <a:pPr algn="just">
              <a:lnSpc>
                <a:spcPts val="6343"/>
              </a:lnSpc>
            </a:pPr>
            <a:endParaRPr lang="en-US" sz="6099" b="1">
              <a:solidFill>
                <a:srgbClr val="F4F6FC"/>
              </a:solidFill>
              <a:latin typeface="HK Grotesk Bold"/>
              <a:ea typeface="HK Grotesk Bold"/>
              <a:cs typeface="HK Grotesk Bold"/>
              <a:sym typeface="HK Grotesk Bold"/>
            </a:endParaRPr>
          </a:p>
        </p:txBody>
      </p:sp>
      <p:sp>
        <p:nvSpPr>
          <p:cNvPr id="3" name="TextBox 3"/>
          <p:cNvSpPr txBox="1"/>
          <p:nvPr/>
        </p:nvSpPr>
        <p:spPr>
          <a:xfrm>
            <a:off x="5414714" y="5958103"/>
            <a:ext cx="6704991" cy="898525"/>
          </a:xfrm>
          <a:prstGeom prst="rect">
            <a:avLst/>
          </a:prstGeom>
        </p:spPr>
        <p:txBody>
          <a:bodyPr lIns="0" tIns="0" rIns="0" bIns="0" rtlCol="0" anchor="t">
            <a:spAutoFit/>
          </a:bodyPr>
          <a:lstStyle/>
          <a:p>
            <a:pPr algn="ctr">
              <a:lnSpc>
                <a:spcPts val="7400"/>
              </a:lnSpc>
            </a:pPr>
            <a:r>
              <a:rPr lang="en-US" sz="5000" b="1" spc="400">
                <a:solidFill>
                  <a:srgbClr val="F4F6FC"/>
                </a:solidFill>
                <a:latin typeface="HK Grotesk Bold"/>
                <a:ea typeface="HK Grotesk Bold"/>
                <a:cs typeface="HK Grotesk Bold"/>
                <a:sym typeface="HK Grotesk Bold"/>
              </a:rPr>
              <a:t>DUDAS</a:t>
            </a:r>
          </a:p>
        </p:txBody>
      </p:sp>
      <p:sp>
        <p:nvSpPr>
          <p:cNvPr id="4" name="Freeform 4"/>
          <p:cNvSpPr/>
          <p:nvPr/>
        </p:nvSpPr>
        <p:spPr>
          <a:xfrm>
            <a:off x="13963751" y="1028700"/>
            <a:ext cx="2757268" cy="3770970"/>
          </a:xfrm>
          <a:custGeom>
            <a:avLst/>
            <a:gdLst/>
            <a:ahLst/>
            <a:cxnLst/>
            <a:rect l="l" t="t" r="r" b="b"/>
            <a:pathLst>
              <a:path w="2757268" h="3770970">
                <a:moveTo>
                  <a:pt x="0" y="0"/>
                </a:moveTo>
                <a:lnTo>
                  <a:pt x="2757268" y="0"/>
                </a:lnTo>
                <a:lnTo>
                  <a:pt x="2757268" y="3770970"/>
                </a:lnTo>
                <a:lnTo>
                  <a:pt x="0" y="3770970"/>
                </a:lnTo>
                <a:lnTo>
                  <a:pt x="0" y="0"/>
                </a:lnTo>
                <a:close/>
              </a:path>
            </a:pathLst>
          </a:custGeom>
          <a:blipFill>
            <a:blip r:embed="rId2"/>
            <a:stretch>
              <a:fillRect/>
            </a:stretch>
          </a:blipFill>
        </p:spPr>
        <p:txBody>
          <a:bodyPr/>
          <a:lstStyle/>
          <a:p>
            <a:endParaRPr lang="es-GT"/>
          </a:p>
        </p:txBody>
      </p:sp>
      <p:sp>
        <p:nvSpPr>
          <p:cNvPr id="5" name="TextBox 5"/>
          <p:cNvSpPr txBox="1"/>
          <p:nvPr/>
        </p:nvSpPr>
        <p:spPr>
          <a:xfrm>
            <a:off x="2411098" y="7890210"/>
            <a:ext cx="13465804" cy="357505"/>
          </a:xfrm>
          <a:prstGeom prst="rect">
            <a:avLst/>
          </a:prstGeom>
        </p:spPr>
        <p:txBody>
          <a:bodyPr lIns="0" tIns="0" rIns="0" bIns="0" rtlCol="0" anchor="t">
            <a:spAutoFit/>
          </a:bodyPr>
          <a:lstStyle/>
          <a:p>
            <a:pPr algn="ctr">
              <a:lnSpc>
                <a:spcPts val="2960"/>
              </a:lnSpc>
            </a:pPr>
            <a:r>
              <a:rPr lang="en-US" sz="2000" b="1">
                <a:solidFill>
                  <a:srgbClr val="F4F6FC"/>
                </a:solidFill>
                <a:latin typeface="HK Grotesk Medium"/>
                <a:ea typeface="HK Grotesk Medium"/>
                <a:cs typeface="HK Grotesk Medium"/>
                <a:sym typeface="HK Grotesk Medium"/>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1249</Words>
  <Application>Microsoft Office PowerPoint</Application>
  <PresentationFormat>Personalizado</PresentationFormat>
  <Paragraphs>146</Paragraphs>
  <Slides>22</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22</vt:i4>
      </vt:variant>
    </vt:vector>
  </HeadingPairs>
  <TitlesOfParts>
    <vt:vector size="31" baseType="lpstr">
      <vt:lpstr>HK Grotesk Bold</vt:lpstr>
      <vt:lpstr>HK Grotesk</vt:lpstr>
      <vt:lpstr>HK Grotesk Medium</vt:lpstr>
      <vt:lpstr>Calibri</vt:lpstr>
      <vt:lpstr>Arial Bold</vt:lpstr>
      <vt:lpstr>Aptos</vt:lpstr>
      <vt:lpstr>Arial</vt:lpstr>
      <vt:lpstr>Arimo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05</dc:title>
  <cp:lastModifiedBy>Robin Buezo</cp:lastModifiedBy>
  <cp:revision>1</cp:revision>
  <dcterms:created xsi:type="dcterms:W3CDTF">2006-08-16T00:00:00Z</dcterms:created>
  <dcterms:modified xsi:type="dcterms:W3CDTF">2025-11-01T05:02:10Z</dcterms:modified>
  <dc:identifier>DAGn8l0tC0o</dc:identifier>
</cp:coreProperties>
</file>