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3200400" cy="1828800"/>
  <p:notesSz cx="6858000" cy="9144000"/>
  <p:embeddedFontLst>
    <p:embeddedFont>
      <p:font typeface="Anonymous Pro" panose="020B0604020202020204" charset="0"/>
      <p:regular r:id="rId13"/>
    </p:embeddedFont>
    <p:embeddedFont>
      <p:font typeface="Arial Bold" panose="020B0704020202020204" pitchFamily="34" charset="0"/>
      <p:regular r:id="rId14"/>
      <p:bold r:id="rId15"/>
    </p:embeddedFont>
    <p:embeddedFont>
      <p:font typeface="Arimo" panose="020B0604020202020204" charset="0"/>
      <p:regular r:id="rId16"/>
    </p:embeddedFont>
    <p:embeddedFont>
      <p:font typeface="Glacial Indifference" panose="020B0604020202020204" charset="0"/>
      <p:regular r:id="rId17"/>
    </p:embeddedFont>
    <p:embeddedFont>
      <p:font typeface="Montaser Arabic Bold" panose="020B0604020202020204" charset="-78"/>
      <p:regular r:id="rId18"/>
    </p:embeddedFont>
    <p:embeddedFont>
      <p:font typeface="Nunito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8C91FA-7FB5-4C83-B7DE-2AAE8579ED19}" v="2" dt="2025-10-31T21:25:48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74" d="100"/>
          <a:sy n="274" d="100"/>
        </p:scale>
        <p:origin x="183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Buezo" userId="d44e5f3f-39a8-4f70-a374-9ef0db0805cd" providerId="ADAL" clId="{996B3292-AC6C-4302-9B50-82325D2A977A}"/>
    <pc:docChg chg="undo redo custSel modSld">
      <pc:chgData name="Robin Buezo" userId="d44e5f3f-39a8-4f70-a374-9ef0db0805cd" providerId="ADAL" clId="{996B3292-AC6C-4302-9B50-82325D2A977A}" dt="2025-10-31T21:26:20.608" v="235" actId="1076"/>
      <pc:docMkLst>
        <pc:docMk/>
      </pc:docMkLst>
      <pc:sldChg chg="modSp mod">
        <pc:chgData name="Robin Buezo" userId="d44e5f3f-39a8-4f70-a374-9ef0db0805cd" providerId="ADAL" clId="{996B3292-AC6C-4302-9B50-82325D2A977A}" dt="2025-10-31T21:12:12.786" v="21" actId="14100"/>
        <pc:sldMkLst>
          <pc:docMk/>
          <pc:sldMk cId="0" sldId="256"/>
        </pc:sldMkLst>
        <pc:spChg chg="mod">
          <ac:chgData name="Robin Buezo" userId="d44e5f3f-39a8-4f70-a374-9ef0db0805cd" providerId="ADAL" clId="{996B3292-AC6C-4302-9B50-82325D2A977A}" dt="2025-10-31T21:12:12.786" v="21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11:56.765" v="20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0-31T21:13:05.208" v="81" actId="20577"/>
        <pc:sldMkLst>
          <pc:docMk/>
          <pc:sldMk cId="0" sldId="258"/>
        </pc:sldMkLst>
        <pc:spChg chg="mod">
          <ac:chgData name="Robin Buezo" userId="d44e5f3f-39a8-4f70-a374-9ef0db0805cd" providerId="ADAL" clId="{996B3292-AC6C-4302-9B50-82325D2A977A}" dt="2025-10-31T21:12:55.151" v="52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12:48.571" v="36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13:05.208" v="81" actId="20577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0-31T21:13:59.243" v="119" actId="20577"/>
        <pc:sldMkLst>
          <pc:docMk/>
          <pc:sldMk cId="0" sldId="259"/>
        </pc:sldMkLst>
        <pc:spChg chg="mod">
          <ac:chgData name="Robin Buezo" userId="d44e5f3f-39a8-4f70-a374-9ef0db0805cd" providerId="ADAL" clId="{996B3292-AC6C-4302-9B50-82325D2A977A}" dt="2025-10-31T21:13:42.926" v="98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13:59.243" v="119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13:49.697" v="106" actId="20577"/>
          <ac:spMkLst>
            <pc:docMk/>
            <pc:sldMk cId="0" sldId="259"/>
            <ac:spMk id="13" creationId="{00000000-0000-0000-0000-000000000000}"/>
          </ac:spMkLst>
        </pc:spChg>
      </pc:sldChg>
      <pc:sldChg chg="addSp delSp modSp mod">
        <pc:chgData name="Robin Buezo" userId="d44e5f3f-39a8-4f70-a374-9ef0db0805cd" providerId="ADAL" clId="{996B3292-AC6C-4302-9B50-82325D2A977A}" dt="2025-10-31T21:15:17.044" v="199" actId="478"/>
        <pc:sldMkLst>
          <pc:docMk/>
          <pc:sldMk cId="0" sldId="260"/>
        </pc:sldMkLst>
        <pc:spChg chg="add del">
          <ac:chgData name="Robin Buezo" userId="d44e5f3f-39a8-4f70-a374-9ef0db0805cd" providerId="ADAL" clId="{996B3292-AC6C-4302-9B50-82325D2A977A}" dt="2025-10-31T21:15:15.201" v="198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14:46.898" v="167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14:59.743" v="191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14:54.568" v="177" actId="20577"/>
          <ac:spMkLst>
            <pc:docMk/>
            <pc:sldMk cId="0" sldId="260"/>
            <ac:spMk id="13" creationId="{00000000-0000-0000-0000-000000000000}"/>
          </ac:spMkLst>
        </pc:spChg>
        <pc:spChg chg="del">
          <ac:chgData name="Robin Buezo" userId="d44e5f3f-39a8-4f70-a374-9ef0db0805cd" providerId="ADAL" clId="{996B3292-AC6C-4302-9B50-82325D2A977A}" dt="2025-10-31T21:15:07.051" v="192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Robin Buezo" userId="d44e5f3f-39a8-4f70-a374-9ef0db0805cd" providerId="ADAL" clId="{996B3292-AC6C-4302-9B50-82325D2A977A}" dt="2025-10-31T21:15:17.044" v="199" actId="478"/>
          <ac:spMkLst>
            <pc:docMk/>
            <pc:sldMk cId="0" sldId="260"/>
            <ac:spMk id="15" creationId="{00000000-0000-0000-0000-000000000000}"/>
          </ac:spMkLst>
        </pc:spChg>
        <pc:spChg chg="del mod">
          <ac:chgData name="Robin Buezo" userId="d44e5f3f-39a8-4f70-a374-9ef0db0805cd" providerId="ADAL" clId="{996B3292-AC6C-4302-9B50-82325D2A977A}" dt="2025-10-31T21:15:08.435" v="194" actId="478"/>
          <ac:spMkLst>
            <pc:docMk/>
            <pc:sldMk cId="0" sldId="260"/>
            <ac:spMk id="16" creationId="{00000000-0000-0000-0000-000000000000}"/>
          </ac:spMkLst>
        </pc:spChg>
      </pc:sldChg>
      <pc:sldChg chg="addSp delSp modSp mod">
        <pc:chgData name="Robin Buezo" userId="d44e5f3f-39a8-4f70-a374-9ef0db0805cd" providerId="ADAL" clId="{996B3292-AC6C-4302-9B50-82325D2A977A}" dt="2025-10-31T21:22:04.808" v="205" actId="1076"/>
        <pc:sldMkLst>
          <pc:docMk/>
          <pc:sldMk cId="0" sldId="263"/>
        </pc:sldMkLst>
        <pc:spChg chg="del">
          <ac:chgData name="Robin Buezo" userId="d44e5f3f-39a8-4f70-a374-9ef0db0805cd" providerId="ADAL" clId="{996B3292-AC6C-4302-9B50-82325D2A977A}" dt="2025-10-31T21:21:59.029" v="200" actId="478"/>
          <ac:spMkLst>
            <pc:docMk/>
            <pc:sldMk cId="0" sldId="263"/>
            <ac:spMk id="9" creationId="{00000000-0000-0000-0000-000000000000}"/>
          </ac:spMkLst>
        </pc:spChg>
        <pc:picChg chg="add mod">
          <ac:chgData name="Robin Buezo" userId="d44e5f3f-39a8-4f70-a374-9ef0db0805cd" providerId="ADAL" clId="{996B3292-AC6C-4302-9B50-82325D2A977A}" dt="2025-10-31T21:22:04.808" v="205" actId="1076"/>
          <ac:picMkLst>
            <pc:docMk/>
            <pc:sldMk cId="0" sldId="263"/>
            <ac:picMk id="12" creationId="{36472D97-19BC-36A2-FB29-07D8CBEE3EC7}"/>
          </ac:picMkLst>
        </pc:picChg>
      </pc:sldChg>
      <pc:sldChg chg="addSp modSp mod">
        <pc:chgData name="Robin Buezo" userId="d44e5f3f-39a8-4f70-a374-9ef0db0805cd" providerId="ADAL" clId="{996B3292-AC6C-4302-9B50-82325D2A977A}" dt="2025-10-31T21:26:20.608" v="235" actId="1076"/>
        <pc:sldMkLst>
          <pc:docMk/>
          <pc:sldMk cId="0" sldId="265"/>
        </pc:sldMkLst>
        <pc:spChg chg="mod">
          <ac:chgData name="Robin Buezo" userId="d44e5f3f-39a8-4f70-a374-9ef0db0805cd" providerId="ADAL" clId="{996B3292-AC6C-4302-9B50-82325D2A977A}" dt="2025-10-31T21:26:10.118" v="233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0-31T21:22:54.322" v="206" actId="1076"/>
          <ac:spMkLst>
            <pc:docMk/>
            <pc:sldMk cId="0" sldId="265"/>
            <ac:spMk id="9" creationId="{00000000-0000-0000-0000-000000000000}"/>
          </ac:spMkLst>
        </pc:spChg>
        <pc:spChg chg="add mod">
          <ac:chgData name="Robin Buezo" userId="d44e5f3f-39a8-4f70-a374-9ef0db0805cd" providerId="ADAL" clId="{996B3292-AC6C-4302-9B50-82325D2A977A}" dt="2025-10-31T21:26:20.608" v="235" actId="1076"/>
          <ac:spMkLst>
            <pc:docMk/>
            <pc:sldMk cId="0" sldId="265"/>
            <ac:spMk id="10" creationId="{65470ED9-BDAC-7415-9FBC-454ED7540D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03559">
                <a:moveTo>
                  <a:pt x="0" y="0"/>
                </a:moveTo>
                <a:lnTo>
                  <a:pt x="3200400" y="0"/>
                </a:lnTo>
                <a:lnTo>
                  <a:pt x="3200400" y="1803559"/>
                </a:lnTo>
                <a:lnTo>
                  <a:pt x="0" y="180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662268"/>
              </p:ext>
            </p:extLst>
          </p:nvPr>
        </p:nvGraphicFramePr>
        <p:xfrm>
          <a:off x="1865360" y="340137"/>
          <a:ext cx="1258840" cy="229852"/>
        </p:xfrm>
        <a:graphic>
          <a:graphicData uri="http://schemas.openxmlformats.org/drawingml/2006/table">
            <a:tbl>
              <a:tblPr/>
              <a:tblGrid>
                <a:gridCol w="517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597"/>
                        </a:lnSpc>
                        <a:defRPr/>
                      </a:pPr>
                      <a:r>
                        <a:rPr lang="en-US" sz="497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16029" marR="16029" marT="16029" marB="16029" anchor="ctr">
                    <a:lnL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697"/>
                        </a:lnSpc>
                        <a:defRPr/>
                      </a:pPr>
                      <a:r>
                        <a:rPr lang="en-US" sz="497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Viérnes</a:t>
                      </a:r>
                      <a:r>
                        <a:rPr lang="en-US" sz="497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, XX-XX-XXXX</a:t>
                      </a:r>
                      <a:endParaRPr lang="en-US" sz="1100" dirty="0"/>
                    </a:p>
                  </a:txBody>
                  <a:tcPr marL="16029" marR="16029" marT="16029" marB="16029" anchor="ctr">
                    <a:lnL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597"/>
                        </a:lnSpc>
                        <a:defRPr/>
                      </a:pPr>
                      <a:r>
                        <a:rPr lang="en-US" sz="497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16029" marR="16029" marT="16029" marB="16029" anchor="ctr">
                    <a:lnL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697"/>
                        </a:lnSpc>
                        <a:defRPr/>
                      </a:pPr>
                      <a:r>
                        <a:rPr lang="en-US" sz="497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 dirty="0"/>
                    </a:p>
                  </a:txBody>
                  <a:tcPr marL="16029" marR="16029" marT="16029" marB="16029" anchor="ctr">
                    <a:lnL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674513" y="785531"/>
            <a:ext cx="1667910" cy="18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2"/>
              </a:lnSpc>
            </a:pPr>
            <a:r>
              <a:rPr lang="en-US" sz="1051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</a:t>
            </a:r>
            <a:r>
              <a:rPr lang="en-US" sz="105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Artificial 1 [A]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4316" y="1022589"/>
            <a:ext cx="1228304" cy="131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sz="87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auxiliar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460229" y="651210"/>
            <a:ext cx="1554814" cy="155481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6500" y="16500"/>
              <a:ext cx="779800" cy="779800"/>
            </a:xfrm>
            <a:custGeom>
              <a:avLst/>
              <a:gdLst/>
              <a:ahLst/>
              <a:cxnLst/>
              <a:rect l="l" t="t" r="r" b="b"/>
              <a:pathLst>
                <a:path w="779800" h="779800">
                  <a:moveTo>
                    <a:pt x="418067" y="11667"/>
                  </a:moveTo>
                  <a:lnTo>
                    <a:pt x="768133" y="361733"/>
                  </a:lnTo>
                  <a:cubicBezTo>
                    <a:pt x="775603" y="369203"/>
                    <a:pt x="779800" y="379335"/>
                    <a:pt x="779800" y="389900"/>
                  </a:cubicBezTo>
                  <a:cubicBezTo>
                    <a:pt x="779800" y="400465"/>
                    <a:pt x="775603" y="410597"/>
                    <a:pt x="768133" y="418067"/>
                  </a:cubicBezTo>
                  <a:lnTo>
                    <a:pt x="418067" y="768133"/>
                  </a:lnTo>
                  <a:cubicBezTo>
                    <a:pt x="410597" y="775603"/>
                    <a:pt x="400465" y="779800"/>
                    <a:pt x="389900" y="779800"/>
                  </a:cubicBezTo>
                  <a:cubicBezTo>
                    <a:pt x="379335" y="779800"/>
                    <a:pt x="369203" y="775603"/>
                    <a:pt x="361733" y="768133"/>
                  </a:cubicBezTo>
                  <a:lnTo>
                    <a:pt x="11667" y="418067"/>
                  </a:lnTo>
                  <a:cubicBezTo>
                    <a:pt x="4197" y="410597"/>
                    <a:pt x="0" y="400465"/>
                    <a:pt x="0" y="389900"/>
                  </a:cubicBezTo>
                  <a:cubicBezTo>
                    <a:pt x="0" y="379335"/>
                    <a:pt x="4197" y="369203"/>
                    <a:pt x="11667" y="361733"/>
                  </a:cubicBezTo>
                  <a:lnTo>
                    <a:pt x="361733" y="11667"/>
                  </a:lnTo>
                  <a:cubicBezTo>
                    <a:pt x="369203" y="4197"/>
                    <a:pt x="379335" y="0"/>
                    <a:pt x="389900" y="0"/>
                  </a:cubicBezTo>
                  <a:cubicBezTo>
                    <a:pt x="400465" y="0"/>
                    <a:pt x="410597" y="4197"/>
                    <a:pt x="418067" y="11667"/>
                  </a:cubicBezTo>
                  <a:close/>
                </a:path>
              </a:pathLst>
            </a:custGeom>
            <a:solidFill>
              <a:srgbClr val="19577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3012758" y="723029"/>
            <a:ext cx="0" cy="2509851"/>
          </a:xfrm>
          <a:prstGeom prst="line">
            <a:avLst/>
          </a:prstGeom>
          <a:ln w="9525" cap="rnd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Box 13"/>
          <p:cNvSpPr txBox="1"/>
          <p:nvPr/>
        </p:nvSpPr>
        <p:spPr>
          <a:xfrm>
            <a:off x="1117449" y="444377"/>
            <a:ext cx="1785376" cy="120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Presentación del Auxiliar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Presentación de los Estudiantes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Conocimientos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Programa del Laboratorio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nuevos temas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Opiniones y Dudas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413" y="140947"/>
            <a:ext cx="1843575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 dirty="0"/>
          </a:p>
        </p:txBody>
      </p:sp>
      <p:grpSp>
        <p:nvGrpSpPr>
          <p:cNvPr id="3" name="Group 3"/>
          <p:cNvGrpSpPr/>
          <p:nvPr/>
        </p:nvGrpSpPr>
        <p:grpSpPr>
          <a:xfrm>
            <a:off x="-460229" y="651210"/>
            <a:ext cx="1554814" cy="155481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6500" y="16500"/>
              <a:ext cx="779800" cy="779800"/>
            </a:xfrm>
            <a:custGeom>
              <a:avLst/>
              <a:gdLst/>
              <a:ahLst/>
              <a:cxnLst/>
              <a:rect l="l" t="t" r="r" b="b"/>
              <a:pathLst>
                <a:path w="779800" h="779800">
                  <a:moveTo>
                    <a:pt x="418067" y="11667"/>
                  </a:moveTo>
                  <a:lnTo>
                    <a:pt x="768133" y="361733"/>
                  </a:lnTo>
                  <a:cubicBezTo>
                    <a:pt x="775603" y="369203"/>
                    <a:pt x="779800" y="379335"/>
                    <a:pt x="779800" y="389900"/>
                  </a:cubicBezTo>
                  <a:cubicBezTo>
                    <a:pt x="779800" y="400465"/>
                    <a:pt x="775603" y="410597"/>
                    <a:pt x="768133" y="418067"/>
                  </a:cubicBezTo>
                  <a:lnTo>
                    <a:pt x="418067" y="768133"/>
                  </a:lnTo>
                  <a:cubicBezTo>
                    <a:pt x="410597" y="775603"/>
                    <a:pt x="400465" y="779800"/>
                    <a:pt x="389900" y="779800"/>
                  </a:cubicBezTo>
                  <a:cubicBezTo>
                    <a:pt x="379335" y="779800"/>
                    <a:pt x="369203" y="775603"/>
                    <a:pt x="361733" y="768133"/>
                  </a:cubicBezTo>
                  <a:lnTo>
                    <a:pt x="11667" y="418067"/>
                  </a:lnTo>
                  <a:cubicBezTo>
                    <a:pt x="4197" y="410597"/>
                    <a:pt x="0" y="400465"/>
                    <a:pt x="0" y="389900"/>
                  </a:cubicBezTo>
                  <a:cubicBezTo>
                    <a:pt x="0" y="379335"/>
                    <a:pt x="4197" y="369203"/>
                    <a:pt x="11667" y="361733"/>
                  </a:cubicBezTo>
                  <a:lnTo>
                    <a:pt x="361733" y="11667"/>
                  </a:lnTo>
                  <a:cubicBezTo>
                    <a:pt x="369203" y="4197"/>
                    <a:pt x="379335" y="0"/>
                    <a:pt x="389900" y="0"/>
                  </a:cubicBezTo>
                  <a:cubicBezTo>
                    <a:pt x="400465" y="0"/>
                    <a:pt x="410597" y="4197"/>
                    <a:pt x="418067" y="11667"/>
                  </a:cubicBezTo>
                  <a:close/>
                </a:path>
              </a:pathLst>
            </a:custGeom>
            <a:solidFill>
              <a:srgbClr val="19577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2770490" y="1096079"/>
            <a:ext cx="145492" cy="114299"/>
            <a:chOff x="0" y="0"/>
            <a:chExt cx="170688" cy="134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0688" cy="134112"/>
            </a:xfrm>
            <a:custGeom>
              <a:avLst/>
              <a:gdLst/>
              <a:ahLst/>
              <a:cxnLst/>
              <a:rect l="l" t="t" r="r" b="b"/>
              <a:pathLst>
                <a:path w="170688" h="134112">
                  <a:moveTo>
                    <a:pt x="16383" y="41275"/>
                  </a:moveTo>
                  <a:cubicBezTo>
                    <a:pt x="18542" y="42799"/>
                    <a:pt x="25019" y="47371"/>
                    <a:pt x="35941" y="54864"/>
                  </a:cubicBezTo>
                  <a:cubicBezTo>
                    <a:pt x="41783" y="58928"/>
                    <a:pt x="46863" y="62484"/>
                    <a:pt x="51308" y="65532"/>
                  </a:cubicBezTo>
                  <a:cubicBezTo>
                    <a:pt x="54991" y="68199"/>
                    <a:pt x="58293" y="70358"/>
                    <a:pt x="60960" y="72263"/>
                  </a:cubicBezTo>
                  <a:cubicBezTo>
                    <a:pt x="61214" y="72517"/>
                    <a:pt x="61722" y="72771"/>
                    <a:pt x="62357" y="73279"/>
                  </a:cubicBezTo>
                  <a:cubicBezTo>
                    <a:pt x="62992" y="73787"/>
                    <a:pt x="63881" y="74422"/>
                    <a:pt x="65024" y="75184"/>
                  </a:cubicBezTo>
                  <a:cubicBezTo>
                    <a:pt x="67056" y="76708"/>
                    <a:pt x="68834" y="77851"/>
                    <a:pt x="70104" y="78867"/>
                  </a:cubicBezTo>
                  <a:cubicBezTo>
                    <a:pt x="71374" y="79883"/>
                    <a:pt x="73152" y="80772"/>
                    <a:pt x="75057" y="81915"/>
                  </a:cubicBezTo>
                  <a:cubicBezTo>
                    <a:pt x="76962" y="83058"/>
                    <a:pt x="78867" y="83947"/>
                    <a:pt x="80518" y="84455"/>
                  </a:cubicBezTo>
                  <a:cubicBezTo>
                    <a:pt x="82169" y="84963"/>
                    <a:pt x="83820" y="85344"/>
                    <a:pt x="85217" y="85344"/>
                  </a:cubicBezTo>
                  <a:lnTo>
                    <a:pt x="85471" y="85344"/>
                  </a:lnTo>
                  <a:cubicBezTo>
                    <a:pt x="86868" y="85344"/>
                    <a:pt x="88519" y="85090"/>
                    <a:pt x="90170" y="84455"/>
                  </a:cubicBezTo>
                  <a:cubicBezTo>
                    <a:pt x="91821" y="83820"/>
                    <a:pt x="93726" y="83058"/>
                    <a:pt x="95631" y="81915"/>
                  </a:cubicBezTo>
                  <a:cubicBezTo>
                    <a:pt x="97536" y="80772"/>
                    <a:pt x="99187" y="79756"/>
                    <a:pt x="100584" y="78867"/>
                  </a:cubicBezTo>
                  <a:cubicBezTo>
                    <a:pt x="101981" y="77978"/>
                    <a:pt x="103632" y="76708"/>
                    <a:pt x="105791" y="75184"/>
                  </a:cubicBezTo>
                  <a:cubicBezTo>
                    <a:pt x="106807" y="74422"/>
                    <a:pt x="107696" y="73787"/>
                    <a:pt x="108458" y="73279"/>
                  </a:cubicBezTo>
                  <a:cubicBezTo>
                    <a:pt x="109220" y="72771"/>
                    <a:pt x="109601" y="72517"/>
                    <a:pt x="109855" y="72263"/>
                  </a:cubicBezTo>
                  <a:cubicBezTo>
                    <a:pt x="111887" y="70866"/>
                    <a:pt x="115189" y="68580"/>
                    <a:pt x="119507" y="65532"/>
                  </a:cubicBezTo>
                  <a:cubicBezTo>
                    <a:pt x="127381" y="60071"/>
                    <a:pt x="139065" y="51943"/>
                    <a:pt x="154432" y="41275"/>
                  </a:cubicBezTo>
                  <a:cubicBezTo>
                    <a:pt x="159004" y="37973"/>
                    <a:pt x="162941" y="34163"/>
                    <a:pt x="165989" y="29591"/>
                  </a:cubicBezTo>
                  <a:cubicBezTo>
                    <a:pt x="169037" y="25019"/>
                    <a:pt x="170688" y="20193"/>
                    <a:pt x="170688" y="15240"/>
                  </a:cubicBezTo>
                  <a:cubicBezTo>
                    <a:pt x="170688" y="11049"/>
                    <a:pt x="169164" y="7493"/>
                    <a:pt x="166116" y="4445"/>
                  </a:cubicBezTo>
                  <a:cubicBezTo>
                    <a:pt x="163068" y="1397"/>
                    <a:pt x="159639" y="0"/>
                    <a:pt x="155448" y="0"/>
                  </a:cubicBezTo>
                  <a:lnTo>
                    <a:pt x="15240" y="0"/>
                  </a:lnTo>
                  <a:cubicBezTo>
                    <a:pt x="10414" y="0"/>
                    <a:pt x="6604" y="1651"/>
                    <a:pt x="3937" y="4953"/>
                  </a:cubicBezTo>
                  <a:cubicBezTo>
                    <a:pt x="1270" y="8255"/>
                    <a:pt x="0" y="12319"/>
                    <a:pt x="0" y="17272"/>
                  </a:cubicBezTo>
                  <a:cubicBezTo>
                    <a:pt x="0" y="21209"/>
                    <a:pt x="1778" y="25654"/>
                    <a:pt x="5207" y="30226"/>
                  </a:cubicBezTo>
                  <a:cubicBezTo>
                    <a:pt x="8636" y="34798"/>
                    <a:pt x="12446" y="38608"/>
                    <a:pt x="16383" y="41275"/>
                  </a:cubicBezTo>
                  <a:moveTo>
                    <a:pt x="128016" y="74168"/>
                  </a:moveTo>
                  <a:lnTo>
                    <a:pt x="170688" y="116840"/>
                  </a:lnTo>
                  <a:lnTo>
                    <a:pt x="170688" y="43180"/>
                  </a:lnTo>
                  <a:cubicBezTo>
                    <a:pt x="167894" y="46228"/>
                    <a:pt x="164719" y="49022"/>
                    <a:pt x="161163" y="51435"/>
                  </a:cubicBezTo>
                  <a:cubicBezTo>
                    <a:pt x="148209" y="60198"/>
                    <a:pt x="137160" y="67818"/>
                    <a:pt x="128016" y="74168"/>
                  </a:cubicBezTo>
                  <a:moveTo>
                    <a:pt x="9652" y="51562"/>
                  </a:moveTo>
                  <a:cubicBezTo>
                    <a:pt x="5969" y="49149"/>
                    <a:pt x="2794" y="46355"/>
                    <a:pt x="0" y="43180"/>
                  </a:cubicBezTo>
                  <a:lnTo>
                    <a:pt x="0" y="116840"/>
                  </a:lnTo>
                  <a:lnTo>
                    <a:pt x="42672" y="74168"/>
                  </a:lnTo>
                  <a:cubicBezTo>
                    <a:pt x="34036" y="68199"/>
                    <a:pt x="23114" y="60706"/>
                    <a:pt x="9652" y="51562"/>
                  </a:cubicBezTo>
                  <a:moveTo>
                    <a:pt x="113792" y="84455"/>
                  </a:moveTo>
                  <a:cubicBezTo>
                    <a:pt x="110109" y="87122"/>
                    <a:pt x="107188" y="89154"/>
                    <a:pt x="105029" y="90678"/>
                  </a:cubicBezTo>
                  <a:cubicBezTo>
                    <a:pt x="102870" y="92202"/>
                    <a:pt x="99822" y="93726"/>
                    <a:pt x="96012" y="95250"/>
                  </a:cubicBezTo>
                  <a:cubicBezTo>
                    <a:pt x="92202" y="96774"/>
                    <a:pt x="88773" y="97536"/>
                    <a:pt x="85598" y="97536"/>
                  </a:cubicBezTo>
                  <a:lnTo>
                    <a:pt x="85217" y="97536"/>
                  </a:lnTo>
                  <a:cubicBezTo>
                    <a:pt x="81915" y="97536"/>
                    <a:pt x="78486" y="96774"/>
                    <a:pt x="74803" y="95250"/>
                  </a:cubicBezTo>
                  <a:cubicBezTo>
                    <a:pt x="71120" y="93726"/>
                    <a:pt x="68072" y="92202"/>
                    <a:pt x="65786" y="90678"/>
                  </a:cubicBezTo>
                  <a:cubicBezTo>
                    <a:pt x="63500" y="89154"/>
                    <a:pt x="60579" y="87122"/>
                    <a:pt x="57023" y="84455"/>
                  </a:cubicBezTo>
                  <a:cubicBezTo>
                    <a:pt x="56007" y="83693"/>
                    <a:pt x="54864" y="82931"/>
                    <a:pt x="53721" y="82042"/>
                  </a:cubicBezTo>
                  <a:lnTo>
                    <a:pt x="5207" y="130302"/>
                  </a:lnTo>
                  <a:cubicBezTo>
                    <a:pt x="8001" y="132842"/>
                    <a:pt x="11303" y="134112"/>
                    <a:pt x="15240" y="134112"/>
                  </a:cubicBezTo>
                  <a:lnTo>
                    <a:pt x="155448" y="134112"/>
                  </a:lnTo>
                  <a:cubicBezTo>
                    <a:pt x="159258" y="134112"/>
                    <a:pt x="162560" y="132842"/>
                    <a:pt x="165481" y="130302"/>
                  </a:cubicBezTo>
                  <a:lnTo>
                    <a:pt x="117094" y="81915"/>
                  </a:lnTo>
                  <a:cubicBezTo>
                    <a:pt x="115951" y="82804"/>
                    <a:pt x="114808" y="83566"/>
                    <a:pt x="113792" y="84328"/>
                  </a:cubicBezTo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945636" y="596702"/>
            <a:ext cx="1067121" cy="0"/>
          </a:xfrm>
          <a:prstGeom prst="line">
            <a:avLst/>
          </a:prstGeom>
          <a:ln w="9525" cap="rnd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5" name="AutoShape 15"/>
          <p:cNvSpPr/>
          <p:nvPr/>
        </p:nvSpPr>
        <p:spPr>
          <a:xfrm flipV="1">
            <a:off x="3012758" y="723029"/>
            <a:ext cx="0" cy="2509851"/>
          </a:xfrm>
          <a:prstGeom prst="line">
            <a:avLst/>
          </a:prstGeom>
          <a:ln w="9525" cap="rnd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6" name="Freeform 16"/>
          <p:cNvSpPr/>
          <p:nvPr/>
        </p:nvSpPr>
        <p:spPr>
          <a:xfrm>
            <a:off x="2770490" y="666019"/>
            <a:ext cx="146345" cy="188779"/>
          </a:xfrm>
          <a:custGeom>
            <a:avLst/>
            <a:gdLst/>
            <a:ahLst/>
            <a:cxnLst/>
            <a:rect l="l" t="t" r="r" b="b"/>
            <a:pathLst>
              <a:path w="146345" h="188779">
                <a:moveTo>
                  <a:pt x="0" y="0"/>
                </a:moveTo>
                <a:lnTo>
                  <a:pt x="146344" y="0"/>
                </a:lnTo>
                <a:lnTo>
                  <a:pt x="146344" y="188779"/>
                </a:lnTo>
                <a:lnTo>
                  <a:pt x="0" y="188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7" name="Freeform 17"/>
          <p:cNvSpPr/>
          <p:nvPr/>
        </p:nvSpPr>
        <p:spPr>
          <a:xfrm>
            <a:off x="2770490" y="1448504"/>
            <a:ext cx="145492" cy="145492"/>
          </a:xfrm>
          <a:custGeom>
            <a:avLst/>
            <a:gdLst/>
            <a:ahLst/>
            <a:cxnLst/>
            <a:rect l="l" t="t" r="r" b="b"/>
            <a:pathLst>
              <a:path w="145492" h="145492">
                <a:moveTo>
                  <a:pt x="0" y="0"/>
                </a:moveTo>
                <a:lnTo>
                  <a:pt x="145492" y="0"/>
                </a:lnTo>
                <a:lnTo>
                  <a:pt x="145492" y="145492"/>
                </a:lnTo>
                <a:lnTo>
                  <a:pt x="0" y="145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8" name="TextBox 18"/>
          <p:cNvSpPr txBox="1"/>
          <p:nvPr/>
        </p:nvSpPr>
        <p:spPr>
          <a:xfrm>
            <a:off x="1025143" y="1106662"/>
            <a:ext cx="1695248" cy="1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"/>
              </a:lnSpc>
            </a:pPr>
            <a:r>
              <a:rPr lang="en-US" sz="700" dirty="0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Correo auxiliar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4899" y="717153"/>
            <a:ext cx="2075493" cy="115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00"/>
              </a:lnSpc>
              <a:spcBef>
                <a:spcPct val="0"/>
              </a:spcBef>
            </a:pPr>
            <a:r>
              <a:rPr lang="en-US" sz="900" b="1" spc="162" dirty="0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NOMBRE AUXILIAR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5143" y="1472252"/>
            <a:ext cx="1695248" cy="1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"/>
              </a:lnSpc>
            </a:pPr>
            <a:r>
              <a:rPr lang="en-US" sz="700" dirty="0" err="1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Github</a:t>
            </a:r>
            <a:r>
              <a:rPr lang="en-US" sz="700" dirty="0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 auxiliar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413" y="189984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INTELIGENCIA ARTIFICIAL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 dirty="0"/>
          </a:p>
        </p:txBody>
      </p:sp>
      <p:sp>
        <p:nvSpPr>
          <p:cNvPr id="3" name="AutoShape 3"/>
          <p:cNvSpPr/>
          <p:nvPr/>
        </p:nvSpPr>
        <p:spPr>
          <a:xfrm>
            <a:off x="7864" y="480139"/>
            <a:ext cx="3184673" cy="6297"/>
          </a:xfrm>
          <a:prstGeom prst="rect">
            <a:avLst/>
          </a:prstGeom>
          <a:solidFill>
            <a:srgbClr val="777777"/>
          </a:solidFill>
        </p:spPr>
        <p:txBody>
          <a:bodyPr/>
          <a:lstStyle/>
          <a:p>
            <a:endParaRPr lang="es-GT"/>
          </a:p>
        </p:txBody>
      </p:sp>
      <p:grpSp>
        <p:nvGrpSpPr>
          <p:cNvPr id="4" name="Group 4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78413" y="112507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HISTORIAL ACADÉMICO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201" y="562636"/>
            <a:ext cx="2295412" cy="13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3"/>
              </a:lnSpc>
            </a:pPr>
            <a:r>
              <a:rPr lang="en-US" sz="788" spc="39" dirty="0" err="1">
                <a:solidFill>
                  <a:srgbClr val="47444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Institución</a:t>
            </a:r>
            <a:endParaRPr lang="en-US" sz="788" spc="39" dirty="0">
              <a:solidFill>
                <a:srgbClr val="47444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2201" y="885825"/>
            <a:ext cx="2258148" cy="1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456" lvl="1" indent="-60228" algn="just">
              <a:lnSpc>
                <a:spcPts val="1021"/>
              </a:lnSpc>
              <a:buFont typeface="Arial"/>
              <a:buChar char="•"/>
            </a:pPr>
            <a:r>
              <a:rPr lang="en-US" sz="729" dirty="0" err="1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Conocimientos</a:t>
            </a:r>
            <a:endParaRPr lang="en-US" sz="729" dirty="0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12201" y="711209"/>
            <a:ext cx="2295412" cy="9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"/>
              </a:lnSpc>
            </a:pPr>
            <a:r>
              <a:rPr lang="en-US" sz="596" spc="90" dirty="0" err="1">
                <a:solidFill>
                  <a:srgbClr val="77777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Título</a:t>
            </a:r>
            <a:endParaRPr lang="en-US" sz="596" spc="90" dirty="0">
              <a:solidFill>
                <a:srgbClr val="77777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AutoShape 3"/>
          <p:cNvSpPr/>
          <p:nvPr/>
        </p:nvSpPr>
        <p:spPr>
          <a:xfrm>
            <a:off x="0" y="276156"/>
            <a:ext cx="3184673" cy="6297"/>
          </a:xfrm>
          <a:prstGeom prst="rect">
            <a:avLst/>
          </a:prstGeom>
          <a:solidFill>
            <a:srgbClr val="777777"/>
          </a:solidFill>
        </p:spPr>
        <p:txBody>
          <a:bodyPr/>
          <a:lstStyle/>
          <a:p>
            <a:endParaRPr lang="es-GT"/>
          </a:p>
        </p:txBody>
      </p:sp>
      <p:grpSp>
        <p:nvGrpSpPr>
          <p:cNvPr id="4" name="Group 4"/>
          <p:cNvGrpSpPr/>
          <p:nvPr/>
        </p:nvGrpSpPr>
        <p:grpSpPr>
          <a:xfrm>
            <a:off x="-1371213" y="-423223"/>
            <a:ext cx="1846107" cy="184610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00148" y="853513"/>
            <a:ext cx="687035" cy="68703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54966" y="86792"/>
            <a:ext cx="241113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EXPERIENCIA LABORAL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4894" y="329991"/>
            <a:ext cx="1329493" cy="13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sz="780" spc="39" dirty="0">
                <a:solidFill>
                  <a:srgbClr val="47444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PUESTO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894" y="699250"/>
            <a:ext cx="2677878" cy="104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532" lvl="1" indent="-51766" algn="l">
              <a:lnSpc>
                <a:spcPts val="877"/>
              </a:lnSpc>
              <a:buFont typeface="Arial"/>
              <a:buChar char="•"/>
            </a:pPr>
            <a:r>
              <a:rPr lang="en-US" sz="627" dirty="0" err="1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Tareas</a:t>
            </a:r>
            <a:endParaRPr lang="en-US" sz="627" dirty="0">
              <a:solidFill>
                <a:srgbClr val="777777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4894" y="459609"/>
            <a:ext cx="2675119" cy="9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lang="en-US" sz="594" spc="89" dirty="0">
                <a:solidFill>
                  <a:srgbClr val="77777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EMPRESA | DESDE - HASTA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76156"/>
            <a:ext cx="3184673" cy="6297"/>
          </a:xfrm>
          <a:prstGeom prst="rect">
            <a:avLst/>
          </a:prstGeom>
          <a:solidFill>
            <a:srgbClr val="777777"/>
          </a:solid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371213" y="-423223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853513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54966" y="86792"/>
            <a:ext cx="241113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ROL DEL AUXILIAR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4085" y="354296"/>
            <a:ext cx="2451705" cy="131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Impartir sesiones prácticas y teóricas sobre conceptos clave de IA en el laboratorio.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Diseño y preparación actividades, proyectos y materiales del laboratorio.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Apoyo a los estudiantes durante la práctica.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actividades del laboratorio</a:t>
            </a:r>
          </a:p>
          <a:p>
            <a:pPr algn="just">
              <a:lnSpc>
                <a:spcPts val="884"/>
              </a:lnSpc>
            </a:pPr>
            <a:endParaRPr lang="en-US"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59165" lvl="1" indent="-79583" algn="just">
              <a:lnSpc>
                <a:spcPts val="884"/>
              </a:lnSpc>
              <a:buFont typeface="Arial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Coordinación con el docente titular para alinear el laboratorio con la clase magistral.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AutoShape 3"/>
          <p:cNvSpPr/>
          <p:nvPr/>
        </p:nvSpPr>
        <p:spPr>
          <a:xfrm>
            <a:off x="-38000" y="890043"/>
            <a:ext cx="3184673" cy="6297"/>
          </a:xfrm>
          <a:prstGeom prst="rect">
            <a:avLst/>
          </a:prstGeom>
          <a:solidFill>
            <a:srgbClr val="777777"/>
          </a:solidFill>
        </p:spPr>
        <p:txBody>
          <a:bodyPr/>
          <a:lstStyle/>
          <a:p>
            <a:endParaRPr lang="es-GT"/>
          </a:p>
        </p:txBody>
      </p:sp>
      <p:grpSp>
        <p:nvGrpSpPr>
          <p:cNvPr id="4" name="Group 4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22930" y="280773"/>
            <a:ext cx="1843575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CONOCIENDO A LOS ESTUDIANTES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30" y="970744"/>
            <a:ext cx="1882642" cy="52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21"/>
              </a:lnSpc>
            </a:pPr>
            <a:r>
              <a:rPr lang="en-US" sz="729" dirty="0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RULETA PARA QUE LOS ALUMNOS SE PRESENTEN Y COMENTEN SUS EXPECTATIVAS, EXPERIENCIAS PREVIAS Y UN DATO CURIOSO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42464" y="201930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DIAGNOSTICO DE CONOCIMIENTOS</a:t>
            </a:r>
          </a:p>
        </p:txBody>
      </p:sp>
      <p:pic>
        <p:nvPicPr>
          <p:cNvPr id="12" name="Imagen 11" descr="Código QR&#10;&#10;El contenido generado por IA puede ser incorrecto.">
            <a:extLst>
              <a:ext uri="{FF2B5EF4-FFF2-40B4-BE49-F238E27FC236}">
                <a16:creationId xmlns:a16="http://schemas.microsoft.com/office/drawing/2014/main" id="{36472D97-19BC-36A2-FB29-07D8CBEE3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051" y="71247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2464" y="765810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PROGRAMA DEL LABORATORIO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 dirty="0"/>
          </a:p>
        </p:txBody>
      </p:sp>
      <p:grpSp>
        <p:nvGrpSpPr>
          <p:cNvPr id="3" name="Group 3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25773" y="440194"/>
            <a:ext cx="1843575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 dirty="0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DIAGNOSTICO DE NUEVOS CONOCIMIENTOS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65470ED9-BDAC-7415-9FBC-454ED7540DAC}"/>
              </a:ext>
            </a:extLst>
          </p:cNvPr>
          <p:cNvSpPr txBox="1"/>
          <p:nvPr/>
        </p:nvSpPr>
        <p:spPr>
          <a:xfrm>
            <a:off x="806239" y="1137337"/>
            <a:ext cx="1882642" cy="1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"/>
              </a:lnSpc>
            </a:pPr>
            <a:r>
              <a:rPr lang="en-US" sz="1400" dirty="0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Kahoot.it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>
            <a:blip r:embed="rId2"/>
            <a:stretch>
              <a:fillRect t="-11888" r="-88548" b="-611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-1003644" y="-417491"/>
            <a:ext cx="1846107" cy="18461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0621" y="10621"/>
              <a:ext cx="791558" cy="791558"/>
            </a:xfrm>
            <a:custGeom>
              <a:avLst/>
              <a:gdLst/>
              <a:ahLst/>
              <a:cxnLst/>
              <a:rect l="l" t="t" r="r" b="b"/>
              <a:pathLst>
                <a:path w="791558" h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0148" y="918770"/>
            <a:ext cx="687035" cy="6870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28540" y="28540"/>
              <a:ext cx="755721" cy="755721"/>
            </a:xfrm>
            <a:custGeom>
              <a:avLst/>
              <a:gdLst/>
              <a:ahLst/>
              <a:cxnLst/>
              <a:rect l="l" t="t" r="r" b="b"/>
              <a:pathLst>
                <a:path w="755721" h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12289" tIns="12289" rIns="12289" bIns="12289" rtlCol="0" anchor="ctr"/>
            <a:lstStyle/>
            <a:p>
              <a:pPr algn="ctr">
                <a:lnSpc>
                  <a:spcPts val="49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2464" y="765810"/>
            <a:ext cx="184357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spc="216">
                <a:solidFill>
                  <a:srgbClr val="14131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OPINIONES, DUDAS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157</Words>
  <Application>Microsoft Office PowerPoint</Application>
  <PresentationFormat>Personalizado</PresentationFormat>
  <Paragraphs>47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Arial Bold</vt:lpstr>
      <vt:lpstr>Calibri</vt:lpstr>
      <vt:lpstr>Arial</vt:lpstr>
      <vt:lpstr>Glacial Indifference</vt:lpstr>
      <vt:lpstr>Anonymous Pro</vt:lpstr>
      <vt:lpstr>Montaser Arabic Bold</vt:lpstr>
      <vt:lpstr>Arimo</vt:lpstr>
      <vt:lpstr>Nunito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Tarjeta de Presentación</dc:title>
  <cp:lastModifiedBy>Robin Buezo</cp:lastModifiedBy>
  <cp:revision>3</cp:revision>
  <dcterms:created xsi:type="dcterms:W3CDTF">2006-08-16T00:00:00Z</dcterms:created>
  <dcterms:modified xsi:type="dcterms:W3CDTF">2025-10-31T21:26:26Z</dcterms:modified>
  <dc:identifier>DAGn8nVipvc</dc:identifier>
</cp:coreProperties>
</file>