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1828800" cx="3200400"/>
  <p:notesSz cx="6858000" cy="9144000"/>
  <p:embeddedFontLst>
    <p:embeddedFont>
      <p:font typeface="Arimo"/>
      <p:regular r:id="rId17"/>
      <p:bold r:id="rId18"/>
      <p:italic r:id="rId19"/>
      <p:boldItalic r:id="rId20"/>
    </p:embeddedFont>
    <p:embeddedFont>
      <p:font typeface="Nunito"/>
      <p:regular r:id="rId21"/>
      <p:bold r:id="rId22"/>
      <p:italic r:id="rId23"/>
      <p:boldItalic r:id="rId24"/>
    </p:embeddedFont>
    <p:embeddedFont>
      <p:font typeface="Anonymous Pr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9" roundtripDataSignature="AMtx7mgzkmnFcZ7lhZjuRhUgX0+BZAbc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B082A19-68F1-414E-ADBE-96FACD04BE69}">
  <a:tblStyle styleId="{DB082A19-68F1-414E-ADBE-96FACD04BE6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mo-boldItalic.fntdata"/><Relationship Id="rId22" Type="http://schemas.openxmlformats.org/officeDocument/2006/relationships/font" Target="fonts/Nunito-bold.fntdata"/><Relationship Id="rId21" Type="http://schemas.openxmlformats.org/officeDocument/2006/relationships/font" Target="fonts/Nunito-regular.fntdata"/><Relationship Id="rId24" Type="http://schemas.openxmlformats.org/officeDocument/2006/relationships/font" Target="fonts/Nunito-boldItalic.fntdata"/><Relationship Id="rId23" Type="http://schemas.openxmlformats.org/officeDocument/2006/relationships/font" Target="fonts/Nuni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AnonymousPro-bold.fntdata"/><Relationship Id="rId25" Type="http://schemas.openxmlformats.org/officeDocument/2006/relationships/font" Target="fonts/AnonymousPro-regular.fntdata"/><Relationship Id="rId28" Type="http://schemas.openxmlformats.org/officeDocument/2006/relationships/font" Target="fonts/AnonymousPro-boldItalic.fntdata"/><Relationship Id="rId27" Type="http://schemas.openxmlformats.org/officeDocument/2006/relationships/font" Target="fonts/AnonymousPr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Arimo-regular.fntdata"/><Relationship Id="rId16" Type="http://schemas.openxmlformats.org/officeDocument/2006/relationships/slide" Target="slides/slide10.xml"/><Relationship Id="rId19" Type="http://schemas.openxmlformats.org/officeDocument/2006/relationships/font" Target="fonts/Arimo-italic.fntdata"/><Relationship Id="rId18" Type="http://schemas.openxmlformats.org/officeDocument/2006/relationships/font" Target="fonts/Arim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3200400" cy="1828800"/>
          </a:xfrm>
          <a:custGeom>
            <a:rect b="b" l="l" r="r" t="t"/>
            <a:pathLst>
              <a:path extrusionOk="0" h="1803559" w="3200400">
                <a:moveTo>
                  <a:pt x="0" y="0"/>
                </a:moveTo>
                <a:lnTo>
                  <a:pt x="3200400" y="0"/>
                </a:lnTo>
                <a:lnTo>
                  <a:pt x="3200400" y="1803559"/>
                </a:lnTo>
                <a:lnTo>
                  <a:pt x="0" y="18035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57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5" name="Google Shape;85;p1"/>
          <p:cNvGraphicFramePr/>
          <p:nvPr/>
        </p:nvGraphicFramePr>
        <p:xfrm>
          <a:off x="1865360" y="3401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{DB082A19-68F1-414E-ADBE-96FACD04BE69}</a:tableStyleId>
              </a:tblPr>
              <a:tblGrid>
                <a:gridCol w="517850"/>
                <a:gridCol w="741000"/>
              </a:tblGrid>
              <a:tr h="63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36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97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sz="1100" u="none" cap="none" strike="noStrike"/>
                    </a:p>
                  </a:txBody>
                  <a:tcPr marT="16025" marB="16025" marR="16025" marL="160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5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97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Viérnes, XX-XX-XXXX</a:t>
                      </a:r>
                      <a:endParaRPr sz="1100" u="none" cap="none" strike="noStrike"/>
                    </a:p>
                  </a:txBody>
                  <a:tcPr marT="16025" marB="16025" marR="16025" marL="160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36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97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sz="1100" u="none" cap="none" strike="noStrike"/>
                    </a:p>
                  </a:txBody>
                  <a:tcPr marT="16025" marB="16025" marR="16025" marL="160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5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97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19:00</a:t>
                      </a:r>
                      <a:endParaRPr sz="1100" u="none" cap="none" strike="noStrike"/>
                    </a:p>
                  </a:txBody>
                  <a:tcPr marT="16025" marB="16025" marR="16025" marL="160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6" name="Google Shape;86;p1"/>
          <p:cNvSpPr txBox="1"/>
          <p:nvPr/>
        </p:nvSpPr>
        <p:spPr>
          <a:xfrm>
            <a:off x="674513" y="785531"/>
            <a:ext cx="1668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Inteligencia Artificial 1 [</a:t>
            </a:r>
            <a:r>
              <a:rPr b="1" lang="en-US" sz="1051"/>
              <a:t>B</a:t>
            </a:r>
            <a:r>
              <a:rPr b="1" lang="en-US" sz="105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894329" y="1022600"/>
            <a:ext cx="1741200" cy="1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6"/>
              <a:t>Alberto Kanec Ixchop Ordoñez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 rot="10800000">
            <a:off x="0" y="0"/>
            <a:ext cx="3200400" cy="1828800"/>
          </a:xfrm>
          <a:custGeom>
            <a:rect b="b" l="l" r="r" t="t"/>
            <a:pathLst>
              <a:path extrusionOk="0" h="1828800" w="3200400">
                <a:moveTo>
                  <a:pt x="3200400" y="1828800"/>
                </a:moveTo>
                <a:lnTo>
                  <a:pt x="0" y="1828800"/>
                </a:lnTo>
                <a:lnTo>
                  <a:pt x="0" y="0"/>
                </a:lnTo>
                <a:lnTo>
                  <a:pt x="3200400" y="0"/>
                </a:lnTo>
                <a:lnTo>
                  <a:pt x="3200400" y="18288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611" l="0" r="-88548" t="-1188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" name="Google Shape;93;p2"/>
          <p:cNvGrpSpPr/>
          <p:nvPr/>
        </p:nvGrpSpPr>
        <p:grpSpPr>
          <a:xfrm>
            <a:off x="-428666" y="682773"/>
            <a:ext cx="1491688" cy="1491688"/>
            <a:chOff x="16500" y="16500"/>
            <a:chExt cx="779800" cy="779800"/>
          </a:xfrm>
        </p:grpSpPr>
        <p:sp>
          <p:nvSpPr>
            <p:cNvPr id="94" name="Google Shape;94;p2"/>
            <p:cNvSpPr/>
            <p:nvPr/>
          </p:nvSpPr>
          <p:spPr>
            <a:xfrm>
              <a:off x="16500" y="16500"/>
              <a:ext cx="779800" cy="779800"/>
            </a:xfrm>
            <a:custGeom>
              <a:rect b="b" l="l" r="r" t="t"/>
              <a:pathLst>
                <a:path extrusionOk="0" h="779800" w="779800">
                  <a:moveTo>
                    <a:pt x="418067" y="11667"/>
                  </a:moveTo>
                  <a:lnTo>
                    <a:pt x="768133" y="361733"/>
                  </a:lnTo>
                  <a:cubicBezTo>
                    <a:pt x="775603" y="369203"/>
                    <a:pt x="779800" y="379335"/>
                    <a:pt x="779800" y="389900"/>
                  </a:cubicBezTo>
                  <a:cubicBezTo>
                    <a:pt x="779800" y="400465"/>
                    <a:pt x="775603" y="410597"/>
                    <a:pt x="768133" y="418067"/>
                  </a:cubicBezTo>
                  <a:lnTo>
                    <a:pt x="418067" y="768133"/>
                  </a:lnTo>
                  <a:cubicBezTo>
                    <a:pt x="410597" y="775603"/>
                    <a:pt x="400465" y="779800"/>
                    <a:pt x="389900" y="779800"/>
                  </a:cubicBezTo>
                  <a:cubicBezTo>
                    <a:pt x="379335" y="779800"/>
                    <a:pt x="369203" y="775603"/>
                    <a:pt x="361733" y="768133"/>
                  </a:cubicBezTo>
                  <a:lnTo>
                    <a:pt x="11667" y="418067"/>
                  </a:lnTo>
                  <a:cubicBezTo>
                    <a:pt x="4197" y="410597"/>
                    <a:pt x="0" y="400465"/>
                    <a:pt x="0" y="389900"/>
                  </a:cubicBezTo>
                  <a:cubicBezTo>
                    <a:pt x="0" y="379335"/>
                    <a:pt x="4197" y="369203"/>
                    <a:pt x="11667" y="361733"/>
                  </a:cubicBezTo>
                  <a:lnTo>
                    <a:pt x="361733" y="11667"/>
                  </a:lnTo>
                  <a:cubicBezTo>
                    <a:pt x="369203" y="4197"/>
                    <a:pt x="379335" y="0"/>
                    <a:pt x="389900" y="0"/>
                  </a:cubicBezTo>
                  <a:cubicBezTo>
                    <a:pt x="400465" y="0"/>
                    <a:pt x="410597" y="4197"/>
                    <a:pt x="418067" y="11667"/>
                  </a:cubicBezTo>
                  <a:close/>
                </a:path>
              </a:pathLst>
            </a:custGeom>
            <a:solidFill>
              <a:srgbClr val="19577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" lIns="12275" spcFirstLastPara="1" rIns="12275" wrap="square" tIns="12275">
              <a:noAutofit/>
            </a:bodyPr>
            <a:lstStyle/>
            <a:p>
              <a:pPr indent="0" lvl="0" marL="0" marR="0" rtl="0" algn="ctr">
                <a:lnSpc>
                  <a:spcPct val="27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" name="Google Shape;96;p2"/>
          <p:cNvGrpSpPr/>
          <p:nvPr/>
        </p:nvGrpSpPr>
        <p:grpSpPr>
          <a:xfrm>
            <a:off x="-979521" y="-393368"/>
            <a:ext cx="1797860" cy="1797860"/>
            <a:chOff x="10621" y="10621"/>
            <a:chExt cx="791558" cy="791558"/>
          </a:xfrm>
        </p:grpSpPr>
        <p:sp>
          <p:nvSpPr>
            <p:cNvPr id="97" name="Google Shape;97;p2"/>
            <p:cNvSpPr/>
            <p:nvPr/>
          </p:nvSpPr>
          <p:spPr>
            <a:xfrm>
              <a:off x="10621" y="10621"/>
              <a:ext cx="791558" cy="791558"/>
            </a:xfrm>
            <a:custGeom>
              <a:rect b="b" l="l" r="r" t="t"/>
              <a:pathLst>
                <a:path extrusionOk="0" h="791558" w="791558">
                  <a:moveTo>
                    <a:pt x="419502" y="13102"/>
                  </a:moveTo>
                  <a:lnTo>
                    <a:pt x="778456" y="372056"/>
                  </a:lnTo>
                  <a:cubicBezTo>
                    <a:pt x="791558" y="385158"/>
                    <a:pt x="791558" y="406400"/>
                    <a:pt x="778456" y="419502"/>
                  </a:cubicBezTo>
                  <a:lnTo>
                    <a:pt x="419502" y="778456"/>
                  </a:lnTo>
                  <a:cubicBezTo>
                    <a:pt x="406400" y="791558"/>
                    <a:pt x="385158" y="791558"/>
                    <a:pt x="372056" y="778456"/>
                  </a:cubicBezTo>
                  <a:lnTo>
                    <a:pt x="13102" y="419502"/>
                  </a:lnTo>
                  <a:cubicBezTo>
                    <a:pt x="0" y="406400"/>
                    <a:pt x="0" y="385158"/>
                    <a:pt x="13102" y="372056"/>
                  </a:cubicBezTo>
                  <a:lnTo>
                    <a:pt x="372056" y="13102"/>
                  </a:lnTo>
                  <a:cubicBezTo>
                    <a:pt x="385158" y="0"/>
                    <a:pt x="406400" y="0"/>
                    <a:pt x="419502" y="13102"/>
                  </a:cubicBezTo>
                  <a:close/>
                </a:path>
              </a:pathLst>
            </a:custGeom>
            <a:solidFill>
              <a:srgbClr val="04364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" lIns="12275" spcFirstLastPara="1" rIns="12275" wrap="square" tIns="12275">
              <a:noAutofit/>
            </a:bodyPr>
            <a:lstStyle/>
            <a:p>
              <a:pPr indent="0" lvl="0" marL="0" marR="0" rtl="0" algn="ctr">
                <a:lnSpc>
                  <a:spcPct val="27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" name="Google Shape;99;p2"/>
          <p:cNvGrpSpPr/>
          <p:nvPr/>
        </p:nvGrpSpPr>
        <p:grpSpPr>
          <a:xfrm>
            <a:off x="-276024" y="942894"/>
            <a:ext cx="638788" cy="638788"/>
            <a:chOff x="28540" y="28540"/>
            <a:chExt cx="755721" cy="755721"/>
          </a:xfrm>
        </p:grpSpPr>
        <p:sp>
          <p:nvSpPr>
            <p:cNvPr id="100" name="Google Shape;100;p2"/>
            <p:cNvSpPr/>
            <p:nvPr/>
          </p:nvSpPr>
          <p:spPr>
            <a:xfrm>
              <a:off x="28540" y="28540"/>
              <a:ext cx="755721" cy="755721"/>
            </a:xfrm>
            <a:custGeom>
              <a:rect b="b" l="l" r="r" t="t"/>
              <a:pathLst>
                <a:path extrusionOk="0" h="755721" w="755721">
                  <a:moveTo>
                    <a:pt x="441605" y="35205"/>
                  </a:moveTo>
                  <a:lnTo>
                    <a:pt x="720515" y="314115"/>
                  </a:lnTo>
                  <a:cubicBezTo>
                    <a:pt x="755720" y="349320"/>
                    <a:pt x="755720" y="406400"/>
                    <a:pt x="720515" y="441605"/>
                  </a:cubicBezTo>
                  <a:lnTo>
                    <a:pt x="441605" y="720515"/>
                  </a:lnTo>
                  <a:cubicBezTo>
                    <a:pt x="406400" y="755720"/>
                    <a:pt x="349320" y="755720"/>
                    <a:pt x="314115" y="720515"/>
                  </a:cubicBezTo>
                  <a:lnTo>
                    <a:pt x="35205" y="441605"/>
                  </a:lnTo>
                  <a:cubicBezTo>
                    <a:pt x="0" y="406400"/>
                    <a:pt x="0" y="349320"/>
                    <a:pt x="35205" y="314115"/>
                  </a:cubicBezTo>
                  <a:lnTo>
                    <a:pt x="314115" y="35205"/>
                  </a:lnTo>
                  <a:cubicBezTo>
                    <a:pt x="349320" y="0"/>
                    <a:pt x="406400" y="0"/>
                    <a:pt x="441605" y="35205"/>
                  </a:cubicBezTo>
                  <a:close/>
                </a:path>
              </a:pathLst>
            </a:custGeom>
            <a:solidFill>
              <a:srgbClr val="052A3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2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" lIns="12275" spcFirstLastPara="1" rIns="12275" wrap="square" tIns="12275">
              <a:noAutofit/>
            </a:bodyPr>
            <a:lstStyle/>
            <a:p>
              <a:pPr indent="0" lvl="0" marL="0" marR="0" rtl="0" algn="ctr">
                <a:lnSpc>
                  <a:spcPct val="27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02" name="Google Shape;102;p2"/>
          <p:cNvCxnSpPr/>
          <p:nvPr/>
        </p:nvCxnSpPr>
        <p:spPr>
          <a:xfrm rot="10800000">
            <a:off x="3012758" y="723029"/>
            <a:ext cx="0" cy="2509851"/>
          </a:xfrm>
          <a:prstGeom prst="straightConnector1">
            <a:avLst/>
          </a:prstGeom>
          <a:noFill/>
          <a:ln cap="rnd" cmpd="sng" w="9525">
            <a:solidFill>
              <a:srgbClr val="1413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"/>
          <p:cNvSpPr txBox="1"/>
          <p:nvPr/>
        </p:nvSpPr>
        <p:spPr>
          <a:xfrm>
            <a:off x="1145236" y="262352"/>
            <a:ext cx="1785300" cy="9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79583" lvl="1" marL="159165" marR="0" rtl="0" algn="just">
              <a:lnSpc>
                <a:spcPct val="119945"/>
              </a:lnSpc>
              <a:spcBef>
                <a:spcPts val="0"/>
              </a:spcBef>
              <a:spcAft>
                <a:spcPts val="0"/>
              </a:spcAft>
              <a:buClr>
                <a:srgbClr val="141313"/>
              </a:buClr>
              <a:buSzPts val="737"/>
              <a:buFont typeface="Arial"/>
              <a:buChar char="•"/>
            </a:pPr>
            <a:r>
              <a:rPr b="0" i="0" lang="en-US" sz="737" u="none" cap="none" strike="noStrike">
                <a:solidFill>
                  <a:srgbClr val="141313"/>
                </a:solidFill>
                <a:latin typeface="Nunito"/>
                <a:ea typeface="Nunito"/>
                <a:cs typeface="Nunito"/>
                <a:sym typeface="Nunito"/>
              </a:rPr>
              <a:t>Presentación del Auxiliar</a:t>
            </a:r>
            <a:endParaRPr sz="737">
              <a:solidFill>
                <a:srgbClr val="14131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79583" lvl="1" marL="159165" marR="0" rtl="0" algn="just">
              <a:lnSpc>
                <a:spcPct val="119945"/>
              </a:lnSpc>
              <a:spcBef>
                <a:spcPts val="0"/>
              </a:spcBef>
              <a:spcAft>
                <a:spcPts val="0"/>
              </a:spcAft>
              <a:buClr>
                <a:srgbClr val="141313"/>
              </a:buClr>
              <a:buSzPts val="737"/>
              <a:buFont typeface="Arial"/>
              <a:buChar char="•"/>
            </a:pPr>
            <a:r>
              <a:rPr b="0" i="0" lang="en-US" sz="737" u="none" cap="none" strike="noStrike">
                <a:solidFill>
                  <a:srgbClr val="141313"/>
                </a:solidFill>
                <a:latin typeface="Nunito"/>
                <a:ea typeface="Nunito"/>
                <a:cs typeface="Nunito"/>
                <a:sym typeface="Nunito"/>
              </a:rPr>
              <a:t>Presentación de los Estudiantes</a:t>
            </a:r>
            <a:endParaRPr sz="737">
              <a:solidFill>
                <a:srgbClr val="14131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79583" lvl="1" marL="159165" marR="0" rtl="0" algn="just">
              <a:lnSpc>
                <a:spcPct val="119945"/>
              </a:lnSpc>
              <a:spcBef>
                <a:spcPts val="0"/>
              </a:spcBef>
              <a:spcAft>
                <a:spcPts val="0"/>
              </a:spcAft>
              <a:buClr>
                <a:srgbClr val="141313"/>
              </a:buClr>
              <a:buSzPts val="737"/>
              <a:buFont typeface="Arial"/>
              <a:buChar char="•"/>
            </a:pPr>
            <a:r>
              <a:rPr b="0" i="0" lang="en-US" sz="737" u="none" cap="none" strike="noStrike">
                <a:solidFill>
                  <a:srgbClr val="141313"/>
                </a:solidFill>
                <a:latin typeface="Nunito"/>
                <a:ea typeface="Nunito"/>
                <a:cs typeface="Nunito"/>
                <a:sym typeface="Nunito"/>
              </a:rPr>
              <a:t>Evaluación de Conocimientos</a:t>
            </a:r>
            <a:endParaRPr sz="737">
              <a:solidFill>
                <a:srgbClr val="14131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79583" lvl="1" marL="159165" marR="0" rtl="0" algn="just">
              <a:lnSpc>
                <a:spcPct val="119945"/>
              </a:lnSpc>
              <a:spcBef>
                <a:spcPts val="0"/>
              </a:spcBef>
              <a:spcAft>
                <a:spcPts val="0"/>
              </a:spcAft>
              <a:buClr>
                <a:srgbClr val="141313"/>
              </a:buClr>
              <a:buSzPts val="737"/>
              <a:buFont typeface="Arial"/>
              <a:buChar char="•"/>
            </a:pPr>
            <a:r>
              <a:rPr b="0" i="0" lang="en-US" sz="737" u="none" cap="none" strike="noStrike">
                <a:solidFill>
                  <a:srgbClr val="141313"/>
                </a:solidFill>
                <a:latin typeface="Nunito"/>
                <a:ea typeface="Nunito"/>
                <a:cs typeface="Nunito"/>
                <a:sym typeface="Nunito"/>
              </a:rPr>
              <a:t>Programa del Laboratorio</a:t>
            </a:r>
            <a:endParaRPr sz="737">
              <a:solidFill>
                <a:srgbClr val="14131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79583" lvl="1" marL="159165" marR="0" rtl="0" algn="just">
              <a:lnSpc>
                <a:spcPct val="119945"/>
              </a:lnSpc>
              <a:spcBef>
                <a:spcPts val="0"/>
              </a:spcBef>
              <a:spcAft>
                <a:spcPts val="0"/>
              </a:spcAft>
              <a:buClr>
                <a:srgbClr val="141313"/>
              </a:buClr>
              <a:buSzPts val="737"/>
              <a:buFont typeface="Arial"/>
              <a:buChar char="•"/>
            </a:pPr>
            <a:r>
              <a:rPr b="0" i="0" lang="en-US" sz="737" u="none" cap="none" strike="noStrike">
                <a:solidFill>
                  <a:srgbClr val="141313"/>
                </a:solidFill>
                <a:latin typeface="Nunito"/>
                <a:ea typeface="Nunito"/>
                <a:cs typeface="Nunito"/>
                <a:sym typeface="Nunito"/>
              </a:rPr>
              <a:t>Evaluación de nuevos temas</a:t>
            </a:r>
            <a:endParaRPr b="0" i="0" sz="737" u="none" cap="none" strike="noStrike">
              <a:solidFill>
                <a:srgbClr val="14131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79583" lvl="1" marL="159165" marR="0" rtl="0" algn="just">
              <a:lnSpc>
                <a:spcPct val="119945"/>
              </a:lnSpc>
              <a:spcBef>
                <a:spcPts val="0"/>
              </a:spcBef>
              <a:spcAft>
                <a:spcPts val="0"/>
              </a:spcAft>
              <a:buClr>
                <a:srgbClr val="141313"/>
              </a:buClr>
              <a:buSzPts val="737"/>
              <a:buFont typeface="Nunito"/>
              <a:buChar char="•"/>
            </a:pPr>
            <a:r>
              <a:rPr lang="en-US" sz="737">
                <a:solidFill>
                  <a:srgbClr val="141313"/>
                </a:solidFill>
                <a:latin typeface="Nunito"/>
                <a:ea typeface="Nunito"/>
                <a:cs typeface="Nunito"/>
                <a:sym typeface="Nunito"/>
              </a:rPr>
              <a:t>TAREA DE FORTALEICIMIENTO</a:t>
            </a:r>
            <a:endParaRPr sz="737">
              <a:solidFill>
                <a:srgbClr val="14131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79583" lvl="1" marL="159165" marR="0" rtl="0" algn="just">
              <a:lnSpc>
                <a:spcPct val="119945"/>
              </a:lnSpc>
              <a:spcBef>
                <a:spcPts val="0"/>
              </a:spcBef>
              <a:spcAft>
                <a:spcPts val="0"/>
              </a:spcAft>
              <a:buClr>
                <a:srgbClr val="141313"/>
              </a:buClr>
              <a:buSzPts val="737"/>
              <a:buFont typeface="Arial"/>
              <a:buChar char="•"/>
            </a:pPr>
            <a:r>
              <a:rPr b="0" i="0" lang="en-US" sz="737" u="none" cap="none" strike="noStrike">
                <a:solidFill>
                  <a:srgbClr val="141313"/>
                </a:solidFill>
                <a:latin typeface="Nunito"/>
                <a:ea typeface="Nunito"/>
                <a:cs typeface="Nunito"/>
                <a:sym typeface="Nunito"/>
              </a:rPr>
              <a:t>Opiniones y Dudas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678401" y="26647"/>
            <a:ext cx="1843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41313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/>
          <p:nvPr/>
        </p:nvSpPr>
        <p:spPr>
          <a:xfrm rot="10800000">
            <a:off x="0" y="0"/>
            <a:ext cx="3200400" cy="1828800"/>
          </a:xfrm>
          <a:custGeom>
            <a:rect b="b" l="l" r="r" t="t"/>
            <a:pathLst>
              <a:path extrusionOk="0" h="1828800" w="3200400">
                <a:moveTo>
                  <a:pt x="3200400" y="1828800"/>
                </a:moveTo>
                <a:lnTo>
                  <a:pt x="0" y="1828800"/>
                </a:lnTo>
                <a:lnTo>
                  <a:pt x="0" y="0"/>
                </a:lnTo>
                <a:lnTo>
                  <a:pt x="3200400" y="0"/>
                </a:lnTo>
                <a:lnTo>
                  <a:pt x="3200400" y="18288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611" l="0" r="-88548" t="-1188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0" name="Google Shape;110;p3"/>
          <p:cNvGrpSpPr/>
          <p:nvPr/>
        </p:nvGrpSpPr>
        <p:grpSpPr>
          <a:xfrm>
            <a:off x="-428666" y="682773"/>
            <a:ext cx="1491688" cy="1491688"/>
            <a:chOff x="16500" y="16500"/>
            <a:chExt cx="779800" cy="779800"/>
          </a:xfrm>
        </p:grpSpPr>
        <p:sp>
          <p:nvSpPr>
            <p:cNvPr id="111" name="Google Shape;111;p3"/>
            <p:cNvSpPr/>
            <p:nvPr/>
          </p:nvSpPr>
          <p:spPr>
            <a:xfrm>
              <a:off x="16500" y="16500"/>
              <a:ext cx="779800" cy="779800"/>
            </a:xfrm>
            <a:custGeom>
              <a:rect b="b" l="l" r="r" t="t"/>
              <a:pathLst>
                <a:path extrusionOk="0" h="779800" w="779800">
                  <a:moveTo>
                    <a:pt x="418067" y="11667"/>
                  </a:moveTo>
                  <a:lnTo>
                    <a:pt x="768133" y="361733"/>
                  </a:lnTo>
                  <a:cubicBezTo>
                    <a:pt x="775603" y="369203"/>
                    <a:pt x="779800" y="379335"/>
                    <a:pt x="779800" y="389900"/>
                  </a:cubicBezTo>
                  <a:cubicBezTo>
                    <a:pt x="779800" y="400465"/>
                    <a:pt x="775603" y="410597"/>
                    <a:pt x="768133" y="418067"/>
                  </a:cubicBezTo>
                  <a:lnTo>
                    <a:pt x="418067" y="768133"/>
                  </a:lnTo>
                  <a:cubicBezTo>
                    <a:pt x="410597" y="775603"/>
                    <a:pt x="400465" y="779800"/>
                    <a:pt x="389900" y="779800"/>
                  </a:cubicBezTo>
                  <a:cubicBezTo>
                    <a:pt x="379335" y="779800"/>
                    <a:pt x="369203" y="775603"/>
                    <a:pt x="361733" y="768133"/>
                  </a:cubicBezTo>
                  <a:lnTo>
                    <a:pt x="11667" y="418067"/>
                  </a:lnTo>
                  <a:cubicBezTo>
                    <a:pt x="4197" y="410597"/>
                    <a:pt x="0" y="400465"/>
                    <a:pt x="0" y="389900"/>
                  </a:cubicBezTo>
                  <a:cubicBezTo>
                    <a:pt x="0" y="379335"/>
                    <a:pt x="4197" y="369203"/>
                    <a:pt x="11667" y="361733"/>
                  </a:cubicBezTo>
                  <a:lnTo>
                    <a:pt x="361733" y="11667"/>
                  </a:lnTo>
                  <a:cubicBezTo>
                    <a:pt x="369203" y="4197"/>
                    <a:pt x="379335" y="0"/>
                    <a:pt x="389900" y="0"/>
                  </a:cubicBezTo>
                  <a:cubicBezTo>
                    <a:pt x="400465" y="0"/>
                    <a:pt x="410597" y="4197"/>
                    <a:pt x="418067" y="11667"/>
                  </a:cubicBezTo>
                  <a:close/>
                </a:path>
              </a:pathLst>
            </a:custGeom>
            <a:solidFill>
              <a:srgbClr val="19577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3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" lIns="12275" spcFirstLastPara="1" rIns="12275" wrap="square" tIns="12275">
              <a:noAutofit/>
            </a:bodyPr>
            <a:lstStyle/>
            <a:p>
              <a:pPr indent="0" lvl="0" marL="0" marR="0" rtl="0" algn="ctr">
                <a:lnSpc>
                  <a:spcPct val="27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" name="Google Shape;113;p3"/>
          <p:cNvGrpSpPr/>
          <p:nvPr/>
        </p:nvGrpSpPr>
        <p:grpSpPr>
          <a:xfrm>
            <a:off x="-979521" y="-393368"/>
            <a:ext cx="1797860" cy="1797860"/>
            <a:chOff x="10621" y="10621"/>
            <a:chExt cx="791558" cy="791558"/>
          </a:xfrm>
        </p:grpSpPr>
        <p:sp>
          <p:nvSpPr>
            <p:cNvPr id="114" name="Google Shape;114;p3"/>
            <p:cNvSpPr/>
            <p:nvPr/>
          </p:nvSpPr>
          <p:spPr>
            <a:xfrm>
              <a:off x="10621" y="10621"/>
              <a:ext cx="791558" cy="791558"/>
            </a:xfrm>
            <a:custGeom>
              <a:rect b="b" l="l" r="r" t="t"/>
              <a:pathLst>
                <a:path extrusionOk="0" h="791558" w="791558">
                  <a:moveTo>
                    <a:pt x="419502" y="13102"/>
                  </a:moveTo>
                  <a:lnTo>
                    <a:pt x="778456" y="372056"/>
                  </a:lnTo>
                  <a:cubicBezTo>
                    <a:pt x="791558" y="385158"/>
                    <a:pt x="791558" y="406400"/>
                    <a:pt x="778456" y="419502"/>
                  </a:cubicBezTo>
                  <a:lnTo>
                    <a:pt x="419502" y="778456"/>
                  </a:lnTo>
                  <a:cubicBezTo>
                    <a:pt x="406400" y="791558"/>
                    <a:pt x="385158" y="791558"/>
                    <a:pt x="372056" y="778456"/>
                  </a:cubicBezTo>
                  <a:lnTo>
                    <a:pt x="13102" y="419502"/>
                  </a:lnTo>
                  <a:cubicBezTo>
                    <a:pt x="0" y="406400"/>
                    <a:pt x="0" y="385158"/>
                    <a:pt x="13102" y="372056"/>
                  </a:cubicBezTo>
                  <a:lnTo>
                    <a:pt x="372056" y="13102"/>
                  </a:lnTo>
                  <a:cubicBezTo>
                    <a:pt x="385158" y="0"/>
                    <a:pt x="406400" y="0"/>
                    <a:pt x="419502" y="13102"/>
                  </a:cubicBezTo>
                  <a:close/>
                </a:path>
              </a:pathLst>
            </a:custGeom>
            <a:solidFill>
              <a:srgbClr val="04364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3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" lIns="12275" spcFirstLastPara="1" rIns="12275" wrap="square" tIns="12275">
              <a:noAutofit/>
            </a:bodyPr>
            <a:lstStyle/>
            <a:p>
              <a:pPr indent="0" lvl="0" marL="0" marR="0" rtl="0" algn="ctr">
                <a:lnSpc>
                  <a:spcPct val="27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6" name="Google Shape;116;p3"/>
          <p:cNvGrpSpPr/>
          <p:nvPr/>
        </p:nvGrpSpPr>
        <p:grpSpPr>
          <a:xfrm>
            <a:off x="-276024" y="942894"/>
            <a:ext cx="638788" cy="638788"/>
            <a:chOff x="28540" y="28540"/>
            <a:chExt cx="755721" cy="755721"/>
          </a:xfrm>
        </p:grpSpPr>
        <p:sp>
          <p:nvSpPr>
            <p:cNvPr id="117" name="Google Shape;117;p3"/>
            <p:cNvSpPr/>
            <p:nvPr/>
          </p:nvSpPr>
          <p:spPr>
            <a:xfrm>
              <a:off x="28540" y="28540"/>
              <a:ext cx="755721" cy="755721"/>
            </a:xfrm>
            <a:custGeom>
              <a:rect b="b" l="l" r="r" t="t"/>
              <a:pathLst>
                <a:path extrusionOk="0" h="755721" w="755721">
                  <a:moveTo>
                    <a:pt x="441605" y="35205"/>
                  </a:moveTo>
                  <a:lnTo>
                    <a:pt x="720515" y="314115"/>
                  </a:lnTo>
                  <a:cubicBezTo>
                    <a:pt x="755720" y="349320"/>
                    <a:pt x="755720" y="406400"/>
                    <a:pt x="720515" y="441605"/>
                  </a:cubicBezTo>
                  <a:lnTo>
                    <a:pt x="441605" y="720515"/>
                  </a:lnTo>
                  <a:cubicBezTo>
                    <a:pt x="406400" y="755720"/>
                    <a:pt x="349320" y="755720"/>
                    <a:pt x="314115" y="720515"/>
                  </a:cubicBezTo>
                  <a:lnTo>
                    <a:pt x="35205" y="441605"/>
                  </a:lnTo>
                  <a:cubicBezTo>
                    <a:pt x="0" y="406400"/>
                    <a:pt x="0" y="349320"/>
                    <a:pt x="35205" y="314115"/>
                  </a:cubicBezTo>
                  <a:lnTo>
                    <a:pt x="314115" y="35205"/>
                  </a:lnTo>
                  <a:cubicBezTo>
                    <a:pt x="349320" y="0"/>
                    <a:pt x="406400" y="0"/>
                    <a:pt x="441605" y="35205"/>
                  </a:cubicBezTo>
                  <a:close/>
                </a:path>
              </a:pathLst>
            </a:custGeom>
            <a:solidFill>
              <a:srgbClr val="052A3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3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" lIns="12275" spcFirstLastPara="1" rIns="12275" wrap="square" tIns="12275">
              <a:noAutofit/>
            </a:bodyPr>
            <a:lstStyle/>
            <a:p>
              <a:pPr indent="0" lvl="0" marL="0" marR="0" rtl="0" algn="ctr">
                <a:lnSpc>
                  <a:spcPct val="27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9" name="Google Shape;119;p3"/>
          <p:cNvSpPr/>
          <p:nvPr/>
        </p:nvSpPr>
        <p:spPr>
          <a:xfrm>
            <a:off x="2770490" y="1096079"/>
            <a:ext cx="145492" cy="114320"/>
          </a:xfrm>
          <a:custGeom>
            <a:rect b="b" l="l" r="r" t="t"/>
            <a:pathLst>
              <a:path extrusionOk="0" h="134112" w="170688">
                <a:moveTo>
                  <a:pt x="16383" y="41275"/>
                </a:moveTo>
                <a:cubicBezTo>
                  <a:pt x="18542" y="42799"/>
                  <a:pt x="25019" y="47371"/>
                  <a:pt x="35941" y="54864"/>
                </a:cubicBezTo>
                <a:cubicBezTo>
                  <a:pt x="41783" y="58928"/>
                  <a:pt x="46863" y="62484"/>
                  <a:pt x="51308" y="65532"/>
                </a:cubicBezTo>
                <a:cubicBezTo>
                  <a:pt x="54991" y="68199"/>
                  <a:pt x="58293" y="70358"/>
                  <a:pt x="60960" y="72263"/>
                </a:cubicBezTo>
                <a:cubicBezTo>
                  <a:pt x="61214" y="72517"/>
                  <a:pt x="61722" y="72771"/>
                  <a:pt x="62357" y="73279"/>
                </a:cubicBezTo>
                <a:cubicBezTo>
                  <a:pt x="62992" y="73787"/>
                  <a:pt x="63881" y="74422"/>
                  <a:pt x="65024" y="75184"/>
                </a:cubicBezTo>
                <a:cubicBezTo>
                  <a:pt x="67056" y="76708"/>
                  <a:pt x="68834" y="77851"/>
                  <a:pt x="70104" y="78867"/>
                </a:cubicBezTo>
                <a:cubicBezTo>
                  <a:pt x="71374" y="79883"/>
                  <a:pt x="73152" y="80772"/>
                  <a:pt x="75057" y="81915"/>
                </a:cubicBezTo>
                <a:cubicBezTo>
                  <a:pt x="76962" y="83058"/>
                  <a:pt x="78867" y="83947"/>
                  <a:pt x="80518" y="84455"/>
                </a:cubicBezTo>
                <a:cubicBezTo>
                  <a:pt x="82169" y="84963"/>
                  <a:pt x="83820" y="85344"/>
                  <a:pt x="85217" y="85344"/>
                </a:cubicBezTo>
                <a:lnTo>
                  <a:pt x="85471" y="85344"/>
                </a:lnTo>
                <a:cubicBezTo>
                  <a:pt x="86868" y="85344"/>
                  <a:pt x="88519" y="85090"/>
                  <a:pt x="90170" y="84455"/>
                </a:cubicBezTo>
                <a:cubicBezTo>
                  <a:pt x="91821" y="83820"/>
                  <a:pt x="93726" y="83058"/>
                  <a:pt x="95631" y="81915"/>
                </a:cubicBezTo>
                <a:cubicBezTo>
                  <a:pt x="97536" y="80772"/>
                  <a:pt x="99187" y="79756"/>
                  <a:pt x="100584" y="78867"/>
                </a:cubicBezTo>
                <a:cubicBezTo>
                  <a:pt x="101981" y="77978"/>
                  <a:pt x="103632" y="76708"/>
                  <a:pt x="105791" y="75184"/>
                </a:cubicBezTo>
                <a:cubicBezTo>
                  <a:pt x="106807" y="74422"/>
                  <a:pt x="107696" y="73787"/>
                  <a:pt x="108458" y="73279"/>
                </a:cubicBezTo>
                <a:cubicBezTo>
                  <a:pt x="109220" y="72771"/>
                  <a:pt x="109601" y="72517"/>
                  <a:pt x="109855" y="72263"/>
                </a:cubicBezTo>
                <a:cubicBezTo>
                  <a:pt x="111887" y="70866"/>
                  <a:pt x="115189" y="68580"/>
                  <a:pt x="119507" y="65532"/>
                </a:cubicBezTo>
                <a:cubicBezTo>
                  <a:pt x="127381" y="60071"/>
                  <a:pt x="139065" y="51943"/>
                  <a:pt x="154432" y="41275"/>
                </a:cubicBezTo>
                <a:cubicBezTo>
                  <a:pt x="159004" y="37973"/>
                  <a:pt x="162941" y="34163"/>
                  <a:pt x="165989" y="29591"/>
                </a:cubicBezTo>
                <a:cubicBezTo>
                  <a:pt x="169037" y="25019"/>
                  <a:pt x="170688" y="20193"/>
                  <a:pt x="170688" y="15240"/>
                </a:cubicBezTo>
                <a:cubicBezTo>
                  <a:pt x="170688" y="11049"/>
                  <a:pt x="169164" y="7493"/>
                  <a:pt x="166116" y="4445"/>
                </a:cubicBezTo>
                <a:cubicBezTo>
                  <a:pt x="163068" y="1397"/>
                  <a:pt x="159639" y="0"/>
                  <a:pt x="155448" y="0"/>
                </a:cubicBezTo>
                <a:lnTo>
                  <a:pt x="15240" y="0"/>
                </a:lnTo>
                <a:cubicBezTo>
                  <a:pt x="10414" y="0"/>
                  <a:pt x="6604" y="1651"/>
                  <a:pt x="3937" y="4953"/>
                </a:cubicBezTo>
                <a:cubicBezTo>
                  <a:pt x="1270" y="8255"/>
                  <a:pt x="0" y="12319"/>
                  <a:pt x="0" y="17272"/>
                </a:cubicBezTo>
                <a:cubicBezTo>
                  <a:pt x="0" y="21209"/>
                  <a:pt x="1778" y="25654"/>
                  <a:pt x="5207" y="30226"/>
                </a:cubicBezTo>
                <a:cubicBezTo>
                  <a:pt x="8636" y="34798"/>
                  <a:pt x="12446" y="38608"/>
                  <a:pt x="16383" y="41275"/>
                </a:cubicBezTo>
                <a:moveTo>
                  <a:pt x="128016" y="74168"/>
                </a:moveTo>
                <a:lnTo>
                  <a:pt x="170688" y="116840"/>
                </a:lnTo>
                <a:lnTo>
                  <a:pt x="170688" y="43180"/>
                </a:lnTo>
                <a:cubicBezTo>
                  <a:pt x="167894" y="46228"/>
                  <a:pt x="164719" y="49022"/>
                  <a:pt x="161163" y="51435"/>
                </a:cubicBezTo>
                <a:cubicBezTo>
                  <a:pt x="148209" y="60198"/>
                  <a:pt x="137160" y="67818"/>
                  <a:pt x="128016" y="74168"/>
                </a:cubicBezTo>
                <a:moveTo>
                  <a:pt x="9652" y="51562"/>
                </a:moveTo>
                <a:cubicBezTo>
                  <a:pt x="5969" y="49149"/>
                  <a:pt x="2794" y="46355"/>
                  <a:pt x="0" y="43180"/>
                </a:cubicBezTo>
                <a:lnTo>
                  <a:pt x="0" y="116840"/>
                </a:lnTo>
                <a:lnTo>
                  <a:pt x="42672" y="74168"/>
                </a:lnTo>
                <a:cubicBezTo>
                  <a:pt x="34036" y="68199"/>
                  <a:pt x="23114" y="60706"/>
                  <a:pt x="9652" y="51562"/>
                </a:cubicBezTo>
                <a:moveTo>
                  <a:pt x="113792" y="84455"/>
                </a:moveTo>
                <a:cubicBezTo>
                  <a:pt x="110109" y="87122"/>
                  <a:pt x="107188" y="89154"/>
                  <a:pt x="105029" y="90678"/>
                </a:cubicBezTo>
                <a:cubicBezTo>
                  <a:pt x="102870" y="92202"/>
                  <a:pt x="99822" y="93726"/>
                  <a:pt x="96012" y="95250"/>
                </a:cubicBezTo>
                <a:cubicBezTo>
                  <a:pt x="92202" y="96774"/>
                  <a:pt x="88773" y="97536"/>
                  <a:pt x="85598" y="97536"/>
                </a:cubicBezTo>
                <a:lnTo>
                  <a:pt x="85217" y="97536"/>
                </a:lnTo>
                <a:cubicBezTo>
                  <a:pt x="81915" y="97536"/>
                  <a:pt x="78486" y="96774"/>
                  <a:pt x="74803" y="95250"/>
                </a:cubicBezTo>
                <a:cubicBezTo>
                  <a:pt x="71120" y="93726"/>
                  <a:pt x="68072" y="92202"/>
                  <a:pt x="65786" y="90678"/>
                </a:cubicBezTo>
                <a:cubicBezTo>
                  <a:pt x="63500" y="89154"/>
                  <a:pt x="60579" y="87122"/>
                  <a:pt x="57023" y="84455"/>
                </a:cubicBezTo>
                <a:cubicBezTo>
                  <a:pt x="56007" y="83693"/>
                  <a:pt x="54864" y="82931"/>
                  <a:pt x="53721" y="82042"/>
                </a:cubicBezTo>
                <a:lnTo>
                  <a:pt x="5207" y="130302"/>
                </a:lnTo>
                <a:cubicBezTo>
                  <a:pt x="8001" y="132842"/>
                  <a:pt x="11303" y="134112"/>
                  <a:pt x="15240" y="134112"/>
                </a:cubicBezTo>
                <a:lnTo>
                  <a:pt x="155448" y="134112"/>
                </a:lnTo>
                <a:cubicBezTo>
                  <a:pt x="159258" y="134112"/>
                  <a:pt x="162560" y="132842"/>
                  <a:pt x="165481" y="130302"/>
                </a:cubicBezTo>
                <a:lnTo>
                  <a:pt x="117094" y="81915"/>
                </a:lnTo>
                <a:cubicBezTo>
                  <a:pt x="115951" y="82804"/>
                  <a:pt x="114808" y="83566"/>
                  <a:pt x="113792" y="84328"/>
                </a:cubicBezTo>
              </a:path>
            </a:pathLst>
          </a:custGeom>
          <a:solidFill>
            <a:srgbClr val="0436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" name="Google Shape;120;p3"/>
          <p:cNvCxnSpPr/>
          <p:nvPr/>
        </p:nvCxnSpPr>
        <p:spPr>
          <a:xfrm>
            <a:off x="1945636" y="596702"/>
            <a:ext cx="1067121" cy="0"/>
          </a:xfrm>
          <a:prstGeom prst="straightConnector1">
            <a:avLst/>
          </a:prstGeom>
          <a:noFill/>
          <a:ln cap="rnd" cmpd="sng" w="9525">
            <a:solidFill>
              <a:srgbClr val="14131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" name="Google Shape;121;p3"/>
          <p:cNvCxnSpPr/>
          <p:nvPr/>
        </p:nvCxnSpPr>
        <p:spPr>
          <a:xfrm rot="10800000">
            <a:off x="3012758" y="723029"/>
            <a:ext cx="0" cy="2509851"/>
          </a:xfrm>
          <a:prstGeom prst="straightConnector1">
            <a:avLst/>
          </a:prstGeom>
          <a:noFill/>
          <a:ln cap="rnd" cmpd="sng" w="9525">
            <a:solidFill>
              <a:srgbClr val="1413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" name="Google Shape;122;p3"/>
          <p:cNvSpPr/>
          <p:nvPr/>
        </p:nvSpPr>
        <p:spPr>
          <a:xfrm>
            <a:off x="2770490" y="666019"/>
            <a:ext cx="146345" cy="188779"/>
          </a:xfrm>
          <a:custGeom>
            <a:rect b="b" l="l" r="r" t="t"/>
            <a:pathLst>
              <a:path extrusionOk="0" h="188779" w="146345">
                <a:moveTo>
                  <a:pt x="0" y="0"/>
                </a:moveTo>
                <a:lnTo>
                  <a:pt x="146344" y="0"/>
                </a:lnTo>
                <a:lnTo>
                  <a:pt x="146344" y="188779"/>
                </a:lnTo>
                <a:lnTo>
                  <a:pt x="0" y="1887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2770490" y="1448504"/>
            <a:ext cx="145492" cy="145492"/>
          </a:xfrm>
          <a:custGeom>
            <a:rect b="b" l="l" r="r" t="t"/>
            <a:pathLst>
              <a:path extrusionOk="0" h="145492" w="145492">
                <a:moveTo>
                  <a:pt x="0" y="0"/>
                </a:moveTo>
                <a:lnTo>
                  <a:pt x="145492" y="0"/>
                </a:lnTo>
                <a:lnTo>
                  <a:pt x="145492" y="145492"/>
                </a:lnTo>
                <a:lnTo>
                  <a:pt x="0" y="1454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1025143" y="1106662"/>
            <a:ext cx="1695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141313"/>
                </a:solidFill>
                <a:latin typeface="Nunito"/>
                <a:ea typeface="Nunito"/>
                <a:cs typeface="Nunito"/>
                <a:sym typeface="Nunito"/>
              </a:rPr>
              <a:t>3003132410101@ingenieria.usac.edu.gt</a:t>
            </a:r>
            <a:endParaRPr/>
          </a:p>
        </p:txBody>
      </p:sp>
      <p:sp>
        <p:nvSpPr>
          <p:cNvPr id="125" name="Google Shape;125;p3"/>
          <p:cNvSpPr txBox="1"/>
          <p:nvPr/>
        </p:nvSpPr>
        <p:spPr>
          <a:xfrm>
            <a:off x="644899" y="717153"/>
            <a:ext cx="2075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41313"/>
                </a:solidFill>
              </a:rPr>
              <a:t>Alberto Kanec Ixchop Ordoñez</a:t>
            </a:r>
            <a:endParaRPr/>
          </a:p>
        </p:txBody>
      </p:sp>
      <p:sp>
        <p:nvSpPr>
          <p:cNvPr id="126" name="Google Shape;126;p3"/>
          <p:cNvSpPr txBox="1"/>
          <p:nvPr/>
        </p:nvSpPr>
        <p:spPr>
          <a:xfrm>
            <a:off x="1025143" y="1472252"/>
            <a:ext cx="1695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141313"/>
                </a:solidFill>
                <a:latin typeface="Nunito"/>
                <a:ea typeface="Nunito"/>
                <a:cs typeface="Nunito"/>
                <a:sym typeface="Nunito"/>
              </a:rPr>
              <a:t>ixchop98</a:t>
            </a:r>
            <a:endParaRPr/>
          </a:p>
        </p:txBody>
      </p:sp>
      <p:sp>
        <p:nvSpPr>
          <p:cNvPr id="127" name="Google Shape;127;p3"/>
          <p:cNvSpPr txBox="1"/>
          <p:nvPr/>
        </p:nvSpPr>
        <p:spPr>
          <a:xfrm>
            <a:off x="678413" y="189984"/>
            <a:ext cx="1843575" cy="316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41313"/>
                </a:solidFill>
                <a:latin typeface="Arial"/>
                <a:ea typeface="Arial"/>
                <a:cs typeface="Arial"/>
                <a:sym typeface="Arial"/>
              </a:rPr>
              <a:t>INTELIGENCIA ARTIFICIAL 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"/>
          <p:cNvSpPr/>
          <p:nvPr/>
        </p:nvSpPr>
        <p:spPr>
          <a:xfrm rot="10800000">
            <a:off x="0" y="0"/>
            <a:ext cx="3200400" cy="1828800"/>
          </a:xfrm>
          <a:custGeom>
            <a:rect b="b" l="l" r="r" t="t"/>
            <a:pathLst>
              <a:path extrusionOk="0" h="1828800" w="3200400">
                <a:moveTo>
                  <a:pt x="3200400" y="1828800"/>
                </a:moveTo>
                <a:lnTo>
                  <a:pt x="0" y="1828800"/>
                </a:lnTo>
                <a:lnTo>
                  <a:pt x="0" y="0"/>
                </a:lnTo>
                <a:lnTo>
                  <a:pt x="3200400" y="0"/>
                </a:lnTo>
                <a:lnTo>
                  <a:pt x="3200400" y="18288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611" l="0" r="-88548" t="-1188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0" y="279756"/>
            <a:ext cx="3184800" cy="6300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4" name="Google Shape;134;p5"/>
          <p:cNvGrpSpPr/>
          <p:nvPr/>
        </p:nvGrpSpPr>
        <p:grpSpPr>
          <a:xfrm>
            <a:off x="-1347090" y="-399100"/>
            <a:ext cx="1797860" cy="1797860"/>
            <a:chOff x="10621" y="10621"/>
            <a:chExt cx="791558" cy="791558"/>
          </a:xfrm>
        </p:grpSpPr>
        <p:sp>
          <p:nvSpPr>
            <p:cNvPr id="135" name="Google Shape;135;p5"/>
            <p:cNvSpPr/>
            <p:nvPr/>
          </p:nvSpPr>
          <p:spPr>
            <a:xfrm>
              <a:off x="10621" y="10621"/>
              <a:ext cx="791558" cy="791558"/>
            </a:xfrm>
            <a:custGeom>
              <a:rect b="b" l="l" r="r" t="t"/>
              <a:pathLst>
                <a:path extrusionOk="0" h="791558" w="791558">
                  <a:moveTo>
                    <a:pt x="419502" y="13102"/>
                  </a:moveTo>
                  <a:lnTo>
                    <a:pt x="778456" y="372056"/>
                  </a:lnTo>
                  <a:cubicBezTo>
                    <a:pt x="791558" y="385158"/>
                    <a:pt x="791558" y="406400"/>
                    <a:pt x="778456" y="419502"/>
                  </a:cubicBezTo>
                  <a:lnTo>
                    <a:pt x="419502" y="778456"/>
                  </a:lnTo>
                  <a:cubicBezTo>
                    <a:pt x="406400" y="791558"/>
                    <a:pt x="385158" y="791558"/>
                    <a:pt x="372056" y="778456"/>
                  </a:cubicBezTo>
                  <a:lnTo>
                    <a:pt x="13102" y="419502"/>
                  </a:lnTo>
                  <a:cubicBezTo>
                    <a:pt x="0" y="406400"/>
                    <a:pt x="0" y="385158"/>
                    <a:pt x="13102" y="372056"/>
                  </a:cubicBezTo>
                  <a:lnTo>
                    <a:pt x="372056" y="13102"/>
                  </a:lnTo>
                  <a:cubicBezTo>
                    <a:pt x="385158" y="0"/>
                    <a:pt x="406400" y="0"/>
                    <a:pt x="419502" y="13102"/>
                  </a:cubicBezTo>
                  <a:close/>
                </a:path>
              </a:pathLst>
            </a:custGeom>
            <a:solidFill>
              <a:srgbClr val="04364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5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" lIns="12275" spcFirstLastPara="1" rIns="12275" wrap="square" tIns="12275">
              <a:noAutofit/>
            </a:bodyPr>
            <a:lstStyle/>
            <a:p>
              <a:pPr indent="0" lvl="0" marL="0" marR="0" rtl="0" algn="ctr">
                <a:lnSpc>
                  <a:spcPct val="27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7" name="Google Shape;137;p5"/>
          <p:cNvGrpSpPr/>
          <p:nvPr/>
        </p:nvGrpSpPr>
        <p:grpSpPr>
          <a:xfrm>
            <a:off x="-276024" y="877637"/>
            <a:ext cx="638788" cy="638788"/>
            <a:chOff x="28540" y="28540"/>
            <a:chExt cx="755721" cy="755721"/>
          </a:xfrm>
        </p:grpSpPr>
        <p:sp>
          <p:nvSpPr>
            <p:cNvPr id="138" name="Google Shape;138;p5"/>
            <p:cNvSpPr/>
            <p:nvPr/>
          </p:nvSpPr>
          <p:spPr>
            <a:xfrm>
              <a:off x="28540" y="28540"/>
              <a:ext cx="755721" cy="755721"/>
            </a:xfrm>
            <a:custGeom>
              <a:rect b="b" l="l" r="r" t="t"/>
              <a:pathLst>
                <a:path extrusionOk="0" h="755721" w="755721">
                  <a:moveTo>
                    <a:pt x="441605" y="35205"/>
                  </a:moveTo>
                  <a:lnTo>
                    <a:pt x="720515" y="314115"/>
                  </a:lnTo>
                  <a:cubicBezTo>
                    <a:pt x="755720" y="349320"/>
                    <a:pt x="755720" y="406400"/>
                    <a:pt x="720515" y="441605"/>
                  </a:cubicBezTo>
                  <a:lnTo>
                    <a:pt x="441605" y="720515"/>
                  </a:lnTo>
                  <a:cubicBezTo>
                    <a:pt x="406400" y="755720"/>
                    <a:pt x="349320" y="755720"/>
                    <a:pt x="314115" y="720515"/>
                  </a:cubicBezTo>
                  <a:lnTo>
                    <a:pt x="35205" y="441605"/>
                  </a:lnTo>
                  <a:cubicBezTo>
                    <a:pt x="0" y="406400"/>
                    <a:pt x="0" y="349320"/>
                    <a:pt x="35205" y="314115"/>
                  </a:cubicBezTo>
                  <a:lnTo>
                    <a:pt x="314115" y="35205"/>
                  </a:lnTo>
                  <a:cubicBezTo>
                    <a:pt x="349320" y="0"/>
                    <a:pt x="406400" y="0"/>
                    <a:pt x="441605" y="35205"/>
                  </a:cubicBezTo>
                  <a:close/>
                </a:path>
              </a:pathLst>
            </a:custGeom>
            <a:solidFill>
              <a:srgbClr val="052A3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5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" lIns="12275" spcFirstLastPara="1" rIns="12275" wrap="square" tIns="12275">
              <a:noAutofit/>
            </a:bodyPr>
            <a:lstStyle/>
            <a:p>
              <a:pPr indent="0" lvl="0" marL="0" marR="0" rtl="0" algn="ctr">
                <a:lnSpc>
                  <a:spcPct val="27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0" name="Google Shape;140;p5"/>
          <p:cNvSpPr txBox="1"/>
          <p:nvPr/>
        </p:nvSpPr>
        <p:spPr>
          <a:xfrm>
            <a:off x="654966" y="79592"/>
            <a:ext cx="2411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41313"/>
                </a:solidFill>
                <a:latin typeface="Arial"/>
                <a:ea typeface="Arial"/>
                <a:cs typeface="Arial"/>
                <a:sym typeface="Arial"/>
              </a:rPr>
              <a:t>EXPERIENCIA LABORAL</a:t>
            </a:r>
            <a:endParaRPr/>
          </a:p>
        </p:txBody>
      </p:sp>
      <p:grpSp>
        <p:nvGrpSpPr>
          <p:cNvPr id="141" name="Google Shape;141;p5"/>
          <p:cNvGrpSpPr/>
          <p:nvPr/>
        </p:nvGrpSpPr>
        <p:grpSpPr>
          <a:xfrm>
            <a:off x="450769" y="438825"/>
            <a:ext cx="2724538" cy="607275"/>
            <a:chOff x="474894" y="240825"/>
            <a:chExt cx="2724538" cy="607275"/>
          </a:xfrm>
        </p:grpSpPr>
        <p:sp>
          <p:nvSpPr>
            <p:cNvPr id="142" name="Google Shape;142;p5"/>
            <p:cNvSpPr txBox="1"/>
            <p:nvPr/>
          </p:nvSpPr>
          <p:spPr>
            <a:xfrm>
              <a:off x="474905" y="240825"/>
              <a:ext cx="2333100" cy="1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80">
                  <a:solidFill>
                    <a:srgbClr val="474444"/>
                  </a:solidFill>
                </a:rPr>
                <a:t>DESARROLLADOR FULL STACK</a:t>
              </a:r>
              <a:endParaRPr/>
            </a:p>
          </p:txBody>
        </p:sp>
        <p:sp>
          <p:nvSpPr>
            <p:cNvPr id="143" name="Google Shape;143;p5"/>
            <p:cNvSpPr txBox="1"/>
            <p:nvPr/>
          </p:nvSpPr>
          <p:spPr>
            <a:xfrm>
              <a:off x="521631" y="481500"/>
              <a:ext cx="2677800" cy="36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51765" lvl="1" marL="103532" rtl="0" algn="l">
                <a:lnSpc>
                  <a:spcPct val="139872"/>
                </a:lnSpc>
                <a:spcBef>
                  <a:spcPts val="0"/>
                </a:spcBef>
                <a:spcAft>
                  <a:spcPts val="0"/>
                </a:spcAft>
                <a:buClr>
                  <a:srgbClr val="777777"/>
                </a:buClr>
                <a:buSzPts val="627"/>
                <a:buFont typeface="Anonymous Pro"/>
                <a:buChar char="•"/>
              </a:pPr>
              <a:r>
                <a:rPr lang="en-US" sz="627">
                  <a:solidFill>
                    <a:srgbClr val="777777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Desarrollo frontend y backend</a:t>
              </a:r>
              <a:endParaRPr sz="627">
                <a:solidFill>
                  <a:srgbClr val="777777"/>
                </a:solidFill>
                <a:latin typeface="Anonymous Pro"/>
                <a:ea typeface="Anonymous Pro"/>
                <a:cs typeface="Anonymous Pro"/>
                <a:sym typeface="Anonymous Pro"/>
              </a:endParaRPr>
            </a:p>
            <a:p>
              <a:pPr indent="-51765" lvl="1" marL="103532" rtl="0" algn="l">
                <a:lnSpc>
                  <a:spcPct val="139872"/>
                </a:lnSpc>
                <a:spcBef>
                  <a:spcPts val="0"/>
                </a:spcBef>
                <a:spcAft>
                  <a:spcPts val="0"/>
                </a:spcAft>
                <a:buClr>
                  <a:srgbClr val="777777"/>
                </a:buClr>
                <a:buSzPts val="627"/>
                <a:buFont typeface="Anonymous Pro"/>
                <a:buChar char="•"/>
              </a:pPr>
              <a:r>
                <a:rPr lang="en-US" sz="627">
                  <a:solidFill>
                    <a:srgbClr val="777777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Test y automatización de pruebas</a:t>
              </a:r>
              <a:endParaRPr sz="627">
                <a:solidFill>
                  <a:srgbClr val="777777"/>
                </a:solidFill>
                <a:latin typeface="Anonymous Pro"/>
                <a:ea typeface="Anonymous Pro"/>
                <a:cs typeface="Anonymous Pro"/>
                <a:sym typeface="Anonymous Pro"/>
              </a:endParaRPr>
            </a:p>
            <a:p>
              <a:pPr indent="-51765" lvl="1" marL="103532" rtl="0" algn="l">
                <a:lnSpc>
                  <a:spcPct val="139872"/>
                </a:lnSpc>
                <a:spcBef>
                  <a:spcPts val="0"/>
                </a:spcBef>
                <a:spcAft>
                  <a:spcPts val="0"/>
                </a:spcAft>
                <a:buClr>
                  <a:srgbClr val="777777"/>
                </a:buClr>
                <a:buSzPts val="627"/>
                <a:buFont typeface="Anonymous Pro"/>
                <a:buChar char="•"/>
              </a:pPr>
              <a:r>
                <a:rPr lang="en-US" sz="627">
                  <a:solidFill>
                    <a:srgbClr val="777777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Automatización de despliegue de componentes de software</a:t>
              </a:r>
              <a:endParaRPr sz="627">
                <a:solidFill>
                  <a:srgbClr val="777777"/>
                </a:solidFill>
                <a:latin typeface="Anonymous Pro"/>
                <a:ea typeface="Anonymous Pro"/>
                <a:cs typeface="Anonymous Pro"/>
                <a:sym typeface="Anonymous Pro"/>
              </a:endParaRPr>
            </a:p>
          </p:txBody>
        </p:sp>
        <p:sp>
          <p:nvSpPr>
            <p:cNvPr id="144" name="Google Shape;144;p5"/>
            <p:cNvSpPr txBox="1"/>
            <p:nvPr/>
          </p:nvSpPr>
          <p:spPr>
            <a:xfrm>
              <a:off x="474894" y="369609"/>
              <a:ext cx="2675100" cy="9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6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4">
                  <a:solidFill>
                    <a:srgbClr val="777777"/>
                  </a:solidFill>
                </a:rPr>
                <a:t>BDG</a:t>
              </a:r>
              <a:r>
                <a:rPr lang="en-US" sz="594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rPr>
                <a:t> - Forza Delivery Express| </a:t>
              </a:r>
              <a:r>
                <a:rPr lang="en-US" sz="594">
                  <a:solidFill>
                    <a:srgbClr val="777777"/>
                  </a:solidFill>
                </a:rPr>
                <a:t>Noviembre 2021 - Febrero 2025</a:t>
              </a:r>
              <a:endParaRPr/>
            </a:p>
          </p:txBody>
        </p:sp>
      </p:grpSp>
      <p:grpSp>
        <p:nvGrpSpPr>
          <p:cNvPr id="145" name="Google Shape;145;p5"/>
          <p:cNvGrpSpPr/>
          <p:nvPr/>
        </p:nvGrpSpPr>
        <p:grpSpPr>
          <a:xfrm>
            <a:off x="429294" y="1147125"/>
            <a:ext cx="2724538" cy="461475"/>
            <a:chOff x="474894" y="388875"/>
            <a:chExt cx="2724538" cy="461475"/>
          </a:xfrm>
        </p:grpSpPr>
        <p:sp>
          <p:nvSpPr>
            <p:cNvPr id="146" name="Google Shape;146;p5"/>
            <p:cNvSpPr txBox="1"/>
            <p:nvPr/>
          </p:nvSpPr>
          <p:spPr>
            <a:xfrm>
              <a:off x="474905" y="388875"/>
              <a:ext cx="2333100" cy="1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80">
                  <a:solidFill>
                    <a:srgbClr val="474444"/>
                  </a:solidFill>
                </a:rPr>
                <a:t>DESARROLLADOR FULL STACK</a:t>
              </a:r>
              <a:endParaRPr/>
            </a:p>
          </p:txBody>
        </p:sp>
        <p:sp>
          <p:nvSpPr>
            <p:cNvPr id="147" name="Google Shape;147;p5"/>
            <p:cNvSpPr txBox="1"/>
            <p:nvPr/>
          </p:nvSpPr>
          <p:spPr>
            <a:xfrm>
              <a:off x="521631" y="618750"/>
              <a:ext cx="2677800" cy="23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51765" lvl="1" marL="103532" marR="0" rtl="0" algn="l">
                <a:lnSpc>
                  <a:spcPct val="139872"/>
                </a:lnSpc>
                <a:spcBef>
                  <a:spcPts val="0"/>
                </a:spcBef>
                <a:spcAft>
                  <a:spcPts val="0"/>
                </a:spcAft>
                <a:buClr>
                  <a:srgbClr val="777777"/>
                </a:buClr>
                <a:buSzPts val="627"/>
                <a:buFont typeface="Anonymous Pro"/>
                <a:buChar char="•"/>
              </a:pPr>
              <a:r>
                <a:rPr lang="en-US" sz="627">
                  <a:solidFill>
                    <a:srgbClr val="777777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Desarrollo frontend y backend</a:t>
              </a:r>
              <a:endParaRPr sz="627">
                <a:solidFill>
                  <a:srgbClr val="777777"/>
                </a:solidFill>
                <a:latin typeface="Anonymous Pro"/>
                <a:ea typeface="Anonymous Pro"/>
                <a:cs typeface="Anonymous Pro"/>
                <a:sym typeface="Anonymous Pro"/>
              </a:endParaRPr>
            </a:p>
            <a:p>
              <a:pPr indent="-51765" lvl="1" marL="103532" marR="0" rtl="0" algn="l">
                <a:lnSpc>
                  <a:spcPct val="139872"/>
                </a:lnSpc>
                <a:spcBef>
                  <a:spcPts val="0"/>
                </a:spcBef>
                <a:spcAft>
                  <a:spcPts val="0"/>
                </a:spcAft>
                <a:buClr>
                  <a:srgbClr val="777777"/>
                </a:buClr>
                <a:buSzPts val="627"/>
                <a:buFont typeface="Anonymous Pro"/>
                <a:buChar char="•"/>
              </a:pPr>
              <a:r>
                <a:rPr lang="en-US" sz="627">
                  <a:solidFill>
                    <a:srgbClr val="777777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Reportería</a:t>
              </a:r>
              <a:endParaRPr sz="627">
                <a:solidFill>
                  <a:srgbClr val="777777"/>
                </a:solidFill>
                <a:latin typeface="Anonymous Pro"/>
                <a:ea typeface="Anonymous Pro"/>
                <a:cs typeface="Anonymous Pro"/>
                <a:sym typeface="Anonymous Pro"/>
              </a:endParaRPr>
            </a:p>
          </p:txBody>
        </p:sp>
        <p:sp>
          <p:nvSpPr>
            <p:cNvPr id="148" name="Google Shape;148;p5"/>
            <p:cNvSpPr txBox="1"/>
            <p:nvPr/>
          </p:nvSpPr>
          <p:spPr>
            <a:xfrm>
              <a:off x="474894" y="517659"/>
              <a:ext cx="2675100" cy="9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6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4">
                  <a:solidFill>
                    <a:srgbClr val="777777"/>
                  </a:solidFill>
                </a:rPr>
                <a:t>Micoope</a:t>
              </a:r>
              <a:r>
                <a:rPr lang="en-US" sz="594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rPr>
                <a:t> | </a:t>
              </a:r>
              <a:r>
                <a:rPr lang="en-US" sz="594">
                  <a:solidFill>
                    <a:srgbClr val="777777"/>
                  </a:solidFill>
                </a:rPr>
                <a:t>Febrero </a:t>
              </a:r>
              <a:r>
                <a:rPr lang="en-US" sz="594">
                  <a:solidFill>
                    <a:srgbClr val="777777"/>
                  </a:solidFill>
                </a:rPr>
                <a:t>2025 - Presente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"/>
          <p:cNvSpPr/>
          <p:nvPr/>
        </p:nvSpPr>
        <p:spPr>
          <a:xfrm>
            <a:off x="0" y="276156"/>
            <a:ext cx="3184673" cy="6297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4" name="Google Shape;154;p6"/>
          <p:cNvGrpSpPr/>
          <p:nvPr/>
        </p:nvGrpSpPr>
        <p:grpSpPr>
          <a:xfrm>
            <a:off x="-1347090" y="-399100"/>
            <a:ext cx="1797860" cy="1797860"/>
            <a:chOff x="10621" y="10621"/>
            <a:chExt cx="791558" cy="791558"/>
          </a:xfrm>
        </p:grpSpPr>
        <p:sp>
          <p:nvSpPr>
            <p:cNvPr id="155" name="Google Shape;155;p6"/>
            <p:cNvSpPr/>
            <p:nvPr/>
          </p:nvSpPr>
          <p:spPr>
            <a:xfrm>
              <a:off x="10621" y="10621"/>
              <a:ext cx="791558" cy="791558"/>
            </a:xfrm>
            <a:custGeom>
              <a:rect b="b" l="l" r="r" t="t"/>
              <a:pathLst>
                <a:path extrusionOk="0" h="791558" w="791558">
                  <a:moveTo>
                    <a:pt x="419502" y="13102"/>
                  </a:moveTo>
                  <a:lnTo>
                    <a:pt x="778456" y="372056"/>
                  </a:lnTo>
                  <a:cubicBezTo>
                    <a:pt x="791558" y="385158"/>
                    <a:pt x="791558" y="406400"/>
                    <a:pt x="778456" y="419502"/>
                  </a:cubicBezTo>
                  <a:lnTo>
                    <a:pt x="419502" y="778456"/>
                  </a:lnTo>
                  <a:cubicBezTo>
                    <a:pt x="406400" y="791558"/>
                    <a:pt x="385158" y="791558"/>
                    <a:pt x="372056" y="778456"/>
                  </a:cubicBezTo>
                  <a:lnTo>
                    <a:pt x="13102" y="419502"/>
                  </a:lnTo>
                  <a:cubicBezTo>
                    <a:pt x="0" y="406400"/>
                    <a:pt x="0" y="385158"/>
                    <a:pt x="13102" y="372056"/>
                  </a:cubicBezTo>
                  <a:lnTo>
                    <a:pt x="372056" y="13102"/>
                  </a:lnTo>
                  <a:cubicBezTo>
                    <a:pt x="385158" y="0"/>
                    <a:pt x="406400" y="0"/>
                    <a:pt x="419502" y="13102"/>
                  </a:cubicBezTo>
                  <a:close/>
                </a:path>
              </a:pathLst>
            </a:custGeom>
            <a:solidFill>
              <a:srgbClr val="04364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6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" lIns="12275" spcFirstLastPara="1" rIns="12275" wrap="square" tIns="12275">
              <a:noAutofit/>
            </a:bodyPr>
            <a:lstStyle/>
            <a:p>
              <a:pPr indent="0" lvl="0" marL="0" marR="0" rtl="0" algn="ctr">
                <a:lnSpc>
                  <a:spcPct val="27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7" name="Google Shape;157;p6"/>
          <p:cNvGrpSpPr/>
          <p:nvPr/>
        </p:nvGrpSpPr>
        <p:grpSpPr>
          <a:xfrm>
            <a:off x="-276024" y="877637"/>
            <a:ext cx="638788" cy="638788"/>
            <a:chOff x="28540" y="28540"/>
            <a:chExt cx="755721" cy="755721"/>
          </a:xfrm>
        </p:grpSpPr>
        <p:sp>
          <p:nvSpPr>
            <p:cNvPr id="158" name="Google Shape;158;p6"/>
            <p:cNvSpPr/>
            <p:nvPr/>
          </p:nvSpPr>
          <p:spPr>
            <a:xfrm>
              <a:off x="28540" y="28540"/>
              <a:ext cx="755721" cy="755721"/>
            </a:xfrm>
            <a:custGeom>
              <a:rect b="b" l="l" r="r" t="t"/>
              <a:pathLst>
                <a:path extrusionOk="0" h="755721" w="755721">
                  <a:moveTo>
                    <a:pt x="441605" y="35205"/>
                  </a:moveTo>
                  <a:lnTo>
                    <a:pt x="720515" y="314115"/>
                  </a:lnTo>
                  <a:cubicBezTo>
                    <a:pt x="755720" y="349320"/>
                    <a:pt x="755720" y="406400"/>
                    <a:pt x="720515" y="441605"/>
                  </a:cubicBezTo>
                  <a:lnTo>
                    <a:pt x="441605" y="720515"/>
                  </a:lnTo>
                  <a:cubicBezTo>
                    <a:pt x="406400" y="755720"/>
                    <a:pt x="349320" y="755720"/>
                    <a:pt x="314115" y="720515"/>
                  </a:cubicBezTo>
                  <a:lnTo>
                    <a:pt x="35205" y="441605"/>
                  </a:lnTo>
                  <a:cubicBezTo>
                    <a:pt x="0" y="406400"/>
                    <a:pt x="0" y="349320"/>
                    <a:pt x="35205" y="314115"/>
                  </a:cubicBezTo>
                  <a:lnTo>
                    <a:pt x="314115" y="35205"/>
                  </a:lnTo>
                  <a:cubicBezTo>
                    <a:pt x="349320" y="0"/>
                    <a:pt x="406400" y="0"/>
                    <a:pt x="441605" y="35205"/>
                  </a:cubicBezTo>
                  <a:close/>
                </a:path>
              </a:pathLst>
            </a:custGeom>
            <a:solidFill>
              <a:srgbClr val="052A3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6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" lIns="12275" spcFirstLastPara="1" rIns="12275" wrap="square" tIns="12275">
              <a:noAutofit/>
            </a:bodyPr>
            <a:lstStyle/>
            <a:p>
              <a:pPr indent="0" lvl="0" marL="0" marR="0" rtl="0" algn="ctr">
                <a:lnSpc>
                  <a:spcPct val="27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0" name="Google Shape;160;p6"/>
          <p:cNvSpPr txBox="1"/>
          <p:nvPr/>
        </p:nvSpPr>
        <p:spPr>
          <a:xfrm>
            <a:off x="654966" y="86792"/>
            <a:ext cx="2411133" cy="163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41313"/>
                </a:solidFill>
                <a:latin typeface="Arial"/>
                <a:ea typeface="Arial"/>
                <a:cs typeface="Arial"/>
                <a:sym typeface="Arial"/>
              </a:rPr>
              <a:t>ROL DEL AUXILIAR</a:t>
            </a:r>
            <a:endParaRPr/>
          </a:p>
        </p:txBody>
      </p:sp>
      <p:sp>
        <p:nvSpPr>
          <p:cNvPr id="161" name="Google Shape;161;p6"/>
          <p:cNvSpPr txBox="1"/>
          <p:nvPr/>
        </p:nvSpPr>
        <p:spPr>
          <a:xfrm>
            <a:off x="475200" y="354300"/>
            <a:ext cx="2606400" cy="13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79583" lvl="1" marL="159165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41313"/>
              </a:buClr>
              <a:buSzPts val="737"/>
              <a:buFont typeface="Arial"/>
              <a:buChar char="•"/>
            </a:pPr>
            <a:r>
              <a:rPr b="0" i="0" lang="en-US" sz="737" u="none" cap="none" strike="noStrike">
                <a:solidFill>
                  <a:srgbClr val="141313"/>
                </a:solidFill>
                <a:latin typeface="Nunito"/>
                <a:ea typeface="Nunito"/>
                <a:cs typeface="Nunito"/>
                <a:sym typeface="Nunito"/>
              </a:rPr>
              <a:t>Impartir sesiones prácticas y teóricas sobre conceptos clave de IA en el laboratorio.</a:t>
            </a:r>
            <a:endParaRPr sz="737">
              <a:solidFill>
                <a:srgbClr val="14131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79583" lvl="1" marL="159165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41313"/>
              </a:buClr>
              <a:buSzPts val="737"/>
              <a:buFont typeface="Arial"/>
              <a:buChar char="•"/>
            </a:pPr>
            <a:r>
              <a:rPr b="0" i="0" lang="en-US" sz="737" u="none" cap="none" strike="noStrike">
                <a:solidFill>
                  <a:srgbClr val="141313"/>
                </a:solidFill>
                <a:latin typeface="Nunito"/>
                <a:ea typeface="Nunito"/>
                <a:cs typeface="Nunito"/>
                <a:sym typeface="Nunito"/>
              </a:rPr>
              <a:t>Diseño y preparación actividades, proyectos y materiales del laboratorio.</a:t>
            </a:r>
            <a:endParaRPr sz="737">
              <a:solidFill>
                <a:srgbClr val="14131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79583" lvl="1" marL="159165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41313"/>
              </a:buClr>
              <a:buSzPts val="737"/>
              <a:buFont typeface="Arial"/>
              <a:buChar char="•"/>
            </a:pPr>
            <a:r>
              <a:rPr b="0" i="0" lang="en-US" sz="737" u="none" cap="none" strike="noStrike">
                <a:solidFill>
                  <a:srgbClr val="141313"/>
                </a:solidFill>
                <a:latin typeface="Nunito"/>
                <a:ea typeface="Nunito"/>
                <a:cs typeface="Nunito"/>
                <a:sym typeface="Nunito"/>
              </a:rPr>
              <a:t>Apoyo a los estudiantes durante la práctica.</a:t>
            </a:r>
            <a:endParaRPr sz="737">
              <a:solidFill>
                <a:srgbClr val="14131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79583" lvl="1" marL="159165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41313"/>
              </a:buClr>
              <a:buSzPts val="737"/>
              <a:buFont typeface="Arial"/>
              <a:buChar char="•"/>
            </a:pPr>
            <a:r>
              <a:rPr b="0" i="0" lang="en-US" sz="737" u="none" cap="none" strike="noStrike">
                <a:solidFill>
                  <a:srgbClr val="141313"/>
                </a:solidFill>
                <a:latin typeface="Nunito"/>
                <a:ea typeface="Nunito"/>
                <a:cs typeface="Nunito"/>
                <a:sym typeface="Nunito"/>
              </a:rPr>
              <a:t>Evaluación de actividades del laboratorio</a:t>
            </a:r>
            <a:endParaRPr sz="737">
              <a:solidFill>
                <a:srgbClr val="14131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79583" lvl="1" marL="159165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41313"/>
              </a:buClr>
              <a:buSzPts val="737"/>
              <a:buFont typeface="Arial"/>
              <a:buChar char="•"/>
            </a:pPr>
            <a:r>
              <a:rPr b="0" i="0" lang="en-US" sz="737" u="none" cap="none" strike="noStrike">
                <a:solidFill>
                  <a:srgbClr val="141313"/>
                </a:solidFill>
                <a:latin typeface="Nunito"/>
                <a:ea typeface="Nunito"/>
                <a:cs typeface="Nunito"/>
                <a:sym typeface="Nunito"/>
              </a:rPr>
              <a:t>Coordinación con el docente titular para alinear el laboratorio con la clase magistral.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"/>
          <p:cNvSpPr/>
          <p:nvPr/>
        </p:nvSpPr>
        <p:spPr>
          <a:xfrm rot="10800000">
            <a:off x="0" y="0"/>
            <a:ext cx="3200400" cy="1828800"/>
          </a:xfrm>
          <a:custGeom>
            <a:rect b="b" l="l" r="r" t="t"/>
            <a:pathLst>
              <a:path extrusionOk="0" h="1828800" w="3200400">
                <a:moveTo>
                  <a:pt x="3200400" y="1828800"/>
                </a:moveTo>
                <a:lnTo>
                  <a:pt x="0" y="1828800"/>
                </a:lnTo>
                <a:lnTo>
                  <a:pt x="0" y="0"/>
                </a:lnTo>
                <a:lnTo>
                  <a:pt x="3200400" y="0"/>
                </a:lnTo>
                <a:lnTo>
                  <a:pt x="3200400" y="18288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611" l="0" r="-88548" t="-1188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-38000" y="890043"/>
            <a:ext cx="3184673" cy="6297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8" name="Google Shape;168;p7"/>
          <p:cNvGrpSpPr/>
          <p:nvPr/>
        </p:nvGrpSpPr>
        <p:grpSpPr>
          <a:xfrm>
            <a:off x="-979521" y="-393368"/>
            <a:ext cx="1797860" cy="1797860"/>
            <a:chOff x="10621" y="10621"/>
            <a:chExt cx="791558" cy="791558"/>
          </a:xfrm>
        </p:grpSpPr>
        <p:sp>
          <p:nvSpPr>
            <p:cNvPr id="169" name="Google Shape;169;p7"/>
            <p:cNvSpPr/>
            <p:nvPr/>
          </p:nvSpPr>
          <p:spPr>
            <a:xfrm>
              <a:off x="10621" y="10621"/>
              <a:ext cx="791558" cy="791558"/>
            </a:xfrm>
            <a:custGeom>
              <a:rect b="b" l="l" r="r" t="t"/>
              <a:pathLst>
                <a:path extrusionOk="0" h="791558" w="791558">
                  <a:moveTo>
                    <a:pt x="419502" y="13102"/>
                  </a:moveTo>
                  <a:lnTo>
                    <a:pt x="778456" y="372056"/>
                  </a:lnTo>
                  <a:cubicBezTo>
                    <a:pt x="791558" y="385158"/>
                    <a:pt x="791558" y="406400"/>
                    <a:pt x="778456" y="419502"/>
                  </a:cubicBezTo>
                  <a:lnTo>
                    <a:pt x="419502" y="778456"/>
                  </a:lnTo>
                  <a:cubicBezTo>
                    <a:pt x="406400" y="791558"/>
                    <a:pt x="385158" y="791558"/>
                    <a:pt x="372056" y="778456"/>
                  </a:cubicBezTo>
                  <a:lnTo>
                    <a:pt x="13102" y="419502"/>
                  </a:lnTo>
                  <a:cubicBezTo>
                    <a:pt x="0" y="406400"/>
                    <a:pt x="0" y="385158"/>
                    <a:pt x="13102" y="372056"/>
                  </a:cubicBezTo>
                  <a:lnTo>
                    <a:pt x="372056" y="13102"/>
                  </a:lnTo>
                  <a:cubicBezTo>
                    <a:pt x="385158" y="0"/>
                    <a:pt x="406400" y="0"/>
                    <a:pt x="419502" y="13102"/>
                  </a:cubicBezTo>
                  <a:close/>
                </a:path>
              </a:pathLst>
            </a:custGeom>
            <a:solidFill>
              <a:srgbClr val="04364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7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" lIns="12275" spcFirstLastPara="1" rIns="12275" wrap="square" tIns="12275">
              <a:noAutofit/>
            </a:bodyPr>
            <a:lstStyle/>
            <a:p>
              <a:pPr indent="0" lvl="0" marL="0" marR="0" rtl="0" algn="ctr">
                <a:lnSpc>
                  <a:spcPct val="27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1" name="Google Shape;171;p7"/>
          <p:cNvGrpSpPr/>
          <p:nvPr/>
        </p:nvGrpSpPr>
        <p:grpSpPr>
          <a:xfrm>
            <a:off x="-276024" y="942894"/>
            <a:ext cx="638788" cy="638788"/>
            <a:chOff x="28540" y="28540"/>
            <a:chExt cx="755721" cy="755721"/>
          </a:xfrm>
        </p:grpSpPr>
        <p:sp>
          <p:nvSpPr>
            <p:cNvPr id="172" name="Google Shape;172;p7"/>
            <p:cNvSpPr/>
            <p:nvPr/>
          </p:nvSpPr>
          <p:spPr>
            <a:xfrm>
              <a:off x="28540" y="28540"/>
              <a:ext cx="755721" cy="755721"/>
            </a:xfrm>
            <a:custGeom>
              <a:rect b="b" l="l" r="r" t="t"/>
              <a:pathLst>
                <a:path extrusionOk="0" h="755721" w="755721">
                  <a:moveTo>
                    <a:pt x="441605" y="35205"/>
                  </a:moveTo>
                  <a:lnTo>
                    <a:pt x="720515" y="314115"/>
                  </a:lnTo>
                  <a:cubicBezTo>
                    <a:pt x="755720" y="349320"/>
                    <a:pt x="755720" y="406400"/>
                    <a:pt x="720515" y="441605"/>
                  </a:cubicBezTo>
                  <a:lnTo>
                    <a:pt x="441605" y="720515"/>
                  </a:lnTo>
                  <a:cubicBezTo>
                    <a:pt x="406400" y="755720"/>
                    <a:pt x="349320" y="755720"/>
                    <a:pt x="314115" y="720515"/>
                  </a:cubicBezTo>
                  <a:lnTo>
                    <a:pt x="35205" y="441605"/>
                  </a:lnTo>
                  <a:cubicBezTo>
                    <a:pt x="0" y="406400"/>
                    <a:pt x="0" y="349320"/>
                    <a:pt x="35205" y="314115"/>
                  </a:cubicBezTo>
                  <a:lnTo>
                    <a:pt x="314115" y="35205"/>
                  </a:lnTo>
                  <a:cubicBezTo>
                    <a:pt x="349320" y="0"/>
                    <a:pt x="406400" y="0"/>
                    <a:pt x="441605" y="35205"/>
                  </a:cubicBezTo>
                  <a:close/>
                </a:path>
              </a:pathLst>
            </a:custGeom>
            <a:solidFill>
              <a:srgbClr val="052A3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7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" lIns="12275" spcFirstLastPara="1" rIns="12275" wrap="square" tIns="12275">
              <a:noAutofit/>
            </a:bodyPr>
            <a:lstStyle/>
            <a:p>
              <a:pPr indent="0" lvl="0" marL="0" marR="0" rtl="0" algn="ctr">
                <a:lnSpc>
                  <a:spcPct val="27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4" name="Google Shape;174;p7"/>
          <p:cNvSpPr txBox="1"/>
          <p:nvPr/>
        </p:nvSpPr>
        <p:spPr>
          <a:xfrm>
            <a:off x="822930" y="280773"/>
            <a:ext cx="1843575" cy="468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41313"/>
                </a:solidFill>
                <a:latin typeface="Arial"/>
                <a:ea typeface="Arial"/>
                <a:cs typeface="Arial"/>
                <a:sym typeface="Arial"/>
              </a:rPr>
              <a:t>CONOCIENDO A LOS ESTUDIANTES</a:t>
            </a:r>
            <a:endParaRPr/>
          </a:p>
        </p:txBody>
      </p:sp>
      <p:sp>
        <p:nvSpPr>
          <p:cNvPr id="175" name="Google Shape;175;p7"/>
          <p:cNvSpPr txBox="1"/>
          <p:nvPr/>
        </p:nvSpPr>
        <p:spPr>
          <a:xfrm>
            <a:off x="822930" y="970744"/>
            <a:ext cx="1882642" cy="521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9">
                <a:solidFill>
                  <a:srgbClr val="777777"/>
                </a:solidFill>
                <a:latin typeface="Anonymous Pro"/>
                <a:ea typeface="Anonymous Pro"/>
                <a:cs typeface="Anonymous Pro"/>
                <a:sym typeface="Anonymous Pro"/>
              </a:rPr>
              <a:t>RULETA PARA QUE LOS ALUMNOS SE PRESENTEN Y COMENTEN SUS EXPECTATIVAS, EXPERIENCIAS PREVIAS Y UN DATO CURIOSO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"/>
          <p:cNvSpPr/>
          <p:nvPr/>
        </p:nvSpPr>
        <p:spPr>
          <a:xfrm rot="10800000">
            <a:off x="0" y="0"/>
            <a:ext cx="3200400" cy="1828800"/>
          </a:xfrm>
          <a:custGeom>
            <a:rect b="b" l="l" r="r" t="t"/>
            <a:pathLst>
              <a:path extrusionOk="0" h="1828800" w="3200400">
                <a:moveTo>
                  <a:pt x="3200400" y="1828800"/>
                </a:moveTo>
                <a:lnTo>
                  <a:pt x="0" y="1828800"/>
                </a:lnTo>
                <a:lnTo>
                  <a:pt x="0" y="0"/>
                </a:lnTo>
                <a:lnTo>
                  <a:pt x="3200400" y="0"/>
                </a:lnTo>
                <a:lnTo>
                  <a:pt x="3200400" y="18288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611" l="0" r="-88548" t="-1188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1" name="Google Shape;181;p8"/>
          <p:cNvGrpSpPr/>
          <p:nvPr/>
        </p:nvGrpSpPr>
        <p:grpSpPr>
          <a:xfrm>
            <a:off x="-979521" y="-393368"/>
            <a:ext cx="1797860" cy="1797860"/>
            <a:chOff x="10621" y="10621"/>
            <a:chExt cx="791558" cy="791558"/>
          </a:xfrm>
        </p:grpSpPr>
        <p:sp>
          <p:nvSpPr>
            <p:cNvPr id="182" name="Google Shape;182;p8"/>
            <p:cNvSpPr/>
            <p:nvPr/>
          </p:nvSpPr>
          <p:spPr>
            <a:xfrm>
              <a:off x="10621" y="10621"/>
              <a:ext cx="791558" cy="791558"/>
            </a:xfrm>
            <a:custGeom>
              <a:rect b="b" l="l" r="r" t="t"/>
              <a:pathLst>
                <a:path extrusionOk="0" h="791558" w="791558">
                  <a:moveTo>
                    <a:pt x="419502" y="13102"/>
                  </a:moveTo>
                  <a:lnTo>
                    <a:pt x="778456" y="372056"/>
                  </a:lnTo>
                  <a:cubicBezTo>
                    <a:pt x="791558" y="385158"/>
                    <a:pt x="791558" y="406400"/>
                    <a:pt x="778456" y="419502"/>
                  </a:cubicBezTo>
                  <a:lnTo>
                    <a:pt x="419502" y="778456"/>
                  </a:lnTo>
                  <a:cubicBezTo>
                    <a:pt x="406400" y="791558"/>
                    <a:pt x="385158" y="791558"/>
                    <a:pt x="372056" y="778456"/>
                  </a:cubicBezTo>
                  <a:lnTo>
                    <a:pt x="13102" y="419502"/>
                  </a:lnTo>
                  <a:cubicBezTo>
                    <a:pt x="0" y="406400"/>
                    <a:pt x="0" y="385158"/>
                    <a:pt x="13102" y="372056"/>
                  </a:cubicBezTo>
                  <a:lnTo>
                    <a:pt x="372056" y="13102"/>
                  </a:lnTo>
                  <a:cubicBezTo>
                    <a:pt x="385158" y="0"/>
                    <a:pt x="406400" y="0"/>
                    <a:pt x="419502" y="13102"/>
                  </a:cubicBezTo>
                  <a:close/>
                </a:path>
              </a:pathLst>
            </a:custGeom>
            <a:solidFill>
              <a:srgbClr val="04364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8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" lIns="12275" spcFirstLastPara="1" rIns="12275" wrap="square" tIns="12275">
              <a:noAutofit/>
            </a:bodyPr>
            <a:lstStyle/>
            <a:p>
              <a:pPr indent="0" lvl="0" marL="0" marR="0" rtl="0" algn="ctr">
                <a:lnSpc>
                  <a:spcPct val="27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" name="Google Shape;184;p8"/>
          <p:cNvGrpSpPr/>
          <p:nvPr/>
        </p:nvGrpSpPr>
        <p:grpSpPr>
          <a:xfrm>
            <a:off x="-276024" y="942894"/>
            <a:ext cx="638788" cy="638788"/>
            <a:chOff x="28540" y="28540"/>
            <a:chExt cx="755721" cy="755721"/>
          </a:xfrm>
        </p:grpSpPr>
        <p:sp>
          <p:nvSpPr>
            <p:cNvPr id="185" name="Google Shape;185;p8"/>
            <p:cNvSpPr/>
            <p:nvPr/>
          </p:nvSpPr>
          <p:spPr>
            <a:xfrm>
              <a:off x="28540" y="28540"/>
              <a:ext cx="755721" cy="755721"/>
            </a:xfrm>
            <a:custGeom>
              <a:rect b="b" l="l" r="r" t="t"/>
              <a:pathLst>
                <a:path extrusionOk="0" h="755721" w="755721">
                  <a:moveTo>
                    <a:pt x="441605" y="35205"/>
                  </a:moveTo>
                  <a:lnTo>
                    <a:pt x="720515" y="314115"/>
                  </a:lnTo>
                  <a:cubicBezTo>
                    <a:pt x="755720" y="349320"/>
                    <a:pt x="755720" y="406400"/>
                    <a:pt x="720515" y="441605"/>
                  </a:cubicBezTo>
                  <a:lnTo>
                    <a:pt x="441605" y="720515"/>
                  </a:lnTo>
                  <a:cubicBezTo>
                    <a:pt x="406400" y="755720"/>
                    <a:pt x="349320" y="755720"/>
                    <a:pt x="314115" y="720515"/>
                  </a:cubicBezTo>
                  <a:lnTo>
                    <a:pt x="35205" y="441605"/>
                  </a:lnTo>
                  <a:cubicBezTo>
                    <a:pt x="0" y="406400"/>
                    <a:pt x="0" y="349320"/>
                    <a:pt x="35205" y="314115"/>
                  </a:cubicBezTo>
                  <a:lnTo>
                    <a:pt x="314115" y="35205"/>
                  </a:lnTo>
                  <a:cubicBezTo>
                    <a:pt x="349320" y="0"/>
                    <a:pt x="406400" y="0"/>
                    <a:pt x="441605" y="35205"/>
                  </a:cubicBezTo>
                  <a:close/>
                </a:path>
              </a:pathLst>
            </a:custGeom>
            <a:solidFill>
              <a:srgbClr val="052A3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8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" lIns="12275" spcFirstLastPara="1" rIns="12275" wrap="square" tIns="12275">
              <a:noAutofit/>
            </a:bodyPr>
            <a:lstStyle/>
            <a:p>
              <a:pPr indent="0" lvl="0" marL="0" marR="0" rtl="0" algn="ctr">
                <a:lnSpc>
                  <a:spcPct val="27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" name="Google Shape;187;p8"/>
          <p:cNvSpPr txBox="1"/>
          <p:nvPr/>
        </p:nvSpPr>
        <p:spPr>
          <a:xfrm>
            <a:off x="842464" y="201930"/>
            <a:ext cx="1843575" cy="316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41313"/>
                </a:solidFill>
                <a:latin typeface="Arial"/>
                <a:ea typeface="Arial"/>
                <a:cs typeface="Arial"/>
                <a:sym typeface="Arial"/>
              </a:rPr>
              <a:t>DIAGNOSTICO DE CONOCIMIENTOS</a:t>
            </a:r>
            <a:endParaRPr/>
          </a:p>
        </p:txBody>
      </p:sp>
      <p:pic>
        <p:nvPicPr>
          <p:cNvPr descr="Código QR&#10;&#10;El contenido generado por IA puede ser incorrecto." id="188" name="Google Shape;18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7051" y="712470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"/>
          <p:cNvSpPr/>
          <p:nvPr/>
        </p:nvSpPr>
        <p:spPr>
          <a:xfrm rot="10800000">
            <a:off x="0" y="0"/>
            <a:ext cx="3200400" cy="1828800"/>
          </a:xfrm>
          <a:custGeom>
            <a:rect b="b" l="l" r="r" t="t"/>
            <a:pathLst>
              <a:path extrusionOk="0" h="1828800" w="3200400">
                <a:moveTo>
                  <a:pt x="3200400" y="1828800"/>
                </a:moveTo>
                <a:lnTo>
                  <a:pt x="0" y="1828800"/>
                </a:lnTo>
                <a:lnTo>
                  <a:pt x="0" y="0"/>
                </a:lnTo>
                <a:lnTo>
                  <a:pt x="3200400" y="0"/>
                </a:lnTo>
                <a:lnTo>
                  <a:pt x="3200400" y="18288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611" l="0" r="-88548" t="-1188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4" name="Google Shape;194;p9"/>
          <p:cNvGrpSpPr/>
          <p:nvPr/>
        </p:nvGrpSpPr>
        <p:grpSpPr>
          <a:xfrm>
            <a:off x="-979521" y="-393368"/>
            <a:ext cx="1797860" cy="1797860"/>
            <a:chOff x="10621" y="10621"/>
            <a:chExt cx="791558" cy="791558"/>
          </a:xfrm>
        </p:grpSpPr>
        <p:sp>
          <p:nvSpPr>
            <p:cNvPr id="195" name="Google Shape;195;p9"/>
            <p:cNvSpPr/>
            <p:nvPr/>
          </p:nvSpPr>
          <p:spPr>
            <a:xfrm>
              <a:off x="10621" y="10621"/>
              <a:ext cx="791558" cy="791558"/>
            </a:xfrm>
            <a:custGeom>
              <a:rect b="b" l="l" r="r" t="t"/>
              <a:pathLst>
                <a:path extrusionOk="0" h="791558" w="791558">
                  <a:moveTo>
                    <a:pt x="419502" y="13102"/>
                  </a:moveTo>
                  <a:lnTo>
                    <a:pt x="778456" y="372056"/>
                  </a:lnTo>
                  <a:cubicBezTo>
                    <a:pt x="791558" y="385158"/>
                    <a:pt x="791558" y="406400"/>
                    <a:pt x="778456" y="419502"/>
                  </a:cubicBezTo>
                  <a:lnTo>
                    <a:pt x="419502" y="778456"/>
                  </a:lnTo>
                  <a:cubicBezTo>
                    <a:pt x="406400" y="791558"/>
                    <a:pt x="385158" y="791558"/>
                    <a:pt x="372056" y="778456"/>
                  </a:cubicBezTo>
                  <a:lnTo>
                    <a:pt x="13102" y="419502"/>
                  </a:lnTo>
                  <a:cubicBezTo>
                    <a:pt x="0" y="406400"/>
                    <a:pt x="0" y="385158"/>
                    <a:pt x="13102" y="372056"/>
                  </a:cubicBezTo>
                  <a:lnTo>
                    <a:pt x="372056" y="13102"/>
                  </a:lnTo>
                  <a:cubicBezTo>
                    <a:pt x="385158" y="0"/>
                    <a:pt x="406400" y="0"/>
                    <a:pt x="419502" y="13102"/>
                  </a:cubicBezTo>
                  <a:close/>
                </a:path>
              </a:pathLst>
            </a:custGeom>
            <a:solidFill>
              <a:srgbClr val="04364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9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" lIns="12275" spcFirstLastPara="1" rIns="12275" wrap="square" tIns="12275">
              <a:noAutofit/>
            </a:bodyPr>
            <a:lstStyle/>
            <a:p>
              <a:pPr indent="0" lvl="0" marL="0" marR="0" rtl="0" algn="ctr">
                <a:lnSpc>
                  <a:spcPct val="27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7" name="Google Shape;197;p9"/>
          <p:cNvGrpSpPr/>
          <p:nvPr/>
        </p:nvGrpSpPr>
        <p:grpSpPr>
          <a:xfrm>
            <a:off x="-276024" y="942894"/>
            <a:ext cx="638788" cy="638788"/>
            <a:chOff x="28540" y="28540"/>
            <a:chExt cx="755721" cy="755721"/>
          </a:xfrm>
        </p:grpSpPr>
        <p:sp>
          <p:nvSpPr>
            <p:cNvPr id="198" name="Google Shape;198;p9"/>
            <p:cNvSpPr/>
            <p:nvPr/>
          </p:nvSpPr>
          <p:spPr>
            <a:xfrm>
              <a:off x="28540" y="28540"/>
              <a:ext cx="755721" cy="755721"/>
            </a:xfrm>
            <a:custGeom>
              <a:rect b="b" l="l" r="r" t="t"/>
              <a:pathLst>
                <a:path extrusionOk="0" h="755721" w="755721">
                  <a:moveTo>
                    <a:pt x="441605" y="35205"/>
                  </a:moveTo>
                  <a:lnTo>
                    <a:pt x="720515" y="314115"/>
                  </a:lnTo>
                  <a:cubicBezTo>
                    <a:pt x="755720" y="349320"/>
                    <a:pt x="755720" y="406400"/>
                    <a:pt x="720515" y="441605"/>
                  </a:cubicBezTo>
                  <a:lnTo>
                    <a:pt x="441605" y="720515"/>
                  </a:lnTo>
                  <a:cubicBezTo>
                    <a:pt x="406400" y="755720"/>
                    <a:pt x="349320" y="755720"/>
                    <a:pt x="314115" y="720515"/>
                  </a:cubicBezTo>
                  <a:lnTo>
                    <a:pt x="35205" y="441605"/>
                  </a:lnTo>
                  <a:cubicBezTo>
                    <a:pt x="0" y="406400"/>
                    <a:pt x="0" y="349320"/>
                    <a:pt x="35205" y="314115"/>
                  </a:cubicBezTo>
                  <a:lnTo>
                    <a:pt x="314115" y="35205"/>
                  </a:lnTo>
                  <a:cubicBezTo>
                    <a:pt x="349320" y="0"/>
                    <a:pt x="406400" y="0"/>
                    <a:pt x="441605" y="35205"/>
                  </a:cubicBezTo>
                  <a:close/>
                </a:path>
              </a:pathLst>
            </a:custGeom>
            <a:solidFill>
              <a:srgbClr val="052A3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9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" lIns="12275" spcFirstLastPara="1" rIns="12275" wrap="square" tIns="12275">
              <a:noAutofit/>
            </a:bodyPr>
            <a:lstStyle/>
            <a:p>
              <a:pPr indent="0" lvl="0" marL="0" marR="0" rtl="0" algn="ctr">
                <a:lnSpc>
                  <a:spcPct val="27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0" name="Google Shape;200;p9"/>
          <p:cNvSpPr txBox="1"/>
          <p:nvPr/>
        </p:nvSpPr>
        <p:spPr>
          <a:xfrm>
            <a:off x="842464" y="765810"/>
            <a:ext cx="1843575" cy="316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41313"/>
                </a:solidFill>
                <a:latin typeface="Arial"/>
                <a:ea typeface="Arial"/>
                <a:cs typeface="Arial"/>
                <a:sym typeface="Arial"/>
              </a:rPr>
              <a:t>PROGRAMA DEL LABORATORIO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"/>
          <p:cNvSpPr/>
          <p:nvPr/>
        </p:nvSpPr>
        <p:spPr>
          <a:xfrm rot="10800000">
            <a:off x="0" y="0"/>
            <a:ext cx="3200400" cy="1828800"/>
          </a:xfrm>
          <a:custGeom>
            <a:rect b="b" l="l" r="r" t="t"/>
            <a:pathLst>
              <a:path extrusionOk="0" h="1828800" w="3200400">
                <a:moveTo>
                  <a:pt x="3200400" y="1828800"/>
                </a:moveTo>
                <a:lnTo>
                  <a:pt x="0" y="1828800"/>
                </a:lnTo>
                <a:lnTo>
                  <a:pt x="0" y="0"/>
                </a:lnTo>
                <a:lnTo>
                  <a:pt x="3200400" y="0"/>
                </a:lnTo>
                <a:lnTo>
                  <a:pt x="3200400" y="18288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611" l="0" r="-88548" t="-1188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6" name="Google Shape;206;p10"/>
          <p:cNvGrpSpPr/>
          <p:nvPr/>
        </p:nvGrpSpPr>
        <p:grpSpPr>
          <a:xfrm>
            <a:off x="-979521" y="-393368"/>
            <a:ext cx="1797860" cy="1797860"/>
            <a:chOff x="10621" y="10621"/>
            <a:chExt cx="791558" cy="791558"/>
          </a:xfrm>
        </p:grpSpPr>
        <p:sp>
          <p:nvSpPr>
            <p:cNvPr id="207" name="Google Shape;207;p10"/>
            <p:cNvSpPr/>
            <p:nvPr/>
          </p:nvSpPr>
          <p:spPr>
            <a:xfrm>
              <a:off x="10621" y="10621"/>
              <a:ext cx="791558" cy="791558"/>
            </a:xfrm>
            <a:custGeom>
              <a:rect b="b" l="l" r="r" t="t"/>
              <a:pathLst>
                <a:path extrusionOk="0" h="791558" w="791558">
                  <a:moveTo>
                    <a:pt x="419502" y="13102"/>
                  </a:moveTo>
                  <a:lnTo>
                    <a:pt x="778456" y="372056"/>
                  </a:lnTo>
                  <a:cubicBezTo>
                    <a:pt x="791558" y="385158"/>
                    <a:pt x="791558" y="406400"/>
                    <a:pt x="778456" y="419502"/>
                  </a:cubicBezTo>
                  <a:lnTo>
                    <a:pt x="419502" y="778456"/>
                  </a:lnTo>
                  <a:cubicBezTo>
                    <a:pt x="406400" y="791558"/>
                    <a:pt x="385158" y="791558"/>
                    <a:pt x="372056" y="778456"/>
                  </a:cubicBezTo>
                  <a:lnTo>
                    <a:pt x="13102" y="419502"/>
                  </a:lnTo>
                  <a:cubicBezTo>
                    <a:pt x="0" y="406400"/>
                    <a:pt x="0" y="385158"/>
                    <a:pt x="13102" y="372056"/>
                  </a:cubicBezTo>
                  <a:lnTo>
                    <a:pt x="372056" y="13102"/>
                  </a:lnTo>
                  <a:cubicBezTo>
                    <a:pt x="385158" y="0"/>
                    <a:pt x="406400" y="0"/>
                    <a:pt x="419502" y="13102"/>
                  </a:cubicBezTo>
                  <a:close/>
                </a:path>
              </a:pathLst>
            </a:custGeom>
            <a:solidFill>
              <a:srgbClr val="04364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10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" lIns="12275" spcFirstLastPara="1" rIns="12275" wrap="square" tIns="12275">
              <a:noAutofit/>
            </a:bodyPr>
            <a:lstStyle/>
            <a:p>
              <a:pPr indent="0" lvl="0" marL="0" marR="0" rtl="0" algn="ctr">
                <a:lnSpc>
                  <a:spcPct val="27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9" name="Google Shape;209;p10"/>
          <p:cNvGrpSpPr/>
          <p:nvPr/>
        </p:nvGrpSpPr>
        <p:grpSpPr>
          <a:xfrm>
            <a:off x="-276024" y="942894"/>
            <a:ext cx="638788" cy="638788"/>
            <a:chOff x="28540" y="28540"/>
            <a:chExt cx="755721" cy="755721"/>
          </a:xfrm>
        </p:grpSpPr>
        <p:sp>
          <p:nvSpPr>
            <p:cNvPr id="210" name="Google Shape;210;p10"/>
            <p:cNvSpPr/>
            <p:nvPr/>
          </p:nvSpPr>
          <p:spPr>
            <a:xfrm>
              <a:off x="28540" y="28540"/>
              <a:ext cx="755721" cy="755721"/>
            </a:xfrm>
            <a:custGeom>
              <a:rect b="b" l="l" r="r" t="t"/>
              <a:pathLst>
                <a:path extrusionOk="0" h="755721" w="755721">
                  <a:moveTo>
                    <a:pt x="441605" y="35205"/>
                  </a:moveTo>
                  <a:lnTo>
                    <a:pt x="720515" y="314115"/>
                  </a:lnTo>
                  <a:cubicBezTo>
                    <a:pt x="755720" y="349320"/>
                    <a:pt x="755720" y="406400"/>
                    <a:pt x="720515" y="441605"/>
                  </a:cubicBezTo>
                  <a:lnTo>
                    <a:pt x="441605" y="720515"/>
                  </a:lnTo>
                  <a:cubicBezTo>
                    <a:pt x="406400" y="755720"/>
                    <a:pt x="349320" y="755720"/>
                    <a:pt x="314115" y="720515"/>
                  </a:cubicBezTo>
                  <a:lnTo>
                    <a:pt x="35205" y="441605"/>
                  </a:lnTo>
                  <a:cubicBezTo>
                    <a:pt x="0" y="406400"/>
                    <a:pt x="0" y="349320"/>
                    <a:pt x="35205" y="314115"/>
                  </a:cubicBezTo>
                  <a:lnTo>
                    <a:pt x="314115" y="35205"/>
                  </a:lnTo>
                  <a:cubicBezTo>
                    <a:pt x="349320" y="0"/>
                    <a:pt x="406400" y="0"/>
                    <a:pt x="441605" y="35205"/>
                  </a:cubicBezTo>
                  <a:close/>
                </a:path>
              </a:pathLst>
            </a:custGeom>
            <a:solidFill>
              <a:srgbClr val="052A3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10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" lIns="12275" spcFirstLastPara="1" rIns="12275" wrap="square" tIns="12275">
              <a:noAutofit/>
            </a:bodyPr>
            <a:lstStyle/>
            <a:p>
              <a:pPr indent="0" lvl="0" marL="0" marR="0" rtl="0" algn="ctr">
                <a:lnSpc>
                  <a:spcPct val="27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2" name="Google Shape;212;p10"/>
          <p:cNvSpPr txBox="1"/>
          <p:nvPr/>
        </p:nvSpPr>
        <p:spPr>
          <a:xfrm>
            <a:off x="825773" y="440194"/>
            <a:ext cx="1843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41313"/>
                </a:solidFill>
              </a:rPr>
              <a:t>DIAGNÓSTICO</a:t>
            </a:r>
            <a:r>
              <a:rPr b="1" lang="en-US" sz="1200">
                <a:solidFill>
                  <a:srgbClr val="141313"/>
                </a:solidFill>
                <a:latin typeface="Arial"/>
                <a:ea typeface="Arial"/>
                <a:cs typeface="Arial"/>
                <a:sym typeface="Arial"/>
              </a:rPr>
              <a:t> DE NUEVOS CONOCIMIENTOS</a:t>
            </a:r>
            <a:endParaRPr/>
          </a:p>
        </p:txBody>
      </p:sp>
      <p:sp>
        <p:nvSpPr>
          <p:cNvPr id="213" name="Google Shape;213;p10"/>
          <p:cNvSpPr txBox="1"/>
          <p:nvPr/>
        </p:nvSpPr>
        <p:spPr>
          <a:xfrm>
            <a:off x="806239" y="1137337"/>
            <a:ext cx="1882642" cy="13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2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777777"/>
                </a:solidFill>
                <a:latin typeface="Anonymous Pro"/>
                <a:ea typeface="Anonymous Pro"/>
                <a:cs typeface="Anonymous Pro"/>
                <a:sym typeface="Anonymous Pro"/>
              </a:rPr>
              <a:t>Kahoot.it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"/>
          <p:cNvSpPr/>
          <p:nvPr/>
        </p:nvSpPr>
        <p:spPr>
          <a:xfrm rot="10800000">
            <a:off x="0" y="0"/>
            <a:ext cx="3200400" cy="1828800"/>
          </a:xfrm>
          <a:custGeom>
            <a:rect b="b" l="l" r="r" t="t"/>
            <a:pathLst>
              <a:path extrusionOk="0" h="1828800" w="3200400">
                <a:moveTo>
                  <a:pt x="3200400" y="1828800"/>
                </a:moveTo>
                <a:lnTo>
                  <a:pt x="0" y="1828800"/>
                </a:lnTo>
                <a:lnTo>
                  <a:pt x="0" y="0"/>
                </a:lnTo>
                <a:lnTo>
                  <a:pt x="3200400" y="0"/>
                </a:lnTo>
                <a:lnTo>
                  <a:pt x="3200400" y="18288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611" l="0" r="-88548" t="-1188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9" name="Google Shape;219;p11"/>
          <p:cNvGrpSpPr/>
          <p:nvPr/>
        </p:nvGrpSpPr>
        <p:grpSpPr>
          <a:xfrm>
            <a:off x="-979521" y="-393368"/>
            <a:ext cx="1797860" cy="1797860"/>
            <a:chOff x="10621" y="10621"/>
            <a:chExt cx="791558" cy="791558"/>
          </a:xfrm>
        </p:grpSpPr>
        <p:sp>
          <p:nvSpPr>
            <p:cNvPr id="220" name="Google Shape;220;p11"/>
            <p:cNvSpPr/>
            <p:nvPr/>
          </p:nvSpPr>
          <p:spPr>
            <a:xfrm>
              <a:off x="10621" y="10621"/>
              <a:ext cx="791558" cy="791558"/>
            </a:xfrm>
            <a:custGeom>
              <a:rect b="b" l="l" r="r" t="t"/>
              <a:pathLst>
                <a:path extrusionOk="0" h="791558" w="791558">
                  <a:moveTo>
                    <a:pt x="419502" y="13102"/>
                  </a:moveTo>
                  <a:lnTo>
                    <a:pt x="778456" y="372056"/>
                  </a:lnTo>
                  <a:cubicBezTo>
                    <a:pt x="791558" y="385158"/>
                    <a:pt x="791558" y="406400"/>
                    <a:pt x="778456" y="419502"/>
                  </a:cubicBezTo>
                  <a:lnTo>
                    <a:pt x="419502" y="778456"/>
                  </a:lnTo>
                  <a:cubicBezTo>
                    <a:pt x="406400" y="791558"/>
                    <a:pt x="385158" y="791558"/>
                    <a:pt x="372056" y="778456"/>
                  </a:cubicBezTo>
                  <a:lnTo>
                    <a:pt x="13102" y="419502"/>
                  </a:lnTo>
                  <a:cubicBezTo>
                    <a:pt x="0" y="406400"/>
                    <a:pt x="0" y="385158"/>
                    <a:pt x="13102" y="372056"/>
                  </a:cubicBezTo>
                  <a:lnTo>
                    <a:pt x="372056" y="13102"/>
                  </a:lnTo>
                  <a:cubicBezTo>
                    <a:pt x="385158" y="0"/>
                    <a:pt x="406400" y="0"/>
                    <a:pt x="419502" y="13102"/>
                  </a:cubicBezTo>
                  <a:close/>
                </a:path>
              </a:pathLst>
            </a:custGeom>
            <a:solidFill>
              <a:srgbClr val="04364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11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" lIns="12275" spcFirstLastPara="1" rIns="12275" wrap="square" tIns="12275">
              <a:noAutofit/>
            </a:bodyPr>
            <a:lstStyle/>
            <a:p>
              <a:pPr indent="0" lvl="0" marL="0" marR="0" rtl="0" algn="ctr">
                <a:lnSpc>
                  <a:spcPct val="27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2" name="Google Shape;222;p11"/>
          <p:cNvGrpSpPr/>
          <p:nvPr/>
        </p:nvGrpSpPr>
        <p:grpSpPr>
          <a:xfrm>
            <a:off x="-276024" y="942894"/>
            <a:ext cx="638788" cy="638788"/>
            <a:chOff x="28540" y="28540"/>
            <a:chExt cx="755721" cy="755721"/>
          </a:xfrm>
        </p:grpSpPr>
        <p:sp>
          <p:nvSpPr>
            <p:cNvPr id="223" name="Google Shape;223;p11"/>
            <p:cNvSpPr/>
            <p:nvPr/>
          </p:nvSpPr>
          <p:spPr>
            <a:xfrm>
              <a:off x="28540" y="28540"/>
              <a:ext cx="755721" cy="755721"/>
            </a:xfrm>
            <a:custGeom>
              <a:rect b="b" l="l" r="r" t="t"/>
              <a:pathLst>
                <a:path extrusionOk="0" h="755721" w="755721">
                  <a:moveTo>
                    <a:pt x="441605" y="35205"/>
                  </a:moveTo>
                  <a:lnTo>
                    <a:pt x="720515" y="314115"/>
                  </a:lnTo>
                  <a:cubicBezTo>
                    <a:pt x="755720" y="349320"/>
                    <a:pt x="755720" y="406400"/>
                    <a:pt x="720515" y="441605"/>
                  </a:cubicBezTo>
                  <a:lnTo>
                    <a:pt x="441605" y="720515"/>
                  </a:lnTo>
                  <a:cubicBezTo>
                    <a:pt x="406400" y="755720"/>
                    <a:pt x="349320" y="755720"/>
                    <a:pt x="314115" y="720515"/>
                  </a:cubicBezTo>
                  <a:lnTo>
                    <a:pt x="35205" y="441605"/>
                  </a:lnTo>
                  <a:cubicBezTo>
                    <a:pt x="0" y="406400"/>
                    <a:pt x="0" y="349320"/>
                    <a:pt x="35205" y="314115"/>
                  </a:cubicBezTo>
                  <a:lnTo>
                    <a:pt x="314115" y="35205"/>
                  </a:lnTo>
                  <a:cubicBezTo>
                    <a:pt x="349320" y="0"/>
                    <a:pt x="406400" y="0"/>
                    <a:pt x="441605" y="35205"/>
                  </a:cubicBezTo>
                  <a:close/>
                </a:path>
              </a:pathLst>
            </a:custGeom>
            <a:solidFill>
              <a:srgbClr val="052A3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11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" lIns="12275" spcFirstLastPara="1" rIns="12275" wrap="square" tIns="12275">
              <a:noAutofit/>
            </a:bodyPr>
            <a:lstStyle/>
            <a:p>
              <a:pPr indent="0" lvl="0" marL="0" marR="0" rtl="0" algn="ctr">
                <a:lnSpc>
                  <a:spcPct val="27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5" name="Google Shape;225;p11"/>
          <p:cNvSpPr txBox="1"/>
          <p:nvPr/>
        </p:nvSpPr>
        <p:spPr>
          <a:xfrm>
            <a:off x="842464" y="765810"/>
            <a:ext cx="1843575" cy="316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41313"/>
                </a:solidFill>
                <a:latin typeface="Arial"/>
                <a:ea typeface="Arial"/>
                <a:cs typeface="Arial"/>
                <a:sym typeface="Arial"/>
              </a:rPr>
              <a:t>OPINIONES, DUDAS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