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</p:sldIdLst>
  <p:sldSz cx="18288000" cy="10287000"/>
  <p:notesSz cx="6858000" cy="9144000"/>
  <p:embeddedFontLst>
    <p:embeddedFont>
      <p:font typeface="Impact" panose="020B0806030902050204" pitchFamily="34" charset="0"/>
      <p:regular r:id="rId13"/>
    </p:embeddedFont>
    <p:embeddedFont>
      <p:font typeface="Lobster" panose="00000500000000000000" pitchFamily="2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Pacifico" panose="00000500000000000000" pitchFamily="2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6A20DB-5C52-4335-9BF5-14DE0144EDD3}">
  <a:tblStyle styleId="{5F6A20DB-5C52-4335-9BF5-14DE0144EDD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a11a84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9fa11a84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a11a84e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g39fa11a84e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fa11a84e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g39fa11a84e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a11a84e4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39fa11a84e4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fa11a84e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g39fa11a84e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>
            <p:extLst>
              <p:ext uri="{D42A27DB-BD31-4B8C-83A1-F6EECF244321}">
                <p14:modId xmlns:p14="http://schemas.microsoft.com/office/powerpoint/2010/main" val="911823934"/>
              </p:ext>
            </p:extLst>
          </p:nvPr>
        </p:nvGraphicFramePr>
        <p:xfrm>
          <a:off x="10656400" y="1940050"/>
          <a:ext cx="7381150" cy="1584840"/>
        </p:xfrm>
        <a:graphic>
          <a:graphicData uri="http://schemas.openxmlformats.org/drawingml/2006/table">
            <a:tbl>
              <a:tblPr>
                <a:noFill/>
                <a:tableStyleId>{5F6A20DB-5C52-4335-9BF5-14DE0144EDD3}</a:tableStyleId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Día, Fecha: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 de </a:t>
                      </a:r>
                      <a:r>
                        <a:rPr lang="en-US" sz="2800" b="1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enero</a:t>
                      </a:r>
                      <a:r>
                        <a:rPr lang="en-US" sz="28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2026</a:t>
                      </a:r>
                      <a:endParaRPr sz="28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08:50 – 10:30</a:t>
                      </a:r>
                      <a:endParaRPr sz="28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" name="Google Shape;90;p14"/>
          <p:cNvSpPr txBox="1"/>
          <p:nvPr/>
        </p:nvSpPr>
        <p:spPr>
          <a:xfrm>
            <a:off x="2828250" y="4787100"/>
            <a:ext cx="14446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r>
              <a:rPr lang="en-US" sz="5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000" b="1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849976" y="5926200"/>
            <a:ext cx="13612848" cy="98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latin typeface="Montserrat"/>
                <a:ea typeface="Montserrat"/>
                <a:cs typeface="Montserrat"/>
                <a:sym typeface="Montserrat"/>
              </a:rPr>
              <a:t>Nombre del Tutor : Jorge Estuardo Pumay Soy</a:t>
            </a:r>
            <a:endParaRPr sz="4000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775174" y="6501763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endParaRPr sz="5000" b="1" i="0" u="none" strike="noStrike" cap="non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617350" y="2295700"/>
            <a:ext cx="13053300" cy="3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4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Semana de Diagnostico</a:t>
            </a:r>
            <a:endParaRPr sz="1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028699" y="8779775"/>
            <a:ext cx="8526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Escuela de </a:t>
            </a:r>
            <a:r>
              <a:rPr lang="en-US" sz="2499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Ingeniería</a:t>
            </a:r>
            <a:r>
              <a:rPr lang="en-US" sz="2499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de Ciencias Y Sistemas</a:t>
            </a:r>
            <a:endParaRPr sz="2499" b="1" i="0" u="none" strike="noStrike" cap="non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Facultad de </a:t>
            </a:r>
            <a:r>
              <a:rPr lang="en-US" sz="2499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Ingeniería</a:t>
            </a:r>
            <a:endParaRPr sz="2499" b="1" i="0" u="none" strike="noStrike" cap="non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04800" y="9595279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Universidad de San Carlos de Guatemala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Diagnóstico del contexto educativo – Desarrollo de Materiales en línea y  multimedi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34925" y="7549575"/>
            <a:ext cx="2638199" cy="24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6"/>
          <p:cNvGrpSpPr/>
          <p:nvPr/>
        </p:nvGrpSpPr>
        <p:grpSpPr>
          <a:xfrm>
            <a:off x="176619" y="4525200"/>
            <a:ext cx="6789402" cy="845566"/>
            <a:chOff x="0" y="-74192"/>
            <a:chExt cx="2890590" cy="3600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298890" y="-74192"/>
              <a:ext cx="2591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45720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dirty="0">
                  <a:latin typeface="Montserrat"/>
                  <a:ea typeface="Montserrat"/>
                  <a:cs typeface="Montserrat"/>
                  <a:sym typeface="Montserrat"/>
                </a:rPr>
                <a:t>PRESENTACIÓN PERSONAL</a:t>
              </a:r>
              <a:endParaRPr sz="140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0" name="Google Shape;110;p16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1" name="Google Shape;111;p16"/>
          <p:cNvSpPr txBox="1"/>
          <p:nvPr/>
        </p:nvSpPr>
        <p:spPr>
          <a:xfrm>
            <a:off x="579999" y="1426075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1739805" y="3232617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6" name="Google Shape;116;p16"/>
          <p:cNvGrpSpPr/>
          <p:nvPr/>
        </p:nvGrpSpPr>
        <p:grpSpPr>
          <a:xfrm>
            <a:off x="11739805" y="5032666"/>
            <a:ext cx="5353646" cy="1715710"/>
            <a:chOff x="0" y="0"/>
            <a:chExt cx="1410014" cy="451874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0" y="3974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endParaRPr sz="140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176619" y="5475550"/>
            <a:ext cx="7029618" cy="845566"/>
            <a:chOff x="0" y="-62896"/>
            <a:chExt cx="2992862" cy="3600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419462" y="-62896"/>
              <a:ext cx="2573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457200" algn="l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dirty="0">
                  <a:latin typeface="Montserrat"/>
                  <a:ea typeface="Montserrat"/>
                  <a:cs typeface="Montserrat"/>
                  <a:sym typeface="Montserrat"/>
                </a:rPr>
                <a:t>PRESENTACIÓN DEL CURSO</a:t>
              </a:r>
              <a:endParaRPr sz="140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176619" y="6425875"/>
            <a:ext cx="8302054" cy="845566"/>
            <a:chOff x="0" y="-76200"/>
            <a:chExt cx="3534603" cy="3600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3" y="-76200"/>
              <a:ext cx="35346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914400" lvl="0" indent="457200" algn="l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99"/>
                <a:buFont typeface="Arial"/>
                <a:buNone/>
              </a:pPr>
              <a:r>
                <a:rPr lang="en-US" sz="2799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PARTICIPACION ESTUDIANTIL</a:t>
              </a:r>
              <a:endParaRPr sz="2799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176619" y="7349450"/>
            <a:ext cx="7140810" cy="845566"/>
            <a:chOff x="0" y="-76203"/>
            <a:chExt cx="3040203" cy="3600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3" y="-76203"/>
              <a:ext cx="3040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457200" algn="l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dirty="0">
                  <a:latin typeface="Montserrat"/>
                  <a:ea typeface="Montserrat"/>
                  <a:cs typeface="Montserrat"/>
                  <a:sym typeface="Montserrat"/>
                </a:rPr>
                <a:t>          ACTIVIDAD PEDAGOGICA</a:t>
              </a:r>
              <a:endParaRPr sz="140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176619" y="8412925"/>
            <a:ext cx="7312742" cy="845566"/>
            <a:chOff x="0" y="-76196"/>
            <a:chExt cx="3113403" cy="3600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3" y="-76196"/>
              <a:ext cx="3113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latin typeface="Montserrat"/>
                  <a:ea typeface="Montserrat"/>
                  <a:cs typeface="Montserrat"/>
                  <a:sym typeface="Montserrat"/>
                </a:rPr>
                <a:t>PROGRAMA DEL CURSO</a:t>
              </a:r>
              <a:endParaRPr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1" name="Google Shape;131;p16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2" name="Google Shape;132;p16"/>
          <p:cNvSpPr/>
          <p:nvPr/>
        </p:nvSpPr>
        <p:spPr>
          <a:xfrm>
            <a:off x="878654" y="660485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3" name="Google Shape;133;p16"/>
          <p:cNvSpPr/>
          <p:nvPr/>
        </p:nvSpPr>
        <p:spPr>
          <a:xfrm>
            <a:off x="878654" y="760463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4" name="Google Shape;134;p16"/>
          <p:cNvSpPr/>
          <p:nvPr/>
        </p:nvSpPr>
        <p:spPr>
          <a:xfrm>
            <a:off x="878654" y="860554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38" name="Google Shape;138;p16" descr="Quizizz Reseñas 2025: Detalles, Precios y Características | G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9425" y="5381200"/>
            <a:ext cx="1970037" cy="1034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PERSONAL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4" name="Google Shape;144;p17" descr="Presentación de dibujos animados de profesión empresario | Vector Premium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8400" y="5867400"/>
            <a:ext cx="4419601" cy="441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374899" y="2692675"/>
            <a:ext cx="11869153" cy="44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40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Jorge Estuardo Pumay Soy</a:t>
            </a:r>
            <a:br>
              <a:rPr lang="es-ES" sz="40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</a:br>
            <a:r>
              <a:rPr lang="es-GT" sz="4000" dirty="0">
                <a:latin typeface="+mj-lt"/>
              </a:rPr>
              <a:t>📞+502 33157091</a:t>
            </a:r>
          </a:p>
          <a:p>
            <a:pPr lvl="0"/>
            <a:r>
              <a:rPr lang="es-GT" sz="4000" dirty="0">
                <a:latin typeface="+mj-lt"/>
              </a:rPr>
              <a:t>✉️2588893300301@ingenieria.usac.edu.gt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+mj-lt"/>
              </a:rPr>
              <a:t>Estudiante de </a:t>
            </a:r>
            <a:r>
              <a:rPr lang="es-ES" sz="4000" b="1" dirty="0">
                <a:latin typeface="+mj-lt"/>
              </a:rPr>
              <a:t>Ingeniería en Ciencias y Sistemas</a:t>
            </a:r>
            <a:r>
              <a:rPr lang="es-ES" sz="4000" dirty="0">
                <a:latin typeface="+mj-lt"/>
              </a:rPr>
              <a:t>, Facultad de Ingeniería – USAC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s-ES" sz="4000" dirty="0">
                <a:latin typeface="+mj-lt"/>
              </a:rPr>
              <a:t>Desarrollador en </a:t>
            </a:r>
            <a:r>
              <a:rPr lang="es-ES" sz="4000" b="1" dirty="0">
                <a:latin typeface="+mj-lt"/>
              </a:rPr>
              <a:t>Canella S.A.</a:t>
            </a:r>
            <a:endParaRPr sz="40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DEL CURSO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5350" y="7428000"/>
            <a:ext cx="5082650" cy="28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374899" y="2692675"/>
            <a:ext cx="13991089" cy="513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3600" b="1" dirty="0"/>
              <a:t>En este laboratorio el estudiante desarrollará:</a:t>
            </a: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Comprensión del funcionamiento de los lenguajes de programación.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Uso y construcción de autómatas finitos y autómatas de pila.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Diseño y aplicación de gramáticas libres de contexto.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Implementación de analizadores léxicos y sintácticos.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Aplicación práctica de conceptos teóricos mediante proyectos.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1465389" y="910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ALUMNADO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8" name="Google Shape;158;p19" descr="Alumnos de pie felices - personajes de dibujos animados personas aislaron  ilustración. Niños y niñas sonrientes con mochilas agitando las manos. Haz  una gran presentación con estos estudiantes internacionales | Vector Premium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5350" y="5897675"/>
            <a:ext cx="5962650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1465400" y="2430825"/>
            <a:ext cx="11631168" cy="664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Seleccionaremos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5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estudiantes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al azar u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deberán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responder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siguiente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1. Nombre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completo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2. ¿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Cuáles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son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tus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intereses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expectativas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sobre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este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curso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3. ¿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Tienes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experiencia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previa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relacionada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curso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o con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programación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4. Un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dato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curioso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sobre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dirty="0" err="1"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-US" sz="35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SENSO HORARIOS DE CALIFICACIÓN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0" y="6000739"/>
            <a:ext cx="7620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1079932" y="2534801"/>
            <a:ext cx="10735500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Responder la </a:t>
            </a:r>
            <a:r>
              <a:rPr lang="en-US" sz="35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encuesta</a:t>
            </a:r>
            <a:r>
              <a:rPr lang="en-US" sz="3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-US" sz="3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https://forms.gle/ezpR5Cb647UspVHTA</a:t>
            </a:r>
            <a:endParaRPr sz="3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PROGRAMA DEL CURSO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0250" y="7249950"/>
            <a:ext cx="3817749" cy="303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ABEB63F-07D6-2C60-746C-8A7363217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589" y="1766428"/>
            <a:ext cx="8754697" cy="7459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/>
        </p:nvSpPr>
        <p:spPr>
          <a:xfrm>
            <a:off x="5791477" y="7667628"/>
            <a:ext cx="6705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1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DUDAS ¿?</a:t>
            </a:r>
            <a:endParaRPr sz="15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3" name="Google Shape;193;p24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197582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/>
        </p:nvSpPr>
        <p:spPr>
          <a:xfrm>
            <a:off x="2815350" y="5377525"/>
            <a:ext cx="126573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¡GRACIAS POR SU</a:t>
            </a:r>
            <a:r>
              <a:rPr lang="en-US" sz="6099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99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ATENCIÓN!</a:t>
            </a:r>
            <a:endParaRPr sz="14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1" i="0" u="none" strike="noStrike" cap="non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7765363" y="1384225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00" name="Google Shape;200;p25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RECUERDA QUE TENEMOS NUESTRO FORO SEMANAL DONDE PUEDES CONSULTAR CUALQUIER DUDA QUE TE SURJA EN LA SEMANA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</Words>
  <Application>Microsoft Office PowerPoint</Application>
  <PresentationFormat>Personalizado</PresentationFormat>
  <Paragraphs>45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Montserrat</vt:lpstr>
      <vt:lpstr>Impact</vt:lpstr>
      <vt:lpstr>Pacifico</vt:lpstr>
      <vt:lpstr>Lobster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Jorge Pumay</cp:lastModifiedBy>
  <cp:revision>2</cp:revision>
  <dcterms:modified xsi:type="dcterms:W3CDTF">2025-12-07T08:34:03Z</dcterms:modified>
</cp:coreProperties>
</file>