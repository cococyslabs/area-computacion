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Lobster"/>
      <p:regular r:id="rId19"/>
    </p:embeddedFont>
    <p:embeddedFont>
      <p:font typeface="Pacifico"/>
      <p:regular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isI4kkSTyKrBG6JpgBil8d+/nt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cifico-regular.fntdata"/><Relationship Id="rId22" Type="http://schemas.openxmlformats.org/officeDocument/2006/relationships/font" Target="fonts/OpenSans-bold.fntdata"/><Relationship Id="rId21" Type="http://schemas.openxmlformats.org/officeDocument/2006/relationships/font" Target="fonts/OpenSans-regular.fntdata"/><Relationship Id="rId24" Type="http://schemas.openxmlformats.org/officeDocument/2006/relationships/font" Target="fonts/OpenSans-boldItalic.fntdata"/><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obster-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14" name="Shape 14"/>
        <p:cNvGrpSpPr/>
        <p:nvPr/>
      </p:nvGrpSpPr>
      <p:grpSpPr>
        <a:xfrm>
          <a:off x="0" y="0"/>
          <a:ext cx="0" cy="0"/>
          <a:chOff x="0" y="0"/>
          <a:chExt cx="0" cy="0"/>
        </a:xfrm>
      </p:grpSpPr>
      <p:sp>
        <p:nvSpPr>
          <p:cNvPr id="15" name="Google Shape;15;p27"/>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7"/>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0" name="Shape 20"/>
        <p:cNvGrpSpPr/>
        <p:nvPr/>
      </p:nvGrpSpPr>
      <p:grpSpPr>
        <a:xfrm>
          <a:off x="0" y="0"/>
          <a:ext cx="0" cy="0"/>
          <a:chOff x="0" y="0"/>
          <a:chExt cx="0" cy="0"/>
        </a:xfrm>
      </p:grpSpPr>
      <p:sp>
        <p:nvSpPr>
          <p:cNvPr id="21" name="Google Shape;21;p28"/>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8"/>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8"/>
          <p:cNvSpPr txBox="1"/>
          <p:nvPr>
            <p:ph type="ctrTitle"/>
          </p:nvPr>
        </p:nvSpPr>
        <p:spPr>
          <a:xfrm>
            <a:off x="1645920" y="1138428"/>
            <a:ext cx="15087600" cy="534924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12000"/>
              <a:buFont typeface="Calibri"/>
              <a:buNone/>
              <a:defRPr sz="12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8"/>
          <p:cNvSpPr txBox="1"/>
          <p:nvPr>
            <p:ph idx="1" type="subTitle"/>
          </p:nvPr>
        </p:nvSpPr>
        <p:spPr>
          <a:xfrm>
            <a:off x="1650077" y="6683430"/>
            <a:ext cx="15087600" cy="17145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lvl="1" algn="ctr">
              <a:lnSpc>
                <a:spcPct val="90000"/>
              </a:lnSpc>
              <a:spcBef>
                <a:spcPts val="300"/>
              </a:spcBef>
              <a:spcAft>
                <a:spcPts val="0"/>
              </a:spcAft>
              <a:buSzPts val="3600"/>
              <a:buNone/>
              <a:defRPr sz="3600"/>
            </a:lvl2pPr>
            <a:lvl3pPr lvl="2" algn="ctr">
              <a:lnSpc>
                <a:spcPct val="90000"/>
              </a:lnSpc>
              <a:spcBef>
                <a:spcPts val="600"/>
              </a:spcBef>
              <a:spcAft>
                <a:spcPts val="0"/>
              </a:spcAft>
              <a:buSzPts val="3600"/>
              <a:buNone/>
              <a:defRPr sz="3600"/>
            </a:lvl3pPr>
            <a:lvl4pPr lvl="3" algn="ctr">
              <a:lnSpc>
                <a:spcPct val="90000"/>
              </a:lnSpc>
              <a:spcBef>
                <a:spcPts val="600"/>
              </a:spcBef>
              <a:spcAft>
                <a:spcPts val="0"/>
              </a:spcAft>
              <a:buSzPts val="3000"/>
              <a:buNone/>
              <a:defRPr sz="3000"/>
            </a:lvl4pPr>
            <a:lvl5pPr lvl="4" algn="ctr">
              <a:lnSpc>
                <a:spcPct val="90000"/>
              </a:lnSpc>
              <a:spcBef>
                <a:spcPts val="600"/>
              </a:spcBef>
              <a:spcAft>
                <a:spcPts val="0"/>
              </a:spcAft>
              <a:buSzPts val="3000"/>
              <a:buNone/>
              <a:defRPr sz="3000"/>
            </a:lvl5pPr>
            <a:lvl6pPr lvl="5" algn="ctr">
              <a:lnSpc>
                <a:spcPct val="90000"/>
              </a:lnSpc>
              <a:spcBef>
                <a:spcPts val="600"/>
              </a:spcBef>
              <a:spcAft>
                <a:spcPts val="0"/>
              </a:spcAft>
              <a:buSzPts val="3000"/>
              <a:buNone/>
              <a:defRPr sz="3000"/>
            </a:lvl6pPr>
            <a:lvl7pPr lvl="6" algn="ctr">
              <a:lnSpc>
                <a:spcPct val="90000"/>
              </a:lnSpc>
              <a:spcBef>
                <a:spcPts val="600"/>
              </a:spcBef>
              <a:spcAft>
                <a:spcPts val="0"/>
              </a:spcAft>
              <a:buSzPts val="3000"/>
              <a:buNone/>
              <a:defRPr sz="3000"/>
            </a:lvl7pPr>
            <a:lvl8pPr lvl="7" algn="ctr">
              <a:lnSpc>
                <a:spcPct val="90000"/>
              </a:lnSpc>
              <a:spcBef>
                <a:spcPts val="600"/>
              </a:spcBef>
              <a:spcAft>
                <a:spcPts val="0"/>
              </a:spcAft>
              <a:buSzPts val="3000"/>
              <a:buNone/>
              <a:defRPr sz="3000"/>
            </a:lvl8pPr>
            <a:lvl9pPr lvl="8" algn="ctr">
              <a:lnSpc>
                <a:spcPct val="90000"/>
              </a:lnSpc>
              <a:spcBef>
                <a:spcPts val="600"/>
              </a:spcBef>
              <a:spcAft>
                <a:spcPts val="600"/>
              </a:spcAft>
              <a:buSzPts val="3000"/>
              <a:buNone/>
              <a:defRPr sz="3000"/>
            </a:lvl9pPr>
          </a:lstStyle>
          <a:p/>
        </p:txBody>
      </p:sp>
      <p:sp>
        <p:nvSpPr>
          <p:cNvPr id="25" name="Google Shape;25;p2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cxnSp>
        <p:nvCxnSpPr>
          <p:cNvPr id="28" name="Google Shape;28;p28"/>
          <p:cNvCxnSpPr/>
          <p:nvPr/>
        </p:nvCxnSpPr>
        <p:spPr>
          <a:xfrm>
            <a:off x="1811487" y="6515100"/>
            <a:ext cx="1481328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9" name="Shape 29"/>
        <p:cNvGrpSpPr/>
        <p:nvPr/>
      </p:nvGrpSpPr>
      <p:grpSpPr>
        <a:xfrm>
          <a:off x="0" y="0"/>
          <a:ext cx="0" cy="0"/>
          <a:chOff x="0" y="0"/>
          <a:chExt cx="0" cy="0"/>
        </a:xfrm>
      </p:grpSpPr>
      <p:sp>
        <p:nvSpPr>
          <p:cNvPr id="30" name="Google Shape;30;p29"/>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72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9"/>
          <p:cNvSpPr txBox="1"/>
          <p:nvPr>
            <p:ph idx="1" type="body"/>
          </p:nvPr>
        </p:nvSpPr>
        <p:spPr>
          <a:xfrm>
            <a:off x="1645920" y="2768601"/>
            <a:ext cx="1508760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32" name="Google Shape;32;p2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lt1"/>
        </a:solidFill>
      </p:bgPr>
    </p:bg>
    <p:spTree>
      <p:nvGrpSpPr>
        <p:cNvPr id="35" name="Shape 35"/>
        <p:cNvGrpSpPr/>
        <p:nvPr/>
      </p:nvGrpSpPr>
      <p:grpSpPr>
        <a:xfrm>
          <a:off x="0" y="0"/>
          <a:ext cx="0" cy="0"/>
          <a:chOff x="0" y="0"/>
          <a:chExt cx="0" cy="0"/>
        </a:xfrm>
      </p:grpSpPr>
      <p:sp>
        <p:nvSpPr>
          <p:cNvPr id="36" name="Google Shape;36;p30"/>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0"/>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0"/>
          <p:cNvSpPr txBox="1"/>
          <p:nvPr>
            <p:ph type="title"/>
          </p:nvPr>
        </p:nvSpPr>
        <p:spPr>
          <a:xfrm>
            <a:off x="1645920" y="1138428"/>
            <a:ext cx="15087600" cy="534924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12000"/>
              <a:buFont typeface="Calibri"/>
              <a:buNone/>
              <a:defRPr b="0" sz="12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0"/>
          <p:cNvSpPr txBox="1"/>
          <p:nvPr>
            <p:ph idx="1" type="body"/>
          </p:nvPr>
        </p:nvSpPr>
        <p:spPr>
          <a:xfrm>
            <a:off x="1645920" y="6679692"/>
            <a:ext cx="15087600" cy="1714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indent="-228600" lvl="1" marL="914400" algn="l">
              <a:lnSpc>
                <a:spcPct val="90000"/>
              </a:lnSpc>
              <a:spcBef>
                <a:spcPts val="300"/>
              </a:spcBef>
              <a:spcAft>
                <a:spcPts val="0"/>
              </a:spcAft>
              <a:buSzPts val="2700"/>
              <a:buNone/>
              <a:defRPr sz="2700">
                <a:solidFill>
                  <a:srgbClr val="888888"/>
                </a:solidFill>
              </a:defRPr>
            </a:lvl2pPr>
            <a:lvl3pPr indent="-228600" lvl="2" marL="1371600" algn="l">
              <a:lnSpc>
                <a:spcPct val="90000"/>
              </a:lnSpc>
              <a:spcBef>
                <a:spcPts val="600"/>
              </a:spcBef>
              <a:spcAft>
                <a:spcPts val="0"/>
              </a:spcAft>
              <a:buSzPts val="2400"/>
              <a:buNone/>
              <a:defRPr sz="2400">
                <a:solidFill>
                  <a:srgbClr val="888888"/>
                </a:solidFill>
              </a:defRPr>
            </a:lvl3pPr>
            <a:lvl4pPr indent="-228600" lvl="3" marL="1828800" algn="l">
              <a:lnSpc>
                <a:spcPct val="90000"/>
              </a:lnSpc>
              <a:spcBef>
                <a:spcPts val="600"/>
              </a:spcBef>
              <a:spcAft>
                <a:spcPts val="0"/>
              </a:spcAft>
              <a:buSzPts val="2100"/>
              <a:buNone/>
              <a:defRPr sz="2100">
                <a:solidFill>
                  <a:srgbClr val="888888"/>
                </a:solidFill>
              </a:defRPr>
            </a:lvl4pPr>
            <a:lvl5pPr indent="-228600" lvl="4" marL="2286000" algn="l">
              <a:lnSpc>
                <a:spcPct val="90000"/>
              </a:lnSpc>
              <a:spcBef>
                <a:spcPts val="600"/>
              </a:spcBef>
              <a:spcAft>
                <a:spcPts val="0"/>
              </a:spcAft>
              <a:buSzPts val="2100"/>
              <a:buNone/>
              <a:defRPr sz="2100">
                <a:solidFill>
                  <a:srgbClr val="888888"/>
                </a:solidFill>
              </a:defRPr>
            </a:lvl5pPr>
            <a:lvl6pPr indent="-228600" lvl="5" marL="2743200" algn="l">
              <a:lnSpc>
                <a:spcPct val="90000"/>
              </a:lnSpc>
              <a:spcBef>
                <a:spcPts val="600"/>
              </a:spcBef>
              <a:spcAft>
                <a:spcPts val="0"/>
              </a:spcAft>
              <a:buSzPts val="2100"/>
              <a:buNone/>
              <a:defRPr sz="2100">
                <a:solidFill>
                  <a:srgbClr val="888888"/>
                </a:solidFill>
              </a:defRPr>
            </a:lvl6pPr>
            <a:lvl7pPr indent="-228600" lvl="6" marL="3200400" algn="l">
              <a:lnSpc>
                <a:spcPct val="90000"/>
              </a:lnSpc>
              <a:spcBef>
                <a:spcPts val="600"/>
              </a:spcBef>
              <a:spcAft>
                <a:spcPts val="0"/>
              </a:spcAft>
              <a:buSzPts val="2100"/>
              <a:buNone/>
              <a:defRPr sz="2100">
                <a:solidFill>
                  <a:srgbClr val="888888"/>
                </a:solidFill>
              </a:defRPr>
            </a:lvl7pPr>
            <a:lvl8pPr indent="-228600" lvl="7" marL="3657600" algn="l">
              <a:lnSpc>
                <a:spcPct val="90000"/>
              </a:lnSpc>
              <a:spcBef>
                <a:spcPts val="600"/>
              </a:spcBef>
              <a:spcAft>
                <a:spcPts val="0"/>
              </a:spcAft>
              <a:buSzPts val="2100"/>
              <a:buNone/>
              <a:defRPr sz="2100">
                <a:solidFill>
                  <a:srgbClr val="888888"/>
                </a:solidFill>
              </a:defRPr>
            </a:lvl8pPr>
            <a:lvl9pPr indent="-228600" lvl="8" marL="4114800" algn="l">
              <a:lnSpc>
                <a:spcPct val="90000"/>
              </a:lnSpc>
              <a:spcBef>
                <a:spcPts val="600"/>
              </a:spcBef>
              <a:spcAft>
                <a:spcPts val="600"/>
              </a:spcAft>
              <a:buSzPts val="2100"/>
              <a:buNone/>
              <a:defRPr sz="2100">
                <a:solidFill>
                  <a:srgbClr val="888888"/>
                </a:solidFill>
              </a:defRPr>
            </a:lvl9pPr>
          </a:lstStyle>
          <a:p/>
        </p:txBody>
      </p:sp>
      <p:sp>
        <p:nvSpPr>
          <p:cNvPr id="40" name="Google Shape;40;p3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30"/>
          <p:cNvCxnSpPr/>
          <p:nvPr/>
        </p:nvCxnSpPr>
        <p:spPr>
          <a:xfrm>
            <a:off x="1811487" y="6515100"/>
            <a:ext cx="1481328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4" name="Shape 44"/>
        <p:cNvGrpSpPr/>
        <p:nvPr/>
      </p:nvGrpSpPr>
      <p:grpSpPr>
        <a:xfrm>
          <a:off x="0" y="0"/>
          <a:ext cx="0" cy="0"/>
          <a:chOff x="0" y="0"/>
          <a:chExt cx="0" cy="0"/>
        </a:xfrm>
      </p:grpSpPr>
      <p:sp>
        <p:nvSpPr>
          <p:cNvPr id="45" name="Google Shape;45;p31"/>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1"/>
          <p:cNvSpPr txBox="1"/>
          <p:nvPr>
            <p:ph idx="1" type="body"/>
          </p:nvPr>
        </p:nvSpPr>
        <p:spPr>
          <a:xfrm>
            <a:off x="1645919" y="2768601"/>
            <a:ext cx="740664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47" name="Google Shape;47;p31"/>
          <p:cNvSpPr txBox="1"/>
          <p:nvPr>
            <p:ph idx="2" type="body"/>
          </p:nvPr>
        </p:nvSpPr>
        <p:spPr>
          <a:xfrm>
            <a:off x="9326880" y="2768603"/>
            <a:ext cx="740664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48" name="Google Shape;48;p3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1" name="Shape 51"/>
        <p:cNvGrpSpPr/>
        <p:nvPr/>
      </p:nvGrpSpPr>
      <p:grpSpPr>
        <a:xfrm>
          <a:off x="0" y="0"/>
          <a:ext cx="0" cy="0"/>
          <a:chOff x="0" y="0"/>
          <a:chExt cx="0" cy="0"/>
        </a:xfrm>
      </p:grpSpPr>
      <p:sp>
        <p:nvSpPr>
          <p:cNvPr id="52" name="Google Shape;52;p32"/>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2"/>
          <p:cNvSpPr txBox="1"/>
          <p:nvPr>
            <p:ph idx="1" type="body"/>
          </p:nvPr>
        </p:nvSpPr>
        <p:spPr>
          <a:xfrm>
            <a:off x="1645920" y="2769078"/>
            <a:ext cx="7406640" cy="110442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SzPts val="3000"/>
              <a:buNone/>
              <a:defRPr b="0" sz="3000" cap="none">
                <a:solidFill>
                  <a:schemeClr val="dk2"/>
                </a:solidFill>
              </a:defRPr>
            </a:lvl1pPr>
            <a:lvl2pPr indent="-228600" lvl="1" marL="914400" algn="l">
              <a:lnSpc>
                <a:spcPct val="90000"/>
              </a:lnSpc>
              <a:spcBef>
                <a:spcPts val="300"/>
              </a:spcBef>
              <a:spcAft>
                <a:spcPts val="0"/>
              </a:spcAft>
              <a:buSzPts val="3000"/>
              <a:buNone/>
              <a:defRPr b="1" sz="3000"/>
            </a:lvl2pPr>
            <a:lvl3pPr indent="-228600" lvl="2" marL="1371600" algn="l">
              <a:lnSpc>
                <a:spcPct val="90000"/>
              </a:lnSpc>
              <a:spcBef>
                <a:spcPts val="600"/>
              </a:spcBef>
              <a:spcAft>
                <a:spcPts val="0"/>
              </a:spcAft>
              <a:buSzPts val="2700"/>
              <a:buNone/>
              <a:defRPr b="1" sz="2700"/>
            </a:lvl3pPr>
            <a:lvl4pPr indent="-228600" lvl="3" marL="1828800" algn="l">
              <a:lnSpc>
                <a:spcPct val="90000"/>
              </a:lnSpc>
              <a:spcBef>
                <a:spcPts val="600"/>
              </a:spcBef>
              <a:spcAft>
                <a:spcPts val="0"/>
              </a:spcAft>
              <a:buSzPts val="2400"/>
              <a:buNone/>
              <a:defRPr b="1" sz="2400"/>
            </a:lvl4pPr>
            <a:lvl5pPr indent="-228600" lvl="4" marL="2286000" algn="l">
              <a:lnSpc>
                <a:spcPct val="90000"/>
              </a:lnSpc>
              <a:spcBef>
                <a:spcPts val="600"/>
              </a:spcBef>
              <a:spcAft>
                <a:spcPts val="0"/>
              </a:spcAft>
              <a:buSzPts val="2400"/>
              <a:buNone/>
              <a:defRPr b="1" sz="2400"/>
            </a:lvl5pPr>
            <a:lvl6pPr indent="-228600" lvl="5" marL="2743200" algn="l">
              <a:lnSpc>
                <a:spcPct val="90000"/>
              </a:lnSpc>
              <a:spcBef>
                <a:spcPts val="600"/>
              </a:spcBef>
              <a:spcAft>
                <a:spcPts val="0"/>
              </a:spcAft>
              <a:buSzPts val="2400"/>
              <a:buNone/>
              <a:defRPr b="1" sz="2400"/>
            </a:lvl6pPr>
            <a:lvl7pPr indent="-228600" lvl="6" marL="3200400" algn="l">
              <a:lnSpc>
                <a:spcPct val="90000"/>
              </a:lnSpc>
              <a:spcBef>
                <a:spcPts val="600"/>
              </a:spcBef>
              <a:spcAft>
                <a:spcPts val="0"/>
              </a:spcAft>
              <a:buSzPts val="2400"/>
              <a:buNone/>
              <a:defRPr b="1" sz="2400"/>
            </a:lvl7pPr>
            <a:lvl8pPr indent="-228600" lvl="7" marL="3657600" algn="l">
              <a:lnSpc>
                <a:spcPct val="90000"/>
              </a:lnSpc>
              <a:spcBef>
                <a:spcPts val="600"/>
              </a:spcBef>
              <a:spcAft>
                <a:spcPts val="0"/>
              </a:spcAft>
              <a:buSzPts val="2400"/>
              <a:buNone/>
              <a:defRPr b="1" sz="2400"/>
            </a:lvl8pPr>
            <a:lvl9pPr indent="-228600" lvl="8" marL="4114800" algn="l">
              <a:lnSpc>
                <a:spcPct val="90000"/>
              </a:lnSpc>
              <a:spcBef>
                <a:spcPts val="600"/>
              </a:spcBef>
              <a:spcAft>
                <a:spcPts val="600"/>
              </a:spcAft>
              <a:buSzPts val="2400"/>
              <a:buNone/>
              <a:defRPr b="1" sz="2400"/>
            </a:lvl9pPr>
          </a:lstStyle>
          <a:p/>
        </p:txBody>
      </p:sp>
      <p:sp>
        <p:nvSpPr>
          <p:cNvPr id="54" name="Google Shape;54;p32"/>
          <p:cNvSpPr txBox="1"/>
          <p:nvPr>
            <p:ph idx="2" type="body"/>
          </p:nvPr>
        </p:nvSpPr>
        <p:spPr>
          <a:xfrm>
            <a:off x="1645920" y="3873501"/>
            <a:ext cx="7406640" cy="50673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55" name="Google Shape;55;p32"/>
          <p:cNvSpPr txBox="1"/>
          <p:nvPr>
            <p:ph idx="3" type="body"/>
          </p:nvPr>
        </p:nvSpPr>
        <p:spPr>
          <a:xfrm>
            <a:off x="9326880" y="2769078"/>
            <a:ext cx="7406640" cy="110442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SzPts val="3000"/>
              <a:buNone/>
              <a:defRPr b="0" sz="3000" cap="none">
                <a:solidFill>
                  <a:schemeClr val="dk2"/>
                </a:solidFill>
              </a:defRPr>
            </a:lvl1pPr>
            <a:lvl2pPr indent="-228600" lvl="1" marL="914400" algn="l">
              <a:lnSpc>
                <a:spcPct val="90000"/>
              </a:lnSpc>
              <a:spcBef>
                <a:spcPts val="300"/>
              </a:spcBef>
              <a:spcAft>
                <a:spcPts val="0"/>
              </a:spcAft>
              <a:buSzPts val="3000"/>
              <a:buNone/>
              <a:defRPr b="1" sz="3000"/>
            </a:lvl2pPr>
            <a:lvl3pPr indent="-228600" lvl="2" marL="1371600" algn="l">
              <a:lnSpc>
                <a:spcPct val="90000"/>
              </a:lnSpc>
              <a:spcBef>
                <a:spcPts val="600"/>
              </a:spcBef>
              <a:spcAft>
                <a:spcPts val="0"/>
              </a:spcAft>
              <a:buSzPts val="2700"/>
              <a:buNone/>
              <a:defRPr b="1" sz="2700"/>
            </a:lvl3pPr>
            <a:lvl4pPr indent="-228600" lvl="3" marL="1828800" algn="l">
              <a:lnSpc>
                <a:spcPct val="90000"/>
              </a:lnSpc>
              <a:spcBef>
                <a:spcPts val="600"/>
              </a:spcBef>
              <a:spcAft>
                <a:spcPts val="0"/>
              </a:spcAft>
              <a:buSzPts val="2400"/>
              <a:buNone/>
              <a:defRPr b="1" sz="2400"/>
            </a:lvl4pPr>
            <a:lvl5pPr indent="-228600" lvl="4" marL="2286000" algn="l">
              <a:lnSpc>
                <a:spcPct val="90000"/>
              </a:lnSpc>
              <a:spcBef>
                <a:spcPts val="600"/>
              </a:spcBef>
              <a:spcAft>
                <a:spcPts val="0"/>
              </a:spcAft>
              <a:buSzPts val="2400"/>
              <a:buNone/>
              <a:defRPr b="1" sz="2400"/>
            </a:lvl5pPr>
            <a:lvl6pPr indent="-228600" lvl="5" marL="2743200" algn="l">
              <a:lnSpc>
                <a:spcPct val="90000"/>
              </a:lnSpc>
              <a:spcBef>
                <a:spcPts val="600"/>
              </a:spcBef>
              <a:spcAft>
                <a:spcPts val="0"/>
              </a:spcAft>
              <a:buSzPts val="2400"/>
              <a:buNone/>
              <a:defRPr b="1" sz="2400"/>
            </a:lvl6pPr>
            <a:lvl7pPr indent="-228600" lvl="6" marL="3200400" algn="l">
              <a:lnSpc>
                <a:spcPct val="90000"/>
              </a:lnSpc>
              <a:spcBef>
                <a:spcPts val="600"/>
              </a:spcBef>
              <a:spcAft>
                <a:spcPts val="0"/>
              </a:spcAft>
              <a:buSzPts val="2400"/>
              <a:buNone/>
              <a:defRPr b="1" sz="2400"/>
            </a:lvl7pPr>
            <a:lvl8pPr indent="-228600" lvl="7" marL="3657600" algn="l">
              <a:lnSpc>
                <a:spcPct val="90000"/>
              </a:lnSpc>
              <a:spcBef>
                <a:spcPts val="600"/>
              </a:spcBef>
              <a:spcAft>
                <a:spcPts val="0"/>
              </a:spcAft>
              <a:buSzPts val="2400"/>
              <a:buNone/>
              <a:defRPr b="1" sz="2400"/>
            </a:lvl8pPr>
            <a:lvl9pPr indent="-228600" lvl="8" marL="4114800" algn="l">
              <a:lnSpc>
                <a:spcPct val="90000"/>
              </a:lnSpc>
              <a:spcBef>
                <a:spcPts val="600"/>
              </a:spcBef>
              <a:spcAft>
                <a:spcPts val="600"/>
              </a:spcAft>
              <a:buSzPts val="2400"/>
              <a:buNone/>
              <a:defRPr b="1" sz="2400"/>
            </a:lvl9pPr>
          </a:lstStyle>
          <a:p/>
        </p:txBody>
      </p:sp>
      <p:sp>
        <p:nvSpPr>
          <p:cNvPr id="56" name="Google Shape;56;p32"/>
          <p:cNvSpPr txBox="1"/>
          <p:nvPr>
            <p:ph idx="4" type="body"/>
          </p:nvPr>
        </p:nvSpPr>
        <p:spPr>
          <a:xfrm>
            <a:off x="9326880" y="3873501"/>
            <a:ext cx="7406640" cy="50673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57" name="Google Shape;57;p3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0" name="Shape 60"/>
        <p:cNvGrpSpPr/>
        <p:nvPr/>
      </p:nvGrpSpPr>
      <p:grpSpPr>
        <a:xfrm>
          <a:off x="0" y="0"/>
          <a:ext cx="0" cy="0"/>
          <a:chOff x="0" y="0"/>
          <a:chExt cx="0" cy="0"/>
        </a:xfrm>
      </p:grpSpPr>
      <p:sp>
        <p:nvSpPr>
          <p:cNvPr id="61" name="Google Shape;61;p33"/>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5" name="Shape 65"/>
        <p:cNvGrpSpPr/>
        <p:nvPr/>
      </p:nvGrpSpPr>
      <p:grpSpPr>
        <a:xfrm>
          <a:off x="0" y="0"/>
          <a:ext cx="0" cy="0"/>
          <a:chOff x="0" y="0"/>
          <a:chExt cx="0" cy="0"/>
        </a:xfrm>
      </p:grpSpPr>
      <p:sp>
        <p:nvSpPr>
          <p:cNvPr id="66" name="Google Shape;66;p34"/>
          <p:cNvSpPr/>
          <p:nvPr/>
        </p:nvSpPr>
        <p:spPr>
          <a:xfrm>
            <a:off x="25" y="0"/>
            <a:ext cx="6076187" cy="1028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4"/>
          <p:cNvSpPr/>
          <p:nvPr/>
        </p:nvSpPr>
        <p:spPr>
          <a:xfrm>
            <a:off x="6060107" y="0"/>
            <a:ext cx="96012"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4"/>
          <p:cNvSpPr txBox="1"/>
          <p:nvPr>
            <p:ph type="title"/>
          </p:nvPr>
        </p:nvSpPr>
        <p:spPr>
          <a:xfrm>
            <a:off x="685800" y="891538"/>
            <a:ext cx="4800600" cy="3429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5400"/>
              <a:buFont typeface="Calibri"/>
              <a:buNone/>
              <a:defRPr b="0" sz="5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4"/>
          <p:cNvSpPr txBox="1"/>
          <p:nvPr>
            <p:ph idx="1" type="body"/>
          </p:nvPr>
        </p:nvSpPr>
        <p:spPr>
          <a:xfrm>
            <a:off x="7200900" y="1097280"/>
            <a:ext cx="9738360" cy="78867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70" name="Google Shape;70;p34"/>
          <p:cNvSpPr txBox="1"/>
          <p:nvPr>
            <p:ph idx="2" type="body"/>
          </p:nvPr>
        </p:nvSpPr>
        <p:spPr>
          <a:xfrm>
            <a:off x="685800" y="4389120"/>
            <a:ext cx="4800600" cy="506868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SzPts val="2250"/>
              <a:buNone/>
              <a:defRPr sz="2250">
                <a:solidFill>
                  <a:srgbClr val="FFFFFF"/>
                </a:solidFill>
              </a:defRPr>
            </a:lvl1pPr>
            <a:lvl2pPr indent="-228600" lvl="1" marL="914400" algn="l">
              <a:lnSpc>
                <a:spcPct val="90000"/>
              </a:lnSpc>
              <a:spcBef>
                <a:spcPts val="300"/>
              </a:spcBef>
              <a:spcAft>
                <a:spcPts val="0"/>
              </a:spcAft>
              <a:buSzPts val="1800"/>
              <a:buNone/>
              <a:defRPr sz="1800"/>
            </a:lvl2pPr>
            <a:lvl3pPr indent="-228600" lvl="2" marL="1371600" algn="l">
              <a:lnSpc>
                <a:spcPct val="90000"/>
              </a:lnSpc>
              <a:spcBef>
                <a:spcPts val="600"/>
              </a:spcBef>
              <a:spcAft>
                <a:spcPts val="0"/>
              </a:spcAft>
              <a:buSzPts val="1500"/>
              <a:buNone/>
              <a:defRPr sz="1500"/>
            </a:lvl3pPr>
            <a:lvl4pPr indent="-228600" lvl="3" marL="1828800" algn="l">
              <a:lnSpc>
                <a:spcPct val="90000"/>
              </a:lnSpc>
              <a:spcBef>
                <a:spcPts val="600"/>
              </a:spcBef>
              <a:spcAft>
                <a:spcPts val="0"/>
              </a:spcAft>
              <a:buSzPts val="1350"/>
              <a:buNone/>
              <a:defRPr sz="1350"/>
            </a:lvl4pPr>
            <a:lvl5pPr indent="-228600" lvl="4" marL="2286000" algn="l">
              <a:lnSpc>
                <a:spcPct val="90000"/>
              </a:lnSpc>
              <a:spcBef>
                <a:spcPts val="600"/>
              </a:spcBef>
              <a:spcAft>
                <a:spcPts val="0"/>
              </a:spcAft>
              <a:buSzPts val="1350"/>
              <a:buNone/>
              <a:defRPr sz="1350"/>
            </a:lvl5pPr>
            <a:lvl6pPr indent="-228600" lvl="5" marL="2743200" algn="l">
              <a:lnSpc>
                <a:spcPct val="90000"/>
              </a:lnSpc>
              <a:spcBef>
                <a:spcPts val="600"/>
              </a:spcBef>
              <a:spcAft>
                <a:spcPts val="0"/>
              </a:spcAft>
              <a:buSzPts val="1350"/>
              <a:buNone/>
              <a:defRPr sz="1350"/>
            </a:lvl6pPr>
            <a:lvl7pPr indent="-228600" lvl="6" marL="3200400" algn="l">
              <a:lnSpc>
                <a:spcPct val="90000"/>
              </a:lnSpc>
              <a:spcBef>
                <a:spcPts val="600"/>
              </a:spcBef>
              <a:spcAft>
                <a:spcPts val="0"/>
              </a:spcAft>
              <a:buSzPts val="1350"/>
              <a:buNone/>
              <a:defRPr sz="1350"/>
            </a:lvl7pPr>
            <a:lvl8pPr indent="-228600" lvl="7" marL="3657600" algn="l">
              <a:lnSpc>
                <a:spcPct val="90000"/>
              </a:lnSpc>
              <a:spcBef>
                <a:spcPts val="600"/>
              </a:spcBef>
              <a:spcAft>
                <a:spcPts val="0"/>
              </a:spcAft>
              <a:buSzPts val="1350"/>
              <a:buNone/>
              <a:defRPr sz="1350"/>
            </a:lvl8pPr>
            <a:lvl9pPr indent="-228600" lvl="8" marL="4114800" algn="l">
              <a:lnSpc>
                <a:spcPct val="90000"/>
              </a:lnSpc>
              <a:spcBef>
                <a:spcPts val="600"/>
              </a:spcBef>
              <a:spcAft>
                <a:spcPts val="600"/>
              </a:spcAft>
              <a:buSzPts val="1350"/>
              <a:buNone/>
              <a:defRPr sz="1350"/>
            </a:lvl9pPr>
          </a:lstStyle>
          <a:p/>
        </p:txBody>
      </p:sp>
      <p:sp>
        <p:nvSpPr>
          <p:cNvPr id="71" name="Google Shape;71;p34"/>
          <p:cNvSpPr txBox="1"/>
          <p:nvPr>
            <p:ph idx="10" type="dt"/>
          </p:nvPr>
        </p:nvSpPr>
        <p:spPr>
          <a:xfrm>
            <a:off x="698268" y="9689678"/>
            <a:ext cx="3927765"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7200900" y="9689678"/>
            <a:ext cx="69723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1pPr>
            <a:lvl2pPr indent="0" lvl="1"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2pPr>
            <a:lvl3pPr indent="0" lvl="2"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3pPr>
            <a:lvl4pPr indent="0" lvl="3"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4pPr>
            <a:lvl5pPr indent="0" lvl="4"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5pPr>
            <a:lvl6pPr indent="0" lvl="5"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6pPr>
            <a:lvl7pPr indent="0" lvl="6"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7pPr>
            <a:lvl8pPr indent="0" lvl="7"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8pPr>
            <a:lvl9pPr indent="0" lvl="8" marL="0" marR="0" algn="r">
              <a:spcBef>
                <a:spcPts val="0"/>
              </a:spcBef>
              <a:spcAft>
                <a:spcPts val="0"/>
              </a:spcAft>
              <a:buClr>
                <a:schemeClr val="dk2"/>
              </a:buClr>
              <a:buSzPts val="1575"/>
              <a:buFont typeface="Calibri"/>
              <a:buNone/>
              <a:defRPr sz="1575">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4" name="Shape 74"/>
        <p:cNvGrpSpPr/>
        <p:nvPr/>
      </p:nvGrpSpPr>
      <p:grpSpPr>
        <a:xfrm>
          <a:off x="0" y="0"/>
          <a:ext cx="0" cy="0"/>
          <a:chOff x="0" y="0"/>
          <a:chExt cx="0" cy="0"/>
        </a:xfrm>
      </p:grpSpPr>
      <p:sp>
        <p:nvSpPr>
          <p:cNvPr id="75" name="Google Shape;75;p35"/>
          <p:cNvSpPr/>
          <p:nvPr/>
        </p:nvSpPr>
        <p:spPr>
          <a:xfrm>
            <a:off x="1" y="7429500"/>
            <a:ext cx="18283238" cy="2857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5"/>
          <p:cNvSpPr/>
          <p:nvPr/>
        </p:nvSpPr>
        <p:spPr>
          <a:xfrm>
            <a:off x="23" y="737261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5"/>
          <p:cNvSpPr txBox="1"/>
          <p:nvPr>
            <p:ph type="title"/>
          </p:nvPr>
        </p:nvSpPr>
        <p:spPr>
          <a:xfrm>
            <a:off x="1645920" y="7612380"/>
            <a:ext cx="15169896" cy="123444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5400"/>
              <a:buFont typeface="Calibri"/>
              <a:buNone/>
              <a:defRPr b="0" sz="5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35"/>
          <p:cNvPicPr preferRelativeResize="0"/>
          <p:nvPr>
            <p:ph idx="2" type="pic"/>
          </p:nvPr>
        </p:nvPicPr>
        <p:blipFill/>
        <p:spPr>
          <a:xfrm>
            <a:off x="23" y="0"/>
            <a:ext cx="18287978" cy="7372614"/>
          </a:xfrm>
          <a:prstGeom prst="rect">
            <a:avLst/>
          </a:prstGeom>
          <a:blipFill rotWithShape="1">
            <a:blip r:embed="rId2">
              <a:alphaModFix/>
            </a:blip>
            <a:stretch>
              <a:fillRect b="0" l="0" r="0" t="0"/>
            </a:stretch>
          </a:blipFill>
          <a:ln>
            <a:noFill/>
          </a:ln>
        </p:spPr>
      </p:pic>
      <p:sp>
        <p:nvSpPr>
          <p:cNvPr id="79" name="Google Shape;79;p35"/>
          <p:cNvSpPr txBox="1"/>
          <p:nvPr>
            <p:ph idx="1" type="body"/>
          </p:nvPr>
        </p:nvSpPr>
        <p:spPr>
          <a:xfrm>
            <a:off x="1645920" y="8860535"/>
            <a:ext cx="15169896" cy="89154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2250"/>
              <a:buNone/>
              <a:defRPr sz="2250">
                <a:solidFill>
                  <a:srgbClr val="FFFFFF"/>
                </a:solidFill>
              </a:defRPr>
            </a:lvl1pPr>
            <a:lvl2pPr indent="-228600" lvl="1" marL="914400" algn="l">
              <a:lnSpc>
                <a:spcPct val="90000"/>
              </a:lnSpc>
              <a:spcBef>
                <a:spcPts val="900"/>
              </a:spcBef>
              <a:spcAft>
                <a:spcPts val="0"/>
              </a:spcAft>
              <a:buSzPts val="1800"/>
              <a:buNone/>
              <a:defRPr sz="1800"/>
            </a:lvl2pPr>
            <a:lvl3pPr indent="-228600" lvl="2" marL="1371600" algn="l">
              <a:lnSpc>
                <a:spcPct val="90000"/>
              </a:lnSpc>
              <a:spcBef>
                <a:spcPts val="600"/>
              </a:spcBef>
              <a:spcAft>
                <a:spcPts val="0"/>
              </a:spcAft>
              <a:buSzPts val="1500"/>
              <a:buNone/>
              <a:defRPr sz="1500"/>
            </a:lvl3pPr>
            <a:lvl4pPr indent="-228600" lvl="3" marL="1828800" algn="l">
              <a:lnSpc>
                <a:spcPct val="90000"/>
              </a:lnSpc>
              <a:spcBef>
                <a:spcPts val="600"/>
              </a:spcBef>
              <a:spcAft>
                <a:spcPts val="0"/>
              </a:spcAft>
              <a:buSzPts val="1350"/>
              <a:buNone/>
              <a:defRPr sz="1350"/>
            </a:lvl4pPr>
            <a:lvl5pPr indent="-228600" lvl="4" marL="2286000" algn="l">
              <a:lnSpc>
                <a:spcPct val="90000"/>
              </a:lnSpc>
              <a:spcBef>
                <a:spcPts val="600"/>
              </a:spcBef>
              <a:spcAft>
                <a:spcPts val="0"/>
              </a:spcAft>
              <a:buSzPts val="1350"/>
              <a:buNone/>
              <a:defRPr sz="1350"/>
            </a:lvl5pPr>
            <a:lvl6pPr indent="-228600" lvl="5" marL="2743200" algn="l">
              <a:lnSpc>
                <a:spcPct val="90000"/>
              </a:lnSpc>
              <a:spcBef>
                <a:spcPts val="600"/>
              </a:spcBef>
              <a:spcAft>
                <a:spcPts val="0"/>
              </a:spcAft>
              <a:buSzPts val="1350"/>
              <a:buNone/>
              <a:defRPr sz="1350"/>
            </a:lvl6pPr>
            <a:lvl7pPr indent="-228600" lvl="6" marL="3200400" algn="l">
              <a:lnSpc>
                <a:spcPct val="90000"/>
              </a:lnSpc>
              <a:spcBef>
                <a:spcPts val="600"/>
              </a:spcBef>
              <a:spcAft>
                <a:spcPts val="0"/>
              </a:spcAft>
              <a:buSzPts val="1350"/>
              <a:buNone/>
              <a:defRPr sz="1350"/>
            </a:lvl7pPr>
            <a:lvl8pPr indent="-228600" lvl="7" marL="3657600" algn="l">
              <a:lnSpc>
                <a:spcPct val="90000"/>
              </a:lnSpc>
              <a:spcBef>
                <a:spcPts val="600"/>
              </a:spcBef>
              <a:spcAft>
                <a:spcPts val="0"/>
              </a:spcAft>
              <a:buSzPts val="1350"/>
              <a:buNone/>
              <a:defRPr sz="1350"/>
            </a:lvl8pPr>
            <a:lvl9pPr indent="-228600" lvl="8" marL="4114800" algn="l">
              <a:lnSpc>
                <a:spcPct val="90000"/>
              </a:lnSpc>
              <a:spcBef>
                <a:spcPts val="600"/>
              </a:spcBef>
              <a:spcAft>
                <a:spcPts val="600"/>
              </a:spcAft>
              <a:buSzPts val="1350"/>
              <a:buNone/>
              <a:defRPr sz="1350"/>
            </a:lvl9pPr>
          </a:lstStyle>
          <a:p/>
        </p:txBody>
      </p:sp>
      <p:sp>
        <p:nvSpPr>
          <p:cNvPr id="80" name="Google Shape;80;p3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3" name="Shape 83"/>
        <p:cNvGrpSpPr/>
        <p:nvPr/>
      </p:nvGrpSpPr>
      <p:grpSpPr>
        <a:xfrm>
          <a:off x="0" y="0"/>
          <a:ext cx="0" cy="0"/>
          <a:chOff x="0" y="0"/>
          <a:chExt cx="0" cy="0"/>
        </a:xfrm>
      </p:grpSpPr>
      <p:sp>
        <p:nvSpPr>
          <p:cNvPr id="84" name="Google Shape;84;p36"/>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6"/>
          <p:cNvSpPr txBox="1"/>
          <p:nvPr>
            <p:ph idx="1" type="body"/>
          </p:nvPr>
        </p:nvSpPr>
        <p:spPr>
          <a:xfrm rot="5400000">
            <a:off x="6172200" y="-1757679"/>
            <a:ext cx="6035040" cy="150876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86" name="Google Shape;86;p3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89" name="Shape 89"/>
        <p:cNvGrpSpPr/>
        <p:nvPr/>
      </p:nvGrpSpPr>
      <p:grpSpPr>
        <a:xfrm>
          <a:off x="0" y="0"/>
          <a:ext cx="0" cy="0"/>
          <a:chOff x="0" y="0"/>
          <a:chExt cx="0" cy="0"/>
        </a:xfrm>
      </p:grpSpPr>
      <p:sp>
        <p:nvSpPr>
          <p:cNvPr id="90" name="Google Shape;90;p37"/>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7"/>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7"/>
          <p:cNvSpPr txBox="1"/>
          <p:nvPr>
            <p:ph type="title"/>
          </p:nvPr>
        </p:nvSpPr>
        <p:spPr>
          <a:xfrm rot="5400000">
            <a:off x="10740959" y="2968559"/>
            <a:ext cx="8636132" cy="394335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7"/>
          <p:cNvSpPr txBox="1"/>
          <p:nvPr>
            <p:ph idx="1" type="body"/>
          </p:nvPr>
        </p:nvSpPr>
        <p:spPr>
          <a:xfrm rot="5400000">
            <a:off x="2739959" y="-860492"/>
            <a:ext cx="8636133" cy="1160145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94" name="Google Shape;94;p3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500"/>
              <a:buFont typeface="Calibri"/>
              <a:buNone/>
              <a:defRPr/>
            </a:lvl1pPr>
            <a:lvl2pPr indent="0" lvl="1" marL="0" algn="r">
              <a:spcBef>
                <a:spcPts val="0"/>
              </a:spcBef>
              <a:spcAft>
                <a:spcPts val="0"/>
              </a:spcAft>
              <a:buClr>
                <a:srgbClr val="FFFFFF"/>
              </a:buClr>
              <a:buSzPts val="1500"/>
              <a:buFont typeface="Calibri"/>
              <a:buNone/>
              <a:defRPr/>
            </a:lvl2pPr>
            <a:lvl3pPr indent="0" lvl="2" marL="0" algn="r">
              <a:spcBef>
                <a:spcPts val="0"/>
              </a:spcBef>
              <a:spcAft>
                <a:spcPts val="0"/>
              </a:spcAft>
              <a:buClr>
                <a:srgbClr val="FFFFFF"/>
              </a:buClr>
              <a:buSzPts val="1500"/>
              <a:buFont typeface="Calibri"/>
              <a:buNone/>
              <a:defRPr/>
            </a:lvl3pPr>
            <a:lvl4pPr indent="0" lvl="3" marL="0" algn="r">
              <a:spcBef>
                <a:spcPts val="0"/>
              </a:spcBef>
              <a:spcAft>
                <a:spcPts val="0"/>
              </a:spcAft>
              <a:buClr>
                <a:srgbClr val="FFFFFF"/>
              </a:buClr>
              <a:buSzPts val="1500"/>
              <a:buFont typeface="Calibri"/>
              <a:buNone/>
              <a:defRPr/>
            </a:lvl4pPr>
            <a:lvl5pPr indent="0" lvl="4" marL="0" algn="r">
              <a:spcBef>
                <a:spcPts val="0"/>
              </a:spcBef>
              <a:spcAft>
                <a:spcPts val="0"/>
              </a:spcAft>
              <a:buClr>
                <a:srgbClr val="FFFFFF"/>
              </a:buClr>
              <a:buSzPts val="1500"/>
              <a:buFont typeface="Calibri"/>
              <a:buNone/>
              <a:defRPr/>
            </a:lvl5pPr>
            <a:lvl6pPr indent="0" lvl="5" marL="0" algn="r">
              <a:spcBef>
                <a:spcPts val="0"/>
              </a:spcBef>
              <a:spcAft>
                <a:spcPts val="0"/>
              </a:spcAft>
              <a:buClr>
                <a:srgbClr val="FFFFFF"/>
              </a:buClr>
              <a:buSzPts val="1500"/>
              <a:buFont typeface="Calibri"/>
              <a:buNone/>
              <a:defRPr/>
            </a:lvl6pPr>
            <a:lvl7pPr indent="0" lvl="6" marL="0" algn="r">
              <a:spcBef>
                <a:spcPts val="0"/>
              </a:spcBef>
              <a:spcAft>
                <a:spcPts val="0"/>
              </a:spcAft>
              <a:buClr>
                <a:srgbClr val="FFFFFF"/>
              </a:buClr>
              <a:buSzPts val="1500"/>
              <a:buFont typeface="Calibri"/>
              <a:buNone/>
              <a:defRPr/>
            </a:lvl7pPr>
            <a:lvl8pPr indent="0" lvl="7" marL="0" algn="r">
              <a:spcBef>
                <a:spcPts val="0"/>
              </a:spcBef>
              <a:spcAft>
                <a:spcPts val="0"/>
              </a:spcAft>
              <a:buClr>
                <a:srgbClr val="FFFFFF"/>
              </a:buClr>
              <a:buSzPts val="1500"/>
              <a:buFont typeface="Calibri"/>
              <a:buNone/>
              <a:defRPr/>
            </a:lvl8pPr>
            <a:lvl9pPr indent="0" lvl="8" marL="0" algn="r">
              <a:spcBef>
                <a:spcPts val="0"/>
              </a:spcBef>
              <a:spcAft>
                <a:spcPts val="0"/>
              </a:spcAft>
              <a:buClr>
                <a:srgbClr val="FFFFFF"/>
              </a:buClr>
              <a:buSzPts val="15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p:nvPr/>
        </p:nvSpPr>
        <p:spPr>
          <a:xfrm>
            <a:off x="2" y="9601200"/>
            <a:ext cx="18288000"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6"/>
          <p:cNvSpPr/>
          <p:nvPr/>
        </p:nvSpPr>
        <p:spPr>
          <a:xfrm>
            <a:off x="1" y="9501474"/>
            <a:ext cx="18288002" cy="98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6"/>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7200"/>
              <a:buFont typeface="Calibri"/>
              <a:buNone/>
              <a:defRPr b="0" i="0" sz="72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6"/>
          <p:cNvSpPr txBox="1"/>
          <p:nvPr>
            <p:ph idx="1" type="body"/>
          </p:nvPr>
        </p:nvSpPr>
        <p:spPr>
          <a:xfrm>
            <a:off x="1645920" y="2768601"/>
            <a:ext cx="15087600" cy="6035040"/>
          </a:xfrm>
          <a:prstGeom prst="rect">
            <a:avLst/>
          </a:prstGeom>
          <a:noFill/>
          <a:ln>
            <a:noFill/>
          </a:ln>
        </p:spPr>
        <p:txBody>
          <a:bodyPr anchorCtr="0" anchor="t" bIns="45700" lIns="0" spcFirstLastPara="1" rIns="0" wrap="square" tIns="45700">
            <a:normAutofit/>
          </a:bodyPr>
          <a:lstStyle>
            <a:lvl1pPr indent="-419100" lvl="0" marL="457200" marR="0" rtl="0" algn="l">
              <a:lnSpc>
                <a:spcPct val="90000"/>
              </a:lnSpc>
              <a:spcBef>
                <a:spcPts val="1800"/>
              </a:spcBef>
              <a:spcAft>
                <a:spcPts val="0"/>
              </a:spcAft>
              <a:buClr>
                <a:schemeClr val="accent1"/>
              </a:buClr>
              <a:buSzPts val="3000"/>
              <a:buFont typeface="Calibri"/>
              <a:buChar char=" "/>
              <a:defRPr b="0" i="0" sz="3000" u="none" cap="none" strike="noStrike">
                <a:solidFill>
                  <a:srgbClr val="3F3F3F"/>
                </a:solidFill>
                <a:latin typeface="Calibri"/>
                <a:ea typeface="Calibri"/>
                <a:cs typeface="Calibri"/>
                <a:sym typeface="Calibri"/>
              </a:defRPr>
            </a:lvl1pPr>
            <a:lvl2pPr indent="-400050" lvl="1" marL="914400" marR="0" rtl="0" algn="l">
              <a:lnSpc>
                <a:spcPct val="90000"/>
              </a:lnSpc>
              <a:spcBef>
                <a:spcPts val="300"/>
              </a:spcBef>
              <a:spcAft>
                <a:spcPts val="0"/>
              </a:spcAft>
              <a:buClr>
                <a:schemeClr val="accent1"/>
              </a:buClr>
              <a:buSzPts val="2700"/>
              <a:buFont typeface="Calibri"/>
              <a:buChar char="◦"/>
              <a:defRPr b="0" i="0" sz="2700" u="none" cap="none" strike="noStrike">
                <a:solidFill>
                  <a:srgbClr val="3F3F3F"/>
                </a:solidFill>
                <a:latin typeface="Calibri"/>
                <a:ea typeface="Calibri"/>
                <a:cs typeface="Calibri"/>
                <a:sym typeface="Calibri"/>
              </a:defRPr>
            </a:lvl2pPr>
            <a:lvl3pPr indent="-361950" lvl="2" marL="13716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3pPr>
            <a:lvl4pPr indent="-361950" lvl="3" marL="18288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4pPr>
            <a:lvl5pPr indent="-361950" lvl="4" marL="22860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5pPr>
            <a:lvl6pPr indent="-361950" lvl="5" marL="27432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6pPr>
            <a:lvl7pPr indent="-361950" lvl="6" marL="32004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7pPr>
            <a:lvl8pPr indent="-361950" lvl="7" marL="36576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8pPr>
            <a:lvl9pPr indent="-361950" lvl="8" marL="4114800" marR="0" rtl="0" algn="l">
              <a:lnSpc>
                <a:spcPct val="90000"/>
              </a:lnSpc>
              <a:spcBef>
                <a:spcPts val="600"/>
              </a:spcBef>
              <a:spcAft>
                <a:spcPts val="60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9pPr>
          </a:lstStyle>
          <a:p/>
        </p:txBody>
      </p:sp>
      <p:sp>
        <p:nvSpPr>
          <p:cNvPr id="10" name="Google Shape;10;p2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35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2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35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1pPr>
            <a:lvl2pPr indent="0" lvl="1"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2pPr>
            <a:lvl3pPr indent="0" lvl="2"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3pPr>
            <a:lvl4pPr indent="0" lvl="3"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4pPr>
            <a:lvl5pPr indent="0" lvl="4"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5pPr>
            <a:lvl6pPr indent="0" lvl="5"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6pPr>
            <a:lvl7pPr indent="0" lvl="6"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7pPr>
            <a:lvl8pPr indent="0" lvl="7"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8pPr>
            <a:lvl9pPr indent="0" lvl="8" marL="0" marR="0" rtl="0" algn="r">
              <a:spcBef>
                <a:spcPts val="0"/>
              </a:spcBef>
              <a:spcAft>
                <a:spcPts val="0"/>
              </a:spcAft>
              <a:buClr>
                <a:srgbClr val="FFFFFF"/>
              </a:buClr>
              <a:buSzPts val="1575"/>
              <a:buFont typeface="Calibri"/>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26"/>
          <p:cNvCxnSpPr/>
          <p:nvPr/>
        </p:nvCxnSpPr>
        <p:spPr>
          <a:xfrm>
            <a:off x="1790298" y="2606768"/>
            <a:ext cx="1495044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1"/>
          <p:cNvSpPr txBox="1"/>
          <p:nvPr/>
        </p:nvSpPr>
        <p:spPr>
          <a:xfrm>
            <a:off x="-777922" y="4892521"/>
            <a:ext cx="11656410"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Lenguajes Formales y de programacion</a:t>
            </a:r>
            <a:endParaRPr b="1" i="0" sz="5000" u="none" cap="none" strike="noStrike">
              <a:solidFill>
                <a:srgbClr val="131416"/>
              </a:solidFill>
              <a:latin typeface="Open Sans"/>
              <a:ea typeface="Open Sans"/>
              <a:cs typeface="Open Sans"/>
              <a:sym typeface="Open Sans"/>
            </a:endParaRPr>
          </a:p>
        </p:txBody>
      </p:sp>
      <p:sp>
        <p:nvSpPr>
          <p:cNvPr id="104" name="Google Shape;104;p1"/>
          <p:cNvSpPr txBox="1"/>
          <p:nvPr/>
        </p:nvSpPr>
        <p:spPr>
          <a:xfrm>
            <a:off x="2755644" y="2532861"/>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Analisis Lexico</a:t>
            </a:r>
            <a:endParaRPr sz="1800">
              <a:solidFill>
                <a:schemeClr val="dk1"/>
              </a:solidFill>
              <a:latin typeface="Calibri"/>
              <a:ea typeface="Calibri"/>
              <a:cs typeface="Calibri"/>
              <a:sym typeface="Calibri"/>
            </a:endParaRPr>
          </a:p>
        </p:txBody>
      </p:sp>
      <p:sp>
        <p:nvSpPr>
          <p:cNvPr id="105" name="Google Shape;105;p1"/>
          <p:cNvSpPr txBox="1"/>
          <p:nvPr/>
        </p:nvSpPr>
        <p:spPr>
          <a:xfrm>
            <a:off x="1028700" y="786048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06" name="Google Shape;106;p1"/>
          <p:cNvSpPr txBox="1"/>
          <p:nvPr/>
        </p:nvSpPr>
        <p:spPr>
          <a:xfrm>
            <a:off x="1028700" y="832590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07" name="Google Shape;107;p1"/>
          <p:cNvSpPr txBox="1"/>
          <p:nvPr/>
        </p:nvSpPr>
        <p:spPr>
          <a:xfrm>
            <a:off x="160361" y="8791329"/>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Universidad de San Carlos de Guatemala</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grpSp>
        <p:nvGrpSpPr>
          <p:cNvPr id="112" name="Google Shape;112;p2"/>
          <p:cNvGrpSpPr/>
          <p:nvPr/>
        </p:nvGrpSpPr>
        <p:grpSpPr>
          <a:xfrm>
            <a:off x="176619" y="4699462"/>
            <a:ext cx="8692262" cy="855724"/>
            <a:chOff x="0" y="0"/>
            <a:chExt cx="2220887" cy="364325"/>
          </a:xfrm>
        </p:grpSpPr>
        <p:sp>
          <p:nvSpPr>
            <p:cNvPr id="113" name="Google Shape;11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2"/>
            <p:cNvSpPr txBox="1"/>
            <p:nvPr/>
          </p:nvSpPr>
          <p:spPr>
            <a:xfrm>
              <a:off x="370966" y="4402"/>
              <a:ext cx="1849921" cy="359923"/>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rPr lang="en-US" sz="4000">
                  <a:solidFill>
                    <a:schemeClr val="dk1"/>
                  </a:solidFill>
                  <a:latin typeface="Calibri"/>
                  <a:ea typeface="Calibri"/>
                  <a:cs typeface="Calibri"/>
                  <a:sym typeface="Calibri"/>
                </a:rPr>
                <a:t>Definición y Función del analizador léxico </a:t>
              </a:r>
              <a:endParaRPr/>
            </a:p>
          </p:txBody>
        </p:sp>
      </p:grpSp>
      <p:sp>
        <p:nvSpPr>
          <p:cNvPr id="115" name="Google Shape;115;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6" name="Google Shape;116;p2"/>
          <p:cNvGrpSpPr/>
          <p:nvPr/>
        </p:nvGrpSpPr>
        <p:grpSpPr>
          <a:xfrm>
            <a:off x="1866989" y="3013983"/>
            <a:ext cx="4115190" cy="1556484"/>
            <a:chOff x="0" y="-76200"/>
            <a:chExt cx="1083836" cy="409938"/>
          </a:xfrm>
        </p:grpSpPr>
        <p:sp>
          <p:nvSpPr>
            <p:cNvPr id="117" name="Google Shape;117;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alibri"/>
                <a:ea typeface="Calibri"/>
                <a:cs typeface="Calibri"/>
                <a:sym typeface="Calibri"/>
              </a:endParaRPr>
            </a:p>
          </p:txBody>
        </p:sp>
      </p:grpSp>
      <p:sp>
        <p:nvSpPr>
          <p:cNvPr id="119" name="Google Shape;119;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21" name="Google Shape;121;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22" name="Google Shape;122;p2"/>
          <p:cNvGrpSpPr/>
          <p:nvPr/>
        </p:nvGrpSpPr>
        <p:grpSpPr>
          <a:xfrm>
            <a:off x="11739805" y="2798634"/>
            <a:ext cx="5353646" cy="1701145"/>
            <a:chOff x="0" y="-114300"/>
            <a:chExt cx="1410014" cy="448038"/>
          </a:xfrm>
        </p:grpSpPr>
        <p:sp>
          <p:nvSpPr>
            <p:cNvPr id="123" name="Google Shape;123;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grpSp>
        <p:nvGrpSpPr>
          <p:cNvPr id="125" name="Google Shape;125;p2"/>
          <p:cNvGrpSpPr/>
          <p:nvPr/>
        </p:nvGrpSpPr>
        <p:grpSpPr>
          <a:xfrm>
            <a:off x="11739805" y="4598683"/>
            <a:ext cx="5353646" cy="1701145"/>
            <a:chOff x="0" y="-114300"/>
            <a:chExt cx="1410014" cy="448038"/>
          </a:xfrm>
        </p:grpSpPr>
        <p:sp>
          <p:nvSpPr>
            <p:cNvPr id="126" name="Google Shape;126;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grpSp>
        <p:nvGrpSpPr>
          <p:cNvPr id="128" name="Google Shape;128;p2"/>
          <p:cNvGrpSpPr/>
          <p:nvPr/>
        </p:nvGrpSpPr>
        <p:grpSpPr>
          <a:xfrm>
            <a:off x="176619" y="5985230"/>
            <a:ext cx="5805559" cy="1407545"/>
            <a:chOff x="0" y="0"/>
            <a:chExt cx="2471719" cy="599263"/>
          </a:xfrm>
        </p:grpSpPr>
        <p:sp>
          <p:nvSpPr>
            <p:cNvPr id="129" name="Google Shape;12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2"/>
            <p:cNvSpPr txBox="1"/>
            <p:nvPr/>
          </p:nvSpPr>
          <p:spPr>
            <a:xfrm>
              <a:off x="621798" y="239340"/>
              <a:ext cx="1849921" cy="359923"/>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rPr lang="en-US" sz="4000">
                  <a:solidFill>
                    <a:schemeClr val="dk1"/>
                  </a:solidFill>
                  <a:latin typeface="Calibri"/>
                  <a:ea typeface="Calibri"/>
                  <a:cs typeface="Calibri"/>
                  <a:sym typeface="Calibri"/>
                </a:rPr>
                <a:t>Operaciones Entre Lenguajes y Expresiones regulares</a:t>
              </a:r>
              <a:endParaRPr/>
            </a:p>
          </p:txBody>
        </p:sp>
      </p:grpSp>
      <p:sp>
        <p:nvSpPr>
          <p:cNvPr id="131" name="Google Shape;131;p2"/>
          <p:cNvSpPr/>
          <p:nvPr/>
        </p:nvSpPr>
        <p:spPr>
          <a:xfrm>
            <a:off x="176619" y="7528435"/>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
          <p:cNvSpPr/>
          <p:nvPr/>
        </p:nvSpPr>
        <p:spPr>
          <a:xfrm>
            <a:off x="490517" y="8489227"/>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2"/>
          <p:cNvSpPr/>
          <p:nvPr/>
        </p:nvSpPr>
        <p:spPr>
          <a:xfrm>
            <a:off x="878654" y="5866994"/>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i="0" lang="en-US" sz="6098" u="none" cap="none" strike="noStrike">
                <a:solidFill>
                  <a:srgbClr val="131416"/>
                </a:solidFill>
                <a:latin typeface="Impact"/>
                <a:ea typeface="Impact"/>
                <a:cs typeface="Impact"/>
                <a:sym typeface="Impact"/>
              </a:rPr>
              <a:t>COMPETENCIA(S) QUE DESARROLLAREMOS</a:t>
            </a:r>
            <a:endParaRPr sz="1800">
              <a:solidFill>
                <a:schemeClr val="dk1"/>
              </a:solidFill>
              <a:latin typeface="Impact"/>
              <a:ea typeface="Impact"/>
              <a:cs typeface="Impact"/>
              <a:sym typeface="Impact"/>
            </a:endParaRPr>
          </a:p>
        </p:txBody>
      </p:sp>
      <p:sp>
        <p:nvSpPr>
          <p:cNvPr id="139" name="Google Shape;139;p3"/>
          <p:cNvSpPr txBox="1"/>
          <p:nvPr/>
        </p:nvSpPr>
        <p:spPr>
          <a:xfrm>
            <a:off x="2618602" y="3660317"/>
            <a:ext cx="13050795" cy="2585323"/>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131416"/>
              </a:buClr>
              <a:buSzPts val="4000"/>
              <a:buFont typeface="Impact"/>
              <a:buNone/>
            </a:pPr>
            <a:r>
              <a:rPr lang="en-US" sz="4000">
                <a:solidFill>
                  <a:srgbClr val="131416"/>
                </a:solidFill>
                <a:latin typeface="Impact"/>
                <a:ea typeface="Impact"/>
                <a:cs typeface="Impact"/>
                <a:sym typeface="Impact"/>
              </a:rPr>
              <a:t>El estudiante aplica el análisis léxico mediante el uso de expresiones regulares para solucionar problemas que requieran el reconocimiento de lenguajes. </a:t>
            </a:r>
            <a:endParaRPr sz="4000">
              <a:solidFill>
                <a:srgbClr val="131416"/>
              </a:solidFill>
              <a:latin typeface="Impact"/>
              <a:ea typeface="Impact"/>
              <a:cs typeface="Impact"/>
              <a:sym typeface="Impac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p:nvPr/>
        </p:nvSpPr>
        <p:spPr>
          <a:xfrm>
            <a:off x="972112" y="1749463"/>
            <a:ext cx="14796654" cy="6524863"/>
          </a:xfrm>
          <a:prstGeom prst="rect">
            <a:avLst/>
          </a:prstGeom>
          <a:noFill/>
          <a:ln>
            <a:noFill/>
          </a:ln>
        </p:spPr>
        <p:txBody>
          <a:bodyPr anchorCtr="0" anchor="ctr" bIns="45700" lIns="91425" spcFirstLastPara="1" rIns="91425" wrap="square" tIns="45700">
            <a:spAutoFit/>
          </a:bodyPr>
          <a:lstStyle/>
          <a:p>
            <a:pPr indent="-514350" lvl="0" marL="514350" marR="0" rtl="0" algn="l">
              <a:lnSpc>
                <a:spcPct val="100000"/>
              </a:lnSpc>
              <a:spcBef>
                <a:spcPts val="0"/>
              </a:spcBef>
              <a:spcAft>
                <a:spcPts val="0"/>
              </a:spcAft>
              <a:buClr>
                <a:srgbClr val="131416"/>
              </a:buClr>
              <a:buSzPts val="2800"/>
              <a:buFont typeface="Impact"/>
              <a:buAutoNum type="arabicPeriod"/>
            </a:pPr>
            <a:r>
              <a:rPr lang="en-US" sz="2800">
                <a:solidFill>
                  <a:srgbClr val="131416"/>
                </a:solidFill>
                <a:latin typeface="Impact"/>
                <a:ea typeface="Impact"/>
                <a:cs typeface="Impact"/>
                <a:sym typeface="Impact"/>
              </a:rPr>
              <a:t>Definición y función del analizador léxico</a:t>
            </a:r>
            <a:endParaRPr/>
          </a:p>
          <a:p>
            <a:pPr indent="0" lvl="0" marL="0" marR="0" rtl="0" algn="l">
              <a:lnSpc>
                <a:spcPct val="100000"/>
              </a:lnSpc>
              <a:spcBef>
                <a:spcPts val="0"/>
              </a:spcBef>
              <a:spcAft>
                <a:spcPts val="0"/>
              </a:spcAft>
              <a:buNone/>
            </a:pPr>
            <a:r>
              <a:t/>
            </a:r>
            <a:endParaRPr sz="2800">
              <a:solidFill>
                <a:srgbClr val="131416"/>
              </a:solidFill>
              <a:latin typeface="Impact"/>
              <a:ea typeface="Impact"/>
              <a:cs typeface="Impact"/>
              <a:sym typeface="Impact"/>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El analizador léxico (lexer o scanner) es la primera etapa de un compilador. Su función principal es leer el código fuente como una cadena de caracteres y transformarlo en una secuencia de tokens, que son unidades significativas del lenguaje como palabras clave, identificadores, operadores, etc.</a:t>
            </a:r>
            <a:endParaRPr/>
          </a:p>
          <a:p>
            <a:pPr indent="0" lvl="0" marL="0"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131416"/>
              </a:buClr>
              <a:buSzPts val="2800"/>
              <a:buFont typeface="Impact"/>
              <a:buNone/>
            </a:pPr>
            <a:r>
              <a:rPr lang="en-US" sz="2800">
                <a:solidFill>
                  <a:srgbClr val="131416"/>
                </a:solidFill>
                <a:latin typeface="Impact"/>
                <a:ea typeface="Impact"/>
                <a:cs typeface="Impact"/>
                <a:sym typeface="Impact"/>
              </a:rPr>
              <a:t>2. Tokens, lexemas y patrones</a:t>
            </a:r>
            <a:endParaRPr/>
          </a:p>
          <a:p>
            <a:pPr indent="0" lvl="0" marL="0" marR="0" rtl="0" algn="l">
              <a:lnSpc>
                <a:spcPct val="100000"/>
              </a:lnSpc>
              <a:spcBef>
                <a:spcPts val="0"/>
              </a:spcBef>
              <a:spcAft>
                <a:spcPts val="0"/>
              </a:spcAft>
              <a:buClr>
                <a:schemeClr val="dk1"/>
              </a:buClr>
              <a:buSzPts val="2800"/>
              <a:buFont typeface="Calibri"/>
              <a:buNone/>
            </a:pPr>
            <a:r>
              <a:t/>
            </a:r>
            <a:endParaRPr sz="2800">
              <a:solidFill>
                <a:srgbClr val="131416"/>
              </a:solidFill>
              <a:latin typeface="Impact"/>
              <a:ea typeface="Impact"/>
              <a:cs typeface="Impact"/>
              <a:sym typeface="Impact"/>
            </a:endParaRPr>
          </a:p>
          <a:p>
            <a:pPr indent="-152400" lvl="1" marL="4572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 Token: Es una categoría general de lexemas. Por ejemplo, if, while y return pueden pertenecer al token PalabraClave.</a:t>
            </a:r>
            <a:endParaRPr/>
          </a:p>
          <a:p>
            <a:pPr indent="0" lvl="1" marL="457200" marR="0" rtl="0" algn="l">
              <a:spcBef>
                <a:spcPts val="0"/>
              </a:spcBef>
              <a:spcAft>
                <a:spcPts val="0"/>
              </a:spcAft>
              <a:buNone/>
            </a:pPr>
            <a:r>
              <a:t/>
            </a:r>
            <a:endParaRPr b="1" i="0" sz="2400" u="none" cap="none" strike="noStrike">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 Lexema: Es una instancia concreta de un token. Por ejemplo, el lexema while pertenece al token PalabraClave.</a:t>
            </a:r>
            <a:endParaRPr/>
          </a:p>
          <a:p>
            <a:pPr indent="0" lvl="1" marL="457200" marR="0" rtl="0" algn="l">
              <a:spcBef>
                <a:spcPts val="0"/>
              </a:spcBef>
              <a:spcAft>
                <a:spcPts val="0"/>
              </a:spcAft>
              <a:buNone/>
            </a:pPr>
            <a:r>
              <a:t/>
            </a:r>
            <a:endParaRPr b="1" i="0" sz="2400" u="none" cap="none" strike="noStrike">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 Patrón: Es la regla (generalmente una expresión regular) que define la forma válida de los lexemas para cada token.</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p:nvPr/>
        </p:nvSpPr>
        <p:spPr>
          <a:xfrm>
            <a:off x="1357641" y="1738978"/>
            <a:ext cx="15702059" cy="578619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31416"/>
              </a:buClr>
              <a:buSzPts val="2800"/>
              <a:buFont typeface="Impact"/>
              <a:buNone/>
            </a:pPr>
            <a:r>
              <a:rPr lang="en-US" sz="2800">
                <a:solidFill>
                  <a:srgbClr val="131416"/>
                </a:solidFill>
                <a:latin typeface="Impact"/>
                <a:ea typeface="Impact"/>
                <a:cs typeface="Impact"/>
                <a:sym typeface="Impact"/>
              </a:rPr>
              <a:t>3. Errores léxicos</a:t>
            </a:r>
            <a:endParaRPr/>
          </a:p>
          <a:p>
            <a:pPr indent="0" lvl="0" marL="0" marR="0" rtl="0" algn="l">
              <a:lnSpc>
                <a:spcPct val="100000"/>
              </a:lnSpc>
              <a:spcBef>
                <a:spcPts val="0"/>
              </a:spcBef>
              <a:spcAft>
                <a:spcPts val="0"/>
              </a:spcAft>
              <a:buClr>
                <a:schemeClr val="dk1"/>
              </a:buClr>
              <a:buSzPts val="2800"/>
              <a:buFont typeface="Calibri"/>
              <a:buNone/>
            </a:pPr>
            <a:r>
              <a:t/>
            </a:r>
            <a:endParaRPr sz="2800">
              <a:solidFill>
                <a:srgbClr val="131416"/>
              </a:solidFill>
              <a:latin typeface="Impact"/>
              <a:ea typeface="Impact"/>
              <a:cs typeface="Impact"/>
              <a:sym typeface="Impact"/>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Ocurren cuando el analizador léxico encuentra una secuencia de caracteres que no coincide con ningún patrón definido. Debe ser capaz de detectar, reportar y, si es posible, recuperarse del error para continuar el análisis.</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800">
                <a:solidFill>
                  <a:srgbClr val="131416"/>
                </a:solidFill>
                <a:latin typeface="Impact"/>
                <a:ea typeface="Impact"/>
                <a:cs typeface="Impact"/>
                <a:sym typeface="Impact"/>
              </a:rPr>
              <a:t>4. Expresiones regulares</a:t>
            </a:r>
            <a:endParaRPr/>
          </a:p>
          <a:p>
            <a:pPr indent="0" lvl="0" marL="0" marR="0" rtl="0" algn="l">
              <a:spcBef>
                <a:spcPts val="0"/>
              </a:spcBef>
              <a:spcAft>
                <a:spcPts val="0"/>
              </a:spcAft>
              <a:buNone/>
            </a:pPr>
            <a:r>
              <a:t/>
            </a:r>
            <a:endParaRPr sz="2800">
              <a:solidFill>
                <a:srgbClr val="131416"/>
              </a:solidFill>
              <a:latin typeface="Impact"/>
              <a:ea typeface="Impact"/>
              <a:cs typeface="Impact"/>
              <a:sym typeface="Impact"/>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Son notaciones formales utilizadas para describir patrones de cadenas válidas en un lenguaje. Se usan para definir la sintaxis de los tokens. Las expresiones regulares permiten operaciones como:</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Concatenación: ab</a:t>
            </a:r>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Alternancia: a|b</a:t>
            </a:r>
            <a:endParaRPr b="0" i="0" sz="2400" u="none" cap="none" strike="noStrike">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Cerradura de Kleene: a*</a:t>
            </a:r>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Opcionalidad: a?</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1357641" y="1738978"/>
            <a:ext cx="15702059" cy="578619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131416"/>
              </a:buClr>
              <a:buSzPts val="2800"/>
              <a:buFont typeface="Impact"/>
              <a:buNone/>
            </a:pPr>
            <a:r>
              <a:rPr lang="en-US" sz="2800">
                <a:solidFill>
                  <a:srgbClr val="131416"/>
                </a:solidFill>
                <a:latin typeface="Impact"/>
                <a:ea typeface="Impact"/>
                <a:cs typeface="Impact"/>
                <a:sym typeface="Impact"/>
              </a:rPr>
              <a:t>3. Errores léxicos</a:t>
            </a:r>
            <a:endParaRPr/>
          </a:p>
          <a:p>
            <a:pPr indent="0" lvl="0" marL="0" marR="0" rtl="0" algn="l">
              <a:lnSpc>
                <a:spcPct val="100000"/>
              </a:lnSpc>
              <a:spcBef>
                <a:spcPts val="0"/>
              </a:spcBef>
              <a:spcAft>
                <a:spcPts val="0"/>
              </a:spcAft>
              <a:buClr>
                <a:schemeClr val="dk1"/>
              </a:buClr>
              <a:buSzPts val="2800"/>
              <a:buFont typeface="Calibri"/>
              <a:buNone/>
            </a:pPr>
            <a:r>
              <a:t/>
            </a:r>
            <a:endParaRPr sz="2800">
              <a:solidFill>
                <a:srgbClr val="131416"/>
              </a:solidFill>
              <a:latin typeface="Impact"/>
              <a:ea typeface="Impact"/>
              <a:cs typeface="Impact"/>
              <a:sym typeface="Impact"/>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Ocurren cuando el analizador léxico encuentra una secuencia de caracteres que no coincide con ningún patrón definido. Debe ser capaz de detectar, reportar y, si es posible, recuperarse del error para continuar el análisis.</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800">
                <a:solidFill>
                  <a:srgbClr val="131416"/>
                </a:solidFill>
                <a:latin typeface="Impact"/>
                <a:ea typeface="Impact"/>
                <a:cs typeface="Impact"/>
                <a:sym typeface="Impact"/>
              </a:rPr>
              <a:t>4. Expresiones regulares</a:t>
            </a:r>
            <a:endParaRPr/>
          </a:p>
          <a:p>
            <a:pPr indent="0" lvl="0" marL="0" marR="0" rtl="0" algn="l">
              <a:spcBef>
                <a:spcPts val="0"/>
              </a:spcBef>
              <a:spcAft>
                <a:spcPts val="0"/>
              </a:spcAft>
              <a:buNone/>
            </a:pPr>
            <a:r>
              <a:t/>
            </a:r>
            <a:endParaRPr sz="2800">
              <a:solidFill>
                <a:srgbClr val="131416"/>
              </a:solidFill>
              <a:latin typeface="Impact"/>
              <a:ea typeface="Impact"/>
              <a:cs typeface="Impact"/>
              <a:sym typeface="Impact"/>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Son notaciones formales utilizadas para describir patrones de cadenas válidas en un lenguaje. Se usan para definir la sintaxis de los tokens. Las expresiones regulares permiten operaciones como:</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Concatenación: ab</a:t>
            </a:r>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Alternancia: a|b</a:t>
            </a:r>
            <a:endParaRPr b="0" i="0" sz="2400" u="none" cap="none" strike="noStrike">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Cerradura de Kleene: a*</a:t>
            </a:r>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Opcionalidad: a?</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p:nvPr/>
        </p:nvSpPr>
        <p:spPr>
          <a:xfrm>
            <a:off x="1193868" y="1256982"/>
            <a:ext cx="15702059" cy="658641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800">
              <a:solidFill>
                <a:srgbClr val="131416"/>
              </a:solidFill>
              <a:latin typeface="Impact"/>
              <a:ea typeface="Impact"/>
              <a:cs typeface="Impact"/>
              <a:sym typeface="Impact"/>
            </a:endParaRPr>
          </a:p>
          <a:p>
            <a:pPr indent="0" lvl="0" marL="0" marR="0" rtl="0" algn="l">
              <a:spcBef>
                <a:spcPts val="0"/>
              </a:spcBef>
              <a:spcAft>
                <a:spcPts val="0"/>
              </a:spcAft>
              <a:buClr>
                <a:srgbClr val="131416"/>
              </a:buClr>
              <a:buSzPts val="2800"/>
              <a:buFont typeface="Impact"/>
              <a:buNone/>
            </a:pPr>
            <a:r>
              <a:rPr lang="en-US" sz="2800">
                <a:solidFill>
                  <a:srgbClr val="131416"/>
                </a:solidFill>
                <a:latin typeface="Impact"/>
                <a:ea typeface="Impact"/>
                <a:cs typeface="Impact"/>
                <a:sym typeface="Impact"/>
              </a:rPr>
              <a:t>5. Diagramas y tablas de transición</a:t>
            </a:r>
            <a:endParaRPr/>
          </a:p>
          <a:p>
            <a:pPr indent="0" lvl="0" marL="0" marR="0" rtl="0" algn="l">
              <a:spcBef>
                <a:spcPts val="0"/>
              </a:spcBef>
              <a:spcAft>
                <a:spcPts val="0"/>
              </a:spcAft>
              <a:buClr>
                <a:schemeClr val="dk1"/>
              </a:buClr>
              <a:buSzPts val="2800"/>
              <a:buFont typeface="Calibri"/>
              <a:buNone/>
            </a:pPr>
            <a:r>
              <a:t/>
            </a:r>
            <a:endParaRPr sz="2800">
              <a:solidFill>
                <a:srgbClr val="131416"/>
              </a:solidFill>
              <a:latin typeface="Impact"/>
              <a:ea typeface="Impact"/>
              <a:cs typeface="Impact"/>
              <a:sym typeface="Impact"/>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Una expresión regular puede convertirse en un autómata finito determinista (DFA) o no determinista (NFA). Estos se representan mediante:</a:t>
            </a:r>
            <a:endParaRPr/>
          </a:p>
          <a:p>
            <a:pPr indent="0" lvl="0" marL="0"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Diagramas de transición: Representaciones gráficas del comportamiento del analizador léxico ante diferentes entradas.</a:t>
            </a:r>
            <a:endParaRPr/>
          </a:p>
          <a:p>
            <a:pPr indent="-152400" lvl="1"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Tablas de transición: Representan los estados y las acciones que se ejecutan según los símbolos leídos.</a:t>
            </a:r>
            <a:endParaRPr/>
          </a:p>
          <a:p>
            <a:pPr indent="0" lvl="1" marL="45720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31416"/>
              </a:buClr>
              <a:buSzPts val="2800"/>
              <a:buFont typeface="Impact"/>
              <a:buNone/>
            </a:pPr>
            <a:r>
              <a:rPr lang="en-US" sz="2800">
                <a:solidFill>
                  <a:srgbClr val="131416"/>
                </a:solidFill>
                <a:latin typeface="Impact"/>
                <a:ea typeface="Impact"/>
                <a:cs typeface="Impact"/>
                <a:sym typeface="Impact"/>
              </a:rPr>
              <a:t>6. Interoperabilidad y compilación</a:t>
            </a:r>
            <a:endParaRPr/>
          </a:p>
          <a:p>
            <a:pPr indent="0" lvl="0" marL="0" marR="0" rtl="0" algn="l">
              <a:spcBef>
                <a:spcPts val="0"/>
              </a:spcBef>
              <a:spcAft>
                <a:spcPts val="0"/>
              </a:spcAft>
              <a:buClr>
                <a:schemeClr val="dk1"/>
              </a:buClr>
              <a:buSzPts val="2800"/>
              <a:buFont typeface="Calibri"/>
              <a:buNone/>
            </a:pPr>
            <a:r>
              <a:t/>
            </a:r>
            <a:endParaRPr sz="2800">
              <a:solidFill>
                <a:srgbClr val="131416"/>
              </a:solidFill>
              <a:latin typeface="Impact"/>
              <a:ea typeface="Impact"/>
              <a:cs typeface="Impact"/>
              <a:sym typeface="Impact"/>
            </a:endParaRPr>
          </a:p>
          <a:p>
            <a:pPr indent="0" lvl="0" marL="0" marR="0" rtl="0" algn="l">
              <a:spcBef>
                <a:spcPts val="0"/>
              </a:spcBef>
              <a:spcAft>
                <a:spcPts val="0"/>
              </a:spcAft>
              <a:buNone/>
            </a:pPr>
            <a:r>
              <a:rPr lang="en-US" sz="2400">
                <a:solidFill>
                  <a:schemeClr val="dk1"/>
                </a:solidFill>
                <a:latin typeface="Arial"/>
                <a:ea typeface="Arial"/>
                <a:cs typeface="Arial"/>
                <a:sym typeface="Arial"/>
              </a:rPr>
              <a:t>La interoperabilidad entre lenguajes implica traducir construcciones de un lenguaje a otro. El análisis léxico juega un rol importante en esta traducción, ya que permite identificar correctamente los tokens de origen y mapearlos al lenguaje destino.</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i="0" lang="en-US" sz="6098" u="none" cap="none" strike="noStrike">
                <a:solidFill>
                  <a:srgbClr val="131416"/>
                </a:solidFill>
                <a:latin typeface="Impact"/>
                <a:ea typeface="Impact"/>
                <a:cs typeface="Impact"/>
                <a:sym typeface="Impact"/>
              </a:rPr>
              <a:t>APLICACIONES POR MEDIO DE EJEMPLOS</a:t>
            </a:r>
            <a:endParaRPr sz="1800">
              <a:solidFill>
                <a:schemeClr val="dk1"/>
              </a:solidFill>
              <a:latin typeface="Impact"/>
              <a:ea typeface="Impact"/>
              <a:cs typeface="Impact"/>
              <a:sym typeface="Impact"/>
            </a:endParaRPr>
          </a:p>
        </p:txBody>
      </p:sp>
      <p:pic>
        <p:nvPicPr>
          <p:cNvPr id="165" name="Google Shape;165;p5"/>
          <p:cNvPicPr preferRelativeResize="0"/>
          <p:nvPr/>
        </p:nvPicPr>
        <p:blipFill rotWithShape="1">
          <a:blip r:embed="rId3">
            <a:alphaModFix/>
          </a:blip>
          <a:srcRect b="0" l="0" r="0" t="0"/>
          <a:stretch/>
        </p:blipFill>
        <p:spPr>
          <a:xfrm>
            <a:off x="3782998" y="1991762"/>
            <a:ext cx="9918488" cy="68655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nvSpPr>
        <p:spPr>
          <a:xfrm>
            <a:off x="2365850" y="591450"/>
            <a:ext cx="11240100" cy="1999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i="0" lang="en-US" sz="6098" u="none" cap="none" strike="noStrike">
                <a:solidFill>
                  <a:srgbClr val="131416"/>
                </a:solidFill>
                <a:latin typeface="Impact"/>
                <a:ea typeface="Impact"/>
                <a:cs typeface="Impact"/>
                <a:sym typeface="Impact"/>
              </a:rPr>
              <a:t>APLICACIONES POR MEDIO DE EJEMPLOS/</a:t>
            </a:r>
            <a:r>
              <a:rPr lang="en-US" sz="6098">
                <a:solidFill>
                  <a:srgbClr val="131416"/>
                </a:solidFill>
                <a:latin typeface="Impact"/>
                <a:ea typeface="Impact"/>
                <a:cs typeface="Impact"/>
                <a:sym typeface="Impact"/>
              </a:rPr>
              <a:t>SIMULACION</a:t>
            </a:r>
            <a:endParaRPr sz="1800">
              <a:solidFill>
                <a:schemeClr val="dk1"/>
              </a:solidFill>
              <a:latin typeface="Impact"/>
              <a:ea typeface="Impact"/>
              <a:cs typeface="Impact"/>
              <a:sym typeface="Impact"/>
            </a:endParaRPr>
          </a:p>
        </p:txBody>
      </p:sp>
      <p:pic>
        <p:nvPicPr>
          <p:cNvPr id="171" name="Google Shape;171;p25"/>
          <p:cNvPicPr preferRelativeResize="0"/>
          <p:nvPr/>
        </p:nvPicPr>
        <p:blipFill rotWithShape="1">
          <a:blip r:embed="rId3">
            <a:alphaModFix/>
          </a:blip>
          <a:srcRect b="0" l="0" r="0" t="0"/>
          <a:stretch/>
        </p:blipFill>
        <p:spPr>
          <a:xfrm>
            <a:off x="2289192" y="2718362"/>
            <a:ext cx="13970668" cy="3769524"/>
          </a:xfrm>
          <a:prstGeom prst="rect">
            <a:avLst/>
          </a:prstGeom>
          <a:noFill/>
          <a:ln>
            <a:noFill/>
          </a:ln>
        </p:spPr>
      </p:pic>
      <p:sp>
        <p:nvSpPr>
          <p:cNvPr id="172" name="Google Shape;172;p25"/>
          <p:cNvSpPr txBox="1"/>
          <p:nvPr/>
        </p:nvSpPr>
        <p:spPr>
          <a:xfrm>
            <a:off x="2365850" y="6615575"/>
            <a:ext cx="8220000" cy="8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98">
                <a:solidFill>
                  <a:srgbClr val="131416"/>
                </a:solidFill>
                <a:latin typeface="Impact"/>
                <a:ea typeface="Impact"/>
                <a:cs typeface="Impact"/>
                <a:sym typeface="Impact"/>
              </a:rPr>
              <a:t>Herramienta </a:t>
            </a:r>
            <a:r>
              <a:rPr lang="en-US" sz="6098">
                <a:solidFill>
                  <a:srgbClr val="131416"/>
                </a:solidFill>
                <a:latin typeface="Impact"/>
                <a:ea typeface="Impact"/>
                <a:cs typeface="Impact"/>
                <a:sym typeface="Impact"/>
              </a:rPr>
              <a:t>Simulación</a:t>
            </a:r>
            <a:endParaRPr sz="6098">
              <a:solidFill>
                <a:srgbClr val="131416"/>
              </a:solidFill>
              <a:latin typeface="Impact"/>
              <a:ea typeface="Impact"/>
              <a:cs typeface="Impact"/>
              <a:sym typeface="Impact"/>
            </a:endParaRPr>
          </a:p>
        </p:txBody>
      </p:sp>
      <p:sp>
        <p:nvSpPr>
          <p:cNvPr id="173" name="Google Shape;173;p25"/>
          <p:cNvSpPr txBox="1"/>
          <p:nvPr/>
        </p:nvSpPr>
        <p:spPr>
          <a:xfrm>
            <a:off x="2590050" y="7896125"/>
            <a:ext cx="3963900" cy="7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rgbClr val="3F3F3F"/>
                </a:solidFill>
                <a:latin typeface="Calibri"/>
                <a:ea typeface="Calibri"/>
                <a:cs typeface="Calibri"/>
                <a:sym typeface="Calibri"/>
              </a:rPr>
              <a:t>https://regex101.com/</a:t>
            </a:r>
            <a:endParaRPr sz="3000">
              <a:solidFill>
                <a:srgbClr val="3F3F3F"/>
              </a:solidFill>
              <a:latin typeface="Calibri"/>
              <a:ea typeface="Calibri"/>
              <a:cs typeface="Calibri"/>
              <a:sym typeface="Calibri"/>
            </a:endParaRPr>
          </a:p>
        </p:txBody>
      </p:sp>
      <p:pic>
        <p:nvPicPr>
          <p:cNvPr id="174" name="Google Shape;174;p25"/>
          <p:cNvPicPr preferRelativeResize="0"/>
          <p:nvPr/>
        </p:nvPicPr>
        <p:blipFill>
          <a:blip r:embed="rId4">
            <a:alphaModFix/>
          </a:blip>
          <a:stretch>
            <a:fillRect/>
          </a:stretch>
        </p:blipFill>
        <p:spPr>
          <a:xfrm>
            <a:off x="10890375" y="7274075"/>
            <a:ext cx="6831291" cy="199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nvSpPr>
        <p:spPr>
          <a:xfrm>
            <a:off x="2392350" y="33138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i="0" lang="en-US" sz="6900" u="none" cap="none" strike="noStrike">
                <a:solidFill>
                  <a:srgbClr val="131416"/>
                </a:solidFill>
                <a:latin typeface="Impact"/>
                <a:ea typeface="Impact"/>
                <a:cs typeface="Impact"/>
                <a:sym typeface="Impact"/>
              </a:rPr>
              <a:t>CONCEPTOS CLAVE APRENDIDOS </a:t>
            </a:r>
            <a:endParaRPr sz="1800">
              <a:solidFill>
                <a:schemeClr val="dk1"/>
              </a:solidFill>
              <a:latin typeface="Impact"/>
              <a:ea typeface="Impact"/>
              <a:cs typeface="Impact"/>
              <a:sym typeface="Impact"/>
            </a:endParaRPr>
          </a:p>
        </p:txBody>
      </p:sp>
      <p:sp>
        <p:nvSpPr>
          <p:cNvPr id="180" name="Google Shape;180;p6"/>
          <p:cNvSpPr txBox="1"/>
          <p:nvPr/>
        </p:nvSpPr>
        <p:spPr>
          <a:xfrm>
            <a:off x="398490" y="1677191"/>
            <a:ext cx="17220900" cy="4433100"/>
          </a:xfrm>
          <a:prstGeom prst="rect">
            <a:avLst/>
          </a:prstGeom>
          <a:noFill/>
          <a:ln>
            <a:noFill/>
          </a:ln>
        </p:spPr>
        <p:txBody>
          <a:bodyPr anchorCtr="0" anchor="t" bIns="0" lIns="0" spcFirstLastPara="1" rIns="0" wrap="square" tIns="0">
            <a:spAutoFit/>
          </a:bodyPr>
          <a:lstStyle/>
          <a:p>
            <a:pPr indent="-203200" lvl="0" marL="0" marR="0" rtl="0" algn="l">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 Token</a:t>
            </a:r>
            <a:r>
              <a:rPr lang="en-US" sz="3200">
                <a:solidFill>
                  <a:schemeClr val="dk1"/>
                </a:solidFill>
                <a:latin typeface="Calibri"/>
                <a:ea typeface="Calibri"/>
                <a:cs typeface="Calibri"/>
                <a:sym typeface="Calibri"/>
              </a:rPr>
              <a:t>: Unidad mínima con significado para el compilador. Ejemplo: palabras clave, operadores, identificadores.</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 Lexema</a:t>
            </a:r>
            <a:r>
              <a:rPr lang="en-US" sz="3200">
                <a:solidFill>
                  <a:schemeClr val="dk1"/>
                </a:solidFill>
                <a:latin typeface="Calibri"/>
                <a:ea typeface="Calibri"/>
                <a:cs typeface="Calibri"/>
                <a:sym typeface="Calibri"/>
              </a:rPr>
              <a:t>: Secuencia concreta de caracteres que corresponde a un token. Es lo que el analizador léxico identifica.</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 Patrón</a:t>
            </a:r>
            <a:r>
              <a:rPr lang="en-US" sz="3200">
                <a:solidFill>
                  <a:schemeClr val="dk1"/>
                </a:solidFill>
                <a:latin typeface="Calibri"/>
                <a:ea typeface="Calibri"/>
                <a:cs typeface="Calibri"/>
                <a:sym typeface="Calibri"/>
              </a:rPr>
              <a:t>: Regla que describe la forma de los lexemas. Se expresa comúnmente con expresiones regulares.</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 Expresión regular</a:t>
            </a:r>
            <a:r>
              <a:rPr lang="en-US" sz="3200">
                <a:solidFill>
                  <a:schemeClr val="dk1"/>
                </a:solidFill>
                <a:latin typeface="Calibri"/>
                <a:ea typeface="Calibri"/>
                <a:cs typeface="Calibri"/>
                <a:sym typeface="Calibri"/>
              </a:rPr>
              <a:t>: Notación formal que define patrones de texto. Se usa para describir tokens en el análisis léxico.</a:t>
            </a:r>
            <a:endParaRPr/>
          </a:p>
          <a:p>
            <a:pPr indent="-203200" lvl="0" marL="0" marR="0" rtl="0" algn="l">
              <a:spcBef>
                <a:spcPts val="0"/>
              </a:spcBef>
              <a:spcAft>
                <a:spcPts val="0"/>
              </a:spcAft>
              <a:buClr>
                <a:schemeClr val="dk1"/>
              </a:buClr>
              <a:buSzPts val="3200"/>
              <a:buFont typeface="Arial"/>
              <a:buChar char="•"/>
            </a:pPr>
            <a:r>
              <a:rPr b="1" lang="en-US" sz="3200">
                <a:solidFill>
                  <a:schemeClr val="dk1"/>
                </a:solidFill>
                <a:latin typeface="Calibri"/>
                <a:ea typeface="Calibri"/>
                <a:cs typeface="Calibri"/>
                <a:sym typeface="Calibri"/>
              </a:rPr>
              <a:t> Error léxico</a:t>
            </a:r>
            <a:r>
              <a:rPr lang="en-US" sz="3200">
                <a:solidFill>
                  <a:schemeClr val="dk1"/>
                </a:solidFill>
                <a:latin typeface="Calibri"/>
                <a:ea typeface="Calibri"/>
                <a:cs typeface="Calibri"/>
                <a:sym typeface="Calibri"/>
              </a:rPr>
              <a:t>: Secuencia de caracteres que no coincide con ningún patrón definido. Se debe reportar y manejar.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lang="en-US" sz="6900">
                <a:solidFill>
                  <a:srgbClr val="131416"/>
                </a:solidFill>
                <a:latin typeface="Impact"/>
                <a:ea typeface="Impact"/>
                <a:cs typeface="Impact"/>
                <a:sym typeface="Impact"/>
              </a:rPr>
              <a:t>EXCELENCIA</a:t>
            </a:r>
            <a:endParaRPr sz="1800">
              <a:solidFill>
                <a:schemeClr val="dk1"/>
              </a:solidFill>
              <a:latin typeface="Impact"/>
              <a:ea typeface="Impact"/>
              <a:cs typeface="Impact"/>
              <a:sym typeface="Impact"/>
            </a:endParaRPr>
          </a:p>
        </p:txBody>
      </p:sp>
      <p:sp>
        <p:nvSpPr>
          <p:cNvPr id="186" name="Google Shape;186;p7"/>
          <p:cNvSpPr/>
          <p:nvPr/>
        </p:nvSpPr>
        <p:spPr>
          <a:xfrm>
            <a:off x="2354859" y="3174431"/>
            <a:ext cx="14076218" cy="34163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br>
              <a:rPr b="0" i="0" lang="en-US" sz="3600" u="none" cap="none" strike="noStrike">
                <a:solidFill>
                  <a:schemeClr val="dk1"/>
                </a:solidFill>
                <a:latin typeface="Arial"/>
                <a:ea typeface="Arial"/>
                <a:cs typeface="Arial"/>
                <a:sym typeface="Arial"/>
              </a:rPr>
            </a:br>
            <a:r>
              <a:rPr b="0" i="0" lang="en-US" sz="3600" u="none" cap="none" strike="noStrike">
                <a:solidFill>
                  <a:schemeClr val="dk1"/>
                </a:solidFill>
                <a:latin typeface="Arial"/>
                <a:ea typeface="Arial"/>
                <a:cs typeface="Arial"/>
                <a:sym typeface="Arial"/>
              </a:rPr>
              <a:t>El diseño y análisis de expresiones regulares, así como la construcción de analizadores léxicos eficientes, demanda un alto nivel de exactitud y dominio técnico. Promover la excelencia implica fomentar la mejora continua en la comprensión y aplicación de los autómatas, gramáticas y patrones léxicos.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Impact"/>
              <a:buNone/>
            </a:pPr>
            <a:r>
              <a:rPr i="0" lang="en-US" sz="6900" u="none" cap="none" strike="noStrike">
                <a:solidFill>
                  <a:srgbClr val="131416"/>
                </a:solidFill>
                <a:latin typeface="Impact"/>
                <a:ea typeface="Impact"/>
                <a:cs typeface="Impact"/>
                <a:sym typeface="Impact"/>
              </a:rPr>
              <a:t>REFERENCIAS </a:t>
            </a:r>
            <a:endParaRPr sz="1800">
              <a:solidFill>
                <a:schemeClr val="dk1"/>
              </a:solidFill>
              <a:latin typeface="Impact"/>
              <a:ea typeface="Impact"/>
              <a:cs typeface="Impact"/>
              <a:sym typeface="Impact"/>
            </a:endParaRPr>
          </a:p>
        </p:txBody>
      </p:sp>
      <p:sp>
        <p:nvSpPr>
          <p:cNvPr id="192" name="Google Shape;192;p8"/>
          <p:cNvSpPr txBox="1"/>
          <p:nvPr/>
        </p:nvSpPr>
        <p:spPr>
          <a:xfrm>
            <a:off x="5803381" y="4280604"/>
            <a:ext cx="6911332" cy="2216614"/>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131416"/>
              </a:buClr>
              <a:buSzPts val="3151"/>
              <a:buFont typeface="Arial"/>
              <a:buNone/>
            </a:pPr>
            <a:r>
              <a:rPr b="0" i="0" lang="en-US" sz="3151" u="none" cap="none" strike="noStrike">
                <a:solidFill>
                  <a:srgbClr val="131416"/>
                </a:solidFill>
                <a:latin typeface="Arial"/>
                <a:ea typeface="Arial"/>
                <a:cs typeface="Arial"/>
                <a:sym typeface="Arial"/>
              </a:rPr>
              <a:t>Recuerda que hay que dar crédito a las personas de las cuales te has basado para generar tu presentación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alibri"/>
              <a:buNone/>
            </a:pPr>
            <a:r>
              <a:t/>
            </a:r>
            <a:endParaRPr i="0" sz="6099" u="none" cap="none" strike="noStrike">
              <a:solidFill>
                <a:srgbClr val="131416"/>
              </a:solidFill>
              <a:latin typeface="Impact"/>
              <a:ea typeface="Impact"/>
              <a:cs typeface="Impact"/>
              <a:sym typeface="Impact"/>
            </a:endParaRPr>
          </a:p>
        </p:txBody>
      </p:sp>
      <p:sp>
        <p:nvSpPr>
          <p:cNvPr id="198" name="Google Shape;198;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alibri"/>
              <a:ea typeface="Calibri"/>
              <a:cs typeface="Calibri"/>
              <a:sym typeface="Calibri"/>
            </a:endParaRPr>
          </a:p>
        </p:txBody>
      </p:sp>
      <p:sp>
        <p:nvSpPr>
          <p:cNvPr id="199" name="Google Shape;199;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ción">
  <a:themeElements>
    <a:clrScheme name="Retrospección">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