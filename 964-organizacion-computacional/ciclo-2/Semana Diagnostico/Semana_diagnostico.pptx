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10287000" cx="18288000"/>
  <p:notesSz cx="6858000" cy="9144000"/>
  <p:embeddedFontLst>
    <p:embeddedFont>
      <p:font typeface="Roboto"/>
      <p:bold r:id="rId24"/>
      <p:boldItalic r:id="rId25"/>
    </p:embeddedFont>
    <p:embeddedFont>
      <p:font typeface="Poppins"/>
      <p:bold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8" roundtripDataSignature="AMtx7mh3i4LptrmcDCz7/+i/XjKEhnfbg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Roboto-bold.fntdata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oppins-bold.fntdata"/><Relationship Id="rId25" Type="http://schemas.openxmlformats.org/officeDocument/2006/relationships/font" Target="fonts/Roboto-boldItalic.fntdata"/><Relationship Id="rId28" Type="http://customschemas.google.com/relationships/presentationmetadata" Target="metadata"/><Relationship Id="rId27" Type="http://schemas.openxmlformats.org/officeDocument/2006/relationships/font" Target="fonts/Poppi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3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3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4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4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5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5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5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5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7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7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7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8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8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8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9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0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0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jpg"/><Relationship Id="rId4" Type="http://schemas.openxmlformats.org/officeDocument/2006/relationships/image" Target="../media/image8.png"/><Relationship Id="rId5" Type="http://schemas.openxmlformats.org/officeDocument/2006/relationships/image" Target="../media/image16.png"/><Relationship Id="rId6" Type="http://schemas.openxmlformats.org/officeDocument/2006/relationships/image" Target="../media/image7.png"/><Relationship Id="rId7" Type="http://schemas.openxmlformats.org/officeDocument/2006/relationships/image" Target="../media/image13.png"/><Relationship Id="rId8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image" Target="../media/image1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12.png"/><Relationship Id="rId5" Type="http://schemas.openxmlformats.org/officeDocument/2006/relationships/image" Target="../media/image2.png"/><Relationship Id="rId6" Type="http://schemas.openxmlformats.org/officeDocument/2006/relationships/image" Target="../media/image9.png"/><Relationship Id="rId7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20.png"/><Relationship Id="rId5" Type="http://schemas.openxmlformats.org/officeDocument/2006/relationships/image" Target="../media/image18.png"/><Relationship Id="rId6" Type="http://schemas.openxmlformats.org/officeDocument/2006/relationships/image" Target="../media/image2.png"/><Relationship Id="rId7" Type="http://schemas.openxmlformats.org/officeDocument/2006/relationships/image" Target="../media/image23.png"/><Relationship Id="rId8" Type="http://schemas.openxmlformats.org/officeDocument/2006/relationships/image" Target="../media/image2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21.png"/><Relationship Id="rId5" Type="http://schemas.openxmlformats.org/officeDocument/2006/relationships/image" Target="../media/image2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Relationship Id="rId4" Type="http://schemas.openxmlformats.org/officeDocument/2006/relationships/image" Target="../media/image28.png"/><Relationship Id="rId5" Type="http://schemas.openxmlformats.org/officeDocument/2006/relationships/image" Target="../media/image2.png"/><Relationship Id="rId6" Type="http://schemas.openxmlformats.org/officeDocument/2006/relationships/image" Target="../media/image25.png"/><Relationship Id="rId7" Type="http://schemas.openxmlformats.org/officeDocument/2006/relationships/image" Target="../media/image2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2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.jpg"/><Relationship Id="rId4" Type="http://schemas.openxmlformats.org/officeDocument/2006/relationships/image" Target="../media/image8.png"/><Relationship Id="rId5" Type="http://schemas.openxmlformats.org/officeDocument/2006/relationships/image" Target="../media/image16.png"/><Relationship Id="rId6" Type="http://schemas.openxmlformats.org/officeDocument/2006/relationships/image" Target="../media/image7.png"/><Relationship Id="rId7" Type="http://schemas.openxmlformats.org/officeDocument/2006/relationships/image" Target="../media/image13.png"/><Relationship Id="rId8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9497" l="0" r="0" t="-9499"/>
            </a:stretch>
          </a:blipFill>
          <a:ln>
            <a:noFill/>
          </a:ln>
        </p:spPr>
      </p:sp>
      <p:sp>
        <p:nvSpPr>
          <p:cNvPr id="85" name="Google Shape;85;p1"/>
          <p:cNvSpPr/>
          <p:nvPr/>
        </p:nvSpPr>
        <p:spPr>
          <a:xfrm>
            <a:off x="0" y="6280461"/>
            <a:ext cx="3882995" cy="3882995"/>
          </a:xfrm>
          <a:custGeom>
            <a:rect b="b" l="l" r="r" t="t"/>
            <a:pathLst>
              <a:path extrusionOk="0" h="3882995" w="3882995">
                <a:moveTo>
                  <a:pt x="0" y="0"/>
                </a:moveTo>
                <a:lnTo>
                  <a:pt x="3882995" y="0"/>
                </a:lnTo>
                <a:lnTo>
                  <a:pt x="3882995" y="3882995"/>
                </a:lnTo>
                <a:lnTo>
                  <a:pt x="0" y="38829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86" name="Google Shape;86;p1"/>
          <p:cNvGrpSpPr/>
          <p:nvPr/>
        </p:nvGrpSpPr>
        <p:grpSpPr>
          <a:xfrm>
            <a:off x="0" y="-133435"/>
            <a:ext cx="18288000" cy="7832463"/>
            <a:chOff x="0" y="-38100"/>
            <a:chExt cx="4816593" cy="2062871"/>
          </a:xfrm>
        </p:grpSpPr>
        <p:sp>
          <p:nvSpPr>
            <p:cNvPr id="87" name="Google Shape;87;p1"/>
            <p:cNvSpPr/>
            <p:nvPr/>
          </p:nvSpPr>
          <p:spPr>
            <a:xfrm>
              <a:off x="0" y="0"/>
              <a:ext cx="4816592" cy="2024771"/>
            </a:xfrm>
            <a:custGeom>
              <a:rect b="b" l="l" r="r" t="t"/>
              <a:pathLst>
                <a:path extrusionOk="0" h="2024771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024771"/>
                  </a:lnTo>
                  <a:lnTo>
                    <a:pt x="0" y="2024771"/>
                  </a:lnTo>
                  <a:close/>
                </a:path>
              </a:pathLst>
            </a:custGeom>
            <a:gradFill>
              <a:gsLst>
                <a:gs pos="0">
                  <a:srgbClr val="110823"/>
                </a:gs>
                <a:gs pos="33333">
                  <a:srgbClr val="110823">
                    <a:alpha val="85882"/>
                  </a:srgbClr>
                </a:gs>
                <a:gs pos="66667">
                  <a:srgbClr val="110823">
                    <a:alpha val="1725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88" name="Google Shape;88;p1"/>
            <p:cNvSpPr txBox="1"/>
            <p:nvPr/>
          </p:nvSpPr>
          <p:spPr>
            <a:xfrm>
              <a:off x="0" y="-38100"/>
              <a:ext cx="4816593" cy="20628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9" name="Google Shape;89;p1"/>
          <p:cNvSpPr/>
          <p:nvPr/>
        </p:nvSpPr>
        <p:spPr>
          <a:xfrm>
            <a:off x="1436474" y="7306614"/>
            <a:ext cx="1241852" cy="1610181"/>
          </a:xfrm>
          <a:custGeom>
            <a:rect b="b" l="l" r="r" t="t"/>
            <a:pathLst>
              <a:path extrusionOk="0" h="1610181" w="1241852">
                <a:moveTo>
                  <a:pt x="0" y="0"/>
                </a:moveTo>
                <a:lnTo>
                  <a:pt x="1241852" y="0"/>
                </a:lnTo>
                <a:lnTo>
                  <a:pt x="1241852" y="1610181"/>
                </a:lnTo>
                <a:lnTo>
                  <a:pt x="0" y="161018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0" name="Google Shape;90;p1"/>
          <p:cNvSpPr/>
          <p:nvPr/>
        </p:nvSpPr>
        <p:spPr>
          <a:xfrm rot="5400000">
            <a:off x="3083795" y="2314575"/>
            <a:ext cx="1704656" cy="2299357"/>
          </a:xfrm>
          <a:custGeom>
            <a:rect b="b" l="l" r="r" t="t"/>
            <a:pathLst>
              <a:path extrusionOk="0" h="2299357" w="1704656">
                <a:moveTo>
                  <a:pt x="0" y="0"/>
                </a:moveTo>
                <a:lnTo>
                  <a:pt x="1704655" y="0"/>
                </a:lnTo>
                <a:lnTo>
                  <a:pt x="1704655" y="2299357"/>
                </a:lnTo>
                <a:lnTo>
                  <a:pt x="0" y="229935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-4029" t="0"/>
            </a:stretch>
          </a:blipFill>
          <a:ln>
            <a:noFill/>
          </a:ln>
        </p:spPr>
      </p:sp>
      <p:sp>
        <p:nvSpPr>
          <p:cNvPr id="91" name="Google Shape;91;p1"/>
          <p:cNvSpPr/>
          <p:nvPr/>
        </p:nvSpPr>
        <p:spPr>
          <a:xfrm>
            <a:off x="16115635" y="4868708"/>
            <a:ext cx="2287329" cy="2830320"/>
          </a:xfrm>
          <a:custGeom>
            <a:rect b="b" l="l" r="r" t="t"/>
            <a:pathLst>
              <a:path extrusionOk="0" h="2830320" w="2287329">
                <a:moveTo>
                  <a:pt x="0" y="0"/>
                </a:moveTo>
                <a:lnTo>
                  <a:pt x="2287330" y="0"/>
                </a:lnTo>
                <a:lnTo>
                  <a:pt x="2287330" y="2830320"/>
                </a:lnTo>
                <a:lnTo>
                  <a:pt x="0" y="28303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4782" l="0" r="0" t="0"/>
            </a:stretch>
          </a:blipFill>
          <a:ln>
            <a:noFill/>
          </a:ln>
        </p:spPr>
      </p:sp>
      <p:sp>
        <p:nvSpPr>
          <p:cNvPr id="92" name="Google Shape;92;p1"/>
          <p:cNvSpPr txBox="1"/>
          <p:nvPr/>
        </p:nvSpPr>
        <p:spPr>
          <a:xfrm>
            <a:off x="3137076" y="2116500"/>
            <a:ext cx="12013848" cy="3886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362" u="none" cap="none" strike="noStrike">
                <a:solidFill>
                  <a:srgbClr val="00EDFF"/>
                </a:solidFill>
                <a:latin typeface="Arial"/>
                <a:ea typeface="Arial"/>
                <a:cs typeface="Arial"/>
                <a:sym typeface="Arial"/>
              </a:rPr>
              <a:t>SEMANA</a:t>
            </a:r>
            <a:endParaRPr/>
          </a:p>
        </p:txBody>
      </p:sp>
      <p:sp>
        <p:nvSpPr>
          <p:cNvPr id="93" name="Google Shape;93;p1"/>
          <p:cNvSpPr txBox="1"/>
          <p:nvPr/>
        </p:nvSpPr>
        <p:spPr>
          <a:xfrm>
            <a:off x="2949469" y="5697707"/>
            <a:ext cx="12013848" cy="13319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248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DIAGNOSTICO</a:t>
            </a:r>
            <a:endParaRPr/>
          </a:p>
        </p:txBody>
      </p:sp>
      <p:sp>
        <p:nvSpPr>
          <p:cNvPr id="94" name="Google Shape;94;p1"/>
          <p:cNvSpPr txBox="1"/>
          <p:nvPr/>
        </p:nvSpPr>
        <p:spPr>
          <a:xfrm>
            <a:off x="32119" y="1499878"/>
            <a:ext cx="6825000" cy="3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92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ORGANIZACIÓN COMPUTACIONAL</a:t>
            </a:r>
            <a:endParaRPr/>
          </a:p>
        </p:txBody>
      </p:sp>
      <p:sp>
        <p:nvSpPr>
          <p:cNvPr id="95" name="Google Shape;95;p1"/>
          <p:cNvSpPr/>
          <p:nvPr/>
        </p:nvSpPr>
        <p:spPr>
          <a:xfrm>
            <a:off x="16823305" y="1005559"/>
            <a:ext cx="435995" cy="420933"/>
          </a:xfrm>
          <a:custGeom>
            <a:rect b="b" l="l" r="r" t="t"/>
            <a:pathLst>
              <a:path extrusionOk="0" h="420933" w="435995">
                <a:moveTo>
                  <a:pt x="0" y="0"/>
                </a:moveTo>
                <a:lnTo>
                  <a:pt x="435995" y="0"/>
                </a:lnTo>
                <a:lnTo>
                  <a:pt x="435995" y="420933"/>
                </a:lnTo>
                <a:lnTo>
                  <a:pt x="0" y="4209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6" name="Google Shape;96;p1"/>
          <p:cNvSpPr txBox="1"/>
          <p:nvPr/>
        </p:nvSpPr>
        <p:spPr>
          <a:xfrm>
            <a:off x="2678326" y="9644103"/>
            <a:ext cx="2869093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Auxiliar:</a:t>
            </a:r>
            <a:endParaRPr/>
          </a:p>
        </p:txBody>
      </p:sp>
      <p:sp>
        <p:nvSpPr>
          <p:cNvPr id="97" name="Google Shape;97;p1"/>
          <p:cNvSpPr/>
          <p:nvPr/>
        </p:nvSpPr>
        <p:spPr>
          <a:xfrm>
            <a:off x="1382847" y="1163300"/>
            <a:ext cx="320407" cy="213471"/>
          </a:xfrm>
          <a:custGeom>
            <a:rect b="b" l="l" r="r" t="t"/>
            <a:pathLst>
              <a:path extrusionOk="0" h="213471" w="320407">
                <a:moveTo>
                  <a:pt x="0" y="0"/>
                </a:moveTo>
                <a:lnTo>
                  <a:pt x="320406" y="0"/>
                </a:lnTo>
                <a:lnTo>
                  <a:pt x="320406" y="213471"/>
                </a:lnTo>
                <a:lnTo>
                  <a:pt x="0" y="21347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8" name="Google Shape;98;p1"/>
          <p:cNvSpPr/>
          <p:nvPr/>
        </p:nvSpPr>
        <p:spPr>
          <a:xfrm rot="10800000">
            <a:off x="14881808" y="-298830"/>
            <a:ext cx="3882995" cy="3882995"/>
          </a:xfrm>
          <a:custGeom>
            <a:rect b="b" l="l" r="r" t="t"/>
            <a:pathLst>
              <a:path extrusionOk="0" h="3882995" w="3882995">
                <a:moveTo>
                  <a:pt x="3882995" y="3882995"/>
                </a:moveTo>
                <a:lnTo>
                  <a:pt x="0" y="3882995"/>
                </a:lnTo>
                <a:lnTo>
                  <a:pt x="0" y="0"/>
                </a:lnTo>
                <a:lnTo>
                  <a:pt x="3882995" y="0"/>
                </a:lnTo>
                <a:lnTo>
                  <a:pt x="3882995" y="3882995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9" name="Google Shape;99;p1"/>
          <p:cNvSpPr/>
          <p:nvPr/>
        </p:nvSpPr>
        <p:spPr>
          <a:xfrm>
            <a:off x="10615285" y="7062677"/>
            <a:ext cx="3354130" cy="487873"/>
          </a:xfrm>
          <a:custGeom>
            <a:rect b="b" l="l" r="r" t="t"/>
            <a:pathLst>
              <a:path extrusionOk="0" h="487873" w="3354130">
                <a:moveTo>
                  <a:pt x="0" y="0"/>
                </a:moveTo>
                <a:lnTo>
                  <a:pt x="3354130" y="0"/>
                </a:lnTo>
                <a:lnTo>
                  <a:pt x="3354130" y="487873"/>
                </a:lnTo>
                <a:lnTo>
                  <a:pt x="0" y="4878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 amt="56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0" name="Google Shape;100;p1"/>
          <p:cNvSpPr/>
          <p:nvPr/>
        </p:nvSpPr>
        <p:spPr>
          <a:xfrm flipH="1">
            <a:off x="3882995" y="7062677"/>
            <a:ext cx="3354130" cy="487873"/>
          </a:xfrm>
          <a:custGeom>
            <a:rect b="b" l="l" r="r" t="t"/>
            <a:pathLst>
              <a:path extrusionOk="0" h="487873" w="3354130">
                <a:moveTo>
                  <a:pt x="3354130" y="0"/>
                </a:moveTo>
                <a:lnTo>
                  <a:pt x="0" y="0"/>
                </a:lnTo>
                <a:lnTo>
                  <a:pt x="0" y="487873"/>
                </a:lnTo>
                <a:lnTo>
                  <a:pt x="3354130" y="487873"/>
                </a:lnTo>
                <a:lnTo>
                  <a:pt x="3354130" y="0"/>
                </a:lnTo>
                <a:close/>
              </a:path>
            </a:pathLst>
          </a:custGeom>
          <a:blipFill rotWithShape="1">
            <a:blip r:embed="rId8">
              <a:alphaModFix amt="56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1" name="Google Shape;101;p1"/>
          <p:cNvSpPr txBox="1"/>
          <p:nvPr/>
        </p:nvSpPr>
        <p:spPr>
          <a:xfrm>
            <a:off x="2786444" y="9210675"/>
            <a:ext cx="2869093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Seccion: </a:t>
            </a:r>
            <a:endParaRPr/>
          </a:p>
        </p:txBody>
      </p:sp>
      <p:sp>
        <p:nvSpPr>
          <p:cNvPr id="102" name="Google Shape;102;p1"/>
          <p:cNvSpPr txBox="1"/>
          <p:nvPr/>
        </p:nvSpPr>
        <p:spPr>
          <a:xfrm>
            <a:off x="32124" y="46446"/>
            <a:ext cx="7515900" cy="14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9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U</a:t>
            </a:r>
            <a:r>
              <a:rPr b="1" i="0" lang="en-US" sz="2499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niversidad de San Carlos de Guatemala</a:t>
            </a:r>
            <a:endParaRPr/>
          </a:p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Facultad de Ingeniería</a:t>
            </a:r>
            <a:endParaRPr/>
          </a:p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Escuela de Ingeniería de Ciencias y Sistemas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"/>
          <p:cNvSpPr/>
          <p:nvPr/>
        </p:nvSpPr>
        <p:spPr>
          <a:xfrm>
            <a:off x="96470" y="9866067"/>
            <a:ext cx="435995" cy="420933"/>
          </a:xfrm>
          <a:custGeom>
            <a:rect b="b" l="l" r="r" t="t"/>
            <a:pathLst>
              <a:path extrusionOk="0" h="420933" w="435995">
                <a:moveTo>
                  <a:pt x="0" y="0"/>
                </a:moveTo>
                <a:lnTo>
                  <a:pt x="435994" y="0"/>
                </a:lnTo>
                <a:lnTo>
                  <a:pt x="435994" y="420933"/>
                </a:lnTo>
                <a:lnTo>
                  <a:pt x="0" y="4209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08" name="Google Shape;108;p2"/>
          <p:cNvGrpSpPr/>
          <p:nvPr/>
        </p:nvGrpSpPr>
        <p:grpSpPr>
          <a:xfrm>
            <a:off x="0" y="-133435"/>
            <a:ext cx="18288000" cy="7832463"/>
            <a:chOff x="0" y="-38100"/>
            <a:chExt cx="4816593" cy="2062871"/>
          </a:xfrm>
        </p:grpSpPr>
        <p:sp>
          <p:nvSpPr>
            <p:cNvPr id="109" name="Google Shape;109;p2"/>
            <p:cNvSpPr/>
            <p:nvPr/>
          </p:nvSpPr>
          <p:spPr>
            <a:xfrm>
              <a:off x="0" y="0"/>
              <a:ext cx="4816592" cy="2024771"/>
            </a:xfrm>
            <a:custGeom>
              <a:rect b="b" l="l" r="r" t="t"/>
              <a:pathLst>
                <a:path extrusionOk="0" h="2024771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024771"/>
                  </a:lnTo>
                  <a:lnTo>
                    <a:pt x="0" y="2024771"/>
                  </a:lnTo>
                  <a:close/>
                </a:path>
              </a:pathLst>
            </a:custGeom>
            <a:gradFill>
              <a:gsLst>
                <a:gs pos="0">
                  <a:srgbClr val="110823"/>
                </a:gs>
                <a:gs pos="33333">
                  <a:srgbClr val="110823">
                    <a:alpha val="85882"/>
                  </a:srgbClr>
                </a:gs>
                <a:gs pos="66667">
                  <a:srgbClr val="110823">
                    <a:alpha val="1725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110" name="Google Shape;110;p2"/>
            <p:cNvSpPr txBox="1"/>
            <p:nvPr/>
          </p:nvSpPr>
          <p:spPr>
            <a:xfrm>
              <a:off x="0" y="-38100"/>
              <a:ext cx="4816593" cy="20628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1" name="Google Shape;111;p2"/>
          <p:cNvSpPr/>
          <p:nvPr/>
        </p:nvSpPr>
        <p:spPr>
          <a:xfrm>
            <a:off x="314467" y="181968"/>
            <a:ext cx="714233" cy="702545"/>
          </a:xfrm>
          <a:custGeom>
            <a:rect b="b" l="l" r="r" t="t"/>
            <a:pathLst>
              <a:path extrusionOk="0" h="702545" w="714233">
                <a:moveTo>
                  <a:pt x="0" y="0"/>
                </a:moveTo>
                <a:lnTo>
                  <a:pt x="714233" y="0"/>
                </a:lnTo>
                <a:lnTo>
                  <a:pt x="714233" y="702545"/>
                </a:lnTo>
                <a:lnTo>
                  <a:pt x="0" y="7025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2" name="Google Shape;112;p2"/>
          <p:cNvSpPr txBox="1"/>
          <p:nvPr/>
        </p:nvSpPr>
        <p:spPr>
          <a:xfrm>
            <a:off x="1028700" y="2891679"/>
            <a:ext cx="16023000" cy="74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030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99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1. Presentación </a:t>
            </a:r>
            <a:r>
              <a:rPr b="1" lang="en-US" sz="43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Quién</a:t>
            </a:r>
            <a:r>
              <a:rPr b="1" i="0" lang="en-US" sz="4399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soy.</a:t>
            </a:r>
            <a:endParaRPr/>
          </a:p>
          <a:p>
            <a:pPr indent="0" lvl="0" marL="0" marR="0" rtl="0" algn="l">
              <a:lnSpc>
                <a:spcPct val="2030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99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2. Conozco a los estudiantes.</a:t>
            </a:r>
            <a:endParaRPr/>
          </a:p>
          <a:p>
            <a:pPr indent="0" lvl="0" marL="0" marR="0" rtl="0" algn="l">
              <a:lnSpc>
                <a:spcPct val="2030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99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3. </a:t>
            </a:r>
            <a:r>
              <a:rPr b="1" lang="en-US" sz="43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Diagnóstico</a:t>
            </a:r>
            <a:r>
              <a:rPr b="1" i="0" lang="en-US" sz="4399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de conocimientos del curso anterior.</a:t>
            </a:r>
            <a:endParaRPr/>
          </a:p>
          <a:p>
            <a:pPr indent="0" lvl="0" marL="0" marR="0" rtl="0" algn="l">
              <a:lnSpc>
                <a:spcPct val="2030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99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4. Exploramos el programa.</a:t>
            </a:r>
            <a:endParaRPr/>
          </a:p>
          <a:p>
            <a:pPr indent="0" lvl="0" marL="0" marR="0" rtl="0" algn="l">
              <a:lnSpc>
                <a:spcPct val="2030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99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5. </a:t>
            </a:r>
            <a:r>
              <a:rPr b="1" lang="en-US" sz="43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Diagnóstico</a:t>
            </a:r>
            <a:r>
              <a:rPr b="1" i="0" lang="en-US" sz="4399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del nuevo contenido.</a:t>
            </a:r>
            <a:endParaRPr/>
          </a:p>
          <a:p>
            <a:pPr indent="0" lvl="0" marL="0" marR="0" rtl="0" algn="l">
              <a:lnSpc>
                <a:spcPct val="795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4399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3" name="Google Shape;113;p2"/>
          <p:cNvSpPr/>
          <p:nvPr/>
        </p:nvSpPr>
        <p:spPr>
          <a:xfrm>
            <a:off x="14908406" y="9416692"/>
            <a:ext cx="3354130" cy="487873"/>
          </a:xfrm>
          <a:custGeom>
            <a:rect b="b" l="l" r="r" t="t"/>
            <a:pathLst>
              <a:path extrusionOk="0" h="487873" w="3354130">
                <a:moveTo>
                  <a:pt x="0" y="0"/>
                </a:moveTo>
                <a:lnTo>
                  <a:pt x="3354130" y="0"/>
                </a:lnTo>
                <a:lnTo>
                  <a:pt x="3354130" y="487873"/>
                </a:lnTo>
                <a:lnTo>
                  <a:pt x="0" y="4878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4" name="Google Shape;114;p2"/>
          <p:cNvSpPr/>
          <p:nvPr/>
        </p:nvSpPr>
        <p:spPr>
          <a:xfrm>
            <a:off x="14908406" y="0"/>
            <a:ext cx="3433988" cy="4114800"/>
          </a:xfrm>
          <a:custGeom>
            <a:rect b="b" l="l" r="r" t="t"/>
            <a:pathLst>
              <a:path extrusionOk="0" h="4114800" w="3433988">
                <a:moveTo>
                  <a:pt x="0" y="0"/>
                </a:moveTo>
                <a:lnTo>
                  <a:pt x="3433987" y="0"/>
                </a:lnTo>
                <a:lnTo>
                  <a:pt x="343398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descr="Agenda " id="115" name="Google Shape;115;p2"/>
          <p:cNvSpPr txBox="1"/>
          <p:nvPr/>
        </p:nvSpPr>
        <p:spPr>
          <a:xfrm>
            <a:off x="2176326" y="1774328"/>
            <a:ext cx="13602700" cy="933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rgbClr val="00EDFF"/>
                </a:solidFill>
                <a:latin typeface="Arial"/>
                <a:ea typeface="Arial"/>
                <a:cs typeface="Arial"/>
                <a:sym typeface="Arial"/>
              </a:rPr>
              <a:t>AGENDA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" name="Google Shape;120;p3"/>
          <p:cNvGrpSpPr/>
          <p:nvPr/>
        </p:nvGrpSpPr>
        <p:grpSpPr>
          <a:xfrm>
            <a:off x="0" y="-133435"/>
            <a:ext cx="18288000" cy="7832463"/>
            <a:chOff x="0" y="-38100"/>
            <a:chExt cx="4816593" cy="2062871"/>
          </a:xfrm>
        </p:grpSpPr>
        <p:sp>
          <p:nvSpPr>
            <p:cNvPr id="121" name="Google Shape;121;p3"/>
            <p:cNvSpPr/>
            <p:nvPr/>
          </p:nvSpPr>
          <p:spPr>
            <a:xfrm>
              <a:off x="0" y="0"/>
              <a:ext cx="4816592" cy="2024771"/>
            </a:xfrm>
            <a:custGeom>
              <a:rect b="b" l="l" r="r" t="t"/>
              <a:pathLst>
                <a:path extrusionOk="0" h="2024771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024771"/>
                  </a:lnTo>
                  <a:lnTo>
                    <a:pt x="0" y="2024771"/>
                  </a:lnTo>
                  <a:close/>
                </a:path>
              </a:pathLst>
            </a:custGeom>
            <a:gradFill>
              <a:gsLst>
                <a:gs pos="0">
                  <a:srgbClr val="110823"/>
                </a:gs>
                <a:gs pos="33333">
                  <a:srgbClr val="110823">
                    <a:alpha val="85882"/>
                  </a:srgbClr>
                </a:gs>
                <a:gs pos="66667">
                  <a:srgbClr val="110823">
                    <a:alpha val="1725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122" name="Google Shape;122;p3"/>
            <p:cNvSpPr txBox="1"/>
            <p:nvPr/>
          </p:nvSpPr>
          <p:spPr>
            <a:xfrm>
              <a:off x="0" y="-38100"/>
              <a:ext cx="4816593" cy="20628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3" name="Google Shape;123;p3"/>
          <p:cNvSpPr/>
          <p:nvPr/>
        </p:nvSpPr>
        <p:spPr>
          <a:xfrm>
            <a:off x="17852005" y="36267"/>
            <a:ext cx="435995" cy="420933"/>
          </a:xfrm>
          <a:custGeom>
            <a:rect b="b" l="l" r="r" t="t"/>
            <a:pathLst>
              <a:path extrusionOk="0" h="420933" w="435995">
                <a:moveTo>
                  <a:pt x="0" y="0"/>
                </a:moveTo>
                <a:lnTo>
                  <a:pt x="435995" y="0"/>
                </a:lnTo>
                <a:lnTo>
                  <a:pt x="435995" y="420933"/>
                </a:lnTo>
                <a:lnTo>
                  <a:pt x="0" y="4209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4" name="Google Shape;124;p3"/>
          <p:cNvSpPr/>
          <p:nvPr/>
        </p:nvSpPr>
        <p:spPr>
          <a:xfrm>
            <a:off x="0" y="36267"/>
            <a:ext cx="531199" cy="676296"/>
          </a:xfrm>
          <a:custGeom>
            <a:rect b="b" l="l" r="r" t="t"/>
            <a:pathLst>
              <a:path extrusionOk="0" h="676296" w="531199">
                <a:moveTo>
                  <a:pt x="0" y="0"/>
                </a:moveTo>
                <a:lnTo>
                  <a:pt x="531199" y="0"/>
                </a:lnTo>
                <a:lnTo>
                  <a:pt x="531199" y="676296"/>
                </a:lnTo>
                <a:lnTo>
                  <a:pt x="0" y="6762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5" name="Google Shape;125;p3"/>
          <p:cNvSpPr/>
          <p:nvPr/>
        </p:nvSpPr>
        <p:spPr>
          <a:xfrm>
            <a:off x="-997" y="9588755"/>
            <a:ext cx="3354130" cy="487873"/>
          </a:xfrm>
          <a:custGeom>
            <a:rect b="b" l="l" r="r" t="t"/>
            <a:pathLst>
              <a:path extrusionOk="0" h="487873" w="3354130">
                <a:moveTo>
                  <a:pt x="0" y="0"/>
                </a:moveTo>
                <a:lnTo>
                  <a:pt x="3354130" y="0"/>
                </a:lnTo>
                <a:lnTo>
                  <a:pt x="3354130" y="487873"/>
                </a:lnTo>
                <a:lnTo>
                  <a:pt x="0" y="4878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6" name="Google Shape;126;p3"/>
          <p:cNvSpPr/>
          <p:nvPr/>
        </p:nvSpPr>
        <p:spPr>
          <a:xfrm>
            <a:off x="11708517" y="2334902"/>
            <a:ext cx="6579483" cy="7741727"/>
          </a:xfrm>
          <a:custGeom>
            <a:rect b="b" l="l" r="r" t="t"/>
            <a:pathLst>
              <a:path extrusionOk="0" h="7741727" w="6579483">
                <a:moveTo>
                  <a:pt x="0" y="0"/>
                </a:moveTo>
                <a:lnTo>
                  <a:pt x="6579483" y="0"/>
                </a:lnTo>
                <a:lnTo>
                  <a:pt x="6579483" y="7741726"/>
                </a:lnTo>
                <a:lnTo>
                  <a:pt x="0" y="77417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7" name="Google Shape;127;p3"/>
          <p:cNvSpPr/>
          <p:nvPr/>
        </p:nvSpPr>
        <p:spPr>
          <a:xfrm>
            <a:off x="8110532" y="5143500"/>
            <a:ext cx="2162140" cy="4114800"/>
          </a:xfrm>
          <a:custGeom>
            <a:rect b="b" l="l" r="r" t="t"/>
            <a:pathLst>
              <a:path extrusionOk="0" h="4114800" w="2162140">
                <a:moveTo>
                  <a:pt x="0" y="0"/>
                </a:moveTo>
                <a:lnTo>
                  <a:pt x="2162141" y="0"/>
                </a:lnTo>
                <a:lnTo>
                  <a:pt x="216214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8" name="Google Shape;128;p3"/>
          <p:cNvSpPr txBox="1"/>
          <p:nvPr/>
        </p:nvSpPr>
        <p:spPr>
          <a:xfrm>
            <a:off x="3951796" y="1013284"/>
            <a:ext cx="10479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rgbClr val="00EDFF"/>
                </a:solidFill>
                <a:latin typeface="Arial"/>
                <a:ea typeface="Arial"/>
                <a:cs typeface="Arial"/>
                <a:sym typeface="Arial"/>
              </a:rPr>
              <a:t>VALORES</a:t>
            </a:r>
            <a:r>
              <a:rPr lang="en-US" sz="6000">
                <a:solidFill>
                  <a:srgbClr val="00EDFF"/>
                </a:solidFill>
              </a:rPr>
              <a:t> </a:t>
            </a:r>
            <a:r>
              <a:rPr b="0" i="0" lang="en-US" sz="6000" u="none" cap="none" strike="noStrike">
                <a:solidFill>
                  <a:srgbClr val="00EDFF"/>
                </a:solidFill>
                <a:latin typeface="Arial"/>
                <a:ea typeface="Arial"/>
                <a:cs typeface="Arial"/>
                <a:sym typeface="Arial"/>
              </a:rPr>
              <a:t>A DESARROLLAR</a:t>
            </a:r>
            <a:endParaRPr/>
          </a:p>
        </p:txBody>
      </p:sp>
      <p:sp>
        <p:nvSpPr>
          <p:cNvPr id="129" name="Google Shape;129;p3"/>
          <p:cNvSpPr txBox="1"/>
          <p:nvPr/>
        </p:nvSpPr>
        <p:spPr>
          <a:xfrm>
            <a:off x="2943902" y="3304275"/>
            <a:ext cx="12400200" cy="12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99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Honestidad, Curiosidad, Respeto, </a:t>
            </a:r>
            <a:r>
              <a:rPr b="1" lang="en-US" sz="32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Comunicación</a:t>
            </a:r>
            <a:r>
              <a:rPr b="1" i="0" lang="en-US" sz="3299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Abierta, Responsabilidad.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4" name="Google Shape;134;p4"/>
          <p:cNvGrpSpPr/>
          <p:nvPr/>
        </p:nvGrpSpPr>
        <p:grpSpPr>
          <a:xfrm>
            <a:off x="0" y="-133435"/>
            <a:ext cx="18288000" cy="7832463"/>
            <a:chOff x="0" y="-38100"/>
            <a:chExt cx="4816593" cy="2062871"/>
          </a:xfrm>
        </p:grpSpPr>
        <p:sp>
          <p:nvSpPr>
            <p:cNvPr id="135" name="Google Shape;135;p4"/>
            <p:cNvSpPr/>
            <p:nvPr/>
          </p:nvSpPr>
          <p:spPr>
            <a:xfrm>
              <a:off x="0" y="0"/>
              <a:ext cx="4816592" cy="2024771"/>
            </a:xfrm>
            <a:custGeom>
              <a:rect b="b" l="l" r="r" t="t"/>
              <a:pathLst>
                <a:path extrusionOk="0" h="2024771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024771"/>
                  </a:lnTo>
                  <a:lnTo>
                    <a:pt x="0" y="2024771"/>
                  </a:lnTo>
                  <a:close/>
                </a:path>
              </a:pathLst>
            </a:custGeom>
            <a:gradFill>
              <a:gsLst>
                <a:gs pos="0">
                  <a:srgbClr val="110823"/>
                </a:gs>
                <a:gs pos="33333">
                  <a:srgbClr val="110823">
                    <a:alpha val="85882"/>
                  </a:srgbClr>
                </a:gs>
                <a:gs pos="66667">
                  <a:srgbClr val="110823">
                    <a:alpha val="1725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136" name="Google Shape;136;p4"/>
            <p:cNvSpPr txBox="1"/>
            <p:nvPr/>
          </p:nvSpPr>
          <p:spPr>
            <a:xfrm>
              <a:off x="0" y="-38100"/>
              <a:ext cx="4816593" cy="20628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7" name="Google Shape;137;p4"/>
          <p:cNvSpPr/>
          <p:nvPr/>
        </p:nvSpPr>
        <p:spPr>
          <a:xfrm>
            <a:off x="17666932" y="127426"/>
            <a:ext cx="435995" cy="420933"/>
          </a:xfrm>
          <a:custGeom>
            <a:rect b="b" l="l" r="r" t="t"/>
            <a:pathLst>
              <a:path extrusionOk="0" h="420933" w="435995">
                <a:moveTo>
                  <a:pt x="0" y="0"/>
                </a:moveTo>
                <a:lnTo>
                  <a:pt x="435995" y="0"/>
                </a:lnTo>
                <a:lnTo>
                  <a:pt x="435995" y="420933"/>
                </a:lnTo>
                <a:lnTo>
                  <a:pt x="0" y="4209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8" name="Google Shape;138;p4"/>
          <p:cNvSpPr/>
          <p:nvPr/>
        </p:nvSpPr>
        <p:spPr>
          <a:xfrm>
            <a:off x="114243" y="151430"/>
            <a:ext cx="525235" cy="525235"/>
          </a:xfrm>
          <a:custGeom>
            <a:rect b="b" l="l" r="r" t="t"/>
            <a:pathLst>
              <a:path extrusionOk="0" h="525235" w="525235">
                <a:moveTo>
                  <a:pt x="0" y="0"/>
                </a:moveTo>
                <a:lnTo>
                  <a:pt x="525235" y="0"/>
                </a:lnTo>
                <a:lnTo>
                  <a:pt x="525235" y="525235"/>
                </a:lnTo>
                <a:lnTo>
                  <a:pt x="0" y="5252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9" name="Google Shape;139;p4"/>
          <p:cNvSpPr/>
          <p:nvPr/>
        </p:nvSpPr>
        <p:spPr>
          <a:xfrm>
            <a:off x="17656975" y="9534346"/>
            <a:ext cx="455908" cy="525235"/>
          </a:xfrm>
          <a:custGeom>
            <a:rect b="b" l="l" r="r" t="t"/>
            <a:pathLst>
              <a:path extrusionOk="0" h="525235" w="455908">
                <a:moveTo>
                  <a:pt x="0" y="0"/>
                </a:moveTo>
                <a:lnTo>
                  <a:pt x="455908" y="0"/>
                </a:lnTo>
                <a:lnTo>
                  <a:pt x="455908" y="525235"/>
                </a:lnTo>
                <a:lnTo>
                  <a:pt x="0" y="5252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0" name="Google Shape;140;p4"/>
          <p:cNvSpPr/>
          <p:nvPr/>
        </p:nvSpPr>
        <p:spPr>
          <a:xfrm>
            <a:off x="0" y="9534346"/>
            <a:ext cx="3354130" cy="487873"/>
          </a:xfrm>
          <a:custGeom>
            <a:rect b="b" l="l" r="r" t="t"/>
            <a:pathLst>
              <a:path extrusionOk="0" h="487873" w="3354130">
                <a:moveTo>
                  <a:pt x="0" y="0"/>
                </a:moveTo>
                <a:lnTo>
                  <a:pt x="3354130" y="0"/>
                </a:lnTo>
                <a:lnTo>
                  <a:pt x="3354130" y="487873"/>
                </a:lnTo>
                <a:lnTo>
                  <a:pt x="0" y="4878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1" name="Google Shape;141;p4"/>
          <p:cNvSpPr/>
          <p:nvPr/>
        </p:nvSpPr>
        <p:spPr>
          <a:xfrm>
            <a:off x="6907696" y="4923181"/>
            <a:ext cx="4472609" cy="4114800"/>
          </a:xfrm>
          <a:custGeom>
            <a:rect b="b" l="l" r="r" t="t"/>
            <a:pathLst>
              <a:path extrusionOk="0" h="4114800" w="4472609">
                <a:moveTo>
                  <a:pt x="0" y="0"/>
                </a:moveTo>
                <a:lnTo>
                  <a:pt x="4472608" y="0"/>
                </a:lnTo>
                <a:lnTo>
                  <a:pt x="447260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2" name="Google Shape;142;p4"/>
          <p:cNvSpPr/>
          <p:nvPr/>
        </p:nvSpPr>
        <p:spPr>
          <a:xfrm>
            <a:off x="14956958" y="127426"/>
            <a:ext cx="2058958" cy="2621359"/>
          </a:xfrm>
          <a:custGeom>
            <a:rect b="b" l="l" r="r" t="t"/>
            <a:pathLst>
              <a:path extrusionOk="0" h="2621359" w="2058958">
                <a:moveTo>
                  <a:pt x="0" y="0"/>
                </a:moveTo>
                <a:lnTo>
                  <a:pt x="2058958" y="0"/>
                </a:lnTo>
                <a:lnTo>
                  <a:pt x="2058958" y="2621358"/>
                </a:lnTo>
                <a:lnTo>
                  <a:pt x="0" y="26213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3" name="Google Shape;143;p4"/>
          <p:cNvSpPr txBox="1"/>
          <p:nvPr/>
        </p:nvSpPr>
        <p:spPr>
          <a:xfrm>
            <a:off x="6103279" y="529309"/>
            <a:ext cx="6081441" cy="933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rgbClr val="00EDFF"/>
                </a:solidFill>
                <a:latin typeface="Arial"/>
                <a:ea typeface="Arial"/>
                <a:cs typeface="Arial"/>
                <a:sym typeface="Arial"/>
              </a:rPr>
              <a:t>QUIEN SOY?</a:t>
            </a:r>
            <a:endParaRPr/>
          </a:p>
        </p:txBody>
      </p:sp>
      <p:sp>
        <p:nvSpPr>
          <p:cNvPr id="144" name="Google Shape;144;p4"/>
          <p:cNvSpPr txBox="1"/>
          <p:nvPr/>
        </p:nvSpPr>
        <p:spPr>
          <a:xfrm>
            <a:off x="223214" y="2145056"/>
            <a:ext cx="12163800" cy="43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99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Mi nombre es...</a:t>
            </a:r>
            <a:endParaRPr/>
          </a:p>
          <a:p>
            <a:pPr indent="0" lvl="0" marL="0" marR="0" rtl="0" algn="l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999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99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Estoy en la carrera de</a:t>
            </a:r>
            <a:r>
              <a:rPr b="1" lang="en-US" sz="2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…</a:t>
            </a:r>
            <a:endParaRPr b="1" i="0" sz="2999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Actualmente curso el semestre…</a:t>
            </a:r>
            <a:endParaRPr b="1" sz="2999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Elegi ser auxiliar de este curso por…</a:t>
            </a:r>
            <a:endParaRPr b="1" sz="2999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Mi perspectiva de la </a:t>
            </a:r>
            <a:r>
              <a:rPr b="1" lang="en-US" sz="2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educación</a:t>
            </a:r>
            <a:r>
              <a:rPr b="1" lang="en-US" sz="2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es…</a:t>
            </a:r>
            <a:endParaRPr b="1" sz="2999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66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999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9" name="Google Shape;149;p5"/>
          <p:cNvGrpSpPr/>
          <p:nvPr/>
        </p:nvGrpSpPr>
        <p:grpSpPr>
          <a:xfrm>
            <a:off x="0" y="-133435"/>
            <a:ext cx="18288000" cy="7832463"/>
            <a:chOff x="0" y="-38100"/>
            <a:chExt cx="4816593" cy="2062871"/>
          </a:xfrm>
        </p:grpSpPr>
        <p:sp>
          <p:nvSpPr>
            <p:cNvPr id="150" name="Google Shape;150;p5"/>
            <p:cNvSpPr/>
            <p:nvPr/>
          </p:nvSpPr>
          <p:spPr>
            <a:xfrm>
              <a:off x="0" y="0"/>
              <a:ext cx="4816592" cy="2024771"/>
            </a:xfrm>
            <a:custGeom>
              <a:rect b="b" l="l" r="r" t="t"/>
              <a:pathLst>
                <a:path extrusionOk="0" h="2024771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024771"/>
                  </a:lnTo>
                  <a:lnTo>
                    <a:pt x="0" y="2024771"/>
                  </a:lnTo>
                  <a:close/>
                </a:path>
              </a:pathLst>
            </a:custGeom>
            <a:gradFill>
              <a:gsLst>
                <a:gs pos="0">
                  <a:srgbClr val="110823"/>
                </a:gs>
                <a:gs pos="33333">
                  <a:srgbClr val="110823">
                    <a:alpha val="85882"/>
                  </a:srgbClr>
                </a:gs>
                <a:gs pos="66667">
                  <a:srgbClr val="110823">
                    <a:alpha val="1725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151" name="Google Shape;151;p5"/>
            <p:cNvSpPr txBox="1"/>
            <p:nvPr/>
          </p:nvSpPr>
          <p:spPr>
            <a:xfrm>
              <a:off x="0" y="-38100"/>
              <a:ext cx="4816593" cy="20628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2" name="Google Shape;152;p5"/>
          <p:cNvSpPr/>
          <p:nvPr/>
        </p:nvSpPr>
        <p:spPr>
          <a:xfrm>
            <a:off x="17634584" y="337892"/>
            <a:ext cx="435995" cy="420933"/>
          </a:xfrm>
          <a:custGeom>
            <a:rect b="b" l="l" r="r" t="t"/>
            <a:pathLst>
              <a:path extrusionOk="0" h="420933" w="435995">
                <a:moveTo>
                  <a:pt x="0" y="0"/>
                </a:moveTo>
                <a:lnTo>
                  <a:pt x="435995" y="0"/>
                </a:lnTo>
                <a:lnTo>
                  <a:pt x="435995" y="420933"/>
                </a:lnTo>
                <a:lnTo>
                  <a:pt x="0" y="4209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3" name="Google Shape;153;p5"/>
          <p:cNvSpPr/>
          <p:nvPr/>
        </p:nvSpPr>
        <p:spPr>
          <a:xfrm>
            <a:off x="171986" y="9414065"/>
            <a:ext cx="627537" cy="627537"/>
          </a:xfrm>
          <a:custGeom>
            <a:rect b="b" l="l" r="r" t="t"/>
            <a:pathLst>
              <a:path extrusionOk="0" h="627537" w="627537">
                <a:moveTo>
                  <a:pt x="0" y="0"/>
                </a:moveTo>
                <a:lnTo>
                  <a:pt x="627537" y="0"/>
                </a:lnTo>
                <a:lnTo>
                  <a:pt x="627537" y="627537"/>
                </a:lnTo>
                <a:lnTo>
                  <a:pt x="0" y="6275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4" name="Google Shape;154;p5"/>
          <p:cNvSpPr/>
          <p:nvPr/>
        </p:nvSpPr>
        <p:spPr>
          <a:xfrm>
            <a:off x="6780529" y="2163454"/>
            <a:ext cx="4726941" cy="7094846"/>
          </a:xfrm>
          <a:custGeom>
            <a:rect b="b" l="l" r="r" t="t"/>
            <a:pathLst>
              <a:path extrusionOk="0" h="7094846" w="4726941">
                <a:moveTo>
                  <a:pt x="0" y="0"/>
                </a:moveTo>
                <a:lnTo>
                  <a:pt x="4726942" y="0"/>
                </a:lnTo>
                <a:lnTo>
                  <a:pt x="4726942" y="7094846"/>
                </a:lnTo>
                <a:lnTo>
                  <a:pt x="0" y="70948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5" name="Google Shape;155;p5"/>
          <p:cNvSpPr txBox="1"/>
          <p:nvPr/>
        </p:nvSpPr>
        <p:spPr>
          <a:xfrm>
            <a:off x="4339627" y="739775"/>
            <a:ext cx="12483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rgbClr val="00EDFF"/>
                </a:solidFill>
              </a:rPr>
              <a:t>CUÉNTAME</a:t>
            </a:r>
            <a:r>
              <a:rPr b="0" i="0" lang="en-US" sz="6000" u="none" cap="none" strike="noStrike">
                <a:solidFill>
                  <a:srgbClr val="00EDFF"/>
                </a:solidFill>
                <a:latin typeface="Arial"/>
                <a:ea typeface="Arial"/>
                <a:cs typeface="Arial"/>
                <a:sym typeface="Arial"/>
              </a:rPr>
              <a:t> SOBRE TI...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0" name="Google Shape;160;p6"/>
          <p:cNvGrpSpPr/>
          <p:nvPr/>
        </p:nvGrpSpPr>
        <p:grpSpPr>
          <a:xfrm>
            <a:off x="0" y="-133435"/>
            <a:ext cx="18288000" cy="7832463"/>
            <a:chOff x="0" y="-38100"/>
            <a:chExt cx="4816593" cy="2062871"/>
          </a:xfrm>
        </p:grpSpPr>
        <p:sp>
          <p:nvSpPr>
            <p:cNvPr id="161" name="Google Shape;161;p6"/>
            <p:cNvSpPr/>
            <p:nvPr/>
          </p:nvSpPr>
          <p:spPr>
            <a:xfrm>
              <a:off x="0" y="0"/>
              <a:ext cx="4816592" cy="2024771"/>
            </a:xfrm>
            <a:custGeom>
              <a:rect b="b" l="l" r="r" t="t"/>
              <a:pathLst>
                <a:path extrusionOk="0" h="2024771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024771"/>
                  </a:lnTo>
                  <a:lnTo>
                    <a:pt x="0" y="2024771"/>
                  </a:lnTo>
                  <a:close/>
                </a:path>
              </a:pathLst>
            </a:custGeom>
            <a:gradFill>
              <a:gsLst>
                <a:gs pos="0">
                  <a:srgbClr val="110823"/>
                </a:gs>
                <a:gs pos="33333">
                  <a:srgbClr val="110823">
                    <a:alpha val="85882"/>
                  </a:srgbClr>
                </a:gs>
                <a:gs pos="66667">
                  <a:srgbClr val="110823">
                    <a:alpha val="1725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162" name="Google Shape;162;p6"/>
            <p:cNvSpPr txBox="1"/>
            <p:nvPr/>
          </p:nvSpPr>
          <p:spPr>
            <a:xfrm>
              <a:off x="0" y="-38100"/>
              <a:ext cx="4816593" cy="20628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3" name="Google Shape;163;p6"/>
          <p:cNvSpPr/>
          <p:nvPr/>
        </p:nvSpPr>
        <p:spPr>
          <a:xfrm>
            <a:off x="17731938" y="167359"/>
            <a:ext cx="435995" cy="420933"/>
          </a:xfrm>
          <a:custGeom>
            <a:rect b="b" l="l" r="r" t="t"/>
            <a:pathLst>
              <a:path extrusionOk="0" h="420933" w="435995">
                <a:moveTo>
                  <a:pt x="0" y="0"/>
                </a:moveTo>
                <a:lnTo>
                  <a:pt x="435994" y="0"/>
                </a:lnTo>
                <a:lnTo>
                  <a:pt x="435994" y="420933"/>
                </a:lnTo>
                <a:lnTo>
                  <a:pt x="0" y="4209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4" name="Google Shape;164;p6"/>
          <p:cNvSpPr txBox="1"/>
          <p:nvPr/>
        </p:nvSpPr>
        <p:spPr>
          <a:xfrm>
            <a:off x="1467864" y="180975"/>
            <a:ext cx="153522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rgbClr val="00EDFF"/>
                </a:solidFill>
              </a:rPr>
              <a:t>DIAGNÓSTICO</a:t>
            </a:r>
            <a:r>
              <a:rPr b="0" i="0" lang="en-US" sz="6000" u="none" cap="none" strike="noStrike">
                <a:solidFill>
                  <a:srgbClr val="00EDFF"/>
                </a:solidFill>
                <a:latin typeface="Arial"/>
                <a:ea typeface="Arial"/>
                <a:cs typeface="Arial"/>
                <a:sym typeface="Arial"/>
              </a:rPr>
              <a:t> DE CONOCIMIENTOS DEL CURSO ANTERIOR</a:t>
            </a:r>
            <a:endParaRPr/>
          </a:p>
        </p:txBody>
      </p:sp>
      <p:sp>
        <p:nvSpPr>
          <p:cNvPr id="165" name="Google Shape;165;p6"/>
          <p:cNvSpPr txBox="1"/>
          <p:nvPr/>
        </p:nvSpPr>
        <p:spPr>
          <a:xfrm>
            <a:off x="657230" y="4398416"/>
            <a:ext cx="17510700" cy="17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260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99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1.</a:t>
            </a:r>
            <a:r>
              <a:rPr b="1" i="0" lang="en-US" sz="3799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Qué es el sistema binario y por qué se usa en computación digital?</a:t>
            </a:r>
            <a:endParaRPr/>
          </a:p>
          <a:p>
            <a:pPr indent="0" lvl="0" marL="0" marR="0" rtl="0" algn="l">
              <a:lnSpc>
                <a:spcPct val="1068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799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14703907" y="9562317"/>
            <a:ext cx="3354130" cy="487873"/>
          </a:xfrm>
          <a:custGeom>
            <a:rect b="b" l="l" r="r" t="t"/>
            <a:pathLst>
              <a:path extrusionOk="0" h="487873" w="3354130">
                <a:moveTo>
                  <a:pt x="0" y="0"/>
                </a:moveTo>
                <a:lnTo>
                  <a:pt x="3354130" y="0"/>
                </a:lnTo>
                <a:lnTo>
                  <a:pt x="3354130" y="487873"/>
                </a:lnTo>
                <a:lnTo>
                  <a:pt x="0" y="4878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1" name="Google Shape;171;p7"/>
          <p:cNvGrpSpPr/>
          <p:nvPr/>
        </p:nvGrpSpPr>
        <p:grpSpPr>
          <a:xfrm>
            <a:off x="0" y="-133435"/>
            <a:ext cx="18288000" cy="7832463"/>
            <a:chOff x="0" y="-38100"/>
            <a:chExt cx="4816593" cy="2062871"/>
          </a:xfrm>
        </p:grpSpPr>
        <p:sp>
          <p:nvSpPr>
            <p:cNvPr id="172" name="Google Shape;172;p7"/>
            <p:cNvSpPr/>
            <p:nvPr/>
          </p:nvSpPr>
          <p:spPr>
            <a:xfrm>
              <a:off x="0" y="0"/>
              <a:ext cx="4816592" cy="2024771"/>
            </a:xfrm>
            <a:custGeom>
              <a:rect b="b" l="l" r="r" t="t"/>
              <a:pathLst>
                <a:path extrusionOk="0" h="2024771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024771"/>
                  </a:lnTo>
                  <a:lnTo>
                    <a:pt x="0" y="2024771"/>
                  </a:lnTo>
                  <a:close/>
                </a:path>
              </a:pathLst>
            </a:custGeom>
            <a:gradFill>
              <a:gsLst>
                <a:gs pos="0">
                  <a:srgbClr val="110823"/>
                </a:gs>
                <a:gs pos="33333">
                  <a:srgbClr val="110823">
                    <a:alpha val="85882"/>
                  </a:srgbClr>
                </a:gs>
                <a:gs pos="66667">
                  <a:srgbClr val="110823">
                    <a:alpha val="1725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173" name="Google Shape;173;p7"/>
            <p:cNvSpPr txBox="1"/>
            <p:nvPr/>
          </p:nvSpPr>
          <p:spPr>
            <a:xfrm>
              <a:off x="0" y="-38100"/>
              <a:ext cx="4816593" cy="20628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4" name="Google Shape;174;p7"/>
          <p:cNvSpPr/>
          <p:nvPr/>
        </p:nvSpPr>
        <p:spPr>
          <a:xfrm>
            <a:off x="17731938" y="167359"/>
            <a:ext cx="435995" cy="420933"/>
          </a:xfrm>
          <a:custGeom>
            <a:rect b="b" l="l" r="r" t="t"/>
            <a:pathLst>
              <a:path extrusionOk="0" h="420933" w="435995">
                <a:moveTo>
                  <a:pt x="0" y="0"/>
                </a:moveTo>
                <a:lnTo>
                  <a:pt x="435994" y="0"/>
                </a:lnTo>
                <a:lnTo>
                  <a:pt x="435994" y="420933"/>
                </a:lnTo>
                <a:lnTo>
                  <a:pt x="0" y="4209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5" name="Google Shape;175;p7"/>
          <p:cNvSpPr txBox="1"/>
          <p:nvPr/>
        </p:nvSpPr>
        <p:spPr>
          <a:xfrm>
            <a:off x="1467864" y="358775"/>
            <a:ext cx="153522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rgbClr val="00EDFF"/>
                </a:solidFill>
              </a:rPr>
              <a:t>DIAGNÓSTICO</a:t>
            </a:r>
            <a:r>
              <a:rPr b="0" i="0" lang="en-US" sz="6000" u="none" cap="none" strike="noStrike">
                <a:solidFill>
                  <a:srgbClr val="00EDFF"/>
                </a:solidFill>
                <a:latin typeface="Arial"/>
                <a:ea typeface="Arial"/>
                <a:cs typeface="Arial"/>
                <a:sym typeface="Arial"/>
              </a:rPr>
              <a:t> DE CONOCIMIENTOS DEL CURSO ANTERIOR</a:t>
            </a:r>
            <a:endParaRPr/>
          </a:p>
        </p:txBody>
      </p:sp>
      <p:sp>
        <p:nvSpPr>
          <p:cNvPr id="176" name="Google Shape;176;p7"/>
          <p:cNvSpPr txBox="1"/>
          <p:nvPr/>
        </p:nvSpPr>
        <p:spPr>
          <a:xfrm>
            <a:off x="783541" y="4121965"/>
            <a:ext cx="17166300" cy="3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2. ¿Cuál es la diferencia entre un nivel lógico alto (1) y un nivel lógico bajo (0)?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8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7" name="Google Shape;177;p7"/>
          <p:cNvSpPr/>
          <p:nvPr/>
        </p:nvSpPr>
        <p:spPr>
          <a:xfrm>
            <a:off x="14703907" y="9562317"/>
            <a:ext cx="3354130" cy="487873"/>
          </a:xfrm>
          <a:custGeom>
            <a:rect b="b" l="l" r="r" t="t"/>
            <a:pathLst>
              <a:path extrusionOk="0" h="487873" w="3354130">
                <a:moveTo>
                  <a:pt x="0" y="0"/>
                </a:moveTo>
                <a:lnTo>
                  <a:pt x="3354130" y="0"/>
                </a:lnTo>
                <a:lnTo>
                  <a:pt x="3354130" y="487873"/>
                </a:lnTo>
                <a:lnTo>
                  <a:pt x="0" y="4878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2" name="Google Shape;182;p8"/>
          <p:cNvGrpSpPr/>
          <p:nvPr/>
        </p:nvGrpSpPr>
        <p:grpSpPr>
          <a:xfrm>
            <a:off x="0" y="-144661"/>
            <a:ext cx="18288000" cy="7832463"/>
            <a:chOff x="0" y="-38100"/>
            <a:chExt cx="4816593" cy="2062871"/>
          </a:xfrm>
        </p:grpSpPr>
        <p:sp>
          <p:nvSpPr>
            <p:cNvPr id="183" name="Google Shape;183;p8"/>
            <p:cNvSpPr/>
            <p:nvPr/>
          </p:nvSpPr>
          <p:spPr>
            <a:xfrm>
              <a:off x="0" y="0"/>
              <a:ext cx="4816592" cy="2024771"/>
            </a:xfrm>
            <a:custGeom>
              <a:rect b="b" l="l" r="r" t="t"/>
              <a:pathLst>
                <a:path extrusionOk="0" h="2024771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024771"/>
                  </a:lnTo>
                  <a:lnTo>
                    <a:pt x="0" y="2024771"/>
                  </a:lnTo>
                  <a:close/>
                </a:path>
              </a:pathLst>
            </a:custGeom>
            <a:gradFill>
              <a:gsLst>
                <a:gs pos="0">
                  <a:srgbClr val="110823"/>
                </a:gs>
                <a:gs pos="33333">
                  <a:srgbClr val="110823">
                    <a:alpha val="85882"/>
                  </a:srgbClr>
                </a:gs>
                <a:gs pos="66667">
                  <a:srgbClr val="110823">
                    <a:alpha val="1725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184" name="Google Shape;184;p8"/>
            <p:cNvSpPr txBox="1"/>
            <p:nvPr/>
          </p:nvSpPr>
          <p:spPr>
            <a:xfrm>
              <a:off x="0" y="-38100"/>
              <a:ext cx="4816593" cy="20628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5" name="Google Shape;185;p8"/>
          <p:cNvSpPr/>
          <p:nvPr/>
        </p:nvSpPr>
        <p:spPr>
          <a:xfrm>
            <a:off x="17731938" y="167359"/>
            <a:ext cx="435995" cy="420933"/>
          </a:xfrm>
          <a:custGeom>
            <a:rect b="b" l="l" r="r" t="t"/>
            <a:pathLst>
              <a:path extrusionOk="0" h="420933" w="435995">
                <a:moveTo>
                  <a:pt x="0" y="0"/>
                </a:moveTo>
                <a:lnTo>
                  <a:pt x="435994" y="0"/>
                </a:lnTo>
                <a:lnTo>
                  <a:pt x="435994" y="420933"/>
                </a:lnTo>
                <a:lnTo>
                  <a:pt x="0" y="4209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6" name="Google Shape;186;p8"/>
          <p:cNvSpPr txBox="1"/>
          <p:nvPr/>
        </p:nvSpPr>
        <p:spPr>
          <a:xfrm>
            <a:off x="1467864" y="148309"/>
            <a:ext cx="153522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rgbClr val="00EDFF"/>
                </a:solidFill>
              </a:rPr>
              <a:t>DIAGNÓSTICO</a:t>
            </a:r>
            <a:r>
              <a:rPr b="0" i="0" lang="en-US" sz="6000" u="none" cap="none" strike="noStrike">
                <a:solidFill>
                  <a:srgbClr val="00EDFF"/>
                </a:solidFill>
                <a:latin typeface="Arial"/>
                <a:ea typeface="Arial"/>
                <a:cs typeface="Arial"/>
                <a:sym typeface="Arial"/>
              </a:rPr>
              <a:t> DE CONOCIMIENTOS DEL CURSO ANTERIOR</a:t>
            </a:r>
            <a:endParaRPr/>
          </a:p>
        </p:txBody>
      </p:sp>
      <p:sp>
        <p:nvSpPr>
          <p:cNvPr id="187" name="Google Shape;187;p8"/>
          <p:cNvSpPr txBox="1"/>
          <p:nvPr/>
        </p:nvSpPr>
        <p:spPr>
          <a:xfrm>
            <a:off x="2584489" y="4352777"/>
            <a:ext cx="20456256" cy="10164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25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89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3. ¿Qué es una compuerta lógica? Menciona tres tipos.</a:t>
            </a:r>
            <a:endParaRPr/>
          </a:p>
        </p:txBody>
      </p:sp>
      <p:sp>
        <p:nvSpPr>
          <p:cNvPr id="188" name="Google Shape;188;p8"/>
          <p:cNvSpPr/>
          <p:nvPr/>
        </p:nvSpPr>
        <p:spPr>
          <a:xfrm>
            <a:off x="14703907" y="9562317"/>
            <a:ext cx="3354130" cy="487873"/>
          </a:xfrm>
          <a:custGeom>
            <a:rect b="b" l="l" r="r" t="t"/>
            <a:pathLst>
              <a:path extrusionOk="0" h="487873" w="3354130">
                <a:moveTo>
                  <a:pt x="0" y="0"/>
                </a:moveTo>
                <a:lnTo>
                  <a:pt x="3354130" y="0"/>
                </a:lnTo>
                <a:lnTo>
                  <a:pt x="3354130" y="487873"/>
                </a:lnTo>
                <a:lnTo>
                  <a:pt x="0" y="4878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3" name="Google Shape;193;p9"/>
          <p:cNvGrpSpPr/>
          <p:nvPr/>
        </p:nvGrpSpPr>
        <p:grpSpPr>
          <a:xfrm>
            <a:off x="0" y="-133435"/>
            <a:ext cx="18288000" cy="7832463"/>
            <a:chOff x="0" y="-38100"/>
            <a:chExt cx="4816593" cy="2062871"/>
          </a:xfrm>
        </p:grpSpPr>
        <p:sp>
          <p:nvSpPr>
            <p:cNvPr id="194" name="Google Shape;194;p9"/>
            <p:cNvSpPr/>
            <p:nvPr/>
          </p:nvSpPr>
          <p:spPr>
            <a:xfrm>
              <a:off x="0" y="0"/>
              <a:ext cx="4816592" cy="2024771"/>
            </a:xfrm>
            <a:custGeom>
              <a:rect b="b" l="l" r="r" t="t"/>
              <a:pathLst>
                <a:path extrusionOk="0" h="2024771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024771"/>
                  </a:lnTo>
                  <a:lnTo>
                    <a:pt x="0" y="2024771"/>
                  </a:lnTo>
                  <a:close/>
                </a:path>
              </a:pathLst>
            </a:custGeom>
            <a:gradFill>
              <a:gsLst>
                <a:gs pos="0">
                  <a:srgbClr val="110823"/>
                </a:gs>
                <a:gs pos="33333">
                  <a:srgbClr val="110823">
                    <a:alpha val="85882"/>
                  </a:srgbClr>
                </a:gs>
                <a:gs pos="66667">
                  <a:srgbClr val="110823">
                    <a:alpha val="1725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195" name="Google Shape;195;p9"/>
            <p:cNvSpPr txBox="1"/>
            <p:nvPr/>
          </p:nvSpPr>
          <p:spPr>
            <a:xfrm>
              <a:off x="0" y="-38100"/>
              <a:ext cx="4816593" cy="20628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6" name="Google Shape;196;p9"/>
          <p:cNvSpPr/>
          <p:nvPr/>
        </p:nvSpPr>
        <p:spPr>
          <a:xfrm>
            <a:off x="17731938" y="167359"/>
            <a:ext cx="435995" cy="420933"/>
          </a:xfrm>
          <a:custGeom>
            <a:rect b="b" l="l" r="r" t="t"/>
            <a:pathLst>
              <a:path extrusionOk="0" h="420933" w="435995">
                <a:moveTo>
                  <a:pt x="0" y="0"/>
                </a:moveTo>
                <a:lnTo>
                  <a:pt x="435994" y="0"/>
                </a:lnTo>
                <a:lnTo>
                  <a:pt x="435994" y="420933"/>
                </a:lnTo>
                <a:lnTo>
                  <a:pt x="0" y="4209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7" name="Google Shape;197;p9"/>
          <p:cNvSpPr txBox="1"/>
          <p:nvPr/>
        </p:nvSpPr>
        <p:spPr>
          <a:xfrm>
            <a:off x="1467864" y="148309"/>
            <a:ext cx="15352272" cy="1695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rgbClr val="00EDFF"/>
                </a:solidFill>
                <a:latin typeface="Arial"/>
                <a:ea typeface="Arial"/>
                <a:cs typeface="Arial"/>
                <a:sym typeface="Arial"/>
              </a:rPr>
              <a:t>DIAGNOSTICO DE CONOCIMIENTOS DEL CURSO ANTERIOR</a:t>
            </a:r>
            <a:endParaRPr/>
          </a:p>
        </p:txBody>
      </p:sp>
      <p:sp>
        <p:nvSpPr>
          <p:cNvPr id="198" name="Google Shape;198;p9"/>
          <p:cNvSpPr txBox="1"/>
          <p:nvPr/>
        </p:nvSpPr>
        <p:spPr>
          <a:xfrm>
            <a:off x="2351943" y="4437253"/>
            <a:ext cx="13584113" cy="9933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4. ¿Cuál es la tabla de verdad de una compuerta AND?</a:t>
            </a:r>
            <a:endParaRPr/>
          </a:p>
        </p:txBody>
      </p:sp>
      <p:sp>
        <p:nvSpPr>
          <p:cNvPr id="199" name="Google Shape;199;p9"/>
          <p:cNvSpPr/>
          <p:nvPr/>
        </p:nvSpPr>
        <p:spPr>
          <a:xfrm>
            <a:off x="14703907" y="9562317"/>
            <a:ext cx="3354130" cy="487873"/>
          </a:xfrm>
          <a:custGeom>
            <a:rect b="b" l="l" r="r" t="t"/>
            <a:pathLst>
              <a:path extrusionOk="0" h="487873" w="3354130">
                <a:moveTo>
                  <a:pt x="0" y="0"/>
                </a:moveTo>
                <a:lnTo>
                  <a:pt x="3354130" y="0"/>
                </a:lnTo>
                <a:lnTo>
                  <a:pt x="3354130" y="487873"/>
                </a:lnTo>
                <a:lnTo>
                  <a:pt x="0" y="4878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4" name="Google Shape;204;p10"/>
          <p:cNvGrpSpPr/>
          <p:nvPr/>
        </p:nvGrpSpPr>
        <p:grpSpPr>
          <a:xfrm>
            <a:off x="0" y="-133435"/>
            <a:ext cx="18288000" cy="7832463"/>
            <a:chOff x="0" y="-38100"/>
            <a:chExt cx="4816593" cy="2062871"/>
          </a:xfrm>
        </p:grpSpPr>
        <p:sp>
          <p:nvSpPr>
            <p:cNvPr id="205" name="Google Shape;205;p10"/>
            <p:cNvSpPr/>
            <p:nvPr/>
          </p:nvSpPr>
          <p:spPr>
            <a:xfrm>
              <a:off x="0" y="0"/>
              <a:ext cx="4816592" cy="2024771"/>
            </a:xfrm>
            <a:custGeom>
              <a:rect b="b" l="l" r="r" t="t"/>
              <a:pathLst>
                <a:path extrusionOk="0" h="2024771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024771"/>
                  </a:lnTo>
                  <a:lnTo>
                    <a:pt x="0" y="2024771"/>
                  </a:lnTo>
                  <a:close/>
                </a:path>
              </a:pathLst>
            </a:custGeom>
            <a:gradFill>
              <a:gsLst>
                <a:gs pos="0">
                  <a:srgbClr val="110823"/>
                </a:gs>
                <a:gs pos="33333">
                  <a:srgbClr val="110823">
                    <a:alpha val="85882"/>
                  </a:srgbClr>
                </a:gs>
                <a:gs pos="66667">
                  <a:srgbClr val="110823">
                    <a:alpha val="1725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206" name="Google Shape;206;p10"/>
            <p:cNvSpPr txBox="1"/>
            <p:nvPr/>
          </p:nvSpPr>
          <p:spPr>
            <a:xfrm>
              <a:off x="0" y="-38100"/>
              <a:ext cx="4816593" cy="20628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7" name="Google Shape;207;p10"/>
          <p:cNvSpPr/>
          <p:nvPr/>
        </p:nvSpPr>
        <p:spPr>
          <a:xfrm>
            <a:off x="17731938" y="167359"/>
            <a:ext cx="435995" cy="420933"/>
          </a:xfrm>
          <a:custGeom>
            <a:rect b="b" l="l" r="r" t="t"/>
            <a:pathLst>
              <a:path extrusionOk="0" h="420933" w="435995">
                <a:moveTo>
                  <a:pt x="0" y="0"/>
                </a:moveTo>
                <a:lnTo>
                  <a:pt x="435994" y="0"/>
                </a:lnTo>
                <a:lnTo>
                  <a:pt x="435994" y="420933"/>
                </a:lnTo>
                <a:lnTo>
                  <a:pt x="0" y="4209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8" name="Google Shape;208;p10"/>
          <p:cNvSpPr txBox="1"/>
          <p:nvPr/>
        </p:nvSpPr>
        <p:spPr>
          <a:xfrm>
            <a:off x="1467864" y="148309"/>
            <a:ext cx="15352272" cy="1695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rgbClr val="00EDFF"/>
                </a:solidFill>
                <a:latin typeface="Arial"/>
                <a:ea typeface="Arial"/>
                <a:cs typeface="Arial"/>
                <a:sym typeface="Arial"/>
              </a:rPr>
              <a:t>DIAGNOSTICO DE CONOCIMIENTOS DEL CURSO ANTERIOR</a:t>
            </a:r>
            <a:endParaRPr/>
          </a:p>
        </p:txBody>
      </p:sp>
      <p:sp>
        <p:nvSpPr>
          <p:cNvPr id="209" name="Google Shape;209;p10"/>
          <p:cNvSpPr txBox="1"/>
          <p:nvPr/>
        </p:nvSpPr>
        <p:spPr>
          <a:xfrm>
            <a:off x="3675187" y="4437253"/>
            <a:ext cx="13584113" cy="9933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5. ¿Qué función realiza una compuerta OR?</a:t>
            </a:r>
            <a:endParaRPr/>
          </a:p>
        </p:txBody>
      </p:sp>
      <p:sp>
        <p:nvSpPr>
          <p:cNvPr id="210" name="Google Shape;210;p10"/>
          <p:cNvSpPr/>
          <p:nvPr/>
        </p:nvSpPr>
        <p:spPr>
          <a:xfrm>
            <a:off x="14703907" y="9562317"/>
            <a:ext cx="3354130" cy="487873"/>
          </a:xfrm>
          <a:custGeom>
            <a:rect b="b" l="l" r="r" t="t"/>
            <a:pathLst>
              <a:path extrusionOk="0" h="487873" w="3354130">
                <a:moveTo>
                  <a:pt x="0" y="0"/>
                </a:moveTo>
                <a:lnTo>
                  <a:pt x="3354130" y="0"/>
                </a:lnTo>
                <a:lnTo>
                  <a:pt x="3354130" y="487873"/>
                </a:lnTo>
                <a:lnTo>
                  <a:pt x="0" y="4878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5" name="Google Shape;215;p11"/>
          <p:cNvGrpSpPr/>
          <p:nvPr/>
        </p:nvGrpSpPr>
        <p:grpSpPr>
          <a:xfrm>
            <a:off x="0" y="-133435"/>
            <a:ext cx="18288000" cy="7832463"/>
            <a:chOff x="0" y="-38100"/>
            <a:chExt cx="4816593" cy="2062871"/>
          </a:xfrm>
        </p:grpSpPr>
        <p:sp>
          <p:nvSpPr>
            <p:cNvPr id="216" name="Google Shape;216;p11"/>
            <p:cNvSpPr/>
            <p:nvPr/>
          </p:nvSpPr>
          <p:spPr>
            <a:xfrm>
              <a:off x="0" y="0"/>
              <a:ext cx="4816592" cy="2024771"/>
            </a:xfrm>
            <a:custGeom>
              <a:rect b="b" l="l" r="r" t="t"/>
              <a:pathLst>
                <a:path extrusionOk="0" h="2024771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024771"/>
                  </a:lnTo>
                  <a:lnTo>
                    <a:pt x="0" y="2024771"/>
                  </a:lnTo>
                  <a:close/>
                </a:path>
              </a:pathLst>
            </a:custGeom>
            <a:gradFill>
              <a:gsLst>
                <a:gs pos="0">
                  <a:srgbClr val="110823"/>
                </a:gs>
                <a:gs pos="33333">
                  <a:srgbClr val="110823">
                    <a:alpha val="85882"/>
                  </a:srgbClr>
                </a:gs>
                <a:gs pos="66667">
                  <a:srgbClr val="110823">
                    <a:alpha val="1725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217" name="Google Shape;217;p11"/>
            <p:cNvSpPr txBox="1"/>
            <p:nvPr/>
          </p:nvSpPr>
          <p:spPr>
            <a:xfrm>
              <a:off x="0" y="-38100"/>
              <a:ext cx="4816593" cy="20628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8" name="Google Shape;218;p11"/>
          <p:cNvSpPr/>
          <p:nvPr/>
        </p:nvSpPr>
        <p:spPr>
          <a:xfrm>
            <a:off x="17731938" y="167359"/>
            <a:ext cx="435995" cy="420933"/>
          </a:xfrm>
          <a:custGeom>
            <a:rect b="b" l="l" r="r" t="t"/>
            <a:pathLst>
              <a:path extrusionOk="0" h="420933" w="435995">
                <a:moveTo>
                  <a:pt x="0" y="0"/>
                </a:moveTo>
                <a:lnTo>
                  <a:pt x="435994" y="0"/>
                </a:lnTo>
                <a:lnTo>
                  <a:pt x="435994" y="420933"/>
                </a:lnTo>
                <a:lnTo>
                  <a:pt x="0" y="4209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9" name="Google Shape;219;p11"/>
          <p:cNvSpPr txBox="1"/>
          <p:nvPr/>
        </p:nvSpPr>
        <p:spPr>
          <a:xfrm>
            <a:off x="1467864" y="148309"/>
            <a:ext cx="15352272" cy="1695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rgbClr val="00EDFF"/>
                </a:solidFill>
                <a:latin typeface="Arial"/>
                <a:ea typeface="Arial"/>
                <a:cs typeface="Arial"/>
                <a:sym typeface="Arial"/>
              </a:rPr>
              <a:t>DIAGNOSTICO DE CONOCIMIENTOS DEL CURSO ANTERIOR</a:t>
            </a:r>
            <a:endParaRPr/>
          </a:p>
        </p:txBody>
      </p:sp>
      <p:sp>
        <p:nvSpPr>
          <p:cNvPr id="220" name="Google Shape;220;p11"/>
          <p:cNvSpPr txBox="1"/>
          <p:nvPr/>
        </p:nvSpPr>
        <p:spPr>
          <a:xfrm>
            <a:off x="3675187" y="4437253"/>
            <a:ext cx="13584113" cy="9933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6. ¿Qué es una compuerta NOT y qué hace?</a:t>
            </a:r>
            <a:endParaRPr/>
          </a:p>
        </p:txBody>
      </p:sp>
      <p:sp>
        <p:nvSpPr>
          <p:cNvPr id="221" name="Google Shape;221;p11"/>
          <p:cNvSpPr/>
          <p:nvPr/>
        </p:nvSpPr>
        <p:spPr>
          <a:xfrm>
            <a:off x="14703907" y="9562317"/>
            <a:ext cx="3354130" cy="487873"/>
          </a:xfrm>
          <a:custGeom>
            <a:rect b="b" l="l" r="r" t="t"/>
            <a:pathLst>
              <a:path extrusionOk="0" h="487873" w="3354130">
                <a:moveTo>
                  <a:pt x="0" y="0"/>
                </a:moveTo>
                <a:lnTo>
                  <a:pt x="3354130" y="0"/>
                </a:lnTo>
                <a:lnTo>
                  <a:pt x="3354130" y="487873"/>
                </a:lnTo>
                <a:lnTo>
                  <a:pt x="0" y="4878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6" name="Google Shape;226;p12"/>
          <p:cNvGrpSpPr/>
          <p:nvPr/>
        </p:nvGrpSpPr>
        <p:grpSpPr>
          <a:xfrm>
            <a:off x="0" y="-133435"/>
            <a:ext cx="18288000" cy="7832463"/>
            <a:chOff x="0" y="-38100"/>
            <a:chExt cx="4816593" cy="2062871"/>
          </a:xfrm>
        </p:grpSpPr>
        <p:sp>
          <p:nvSpPr>
            <p:cNvPr id="227" name="Google Shape;227;p12"/>
            <p:cNvSpPr/>
            <p:nvPr/>
          </p:nvSpPr>
          <p:spPr>
            <a:xfrm>
              <a:off x="0" y="0"/>
              <a:ext cx="4816592" cy="2024771"/>
            </a:xfrm>
            <a:custGeom>
              <a:rect b="b" l="l" r="r" t="t"/>
              <a:pathLst>
                <a:path extrusionOk="0" h="2024771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024771"/>
                  </a:lnTo>
                  <a:lnTo>
                    <a:pt x="0" y="2024771"/>
                  </a:lnTo>
                  <a:close/>
                </a:path>
              </a:pathLst>
            </a:custGeom>
            <a:gradFill>
              <a:gsLst>
                <a:gs pos="0">
                  <a:srgbClr val="110823"/>
                </a:gs>
                <a:gs pos="33333">
                  <a:srgbClr val="110823">
                    <a:alpha val="85882"/>
                  </a:srgbClr>
                </a:gs>
                <a:gs pos="66667">
                  <a:srgbClr val="110823">
                    <a:alpha val="1725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228" name="Google Shape;228;p12"/>
            <p:cNvSpPr txBox="1"/>
            <p:nvPr/>
          </p:nvSpPr>
          <p:spPr>
            <a:xfrm>
              <a:off x="0" y="-38100"/>
              <a:ext cx="4816593" cy="20628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9" name="Google Shape;229;p12"/>
          <p:cNvSpPr/>
          <p:nvPr/>
        </p:nvSpPr>
        <p:spPr>
          <a:xfrm>
            <a:off x="17731938" y="167359"/>
            <a:ext cx="435995" cy="420933"/>
          </a:xfrm>
          <a:custGeom>
            <a:rect b="b" l="l" r="r" t="t"/>
            <a:pathLst>
              <a:path extrusionOk="0" h="420933" w="435995">
                <a:moveTo>
                  <a:pt x="0" y="0"/>
                </a:moveTo>
                <a:lnTo>
                  <a:pt x="435994" y="0"/>
                </a:lnTo>
                <a:lnTo>
                  <a:pt x="435994" y="420933"/>
                </a:lnTo>
                <a:lnTo>
                  <a:pt x="0" y="4209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0" name="Google Shape;230;p12"/>
          <p:cNvSpPr txBox="1"/>
          <p:nvPr/>
        </p:nvSpPr>
        <p:spPr>
          <a:xfrm>
            <a:off x="1467864" y="148309"/>
            <a:ext cx="153522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rgbClr val="00EDFF"/>
                </a:solidFill>
              </a:rPr>
              <a:t>DIAGNÓSTICO</a:t>
            </a:r>
            <a:r>
              <a:rPr b="0" i="0" lang="en-US" sz="6000" u="none" cap="none" strike="noStrike">
                <a:solidFill>
                  <a:srgbClr val="00EDFF"/>
                </a:solidFill>
                <a:latin typeface="Arial"/>
                <a:ea typeface="Arial"/>
                <a:cs typeface="Arial"/>
                <a:sym typeface="Arial"/>
              </a:rPr>
              <a:t> DE CONOCIMIENTOS DEL CURSO ANTERIOR</a:t>
            </a:r>
            <a:endParaRPr/>
          </a:p>
        </p:txBody>
      </p:sp>
      <p:sp>
        <p:nvSpPr>
          <p:cNvPr id="231" name="Google Shape;231;p12"/>
          <p:cNvSpPr txBox="1"/>
          <p:nvPr/>
        </p:nvSpPr>
        <p:spPr>
          <a:xfrm>
            <a:off x="2181790" y="3894328"/>
            <a:ext cx="14783303" cy="20792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2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7. ¿Qué diferencia hay entre combinacional y secuencial en circuitos digitales?</a:t>
            </a:r>
            <a:endParaRPr/>
          </a:p>
        </p:txBody>
      </p:sp>
      <p:sp>
        <p:nvSpPr>
          <p:cNvPr id="232" name="Google Shape;232;p12"/>
          <p:cNvSpPr/>
          <p:nvPr/>
        </p:nvSpPr>
        <p:spPr>
          <a:xfrm>
            <a:off x="14703907" y="9562317"/>
            <a:ext cx="3354130" cy="487873"/>
          </a:xfrm>
          <a:custGeom>
            <a:rect b="b" l="l" r="r" t="t"/>
            <a:pathLst>
              <a:path extrusionOk="0" h="487873" w="3354130">
                <a:moveTo>
                  <a:pt x="0" y="0"/>
                </a:moveTo>
                <a:lnTo>
                  <a:pt x="3354130" y="0"/>
                </a:lnTo>
                <a:lnTo>
                  <a:pt x="3354130" y="487873"/>
                </a:lnTo>
                <a:lnTo>
                  <a:pt x="0" y="4878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7" name="Google Shape;237;p13"/>
          <p:cNvGrpSpPr/>
          <p:nvPr/>
        </p:nvGrpSpPr>
        <p:grpSpPr>
          <a:xfrm>
            <a:off x="0" y="-133435"/>
            <a:ext cx="18288000" cy="7832463"/>
            <a:chOff x="0" y="-38100"/>
            <a:chExt cx="4816593" cy="2062871"/>
          </a:xfrm>
        </p:grpSpPr>
        <p:sp>
          <p:nvSpPr>
            <p:cNvPr id="238" name="Google Shape;238;p13"/>
            <p:cNvSpPr/>
            <p:nvPr/>
          </p:nvSpPr>
          <p:spPr>
            <a:xfrm>
              <a:off x="0" y="0"/>
              <a:ext cx="4816592" cy="2024771"/>
            </a:xfrm>
            <a:custGeom>
              <a:rect b="b" l="l" r="r" t="t"/>
              <a:pathLst>
                <a:path extrusionOk="0" h="2024771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024771"/>
                  </a:lnTo>
                  <a:lnTo>
                    <a:pt x="0" y="2024771"/>
                  </a:lnTo>
                  <a:close/>
                </a:path>
              </a:pathLst>
            </a:custGeom>
            <a:gradFill>
              <a:gsLst>
                <a:gs pos="0">
                  <a:srgbClr val="110823"/>
                </a:gs>
                <a:gs pos="33333">
                  <a:srgbClr val="110823">
                    <a:alpha val="85882"/>
                  </a:srgbClr>
                </a:gs>
                <a:gs pos="66667">
                  <a:srgbClr val="110823">
                    <a:alpha val="1725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239" name="Google Shape;239;p13"/>
            <p:cNvSpPr txBox="1"/>
            <p:nvPr/>
          </p:nvSpPr>
          <p:spPr>
            <a:xfrm>
              <a:off x="0" y="-38100"/>
              <a:ext cx="4816593" cy="20628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0" name="Google Shape;240;p13"/>
          <p:cNvSpPr/>
          <p:nvPr/>
        </p:nvSpPr>
        <p:spPr>
          <a:xfrm>
            <a:off x="17731938" y="167359"/>
            <a:ext cx="435995" cy="420933"/>
          </a:xfrm>
          <a:custGeom>
            <a:rect b="b" l="l" r="r" t="t"/>
            <a:pathLst>
              <a:path extrusionOk="0" h="420933" w="435995">
                <a:moveTo>
                  <a:pt x="0" y="0"/>
                </a:moveTo>
                <a:lnTo>
                  <a:pt x="435994" y="0"/>
                </a:lnTo>
                <a:lnTo>
                  <a:pt x="435994" y="420933"/>
                </a:lnTo>
                <a:lnTo>
                  <a:pt x="0" y="4209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1" name="Google Shape;241;p13"/>
          <p:cNvSpPr txBox="1"/>
          <p:nvPr/>
        </p:nvSpPr>
        <p:spPr>
          <a:xfrm>
            <a:off x="1467864" y="148309"/>
            <a:ext cx="153522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rgbClr val="00EDFF"/>
                </a:solidFill>
              </a:rPr>
              <a:t>DIAGNÓSTICO</a:t>
            </a:r>
            <a:r>
              <a:rPr b="0" i="0" lang="en-US" sz="6000" u="none" cap="none" strike="noStrike">
                <a:solidFill>
                  <a:srgbClr val="00EDFF"/>
                </a:solidFill>
                <a:latin typeface="Arial"/>
                <a:ea typeface="Arial"/>
                <a:cs typeface="Arial"/>
                <a:sym typeface="Arial"/>
              </a:rPr>
              <a:t> DE CONOCIMIENTOS DEL CURSO ANTERIOR</a:t>
            </a:r>
            <a:endParaRPr/>
          </a:p>
        </p:txBody>
      </p:sp>
      <p:sp>
        <p:nvSpPr>
          <p:cNvPr id="242" name="Google Shape;242;p13"/>
          <p:cNvSpPr txBox="1"/>
          <p:nvPr/>
        </p:nvSpPr>
        <p:spPr>
          <a:xfrm>
            <a:off x="4365822" y="4437253"/>
            <a:ext cx="13584113" cy="9933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8. ¿Qué es un flip-flop y para qué se usa?</a:t>
            </a:r>
            <a:endParaRPr/>
          </a:p>
        </p:txBody>
      </p:sp>
      <p:sp>
        <p:nvSpPr>
          <p:cNvPr id="243" name="Google Shape;243;p13"/>
          <p:cNvSpPr/>
          <p:nvPr/>
        </p:nvSpPr>
        <p:spPr>
          <a:xfrm>
            <a:off x="14703907" y="9562317"/>
            <a:ext cx="3354130" cy="487873"/>
          </a:xfrm>
          <a:custGeom>
            <a:rect b="b" l="l" r="r" t="t"/>
            <a:pathLst>
              <a:path extrusionOk="0" h="487873" w="3354130">
                <a:moveTo>
                  <a:pt x="0" y="0"/>
                </a:moveTo>
                <a:lnTo>
                  <a:pt x="3354130" y="0"/>
                </a:lnTo>
                <a:lnTo>
                  <a:pt x="3354130" y="487873"/>
                </a:lnTo>
                <a:lnTo>
                  <a:pt x="0" y="4878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8" name="Google Shape;248;p14"/>
          <p:cNvGrpSpPr/>
          <p:nvPr/>
        </p:nvGrpSpPr>
        <p:grpSpPr>
          <a:xfrm>
            <a:off x="0" y="-133435"/>
            <a:ext cx="18288000" cy="7832463"/>
            <a:chOff x="0" y="-38100"/>
            <a:chExt cx="4816593" cy="2062871"/>
          </a:xfrm>
        </p:grpSpPr>
        <p:sp>
          <p:nvSpPr>
            <p:cNvPr id="249" name="Google Shape;249;p14"/>
            <p:cNvSpPr/>
            <p:nvPr/>
          </p:nvSpPr>
          <p:spPr>
            <a:xfrm>
              <a:off x="0" y="0"/>
              <a:ext cx="4816592" cy="2024771"/>
            </a:xfrm>
            <a:custGeom>
              <a:rect b="b" l="l" r="r" t="t"/>
              <a:pathLst>
                <a:path extrusionOk="0" h="2024771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024771"/>
                  </a:lnTo>
                  <a:lnTo>
                    <a:pt x="0" y="2024771"/>
                  </a:lnTo>
                  <a:close/>
                </a:path>
              </a:pathLst>
            </a:custGeom>
            <a:gradFill>
              <a:gsLst>
                <a:gs pos="0">
                  <a:srgbClr val="110823"/>
                </a:gs>
                <a:gs pos="33333">
                  <a:srgbClr val="110823">
                    <a:alpha val="85882"/>
                  </a:srgbClr>
                </a:gs>
                <a:gs pos="66667">
                  <a:srgbClr val="110823">
                    <a:alpha val="1725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250" name="Google Shape;250;p14"/>
            <p:cNvSpPr txBox="1"/>
            <p:nvPr/>
          </p:nvSpPr>
          <p:spPr>
            <a:xfrm>
              <a:off x="0" y="-38100"/>
              <a:ext cx="4816593" cy="20628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1" name="Google Shape;251;p14"/>
          <p:cNvSpPr/>
          <p:nvPr/>
        </p:nvSpPr>
        <p:spPr>
          <a:xfrm>
            <a:off x="17731938" y="167359"/>
            <a:ext cx="435995" cy="420933"/>
          </a:xfrm>
          <a:custGeom>
            <a:rect b="b" l="l" r="r" t="t"/>
            <a:pathLst>
              <a:path extrusionOk="0" h="420933" w="435995">
                <a:moveTo>
                  <a:pt x="0" y="0"/>
                </a:moveTo>
                <a:lnTo>
                  <a:pt x="435994" y="0"/>
                </a:lnTo>
                <a:lnTo>
                  <a:pt x="435994" y="420933"/>
                </a:lnTo>
                <a:lnTo>
                  <a:pt x="0" y="4209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2" name="Google Shape;252;p14"/>
          <p:cNvSpPr txBox="1"/>
          <p:nvPr/>
        </p:nvSpPr>
        <p:spPr>
          <a:xfrm>
            <a:off x="1467864" y="148309"/>
            <a:ext cx="15352272" cy="1695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rgbClr val="00EDFF"/>
                </a:solidFill>
                <a:latin typeface="Arial"/>
                <a:ea typeface="Arial"/>
                <a:cs typeface="Arial"/>
                <a:sym typeface="Arial"/>
              </a:rPr>
              <a:t>DIAGNOSTICO DE CONOCIMIENTOS DEL CURSO ANTERIOR</a:t>
            </a:r>
            <a:endParaRPr/>
          </a:p>
        </p:txBody>
      </p:sp>
      <p:sp>
        <p:nvSpPr>
          <p:cNvPr id="253" name="Google Shape;253;p14"/>
          <p:cNvSpPr txBox="1"/>
          <p:nvPr/>
        </p:nvSpPr>
        <p:spPr>
          <a:xfrm>
            <a:off x="2796859" y="4437253"/>
            <a:ext cx="13584113" cy="9933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9. ¿Qué es un multiplexor (MUX) y cuál es su utilidad?</a:t>
            </a:r>
            <a:endParaRPr/>
          </a:p>
        </p:txBody>
      </p:sp>
      <p:sp>
        <p:nvSpPr>
          <p:cNvPr id="254" name="Google Shape;254;p14"/>
          <p:cNvSpPr/>
          <p:nvPr/>
        </p:nvSpPr>
        <p:spPr>
          <a:xfrm>
            <a:off x="14703907" y="9562317"/>
            <a:ext cx="3354130" cy="487873"/>
          </a:xfrm>
          <a:custGeom>
            <a:rect b="b" l="l" r="r" t="t"/>
            <a:pathLst>
              <a:path extrusionOk="0" h="487873" w="3354130">
                <a:moveTo>
                  <a:pt x="0" y="0"/>
                </a:moveTo>
                <a:lnTo>
                  <a:pt x="3354130" y="0"/>
                </a:lnTo>
                <a:lnTo>
                  <a:pt x="3354130" y="487873"/>
                </a:lnTo>
                <a:lnTo>
                  <a:pt x="0" y="4878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9" name="Google Shape;259;p15"/>
          <p:cNvGrpSpPr/>
          <p:nvPr/>
        </p:nvGrpSpPr>
        <p:grpSpPr>
          <a:xfrm>
            <a:off x="0" y="-133435"/>
            <a:ext cx="18288000" cy="7832463"/>
            <a:chOff x="0" y="-38100"/>
            <a:chExt cx="4816593" cy="2062871"/>
          </a:xfrm>
        </p:grpSpPr>
        <p:sp>
          <p:nvSpPr>
            <p:cNvPr id="260" name="Google Shape;260;p15"/>
            <p:cNvSpPr/>
            <p:nvPr/>
          </p:nvSpPr>
          <p:spPr>
            <a:xfrm>
              <a:off x="0" y="0"/>
              <a:ext cx="4816592" cy="2024771"/>
            </a:xfrm>
            <a:custGeom>
              <a:rect b="b" l="l" r="r" t="t"/>
              <a:pathLst>
                <a:path extrusionOk="0" h="2024771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024771"/>
                  </a:lnTo>
                  <a:lnTo>
                    <a:pt x="0" y="2024771"/>
                  </a:lnTo>
                  <a:close/>
                </a:path>
              </a:pathLst>
            </a:custGeom>
            <a:gradFill>
              <a:gsLst>
                <a:gs pos="0">
                  <a:srgbClr val="110823"/>
                </a:gs>
                <a:gs pos="33333">
                  <a:srgbClr val="110823">
                    <a:alpha val="85882"/>
                  </a:srgbClr>
                </a:gs>
                <a:gs pos="66667">
                  <a:srgbClr val="110823">
                    <a:alpha val="1725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261" name="Google Shape;261;p15"/>
            <p:cNvSpPr txBox="1"/>
            <p:nvPr/>
          </p:nvSpPr>
          <p:spPr>
            <a:xfrm>
              <a:off x="0" y="-38100"/>
              <a:ext cx="4816593" cy="20628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2" name="Google Shape;262;p15"/>
          <p:cNvSpPr/>
          <p:nvPr/>
        </p:nvSpPr>
        <p:spPr>
          <a:xfrm>
            <a:off x="17731938" y="167359"/>
            <a:ext cx="435995" cy="420933"/>
          </a:xfrm>
          <a:custGeom>
            <a:rect b="b" l="l" r="r" t="t"/>
            <a:pathLst>
              <a:path extrusionOk="0" h="420933" w="435995">
                <a:moveTo>
                  <a:pt x="0" y="0"/>
                </a:moveTo>
                <a:lnTo>
                  <a:pt x="435994" y="0"/>
                </a:lnTo>
                <a:lnTo>
                  <a:pt x="435994" y="420933"/>
                </a:lnTo>
                <a:lnTo>
                  <a:pt x="0" y="4209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3" name="Google Shape;263;p15"/>
          <p:cNvSpPr txBox="1"/>
          <p:nvPr/>
        </p:nvSpPr>
        <p:spPr>
          <a:xfrm>
            <a:off x="1467864" y="148309"/>
            <a:ext cx="153522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rgbClr val="00EDFF"/>
                </a:solidFill>
              </a:rPr>
              <a:t>DIAGNÓSTICO</a:t>
            </a:r>
            <a:r>
              <a:rPr b="0" i="0" lang="en-US" sz="6000" u="none" cap="none" strike="noStrike">
                <a:solidFill>
                  <a:srgbClr val="00EDFF"/>
                </a:solidFill>
                <a:latin typeface="Arial"/>
                <a:ea typeface="Arial"/>
                <a:cs typeface="Arial"/>
                <a:sym typeface="Arial"/>
              </a:rPr>
              <a:t> DE CONOCIMIENTOS DEL CURSO ANTERIOR</a:t>
            </a:r>
            <a:endParaRPr/>
          </a:p>
        </p:txBody>
      </p:sp>
      <p:sp>
        <p:nvSpPr>
          <p:cNvPr id="264" name="Google Shape;264;p15"/>
          <p:cNvSpPr txBox="1"/>
          <p:nvPr/>
        </p:nvSpPr>
        <p:spPr>
          <a:xfrm>
            <a:off x="2351943" y="3894328"/>
            <a:ext cx="13584113" cy="20792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2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10. ¿Qué es un sumador binario y cómo se utiliza en la ALU?</a:t>
            </a:r>
            <a:endParaRPr/>
          </a:p>
        </p:txBody>
      </p:sp>
      <p:sp>
        <p:nvSpPr>
          <p:cNvPr id="265" name="Google Shape;265;p15"/>
          <p:cNvSpPr/>
          <p:nvPr/>
        </p:nvSpPr>
        <p:spPr>
          <a:xfrm>
            <a:off x="14703907" y="9562317"/>
            <a:ext cx="3354130" cy="487873"/>
          </a:xfrm>
          <a:custGeom>
            <a:rect b="b" l="l" r="r" t="t"/>
            <a:pathLst>
              <a:path extrusionOk="0" h="487873" w="3354130">
                <a:moveTo>
                  <a:pt x="0" y="0"/>
                </a:moveTo>
                <a:lnTo>
                  <a:pt x="3354130" y="0"/>
                </a:lnTo>
                <a:lnTo>
                  <a:pt x="3354130" y="487873"/>
                </a:lnTo>
                <a:lnTo>
                  <a:pt x="0" y="4878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0" name="Google Shape;270;p16"/>
          <p:cNvGrpSpPr/>
          <p:nvPr/>
        </p:nvGrpSpPr>
        <p:grpSpPr>
          <a:xfrm>
            <a:off x="0" y="-133435"/>
            <a:ext cx="18288000" cy="7832463"/>
            <a:chOff x="0" y="-38100"/>
            <a:chExt cx="4816593" cy="2062871"/>
          </a:xfrm>
        </p:grpSpPr>
        <p:sp>
          <p:nvSpPr>
            <p:cNvPr id="271" name="Google Shape;271;p16"/>
            <p:cNvSpPr/>
            <p:nvPr/>
          </p:nvSpPr>
          <p:spPr>
            <a:xfrm>
              <a:off x="0" y="0"/>
              <a:ext cx="4816592" cy="2024771"/>
            </a:xfrm>
            <a:custGeom>
              <a:rect b="b" l="l" r="r" t="t"/>
              <a:pathLst>
                <a:path extrusionOk="0" h="2024771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024771"/>
                  </a:lnTo>
                  <a:lnTo>
                    <a:pt x="0" y="2024771"/>
                  </a:lnTo>
                  <a:close/>
                </a:path>
              </a:pathLst>
            </a:custGeom>
            <a:gradFill>
              <a:gsLst>
                <a:gs pos="0">
                  <a:srgbClr val="110823"/>
                </a:gs>
                <a:gs pos="33333">
                  <a:srgbClr val="110823">
                    <a:alpha val="85882"/>
                  </a:srgbClr>
                </a:gs>
                <a:gs pos="66667">
                  <a:srgbClr val="110823">
                    <a:alpha val="1725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272" name="Google Shape;272;p16"/>
            <p:cNvSpPr txBox="1"/>
            <p:nvPr/>
          </p:nvSpPr>
          <p:spPr>
            <a:xfrm>
              <a:off x="0" y="-38100"/>
              <a:ext cx="4816593" cy="20628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3" name="Google Shape;273;p16"/>
          <p:cNvSpPr/>
          <p:nvPr/>
        </p:nvSpPr>
        <p:spPr>
          <a:xfrm>
            <a:off x="17672565" y="231992"/>
            <a:ext cx="435995" cy="420933"/>
          </a:xfrm>
          <a:custGeom>
            <a:rect b="b" l="l" r="r" t="t"/>
            <a:pathLst>
              <a:path extrusionOk="0" h="420933" w="435995">
                <a:moveTo>
                  <a:pt x="0" y="0"/>
                </a:moveTo>
                <a:lnTo>
                  <a:pt x="435994" y="0"/>
                </a:lnTo>
                <a:lnTo>
                  <a:pt x="435994" y="420933"/>
                </a:lnTo>
                <a:lnTo>
                  <a:pt x="0" y="4209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4" name="Google Shape;274;p16"/>
          <p:cNvSpPr/>
          <p:nvPr/>
        </p:nvSpPr>
        <p:spPr>
          <a:xfrm>
            <a:off x="209116" y="102725"/>
            <a:ext cx="541197" cy="550201"/>
          </a:xfrm>
          <a:custGeom>
            <a:rect b="b" l="l" r="r" t="t"/>
            <a:pathLst>
              <a:path extrusionOk="0" h="550201" w="541197">
                <a:moveTo>
                  <a:pt x="0" y="0"/>
                </a:moveTo>
                <a:lnTo>
                  <a:pt x="541198" y="0"/>
                </a:lnTo>
                <a:lnTo>
                  <a:pt x="541198" y="550200"/>
                </a:lnTo>
                <a:lnTo>
                  <a:pt x="0" y="5502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5" name="Google Shape;275;p16"/>
          <p:cNvSpPr/>
          <p:nvPr/>
        </p:nvSpPr>
        <p:spPr>
          <a:xfrm>
            <a:off x="14754429" y="9578401"/>
            <a:ext cx="3354130" cy="487873"/>
          </a:xfrm>
          <a:custGeom>
            <a:rect b="b" l="l" r="r" t="t"/>
            <a:pathLst>
              <a:path extrusionOk="0" h="487873" w="3354130">
                <a:moveTo>
                  <a:pt x="0" y="0"/>
                </a:moveTo>
                <a:lnTo>
                  <a:pt x="3354130" y="0"/>
                </a:lnTo>
                <a:lnTo>
                  <a:pt x="3354130" y="487873"/>
                </a:lnTo>
                <a:lnTo>
                  <a:pt x="0" y="4878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6" name="Google Shape;276;p16"/>
          <p:cNvSpPr/>
          <p:nvPr/>
        </p:nvSpPr>
        <p:spPr>
          <a:xfrm>
            <a:off x="9757541" y="3592341"/>
            <a:ext cx="1680054" cy="886228"/>
          </a:xfrm>
          <a:custGeom>
            <a:rect b="b" l="l" r="r" t="t"/>
            <a:pathLst>
              <a:path extrusionOk="0" h="886228" w="1680054">
                <a:moveTo>
                  <a:pt x="0" y="0"/>
                </a:moveTo>
                <a:lnTo>
                  <a:pt x="1680054" y="0"/>
                </a:lnTo>
                <a:lnTo>
                  <a:pt x="1680054" y="886229"/>
                </a:lnTo>
                <a:lnTo>
                  <a:pt x="0" y="88622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7" name="Google Shape;277;p16"/>
          <p:cNvSpPr/>
          <p:nvPr/>
        </p:nvSpPr>
        <p:spPr>
          <a:xfrm>
            <a:off x="70308" y="6408382"/>
            <a:ext cx="4450976" cy="3657893"/>
          </a:xfrm>
          <a:custGeom>
            <a:rect b="b" l="l" r="r" t="t"/>
            <a:pathLst>
              <a:path extrusionOk="0" h="3657893" w="4450976">
                <a:moveTo>
                  <a:pt x="0" y="0"/>
                </a:moveTo>
                <a:lnTo>
                  <a:pt x="4450975" y="0"/>
                </a:lnTo>
                <a:lnTo>
                  <a:pt x="4450975" y="3657892"/>
                </a:lnTo>
                <a:lnTo>
                  <a:pt x="0" y="36578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8" name="Google Shape;278;p16"/>
          <p:cNvSpPr txBox="1"/>
          <p:nvPr/>
        </p:nvSpPr>
        <p:spPr>
          <a:xfrm>
            <a:off x="5077254" y="4231005"/>
            <a:ext cx="8133491" cy="1824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99" u="none" cap="none" strike="noStrike">
                <a:solidFill>
                  <a:srgbClr val="00EDFF"/>
                </a:solidFill>
                <a:latin typeface="Arial"/>
                <a:ea typeface="Arial"/>
                <a:cs typeface="Arial"/>
                <a:sym typeface="Arial"/>
              </a:rPr>
              <a:t>LECTURA DEL PROGRAMA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3" name="Google Shape;283;p17"/>
          <p:cNvGrpSpPr/>
          <p:nvPr/>
        </p:nvGrpSpPr>
        <p:grpSpPr>
          <a:xfrm>
            <a:off x="0" y="-133435"/>
            <a:ext cx="18288000" cy="7832463"/>
            <a:chOff x="0" y="-38100"/>
            <a:chExt cx="4816593" cy="2062871"/>
          </a:xfrm>
        </p:grpSpPr>
        <p:sp>
          <p:nvSpPr>
            <p:cNvPr id="284" name="Google Shape;284;p17"/>
            <p:cNvSpPr/>
            <p:nvPr/>
          </p:nvSpPr>
          <p:spPr>
            <a:xfrm>
              <a:off x="0" y="0"/>
              <a:ext cx="4816592" cy="2024771"/>
            </a:xfrm>
            <a:custGeom>
              <a:rect b="b" l="l" r="r" t="t"/>
              <a:pathLst>
                <a:path extrusionOk="0" h="2024771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024771"/>
                  </a:lnTo>
                  <a:lnTo>
                    <a:pt x="0" y="2024771"/>
                  </a:lnTo>
                  <a:close/>
                </a:path>
              </a:pathLst>
            </a:custGeom>
            <a:gradFill>
              <a:gsLst>
                <a:gs pos="0">
                  <a:srgbClr val="110823"/>
                </a:gs>
                <a:gs pos="33333">
                  <a:srgbClr val="110823">
                    <a:alpha val="85882"/>
                  </a:srgbClr>
                </a:gs>
                <a:gs pos="66667">
                  <a:srgbClr val="110823">
                    <a:alpha val="1725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285" name="Google Shape;285;p17"/>
            <p:cNvSpPr txBox="1"/>
            <p:nvPr/>
          </p:nvSpPr>
          <p:spPr>
            <a:xfrm>
              <a:off x="0" y="-38100"/>
              <a:ext cx="4816593" cy="20628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6" name="Google Shape;286;p17"/>
          <p:cNvSpPr/>
          <p:nvPr/>
        </p:nvSpPr>
        <p:spPr>
          <a:xfrm>
            <a:off x="17715712" y="129377"/>
            <a:ext cx="435995" cy="420933"/>
          </a:xfrm>
          <a:custGeom>
            <a:rect b="b" l="l" r="r" t="t"/>
            <a:pathLst>
              <a:path extrusionOk="0" h="420933" w="435995">
                <a:moveTo>
                  <a:pt x="0" y="0"/>
                </a:moveTo>
                <a:lnTo>
                  <a:pt x="435995" y="0"/>
                </a:lnTo>
                <a:lnTo>
                  <a:pt x="435995" y="420933"/>
                </a:lnTo>
                <a:lnTo>
                  <a:pt x="0" y="4209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7" name="Google Shape;287;p17"/>
          <p:cNvSpPr/>
          <p:nvPr/>
        </p:nvSpPr>
        <p:spPr>
          <a:xfrm>
            <a:off x="0" y="9497776"/>
            <a:ext cx="3354130" cy="487873"/>
          </a:xfrm>
          <a:custGeom>
            <a:rect b="b" l="l" r="r" t="t"/>
            <a:pathLst>
              <a:path extrusionOk="0" h="487873" w="3354130">
                <a:moveTo>
                  <a:pt x="0" y="0"/>
                </a:moveTo>
                <a:lnTo>
                  <a:pt x="3354130" y="0"/>
                </a:lnTo>
                <a:lnTo>
                  <a:pt x="3354130" y="487874"/>
                </a:lnTo>
                <a:lnTo>
                  <a:pt x="0" y="4878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8" name="Google Shape;288;p17"/>
          <p:cNvSpPr/>
          <p:nvPr/>
        </p:nvSpPr>
        <p:spPr>
          <a:xfrm>
            <a:off x="15439275" y="7295320"/>
            <a:ext cx="2848725" cy="2874860"/>
          </a:xfrm>
          <a:custGeom>
            <a:rect b="b" l="l" r="r" t="t"/>
            <a:pathLst>
              <a:path extrusionOk="0" h="2874860" w="2848725">
                <a:moveTo>
                  <a:pt x="0" y="0"/>
                </a:moveTo>
                <a:lnTo>
                  <a:pt x="2848725" y="0"/>
                </a:lnTo>
                <a:lnTo>
                  <a:pt x="2848725" y="2874861"/>
                </a:lnTo>
                <a:lnTo>
                  <a:pt x="0" y="287486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9" name="Google Shape;289;p17"/>
          <p:cNvSpPr txBox="1"/>
          <p:nvPr/>
        </p:nvSpPr>
        <p:spPr>
          <a:xfrm>
            <a:off x="2836213" y="531260"/>
            <a:ext cx="124209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rgbClr val="00EDFF"/>
                </a:solidFill>
              </a:rPr>
              <a:t>DIAGNÓSTICO</a:t>
            </a:r>
            <a:r>
              <a:rPr b="0" i="0" lang="en-US" sz="6000" u="none" cap="none" strike="noStrike">
                <a:solidFill>
                  <a:srgbClr val="00EDFF"/>
                </a:solidFill>
                <a:latin typeface="Arial"/>
                <a:ea typeface="Arial"/>
                <a:cs typeface="Arial"/>
                <a:sym typeface="Arial"/>
              </a:rPr>
              <a:t> DEL NUEVO CONTENIDO</a:t>
            </a:r>
            <a:endParaRPr/>
          </a:p>
        </p:txBody>
      </p:sp>
      <p:sp>
        <p:nvSpPr>
          <p:cNvPr id="290" name="Google Shape;290;p17"/>
          <p:cNvSpPr txBox="1"/>
          <p:nvPr/>
        </p:nvSpPr>
        <p:spPr>
          <a:xfrm>
            <a:off x="4245719" y="4926480"/>
            <a:ext cx="11569505" cy="6175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99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 escuchan sugerencias y aspiraciones del curso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8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9497" l="0" r="0" t="-9499"/>
            </a:stretch>
          </a:blipFill>
          <a:ln>
            <a:noFill/>
          </a:ln>
        </p:spPr>
      </p:sp>
      <p:sp>
        <p:nvSpPr>
          <p:cNvPr id="296" name="Google Shape;296;p18"/>
          <p:cNvSpPr/>
          <p:nvPr/>
        </p:nvSpPr>
        <p:spPr>
          <a:xfrm>
            <a:off x="0" y="6280461"/>
            <a:ext cx="3882995" cy="3882995"/>
          </a:xfrm>
          <a:custGeom>
            <a:rect b="b" l="l" r="r" t="t"/>
            <a:pathLst>
              <a:path extrusionOk="0" h="3882995" w="3882995">
                <a:moveTo>
                  <a:pt x="0" y="0"/>
                </a:moveTo>
                <a:lnTo>
                  <a:pt x="3882995" y="0"/>
                </a:lnTo>
                <a:lnTo>
                  <a:pt x="3882995" y="3882995"/>
                </a:lnTo>
                <a:lnTo>
                  <a:pt x="0" y="38829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97" name="Google Shape;297;p18"/>
          <p:cNvGrpSpPr/>
          <p:nvPr/>
        </p:nvGrpSpPr>
        <p:grpSpPr>
          <a:xfrm>
            <a:off x="0" y="-144661"/>
            <a:ext cx="18288000" cy="7832463"/>
            <a:chOff x="0" y="-38100"/>
            <a:chExt cx="4816593" cy="2062871"/>
          </a:xfrm>
        </p:grpSpPr>
        <p:sp>
          <p:nvSpPr>
            <p:cNvPr id="298" name="Google Shape;298;p18"/>
            <p:cNvSpPr/>
            <p:nvPr/>
          </p:nvSpPr>
          <p:spPr>
            <a:xfrm>
              <a:off x="0" y="0"/>
              <a:ext cx="4816592" cy="2024771"/>
            </a:xfrm>
            <a:custGeom>
              <a:rect b="b" l="l" r="r" t="t"/>
              <a:pathLst>
                <a:path extrusionOk="0" h="2024771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024771"/>
                  </a:lnTo>
                  <a:lnTo>
                    <a:pt x="0" y="2024771"/>
                  </a:lnTo>
                  <a:close/>
                </a:path>
              </a:pathLst>
            </a:custGeom>
            <a:gradFill>
              <a:gsLst>
                <a:gs pos="0">
                  <a:srgbClr val="110823"/>
                </a:gs>
                <a:gs pos="33333">
                  <a:srgbClr val="110823">
                    <a:alpha val="85882"/>
                  </a:srgbClr>
                </a:gs>
                <a:gs pos="66667">
                  <a:srgbClr val="110823">
                    <a:alpha val="1725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299" name="Google Shape;299;p18"/>
            <p:cNvSpPr txBox="1"/>
            <p:nvPr/>
          </p:nvSpPr>
          <p:spPr>
            <a:xfrm>
              <a:off x="0" y="-38100"/>
              <a:ext cx="4816593" cy="20628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0" name="Google Shape;300;p18"/>
          <p:cNvSpPr/>
          <p:nvPr/>
        </p:nvSpPr>
        <p:spPr>
          <a:xfrm rot="10800000">
            <a:off x="14881808" y="-298830"/>
            <a:ext cx="3882995" cy="3882995"/>
          </a:xfrm>
          <a:custGeom>
            <a:rect b="b" l="l" r="r" t="t"/>
            <a:pathLst>
              <a:path extrusionOk="0" h="3882995" w="3882995">
                <a:moveTo>
                  <a:pt x="3882995" y="3882995"/>
                </a:moveTo>
                <a:lnTo>
                  <a:pt x="0" y="3882995"/>
                </a:lnTo>
                <a:lnTo>
                  <a:pt x="0" y="0"/>
                </a:lnTo>
                <a:lnTo>
                  <a:pt x="3882995" y="0"/>
                </a:lnTo>
                <a:lnTo>
                  <a:pt x="3882995" y="3882995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1" name="Google Shape;301;p18"/>
          <p:cNvSpPr/>
          <p:nvPr/>
        </p:nvSpPr>
        <p:spPr>
          <a:xfrm>
            <a:off x="13639956" y="6138435"/>
            <a:ext cx="1241852" cy="1610181"/>
          </a:xfrm>
          <a:custGeom>
            <a:rect b="b" l="l" r="r" t="t"/>
            <a:pathLst>
              <a:path extrusionOk="0" h="1610181" w="1241852">
                <a:moveTo>
                  <a:pt x="0" y="0"/>
                </a:moveTo>
                <a:lnTo>
                  <a:pt x="1241852" y="0"/>
                </a:lnTo>
                <a:lnTo>
                  <a:pt x="1241852" y="1610181"/>
                </a:lnTo>
                <a:lnTo>
                  <a:pt x="0" y="161018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2" name="Google Shape;302;p18"/>
          <p:cNvSpPr/>
          <p:nvPr/>
        </p:nvSpPr>
        <p:spPr>
          <a:xfrm>
            <a:off x="16309371" y="7859481"/>
            <a:ext cx="2287329" cy="2830320"/>
          </a:xfrm>
          <a:custGeom>
            <a:rect b="b" l="l" r="r" t="t"/>
            <a:pathLst>
              <a:path extrusionOk="0" h="2830320" w="2287329">
                <a:moveTo>
                  <a:pt x="0" y="0"/>
                </a:moveTo>
                <a:lnTo>
                  <a:pt x="2287330" y="0"/>
                </a:lnTo>
                <a:lnTo>
                  <a:pt x="2287330" y="2830320"/>
                </a:lnTo>
                <a:lnTo>
                  <a:pt x="0" y="28303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4782" l="0" r="0" t="0"/>
            </a:stretch>
          </a:blipFill>
          <a:ln>
            <a:noFill/>
          </a:ln>
        </p:spPr>
      </p:sp>
      <p:sp>
        <p:nvSpPr>
          <p:cNvPr id="303" name="Google Shape;303;p18"/>
          <p:cNvSpPr/>
          <p:nvPr/>
        </p:nvSpPr>
        <p:spPr>
          <a:xfrm rot="5400000">
            <a:off x="1580155" y="5659676"/>
            <a:ext cx="1704656" cy="2299357"/>
          </a:xfrm>
          <a:custGeom>
            <a:rect b="b" l="l" r="r" t="t"/>
            <a:pathLst>
              <a:path extrusionOk="0" h="2299357" w="1704656">
                <a:moveTo>
                  <a:pt x="0" y="0"/>
                </a:moveTo>
                <a:lnTo>
                  <a:pt x="1704656" y="0"/>
                </a:lnTo>
                <a:lnTo>
                  <a:pt x="1704656" y="2299356"/>
                </a:lnTo>
                <a:lnTo>
                  <a:pt x="0" y="22993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-4029" t="0"/>
            </a:stretch>
          </a:blipFill>
          <a:ln>
            <a:noFill/>
          </a:ln>
        </p:spPr>
      </p:sp>
      <p:grpSp>
        <p:nvGrpSpPr>
          <p:cNvPr id="304" name="Google Shape;304;p18"/>
          <p:cNvGrpSpPr/>
          <p:nvPr/>
        </p:nvGrpSpPr>
        <p:grpSpPr>
          <a:xfrm>
            <a:off x="7641073" y="8807796"/>
            <a:ext cx="3325122" cy="752862"/>
            <a:chOff x="0" y="-47625"/>
            <a:chExt cx="875752" cy="198284"/>
          </a:xfrm>
        </p:grpSpPr>
        <p:sp>
          <p:nvSpPr>
            <p:cNvPr id="305" name="Google Shape;305;p18"/>
            <p:cNvSpPr/>
            <p:nvPr/>
          </p:nvSpPr>
          <p:spPr>
            <a:xfrm>
              <a:off x="0" y="0"/>
              <a:ext cx="875752" cy="150659"/>
            </a:xfrm>
            <a:custGeom>
              <a:rect b="b" l="l" r="r" t="t"/>
              <a:pathLst>
                <a:path extrusionOk="0" h="150659" w="875752">
                  <a:moveTo>
                    <a:pt x="75330" y="0"/>
                  </a:moveTo>
                  <a:lnTo>
                    <a:pt x="800423" y="0"/>
                  </a:lnTo>
                  <a:cubicBezTo>
                    <a:pt x="842026" y="0"/>
                    <a:pt x="875752" y="33726"/>
                    <a:pt x="875752" y="75330"/>
                  </a:cubicBezTo>
                  <a:lnTo>
                    <a:pt x="875752" y="75330"/>
                  </a:lnTo>
                  <a:cubicBezTo>
                    <a:pt x="875752" y="95308"/>
                    <a:pt x="867816" y="114469"/>
                    <a:pt x="853689" y="128596"/>
                  </a:cubicBezTo>
                  <a:cubicBezTo>
                    <a:pt x="839562" y="142723"/>
                    <a:pt x="820401" y="150659"/>
                    <a:pt x="800423" y="150659"/>
                  </a:cubicBezTo>
                  <a:lnTo>
                    <a:pt x="75330" y="150659"/>
                  </a:lnTo>
                  <a:cubicBezTo>
                    <a:pt x="33726" y="150659"/>
                    <a:pt x="0" y="116933"/>
                    <a:pt x="0" y="75330"/>
                  </a:cubicBezTo>
                  <a:lnTo>
                    <a:pt x="0" y="75330"/>
                  </a:lnTo>
                  <a:cubicBezTo>
                    <a:pt x="0" y="33726"/>
                    <a:pt x="33726" y="0"/>
                    <a:pt x="75330" y="0"/>
                  </a:cubicBezTo>
                  <a:close/>
                </a:path>
              </a:pathLst>
            </a:custGeom>
            <a:solidFill>
              <a:srgbClr val="00ED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18"/>
            <p:cNvSpPr txBox="1"/>
            <p:nvPr/>
          </p:nvSpPr>
          <p:spPr>
            <a:xfrm>
              <a:off x="0" y="-47625"/>
              <a:ext cx="875752" cy="1982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943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7" name="Google Shape;307;p18"/>
          <p:cNvSpPr/>
          <p:nvPr/>
        </p:nvSpPr>
        <p:spPr>
          <a:xfrm>
            <a:off x="16823305" y="1005559"/>
            <a:ext cx="435995" cy="420933"/>
          </a:xfrm>
          <a:custGeom>
            <a:rect b="b" l="l" r="r" t="t"/>
            <a:pathLst>
              <a:path extrusionOk="0" h="420933" w="435995">
                <a:moveTo>
                  <a:pt x="0" y="0"/>
                </a:moveTo>
                <a:lnTo>
                  <a:pt x="435995" y="0"/>
                </a:lnTo>
                <a:lnTo>
                  <a:pt x="435995" y="420933"/>
                </a:lnTo>
                <a:lnTo>
                  <a:pt x="0" y="4209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8" name="Google Shape;308;p18"/>
          <p:cNvSpPr/>
          <p:nvPr/>
        </p:nvSpPr>
        <p:spPr>
          <a:xfrm>
            <a:off x="1382847" y="1163300"/>
            <a:ext cx="320407" cy="213471"/>
          </a:xfrm>
          <a:custGeom>
            <a:rect b="b" l="l" r="r" t="t"/>
            <a:pathLst>
              <a:path extrusionOk="0" h="213471" w="320407">
                <a:moveTo>
                  <a:pt x="0" y="0"/>
                </a:moveTo>
                <a:lnTo>
                  <a:pt x="320406" y="0"/>
                </a:lnTo>
                <a:lnTo>
                  <a:pt x="320406" y="213471"/>
                </a:lnTo>
                <a:lnTo>
                  <a:pt x="0" y="21347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9" name="Google Shape;309;p18"/>
          <p:cNvSpPr txBox="1"/>
          <p:nvPr/>
        </p:nvSpPr>
        <p:spPr>
          <a:xfrm>
            <a:off x="2887560" y="949457"/>
            <a:ext cx="12512880" cy="7563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860" u="none" cap="none" strike="noStrike">
                <a:solidFill>
                  <a:srgbClr val="D8FCFF"/>
                </a:solidFill>
                <a:latin typeface="Arial"/>
                <a:ea typeface="Arial"/>
                <a:cs typeface="Arial"/>
                <a:sym typeface="Arial"/>
              </a:rPr>
              <a:t> GRACIAS POR SU ATENCION</a:t>
            </a:r>
            <a:endParaRPr/>
          </a:p>
        </p:txBody>
      </p:sp>
      <p:sp>
        <p:nvSpPr>
          <p:cNvPr id="310" name="Google Shape;310;p18"/>
          <p:cNvSpPr txBox="1"/>
          <p:nvPr/>
        </p:nvSpPr>
        <p:spPr>
          <a:xfrm>
            <a:off x="0" y="91079"/>
            <a:ext cx="6825078" cy="3387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92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ORGANIZACIÓN COMPUTACIONAL</a:t>
            </a:r>
            <a:endParaRPr/>
          </a:p>
        </p:txBody>
      </p:sp>
      <p:sp>
        <p:nvSpPr>
          <p:cNvPr id="311" name="Google Shape;311;p18"/>
          <p:cNvSpPr txBox="1"/>
          <p:nvPr/>
        </p:nvSpPr>
        <p:spPr>
          <a:xfrm>
            <a:off x="7481439" y="9039691"/>
            <a:ext cx="3644390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End Presentation</a:t>
            </a:r>
            <a:endParaRPr/>
          </a:p>
        </p:txBody>
      </p:sp>
      <p:sp>
        <p:nvSpPr>
          <p:cNvPr id="312" name="Google Shape;312;p18"/>
          <p:cNvSpPr/>
          <p:nvPr/>
        </p:nvSpPr>
        <p:spPr>
          <a:xfrm>
            <a:off x="228031" y="429875"/>
            <a:ext cx="3354130" cy="487873"/>
          </a:xfrm>
          <a:custGeom>
            <a:rect b="b" l="l" r="r" t="t"/>
            <a:pathLst>
              <a:path extrusionOk="0" h="487873" w="3354130">
                <a:moveTo>
                  <a:pt x="0" y="0"/>
                </a:moveTo>
                <a:lnTo>
                  <a:pt x="3354130" y="0"/>
                </a:lnTo>
                <a:lnTo>
                  <a:pt x="3354130" y="487873"/>
                </a:lnTo>
                <a:lnTo>
                  <a:pt x="0" y="4878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 amt="56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13" name="Google Shape;313;p18"/>
          <p:cNvSpPr/>
          <p:nvPr/>
        </p:nvSpPr>
        <p:spPr>
          <a:xfrm>
            <a:off x="10241743" y="3515542"/>
            <a:ext cx="1129636" cy="1334999"/>
          </a:xfrm>
          <a:custGeom>
            <a:rect b="b" l="l" r="r" t="t"/>
            <a:pathLst>
              <a:path extrusionOk="0" h="1334999" w="1129636">
                <a:moveTo>
                  <a:pt x="0" y="0"/>
                </a:moveTo>
                <a:lnTo>
                  <a:pt x="1129636" y="0"/>
                </a:lnTo>
                <a:lnTo>
                  <a:pt x="1129636" y="1335000"/>
                </a:lnTo>
                <a:lnTo>
                  <a:pt x="0" y="1335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4855" l="0" r="0" t="-4855"/>
            </a:stretch>
          </a:blip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