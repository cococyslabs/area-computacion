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10287000" cx="18288000"/>
  <p:notesSz cx="6858000" cy="9144000"/>
  <p:embeddedFontLst>
    <p:embeddedFont>
      <p:font typeface="Libre Franklin"/>
      <p:regular r:id="rId25"/>
      <p:bold r:id="rId26"/>
      <p:italic r:id="rId27"/>
      <p:boldItalic r:id="rId28"/>
    </p:embeddedFont>
    <p:embeddedFont>
      <p:font typeface="Lobster"/>
      <p:regular r:id="rId29"/>
    </p:embeddedFont>
    <p:embeddedFont>
      <p:font typeface="Tenor Sans"/>
      <p:regular r:id="rId30"/>
    </p:embeddedFont>
    <p:embeddedFont>
      <p:font typeface="Pacifico"/>
      <p:regular r:id="rId31"/>
    </p:embeddedFont>
    <p:embeddedFont>
      <p:font typeface="Open Sans"/>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6" roundtripDataSignature="AMtx7mjcJIA4SHgkB5mXcd8geVdHq6Ej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ibreFranklin-bold.fntdata"/><Relationship Id="rId25" Type="http://schemas.openxmlformats.org/officeDocument/2006/relationships/font" Target="fonts/LibreFranklin-regular.fntdata"/><Relationship Id="rId28" Type="http://schemas.openxmlformats.org/officeDocument/2006/relationships/font" Target="fonts/LibreFranklin-boldItalic.fntdata"/><Relationship Id="rId27" Type="http://schemas.openxmlformats.org/officeDocument/2006/relationships/font" Target="fonts/LibreFranklin-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obster-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acifico-regular.fntdata"/><Relationship Id="rId30" Type="http://schemas.openxmlformats.org/officeDocument/2006/relationships/font" Target="fonts/TenorSans-regular.fntdata"/><Relationship Id="rId11" Type="http://schemas.openxmlformats.org/officeDocument/2006/relationships/slide" Target="slides/slide6.xml"/><Relationship Id="rId33" Type="http://schemas.openxmlformats.org/officeDocument/2006/relationships/font" Target="fonts/OpenSans-bold.fntdata"/><Relationship Id="rId10" Type="http://schemas.openxmlformats.org/officeDocument/2006/relationships/slide" Target="slides/slide5.xml"/><Relationship Id="rId32" Type="http://schemas.openxmlformats.org/officeDocument/2006/relationships/font" Target="fonts/OpenSans-regular.fntdata"/><Relationship Id="rId13" Type="http://schemas.openxmlformats.org/officeDocument/2006/relationships/slide" Target="slides/slide8.xml"/><Relationship Id="rId35" Type="http://schemas.openxmlformats.org/officeDocument/2006/relationships/font" Target="fonts/OpenSans-boldItalic.fntdata"/><Relationship Id="rId12" Type="http://schemas.openxmlformats.org/officeDocument/2006/relationships/slide" Target="slides/slide7.xml"/><Relationship Id="rId34" Type="http://schemas.openxmlformats.org/officeDocument/2006/relationships/font" Target="fonts/OpenSans-italic.fntdata"/><Relationship Id="rId15" Type="http://schemas.openxmlformats.org/officeDocument/2006/relationships/slide" Target="slides/slide10.xml"/><Relationship Id="rId14" Type="http://schemas.openxmlformats.org/officeDocument/2006/relationships/slide" Target="slides/slide9.xml"/><Relationship Id="rId36"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 name="Google Shape;9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1" name="Google Shape;171;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3" name="Google Shape;183;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3" name="Google Shape;203;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8" name="Google Shape;218;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4" name="Google Shape;224;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0" name="Google Shape;230;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6" name="Google Shape;236;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2" name="Google Shape;24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8" name="Google Shape;248;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3" name="Google Shape;25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5c64c6f50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9" name="Google Shape;259;g35c64c6f50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5" name="Google Shape;26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2" name="Shape 12"/>
        <p:cNvGrpSpPr/>
        <p:nvPr/>
      </p:nvGrpSpPr>
      <p:grpSpPr>
        <a:xfrm>
          <a:off x="0" y="0"/>
          <a:ext cx="0" cy="0"/>
          <a:chOff x="0" y="0"/>
          <a:chExt cx="0" cy="0"/>
        </a:xfrm>
      </p:grpSpPr>
      <p:sp>
        <p:nvSpPr>
          <p:cNvPr id="13" name="Google Shape;13;p33"/>
          <p:cNvSpPr txBox="1"/>
          <p:nvPr>
            <p:ph idx="10" type="dt"/>
          </p:nvPr>
        </p:nvSpPr>
        <p:spPr>
          <a:xfrm>
            <a:off x="2085975" y="9680079"/>
            <a:ext cx="1806858" cy="60692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3"/>
          <p:cNvSpPr txBox="1"/>
          <p:nvPr>
            <p:ph idx="11" type="ftr"/>
          </p:nvPr>
        </p:nvSpPr>
        <p:spPr>
          <a:xfrm>
            <a:off x="4340346" y="9680079"/>
            <a:ext cx="9421245" cy="60692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33"/>
          <p:cNvSpPr txBox="1"/>
          <p:nvPr>
            <p:ph idx="12" type="sldNum"/>
          </p:nvPr>
        </p:nvSpPr>
        <p:spPr>
          <a:xfrm>
            <a:off x="14209104" y="9680079"/>
            <a:ext cx="2394438" cy="606921"/>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2"/>
              </a:buClr>
              <a:buSzPts val="1800"/>
              <a:buFont typeface="Libre Franklin"/>
              <a:buNone/>
              <a:defRPr/>
            </a:lvl1pPr>
            <a:lvl2pPr indent="0" lvl="1" marL="0" algn="r">
              <a:spcBef>
                <a:spcPts val="0"/>
              </a:spcBef>
              <a:spcAft>
                <a:spcPts val="0"/>
              </a:spcAft>
              <a:buClr>
                <a:schemeClr val="dk2"/>
              </a:buClr>
              <a:buSzPts val="1800"/>
              <a:buFont typeface="Libre Franklin"/>
              <a:buNone/>
              <a:defRPr/>
            </a:lvl2pPr>
            <a:lvl3pPr indent="0" lvl="2" marL="0" algn="r">
              <a:spcBef>
                <a:spcPts val="0"/>
              </a:spcBef>
              <a:spcAft>
                <a:spcPts val="0"/>
              </a:spcAft>
              <a:buClr>
                <a:schemeClr val="dk2"/>
              </a:buClr>
              <a:buSzPts val="1800"/>
              <a:buFont typeface="Libre Franklin"/>
              <a:buNone/>
              <a:defRPr/>
            </a:lvl3pPr>
            <a:lvl4pPr indent="0" lvl="3" marL="0" algn="r">
              <a:spcBef>
                <a:spcPts val="0"/>
              </a:spcBef>
              <a:spcAft>
                <a:spcPts val="0"/>
              </a:spcAft>
              <a:buClr>
                <a:schemeClr val="dk2"/>
              </a:buClr>
              <a:buSzPts val="1800"/>
              <a:buFont typeface="Libre Franklin"/>
              <a:buNone/>
              <a:defRPr/>
            </a:lvl4pPr>
            <a:lvl5pPr indent="0" lvl="4" marL="0" algn="r">
              <a:spcBef>
                <a:spcPts val="0"/>
              </a:spcBef>
              <a:spcAft>
                <a:spcPts val="0"/>
              </a:spcAft>
              <a:buClr>
                <a:schemeClr val="dk2"/>
              </a:buClr>
              <a:buSzPts val="1800"/>
              <a:buFont typeface="Libre Franklin"/>
              <a:buNone/>
              <a:defRPr/>
            </a:lvl5pPr>
            <a:lvl6pPr indent="0" lvl="5" marL="0" algn="r">
              <a:spcBef>
                <a:spcPts val="0"/>
              </a:spcBef>
              <a:spcAft>
                <a:spcPts val="0"/>
              </a:spcAft>
              <a:buClr>
                <a:schemeClr val="dk2"/>
              </a:buClr>
              <a:buSzPts val="1800"/>
              <a:buFont typeface="Libre Franklin"/>
              <a:buNone/>
              <a:defRPr/>
            </a:lvl6pPr>
            <a:lvl7pPr indent="0" lvl="6" marL="0" algn="r">
              <a:spcBef>
                <a:spcPts val="0"/>
              </a:spcBef>
              <a:spcAft>
                <a:spcPts val="0"/>
              </a:spcAft>
              <a:buClr>
                <a:schemeClr val="dk2"/>
              </a:buClr>
              <a:buSzPts val="1800"/>
              <a:buFont typeface="Libre Franklin"/>
              <a:buNone/>
              <a:defRPr/>
            </a:lvl7pPr>
            <a:lvl8pPr indent="0" lvl="7" marL="0" algn="r">
              <a:spcBef>
                <a:spcPts val="0"/>
              </a:spcBef>
              <a:spcAft>
                <a:spcPts val="0"/>
              </a:spcAft>
              <a:buClr>
                <a:schemeClr val="dk2"/>
              </a:buClr>
              <a:buSzPts val="1800"/>
              <a:buFont typeface="Libre Franklin"/>
              <a:buNone/>
              <a:defRPr/>
            </a:lvl8pPr>
            <a:lvl9pPr indent="0" lvl="8" marL="0" algn="r">
              <a:spcBef>
                <a:spcPts val="0"/>
              </a:spcBef>
              <a:spcAft>
                <a:spcPts val="0"/>
              </a:spcAft>
              <a:buClr>
                <a:schemeClr val="dk2"/>
              </a:buClr>
              <a:buSzPts val="1800"/>
              <a:buFont typeface="Libre Franklin"/>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6" name="Shape 16"/>
        <p:cNvGrpSpPr/>
        <p:nvPr/>
      </p:nvGrpSpPr>
      <p:grpSpPr>
        <a:xfrm>
          <a:off x="0" y="0"/>
          <a:ext cx="0" cy="0"/>
          <a:chOff x="0" y="0"/>
          <a:chExt cx="0" cy="0"/>
        </a:xfrm>
      </p:grpSpPr>
      <p:sp>
        <p:nvSpPr>
          <p:cNvPr id="17" name="Google Shape;17;p34"/>
          <p:cNvSpPr txBox="1"/>
          <p:nvPr>
            <p:ph type="title"/>
          </p:nvPr>
        </p:nvSpPr>
        <p:spPr>
          <a:xfrm>
            <a:off x="2057400" y="1028700"/>
            <a:ext cx="14401800" cy="222885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4"/>
          <p:cNvSpPr txBox="1"/>
          <p:nvPr>
            <p:ph idx="1" type="body"/>
          </p:nvPr>
        </p:nvSpPr>
        <p:spPr>
          <a:xfrm>
            <a:off x="2057400" y="3429000"/>
            <a:ext cx="14401800" cy="5372100"/>
          </a:xfrm>
          <a:prstGeom prst="rect">
            <a:avLst/>
          </a:prstGeom>
          <a:noFill/>
          <a:ln>
            <a:noFill/>
          </a:ln>
        </p:spPr>
        <p:txBody>
          <a:bodyPr anchorCtr="0" anchor="t" bIns="45700" lIns="91425" spcFirstLastPara="1" rIns="91425" wrap="square" tIns="45700">
            <a:normAutofit/>
          </a:bodyPr>
          <a:lstStyle>
            <a:lvl1pPr indent="-342900" lvl="0" marL="457200" algn="l">
              <a:lnSpc>
                <a:spcPct val="94000"/>
              </a:lnSpc>
              <a:spcBef>
                <a:spcPts val="1500"/>
              </a:spcBef>
              <a:spcAft>
                <a:spcPts val="0"/>
              </a:spcAft>
              <a:buClr>
                <a:schemeClr val="dk2"/>
              </a:buClr>
              <a:buSzPts val="1800"/>
              <a:buChar char="■"/>
              <a:defRPr/>
            </a:lvl1pPr>
            <a:lvl2pPr indent="-342900" lvl="1" marL="914400" algn="l">
              <a:lnSpc>
                <a:spcPct val="94000"/>
              </a:lnSpc>
              <a:spcBef>
                <a:spcPts val="750"/>
              </a:spcBef>
              <a:spcAft>
                <a:spcPts val="0"/>
              </a:spcAft>
              <a:buClr>
                <a:schemeClr val="dk2"/>
              </a:buClr>
              <a:buSzPts val="1800"/>
              <a:buChar char="–"/>
              <a:defRPr/>
            </a:lvl2pPr>
            <a:lvl3pPr indent="-342900" lvl="2" marL="1371600" algn="l">
              <a:lnSpc>
                <a:spcPct val="94000"/>
              </a:lnSpc>
              <a:spcBef>
                <a:spcPts val="750"/>
              </a:spcBef>
              <a:spcAft>
                <a:spcPts val="0"/>
              </a:spcAft>
              <a:buClr>
                <a:schemeClr val="dk2"/>
              </a:buClr>
              <a:buSzPts val="1800"/>
              <a:buChar char="■"/>
              <a:defRPr/>
            </a:lvl3pPr>
            <a:lvl4pPr indent="-342900" lvl="3" marL="1828800" algn="l">
              <a:lnSpc>
                <a:spcPct val="94000"/>
              </a:lnSpc>
              <a:spcBef>
                <a:spcPts val="750"/>
              </a:spcBef>
              <a:spcAft>
                <a:spcPts val="0"/>
              </a:spcAft>
              <a:buClr>
                <a:schemeClr val="dk2"/>
              </a:buClr>
              <a:buSzPts val="1800"/>
              <a:buChar char="–"/>
              <a:defRPr/>
            </a:lvl4pPr>
            <a:lvl5pPr indent="-342900" lvl="4" marL="2286000" algn="l">
              <a:lnSpc>
                <a:spcPct val="94000"/>
              </a:lnSpc>
              <a:spcBef>
                <a:spcPts val="750"/>
              </a:spcBef>
              <a:spcAft>
                <a:spcPts val="0"/>
              </a:spcAft>
              <a:buClr>
                <a:schemeClr val="dk2"/>
              </a:buClr>
              <a:buSzPts val="1800"/>
              <a:buChar char="■"/>
              <a:defRPr/>
            </a:lvl5pPr>
            <a:lvl6pPr indent="-342900" lvl="5" marL="2743200" algn="l">
              <a:lnSpc>
                <a:spcPct val="94000"/>
              </a:lnSpc>
              <a:spcBef>
                <a:spcPts val="750"/>
              </a:spcBef>
              <a:spcAft>
                <a:spcPts val="0"/>
              </a:spcAft>
              <a:buClr>
                <a:schemeClr val="dk2"/>
              </a:buClr>
              <a:buSzPts val="1800"/>
              <a:buChar char="–"/>
              <a:defRPr/>
            </a:lvl6pPr>
            <a:lvl7pPr indent="-342900" lvl="6" marL="3200400" algn="l">
              <a:lnSpc>
                <a:spcPct val="94000"/>
              </a:lnSpc>
              <a:spcBef>
                <a:spcPts val="750"/>
              </a:spcBef>
              <a:spcAft>
                <a:spcPts val="0"/>
              </a:spcAft>
              <a:buClr>
                <a:schemeClr val="dk2"/>
              </a:buClr>
              <a:buSzPts val="1800"/>
              <a:buChar char="■"/>
              <a:defRPr/>
            </a:lvl7pPr>
            <a:lvl8pPr indent="-342900" lvl="7" marL="3657600" algn="l">
              <a:lnSpc>
                <a:spcPct val="94000"/>
              </a:lnSpc>
              <a:spcBef>
                <a:spcPts val="750"/>
              </a:spcBef>
              <a:spcAft>
                <a:spcPts val="0"/>
              </a:spcAft>
              <a:buClr>
                <a:schemeClr val="dk2"/>
              </a:buClr>
              <a:buSzPts val="1800"/>
              <a:buChar char="–"/>
              <a:defRPr/>
            </a:lvl8pPr>
            <a:lvl9pPr indent="-342900" lvl="8" marL="4114800" algn="l">
              <a:lnSpc>
                <a:spcPct val="94000"/>
              </a:lnSpc>
              <a:spcBef>
                <a:spcPts val="750"/>
              </a:spcBef>
              <a:spcAft>
                <a:spcPts val="300"/>
              </a:spcAft>
              <a:buClr>
                <a:schemeClr val="dk2"/>
              </a:buClr>
              <a:buSzPts val="1800"/>
              <a:buChar char="■"/>
              <a:defRPr/>
            </a:lvl9pPr>
          </a:lstStyle>
          <a:p/>
        </p:txBody>
      </p:sp>
      <p:sp>
        <p:nvSpPr>
          <p:cNvPr id="19" name="Google Shape;19;p34"/>
          <p:cNvSpPr txBox="1"/>
          <p:nvPr>
            <p:ph idx="10" type="dt"/>
          </p:nvPr>
        </p:nvSpPr>
        <p:spPr>
          <a:xfrm>
            <a:off x="2085975" y="9680079"/>
            <a:ext cx="1806858" cy="60692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4"/>
          <p:cNvSpPr txBox="1"/>
          <p:nvPr>
            <p:ph idx="11" type="ftr"/>
          </p:nvPr>
        </p:nvSpPr>
        <p:spPr>
          <a:xfrm>
            <a:off x="4340346" y="9680079"/>
            <a:ext cx="9421245" cy="60692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4"/>
          <p:cNvSpPr txBox="1"/>
          <p:nvPr>
            <p:ph idx="12" type="sldNum"/>
          </p:nvPr>
        </p:nvSpPr>
        <p:spPr>
          <a:xfrm>
            <a:off x="14209104" y="9680079"/>
            <a:ext cx="2394438" cy="606921"/>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2"/>
              </a:buClr>
              <a:buSzPts val="1800"/>
              <a:buFont typeface="Libre Franklin"/>
              <a:buNone/>
              <a:defRPr/>
            </a:lvl1pPr>
            <a:lvl2pPr indent="0" lvl="1" marL="0" algn="r">
              <a:spcBef>
                <a:spcPts val="0"/>
              </a:spcBef>
              <a:spcAft>
                <a:spcPts val="0"/>
              </a:spcAft>
              <a:buClr>
                <a:schemeClr val="dk2"/>
              </a:buClr>
              <a:buSzPts val="1800"/>
              <a:buFont typeface="Libre Franklin"/>
              <a:buNone/>
              <a:defRPr/>
            </a:lvl2pPr>
            <a:lvl3pPr indent="0" lvl="2" marL="0" algn="r">
              <a:spcBef>
                <a:spcPts val="0"/>
              </a:spcBef>
              <a:spcAft>
                <a:spcPts val="0"/>
              </a:spcAft>
              <a:buClr>
                <a:schemeClr val="dk2"/>
              </a:buClr>
              <a:buSzPts val="1800"/>
              <a:buFont typeface="Libre Franklin"/>
              <a:buNone/>
              <a:defRPr/>
            </a:lvl3pPr>
            <a:lvl4pPr indent="0" lvl="3" marL="0" algn="r">
              <a:spcBef>
                <a:spcPts val="0"/>
              </a:spcBef>
              <a:spcAft>
                <a:spcPts val="0"/>
              </a:spcAft>
              <a:buClr>
                <a:schemeClr val="dk2"/>
              </a:buClr>
              <a:buSzPts val="1800"/>
              <a:buFont typeface="Libre Franklin"/>
              <a:buNone/>
              <a:defRPr/>
            </a:lvl4pPr>
            <a:lvl5pPr indent="0" lvl="4" marL="0" algn="r">
              <a:spcBef>
                <a:spcPts val="0"/>
              </a:spcBef>
              <a:spcAft>
                <a:spcPts val="0"/>
              </a:spcAft>
              <a:buClr>
                <a:schemeClr val="dk2"/>
              </a:buClr>
              <a:buSzPts val="1800"/>
              <a:buFont typeface="Libre Franklin"/>
              <a:buNone/>
              <a:defRPr/>
            </a:lvl5pPr>
            <a:lvl6pPr indent="0" lvl="5" marL="0" algn="r">
              <a:spcBef>
                <a:spcPts val="0"/>
              </a:spcBef>
              <a:spcAft>
                <a:spcPts val="0"/>
              </a:spcAft>
              <a:buClr>
                <a:schemeClr val="dk2"/>
              </a:buClr>
              <a:buSzPts val="1800"/>
              <a:buFont typeface="Libre Franklin"/>
              <a:buNone/>
              <a:defRPr/>
            </a:lvl6pPr>
            <a:lvl7pPr indent="0" lvl="6" marL="0" algn="r">
              <a:spcBef>
                <a:spcPts val="0"/>
              </a:spcBef>
              <a:spcAft>
                <a:spcPts val="0"/>
              </a:spcAft>
              <a:buClr>
                <a:schemeClr val="dk2"/>
              </a:buClr>
              <a:buSzPts val="1800"/>
              <a:buFont typeface="Libre Franklin"/>
              <a:buNone/>
              <a:defRPr/>
            </a:lvl7pPr>
            <a:lvl8pPr indent="0" lvl="7" marL="0" algn="r">
              <a:spcBef>
                <a:spcPts val="0"/>
              </a:spcBef>
              <a:spcAft>
                <a:spcPts val="0"/>
              </a:spcAft>
              <a:buClr>
                <a:schemeClr val="dk2"/>
              </a:buClr>
              <a:buSzPts val="1800"/>
              <a:buFont typeface="Libre Franklin"/>
              <a:buNone/>
              <a:defRPr/>
            </a:lvl8pPr>
            <a:lvl9pPr indent="0" lvl="8" marL="0" algn="r">
              <a:spcBef>
                <a:spcPts val="0"/>
              </a:spcBef>
              <a:spcAft>
                <a:spcPts val="0"/>
              </a:spcAft>
              <a:buClr>
                <a:schemeClr val="dk2"/>
              </a:buClr>
              <a:buSzPts val="1800"/>
              <a:buFont typeface="Libre Franklin"/>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showMasterSp="0" type="title">
  <p:cSld name="TITLE">
    <p:bg>
      <p:bgPr>
        <a:solidFill>
          <a:schemeClr val="lt2"/>
        </a:solidFill>
      </p:bgPr>
    </p:bg>
    <p:spTree>
      <p:nvGrpSpPr>
        <p:cNvPr id="22" name="Shape 22"/>
        <p:cNvGrpSpPr/>
        <p:nvPr/>
      </p:nvGrpSpPr>
      <p:grpSpPr>
        <a:xfrm>
          <a:off x="0" y="0"/>
          <a:ext cx="0" cy="0"/>
          <a:chOff x="0" y="0"/>
          <a:chExt cx="0" cy="0"/>
        </a:xfrm>
      </p:grpSpPr>
      <p:sp>
        <p:nvSpPr>
          <p:cNvPr id="23" name="Google Shape;23;p35"/>
          <p:cNvSpPr txBox="1"/>
          <p:nvPr>
            <p:ph type="ctrTitle"/>
          </p:nvPr>
        </p:nvSpPr>
        <p:spPr>
          <a:xfrm>
            <a:off x="2872693" y="2682681"/>
            <a:ext cx="12541844" cy="3147339"/>
          </a:xfrm>
          <a:prstGeom prst="rect">
            <a:avLst/>
          </a:prstGeom>
          <a:noFill/>
          <a:ln>
            <a:noFill/>
          </a:ln>
        </p:spPr>
        <p:txBody>
          <a:bodyPr anchorCtr="0" anchor="b" bIns="45700" lIns="91425" spcFirstLastPara="1" rIns="91425" wrap="square" tIns="45700">
            <a:noAutofit/>
          </a:bodyPr>
          <a:lstStyle>
            <a:lvl1pPr lvl="0" algn="ctr">
              <a:lnSpc>
                <a:spcPct val="89000"/>
              </a:lnSpc>
              <a:spcBef>
                <a:spcPts val="0"/>
              </a:spcBef>
              <a:spcAft>
                <a:spcPts val="0"/>
              </a:spcAft>
              <a:buClr>
                <a:schemeClr val="dk2"/>
              </a:buClr>
              <a:buSzPts val="10800"/>
              <a:buFont typeface="Libre Franklin"/>
              <a:buNone/>
              <a:defRPr sz="10800" cap="none">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5"/>
          <p:cNvSpPr txBox="1"/>
          <p:nvPr>
            <p:ph idx="1" type="subTitle"/>
          </p:nvPr>
        </p:nvSpPr>
        <p:spPr>
          <a:xfrm>
            <a:off x="4019860" y="5934419"/>
            <a:ext cx="10247510" cy="1629356"/>
          </a:xfrm>
          <a:prstGeom prst="rect">
            <a:avLst/>
          </a:prstGeom>
          <a:noFill/>
          <a:ln>
            <a:noFill/>
          </a:ln>
        </p:spPr>
        <p:txBody>
          <a:bodyPr anchorCtr="0" anchor="t" bIns="45700" lIns="91425" spcFirstLastPara="1" rIns="91425" wrap="square" tIns="45700">
            <a:normAutofit/>
          </a:bodyPr>
          <a:lstStyle>
            <a:lvl1pPr lvl="0" algn="ctr">
              <a:lnSpc>
                <a:spcPct val="112000"/>
              </a:lnSpc>
              <a:spcBef>
                <a:spcPts val="0"/>
              </a:spcBef>
              <a:spcAft>
                <a:spcPts val="0"/>
              </a:spcAft>
              <a:buClr>
                <a:schemeClr val="dk2"/>
              </a:buClr>
              <a:buSzPts val="3450"/>
              <a:buNone/>
              <a:defRPr sz="3450"/>
            </a:lvl1pPr>
            <a:lvl2pPr lvl="1" algn="ctr">
              <a:lnSpc>
                <a:spcPct val="94000"/>
              </a:lnSpc>
              <a:spcBef>
                <a:spcPts val="750"/>
              </a:spcBef>
              <a:spcAft>
                <a:spcPts val="0"/>
              </a:spcAft>
              <a:buClr>
                <a:schemeClr val="dk2"/>
              </a:buClr>
              <a:buSzPts val="3000"/>
              <a:buNone/>
              <a:defRPr sz="3000"/>
            </a:lvl2pPr>
            <a:lvl3pPr lvl="2" algn="ctr">
              <a:lnSpc>
                <a:spcPct val="94000"/>
              </a:lnSpc>
              <a:spcBef>
                <a:spcPts val="750"/>
              </a:spcBef>
              <a:spcAft>
                <a:spcPts val="0"/>
              </a:spcAft>
              <a:buClr>
                <a:schemeClr val="dk2"/>
              </a:buClr>
              <a:buSzPts val="2700"/>
              <a:buNone/>
              <a:defRPr sz="2700"/>
            </a:lvl3pPr>
            <a:lvl4pPr lvl="3" algn="ctr">
              <a:lnSpc>
                <a:spcPct val="94000"/>
              </a:lnSpc>
              <a:spcBef>
                <a:spcPts val="750"/>
              </a:spcBef>
              <a:spcAft>
                <a:spcPts val="0"/>
              </a:spcAft>
              <a:buClr>
                <a:schemeClr val="dk2"/>
              </a:buClr>
              <a:buSzPts val="2400"/>
              <a:buNone/>
              <a:defRPr sz="2400"/>
            </a:lvl4pPr>
            <a:lvl5pPr lvl="4" algn="ctr">
              <a:lnSpc>
                <a:spcPct val="94000"/>
              </a:lnSpc>
              <a:spcBef>
                <a:spcPts val="750"/>
              </a:spcBef>
              <a:spcAft>
                <a:spcPts val="0"/>
              </a:spcAft>
              <a:buClr>
                <a:schemeClr val="dk2"/>
              </a:buClr>
              <a:buSzPts val="2400"/>
              <a:buNone/>
              <a:defRPr sz="2400"/>
            </a:lvl5pPr>
            <a:lvl6pPr lvl="5" algn="ctr">
              <a:lnSpc>
                <a:spcPct val="94000"/>
              </a:lnSpc>
              <a:spcBef>
                <a:spcPts val="750"/>
              </a:spcBef>
              <a:spcAft>
                <a:spcPts val="0"/>
              </a:spcAft>
              <a:buClr>
                <a:schemeClr val="dk2"/>
              </a:buClr>
              <a:buSzPts val="2400"/>
              <a:buNone/>
              <a:defRPr sz="2400"/>
            </a:lvl6pPr>
            <a:lvl7pPr lvl="6" algn="ctr">
              <a:lnSpc>
                <a:spcPct val="94000"/>
              </a:lnSpc>
              <a:spcBef>
                <a:spcPts val="750"/>
              </a:spcBef>
              <a:spcAft>
                <a:spcPts val="0"/>
              </a:spcAft>
              <a:buClr>
                <a:schemeClr val="dk2"/>
              </a:buClr>
              <a:buSzPts val="2400"/>
              <a:buNone/>
              <a:defRPr sz="2400"/>
            </a:lvl7pPr>
            <a:lvl8pPr lvl="7" algn="ctr">
              <a:lnSpc>
                <a:spcPct val="94000"/>
              </a:lnSpc>
              <a:spcBef>
                <a:spcPts val="750"/>
              </a:spcBef>
              <a:spcAft>
                <a:spcPts val="0"/>
              </a:spcAft>
              <a:buClr>
                <a:schemeClr val="dk2"/>
              </a:buClr>
              <a:buSzPts val="2400"/>
              <a:buNone/>
              <a:defRPr sz="2400"/>
            </a:lvl8pPr>
            <a:lvl9pPr lvl="8" algn="ctr">
              <a:lnSpc>
                <a:spcPct val="94000"/>
              </a:lnSpc>
              <a:spcBef>
                <a:spcPts val="750"/>
              </a:spcBef>
              <a:spcAft>
                <a:spcPts val="300"/>
              </a:spcAft>
              <a:buClr>
                <a:schemeClr val="dk2"/>
              </a:buClr>
              <a:buSzPts val="2400"/>
              <a:buNone/>
              <a:defRPr sz="2400"/>
            </a:lvl9pPr>
          </a:lstStyle>
          <a:p/>
        </p:txBody>
      </p:sp>
      <p:sp>
        <p:nvSpPr>
          <p:cNvPr id="25" name="Google Shape;25;p35"/>
          <p:cNvSpPr txBox="1"/>
          <p:nvPr>
            <p:ph idx="10" type="dt"/>
          </p:nvPr>
        </p:nvSpPr>
        <p:spPr>
          <a:xfrm>
            <a:off x="1129287" y="9680079"/>
            <a:ext cx="2411916" cy="60692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5"/>
          <p:cNvSpPr txBox="1"/>
          <p:nvPr>
            <p:ph idx="11" type="ftr"/>
          </p:nvPr>
        </p:nvSpPr>
        <p:spPr>
          <a:xfrm>
            <a:off x="3876082" y="9680079"/>
            <a:ext cx="10535066" cy="606921"/>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5"/>
          <p:cNvSpPr txBox="1"/>
          <p:nvPr>
            <p:ph idx="12" type="sldNum"/>
          </p:nvPr>
        </p:nvSpPr>
        <p:spPr>
          <a:xfrm>
            <a:off x="14746025" y="9680079"/>
            <a:ext cx="2394438" cy="606921"/>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chemeClr val="dk2"/>
              </a:buClr>
              <a:buSzPts val="1800"/>
              <a:buFont typeface="Libre Franklin"/>
              <a:buNone/>
              <a:defRPr sz="1800">
                <a:solidFill>
                  <a:schemeClr val="dk2"/>
                </a:solidFill>
                <a:latin typeface="Libre Franklin"/>
                <a:ea typeface="Libre Franklin"/>
                <a:cs typeface="Libre Franklin"/>
                <a:sym typeface="Libre Franklin"/>
              </a:defRPr>
            </a:lvl1pPr>
            <a:lvl2pPr indent="0" lvl="1" marL="0" marR="0" algn="r">
              <a:spcBef>
                <a:spcPts val="0"/>
              </a:spcBef>
              <a:spcAft>
                <a:spcPts val="0"/>
              </a:spcAft>
              <a:buClr>
                <a:schemeClr val="dk2"/>
              </a:buClr>
              <a:buSzPts val="1800"/>
              <a:buFont typeface="Libre Franklin"/>
              <a:buNone/>
              <a:defRPr sz="1800">
                <a:solidFill>
                  <a:schemeClr val="dk2"/>
                </a:solidFill>
                <a:latin typeface="Libre Franklin"/>
                <a:ea typeface="Libre Franklin"/>
                <a:cs typeface="Libre Franklin"/>
                <a:sym typeface="Libre Franklin"/>
              </a:defRPr>
            </a:lvl2pPr>
            <a:lvl3pPr indent="0" lvl="2" marL="0" marR="0" algn="r">
              <a:spcBef>
                <a:spcPts val="0"/>
              </a:spcBef>
              <a:spcAft>
                <a:spcPts val="0"/>
              </a:spcAft>
              <a:buClr>
                <a:schemeClr val="dk2"/>
              </a:buClr>
              <a:buSzPts val="1800"/>
              <a:buFont typeface="Libre Franklin"/>
              <a:buNone/>
              <a:defRPr sz="1800">
                <a:solidFill>
                  <a:schemeClr val="dk2"/>
                </a:solidFill>
                <a:latin typeface="Libre Franklin"/>
                <a:ea typeface="Libre Franklin"/>
                <a:cs typeface="Libre Franklin"/>
                <a:sym typeface="Libre Franklin"/>
              </a:defRPr>
            </a:lvl3pPr>
            <a:lvl4pPr indent="0" lvl="3" marL="0" marR="0" algn="r">
              <a:spcBef>
                <a:spcPts val="0"/>
              </a:spcBef>
              <a:spcAft>
                <a:spcPts val="0"/>
              </a:spcAft>
              <a:buClr>
                <a:schemeClr val="dk2"/>
              </a:buClr>
              <a:buSzPts val="1800"/>
              <a:buFont typeface="Libre Franklin"/>
              <a:buNone/>
              <a:defRPr sz="1800">
                <a:solidFill>
                  <a:schemeClr val="dk2"/>
                </a:solidFill>
                <a:latin typeface="Libre Franklin"/>
                <a:ea typeface="Libre Franklin"/>
                <a:cs typeface="Libre Franklin"/>
                <a:sym typeface="Libre Franklin"/>
              </a:defRPr>
            </a:lvl4pPr>
            <a:lvl5pPr indent="0" lvl="4" marL="0" marR="0" algn="r">
              <a:spcBef>
                <a:spcPts val="0"/>
              </a:spcBef>
              <a:spcAft>
                <a:spcPts val="0"/>
              </a:spcAft>
              <a:buClr>
                <a:schemeClr val="dk2"/>
              </a:buClr>
              <a:buSzPts val="1800"/>
              <a:buFont typeface="Libre Franklin"/>
              <a:buNone/>
              <a:defRPr sz="1800">
                <a:solidFill>
                  <a:schemeClr val="dk2"/>
                </a:solidFill>
                <a:latin typeface="Libre Franklin"/>
                <a:ea typeface="Libre Franklin"/>
                <a:cs typeface="Libre Franklin"/>
                <a:sym typeface="Libre Franklin"/>
              </a:defRPr>
            </a:lvl5pPr>
            <a:lvl6pPr indent="0" lvl="5" marL="0" marR="0" algn="r">
              <a:spcBef>
                <a:spcPts val="0"/>
              </a:spcBef>
              <a:spcAft>
                <a:spcPts val="0"/>
              </a:spcAft>
              <a:buClr>
                <a:schemeClr val="dk2"/>
              </a:buClr>
              <a:buSzPts val="1800"/>
              <a:buFont typeface="Libre Franklin"/>
              <a:buNone/>
              <a:defRPr sz="1800">
                <a:solidFill>
                  <a:schemeClr val="dk2"/>
                </a:solidFill>
                <a:latin typeface="Libre Franklin"/>
                <a:ea typeface="Libre Franklin"/>
                <a:cs typeface="Libre Franklin"/>
                <a:sym typeface="Libre Franklin"/>
              </a:defRPr>
            </a:lvl6pPr>
            <a:lvl7pPr indent="0" lvl="6" marL="0" marR="0" algn="r">
              <a:spcBef>
                <a:spcPts val="0"/>
              </a:spcBef>
              <a:spcAft>
                <a:spcPts val="0"/>
              </a:spcAft>
              <a:buClr>
                <a:schemeClr val="dk2"/>
              </a:buClr>
              <a:buSzPts val="1800"/>
              <a:buFont typeface="Libre Franklin"/>
              <a:buNone/>
              <a:defRPr sz="1800">
                <a:solidFill>
                  <a:schemeClr val="dk2"/>
                </a:solidFill>
                <a:latin typeface="Libre Franklin"/>
                <a:ea typeface="Libre Franklin"/>
                <a:cs typeface="Libre Franklin"/>
                <a:sym typeface="Libre Franklin"/>
              </a:defRPr>
            </a:lvl7pPr>
            <a:lvl8pPr indent="0" lvl="7" marL="0" marR="0" algn="r">
              <a:spcBef>
                <a:spcPts val="0"/>
              </a:spcBef>
              <a:spcAft>
                <a:spcPts val="0"/>
              </a:spcAft>
              <a:buClr>
                <a:schemeClr val="dk2"/>
              </a:buClr>
              <a:buSzPts val="1800"/>
              <a:buFont typeface="Libre Franklin"/>
              <a:buNone/>
              <a:defRPr sz="1800">
                <a:solidFill>
                  <a:schemeClr val="dk2"/>
                </a:solidFill>
                <a:latin typeface="Libre Franklin"/>
                <a:ea typeface="Libre Franklin"/>
                <a:cs typeface="Libre Franklin"/>
                <a:sym typeface="Libre Franklin"/>
              </a:defRPr>
            </a:lvl8pPr>
            <a:lvl9pPr indent="0" lvl="8" marL="0" marR="0" algn="r">
              <a:spcBef>
                <a:spcPts val="0"/>
              </a:spcBef>
              <a:spcAft>
                <a:spcPts val="0"/>
              </a:spcAft>
              <a:buClr>
                <a:schemeClr val="dk2"/>
              </a:buClr>
              <a:buSzPts val="1800"/>
              <a:buFont typeface="Libre Franklin"/>
              <a:buNone/>
              <a:defRPr sz="1800">
                <a:solidFill>
                  <a:schemeClr val="dk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US"/>
              <a:t>‹#›</a:t>
            </a:fld>
            <a:endParaRPr/>
          </a:p>
        </p:txBody>
      </p:sp>
      <p:grpSp>
        <p:nvGrpSpPr>
          <p:cNvPr id="28" name="Google Shape;28;p35"/>
          <p:cNvGrpSpPr/>
          <p:nvPr/>
        </p:nvGrpSpPr>
        <p:grpSpPr>
          <a:xfrm>
            <a:off x="1129288" y="1116704"/>
            <a:ext cx="16011176" cy="8024507"/>
            <a:chOff x="752858" y="744469"/>
            <a:chExt cx="10674117" cy="5349671"/>
          </a:xfrm>
        </p:grpSpPr>
        <p:sp>
          <p:nvSpPr>
            <p:cNvPr id="29" name="Google Shape;29;p35"/>
            <p:cNvSpPr/>
            <p:nvPr/>
          </p:nvSpPr>
          <p:spPr>
            <a:xfrm>
              <a:off x="8151962" y="1685652"/>
              <a:ext cx="3275013" cy="4408488"/>
            </a:xfrm>
            <a:custGeom>
              <a:rect b="b" l="l" r="r" t="t"/>
              <a:pathLst>
                <a:path extrusionOk="0" h="10000" w="10000">
                  <a:moveTo>
                    <a:pt x="8761" y="0"/>
                  </a:moveTo>
                  <a:lnTo>
                    <a:pt x="10000" y="0"/>
                  </a:lnTo>
                  <a:lnTo>
                    <a:pt x="10000" y="10000"/>
                  </a:lnTo>
                  <a:lnTo>
                    <a:pt x="0" y="10000"/>
                  </a:lnTo>
                  <a:lnTo>
                    <a:pt x="0" y="9126"/>
                  </a:lnTo>
                  <a:lnTo>
                    <a:pt x="8761" y="9127"/>
                  </a:lnTo>
                  <a:lnTo>
                    <a:pt x="8761" y="0"/>
                  </a:lnTo>
                  <a:close/>
                </a:path>
              </a:pathLst>
            </a:custGeom>
            <a:solidFill>
              <a:schemeClr val="dk2"/>
            </a:solidFill>
            <a:ln>
              <a:noFill/>
            </a:ln>
          </p:spPr>
        </p:sp>
        <p:sp>
          <p:nvSpPr>
            <p:cNvPr id="30" name="Google Shape;30;p35"/>
            <p:cNvSpPr/>
            <p:nvPr/>
          </p:nvSpPr>
          <p:spPr>
            <a:xfrm rot="10800000">
              <a:off x="752858" y="744469"/>
              <a:ext cx="3275668" cy="4408488"/>
            </a:xfrm>
            <a:custGeom>
              <a:rect b="b" l="l" r="r" t="t"/>
              <a:pathLst>
                <a:path extrusionOk="0" h="10000" w="10002">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showMasterSp="0" type="secHead">
  <p:cSld name="SECTION_HEADER">
    <p:bg>
      <p:bgPr>
        <a:solidFill>
          <a:schemeClr val="dk2"/>
        </a:solidFill>
      </p:bgPr>
    </p:bg>
    <p:spTree>
      <p:nvGrpSpPr>
        <p:cNvPr id="31" name="Shape 31"/>
        <p:cNvGrpSpPr/>
        <p:nvPr/>
      </p:nvGrpSpPr>
      <p:grpSpPr>
        <a:xfrm>
          <a:off x="0" y="0"/>
          <a:ext cx="0" cy="0"/>
          <a:chOff x="0" y="0"/>
          <a:chExt cx="0" cy="0"/>
        </a:xfrm>
      </p:grpSpPr>
      <p:sp>
        <p:nvSpPr>
          <p:cNvPr id="32" name="Google Shape;32;p36"/>
          <p:cNvSpPr txBox="1"/>
          <p:nvPr>
            <p:ph type="title"/>
          </p:nvPr>
        </p:nvSpPr>
        <p:spPr>
          <a:xfrm>
            <a:off x="1147538" y="1952041"/>
            <a:ext cx="14419457" cy="4279106"/>
          </a:xfrm>
          <a:prstGeom prst="rect">
            <a:avLst/>
          </a:prstGeom>
          <a:noFill/>
          <a:ln>
            <a:noFill/>
          </a:ln>
        </p:spPr>
        <p:txBody>
          <a:bodyPr anchorCtr="0" anchor="b" bIns="45700" lIns="91425" spcFirstLastPara="1" rIns="91425" wrap="square" tIns="45700">
            <a:normAutofit/>
          </a:bodyPr>
          <a:lstStyle>
            <a:lvl1pPr lvl="0" algn="r">
              <a:lnSpc>
                <a:spcPct val="89000"/>
              </a:lnSpc>
              <a:spcBef>
                <a:spcPts val="0"/>
              </a:spcBef>
              <a:spcAft>
                <a:spcPts val="0"/>
              </a:spcAft>
              <a:buClr>
                <a:schemeClr val="lt2"/>
              </a:buClr>
              <a:buSzPts val="10800"/>
              <a:buFont typeface="Libre Franklin"/>
              <a:buNone/>
              <a:defRPr sz="10800" cap="none">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6"/>
          <p:cNvSpPr txBox="1"/>
          <p:nvPr>
            <p:ph idx="1" type="body"/>
          </p:nvPr>
        </p:nvSpPr>
        <p:spPr>
          <a:xfrm>
            <a:off x="1147538" y="6324492"/>
            <a:ext cx="14419457" cy="1714986"/>
          </a:xfrm>
          <a:prstGeom prst="rect">
            <a:avLst/>
          </a:prstGeom>
          <a:noFill/>
          <a:ln>
            <a:noFill/>
          </a:ln>
        </p:spPr>
        <p:txBody>
          <a:bodyPr anchorCtr="0" anchor="t" bIns="45700" lIns="91425" spcFirstLastPara="1" rIns="91425" wrap="square" tIns="45700">
            <a:normAutofit/>
          </a:bodyPr>
          <a:lstStyle>
            <a:lvl1pPr indent="-228600" lvl="0" marL="457200" algn="r">
              <a:lnSpc>
                <a:spcPct val="112000"/>
              </a:lnSpc>
              <a:spcBef>
                <a:spcPts val="0"/>
              </a:spcBef>
              <a:spcAft>
                <a:spcPts val="0"/>
              </a:spcAft>
              <a:buClr>
                <a:schemeClr val="lt2"/>
              </a:buClr>
              <a:buSzPts val="3600"/>
              <a:buNone/>
              <a:defRPr sz="3600">
                <a:solidFill>
                  <a:schemeClr val="lt2"/>
                </a:solidFill>
              </a:defRPr>
            </a:lvl1pPr>
            <a:lvl2pPr indent="-228600" lvl="1" marL="914400" algn="l">
              <a:lnSpc>
                <a:spcPct val="94000"/>
              </a:lnSpc>
              <a:spcBef>
                <a:spcPts val="750"/>
              </a:spcBef>
              <a:spcAft>
                <a:spcPts val="0"/>
              </a:spcAft>
              <a:buClr>
                <a:schemeClr val="lt1"/>
              </a:buClr>
              <a:buSzPts val="3000"/>
              <a:buNone/>
              <a:defRPr sz="3000">
                <a:solidFill>
                  <a:schemeClr val="lt1"/>
                </a:solidFill>
              </a:defRPr>
            </a:lvl2pPr>
            <a:lvl3pPr indent="-228600" lvl="2" marL="1371600" algn="l">
              <a:lnSpc>
                <a:spcPct val="94000"/>
              </a:lnSpc>
              <a:spcBef>
                <a:spcPts val="750"/>
              </a:spcBef>
              <a:spcAft>
                <a:spcPts val="0"/>
              </a:spcAft>
              <a:buClr>
                <a:schemeClr val="lt1"/>
              </a:buClr>
              <a:buSzPts val="2700"/>
              <a:buNone/>
              <a:defRPr sz="2700">
                <a:solidFill>
                  <a:schemeClr val="lt1"/>
                </a:solidFill>
              </a:defRPr>
            </a:lvl3pPr>
            <a:lvl4pPr indent="-228600" lvl="3" marL="1828800" algn="l">
              <a:lnSpc>
                <a:spcPct val="94000"/>
              </a:lnSpc>
              <a:spcBef>
                <a:spcPts val="750"/>
              </a:spcBef>
              <a:spcAft>
                <a:spcPts val="0"/>
              </a:spcAft>
              <a:buClr>
                <a:schemeClr val="lt1"/>
              </a:buClr>
              <a:buSzPts val="2400"/>
              <a:buNone/>
              <a:defRPr sz="2400">
                <a:solidFill>
                  <a:schemeClr val="lt1"/>
                </a:solidFill>
              </a:defRPr>
            </a:lvl4pPr>
            <a:lvl5pPr indent="-228600" lvl="4" marL="2286000" algn="l">
              <a:lnSpc>
                <a:spcPct val="94000"/>
              </a:lnSpc>
              <a:spcBef>
                <a:spcPts val="750"/>
              </a:spcBef>
              <a:spcAft>
                <a:spcPts val="0"/>
              </a:spcAft>
              <a:buClr>
                <a:schemeClr val="lt1"/>
              </a:buClr>
              <a:buSzPts val="2400"/>
              <a:buNone/>
              <a:defRPr sz="2400">
                <a:solidFill>
                  <a:schemeClr val="lt1"/>
                </a:solidFill>
              </a:defRPr>
            </a:lvl5pPr>
            <a:lvl6pPr indent="-228600" lvl="5" marL="2743200" algn="l">
              <a:lnSpc>
                <a:spcPct val="94000"/>
              </a:lnSpc>
              <a:spcBef>
                <a:spcPts val="750"/>
              </a:spcBef>
              <a:spcAft>
                <a:spcPts val="0"/>
              </a:spcAft>
              <a:buClr>
                <a:schemeClr val="lt1"/>
              </a:buClr>
              <a:buSzPts val="2400"/>
              <a:buNone/>
              <a:defRPr sz="2400">
                <a:solidFill>
                  <a:schemeClr val="lt1"/>
                </a:solidFill>
              </a:defRPr>
            </a:lvl6pPr>
            <a:lvl7pPr indent="-228600" lvl="6" marL="3200400" algn="l">
              <a:lnSpc>
                <a:spcPct val="94000"/>
              </a:lnSpc>
              <a:spcBef>
                <a:spcPts val="750"/>
              </a:spcBef>
              <a:spcAft>
                <a:spcPts val="0"/>
              </a:spcAft>
              <a:buClr>
                <a:schemeClr val="lt1"/>
              </a:buClr>
              <a:buSzPts val="2400"/>
              <a:buNone/>
              <a:defRPr sz="2400">
                <a:solidFill>
                  <a:schemeClr val="lt1"/>
                </a:solidFill>
              </a:defRPr>
            </a:lvl7pPr>
            <a:lvl8pPr indent="-228600" lvl="7" marL="3657600" algn="l">
              <a:lnSpc>
                <a:spcPct val="94000"/>
              </a:lnSpc>
              <a:spcBef>
                <a:spcPts val="750"/>
              </a:spcBef>
              <a:spcAft>
                <a:spcPts val="0"/>
              </a:spcAft>
              <a:buClr>
                <a:schemeClr val="lt1"/>
              </a:buClr>
              <a:buSzPts val="2400"/>
              <a:buNone/>
              <a:defRPr sz="2400">
                <a:solidFill>
                  <a:schemeClr val="lt1"/>
                </a:solidFill>
              </a:defRPr>
            </a:lvl8pPr>
            <a:lvl9pPr indent="-228600" lvl="8" marL="4114800" algn="l">
              <a:lnSpc>
                <a:spcPct val="94000"/>
              </a:lnSpc>
              <a:spcBef>
                <a:spcPts val="750"/>
              </a:spcBef>
              <a:spcAft>
                <a:spcPts val="300"/>
              </a:spcAft>
              <a:buClr>
                <a:schemeClr val="lt1"/>
              </a:buClr>
              <a:buSzPts val="2400"/>
              <a:buNone/>
              <a:defRPr sz="2400">
                <a:solidFill>
                  <a:schemeClr val="lt1"/>
                </a:solidFill>
              </a:defRPr>
            </a:lvl9pPr>
          </a:lstStyle>
          <a:p/>
        </p:txBody>
      </p:sp>
      <p:sp>
        <p:nvSpPr>
          <p:cNvPr id="34" name="Google Shape;34;p36"/>
          <p:cNvSpPr txBox="1"/>
          <p:nvPr>
            <p:ph idx="10" type="dt"/>
          </p:nvPr>
        </p:nvSpPr>
        <p:spPr>
          <a:xfrm>
            <a:off x="1108363" y="9680079"/>
            <a:ext cx="2433614" cy="60692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6"/>
          <p:cNvSpPr txBox="1"/>
          <p:nvPr>
            <p:ph idx="11" type="ftr"/>
          </p:nvPr>
        </p:nvSpPr>
        <p:spPr>
          <a:xfrm>
            <a:off x="3876469" y="9680079"/>
            <a:ext cx="10535066" cy="606921"/>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6"/>
          <p:cNvSpPr txBox="1"/>
          <p:nvPr>
            <p:ph idx="12" type="sldNum"/>
          </p:nvPr>
        </p:nvSpPr>
        <p:spPr>
          <a:xfrm>
            <a:off x="14746025" y="9680079"/>
            <a:ext cx="2394438" cy="606921"/>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chemeClr val="lt2"/>
              </a:buClr>
              <a:buSzPts val="1800"/>
              <a:buFont typeface="Libre Franklin"/>
              <a:buNone/>
              <a:defRPr sz="1800">
                <a:solidFill>
                  <a:schemeClr val="lt2"/>
                </a:solidFill>
                <a:latin typeface="Libre Franklin"/>
                <a:ea typeface="Libre Franklin"/>
                <a:cs typeface="Libre Franklin"/>
                <a:sym typeface="Libre Franklin"/>
              </a:defRPr>
            </a:lvl1pPr>
            <a:lvl2pPr indent="0" lvl="1" marL="0" marR="0" algn="r">
              <a:spcBef>
                <a:spcPts val="0"/>
              </a:spcBef>
              <a:spcAft>
                <a:spcPts val="0"/>
              </a:spcAft>
              <a:buClr>
                <a:schemeClr val="lt2"/>
              </a:buClr>
              <a:buSzPts val="1800"/>
              <a:buFont typeface="Libre Franklin"/>
              <a:buNone/>
              <a:defRPr sz="1800">
                <a:solidFill>
                  <a:schemeClr val="lt2"/>
                </a:solidFill>
                <a:latin typeface="Libre Franklin"/>
                <a:ea typeface="Libre Franklin"/>
                <a:cs typeface="Libre Franklin"/>
                <a:sym typeface="Libre Franklin"/>
              </a:defRPr>
            </a:lvl2pPr>
            <a:lvl3pPr indent="0" lvl="2" marL="0" marR="0" algn="r">
              <a:spcBef>
                <a:spcPts val="0"/>
              </a:spcBef>
              <a:spcAft>
                <a:spcPts val="0"/>
              </a:spcAft>
              <a:buClr>
                <a:schemeClr val="lt2"/>
              </a:buClr>
              <a:buSzPts val="1800"/>
              <a:buFont typeface="Libre Franklin"/>
              <a:buNone/>
              <a:defRPr sz="1800">
                <a:solidFill>
                  <a:schemeClr val="lt2"/>
                </a:solidFill>
                <a:latin typeface="Libre Franklin"/>
                <a:ea typeface="Libre Franklin"/>
                <a:cs typeface="Libre Franklin"/>
                <a:sym typeface="Libre Franklin"/>
              </a:defRPr>
            </a:lvl3pPr>
            <a:lvl4pPr indent="0" lvl="3" marL="0" marR="0" algn="r">
              <a:spcBef>
                <a:spcPts val="0"/>
              </a:spcBef>
              <a:spcAft>
                <a:spcPts val="0"/>
              </a:spcAft>
              <a:buClr>
                <a:schemeClr val="lt2"/>
              </a:buClr>
              <a:buSzPts val="1800"/>
              <a:buFont typeface="Libre Franklin"/>
              <a:buNone/>
              <a:defRPr sz="1800">
                <a:solidFill>
                  <a:schemeClr val="lt2"/>
                </a:solidFill>
                <a:latin typeface="Libre Franklin"/>
                <a:ea typeface="Libre Franklin"/>
                <a:cs typeface="Libre Franklin"/>
                <a:sym typeface="Libre Franklin"/>
              </a:defRPr>
            </a:lvl4pPr>
            <a:lvl5pPr indent="0" lvl="4" marL="0" marR="0" algn="r">
              <a:spcBef>
                <a:spcPts val="0"/>
              </a:spcBef>
              <a:spcAft>
                <a:spcPts val="0"/>
              </a:spcAft>
              <a:buClr>
                <a:schemeClr val="lt2"/>
              </a:buClr>
              <a:buSzPts val="1800"/>
              <a:buFont typeface="Libre Franklin"/>
              <a:buNone/>
              <a:defRPr sz="1800">
                <a:solidFill>
                  <a:schemeClr val="lt2"/>
                </a:solidFill>
                <a:latin typeface="Libre Franklin"/>
                <a:ea typeface="Libre Franklin"/>
                <a:cs typeface="Libre Franklin"/>
                <a:sym typeface="Libre Franklin"/>
              </a:defRPr>
            </a:lvl5pPr>
            <a:lvl6pPr indent="0" lvl="5" marL="0" marR="0" algn="r">
              <a:spcBef>
                <a:spcPts val="0"/>
              </a:spcBef>
              <a:spcAft>
                <a:spcPts val="0"/>
              </a:spcAft>
              <a:buClr>
                <a:schemeClr val="lt2"/>
              </a:buClr>
              <a:buSzPts val="1800"/>
              <a:buFont typeface="Libre Franklin"/>
              <a:buNone/>
              <a:defRPr sz="1800">
                <a:solidFill>
                  <a:schemeClr val="lt2"/>
                </a:solidFill>
                <a:latin typeface="Libre Franklin"/>
                <a:ea typeface="Libre Franklin"/>
                <a:cs typeface="Libre Franklin"/>
                <a:sym typeface="Libre Franklin"/>
              </a:defRPr>
            </a:lvl6pPr>
            <a:lvl7pPr indent="0" lvl="6" marL="0" marR="0" algn="r">
              <a:spcBef>
                <a:spcPts val="0"/>
              </a:spcBef>
              <a:spcAft>
                <a:spcPts val="0"/>
              </a:spcAft>
              <a:buClr>
                <a:schemeClr val="lt2"/>
              </a:buClr>
              <a:buSzPts val="1800"/>
              <a:buFont typeface="Libre Franklin"/>
              <a:buNone/>
              <a:defRPr sz="1800">
                <a:solidFill>
                  <a:schemeClr val="lt2"/>
                </a:solidFill>
                <a:latin typeface="Libre Franklin"/>
                <a:ea typeface="Libre Franklin"/>
                <a:cs typeface="Libre Franklin"/>
                <a:sym typeface="Libre Franklin"/>
              </a:defRPr>
            </a:lvl7pPr>
            <a:lvl8pPr indent="0" lvl="7" marL="0" marR="0" algn="r">
              <a:spcBef>
                <a:spcPts val="0"/>
              </a:spcBef>
              <a:spcAft>
                <a:spcPts val="0"/>
              </a:spcAft>
              <a:buClr>
                <a:schemeClr val="lt2"/>
              </a:buClr>
              <a:buSzPts val="1800"/>
              <a:buFont typeface="Libre Franklin"/>
              <a:buNone/>
              <a:defRPr sz="1800">
                <a:solidFill>
                  <a:schemeClr val="lt2"/>
                </a:solidFill>
                <a:latin typeface="Libre Franklin"/>
                <a:ea typeface="Libre Franklin"/>
                <a:cs typeface="Libre Franklin"/>
                <a:sym typeface="Libre Franklin"/>
              </a:defRPr>
            </a:lvl8pPr>
            <a:lvl9pPr indent="0" lvl="8" marL="0" marR="0" algn="r">
              <a:spcBef>
                <a:spcPts val="0"/>
              </a:spcBef>
              <a:spcAft>
                <a:spcPts val="0"/>
              </a:spcAft>
              <a:buClr>
                <a:schemeClr val="lt2"/>
              </a:buClr>
              <a:buSzPts val="1800"/>
              <a:buFont typeface="Libre Franklin"/>
              <a:buNone/>
              <a:defRPr sz="1800">
                <a:solidFill>
                  <a:schemeClr val="lt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US"/>
              <a:t>‹#›</a:t>
            </a:fld>
            <a:endParaRPr/>
          </a:p>
        </p:txBody>
      </p:sp>
      <p:sp>
        <p:nvSpPr>
          <p:cNvPr id="37" name="Google Shape;37;p36" title="Crop Mark"/>
          <p:cNvSpPr/>
          <p:nvPr/>
        </p:nvSpPr>
        <p:spPr>
          <a:xfrm>
            <a:off x="12227944" y="2528478"/>
            <a:ext cx="4912520" cy="6612732"/>
          </a:xfrm>
          <a:custGeom>
            <a:rect b="b" l="l" r="r" t="t"/>
            <a:pathLst>
              <a:path extrusionOk="0" h="5554" w="4125">
                <a:moveTo>
                  <a:pt x="3614" y="0"/>
                </a:moveTo>
                <a:lnTo>
                  <a:pt x="4125" y="0"/>
                </a:lnTo>
                <a:lnTo>
                  <a:pt x="4125" y="5554"/>
                </a:lnTo>
                <a:lnTo>
                  <a:pt x="0" y="5554"/>
                </a:lnTo>
                <a:lnTo>
                  <a:pt x="0" y="5074"/>
                </a:lnTo>
                <a:lnTo>
                  <a:pt x="3614" y="5074"/>
                </a:lnTo>
                <a:lnTo>
                  <a:pt x="3614" y="0"/>
                </a:lnTo>
                <a:close/>
              </a:path>
            </a:pathLst>
          </a:custGeom>
          <a:solidFill>
            <a:schemeClr val="lt2"/>
          </a:solid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8" name="Shape 38"/>
        <p:cNvGrpSpPr/>
        <p:nvPr/>
      </p:nvGrpSpPr>
      <p:grpSpPr>
        <a:xfrm>
          <a:off x="0" y="0"/>
          <a:ext cx="0" cy="0"/>
          <a:chOff x="0" y="0"/>
          <a:chExt cx="0" cy="0"/>
        </a:xfrm>
      </p:grpSpPr>
      <p:sp>
        <p:nvSpPr>
          <p:cNvPr id="39" name="Google Shape;39;p37"/>
          <p:cNvSpPr txBox="1"/>
          <p:nvPr>
            <p:ph type="title"/>
          </p:nvPr>
        </p:nvSpPr>
        <p:spPr>
          <a:xfrm>
            <a:off x="2057400" y="1028700"/>
            <a:ext cx="14401800" cy="222885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6600"/>
              <a:buFont typeface="Libre Franklin"/>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37"/>
          <p:cNvSpPr txBox="1"/>
          <p:nvPr>
            <p:ph idx="1" type="body"/>
          </p:nvPr>
        </p:nvSpPr>
        <p:spPr>
          <a:xfrm>
            <a:off x="2057400" y="3428999"/>
            <a:ext cx="6671679" cy="5372102"/>
          </a:xfrm>
          <a:prstGeom prst="rect">
            <a:avLst/>
          </a:prstGeom>
          <a:noFill/>
          <a:ln>
            <a:noFill/>
          </a:ln>
        </p:spPr>
        <p:txBody>
          <a:bodyPr anchorCtr="0" anchor="t" bIns="45700" lIns="91425" spcFirstLastPara="1" rIns="91425" wrap="square" tIns="45700">
            <a:normAutofit/>
          </a:bodyPr>
          <a:lstStyle>
            <a:lvl1pPr indent="-419100" lvl="0" marL="457200" algn="l">
              <a:lnSpc>
                <a:spcPct val="94000"/>
              </a:lnSpc>
              <a:spcBef>
                <a:spcPts val="1500"/>
              </a:spcBef>
              <a:spcAft>
                <a:spcPts val="0"/>
              </a:spcAft>
              <a:buClr>
                <a:schemeClr val="dk2"/>
              </a:buClr>
              <a:buSzPts val="3000"/>
              <a:buChar char="■"/>
              <a:defRPr>
                <a:solidFill>
                  <a:schemeClr val="dk2"/>
                </a:solidFill>
              </a:defRPr>
            </a:lvl1pPr>
            <a:lvl2pPr indent="-419100" lvl="1" marL="914400" algn="l">
              <a:lnSpc>
                <a:spcPct val="94000"/>
              </a:lnSpc>
              <a:spcBef>
                <a:spcPts val="750"/>
              </a:spcBef>
              <a:spcAft>
                <a:spcPts val="0"/>
              </a:spcAft>
              <a:buClr>
                <a:schemeClr val="dk2"/>
              </a:buClr>
              <a:buSzPts val="3000"/>
              <a:buChar char="–"/>
              <a:defRPr>
                <a:solidFill>
                  <a:schemeClr val="dk2"/>
                </a:solidFill>
              </a:defRPr>
            </a:lvl2pPr>
            <a:lvl3pPr indent="-400050" lvl="2" marL="1371600" algn="l">
              <a:lnSpc>
                <a:spcPct val="94000"/>
              </a:lnSpc>
              <a:spcBef>
                <a:spcPts val="750"/>
              </a:spcBef>
              <a:spcAft>
                <a:spcPts val="0"/>
              </a:spcAft>
              <a:buClr>
                <a:schemeClr val="dk2"/>
              </a:buClr>
              <a:buSzPts val="2700"/>
              <a:buChar char="■"/>
              <a:defRPr>
                <a:solidFill>
                  <a:schemeClr val="dk2"/>
                </a:solidFill>
              </a:defRPr>
            </a:lvl3pPr>
            <a:lvl4pPr indent="-400050" lvl="3" marL="1828800" algn="l">
              <a:lnSpc>
                <a:spcPct val="94000"/>
              </a:lnSpc>
              <a:spcBef>
                <a:spcPts val="750"/>
              </a:spcBef>
              <a:spcAft>
                <a:spcPts val="0"/>
              </a:spcAft>
              <a:buClr>
                <a:schemeClr val="dk2"/>
              </a:buClr>
              <a:buSzPts val="2700"/>
              <a:buChar char="–"/>
              <a:defRPr>
                <a:solidFill>
                  <a:schemeClr val="dk2"/>
                </a:solidFill>
              </a:defRPr>
            </a:lvl4pPr>
            <a:lvl5pPr indent="-381000" lvl="4" marL="2286000" algn="l">
              <a:lnSpc>
                <a:spcPct val="94000"/>
              </a:lnSpc>
              <a:spcBef>
                <a:spcPts val="750"/>
              </a:spcBef>
              <a:spcAft>
                <a:spcPts val="0"/>
              </a:spcAft>
              <a:buClr>
                <a:schemeClr val="dk2"/>
              </a:buClr>
              <a:buSzPts val="2400"/>
              <a:buChar char="■"/>
              <a:defRPr>
                <a:solidFill>
                  <a:schemeClr val="dk2"/>
                </a:solidFill>
              </a:defRPr>
            </a:lvl5pPr>
            <a:lvl6pPr indent="-342900" lvl="5" marL="2743200" algn="l">
              <a:lnSpc>
                <a:spcPct val="94000"/>
              </a:lnSpc>
              <a:spcBef>
                <a:spcPts val="750"/>
              </a:spcBef>
              <a:spcAft>
                <a:spcPts val="0"/>
              </a:spcAft>
              <a:buClr>
                <a:schemeClr val="dk2"/>
              </a:buClr>
              <a:buSzPts val="1800"/>
              <a:buChar char="–"/>
              <a:defRPr/>
            </a:lvl6pPr>
            <a:lvl7pPr indent="-342900" lvl="6" marL="3200400" algn="l">
              <a:lnSpc>
                <a:spcPct val="94000"/>
              </a:lnSpc>
              <a:spcBef>
                <a:spcPts val="750"/>
              </a:spcBef>
              <a:spcAft>
                <a:spcPts val="0"/>
              </a:spcAft>
              <a:buClr>
                <a:schemeClr val="dk2"/>
              </a:buClr>
              <a:buSzPts val="1800"/>
              <a:buChar char="■"/>
              <a:defRPr/>
            </a:lvl7pPr>
            <a:lvl8pPr indent="-342900" lvl="7" marL="3657600" algn="l">
              <a:lnSpc>
                <a:spcPct val="94000"/>
              </a:lnSpc>
              <a:spcBef>
                <a:spcPts val="750"/>
              </a:spcBef>
              <a:spcAft>
                <a:spcPts val="0"/>
              </a:spcAft>
              <a:buClr>
                <a:schemeClr val="dk2"/>
              </a:buClr>
              <a:buSzPts val="1800"/>
              <a:buChar char="–"/>
              <a:defRPr/>
            </a:lvl8pPr>
            <a:lvl9pPr indent="-342900" lvl="8" marL="4114800" algn="l">
              <a:lnSpc>
                <a:spcPct val="94000"/>
              </a:lnSpc>
              <a:spcBef>
                <a:spcPts val="750"/>
              </a:spcBef>
              <a:spcAft>
                <a:spcPts val="300"/>
              </a:spcAft>
              <a:buClr>
                <a:schemeClr val="dk2"/>
              </a:buClr>
              <a:buSzPts val="1800"/>
              <a:buChar char="■"/>
              <a:defRPr/>
            </a:lvl9pPr>
          </a:lstStyle>
          <a:p/>
        </p:txBody>
      </p:sp>
      <p:sp>
        <p:nvSpPr>
          <p:cNvPr id="41" name="Google Shape;41;p37"/>
          <p:cNvSpPr txBox="1"/>
          <p:nvPr>
            <p:ph idx="2" type="body"/>
          </p:nvPr>
        </p:nvSpPr>
        <p:spPr>
          <a:xfrm>
            <a:off x="9788105" y="3428999"/>
            <a:ext cx="6671679" cy="5372102"/>
          </a:xfrm>
          <a:prstGeom prst="rect">
            <a:avLst/>
          </a:prstGeom>
          <a:noFill/>
          <a:ln>
            <a:noFill/>
          </a:ln>
        </p:spPr>
        <p:txBody>
          <a:bodyPr anchorCtr="0" anchor="t" bIns="45700" lIns="91425" spcFirstLastPara="1" rIns="91425" wrap="square" tIns="45700">
            <a:normAutofit/>
          </a:bodyPr>
          <a:lstStyle>
            <a:lvl1pPr indent="-419100" lvl="0" marL="457200" algn="l">
              <a:lnSpc>
                <a:spcPct val="94000"/>
              </a:lnSpc>
              <a:spcBef>
                <a:spcPts val="1500"/>
              </a:spcBef>
              <a:spcAft>
                <a:spcPts val="0"/>
              </a:spcAft>
              <a:buClr>
                <a:schemeClr val="dk2"/>
              </a:buClr>
              <a:buSzPts val="3000"/>
              <a:buChar char="■"/>
              <a:defRPr>
                <a:solidFill>
                  <a:schemeClr val="dk2"/>
                </a:solidFill>
              </a:defRPr>
            </a:lvl1pPr>
            <a:lvl2pPr indent="-419100" lvl="1" marL="914400" algn="l">
              <a:lnSpc>
                <a:spcPct val="94000"/>
              </a:lnSpc>
              <a:spcBef>
                <a:spcPts val="750"/>
              </a:spcBef>
              <a:spcAft>
                <a:spcPts val="0"/>
              </a:spcAft>
              <a:buClr>
                <a:schemeClr val="dk2"/>
              </a:buClr>
              <a:buSzPts val="3000"/>
              <a:buChar char="–"/>
              <a:defRPr>
                <a:solidFill>
                  <a:schemeClr val="dk2"/>
                </a:solidFill>
              </a:defRPr>
            </a:lvl2pPr>
            <a:lvl3pPr indent="-400050" lvl="2" marL="1371600" algn="l">
              <a:lnSpc>
                <a:spcPct val="94000"/>
              </a:lnSpc>
              <a:spcBef>
                <a:spcPts val="750"/>
              </a:spcBef>
              <a:spcAft>
                <a:spcPts val="0"/>
              </a:spcAft>
              <a:buClr>
                <a:schemeClr val="dk2"/>
              </a:buClr>
              <a:buSzPts val="2700"/>
              <a:buChar char="■"/>
              <a:defRPr>
                <a:solidFill>
                  <a:schemeClr val="dk2"/>
                </a:solidFill>
              </a:defRPr>
            </a:lvl3pPr>
            <a:lvl4pPr indent="-400050" lvl="3" marL="1828800" algn="l">
              <a:lnSpc>
                <a:spcPct val="94000"/>
              </a:lnSpc>
              <a:spcBef>
                <a:spcPts val="750"/>
              </a:spcBef>
              <a:spcAft>
                <a:spcPts val="0"/>
              </a:spcAft>
              <a:buClr>
                <a:schemeClr val="dk2"/>
              </a:buClr>
              <a:buSzPts val="2700"/>
              <a:buChar char="–"/>
              <a:defRPr>
                <a:solidFill>
                  <a:schemeClr val="dk2"/>
                </a:solidFill>
              </a:defRPr>
            </a:lvl4pPr>
            <a:lvl5pPr indent="-381000" lvl="4" marL="2286000" algn="l">
              <a:lnSpc>
                <a:spcPct val="94000"/>
              </a:lnSpc>
              <a:spcBef>
                <a:spcPts val="750"/>
              </a:spcBef>
              <a:spcAft>
                <a:spcPts val="0"/>
              </a:spcAft>
              <a:buClr>
                <a:schemeClr val="dk2"/>
              </a:buClr>
              <a:buSzPts val="2400"/>
              <a:buChar char="■"/>
              <a:defRPr>
                <a:solidFill>
                  <a:schemeClr val="dk2"/>
                </a:solidFill>
              </a:defRPr>
            </a:lvl5pPr>
            <a:lvl6pPr indent="-342900" lvl="5" marL="2743200" algn="l">
              <a:lnSpc>
                <a:spcPct val="94000"/>
              </a:lnSpc>
              <a:spcBef>
                <a:spcPts val="750"/>
              </a:spcBef>
              <a:spcAft>
                <a:spcPts val="0"/>
              </a:spcAft>
              <a:buClr>
                <a:schemeClr val="dk2"/>
              </a:buClr>
              <a:buSzPts val="1800"/>
              <a:buChar char="–"/>
              <a:defRPr/>
            </a:lvl6pPr>
            <a:lvl7pPr indent="-342900" lvl="6" marL="3200400" algn="l">
              <a:lnSpc>
                <a:spcPct val="94000"/>
              </a:lnSpc>
              <a:spcBef>
                <a:spcPts val="750"/>
              </a:spcBef>
              <a:spcAft>
                <a:spcPts val="0"/>
              </a:spcAft>
              <a:buClr>
                <a:schemeClr val="dk2"/>
              </a:buClr>
              <a:buSzPts val="1800"/>
              <a:buChar char="■"/>
              <a:defRPr/>
            </a:lvl7pPr>
            <a:lvl8pPr indent="-342900" lvl="7" marL="3657600" algn="l">
              <a:lnSpc>
                <a:spcPct val="94000"/>
              </a:lnSpc>
              <a:spcBef>
                <a:spcPts val="750"/>
              </a:spcBef>
              <a:spcAft>
                <a:spcPts val="0"/>
              </a:spcAft>
              <a:buClr>
                <a:schemeClr val="dk2"/>
              </a:buClr>
              <a:buSzPts val="1800"/>
              <a:buChar char="–"/>
              <a:defRPr/>
            </a:lvl8pPr>
            <a:lvl9pPr indent="-342900" lvl="8" marL="4114800" algn="l">
              <a:lnSpc>
                <a:spcPct val="94000"/>
              </a:lnSpc>
              <a:spcBef>
                <a:spcPts val="750"/>
              </a:spcBef>
              <a:spcAft>
                <a:spcPts val="300"/>
              </a:spcAft>
              <a:buClr>
                <a:schemeClr val="dk2"/>
              </a:buClr>
              <a:buSzPts val="1800"/>
              <a:buChar char="■"/>
              <a:defRPr/>
            </a:lvl9pPr>
          </a:lstStyle>
          <a:p/>
        </p:txBody>
      </p:sp>
      <p:sp>
        <p:nvSpPr>
          <p:cNvPr id="42" name="Google Shape;42;p37"/>
          <p:cNvSpPr txBox="1"/>
          <p:nvPr>
            <p:ph idx="10" type="dt"/>
          </p:nvPr>
        </p:nvSpPr>
        <p:spPr>
          <a:xfrm>
            <a:off x="2085975" y="9680079"/>
            <a:ext cx="1806858" cy="60692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7"/>
          <p:cNvSpPr txBox="1"/>
          <p:nvPr>
            <p:ph idx="11" type="ftr"/>
          </p:nvPr>
        </p:nvSpPr>
        <p:spPr>
          <a:xfrm>
            <a:off x="4340346" y="9680079"/>
            <a:ext cx="9421245" cy="60692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7"/>
          <p:cNvSpPr txBox="1"/>
          <p:nvPr>
            <p:ph idx="12" type="sldNum"/>
          </p:nvPr>
        </p:nvSpPr>
        <p:spPr>
          <a:xfrm>
            <a:off x="14209104" y="9680079"/>
            <a:ext cx="2394438" cy="606921"/>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2"/>
              </a:buClr>
              <a:buSzPts val="1800"/>
              <a:buFont typeface="Libre Franklin"/>
              <a:buNone/>
              <a:defRPr/>
            </a:lvl1pPr>
            <a:lvl2pPr indent="0" lvl="1" marL="0" algn="r">
              <a:spcBef>
                <a:spcPts val="0"/>
              </a:spcBef>
              <a:spcAft>
                <a:spcPts val="0"/>
              </a:spcAft>
              <a:buClr>
                <a:schemeClr val="dk2"/>
              </a:buClr>
              <a:buSzPts val="1800"/>
              <a:buFont typeface="Libre Franklin"/>
              <a:buNone/>
              <a:defRPr/>
            </a:lvl2pPr>
            <a:lvl3pPr indent="0" lvl="2" marL="0" algn="r">
              <a:spcBef>
                <a:spcPts val="0"/>
              </a:spcBef>
              <a:spcAft>
                <a:spcPts val="0"/>
              </a:spcAft>
              <a:buClr>
                <a:schemeClr val="dk2"/>
              </a:buClr>
              <a:buSzPts val="1800"/>
              <a:buFont typeface="Libre Franklin"/>
              <a:buNone/>
              <a:defRPr/>
            </a:lvl3pPr>
            <a:lvl4pPr indent="0" lvl="3" marL="0" algn="r">
              <a:spcBef>
                <a:spcPts val="0"/>
              </a:spcBef>
              <a:spcAft>
                <a:spcPts val="0"/>
              </a:spcAft>
              <a:buClr>
                <a:schemeClr val="dk2"/>
              </a:buClr>
              <a:buSzPts val="1800"/>
              <a:buFont typeface="Libre Franklin"/>
              <a:buNone/>
              <a:defRPr/>
            </a:lvl4pPr>
            <a:lvl5pPr indent="0" lvl="4" marL="0" algn="r">
              <a:spcBef>
                <a:spcPts val="0"/>
              </a:spcBef>
              <a:spcAft>
                <a:spcPts val="0"/>
              </a:spcAft>
              <a:buClr>
                <a:schemeClr val="dk2"/>
              </a:buClr>
              <a:buSzPts val="1800"/>
              <a:buFont typeface="Libre Franklin"/>
              <a:buNone/>
              <a:defRPr/>
            </a:lvl5pPr>
            <a:lvl6pPr indent="0" lvl="5" marL="0" algn="r">
              <a:spcBef>
                <a:spcPts val="0"/>
              </a:spcBef>
              <a:spcAft>
                <a:spcPts val="0"/>
              </a:spcAft>
              <a:buClr>
                <a:schemeClr val="dk2"/>
              </a:buClr>
              <a:buSzPts val="1800"/>
              <a:buFont typeface="Libre Franklin"/>
              <a:buNone/>
              <a:defRPr/>
            </a:lvl6pPr>
            <a:lvl7pPr indent="0" lvl="6" marL="0" algn="r">
              <a:spcBef>
                <a:spcPts val="0"/>
              </a:spcBef>
              <a:spcAft>
                <a:spcPts val="0"/>
              </a:spcAft>
              <a:buClr>
                <a:schemeClr val="dk2"/>
              </a:buClr>
              <a:buSzPts val="1800"/>
              <a:buFont typeface="Libre Franklin"/>
              <a:buNone/>
              <a:defRPr/>
            </a:lvl7pPr>
            <a:lvl8pPr indent="0" lvl="7" marL="0" algn="r">
              <a:spcBef>
                <a:spcPts val="0"/>
              </a:spcBef>
              <a:spcAft>
                <a:spcPts val="0"/>
              </a:spcAft>
              <a:buClr>
                <a:schemeClr val="dk2"/>
              </a:buClr>
              <a:buSzPts val="1800"/>
              <a:buFont typeface="Libre Franklin"/>
              <a:buNone/>
              <a:defRPr/>
            </a:lvl8pPr>
            <a:lvl9pPr indent="0" lvl="8" marL="0" algn="r">
              <a:spcBef>
                <a:spcPts val="0"/>
              </a:spcBef>
              <a:spcAft>
                <a:spcPts val="0"/>
              </a:spcAft>
              <a:buClr>
                <a:schemeClr val="dk2"/>
              </a:buClr>
              <a:buSzPts val="1800"/>
              <a:buFont typeface="Libre Franklin"/>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5" name="Shape 45"/>
        <p:cNvGrpSpPr/>
        <p:nvPr/>
      </p:nvGrpSpPr>
      <p:grpSpPr>
        <a:xfrm>
          <a:off x="0" y="0"/>
          <a:ext cx="0" cy="0"/>
          <a:chOff x="0" y="0"/>
          <a:chExt cx="0" cy="0"/>
        </a:xfrm>
      </p:grpSpPr>
      <p:sp>
        <p:nvSpPr>
          <p:cNvPr id="46" name="Google Shape;46;p38"/>
          <p:cNvSpPr txBox="1"/>
          <p:nvPr>
            <p:ph type="title"/>
          </p:nvPr>
        </p:nvSpPr>
        <p:spPr>
          <a:xfrm>
            <a:off x="2057400" y="1028700"/>
            <a:ext cx="14401800" cy="222885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6600"/>
              <a:buFont typeface="Libre Franklin"/>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38"/>
          <p:cNvSpPr txBox="1"/>
          <p:nvPr>
            <p:ph idx="1" type="body"/>
          </p:nvPr>
        </p:nvSpPr>
        <p:spPr>
          <a:xfrm>
            <a:off x="2057400" y="3511296"/>
            <a:ext cx="6665976" cy="1235868"/>
          </a:xfrm>
          <a:prstGeom prst="rect">
            <a:avLst/>
          </a:prstGeom>
          <a:noFill/>
          <a:ln>
            <a:noFill/>
          </a:ln>
        </p:spPr>
        <p:txBody>
          <a:bodyPr anchorCtr="0" anchor="b" bIns="45700" lIns="91425" spcFirstLastPara="1" rIns="91425" wrap="square" tIns="45700">
            <a:noAutofit/>
          </a:bodyPr>
          <a:lstStyle>
            <a:lvl1pPr indent="-228600" lvl="0" marL="457200" algn="l">
              <a:lnSpc>
                <a:spcPct val="84000"/>
              </a:lnSpc>
              <a:spcBef>
                <a:spcPts val="0"/>
              </a:spcBef>
              <a:spcAft>
                <a:spcPts val="0"/>
              </a:spcAft>
              <a:buClr>
                <a:schemeClr val="dk2"/>
              </a:buClr>
              <a:buSzPts val="4500"/>
              <a:buNone/>
              <a:defRPr b="0" sz="4500">
                <a:solidFill>
                  <a:schemeClr val="dk2"/>
                </a:solidFill>
              </a:defRPr>
            </a:lvl1pPr>
            <a:lvl2pPr indent="-228600" lvl="1" marL="914400" algn="l">
              <a:lnSpc>
                <a:spcPct val="94000"/>
              </a:lnSpc>
              <a:spcBef>
                <a:spcPts val="750"/>
              </a:spcBef>
              <a:spcAft>
                <a:spcPts val="0"/>
              </a:spcAft>
              <a:buClr>
                <a:schemeClr val="dk2"/>
              </a:buClr>
              <a:buSzPts val="3000"/>
              <a:buNone/>
              <a:defRPr b="1" sz="3000"/>
            </a:lvl2pPr>
            <a:lvl3pPr indent="-228600" lvl="2" marL="1371600" algn="l">
              <a:lnSpc>
                <a:spcPct val="94000"/>
              </a:lnSpc>
              <a:spcBef>
                <a:spcPts val="750"/>
              </a:spcBef>
              <a:spcAft>
                <a:spcPts val="0"/>
              </a:spcAft>
              <a:buClr>
                <a:schemeClr val="dk2"/>
              </a:buClr>
              <a:buSzPts val="2700"/>
              <a:buNone/>
              <a:defRPr b="1" sz="2700"/>
            </a:lvl3pPr>
            <a:lvl4pPr indent="-228600" lvl="3" marL="1828800" algn="l">
              <a:lnSpc>
                <a:spcPct val="94000"/>
              </a:lnSpc>
              <a:spcBef>
                <a:spcPts val="750"/>
              </a:spcBef>
              <a:spcAft>
                <a:spcPts val="0"/>
              </a:spcAft>
              <a:buClr>
                <a:schemeClr val="dk2"/>
              </a:buClr>
              <a:buSzPts val="2400"/>
              <a:buNone/>
              <a:defRPr b="1" sz="2400"/>
            </a:lvl4pPr>
            <a:lvl5pPr indent="-228600" lvl="4" marL="2286000" algn="l">
              <a:lnSpc>
                <a:spcPct val="94000"/>
              </a:lnSpc>
              <a:spcBef>
                <a:spcPts val="750"/>
              </a:spcBef>
              <a:spcAft>
                <a:spcPts val="0"/>
              </a:spcAft>
              <a:buClr>
                <a:schemeClr val="dk2"/>
              </a:buClr>
              <a:buSzPts val="2400"/>
              <a:buNone/>
              <a:defRPr b="1" sz="2400"/>
            </a:lvl5pPr>
            <a:lvl6pPr indent="-228600" lvl="5" marL="2743200" algn="l">
              <a:lnSpc>
                <a:spcPct val="94000"/>
              </a:lnSpc>
              <a:spcBef>
                <a:spcPts val="750"/>
              </a:spcBef>
              <a:spcAft>
                <a:spcPts val="0"/>
              </a:spcAft>
              <a:buClr>
                <a:schemeClr val="dk2"/>
              </a:buClr>
              <a:buSzPts val="2400"/>
              <a:buNone/>
              <a:defRPr b="1" sz="2400"/>
            </a:lvl6pPr>
            <a:lvl7pPr indent="-228600" lvl="6" marL="3200400" algn="l">
              <a:lnSpc>
                <a:spcPct val="94000"/>
              </a:lnSpc>
              <a:spcBef>
                <a:spcPts val="750"/>
              </a:spcBef>
              <a:spcAft>
                <a:spcPts val="0"/>
              </a:spcAft>
              <a:buClr>
                <a:schemeClr val="dk2"/>
              </a:buClr>
              <a:buSzPts val="2400"/>
              <a:buNone/>
              <a:defRPr b="1" sz="2400"/>
            </a:lvl7pPr>
            <a:lvl8pPr indent="-228600" lvl="7" marL="3657600" algn="l">
              <a:lnSpc>
                <a:spcPct val="94000"/>
              </a:lnSpc>
              <a:spcBef>
                <a:spcPts val="750"/>
              </a:spcBef>
              <a:spcAft>
                <a:spcPts val="0"/>
              </a:spcAft>
              <a:buClr>
                <a:schemeClr val="dk2"/>
              </a:buClr>
              <a:buSzPts val="2400"/>
              <a:buNone/>
              <a:defRPr b="1" sz="2400"/>
            </a:lvl8pPr>
            <a:lvl9pPr indent="-228600" lvl="8" marL="4114800" algn="l">
              <a:lnSpc>
                <a:spcPct val="94000"/>
              </a:lnSpc>
              <a:spcBef>
                <a:spcPts val="750"/>
              </a:spcBef>
              <a:spcAft>
                <a:spcPts val="300"/>
              </a:spcAft>
              <a:buClr>
                <a:schemeClr val="dk2"/>
              </a:buClr>
              <a:buSzPts val="2400"/>
              <a:buNone/>
              <a:defRPr b="1" sz="2400"/>
            </a:lvl9pPr>
          </a:lstStyle>
          <a:p/>
        </p:txBody>
      </p:sp>
      <p:sp>
        <p:nvSpPr>
          <p:cNvPr id="48" name="Google Shape;48;p38"/>
          <p:cNvSpPr txBox="1"/>
          <p:nvPr>
            <p:ph idx="2" type="body"/>
          </p:nvPr>
        </p:nvSpPr>
        <p:spPr>
          <a:xfrm>
            <a:off x="2057400" y="4957811"/>
            <a:ext cx="6665976" cy="3843290"/>
          </a:xfrm>
          <a:prstGeom prst="rect">
            <a:avLst/>
          </a:prstGeom>
          <a:noFill/>
          <a:ln>
            <a:noFill/>
          </a:ln>
        </p:spPr>
        <p:txBody>
          <a:bodyPr anchorCtr="0" anchor="t" bIns="45700" lIns="91425" spcFirstLastPara="1" rIns="91425" wrap="square" tIns="45700">
            <a:normAutofit/>
          </a:bodyPr>
          <a:lstStyle>
            <a:lvl1pPr indent="-419100" lvl="0" marL="457200" algn="l">
              <a:lnSpc>
                <a:spcPct val="94000"/>
              </a:lnSpc>
              <a:spcBef>
                <a:spcPts val="1500"/>
              </a:spcBef>
              <a:spcAft>
                <a:spcPts val="0"/>
              </a:spcAft>
              <a:buClr>
                <a:schemeClr val="dk2"/>
              </a:buClr>
              <a:buSzPts val="3000"/>
              <a:buChar char="■"/>
              <a:defRPr>
                <a:solidFill>
                  <a:schemeClr val="dk2"/>
                </a:solidFill>
              </a:defRPr>
            </a:lvl1pPr>
            <a:lvl2pPr indent="-419100" lvl="1" marL="914400" algn="l">
              <a:lnSpc>
                <a:spcPct val="94000"/>
              </a:lnSpc>
              <a:spcBef>
                <a:spcPts val="750"/>
              </a:spcBef>
              <a:spcAft>
                <a:spcPts val="0"/>
              </a:spcAft>
              <a:buClr>
                <a:schemeClr val="dk2"/>
              </a:buClr>
              <a:buSzPts val="3000"/>
              <a:buChar char="–"/>
              <a:defRPr>
                <a:solidFill>
                  <a:schemeClr val="dk2"/>
                </a:solidFill>
              </a:defRPr>
            </a:lvl2pPr>
            <a:lvl3pPr indent="-400050" lvl="2" marL="1371600" algn="l">
              <a:lnSpc>
                <a:spcPct val="94000"/>
              </a:lnSpc>
              <a:spcBef>
                <a:spcPts val="750"/>
              </a:spcBef>
              <a:spcAft>
                <a:spcPts val="0"/>
              </a:spcAft>
              <a:buClr>
                <a:schemeClr val="dk2"/>
              </a:buClr>
              <a:buSzPts val="2700"/>
              <a:buChar char="■"/>
              <a:defRPr>
                <a:solidFill>
                  <a:schemeClr val="dk2"/>
                </a:solidFill>
              </a:defRPr>
            </a:lvl3pPr>
            <a:lvl4pPr indent="-400050" lvl="3" marL="1828800" algn="l">
              <a:lnSpc>
                <a:spcPct val="94000"/>
              </a:lnSpc>
              <a:spcBef>
                <a:spcPts val="750"/>
              </a:spcBef>
              <a:spcAft>
                <a:spcPts val="0"/>
              </a:spcAft>
              <a:buClr>
                <a:schemeClr val="dk2"/>
              </a:buClr>
              <a:buSzPts val="2700"/>
              <a:buChar char="–"/>
              <a:defRPr>
                <a:solidFill>
                  <a:schemeClr val="dk2"/>
                </a:solidFill>
              </a:defRPr>
            </a:lvl4pPr>
            <a:lvl5pPr indent="-381000" lvl="4" marL="2286000" algn="l">
              <a:lnSpc>
                <a:spcPct val="94000"/>
              </a:lnSpc>
              <a:spcBef>
                <a:spcPts val="750"/>
              </a:spcBef>
              <a:spcAft>
                <a:spcPts val="0"/>
              </a:spcAft>
              <a:buClr>
                <a:schemeClr val="dk2"/>
              </a:buClr>
              <a:buSzPts val="2400"/>
              <a:buChar char="■"/>
              <a:defRPr>
                <a:solidFill>
                  <a:schemeClr val="dk2"/>
                </a:solidFill>
              </a:defRPr>
            </a:lvl5pPr>
            <a:lvl6pPr indent="-342900" lvl="5" marL="2743200" algn="l">
              <a:lnSpc>
                <a:spcPct val="94000"/>
              </a:lnSpc>
              <a:spcBef>
                <a:spcPts val="750"/>
              </a:spcBef>
              <a:spcAft>
                <a:spcPts val="0"/>
              </a:spcAft>
              <a:buClr>
                <a:schemeClr val="dk2"/>
              </a:buClr>
              <a:buSzPts val="1800"/>
              <a:buChar char="–"/>
              <a:defRPr/>
            </a:lvl6pPr>
            <a:lvl7pPr indent="-342900" lvl="6" marL="3200400" algn="l">
              <a:lnSpc>
                <a:spcPct val="94000"/>
              </a:lnSpc>
              <a:spcBef>
                <a:spcPts val="750"/>
              </a:spcBef>
              <a:spcAft>
                <a:spcPts val="0"/>
              </a:spcAft>
              <a:buClr>
                <a:schemeClr val="dk2"/>
              </a:buClr>
              <a:buSzPts val="1800"/>
              <a:buChar char="■"/>
              <a:defRPr/>
            </a:lvl7pPr>
            <a:lvl8pPr indent="-342900" lvl="7" marL="3657600" algn="l">
              <a:lnSpc>
                <a:spcPct val="94000"/>
              </a:lnSpc>
              <a:spcBef>
                <a:spcPts val="750"/>
              </a:spcBef>
              <a:spcAft>
                <a:spcPts val="0"/>
              </a:spcAft>
              <a:buClr>
                <a:schemeClr val="dk2"/>
              </a:buClr>
              <a:buSzPts val="1800"/>
              <a:buChar char="–"/>
              <a:defRPr/>
            </a:lvl8pPr>
            <a:lvl9pPr indent="-342900" lvl="8" marL="4114800" algn="l">
              <a:lnSpc>
                <a:spcPct val="94000"/>
              </a:lnSpc>
              <a:spcBef>
                <a:spcPts val="750"/>
              </a:spcBef>
              <a:spcAft>
                <a:spcPts val="300"/>
              </a:spcAft>
              <a:buClr>
                <a:schemeClr val="dk2"/>
              </a:buClr>
              <a:buSzPts val="1800"/>
              <a:buChar char="■"/>
              <a:defRPr/>
            </a:lvl9pPr>
          </a:lstStyle>
          <a:p/>
        </p:txBody>
      </p:sp>
      <p:sp>
        <p:nvSpPr>
          <p:cNvPr id="49" name="Google Shape;49;p38"/>
          <p:cNvSpPr txBox="1"/>
          <p:nvPr>
            <p:ph idx="3" type="body"/>
          </p:nvPr>
        </p:nvSpPr>
        <p:spPr>
          <a:xfrm>
            <a:off x="9787521" y="3511296"/>
            <a:ext cx="6665976" cy="1235868"/>
          </a:xfrm>
          <a:prstGeom prst="rect">
            <a:avLst/>
          </a:prstGeom>
          <a:noFill/>
          <a:ln>
            <a:noFill/>
          </a:ln>
        </p:spPr>
        <p:txBody>
          <a:bodyPr anchorCtr="0" anchor="b" bIns="45700" lIns="91425" spcFirstLastPara="1" rIns="91425" wrap="square" tIns="45700">
            <a:noAutofit/>
          </a:bodyPr>
          <a:lstStyle>
            <a:lvl1pPr indent="-228600" lvl="0" marL="457200" algn="l">
              <a:lnSpc>
                <a:spcPct val="84000"/>
              </a:lnSpc>
              <a:spcBef>
                <a:spcPts val="0"/>
              </a:spcBef>
              <a:spcAft>
                <a:spcPts val="0"/>
              </a:spcAft>
              <a:buClr>
                <a:schemeClr val="dk2"/>
              </a:buClr>
              <a:buSzPts val="4500"/>
              <a:buNone/>
              <a:defRPr b="0" sz="4500">
                <a:solidFill>
                  <a:schemeClr val="dk2"/>
                </a:solidFill>
              </a:defRPr>
            </a:lvl1pPr>
            <a:lvl2pPr indent="-228600" lvl="1" marL="914400" algn="l">
              <a:lnSpc>
                <a:spcPct val="94000"/>
              </a:lnSpc>
              <a:spcBef>
                <a:spcPts val="750"/>
              </a:spcBef>
              <a:spcAft>
                <a:spcPts val="0"/>
              </a:spcAft>
              <a:buClr>
                <a:schemeClr val="dk2"/>
              </a:buClr>
              <a:buSzPts val="3000"/>
              <a:buNone/>
              <a:defRPr b="1" sz="3000"/>
            </a:lvl2pPr>
            <a:lvl3pPr indent="-228600" lvl="2" marL="1371600" algn="l">
              <a:lnSpc>
                <a:spcPct val="94000"/>
              </a:lnSpc>
              <a:spcBef>
                <a:spcPts val="750"/>
              </a:spcBef>
              <a:spcAft>
                <a:spcPts val="0"/>
              </a:spcAft>
              <a:buClr>
                <a:schemeClr val="dk2"/>
              </a:buClr>
              <a:buSzPts val="2700"/>
              <a:buNone/>
              <a:defRPr b="1" sz="2700"/>
            </a:lvl3pPr>
            <a:lvl4pPr indent="-228600" lvl="3" marL="1828800" algn="l">
              <a:lnSpc>
                <a:spcPct val="94000"/>
              </a:lnSpc>
              <a:spcBef>
                <a:spcPts val="750"/>
              </a:spcBef>
              <a:spcAft>
                <a:spcPts val="0"/>
              </a:spcAft>
              <a:buClr>
                <a:schemeClr val="dk2"/>
              </a:buClr>
              <a:buSzPts val="2400"/>
              <a:buNone/>
              <a:defRPr b="1" sz="2400"/>
            </a:lvl4pPr>
            <a:lvl5pPr indent="-228600" lvl="4" marL="2286000" algn="l">
              <a:lnSpc>
                <a:spcPct val="94000"/>
              </a:lnSpc>
              <a:spcBef>
                <a:spcPts val="750"/>
              </a:spcBef>
              <a:spcAft>
                <a:spcPts val="0"/>
              </a:spcAft>
              <a:buClr>
                <a:schemeClr val="dk2"/>
              </a:buClr>
              <a:buSzPts val="2400"/>
              <a:buNone/>
              <a:defRPr b="1" sz="2400"/>
            </a:lvl5pPr>
            <a:lvl6pPr indent="-228600" lvl="5" marL="2743200" algn="l">
              <a:lnSpc>
                <a:spcPct val="94000"/>
              </a:lnSpc>
              <a:spcBef>
                <a:spcPts val="750"/>
              </a:spcBef>
              <a:spcAft>
                <a:spcPts val="0"/>
              </a:spcAft>
              <a:buClr>
                <a:schemeClr val="dk2"/>
              </a:buClr>
              <a:buSzPts val="2400"/>
              <a:buNone/>
              <a:defRPr b="1" sz="2400"/>
            </a:lvl6pPr>
            <a:lvl7pPr indent="-228600" lvl="6" marL="3200400" algn="l">
              <a:lnSpc>
                <a:spcPct val="94000"/>
              </a:lnSpc>
              <a:spcBef>
                <a:spcPts val="750"/>
              </a:spcBef>
              <a:spcAft>
                <a:spcPts val="0"/>
              </a:spcAft>
              <a:buClr>
                <a:schemeClr val="dk2"/>
              </a:buClr>
              <a:buSzPts val="2400"/>
              <a:buNone/>
              <a:defRPr b="1" sz="2400"/>
            </a:lvl7pPr>
            <a:lvl8pPr indent="-228600" lvl="7" marL="3657600" algn="l">
              <a:lnSpc>
                <a:spcPct val="94000"/>
              </a:lnSpc>
              <a:spcBef>
                <a:spcPts val="750"/>
              </a:spcBef>
              <a:spcAft>
                <a:spcPts val="0"/>
              </a:spcAft>
              <a:buClr>
                <a:schemeClr val="dk2"/>
              </a:buClr>
              <a:buSzPts val="2400"/>
              <a:buNone/>
              <a:defRPr b="1" sz="2400"/>
            </a:lvl8pPr>
            <a:lvl9pPr indent="-228600" lvl="8" marL="4114800" algn="l">
              <a:lnSpc>
                <a:spcPct val="94000"/>
              </a:lnSpc>
              <a:spcBef>
                <a:spcPts val="750"/>
              </a:spcBef>
              <a:spcAft>
                <a:spcPts val="300"/>
              </a:spcAft>
              <a:buClr>
                <a:schemeClr val="dk2"/>
              </a:buClr>
              <a:buSzPts val="2400"/>
              <a:buNone/>
              <a:defRPr b="1" sz="2400"/>
            </a:lvl9pPr>
          </a:lstStyle>
          <a:p/>
        </p:txBody>
      </p:sp>
      <p:sp>
        <p:nvSpPr>
          <p:cNvPr id="50" name="Google Shape;50;p38"/>
          <p:cNvSpPr txBox="1"/>
          <p:nvPr>
            <p:ph idx="4" type="body"/>
          </p:nvPr>
        </p:nvSpPr>
        <p:spPr>
          <a:xfrm>
            <a:off x="9787521" y="4957811"/>
            <a:ext cx="6665976" cy="3843290"/>
          </a:xfrm>
          <a:prstGeom prst="rect">
            <a:avLst/>
          </a:prstGeom>
          <a:noFill/>
          <a:ln>
            <a:noFill/>
          </a:ln>
        </p:spPr>
        <p:txBody>
          <a:bodyPr anchorCtr="0" anchor="t" bIns="45700" lIns="91425" spcFirstLastPara="1" rIns="91425" wrap="square" tIns="45700">
            <a:normAutofit/>
          </a:bodyPr>
          <a:lstStyle>
            <a:lvl1pPr indent="-419100" lvl="0" marL="457200" algn="l">
              <a:lnSpc>
                <a:spcPct val="94000"/>
              </a:lnSpc>
              <a:spcBef>
                <a:spcPts val="1500"/>
              </a:spcBef>
              <a:spcAft>
                <a:spcPts val="0"/>
              </a:spcAft>
              <a:buClr>
                <a:schemeClr val="dk2"/>
              </a:buClr>
              <a:buSzPts val="3000"/>
              <a:buChar char="■"/>
              <a:defRPr>
                <a:solidFill>
                  <a:schemeClr val="dk2"/>
                </a:solidFill>
              </a:defRPr>
            </a:lvl1pPr>
            <a:lvl2pPr indent="-419100" lvl="1" marL="914400" algn="l">
              <a:lnSpc>
                <a:spcPct val="94000"/>
              </a:lnSpc>
              <a:spcBef>
                <a:spcPts val="750"/>
              </a:spcBef>
              <a:spcAft>
                <a:spcPts val="0"/>
              </a:spcAft>
              <a:buClr>
                <a:schemeClr val="dk2"/>
              </a:buClr>
              <a:buSzPts val="3000"/>
              <a:buChar char="–"/>
              <a:defRPr>
                <a:solidFill>
                  <a:schemeClr val="dk2"/>
                </a:solidFill>
              </a:defRPr>
            </a:lvl2pPr>
            <a:lvl3pPr indent="-400050" lvl="2" marL="1371600" algn="l">
              <a:lnSpc>
                <a:spcPct val="94000"/>
              </a:lnSpc>
              <a:spcBef>
                <a:spcPts val="750"/>
              </a:spcBef>
              <a:spcAft>
                <a:spcPts val="0"/>
              </a:spcAft>
              <a:buClr>
                <a:schemeClr val="dk2"/>
              </a:buClr>
              <a:buSzPts val="2700"/>
              <a:buChar char="■"/>
              <a:defRPr>
                <a:solidFill>
                  <a:schemeClr val="dk2"/>
                </a:solidFill>
              </a:defRPr>
            </a:lvl3pPr>
            <a:lvl4pPr indent="-400050" lvl="3" marL="1828800" algn="l">
              <a:lnSpc>
                <a:spcPct val="94000"/>
              </a:lnSpc>
              <a:spcBef>
                <a:spcPts val="750"/>
              </a:spcBef>
              <a:spcAft>
                <a:spcPts val="0"/>
              </a:spcAft>
              <a:buClr>
                <a:schemeClr val="dk2"/>
              </a:buClr>
              <a:buSzPts val="2700"/>
              <a:buChar char="–"/>
              <a:defRPr>
                <a:solidFill>
                  <a:schemeClr val="dk2"/>
                </a:solidFill>
              </a:defRPr>
            </a:lvl4pPr>
            <a:lvl5pPr indent="-381000" lvl="4" marL="2286000" algn="l">
              <a:lnSpc>
                <a:spcPct val="94000"/>
              </a:lnSpc>
              <a:spcBef>
                <a:spcPts val="750"/>
              </a:spcBef>
              <a:spcAft>
                <a:spcPts val="0"/>
              </a:spcAft>
              <a:buClr>
                <a:schemeClr val="dk2"/>
              </a:buClr>
              <a:buSzPts val="2400"/>
              <a:buChar char="■"/>
              <a:defRPr>
                <a:solidFill>
                  <a:schemeClr val="dk2"/>
                </a:solidFill>
              </a:defRPr>
            </a:lvl5pPr>
            <a:lvl6pPr indent="-342900" lvl="5" marL="2743200" algn="l">
              <a:lnSpc>
                <a:spcPct val="94000"/>
              </a:lnSpc>
              <a:spcBef>
                <a:spcPts val="750"/>
              </a:spcBef>
              <a:spcAft>
                <a:spcPts val="0"/>
              </a:spcAft>
              <a:buClr>
                <a:schemeClr val="dk2"/>
              </a:buClr>
              <a:buSzPts val="1800"/>
              <a:buChar char="–"/>
              <a:defRPr/>
            </a:lvl6pPr>
            <a:lvl7pPr indent="-342900" lvl="6" marL="3200400" algn="l">
              <a:lnSpc>
                <a:spcPct val="94000"/>
              </a:lnSpc>
              <a:spcBef>
                <a:spcPts val="750"/>
              </a:spcBef>
              <a:spcAft>
                <a:spcPts val="0"/>
              </a:spcAft>
              <a:buClr>
                <a:schemeClr val="dk2"/>
              </a:buClr>
              <a:buSzPts val="1800"/>
              <a:buChar char="■"/>
              <a:defRPr/>
            </a:lvl7pPr>
            <a:lvl8pPr indent="-342900" lvl="7" marL="3657600" algn="l">
              <a:lnSpc>
                <a:spcPct val="94000"/>
              </a:lnSpc>
              <a:spcBef>
                <a:spcPts val="750"/>
              </a:spcBef>
              <a:spcAft>
                <a:spcPts val="0"/>
              </a:spcAft>
              <a:buClr>
                <a:schemeClr val="dk2"/>
              </a:buClr>
              <a:buSzPts val="1800"/>
              <a:buChar char="–"/>
              <a:defRPr/>
            </a:lvl8pPr>
            <a:lvl9pPr indent="-342900" lvl="8" marL="4114800" algn="l">
              <a:lnSpc>
                <a:spcPct val="94000"/>
              </a:lnSpc>
              <a:spcBef>
                <a:spcPts val="750"/>
              </a:spcBef>
              <a:spcAft>
                <a:spcPts val="300"/>
              </a:spcAft>
              <a:buClr>
                <a:schemeClr val="dk2"/>
              </a:buClr>
              <a:buSzPts val="1800"/>
              <a:buChar char="■"/>
              <a:defRPr/>
            </a:lvl9pPr>
          </a:lstStyle>
          <a:p/>
        </p:txBody>
      </p:sp>
      <p:sp>
        <p:nvSpPr>
          <p:cNvPr id="51" name="Google Shape;51;p38"/>
          <p:cNvSpPr txBox="1"/>
          <p:nvPr>
            <p:ph idx="10" type="dt"/>
          </p:nvPr>
        </p:nvSpPr>
        <p:spPr>
          <a:xfrm>
            <a:off x="2085975" y="9680079"/>
            <a:ext cx="1806858" cy="60692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8"/>
          <p:cNvSpPr txBox="1"/>
          <p:nvPr>
            <p:ph idx="11" type="ftr"/>
          </p:nvPr>
        </p:nvSpPr>
        <p:spPr>
          <a:xfrm>
            <a:off x="4340346" y="9680079"/>
            <a:ext cx="9421245" cy="60692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8"/>
          <p:cNvSpPr txBox="1"/>
          <p:nvPr>
            <p:ph idx="12" type="sldNum"/>
          </p:nvPr>
        </p:nvSpPr>
        <p:spPr>
          <a:xfrm>
            <a:off x="14209104" y="9680079"/>
            <a:ext cx="2394438" cy="606921"/>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2"/>
              </a:buClr>
              <a:buSzPts val="1800"/>
              <a:buFont typeface="Libre Franklin"/>
              <a:buNone/>
              <a:defRPr/>
            </a:lvl1pPr>
            <a:lvl2pPr indent="0" lvl="1" marL="0" algn="r">
              <a:spcBef>
                <a:spcPts val="0"/>
              </a:spcBef>
              <a:spcAft>
                <a:spcPts val="0"/>
              </a:spcAft>
              <a:buClr>
                <a:schemeClr val="dk2"/>
              </a:buClr>
              <a:buSzPts val="1800"/>
              <a:buFont typeface="Libre Franklin"/>
              <a:buNone/>
              <a:defRPr/>
            </a:lvl2pPr>
            <a:lvl3pPr indent="0" lvl="2" marL="0" algn="r">
              <a:spcBef>
                <a:spcPts val="0"/>
              </a:spcBef>
              <a:spcAft>
                <a:spcPts val="0"/>
              </a:spcAft>
              <a:buClr>
                <a:schemeClr val="dk2"/>
              </a:buClr>
              <a:buSzPts val="1800"/>
              <a:buFont typeface="Libre Franklin"/>
              <a:buNone/>
              <a:defRPr/>
            </a:lvl3pPr>
            <a:lvl4pPr indent="0" lvl="3" marL="0" algn="r">
              <a:spcBef>
                <a:spcPts val="0"/>
              </a:spcBef>
              <a:spcAft>
                <a:spcPts val="0"/>
              </a:spcAft>
              <a:buClr>
                <a:schemeClr val="dk2"/>
              </a:buClr>
              <a:buSzPts val="1800"/>
              <a:buFont typeface="Libre Franklin"/>
              <a:buNone/>
              <a:defRPr/>
            </a:lvl4pPr>
            <a:lvl5pPr indent="0" lvl="4" marL="0" algn="r">
              <a:spcBef>
                <a:spcPts val="0"/>
              </a:spcBef>
              <a:spcAft>
                <a:spcPts val="0"/>
              </a:spcAft>
              <a:buClr>
                <a:schemeClr val="dk2"/>
              </a:buClr>
              <a:buSzPts val="1800"/>
              <a:buFont typeface="Libre Franklin"/>
              <a:buNone/>
              <a:defRPr/>
            </a:lvl5pPr>
            <a:lvl6pPr indent="0" lvl="5" marL="0" algn="r">
              <a:spcBef>
                <a:spcPts val="0"/>
              </a:spcBef>
              <a:spcAft>
                <a:spcPts val="0"/>
              </a:spcAft>
              <a:buClr>
                <a:schemeClr val="dk2"/>
              </a:buClr>
              <a:buSzPts val="1800"/>
              <a:buFont typeface="Libre Franklin"/>
              <a:buNone/>
              <a:defRPr/>
            </a:lvl6pPr>
            <a:lvl7pPr indent="0" lvl="6" marL="0" algn="r">
              <a:spcBef>
                <a:spcPts val="0"/>
              </a:spcBef>
              <a:spcAft>
                <a:spcPts val="0"/>
              </a:spcAft>
              <a:buClr>
                <a:schemeClr val="dk2"/>
              </a:buClr>
              <a:buSzPts val="1800"/>
              <a:buFont typeface="Libre Franklin"/>
              <a:buNone/>
              <a:defRPr/>
            </a:lvl7pPr>
            <a:lvl8pPr indent="0" lvl="7" marL="0" algn="r">
              <a:spcBef>
                <a:spcPts val="0"/>
              </a:spcBef>
              <a:spcAft>
                <a:spcPts val="0"/>
              </a:spcAft>
              <a:buClr>
                <a:schemeClr val="dk2"/>
              </a:buClr>
              <a:buSzPts val="1800"/>
              <a:buFont typeface="Libre Franklin"/>
              <a:buNone/>
              <a:defRPr/>
            </a:lvl8pPr>
            <a:lvl9pPr indent="0" lvl="8" marL="0" algn="r">
              <a:spcBef>
                <a:spcPts val="0"/>
              </a:spcBef>
              <a:spcAft>
                <a:spcPts val="0"/>
              </a:spcAft>
              <a:buClr>
                <a:schemeClr val="dk2"/>
              </a:buClr>
              <a:buSzPts val="1800"/>
              <a:buFont typeface="Libre Franklin"/>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4" name="Shape 54"/>
        <p:cNvGrpSpPr/>
        <p:nvPr/>
      </p:nvGrpSpPr>
      <p:grpSpPr>
        <a:xfrm>
          <a:off x="0" y="0"/>
          <a:ext cx="0" cy="0"/>
          <a:chOff x="0" y="0"/>
          <a:chExt cx="0" cy="0"/>
        </a:xfrm>
      </p:grpSpPr>
      <p:sp>
        <p:nvSpPr>
          <p:cNvPr id="55" name="Google Shape;55;p39"/>
          <p:cNvSpPr txBox="1"/>
          <p:nvPr>
            <p:ph type="title"/>
          </p:nvPr>
        </p:nvSpPr>
        <p:spPr>
          <a:xfrm>
            <a:off x="2057400" y="1028700"/>
            <a:ext cx="14401800" cy="222885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9"/>
          <p:cNvSpPr txBox="1"/>
          <p:nvPr>
            <p:ph idx="10" type="dt"/>
          </p:nvPr>
        </p:nvSpPr>
        <p:spPr>
          <a:xfrm>
            <a:off x="2085975" y="9680079"/>
            <a:ext cx="1806858" cy="60692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9"/>
          <p:cNvSpPr txBox="1"/>
          <p:nvPr>
            <p:ph idx="11" type="ftr"/>
          </p:nvPr>
        </p:nvSpPr>
        <p:spPr>
          <a:xfrm>
            <a:off x="4340346" y="9680079"/>
            <a:ext cx="9421245" cy="60692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9"/>
          <p:cNvSpPr txBox="1"/>
          <p:nvPr>
            <p:ph idx="12" type="sldNum"/>
          </p:nvPr>
        </p:nvSpPr>
        <p:spPr>
          <a:xfrm>
            <a:off x="14209104" y="9680079"/>
            <a:ext cx="2394438" cy="606921"/>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2"/>
              </a:buClr>
              <a:buSzPts val="1800"/>
              <a:buFont typeface="Libre Franklin"/>
              <a:buNone/>
              <a:defRPr/>
            </a:lvl1pPr>
            <a:lvl2pPr indent="0" lvl="1" marL="0" algn="r">
              <a:spcBef>
                <a:spcPts val="0"/>
              </a:spcBef>
              <a:spcAft>
                <a:spcPts val="0"/>
              </a:spcAft>
              <a:buClr>
                <a:schemeClr val="dk2"/>
              </a:buClr>
              <a:buSzPts val="1800"/>
              <a:buFont typeface="Libre Franklin"/>
              <a:buNone/>
              <a:defRPr/>
            </a:lvl2pPr>
            <a:lvl3pPr indent="0" lvl="2" marL="0" algn="r">
              <a:spcBef>
                <a:spcPts val="0"/>
              </a:spcBef>
              <a:spcAft>
                <a:spcPts val="0"/>
              </a:spcAft>
              <a:buClr>
                <a:schemeClr val="dk2"/>
              </a:buClr>
              <a:buSzPts val="1800"/>
              <a:buFont typeface="Libre Franklin"/>
              <a:buNone/>
              <a:defRPr/>
            </a:lvl3pPr>
            <a:lvl4pPr indent="0" lvl="3" marL="0" algn="r">
              <a:spcBef>
                <a:spcPts val="0"/>
              </a:spcBef>
              <a:spcAft>
                <a:spcPts val="0"/>
              </a:spcAft>
              <a:buClr>
                <a:schemeClr val="dk2"/>
              </a:buClr>
              <a:buSzPts val="1800"/>
              <a:buFont typeface="Libre Franklin"/>
              <a:buNone/>
              <a:defRPr/>
            </a:lvl4pPr>
            <a:lvl5pPr indent="0" lvl="4" marL="0" algn="r">
              <a:spcBef>
                <a:spcPts val="0"/>
              </a:spcBef>
              <a:spcAft>
                <a:spcPts val="0"/>
              </a:spcAft>
              <a:buClr>
                <a:schemeClr val="dk2"/>
              </a:buClr>
              <a:buSzPts val="1800"/>
              <a:buFont typeface="Libre Franklin"/>
              <a:buNone/>
              <a:defRPr/>
            </a:lvl5pPr>
            <a:lvl6pPr indent="0" lvl="5" marL="0" algn="r">
              <a:spcBef>
                <a:spcPts val="0"/>
              </a:spcBef>
              <a:spcAft>
                <a:spcPts val="0"/>
              </a:spcAft>
              <a:buClr>
                <a:schemeClr val="dk2"/>
              </a:buClr>
              <a:buSzPts val="1800"/>
              <a:buFont typeface="Libre Franklin"/>
              <a:buNone/>
              <a:defRPr/>
            </a:lvl6pPr>
            <a:lvl7pPr indent="0" lvl="6" marL="0" algn="r">
              <a:spcBef>
                <a:spcPts val="0"/>
              </a:spcBef>
              <a:spcAft>
                <a:spcPts val="0"/>
              </a:spcAft>
              <a:buClr>
                <a:schemeClr val="dk2"/>
              </a:buClr>
              <a:buSzPts val="1800"/>
              <a:buFont typeface="Libre Franklin"/>
              <a:buNone/>
              <a:defRPr/>
            </a:lvl7pPr>
            <a:lvl8pPr indent="0" lvl="7" marL="0" algn="r">
              <a:spcBef>
                <a:spcPts val="0"/>
              </a:spcBef>
              <a:spcAft>
                <a:spcPts val="0"/>
              </a:spcAft>
              <a:buClr>
                <a:schemeClr val="dk2"/>
              </a:buClr>
              <a:buSzPts val="1800"/>
              <a:buFont typeface="Libre Franklin"/>
              <a:buNone/>
              <a:defRPr/>
            </a:lvl8pPr>
            <a:lvl9pPr indent="0" lvl="8" marL="0" algn="r">
              <a:spcBef>
                <a:spcPts val="0"/>
              </a:spcBef>
              <a:spcAft>
                <a:spcPts val="0"/>
              </a:spcAft>
              <a:buClr>
                <a:schemeClr val="dk2"/>
              </a:buClr>
              <a:buSzPts val="1800"/>
              <a:buFont typeface="Libre Franklin"/>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showMasterSp="0" type="objTx">
  <p:cSld name="OBJECT_WITH_CAPTION_TEXT">
    <p:spTree>
      <p:nvGrpSpPr>
        <p:cNvPr id="59" name="Shape 59"/>
        <p:cNvGrpSpPr/>
        <p:nvPr/>
      </p:nvGrpSpPr>
      <p:grpSpPr>
        <a:xfrm>
          <a:off x="0" y="0"/>
          <a:ext cx="0" cy="0"/>
          <a:chOff x="0" y="0"/>
          <a:chExt cx="0" cy="0"/>
        </a:xfrm>
      </p:grpSpPr>
      <p:sp>
        <p:nvSpPr>
          <p:cNvPr id="60" name="Google Shape;60;p40" title="Background Shape"/>
          <p:cNvSpPr/>
          <p:nvPr/>
        </p:nvSpPr>
        <p:spPr>
          <a:xfrm>
            <a:off x="0" y="564"/>
            <a:ext cx="7955280" cy="10286436"/>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0"/>
          <p:cNvSpPr txBox="1"/>
          <p:nvPr>
            <p:ph type="title"/>
          </p:nvPr>
        </p:nvSpPr>
        <p:spPr>
          <a:xfrm>
            <a:off x="1085850" y="1028700"/>
            <a:ext cx="5783580" cy="3236826"/>
          </a:xfrm>
          <a:prstGeom prst="rect">
            <a:avLst/>
          </a:prstGeom>
          <a:noFill/>
          <a:ln>
            <a:noFill/>
          </a:ln>
        </p:spPr>
        <p:txBody>
          <a:bodyPr anchorCtr="0" anchor="t" bIns="45700" lIns="91425" spcFirstLastPara="1" rIns="91425" wrap="square" tIns="45700">
            <a:noAutofit/>
          </a:bodyPr>
          <a:lstStyle>
            <a:lvl1pPr lvl="0" algn="l">
              <a:lnSpc>
                <a:spcPct val="84000"/>
              </a:lnSpc>
              <a:spcBef>
                <a:spcPts val="0"/>
              </a:spcBef>
              <a:spcAft>
                <a:spcPts val="0"/>
              </a:spcAft>
              <a:buClr>
                <a:schemeClr val="dk2"/>
              </a:buClr>
              <a:buSzPts val="7200"/>
              <a:buFont typeface="Libre Franklin"/>
              <a:buNone/>
              <a:defRPr sz="7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40"/>
          <p:cNvSpPr txBox="1"/>
          <p:nvPr>
            <p:ph idx="1" type="body"/>
          </p:nvPr>
        </p:nvSpPr>
        <p:spPr>
          <a:xfrm>
            <a:off x="9384030" y="1028702"/>
            <a:ext cx="7818120" cy="7762875"/>
          </a:xfrm>
          <a:prstGeom prst="rect">
            <a:avLst/>
          </a:prstGeom>
          <a:noFill/>
          <a:ln>
            <a:noFill/>
          </a:ln>
        </p:spPr>
        <p:txBody>
          <a:bodyPr anchorCtr="0" anchor="t" bIns="45700" lIns="91425" spcFirstLastPara="1" rIns="91425" wrap="square" tIns="45700">
            <a:normAutofit/>
          </a:bodyPr>
          <a:lstStyle>
            <a:lvl1pPr indent="-419100" lvl="0" marL="457200" algn="l">
              <a:lnSpc>
                <a:spcPct val="94000"/>
              </a:lnSpc>
              <a:spcBef>
                <a:spcPts val="1500"/>
              </a:spcBef>
              <a:spcAft>
                <a:spcPts val="0"/>
              </a:spcAft>
              <a:buClr>
                <a:schemeClr val="dk2"/>
              </a:buClr>
              <a:buSzPts val="3000"/>
              <a:buChar char="■"/>
              <a:defRPr sz="3000"/>
            </a:lvl1pPr>
            <a:lvl2pPr indent="-419100" lvl="1" marL="914400" algn="l">
              <a:lnSpc>
                <a:spcPct val="94000"/>
              </a:lnSpc>
              <a:spcBef>
                <a:spcPts val="750"/>
              </a:spcBef>
              <a:spcAft>
                <a:spcPts val="0"/>
              </a:spcAft>
              <a:buClr>
                <a:schemeClr val="dk2"/>
              </a:buClr>
              <a:buSzPts val="3000"/>
              <a:buChar char="–"/>
              <a:defRPr sz="3000"/>
            </a:lvl2pPr>
            <a:lvl3pPr indent="-400050" lvl="2" marL="1371600" algn="l">
              <a:lnSpc>
                <a:spcPct val="94000"/>
              </a:lnSpc>
              <a:spcBef>
                <a:spcPts val="750"/>
              </a:spcBef>
              <a:spcAft>
                <a:spcPts val="0"/>
              </a:spcAft>
              <a:buClr>
                <a:schemeClr val="dk2"/>
              </a:buClr>
              <a:buSzPts val="2700"/>
              <a:buChar char="■"/>
              <a:defRPr sz="2700"/>
            </a:lvl3pPr>
            <a:lvl4pPr indent="-400050" lvl="3" marL="1828800" algn="l">
              <a:lnSpc>
                <a:spcPct val="94000"/>
              </a:lnSpc>
              <a:spcBef>
                <a:spcPts val="750"/>
              </a:spcBef>
              <a:spcAft>
                <a:spcPts val="0"/>
              </a:spcAft>
              <a:buClr>
                <a:schemeClr val="dk2"/>
              </a:buClr>
              <a:buSzPts val="2700"/>
              <a:buChar char="–"/>
              <a:defRPr sz="2700"/>
            </a:lvl4pPr>
            <a:lvl5pPr indent="-381000" lvl="4" marL="2286000" algn="l">
              <a:lnSpc>
                <a:spcPct val="94000"/>
              </a:lnSpc>
              <a:spcBef>
                <a:spcPts val="750"/>
              </a:spcBef>
              <a:spcAft>
                <a:spcPts val="0"/>
              </a:spcAft>
              <a:buClr>
                <a:schemeClr val="dk2"/>
              </a:buClr>
              <a:buSzPts val="2400"/>
              <a:buChar char="■"/>
              <a:defRPr sz="2400"/>
            </a:lvl5pPr>
            <a:lvl6pPr indent="-381000" lvl="5" marL="2743200" algn="l">
              <a:lnSpc>
                <a:spcPct val="94000"/>
              </a:lnSpc>
              <a:spcBef>
                <a:spcPts val="750"/>
              </a:spcBef>
              <a:spcAft>
                <a:spcPts val="0"/>
              </a:spcAft>
              <a:buClr>
                <a:schemeClr val="dk2"/>
              </a:buClr>
              <a:buSzPts val="2400"/>
              <a:buChar char="–"/>
              <a:defRPr sz="2400"/>
            </a:lvl6pPr>
            <a:lvl7pPr indent="-381000" lvl="6" marL="3200400" algn="l">
              <a:lnSpc>
                <a:spcPct val="94000"/>
              </a:lnSpc>
              <a:spcBef>
                <a:spcPts val="750"/>
              </a:spcBef>
              <a:spcAft>
                <a:spcPts val="0"/>
              </a:spcAft>
              <a:buClr>
                <a:schemeClr val="dk2"/>
              </a:buClr>
              <a:buSzPts val="2400"/>
              <a:buChar char="■"/>
              <a:defRPr sz="2400"/>
            </a:lvl7pPr>
            <a:lvl8pPr indent="-381000" lvl="7" marL="3657600" algn="l">
              <a:lnSpc>
                <a:spcPct val="94000"/>
              </a:lnSpc>
              <a:spcBef>
                <a:spcPts val="750"/>
              </a:spcBef>
              <a:spcAft>
                <a:spcPts val="0"/>
              </a:spcAft>
              <a:buClr>
                <a:schemeClr val="dk2"/>
              </a:buClr>
              <a:buSzPts val="2400"/>
              <a:buChar char="–"/>
              <a:defRPr sz="2400"/>
            </a:lvl8pPr>
            <a:lvl9pPr indent="-381000" lvl="8" marL="4114800" algn="l">
              <a:lnSpc>
                <a:spcPct val="94000"/>
              </a:lnSpc>
              <a:spcBef>
                <a:spcPts val="750"/>
              </a:spcBef>
              <a:spcAft>
                <a:spcPts val="300"/>
              </a:spcAft>
              <a:buClr>
                <a:schemeClr val="dk2"/>
              </a:buClr>
              <a:buSzPts val="2400"/>
              <a:buChar char="■"/>
              <a:defRPr sz="2400"/>
            </a:lvl9pPr>
          </a:lstStyle>
          <a:p/>
        </p:txBody>
      </p:sp>
      <p:sp>
        <p:nvSpPr>
          <p:cNvPr id="63" name="Google Shape;63;p40"/>
          <p:cNvSpPr txBox="1"/>
          <p:nvPr>
            <p:ph idx="2" type="body"/>
          </p:nvPr>
        </p:nvSpPr>
        <p:spPr>
          <a:xfrm>
            <a:off x="1085850" y="4284516"/>
            <a:ext cx="5783580" cy="4516584"/>
          </a:xfrm>
          <a:prstGeom prst="rect">
            <a:avLst/>
          </a:prstGeom>
          <a:noFill/>
          <a:ln>
            <a:noFill/>
          </a:ln>
        </p:spPr>
        <p:txBody>
          <a:bodyPr anchorCtr="0" anchor="t" bIns="45700" lIns="91425" spcFirstLastPara="1" rIns="91425" wrap="square" tIns="45700">
            <a:normAutofit/>
          </a:bodyPr>
          <a:lstStyle>
            <a:lvl1pPr indent="-228600" lvl="0" marL="457200" algn="l">
              <a:lnSpc>
                <a:spcPct val="113000"/>
              </a:lnSpc>
              <a:spcBef>
                <a:spcPts val="0"/>
              </a:spcBef>
              <a:spcAft>
                <a:spcPts val="0"/>
              </a:spcAft>
              <a:buClr>
                <a:schemeClr val="dk2"/>
              </a:buClr>
              <a:buSzPts val="2400"/>
              <a:buNone/>
              <a:defRPr sz="2400"/>
            </a:lvl1pPr>
            <a:lvl2pPr indent="-228600" lvl="1" marL="914400" algn="l">
              <a:lnSpc>
                <a:spcPct val="94000"/>
              </a:lnSpc>
              <a:spcBef>
                <a:spcPts val="2250"/>
              </a:spcBef>
              <a:spcAft>
                <a:spcPts val="0"/>
              </a:spcAft>
              <a:buClr>
                <a:schemeClr val="dk2"/>
              </a:buClr>
              <a:buSzPts val="2100"/>
              <a:buNone/>
              <a:defRPr sz="2100"/>
            </a:lvl2pPr>
            <a:lvl3pPr indent="-228600" lvl="2" marL="1371600" algn="l">
              <a:lnSpc>
                <a:spcPct val="94000"/>
              </a:lnSpc>
              <a:spcBef>
                <a:spcPts val="750"/>
              </a:spcBef>
              <a:spcAft>
                <a:spcPts val="0"/>
              </a:spcAft>
              <a:buClr>
                <a:schemeClr val="dk2"/>
              </a:buClr>
              <a:buSzPts val="1800"/>
              <a:buNone/>
              <a:defRPr sz="1800"/>
            </a:lvl3pPr>
            <a:lvl4pPr indent="-228600" lvl="3" marL="1828800" algn="l">
              <a:lnSpc>
                <a:spcPct val="94000"/>
              </a:lnSpc>
              <a:spcBef>
                <a:spcPts val="750"/>
              </a:spcBef>
              <a:spcAft>
                <a:spcPts val="0"/>
              </a:spcAft>
              <a:buClr>
                <a:schemeClr val="dk2"/>
              </a:buClr>
              <a:buSzPts val="1500"/>
              <a:buNone/>
              <a:defRPr sz="1500"/>
            </a:lvl4pPr>
            <a:lvl5pPr indent="-228600" lvl="4" marL="2286000" algn="l">
              <a:lnSpc>
                <a:spcPct val="94000"/>
              </a:lnSpc>
              <a:spcBef>
                <a:spcPts val="750"/>
              </a:spcBef>
              <a:spcAft>
                <a:spcPts val="0"/>
              </a:spcAft>
              <a:buClr>
                <a:schemeClr val="dk2"/>
              </a:buClr>
              <a:buSzPts val="1500"/>
              <a:buNone/>
              <a:defRPr sz="1500"/>
            </a:lvl5pPr>
            <a:lvl6pPr indent="-228600" lvl="5" marL="2743200" algn="l">
              <a:lnSpc>
                <a:spcPct val="94000"/>
              </a:lnSpc>
              <a:spcBef>
                <a:spcPts val="750"/>
              </a:spcBef>
              <a:spcAft>
                <a:spcPts val="0"/>
              </a:spcAft>
              <a:buClr>
                <a:schemeClr val="dk2"/>
              </a:buClr>
              <a:buSzPts val="1500"/>
              <a:buNone/>
              <a:defRPr sz="1500"/>
            </a:lvl6pPr>
            <a:lvl7pPr indent="-228600" lvl="6" marL="3200400" algn="l">
              <a:lnSpc>
                <a:spcPct val="94000"/>
              </a:lnSpc>
              <a:spcBef>
                <a:spcPts val="750"/>
              </a:spcBef>
              <a:spcAft>
                <a:spcPts val="0"/>
              </a:spcAft>
              <a:buClr>
                <a:schemeClr val="dk2"/>
              </a:buClr>
              <a:buSzPts val="1500"/>
              <a:buNone/>
              <a:defRPr sz="1500"/>
            </a:lvl7pPr>
            <a:lvl8pPr indent="-228600" lvl="7" marL="3657600" algn="l">
              <a:lnSpc>
                <a:spcPct val="94000"/>
              </a:lnSpc>
              <a:spcBef>
                <a:spcPts val="750"/>
              </a:spcBef>
              <a:spcAft>
                <a:spcPts val="0"/>
              </a:spcAft>
              <a:buClr>
                <a:schemeClr val="dk2"/>
              </a:buClr>
              <a:buSzPts val="1500"/>
              <a:buNone/>
              <a:defRPr sz="1500"/>
            </a:lvl8pPr>
            <a:lvl9pPr indent="-228600" lvl="8" marL="4114800" algn="l">
              <a:lnSpc>
                <a:spcPct val="94000"/>
              </a:lnSpc>
              <a:spcBef>
                <a:spcPts val="750"/>
              </a:spcBef>
              <a:spcAft>
                <a:spcPts val="300"/>
              </a:spcAft>
              <a:buClr>
                <a:schemeClr val="dk2"/>
              </a:buClr>
              <a:buSzPts val="1500"/>
              <a:buNone/>
              <a:defRPr sz="1500"/>
            </a:lvl9pPr>
          </a:lstStyle>
          <a:p/>
        </p:txBody>
      </p:sp>
      <p:sp>
        <p:nvSpPr>
          <p:cNvPr id="64" name="Google Shape;64;p40"/>
          <p:cNvSpPr txBox="1"/>
          <p:nvPr>
            <p:ph idx="10" type="dt"/>
          </p:nvPr>
        </p:nvSpPr>
        <p:spPr>
          <a:xfrm>
            <a:off x="1085850" y="9680079"/>
            <a:ext cx="1806858" cy="60692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40"/>
          <p:cNvSpPr txBox="1"/>
          <p:nvPr>
            <p:ph idx="11" type="ftr"/>
          </p:nvPr>
        </p:nvSpPr>
        <p:spPr>
          <a:xfrm>
            <a:off x="3308918" y="9680079"/>
            <a:ext cx="3560513" cy="60692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0"/>
          <p:cNvSpPr txBox="1"/>
          <p:nvPr>
            <p:ph idx="12" type="sldNum"/>
          </p:nvPr>
        </p:nvSpPr>
        <p:spPr>
          <a:xfrm>
            <a:off x="14824710" y="9680079"/>
            <a:ext cx="2394438" cy="606921"/>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chemeClr val="dk2"/>
              </a:buClr>
              <a:buSzPts val="1800"/>
              <a:buFont typeface="Libre Franklin"/>
              <a:buNone/>
              <a:defRPr sz="1800">
                <a:solidFill>
                  <a:schemeClr val="dk2"/>
                </a:solidFill>
                <a:latin typeface="Libre Franklin"/>
                <a:ea typeface="Libre Franklin"/>
                <a:cs typeface="Libre Franklin"/>
                <a:sym typeface="Libre Franklin"/>
              </a:defRPr>
            </a:lvl1pPr>
            <a:lvl2pPr indent="0" lvl="1" marL="0" marR="0" algn="r">
              <a:spcBef>
                <a:spcPts val="0"/>
              </a:spcBef>
              <a:spcAft>
                <a:spcPts val="0"/>
              </a:spcAft>
              <a:buClr>
                <a:schemeClr val="dk2"/>
              </a:buClr>
              <a:buSzPts val="1800"/>
              <a:buFont typeface="Libre Franklin"/>
              <a:buNone/>
              <a:defRPr sz="1800">
                <a:solidFill>
                  <a:schemeClr val="dk2"/>
                </a:solidFill>
                <a:latin typeface="Libre Franklin"/>
                <a:ea typeface="Libre Franklin"/>
                <a:cs typeface="Libre Franklin"/>
                <a:sym typeface="Libre Franklin"/>
              </a:defRPr>
            </a:lvl2pPr>
            <a:lvl3pPr indent="0" lvl="2" marL="0" marR="0" algn="r">
              <a:spcBef>
                <a:spcPts val="0"/>
              </a:spcBef>
              <a:spcAft>
                <a:spcPts val="0"/>
              </a:spcAft>
              <a:buClr>
                <a:schemeClr val="dk2"/>
              </a:buClr>
              <a:buSzPts val="1800"/>
              <a:buFont typeface="Libre Franklin"/>
              <a:buNone/>
              <a:defRPr sz="1800">
                <a:solidFill>
                  <a:schemeClr val="dk2"/>
                </a:solidFill>
                <a:latin typeface="Libre Franklin"/>
                <a:ea typeface="Libre Franklin"/>
                <a:cs typeface="Libre Franklin"/>
                <a:sym typeface="Libre Franklin"/>
              </a:defRPr>
            </a:lvl3pPr>
            <a:lvl4pPr indent="0" lvl="3" marL="0" marR="0" algn="r">
              <a:spcBef>
                <a:spcPts val="0"/>
              </a:spcBef>
              <a:spcAft>
                <a:spcPts val="0"/>
              </a:spcAft>
              <a:buClr>
                <a:schemeClr val="dk2"/>
              </a:buClr>
              <a:buSzPts val="1800"/>
              <a:buFont typeface="Libre Franklin"/>
              <a:buNone/>
              <a:defRPr sz="1800">
                <a:solidFill>
                  <a:schemeClr val="dk2"/>
                </a:solidFill>
                <a:latin typeface="Libre Franklin"/>
                <a:ea typeface="Libre Franklin"/>
                <a:cs typeface="Libre Franklin"/>
                <a:sym typeface="Libre Franklin"/>
              </a:defRPr>
            </a:lvl4pPr>
            <a:lvl5pPr indent="0" lvl="4" marL="0" marR="0" algn="r">
              <a:spcBef>
                <a:spcPts val="0"/>
              </a:spcBef>
              <a:spcAft>
                <a:spcPts val="0"/>
              </a:spcAft>
              <a:buClr>
                <a:schemeClr val="dk2"/>
              </a:buClr>
              <a:buSzPts val="1800"/>
              <a:buFont typeface="Libre Franklin"/>
              <a:buNone/>
              <a:defRPr sz="1800">
                <a:solidFill>
                  <a:schemeClr val="dk2"/>
                </a:solidFill>
                <a:latin typeface="Libre Franklin"/>
                <a:ea typeface="Libre Franklin"/>
                <a:cs typeface="Libre Franklin"/>
                <a:sym typeface="Libre Franklin"/>
              </a:defRPr>
            </a:lvl5pPr>
            <a:lvl6pPr indent="0" lvl="5" marL="0" marR="0" algn="r">
              <a:spcBef>
                <a:spcPts val="0"/>
              </a:spcBef>
              <a:spcAft>
                <a:spcPts val="0"/>
              </a:spcAft>
              <a:buClr>
                <a:schemeClr val="dk2"/>
              </a:buClr>
              <a:buSzPts val="1800"/>
              <a:buFont typeface="Libre Franklin"/>
              <a:buNone/>
              <a:defRPr sz="1800">
                <a:solidFill>
                  <a:schemeClr val="dk2"/>
                </a:solidFill>
                <a:latin typeface="Libre Franklin"/>
                <a:ea typeface="Libre Franklin"/>
                <a:cs typeface="Libre Franklin"/>
                <a:sym typeface="Libre Franklin"/>
              </a:defRPr>
            </a:lvl6pPr>
            <a:lvl7pPr indent="0" lvl="6" marL="0" marR="0" algn="r">
              <a:spcBef>
                <a:spcPts val="0"/>
              </a:spcBef>
              <a:spcAft>
                <a:spcPts val="0"/>
              </a:spcAft>
              <a:buClr>
                <a:schemeClr val="dk2"/>
              </a:buClr>
              <a:buSzPts val="1800"/>
              <a:buFont typeface="Libre Franklin"/>
              <a:buNone/>
              <a:defRPr sz="1800">
                <a:solidFill>
                  <a:schemeClr val="dk2"/>
                </a:solidFill>
                <a:latin typeface="Libre Franklin"/>
                <a:ea typeface="Libre Franklin"/>
                <a:cs typeface="Libre Franklin"/>
                <a:sym typeface="Libre Franklin"/>
              </a:defRPr>
            </a:lvl7pPr>
            <a:lvl8pPr indent="0" lvl="7" marL="0" marR="0" algn="r">
              <a:spcBef>
                <a:spcPts val="0"/>
              </a:spcBef>
              <a:spcAft>
                <a:spcPts val="0"/>
              </a:spcAft>
              <a:buClr>
                <a:schemeClr val="dk2"/>
              </a:buClr>
              <a:buSzPts val="1800"/>
              <a:buFont typeface="Libre Franklin"/>
              <a:buNone/>
              <a:defRPr sz="1800">
                <a:solidFill>
                  <a:schemeClr val="dk2"/>
                </a:solidFill>
                <a:latin typeface="Libre Franklin"/>
                <a:ea typeface="Libre Franklin"/>
                <a:cs typeface="Libre Franklin"/>
                <a:sym typeface="Libre Franklin"/>
              </a:defRPr>
            </a:lvl8pPr>
            <a:lvl9pPr indent="0" lvl="8" marL="0" marR="0" algn="r">
              <a:spcBef>
                <a:spcPts val="0"/>
              </a:spcBef>
              <a:spcAft>
                <a:spcPts val="0"/>
              </a:spcAft>
              <a:buClr>
                <a:schemeClr val="dk2"/>
              </a:buClr>
              <a:buSzPts val="1800"/>
              <a:buFont typeface="Libre Franklin"/>
              <a:buNone/>
              <a:defRPr sz="1800">
                <a:solidFill>
                  <a:schemeClr val="dk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US"/>
              <a:t>‹#›</a:t>
            </a:fld>
            <a:endParaRPr/>
          </a:p>
        </p:txBody>
      </p:sp>
      <p:sp>
        <p:nvSpPr>
          <p:cNvPr id="67" name="Google Shape;67;p40" title="Divider Bar"/>
          <p:cNvSpPr/>
          <p:nvPr/>
        </p:nvSpPr>
        <p:spPr>
          <a:xfrm>
            <a:off x="7955280" y="564"/>
            <a:ext cx="342900" cy="10287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showMasterSp="0" type="picTx">
  <p:cSld name="PICTURE_WITH_CAPTION_TEXT">
    <p:spTree>
      <p:nvGrpSpPr>
        <p:cNvPr id="68" name="Shape 68"/>
        <p:cNvGrpSpPr/>
        <p:nvPr/>
      </p:nvGrpSpPr>
      <p:grpSpPr>
        <a:xfrm>
          <a:off x="0" y="0"/>
          <a:ext cx="0" cy="0"/>
          <a:chOff x="0" y="0"/>
          <a:chExt cx="0" cy="0"/>
        </a:xfrm>
      </p:grpSpPr>
      <p:sp>
        <p:nvSpPr>
          <p:cNvPr id="69" name="Google Shape;69;p41" title="Background Shape"/>
          <p:cNvSpPr/>
          <p:nvPr/>
        </p:nvSpPr>
        <p:spPr>
          <a:xfrm>
            <a:off x="0" y="564"/>
            <a:ext cx="7955280" cy="10286436"/>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1"/>
          <p:cNvSpPr txBox="1"/>
          <p:nvPr>
            <p:ph type="title"/>
          </p:nvPr>
        </p:nvSpPr>
        <p:spPr>
          <a:xfrm>
            <a:off x="1085850" y="1028700"/>
            <a:ext cx="5783580" cy="3236826"/>
          </a:xfrm>
          <a:prstGeom prst="rect">
            <a:avLst/>
          </a:prstGeom>
          <a:noFill/>
          <a:ln>
            <a:noFill/>
          </a:ln>
        </p:spPr>
        <p:txBody>
          <a:bodyPr anchorCtr="0" anchor="t" bIns="45700" lIns="91425" spcFirstLastPara="1" rIns="91425" wrap="square" tIns="45700">
            <a:normAutofit/>
          </a:bodyPr>
          <a:lstStyle>
            <a:lvl1pPr lvl="0" algn="l">
              <a:lnSpc>
                <a:spcPct val="84000"/>
              </a:lnSpc>
              <a:spcBef>
                <a:spcPts val="0"/>
              </a:spcBef>
              <a:spcAft>
                <a:spcPts val="0"/>
              </a:spcAft>
              <a:buClr>
                <a:schemeClr val="dk2"/>
              </a:buClr>
              <a:buSzPts val="7200"/>
              <a:buFont typeface="Libre Franklin"/>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41"/>
          <p:cNvSpPr/>
          <p:nvPr>
            <p:ph idx="2" type="pic"/>
          </p:nvPr>
        </p:nvSpPr>
        <p:spPr>
          <a:xfrm>
            <a:off x="8298180" y="1"/>
            <a:ext cx="9989820" cy="10286999"/>
          </a:xfrm>
          <a:prstGeom prst="rect">
            <a:avLst/>
          </a:prstGeom>
          <a:noFill/>
          <a:ln>
            <a:noFill/>
          </a:ln>
        </p:spPr>
      </p:sp>
      <p:sp>
        <p:nvSpPr>
          <p:cNvPr id="72" name="Google Shape;72;p41"/>
          <p:cNvSpPr txBox="1"/>
          <p:nvPr>
            <p:ph idx="1" type="body"/>
          </p:nvPr>
        </p:nvSpPr>
        <p:spPr>
          <a:xfrm>
            <a:off x="1085850" y="4283952"/>
            <a:ext cx="5783580" cy="4517148"/>
          </a:xfrm>
          <a:prstGeom prst="rect">
            <a:avLst/>
          </a:prstGeom>
          <a:noFill/>
          <a:ln>
            <a:noFill/>
          </a:ln>
        </p:spPr>
        <p:txBody>
          <a:bodyPr anchorCtr="0" anchor="t" bIns="45700" lIns="91425" spcFirstLastPara="1" rIns="91425" wrap="square" tIns="45700">
            <a:normAutofit/>
          </a:bodyPr>
          <a:lstStyle>
            <a:lvl1pPr indent="-228600" lvl="0" marL="457200" algn="l">
              <a:lnSpc>
                <a:spcPct val="113000"/>
              </a:lnSpc>
              <a:spcBef>
                <a:spcPts val="0"/>
              </a:spcBef>
              <a:spcAft>
                <a:spcPts val="0"/>
              </a:spcAft>
              <a:buClr>
                <a:schemeClr val="dk2"/>
              </a:buClr>
              <a:buSzPts val="2400"/>
              <a:buNone/>
              <a:defRPr sz="2400"/>
            </a:lvl1pPr>
            <a:lvl2pPr indent="-228600" lvl="1" marL="914400" algn="l">
              <a:lnSpc>
                <a:spcPct val="94000"/>
              </a:lnSpc>
              <a:spcBef>
                <a:spcPts val="2250"/>
              </a:spcBef>
              <a:spcAft>
                <a:spcPts val="0"/>
              </a:spcAft>
              <a:buClr>
                <a:schemeClr val="dk2"/>
              </a:buClr>
              <a:buSzPts val="2100"/>
              <a:buNone/>
              <a:defRPr sz="2100"/>
            </a:lvl2pPr>
            <a:lvl3pPr indent="-228600" lvl="2" marL="1371600" algn="l">
              <a:lnSpc>
                <a:spcPct val="94000"/>
              </a:lnSpc>
              <a:spcBef>
                <a:spcPts val="750"/>
              </a:spcBef>
              <a:spcAft>
                <a:spcPts val="0"/>
              </a:spcAft>
              <a:buClr>
                <a:schemeClr val="dk2"/>
              </a:buClr>
              <a:buSzPts val="1800"/>
              <a:buNone/>
              <a:defRPr sz="1800"/>
            </a:lvl3pPr>
            <a:lvl4pPr indent="-228600" lvl="3" marL="1828800" algn="l">
              <a:lnSpc>
                <a:spcPct val="94000"/>
              </a:lnSpc>
              <a:spcBef>
                <a:spcPts val="750"/>
              </a:spcBef>
              <a:spcAft>
                <a:spcPts val="0"/>
              </a:spcAft>
              <a:buClr>
                <a:schemeClr val="dk2"/>
              </a:buClr>
              <a:buSzPts val="1500"/>
              <a:buNone/>
              <a:defRPr sz="1500"/>
            </a:lvl4pPr>
            <a:lvl5pPr indent="-228600" lvl="4" marL="2286000" algn="l">
              <a:lnSpc>
                <a:spcPct val="94000"/>
              </a:lnSpc>
              <a:spcBef>
                <a:spcPts val="750"/>
              </a:spcBef>
              <a:spcAft>
                <a:spcPts val="0"/>
              </a:spcAft>
              <a:buClr>
                <a:schemeClr val="dk2"/>
              </a:buClr>
              <a:buSzPts val="1500"/>
              <a:buNone/>
              <a:defRPr sz="1500"/>
            </a:lvl5pPr>
            <a:lvl6pPr indent="-228600" lvl="5" marL="2743200" algn="l">
              <a:lnSpc>
                <a:spcPct val="94000"/>
              </a:lnSpc>
              <a:spcBef>
                <a:spcPts val="750"/>
              </a:spcBef>
              <a:spcAft>
                <a:spcPts val="0"/>
              </a:spcAft>
              <a:buClr>
                <a:schemeClr val="dk2"/>
              </a:buClr>
              <a:buSzPts val="1500"/>
              <a:buNone/>
              <a:defRPr sz="1500"/>
            </a:lvl6pPr>
            <a:lvl7pPr indent="-228600" lvl="6" marL="3200400" algn="l">
              <a:lnSpc>
                <a:spcPct val="94000"/>
              </a:lnSpc>
              <a:spcBef>
                <a:spcPts val="750"/>
              </a:spcBef>
              <a:spcAft>
                <a:spcPts val="0"/>
              </a:spcAft>
              <a:buClr>
                <a:schemeClr val="dk2"/>
              </a:buClr>
              <a:buSzPts val="1500"/>
              <a:buNone/>
              <a:defRPr sz="1500"/>
            </a:lvl7pPr>
            <a:lvl8pPr indent="-228600" lvl="7" marL="3657600" algn="l">
              <a:lnSpc>
                <a:spcPct val="94000"/>
              </a:lnSpc>
              <a:spcBef>
                <a:spcPts val="750"/>
              </a:spcBef>
              <a:spcAft>
                <a:spcPts val="0"/>
              </a:spcAft>
              <a:buClr>
                <a:schemeClr val="dk2"/>
              </a:buClr>
              <a:buSzPts val="1500"/>
              <a:buNone/>
              <a:defRPr sz="1500"/>
            </a:lvl8pPr>
            <a:lvl9pPr indent="-228600" lvl="8" marL="4114800" algn="l">
              <a:lnSpc>
                <a:spcPct val="94000"/>
              </a:lnSpc>
              <a:spcBef>
                <a:spcPts val="750"/>
              </a:spcBef>
              <a:spcAft>
                <a:spcPts val="300"/>
              </a:spcAft>
              <a:buClr>
                <a:schemeClr val="dk2"/>
              </a:buClr>
              <a:buSzPts val="1500"/>
              <a:buNone/>
              <a:defRPr sz="1500"/>
            </a:lvl9pPr>
          </a:lstStyle>
          <a:p/>
        </p:txBody>
      </p:sp>
      <p:sp>
        <p:nvSpPr>
          <p:cNvPr id="73" name="Google Shape;73;p41"/>
          <p:cNvSpPr txBox="1"/>
          <p:nvPr>
            <p:ph idx="10" type="dt"/>
          </p:nvPr>
        </p:nvSpPr>
        <p:spPr>
          <a:xfrm>
            <a:off x="1085850" y="9680079"/>
            <a:ext cx="1806858" cy="60692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41"/>
          <p:cNvSpPr txBox="1"/>
          <p:nvPr>
            <p:ph idx="11" type="ftr"/>
          </p:nvPr>
        </p:nvSpPr>
        <p:spPr>
          <a:xfrm>
            <a:off x="3308918" y="9680079"/>
            <a:ext cx="3560513" cy="60692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41"/>
          <p:cNvSpPr txBox="1"/>
          <p:nvPr>
            <p:ph idx="12" type="sldNum"/>
          </p:nvPr>
        </p:nvSpPr>
        <p:spPr>
          <a:xfrm>
            <a:off x="14824710" y="9680079"/>
            <a:ext cx="2394438" cy="606921"/>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chemeClr val="dk2"/>
              </a:buClr>
              <a:buSzPts val="1800"/>
              <a:buFont typeface="Libre Franklin"/>
              <a:buNone/>
              <a:defRPr sz="1800">
                <a:solidFill>
                  <a:schemeClr val="dk2"/>
                </a:solidFill>
                <a:latin typeface="Libre Franklin"/>
                <a:ea typeface="Libre Franklin"/>
                <a:cs typeface="Libre Franklin"/>
                <a:sym typeface="Libre Franklin"/>
              </a:defRPr>
            </a:lvl1pPr>
            <a:lvl2pPr indent="0" lvl="1" marL="0" marR="0" algn="r">
              <a:spcBef>
                <a:spcPts val="0"/>
              </a:spcBef>
              <a:spcAft>
                <a:spcPts val="0"/>
              </a:spcAft>
              <a:buClr>
                <a:schemeClr val="dk2"/>
              </a:buClr>
              <a:buSzPts val="1800"/>
              <a:buFont typeface="Libre Franklin"/>
              <a:buNone/>
              <a:defRPr sz="1800">
                <a:solidFill>
                  <a:schemeClr val="dk2"/>
                </a:solidFill>
                <a:latin typeface="Libre Franklin"/>
                <a:ea typeface="Libre Franklin"/>
                <a:cs typeface="Libre Franklin"/>
                <a:sym typeface="Libre Franklin"/>
              </a:defRPr>
            </a:lvl2pPr>
            <a:lvl3pPr indent="0" lvl="2" marL="0" marR="0" algn="r">
              <a:spcBef>
                <a:spcPts val="0"/>
              </a:spcBef>
              <a:spcAft>
                <a:spcPts val="0"/>
              </a:spcAft>
              <a:buClr>
                <a:schemeClr val="dk2"/>
              </a:buClr>
              <a:buSzPts val="1800"/>
              <a:buFont typeface="Libre Franklin"/>
              <a:buNone/>
              <a:defRPr sz="1800">
                <a:solidFill>
                  <a:schemeClr val="dk2"/>
                </a:solidFill>
                <a:latin typeface="Libre Franklin"/>
                <a:ea typeface="Libre Franklin"/>
                <a:cs typeface="Libre Franklin"/>
                <a:sym typeface="Libre Franklin"/>
              </a:defRPr>
            </a:lvl3pPr>
            <a:lvl4pPr indent="0" lvl="3" marL="0" marR="0" algn="r">
              <a:spcBef>
                <a:spcPts val="0"/>
              </a:spcBef>
              <a:spcAft>
                <a:spcPts val="0"/>
              </a:spcAft>
              <a:buClr>
                <a:schemeClr val="dk2"/>
              </a:buClr>
              <a:buSzPts val="1800"/>
              <a:buFont typeface="Libre Franklin"/>
              <a:buNone/>
              <a:defRPr sz="1800">
                <a:solidFill>
                  <a:schemeClr val="dk2"/>
                </a:solidFill>
                <a:latin typeface="Libre Franklin"/>
                <a:ea typeface="Libre Franklin"/>
                <a:cs typeface="Libre Franklin"/>
                <a:sym typeface="Libre Franklin"/>
              </a:defRPr>
            </a:lvl4pPr>
            <a:lvl5pPr indent="0" lvl="4" marL="0" marR="0" algn="r">
              <a:spcBef>
                <a:spcPts val="0"/>
              </a:spcBef>
              <a:spcAft>
                <a:spcPts val="0"/>
              </a:spcAft>
              <a:buClr>
                <a:schemeClr val="dk2"/>
              </a:buClr>
              <a:buSzPts val="1800"/>
              <a:buFont typeface="Libre Franklin"/>
              <a:buNone/>
              <a:defRPr sz="1800">
                <a:solidFill>
                  <a:schemeClr val="dk2"/>
                </a:solidFill>
                <a:latin typeface="Libre Franklin"/>
                <a:ea typeface="Libre Franklin"/>
                <a:cs typeface="Libre Franklin"/>
                <a:sym typeface="Libre Franklin"/>
              </a:defRPr>
            </a:lvl5pPr>
            <a:lvl6pPr indent="0" lvl="5" marL="0" marR="0" algn="r">
              <a:spcBef>
                <a:spcPts val="0"/>
              </a:spcBef>
              <a:spcAft>
                <a:spcPts val="0"/>
              </a:spcAft>
              <a:buClr>
                <a:schemeClr val="dk2"/>
              </a:buClr>
              <a:buSzPts val="1800"/>
              <a:buFont typeface="Libre Franklin"/>
              <a:buNone/>
              <a:defRPr sz="1800">
                <a:solidFill>
                  <a:schemeClr val="dk2"/>
                </a:solidFill>
                <a:latin typeface="Libre Franklin"/>
                <a:ea typeface="Libre Franklin"/>
                <a:cs typeface="Libre Franklin"/>
                <a:sym typeface="Libre Franklin"/>
              </a:defRPr>
            </a:lvl6pPr>
            <a:lvl7pPr indent="0" lvl="6" marL="0" marR="0" algn="r">
              <a:spcBef>
                <a:spcPts val="0"/>
              </a:spcBef>
              <a:spcAft>
                <a:spcPts val="0"/>
              </a:spcAft>
              <a:buClr>
                <a:schemeClr val="dk2"/>
              </a:buClr>
              <a:buSzPts val="1800"/>
              <a:buFont typeface="Libre Franklin"/>
              <a:buNone/>
              <a:defRPr sz="1800">
                <a:solidFill>
                  <a:schemeClr val="dk2"/>
                </a:solidFill>
                <a:latin typeface="Libre Franklin"/>
                <a:ea typeface="Libre Franklin"/>
                <a:cs typeface="Libre Franklin"/>
                <a:sym typeface="Libre Franklin"/>
              </a:defRPr>
            </a:lvl7pPr>
            <a:lvl8pPr indent="0" lvl="7" marL="0" marR="0" algn="r">
              <a:spcBef>
                <a:spcPts val="0"/>
              </a:spcBef>
              <a:spcAft>
                <a:spcPts val="0"/>
              </a:spcAft>
              <a:buClr>
                <a:schemeClr val="dk2"/>
              </a:buClr>
              <a:buSzPts val="1800"/>
              <a:buFont typeface="Libre Franklin"/>
              <a:buNone/>
              <a:defRPr sz="1800">
                <a:solidFill>
                  <a:schemeClr val="dk2"/>
                </a:solidFill>
                <a:latin typeface="Libre Franklin"/>
                <a:ea typeface="Libre Franklin"/>
                <a:cs typeface="Libre Franklin"/>
                <a:sym typeface="Libre Franklin"/>
              </a:defRPr>
            </a:lvl8pPr>
            <a:lvl9pPr indent="0" lvl="8" marL="0" marR="0" algn="r">
              <a:spcBef>
                <a:spcPts val="0"/>
              </a:spcBef>
              <a:spcAft>
                <a:spcPts val="0"/>
              </a:spcAft>
              <a:buClr>
                <a:schemeClr val="dk2"/>
              </a:buClr>
              <a:buSzPts val="1800"/>
              <a:buFont typeface="Libre Franklin"/>
              <a:buNone/>
              <a:defRPr sz="1800">
                <a:solidFill>
                  <a:schemeClr val="dk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US"/>
              <a:t>‹#›</a:t>
            </a:fld>
            <a:endParaRPr/>
          </a:p>
        </p:txBody>
      </p:sp>
      <p:sp>
        <p:nvSpPr>
          <p:cNvPr id="76" name="Google Shape;76;p41" title="Divider Bar"/>
          <p:cNvSpPr/>
          <p:nvPr/>
        </p:nvSpPr>
        <p:spPr>
          <a:xfrm>
            <a:off x="7955280" y="564"/>
            <a:ext cx="342900" cy="10287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7" name="Shape 77"/>
        <p:cNvGrpSpPr/>
        <p:nvPr/>
      </p:nvGrpSpPr>
      <p:grpSpPr>
        <a:xfrm>
          <a:off x="0" y="0"/>
          <a:ext cx="0" cy="0"/>
          <a:chOff x="0" y="0"/>
          <a:chExt cx="0" cy="0"/>
        </a:xfrm>
      </p:grpSpPr>
      <p:sp>
        <p:nvSpPr>
          <p:cNvPr id="78" name="Google Shape;78;p42"/>
          <p:cNvSpPr txBox="1"/>
          <p:nvPr>
            <p:ph type="title"/>
          </p:nvPr>
        </p:nvSpPr>
        <p:spPr>
          <a:xfrm>
            <a:off x="2057400" y="1028700"/>
            <a:ext cx="14401800" cy="222885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42"/>
          <p:cNvSpPr txBox="1"/>
          <p:nvPr>
            <p:ph idx="1" type="body"/>
          </p:nvPr>
        </p:nvSpPr>
        <p:spPr>
          <a:xfrm rot="5400000">
            <a:off x="6579394" y="-1078706"/>
            <a:ext cx="5357813" cy="14401800"/>
          </a:xfrm>
          <a:prstGeom prst="rect">
            <a:avLst/>
          </a:prstGeom>
          <a:noFill/>
          <a:ln>
            <a:noFill/>
          </a:ln>
        </p:spPr>
        <p:txBody>
          <a:bodyPr anchorCtr="0" anchor="t" bIns="45700" lIns="91425" spcFirstLastPara="1" rIns="91425" wrap="square" tIns="45700">
            <a:normAutofit/>
          </a:bodyPr>
          <a:lstStyle>
            <a:lvl1pPr indent="-342900" lvl="0" marL="457200" algn="l">
              <a:lnSpc>
                <a:spcPct val="94000"/>
              </a:lnSpc>
              <a:spcBef>
                <a:spcPts val="1500"/>
              </a:spcBef>
              <a:spcAft>
                <a:spcPts val="0"/>
              </a:spcAft>
              <a:buClr>
                <a:schemeClr val="dk2"/>
              </a:buClr>
              <a:buSzPts val="1800"/>
              <a:buChar char="■"/>
              <a:defRPr/>
            </a:lvl1pPr>
            <a:lvl2pPr indent="-342900" lvl="1" marL="914400" algn="l">
              <a:lnSpc>
                <a:spcPct val="94000"/>
              </a:lnSpc>
              <a:spcBef>
                <a:spcPts val="750"/>
              </a:spcBef>
              <a:spcAft>
                <a:spcPts val="0"/>
              </a:spcAft>
              <a:buClr>
                <a:schemeClr val="dk2"/>
              </a:buClr>
              <a:buSzPts val="1800"/>
              <a:buChar char="–"/>
              <a:defRPr/>
            </a:lvl2pPr>
            <a:lvl3pPr indent="-342900" lvl="2" marL="1371600" algn="l">
              <a:lnSpc>
                <a:spcPct val="94000"/>
              </a:lnSpc>
              <a:spcBef>
                <a:spcPts val="750"/>
              </a:spcBef>
              <a:spcAft>
                <a:spcPts val="0"/>
              </a:spcAft>
              <a:buClr>
                <a:schemeClr val="dk2"/>
              </a:buClr>
              <a:buSzPts val="1800"/>
              <a:buChar char="■"/>
              <a:defRPr/>
            </a:lvl3pPr>
            <a:lvl4pPr indent="-342900" lvl="3" marL="1828800" algn="l">
              <a:lnSpc>
                <a:spcPct val="94000"/>
              </a:lnSpc>
              <a:spcBef>
                <a:spcPts val="750"/>
              </a:spcBef>
              <a:spcAft>
                <a:spcPts val="0"/>
              </a:spcAft>
              <a:buClr>
                <a:schemeClr val="dk2"/>
              </a:buClr>
              <a:buSzPts val="1800"/>
              <a:buChar char="–"/>
              <a:defRPr/>
            </a:lvl4pPr>
            <a:lvl5pPr indent="-342900" lvl="4" marL="2286000" algn="l">
              <a:lnSpc>
                <a:spcPct val="94000"/>
              </a:lnSpc>
              <a:spcBef>
                <a:spcPts val="750"/>
              </a:spcBef>
              <a:spcAft>
                <a:spcPts val="0"/>
              </a:spcAft>
              <a:buClr>
                <a:schemeClr val="dk2"/>
              </a:buClr>
              <a:buSzPts val="1800"/>
              <a:buChar char="■"/>
              <a:defRPr/>
            </a:lvl5pPr>
            <a:lvl6pPr indent="-342900" lvl="5" marL="2743200" algn="l">
              <a:lnSpc>
                <a:spcPct val="94000"/>
              </a:lnSpc>
              <a:spcBef>
                <a:spcPts val="750"/>
              </a:spcBef>
              <a:spcAft>
                <a:spcPts val="0"/>
              </a:spcAft>
              <a:buClr>
                <a:schemeClr val="dk2"/>
              </a:buClr>
              <a:buSzPts val="1800"/>
              <a:buChar char="–"/>
              <a:defRPr/>
            </a:lvl6pPr>
            <a:lvl7pPr indent="-342900" lvl="6" marL="3200400" algn="l">
              <a:lnSpc>
                <a:spcPct val="94000"/>
              </a:lnSpc>
              <a:spcBef>
                <a:spcPts val="750"/>
              </a:spcBef>
              <a:spcAft>
                <a:spcPts val="0"/>
              </a:spcAft>
              <a:buClr>
                <a:schemeClr val="dk2"/>
              </a:buClr>
              <a:buSzPts val="1800"/>
              <a:buChar char="■"/>
              <a:defRPr/>
            </a:lvl7pPr>
            <a:lvl8pPr indent="-342900" lvl="7" marL="3657600" algn="l">
              <a:lnSpc>
                <a:spcPct val="94000"/>
              </a:lnSpc>
              <a:spcBef>
                <a:spcPts val="750"/>
              </a:spcBef>
              <a:spcAft>
                <a:spcPts val="0"/>
              </a:spcAft>
              <a:buClr>
                <a:schemeClr val="dk2"/>
              </a:buClr>
              <a:buSzPts val="1800"/>
              <a:buChar char="–"/>
              <a:defRPr/>
            </a:lvl8pPr>
            <a:lvl9pPr indent="-342900" lvl="8" marL="4114800" algn="l">
              <a:lnSpc>
                <a:spcPct val="94000"/>
              </a:lnSpc>
              <a:spcBef>
                <a:spcPts val="750"/>
              </a:spcBef>
              <a:spcAft>
                <a:spcPts val="300"/>
              </a:spcAft>
              <a:buClr>
                <a:schemeClr val="dk2"/>
              </a:buClr>
              <a:buSzPts val="1800"/>
              <a:buChar char="■"/>
              <a:defRPr/>
            </a:lvl9pPr>
          </a:lstStyle>
          <a:p/>
        </p:txBody>
      </p:sp>
      <p:sp>
        <p:nvSpPr>
          <p:cNvPr id="80" name="Google Shape;80;p42"/>
          <p:cNvSpPr txBox="1"/>
          <p:nvPr>
            <p:ph idx="10" type="dt"/>
          </p:nvPr>
        </p:nvSpPr>
        <p:spPr>
          <a:xfrm>
            <a:off x="2085975" y="9680079"/>
            <a:ext cx="1806858" cy="60692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42"/>
          <p:cNvSpPr txBox="1"/>
          <p:nvPr>
            <p:ph idx="11" type="ftr"/>
          </p:nvPr>
        </p:nvSpPr>
        <p:spPr>
          <a:xfrm>
            <a:off x="4340346" y="9680079"/>
            <a:ext cx="9421245" cy="60692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2"/>
          <p:cNvSpPr txBox="1"/>
          <p:nvPr>
            <p:ph idx="12" type="sldNum"/>
          </p:nvPr>
        </p:nvSpPr>
        <p:spPr>
          <a:xfrm>
            <a:off x="14209104" y="9680079"/>
            <a:ext cx="2394438" cy="606921"/>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2"/>
              </a:buClr>
              <a:buSzPts val="1800"/>
              <a:buFont typeface="Libre Franklin"/>
              <a:buNone/>
              <a:defRPr/>
            </a:lvl1pPr>
            <a:lvl2pPr indent="0" lvl="1" marL="0" algn="r">
              <a:spcBef>
                <a:spcPts val="0"/>
              </a:spcBef>
              <a:spcAft>
                <a:spcPts val="0"/>
              </a:spcAft>
              <a:buClr>
                <a:schemeClr val="dk2"/>
              </a:buClr>
              <a:buSzPts val="1800"/>
              <a:buFont typeface="Libre Franklin"/>
              <a:buNone/>
              <a:defRPr/>
            </a:lvl2pPr>
            <a:lvl3pPr indent="0" lvl="2" marL="0" algn="r">
              <a:spcBef>
                <a:spcPts val="0"/>
              </a:spcBef>
              <a:spcAft>
                <a:spcPts val="0"/>
              </a:spcAft>
              <a:buClr>
                <a:schemeClr val="dk2"/>
              </a:buClr>
              <a:buSzPts val="1800"/>
              <a:buFont typeface="Libre Franklin"/>
              <a:buNone/>
              <a:defRPr/>
            </a:lvl3pPr>
            <a:lvl4pPr indent="0" lvl="3" marL="0" algn="r">
              <a:spcBef>
                <a:spcPts val="0"/>
              </a:spcBef>
              <a:spcAft>
                <a:spcPts val="0"/>
              </a:spcAft>
              <a:buClr>
                <a:schemeClr val="dk2"/>
              </a:buClr>
              <a:buSzPts val="1800"/>
              <a:buFont typeface="Libre Franklin"/>
              <a:buNone/>
              <a:defRPr/>
            </a:lvl4pPr>
            <a:lvl5pPr indent="0" lvl="4" marL="0" algn="r">
              <a:spcBef>
                <a:spcPts val="0"/>
              </a:spcBef>
              <a:spcAft>
                <a:spcPts val="0"/>
              </a:spcAft>
              <a:buClr>
                <a:schemeClr val="dk2"/>
              </a:buClr>
              <a:buSzPts val="1800"/>
              <a:buFont typeface="Libre Franklin"/>
              <a:buNone/>
              <a:defRPr/>
            </a:lvl5pPr>
            <a:lvl6pPr indent="0" lvl="5" marL="0" algn="r">
              <a:spcBef>
                <a:spcPts val="0"/>
              </a:spcBef>
              <a:spcAft>
                <a:spcPts val="0"/>
              </a:spcAft>
              <a:buClr>
                <a:schemeClr val="dk2"/>
              </a:buClr>
              <a:buSzPts val="1800"/>
              <a:buFont typeface="Libre Franklin"/>
              <a:buNone/>
              <a:defRPr/>
            </a:lvl6pPr>
            <a:lvl7pPr indent="0" lvl="6" marL="0" algn="r">
              <a:spcBef>
                <a:spcPts val="0"/>
              </a:spcBef>
              <a:spcAft>
                <a:spcPts val="0"/>
              </a:spcAft>
              <a:buClr>
                <a:schemeClr val="dk2"/>
              </a:buClr>
              <a:buSzPts val="1800"/>
              <a:buFont typeface="Libre Franklin"/>
              <a:buNone/>
              <a:defRPr/>
            </a:lvl7pPr>
            <a:lvl8pPr indent="0" lvl="7" marL="0" algn="r">
              <a:spcBef>
                <a:spcPts val="0"/>
              </a:spcBef>
              <a:spcAft>
                <a:spcPts val="0"/>
              </a:spcAft>
              <a:buClr>
                <a:schemeClr val="dk2"/>
              </a:buClr>
              <a:buSzPts val="1800"/>
              <a:buFont typeface="Libre Franklin"/>
              <a:buNone/>
              <a:defRPr/>
            </a:lvl8pPr>
            <a:lvl9pPr indent="0" lvl="8" marL="0" algn="r">
              <a:spcBef>
                <a:spcPts val="0"/>
              </a:spcBef>
              <a:spcAft>
                <a:spcPts val="0"/>
              </a:spcAft>
              <a:buClr>
                <a:schemeClr val="dk2"/>
              </a:buClr>
              <a:buSzPts val="1800"/>
              <a:buFont typeface="Libre Franklin"/>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3" name="Shape 83"/>
        <p:cNvGrpSpPr/>
        <p:nvPr/>
      </p:nvGrpSpPr>
      <p:grpSpPr>
        <a:xfrm>
          <a:off x="0" y="0"/>
          <a:ext cx="0" cy="0"/>
          <a:chOff x="0" y="0"/>
          <a:chExt cx="0" cy="0"/>
        </a:xfrm>
      </p:grpSpPr>
      <p:sp>
        <p:nvSpPr>
          <p:cNvPr id="84" name="Google Shape;84;p43"/>
          <p:cNvSpPr txBox="1"/>
          <p:nvPr>
            <p:ph type="title"/>
          </p:nvPr>
        </p:nvSpPr>
        <p:spPr>
          <a:xfrm rot="5400000">
            <a:off x="11636734" y="3694343"/>
            <a:ext cx="7864866" cy="2348649"/>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43"/>
          <p:cNvSpPr txBox="1"/>
          <p:nvPr>
            <p:ph idx="1" type="body"/>
          </p:nvPr>
        </p:nvSpPr>
        <p:spPr>
          <a:xfrm rot="5400000">
            <a:off x="4259699" y="-1266064"/>
            <a:ext cx="7864866" cy="12269462"/>
          </a:xfrm>
          <a:prstGeom prst="rect">
            <a:avLst/>
          </a:prstGeom>
          <a:noFill/>
          <a:ln>
            <a:noFill/>
          </a:ln>
        </p:spPr>
        <p:txBody>
          <a:bodyPr anchorCtr="0" anchor="t" bIns="45700" lIns="91425" spcFirstLastPara="1" rIns="91425" wrap="square" tIns="45700">
            <a:normAutofit/>
          </a:bodyPr>
          <a:lstStyle>
            <a:lvl1pPr indent="-342900" lvl="0" marL="457200" algn="l">
              <a:lnSpc>
                <a:spcPct val="94000"/>
              </a:lnSpc>
              <a:spcBef>
                <a:spcPts val="1500"/>
              </a:spcBef>
              <a:spcAft>
                <a:spcPts val="0"/>
              </a:spcAft>
              <a:buClr>
                <a:schemeClr val="dk2"/>
              </a:buClr>
              <a:buSzPts val="1800"/>
              <a:buChar char="■"/>
              <a:defRPr/>
            </a:lvl1pPr>
            <a:lvl2pPr indent="-342900" lvl="1" marL="914400" algn="l">
              <a:lnSpc>
                <a:spcPct val="94000"/>
              </a:lnSpc>
              <a:spcBef>
                <a:spcPts val="750"/>
              </a:spcBef>
              <a:spcAft>
                <a:spcPts val="0"/>
              </a:spcAft>
              <a:buClr>
                <a:schemeClr val="dk2"/>
              </a:buClr>
              <a:buSzPts val="1800"/>
              <a:buChar char="–"/>
              <a:defRPr/>
            </a:lvl2pPr>
            <a:lvl3pPr indent="-342900" lvl="2" marL="1371600" algn="l">
              <a:lnSpc>
                <a:spcPct val="94000"/>
              </a:lnSpc>
              <a:spcBef>
                <a:spcPts val="750"/>
              </a:spcBef>
              <a:spcAft>
                <a:spcPts val="0"/>
              </a:spcAft>
              <a:buClr>
                <a:schemeClr val="dk2"/>
              </a:buClr>
              <a:buSzPts val="1800"/>
              <a:buChar char="■"/>
              <a:defRPr/>
            </a:lvl3pPr>
            <a:lvl4pPr indent="-342900" lvl="3" marL="1828800" algn="l">
              <a:lnSpc>
                <a:spcPct val="94000"/>
              </a:lnSpc>
              <a:spcBef>
                <a:spcPts val="750"/>
              </a:spcBef>
              <a:spcAft>
                <a:spcPts val="0"/>
              </a:spcAft>
              <a:buClr>
                <a:schemeClr val="dk2"/>
              </a:buClr>
              <a:buSzPts val="1800"/>
              <a:buChar char="–"/>
              <a:defRPr/>
            </a:lvl4pPr>
            <a:lvl5pPr indent="-342900" lvl="4" marL="2286000" algn="l">
              <a:lnSpc>
                <a:spcPct val="94000"/>
              </a:lnSpc>
              <a:spcBef>
                <a:spcPts val="750"/>
              </a:spcBef>
              <a:spcAft>
                <a:spcPts val="0"/>
              </a:spcAft>
              <a:buClr>
                <a:schemeClr val="dk2"/>
              </a:buClr>
              <a:buSzPts val="1800"/>
              <a:buChar char="■"/>
              <a:defRPr/>
            </a:lvl5pPr>
            <a:lvl6pPr indent="-342900" lvl="5" marL="2743200" algn="l">
              <a:lnSpc>
                <a:spcPct val="94000"/>
              </a:lnSpc>
              <a:spcBef>
                <a:spcPts val="750"/>
              </a:spcBef>
              <a:spcAft>
                <a:spcPts val="0"/>
              </a:spcAft>
              <a:buClr>
                <a:schemeClr val="dk2"/>
              </a:buClr>
              <a:buSzPts val="1800"/>
              <a:buChar char="–"/>
              <a:defRPr/>
            </a:lvl6pPr>
            <a:lvl7pPr indent="-342900" lvl="6" marL="3200400" algn="l">
              <a:lnSpc>
                <a:spcPct val="94000"/>
              </a:lnSpc>
              <a:spcBef>
                <a:spcPts val="750"/>
              </a:spcBef>
              <a:spcAft>
                <a:spcPts val="0"/>
              </a:spcAft>
              <a:buClr>
                <a:schemeClr val="dk2"/>
              </a:buClr>
              <a:buSzPts val="1800"/>
              <a:buChar char="■"/>
              <a:defRPr/>
            </a:lvl7pPr>
            <a:lvl8pPr indent="-342900" lvl="7" marL="3657600" algn="l">
              <a:lnSpc>
                <a:spcPct val="94000"/>
              </a:lnSpc>
              <a:spcBef>
                <a:spcPts val="750"/>
              </a:spcBef>
              <a:spcAft>
                <a:spcPts val="0"/>
              </a:spcAft>
              <a:buClr>
                <a:schemeClr val="dk2"/>
              </a:buClr>
              <a:buSzPts val="1800"/>
              <a:buChar char="–"/>
              <a:defRPr/>
            </a:lvl8pPr>
            <a:lvl9pPr indent="-342900" lvl="8" marL="4114800" algn="l">
              <a:lnSpc>
                <a:spcPct val="94000"/>
              </a:lnSpc>
              <a:spcBef>
                <a:spcPts val="750"/>
              </a:spcBef>
              <a:spcAft>
                <a:spcPts val="300"/>
              </a:spcAft>
              <a:buClr>
                <a:schemeClr val="dk2"/>
              </a:buClr>
              <a:buSzPts val="1800"/>
              <a:buChar char="■"/>
              <a:defRPr/>
            </a:lvl9pPr>
          </a:lstStyle>
          <a:p/>
        </p:txBody>
      </p:sp>
      <p:sp>
        <p:nvSpPr>
          <p:cNvPr id="86" name="Google Shape;86;p43"/>
          <p:cNvSpPr txBox="1"/>
          <p:nvPr>
            <p:ph idx="10" type="dt"/>
          </p:nvPr>
        </p:nvSpPr>
        <p:spPr>
          <a:xfrm>
            <a:off x="2085975" y="9680079"/>
            <a:ext cx="1806858" cy="60692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43"/>
          <p:cNvSpPr txBox="1"/>
          <p:nvPr>
            <p:ph idx="11" type="ftr"/>
          </p:nvPr>
        </p:nvSpPr>
        <p:spPr>
          <a:xfrm>
            <a:off x="4340346" y="9680079"/>
            <a:ext cx="9421245" cy="60692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43"/>
          <p:cNvSpPr txBox="1"/>
          <p:nvPr>
            <p:ph idx="12" type="sldNum"/>
          </p:nvPr>
        </p:nvSpPr>
        <p:spPr>
          <a:xfrm>
            <a:off x="14209104" y="9680079"/>
            <a:ext cx="2394438" cy="606921"/>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2"/>
              </a:buClr>
              <a:buSzPts val="1800"/>
              <a:buFont typeface="Libre Franklin"/>
              <a:buNone/>
              <a:defRPr/>
            </a:lvl1pPr>
            <a:lvl2pPr indent="0" lvl="1" marL="0" algn="r">
              <a:spcBef>
                <a:spcPts val="0"/>
              </a:spcBef>
              <a:spcAft>
                <a:spcPts val="0"/>
              </a:spcAft>
              <a:buClr>
                <a:schemeClr val="dk2"/>
              </a:buClr>
              <a:buSzPts val="1800"/>
              <a:buFont typeface="Libre Franklin"/>
              <a:buNone/>
              <a:defRPr/>
            </a:lvl2pPr>
            <a:lvl3pPr indent="0" lvl="2" marL="0" algn="r">
              <a:spcBef>
                <a:spcPts val="0"/>
              </a:spcBef>
              <a:spcAft>
                <a:spcPts val="0"/>
              </a:spcAft>
              <a:buClr>
                <a:schemeClr val="dk2"/>
              </a:buClr>
              <a:buSzPts val="1800"/>
              <a:buFont typeface="Libre Franklin"/>
              <a:buNone/>
              <a:defRPr/>
            </a:lvl3pPr>
            <a:lvl4pPr indent="0" lvl="3" marL="0" algn="r">
              <a:spcBef>
                <a:spcPts val="0"/>
              </a:spcBef>
              <a:spcAft>
                <a:spcPts val="0"/>
              </a:spcAft>
              <a:buClr>
                <a:schemeClr val="dk2"/>
              </a:buClr>
              <a:buSzPts val="1800"/>
              <a:buFont typeface="Libre Franklin"/>
              <a:buNone/>
              <a:defRPr/>
            </a:lvl4pPr>
            <a:lvl5pPr indent="0" lvl="4" marL="0" algn="r">
              <a:spcBef>
                <a:spcPts val="0"/>
              </a:spcBef>
              <a:spcAft>
                <a:spcPts val="0"/>
              </a:spcAft>
              <a:buClr>
                <a:schemeClr val="dk2"/>
              </a:buClr>
              <a:buSzPts val="1800"/>
              <a:buFont typeface="Libre Franklin"/>
              <a:buNone/>
              <a:defRPr/>
            </a:lvl5pPr>
            <a:lvl6pPr indent="0" lvl="5" marL="0" algn="r">
              <a:spcBef>
                <a:spcPts val="0"/>
              </a:spcBef>
              <a:spcAft>
                <a:spcPts val="0"/>
              </a:spcAft>
              <a:buClr>
                <a:schemeClr val="dk2"/>
              </a:buClr>
              <a:buSzPts val="1800"/>
              <a:buFont typeface="Libre Franklin"/>
              <a:buNone/>
              <a:defRPr/>
            </a:lvl6pPr>
            <a:lvl7pPr indent="0" lvl="6" marL="0" algn="r">
              <a:spcBef>
                <a:spcPts val="0"/>
              </a:spcBef>
              <a:spcAft>
                <a:spcPts val="0"/>
              </a:spcAft>
              <a:buClr>
                <a:schemeClr val="dk2"/>
              </a:buClr>
              <a:buSzPts val="1800"/>
              <a:buFont typeface="Libre Franklin"/>
              <a:buNone/>
              <a:defRPr/>
            </a:lvl7pPr>
            <a:lvl8pPr indent="0" lvl="7" marL="0" algn="r">
              <a:spcBef>
                <a:spcPts val="0"/>
              </a:spcBef>
              <a:spcAft>
                <a:spcPts val="0"/>
              </a:spcAft>
              <a:buClr>
                <a:schemeClr val="dk2"/>
              </a:buClr>
              <a:buSzPts val="1800"/>
              <a:buFont typeface="Libre Franklin"/>
              <a:buNone/>
              <a:defRPr/>
            </a:lvl8pPr>
            <a:lvl9pPr indent="0" lvl="8" marL="0" algn="r">
              <a:spcBef>
                <a:spcPts val="0"/>
              </a:spcBef>
              <a:spcAft>
                <a:spcPts val="0"/>
              </a:spcAft>
              <a:buClr>
                <a:schemeClr val="dk2"/>
              </a:buClr>
              <a:buSzPts val="1800"/>
              <a:buFont typeface="Libre Franklin"/>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 name="Shape 5"/>
        <p:cNvGrpSpPr/>
        <p:nvPr/>
      </p:nvGrpSpPr>
      <p:grpSpPr>
        <a:xfrm>
          <a:off x="0" y="0"/>
          <a:ext cx="0" cy="0"/>
          <a:chOff x="0" y="0"/>
          <a:chExt cx="0" cy="0"/>
        </a:xfrm>
      </p:grpSpPr>
      <p:sp>
        <p:nvSpPr>
          <p:cNvPr id="6" name="Google Shape;6;p32"/>
          <p:cNvSpPr txBox="1"/>
          <p:nvPr>
            <p:ph type="title"/>
          </p:nvPr>
        </p:nvSpPr>
        <p:spPr>
          <a:xfrm>
            <a:off x="2057400" y="1028700"/>
            <a:ext cx="14401800" cy="2228850"/>
          </a:xfrm>
          <a:prstGeom prst="rect">
            <a:avLst/>
          </a:prstGeom>
          <a:noFill/>
          <a:ln>
            <a:noFill/>
          </a:ln>
        </p:spPr>
        <p:txBody>
          <a:bodyPr anchorCtr="0" anchor="t" bIns="45700" lIns="91425" spcFirstLastPara="1" rIns="91425" wrap="square" tIns="45700">
            <a:normAutofit/>
          </a:bodyPr>
          <a:lstStyle>
            <a:lvl1pPr lvl="0" marR="0" rtl="0" algn="l">
              <a:lnSpc>
                <a:spcPct val="89000"/>
              </a:lnSpc>
              <a:spcBef>
                <a:spcPts val="0"/>
              </a:spcBef>
              <a:spcAft>
                <a:spcPts val="0"/>
              </a:spcAft>
              <a:buClr>
                <a:schemeClr val="dk2"/>
              </a:buClr>
              <a:buSzPts val="6600"/>
              <a:buFont typeface="Libre Franklin"/>
              <a:buNone/>
              <a:defRPr b="0" i="0" sz="6600" u="none" cap="none" strike="noStrike">
                <a:solidFill>
                  <a:schemeClr val="dk2"/>
                </a:solidFill>
                <a:latin typeface="Libre Franklin"/>
                <a:ea typeface="Libre Franklin"/>
                <a:cs typeface="Libre Franklin"/>
                <a:sym typeface="Libre Frankli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2"/>
          <p:cNvSpPr txBox="1"/>
          <p:nvPr>
            <p:ph idx="1" type="body"/>
          </p:nvPr>
        </p:nvSpPr>
        <p:spPr>
          <a:xfrm>
            <a:off x="2057400" y="3429000"/>
            <a:ext cx="14401800" cy="5372100"/>
          </a:xfrm>
          <a:prstGeom prst="rect">
            <a:avLst/>
          </a:prstGeom>
          <a:noFill/>
          <a:ln>
            <a:noFill/>
          </a:ln>
        </p:spPr>
        <p:txBody>
          <a:bodyPr anchorCtr="0" anchor="t" bIns="45700" lIns="91425" spcFirstLastPara="1" rIns="91425" wrap="square" tIns="45700">
            <a:normAutofit/>
          </a:bodyPr>
          <a:lstStyle>
            <a:lvl1pPr indent="-419100" lvl="0" marL="457200" marR="0" rtl="0" algn="l">
              <a:lnSpc>
                <a:spcPct val="94000"/>
              </a:lnSpc>
              <a:spcBef>
                <a:spcPts val="1500"/>
              </a:spcBef>
              <a:spcAft>
                <a:spcPts val="0"/>
              </a:spcAft>
              <a:buClr>
                <a:schemeClr val="dk2"/>
              </a:buClr>
              <a:buSzPts val="3000"/>
              <a:buFont typeface="Libre Franklin"/>
              <a:buChar char="■"/>
              <a:defRPr b="0" i="0" sz="3000" u="none" cap="none" strike="noStrike">
                <a:solidFill>
                  <a:schemeClr val="dk2"/>
                </a:solidFill>
                <a:latin typeface="Libre Franklin"/>
                <a:ea typeface="Libre Franklin"/>
                <a:cs typeface="Libre Franklin"/>
                <a:sym typeface="Libre Franklin"/>
              </a:defRPr>
            </a:lvl1pPr>
            <a:lvl2pPr indent="-419100" lvl="1" marL="914400" marR="0" rtl="0" algn="l">
              <a:lnSpc>
                <a:spcPct val="94000"/>
              </a:lnSpc>
              <a:spcBef>
                <a:spcPts val="750"/>
              </a:spcBef>
              <a:spcAft>
                <a:spcPts val="0"/>
              </a:spcAft>
              <a:buClr>
                <a:schemeClr val="dk2"/>
              </a:buClr>
              <a:buSzPts val="3000"/>
              <a:buFont typeface="Libre Franklin"/>
              <a:buChar char="–"/>
              <a:defRPr b="0" i="1" sz="3000" u="none" cap="none" strike="noStrike">
                <a:solidFill>
                  <a:schemeClr val="dk2"/>
                </a:solidFill>
                <a:latin typeface="Libre Franklin"/>
                <a:ea typeface="Libre Franklin"/>
                <a:cs typeface="Libre Franklin"/>
                <a:sym typeface="Libre Franklin"/>
              </a:defRPr>
            </a:lvl2pPr>
            <a:lvl3pPr indent="-400050" lvl="2" marL="1371600" marR="0" rtl="0" algn="l">
              <a:lnSpc>
                <a:spcPct val="94000"/>
              </a:lnSpc>
              <a:spcBef>
                <a:spcPts val="750"/>
              </a:spcBef>
              <a:spcAft>
                <a:spcPts val="0"/>
              </a:spcAft>
              <a:buClr>
                <a:schemeClr val="dk2"/>
              </a:buClr>
              <a:buSzPts val="2700"/>
              <a:buFont typeface="Libre Franklin"/>
              <a:buChar char="■"/>
              <a:defRPr b="0" i="0" sz="2700" u="none" cap="none" strike="noStrike">
                <a:solidFill>
                  <a:schemeClr val="dk2"/>
                </a:solidFill>
                <a:latin typeface="Libre Franklin"/>
                <a:ea typeface="Libre Franklin"/>
                <a:cs typeface="Libre Franklin"/>
                <a:sym typeface="Libre Franklin"/>
              </a:defRPr>
            </a:lvl3pPr>
            <a:lvl4pPr indent="-400050" lvl="3" marL="1828800" marR="0" rtl="0" algn="l">
              <a:lnSpc>
                <a:spcPct val="94000"/>
              </a:lnSpc>
              <a:spcBef>
                <a:spcPts val="750"/>
              </a:spcBef>
              <a:spcAft>
                <a:spcPts val="0"/>
              </a:spcAft>
              <a:buClr>
                <a:schemeClr val="dk2"/>
              </a:buClr>
              <a:buSzPts val="2700"/>
              <a:buFont typeface="Libre Franklin"/>
              <a:buChar char="–"/>
              <a:defRPr b="0" i="1" sz="2700" u="none" cap="none" strike="noStrike">
                <a:solidFill>
                  <a:schemeClr val="dk2"/>
                </a:solidFill>
                <a:latin typeface="Libre Franklin"/>
                <a:ea typeface="Libre Franklin"/>
                <a:cs typeface="Libre Franklin"/>
                <a:sym typeface="Libre Franklin"/>
              </a:defRPr>
            </a:lvl4pPr>
            <a:lvl5pPr indent="-381000" lvl="4" marL="2286000" marR="0" rtl="0" algn="l">
              <a:lnSpc>
                <a:spcPct val="94000"/>
              </a:lnSpc>
              <a:spcBef>
                <a:spcPts val="750"/>
              </a:spcBef>
              <a:spcAft>
                <a:spcPts val="0"/>
              </a:spcAft>
              <a:buClr>
                <a:schemeClr val="dk2"/>
              </a:buClr>
              <a:buSzPts val="2400"/>
              <a:buFont typeface="Libre Franklin"/>
              <a:buChar char="■"/>
              <a:defRPr b="0" i="0" sz="2400" u="none" cap="none" strike="noStrike">
                <a:solidFill>
                  <a:schemeClr val="dk2"/>
                </a:solidFill>
                <a:latin typeface="Libre Franklin"/>
                <a:ea typeface="Libre Franklin"/>
                <a:cs typeface="Libre Franklin"/>
                <a:sym typeface="Libre Franklin"/>
              </a:defRPr>
            </a:lvl5pPr>
            <a:lvl6pPr indent="-381000" lvl="5" marL="2743200" marR="0" rtl="0" algn="l">
              <a:lnSpc>
                <a:spcPct val="94000"/>
              </a:lnSpc>
              <a:spcBef>
                <a:spcPts val="750"/>
              </a:spcBef>
              <a:spcAft>
                <a:spcPts val="0"/>
              </a:spcAft>
              <a:buClr>
                <a:schemeClr val="dk2"/>
              </a:buClr>
              <a:buSzPts val="2400"/>
              <a:buFont typeface="Libre Franklin"/>
              <a:buChar char="–"/>
              <a:defRPr b="0" i="1" sz="2400" u="none" cap="none" strike="noStrike">
                <a:solidFill>
                  <a:schemeClr val="dk2"/>
                </a:solidFill>
                <a:latin typeface="Libre Franklin"/>
                <a:ea typeface="Libre Franklin"/>
                <a:cs typeface="Libre Franklin"/>
                <a:sym typeface="Libre Franklin"/>
              </a:defRPr>
            </a:lvl6pPr>
            <a:lvl7pPr indent="-361950" lvl="6" marL="3200400" marR="0" rtl="0" algn="l">
              <a:lnSpc>
                <a:spcPct val="94000"/>
              </a:lnSpc>
              <a:spcBef>
                <a:spcPts val="750"/>
              </a:spcBef>
              <a:spcAft>
                <a:spcPts val="0"/>
              </a:spcAft>
              <a:buClr>
                <a:schemeClr val="dk2"/>
              </a:buClr>
              <a:buSzPts val="2100"/>
              <a:buFont typeface="Libre Franklin"/>
              <a:buChar char="■"/>
              <a:defRPr b="0" i="0" sz="2100" u="none" cap="none" strike="noStrike">
                <a:solidFill>
                  <a:schemeClr val="dk2"/>
                </a:solidFill>
                <a:latin typeface="Libre Franklin"/>
                <a:ea typeface="Libre Franklin"/>
                <a:cs typeface="Libre Franklin"/>
                <a:sym typeface="Libre Franklin"/>
              </a:defRPr>
            </a:lvl7pPr>
            <a:lvl8pPr indent="-361950" lvl="7" marL="3657600" marR="0" rtl="0" algn="l">
              <a:lnSpc>
                <a:spcPct val="94000"/>
              </a:lnSpc>
              <a:spcBef>
                <a:spcPts val="750"/>
              </a:spcBef>
              <a:spcAft>
                <a:spcPts val="0"/>
              </a:spcAft>
              <a:buClr>
                <a:schemeClr val="dk2"/>
              </a:buClr>
              <a:buSzPts val="2100"/>
              <a:buFont typeface="Libre Franklin"/>
              <a:buChar char="–"/>
              <a:defRPr b="0" i="1" sz="2100" u="none" cap="none" strike="noStrike">
                <a:solidFill>
                  <a:schemeClr val="dk2"/>
                </a:solidFill>
                <a:latin typeface="Libre Franklin"/>
                <a:ea typeface="Libre Franklin"/>
                <a:cs typeface="Libre Franklin"/>
                <a:sym typeface="Libre Franklin"/>
              </a:defRPr>
            </a:lvl8pPr>
            <a:lvl9pPr indent="-361950" lvl="8" marL="4114800" marR="0" rtl="0" algn="l">
              <a:lnSpc>
                <a:spcPct val="94000"/>
              </a:lnSpc>
              <a:spcBef>
                <a:spcPts val="750"/>
              </a:spcBef>
              <a:spcAft>
                <a:spcPts val="300"/>
              </a:spcAft>
              <a:buClr>
                <a:schemeClr val="dk2"/>
              </a:buClr>
              <a:buSzPts val="2100"/>
              <a:buFont typeface="Libre Franklin"/>
              <a:buChar char="■"/>
              <a:defRPr b="0" i="0" sz="2100" u="none" cap="none" strike="noStrike">
                <a:solidFill>
                  <a:schemeClr val="dk2"/>
                </a:solidFill>
                <a:latin typeface="Libre Franklin"/>
                <a:ea typeface="Libre Franklin"/>
                <a:cs typeface="Libre Franklin"/>
                <a:sym typeface="Libre Franklin"/>
              </a:defRPr>
            </a:lvl9pPr>
          </a:lstStyle>
          <a:p/>
        </p:txBody>
      </p:sp>
      <p:sp>
        <p:nvSpPr>
          <p:cNvPr id="8" name="Google Shape;8;p32"/>
          <p:cNvSpPr txBox="1"/>
          <p:nvPr>
            <p:ph idx="10" type="dt"/>
          </p:nvPr>
        </p:nvSpPr>
        <p:spPr>
          <a:xfrm>
            <a:off x="2085975" y="9680079"/>
            <a:ext cx="1806858" cy="606921"/>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2"/>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9" name="Google Shape;9;p32"/>
          <p:cNvSpPr txBox="1"/>
          <p:nvPr>
            <p:ph idx="11" type="ftr"/>
          </p:nvPr>
        </p:nvSpPr>
        <p:spPr>
          <a:xfrm>
            <a:off x="4340346" y="9680079"/>
            <a:ext cx="9421245" cy="606921"/>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2"/>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10" name="Google Shape;10;p32"/>
          <p:cNvSpPr txBox="1"/>
          <p:nvPr>
            <p:ph idx="12" type="sldNum"/>
          </p:nvPr>
        </p:nvSpPr>
        <p:spPr>
          <a:xfrm>
            <a:off x="14209104" y="9680079"/>
            <a:ext cx="2394438" cy="606921"/>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chemeClr val="dk2"/>
              </a:buClr>
              <a:buSzPts val="1800"/>
              <a:buFont typeface="Libre Franklin"/>
              <a:buNone/>
              <a:defRPr b="0" i="0" sz="1800" u="none" cap="none" strike="noStrike">
                <a:solidFill>
                  <a:schemeClr val="dk2"/>
                </a:solidFill>
                <a:latin typeface="Libre Franklin"/>
                <a:ea typeface="Libre Franklin"/>
                <a:cs typeface="Libre Franklin"/>
                <a:sym typeface="Libre Franklin"/>
              </a:defRPr>
            </a:lvl1pPr>
            <a:lvl2pPr indent="0" lvl="1" marL="0" marR="0" rtl="0" algn="r">
              <a:spcBef>
                <a:spcPts val="0"/>
              </a:spcBef>
              <a:spcAft>
                <a:spcPts val="0"/>
              </a:spcAft>
              <a:buClr>
                <a:schemeClr val="dk2"/>
              </a:buClr>
              <a:buSzPts val="1800"/>
              <a:buFont typeface="Libre Franklin"/>
              <a:buNone/>
              <a:defRPr b="0" i="0" sz="1800" u="none" cap="none" strike="noStrike">
                <a:solidFill>
                  <a:schemeClr val="dk2"/>
                </a:solidFill>
                <a:latin typeface="Libre Franklin"/>
                <a:ea typeface="Libre Franklin"/>
                <a:cs typeface="Libre Franklin"/>
                <a:sym typeface="Libre Franklin"/>
              </a:defRPr>
            </a:lvl2pPr>
            <a:lvl3pPr indent="0" lvl="2" marL="0" marR="0" rtl="0" algn="r">
              <a:spcBef>
                <a:spcPts val="0"/>
              </a:spcBef>
              <a:spcAft>
                <a:spcPts val="0"/>
              </a:spcAft>
              <a:buClr>
                <a:schemeClr val="dk2"/>
              </a:buClr>
              <a:buSzPts val="1800"/>
              <a:buFont typeface="Libre Franklin"/>
              <a:buNone/>
              <a:defRPr b="0" i="0" sz="1800" u="none" cap="none" strike="noStrike">
                <a:solidFill>
                  <a:schemeClr val="dk2"/>
                </a:solidFill>
                <a:latin typeface="Libre Franklin"/>
                <a:ea typeface="Libre Franklin"/>
                <a:cs typeface="Libre Franklin"/>
                <a:sym typeface="Libre Franklin"/>
              </a:defRPr>
            </a:lvl3pPr>
            <a:lvl4pPr indent="0" lvl="3" marL="0" marR="0" rtl="0" algn="r">
              <a:spcBef>
                <a:spcPts val="0"/>
              </a:spcBef>
              <a:spcAft>
                <a:spcPts val="0"/>
              </a:spcAft>
              <a:buClr>
                <a:schemeClr val="dk2"/>
              </a:buClr>
              <a:buSzPts val="1800"/>
              <a:buFont typeface="Libre Franklin"/>
              <a:buNone/>
              <a:defRPr b="0" i="0" sz="1800" u="none" cap="none" strike="noStrike">
                <a:solidFill>
                  <a:schemeClr val="dk2"/>
                </a:solidFill>
                <a:latin typeface="Libre Franklin"/>
                <a:ea typeface="Libre Franklin"/>
                <a:cs typeface="Libre Franklin"/>
                <a:sym typeface="Libre Franklin"/>
              </a:defRPr>
            </a:lvl4pPr>
            <a:lvl5pPr indent="0" lvl="4" marL="0" marR="0" rtl="0" algn="r">
              <a:spcBef>
                <a:spcPts val="0"/>
              </a:spcBef>
              <a:spcAft>
                <a:spcPts val="0"/>
              </a:spcAft>
              <a:buClr>
                <a:schemeClr val="dk2"/>
              </a:buClr>
              <a:buSzPts val="1800"/>
              <a:buFont typeface="Libre Franklin"/>
              <a:buNone/>
              <a:defRPr b="0" i="0" sz="1800" u="none" cap="none" strike="noStrike">
                <a:solidFill>
                  <a:schemeClr val="dk2"/>
                </a:solidFill>
                <a:latin typeface="Libre Franklin"/>
                <a:ea typeface="Libre Franklin"/>
                <a:cs typeface="Libre Franklin"/>
                <a:sym typeface="Libre Franklin"/>
              </a:defRPr>
            </a:lvl5pPr>
            <a:lvl6pPr indent="0" lvl="5" marL="0" marR="0" rtl="0" algn="r">
              <a:spcBef>
                <a:spcPts val="0"/>
              </a:spcBef>
              <a:spcAft>
                <a:spcPts val="0"/>
              </a:spcAft>
              <a:buClr>
                <a:schemeClr val="dk2"/>
              </a:buClr>
              <a:buSzPts val="1800"/>
              <a:buFont typeface="Libre Franklin"/>
              <a:buNone/>
              <a:defRPr b="0" i="0" sz="1800" u="none" cap="none" strike="noStrike">
                <a:solidFill>
                  <a:schemeClr val="dk2"/>
                </a:solidFill>
                <a:latin typeface="Libre Franklin"/>
                <a:ea typeface="Libre Franklin"/>
                <a:cs typeface="Libre Franklin"/>
                <a:sym typeface="Libre Franklin"/>
              </a:defRPr>
            </a:lvl6pPr>
            <a:lvl7pPr indent="0" lvl="6" marL="0" marR="0" rtl="0" algn="r">
              <a:spcBef>
                <a:spcPts val="0"/>
              </a:spcBef>
              <a:spcAft>
                <a:spcPts val="0"/>
              </a:spcAft>
              <a:buClr>
                <a:schemeClr val="dk2"/>
              </a:buClr>
              <a:buSzPts val="1800"/>
              <a:buFont typeface="Libre Franklin"/>
              <a:buNone/>
              <a:defRPr b="0" i="0" sz="1800" u="none" cap="none" strike="noStrike">
                <a:solidFill>
                  <a:schemeClr val="dk2"/>
                </a:solidFill>
                <a:latin typeface="Libre Franklin"/>
                <a:ea typeface="Libre Franklin"/>
                <a:cs typeface="Libre Franklin"/>
                <a:sym typeface="Libre Franklin"/>
              </a:defRPr>
            </a:lvl7pPr>
            <a:lvl8pPr indent="0" lvl="7" marL="0" marR="0" rtl="0" algn="r">
              <a:spcBef>
                <a:spcPts val="0"/>
              </a:spcBef>
              <a:spcAft>
                <a:spcPts val="0"/>
              </a:spcAft>
              <a:buClr>
                <a:schemeClr val="dk2"/>
              </a:buClr>
              <a:buSzPts val="1800"/>
              <a:buFont typeface="Libre Franklin"/>
              <a:buNone/>
              <a:defRPr b="0" i="0" sz="1800" u="none" cap="none" strike="noStrike">
                <a:solidFill>
                  <a:schemeClr val="dk2"/>
                </a:solidFill>
                <a:latin typeface="Libre Franklin"/>
                <a:ea typeface="Libre Franklin"/>
                <a:cs typeface="Libre Franklin"/>
                <a:sym typeface="Libre Franklin"/>
              </a:defRPr>
            </a:lvl8pPr>
            <a:lvl9pPr indent="0" lvl="8" marL="0" marR="0" rtl="0" algn="r">
              <a:spcBef>
                <a:spcPts val="0"/>
              </a:spcBef>
              <a:spcAft>
                <a:spcPts val="0"/>
              </a:spcAft>
              <a:buClr>
                <a:schemeClr val="dk2"/>
              </a:buClr>
              <a:buSzPts val="1800"/>
              <a:buFont typeface="Libre Franklin"/>
              <a:buNone/>
              <a:defRPr b="0" i="0" sz="1800" u="none" cap="none" strike="noStrike">
                <a:solidFill>
                  <a:schemeClr val="dk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US"/>
              <a:t>‹#›</a:t>
            </a:fld>
            <a:endParaRPr/>
          </a:p>
        </p:txBody>
      </p:sp>
      <p:sp>
        <p:nvSpPr>
          <p:cNvPr id="11" name="Google Shape;11;p32" title="Side bar"/>
          <p:cNvSpPr/>
          <p:nvPr/>
        </p:nvSpPr>
        <p:spPr>
          <a:xfrm>
            <a:off x="717143" y="564"/>
            <a:ext cx="342900" cy="10287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368">
          <p15:clr>
            <a:srgbClr val="F26B43"/>
          </p15:clr>
        </p15:guide>
        <p15:guide id="2" orient="horz" pos="1440">
          <p15:clr>
            <a:srgbClr val="F26B43"/>
          </p15:clr>
        </p15:guide>
        <p15:guide id="3" orient="horz" pos="3696">
          <p15:clr>
            <a:srgbClr val="F26B43"/>
          </p15:clr>
        </p15:guide>
        <p15:guide id="4" orient="horz" pos="432">
          <p15:clr>
            <a:srgbClr val="F26B43"/>
          </p15:clr>
        </p15:guide>
        <p15:guide id="5" orient="horz" pos="1512">
          <p15:clr>
            <a:srgbClr val="F26B43"/>
          </p15:clr>
        </p15:guide>
        <p15:guide id="6" pos="6912">
          <p15:clr>
            <a:srgbClr val="F26B43"/>
          </p15:clr>
        </p15:guide>
        <p15:guide id="7" pos="936">
          <p15:clr>
            <a:srgbClr val="F26B43"/>
          </p15:clr>
        </p15:guide>
        <p15:guide id="8"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hyperlink" Target="https://youtu.be/eT6YRL-i9EQ"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docs.arduino.cc" TargetMode="External"/><Relationship Id="rId4" Type="http://schemas.openxmlformats.org/officeDocument/2006/relationships/hyperlink" Target="https://learn.sparkfun.com/tutorial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
        <p:nvSpPr>
          <p:cNvPr id="94" name="Google Shape;94;p1"/>
          <p:cNvSpPr txBox="1"/>
          <p:nvPr/>
        </p:nvSpPr>
        <p:spPr>
          <a:xfrm>
            <a:off x="1028700" y="5492023"/>
            <a:ext cx="5717530" cy="215443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131416"/>
              </a:buClr>
              <a:buSzPts val="5000"/>
              <a:buFont typeface="Open Sans"/>
              <a:buNone/>
            </a:pPr>
            <a:r>
              <a:rPr b="1" i="0" lang="en-US" sz="5000" u="none" cap="none" strike="noStrike">
                <a:solidFill>
                  <a:srgbClr val="131416"/>
                </a:solidFill>
                <a:latin typeface="Open Sans"/>
                <a:ea typeface="Open Sans"/>
                <a:cs typeface="Open Sans"/>
                <a:sym typeface="Open Sans"/>
              </a:rPr>
              <a:t>Organización Computacional</a:t>
            </a:r>
            <a:endParaRPr/>
          </a:p>
        </p:txBody>
      </p:sp>
      <p:sp>
        <p:nvSpPr>
          <p:cNvPr id="95" name="Google Shape;95;p1"/>
          <p:cNvSpPr txBox="1"/>
          <p:nvPr/>
        </p:nvSpPr>
        <p:spPr>
          <a:xfrm>
            <a:off x="2761147" y="1754929"/>
            <a:ext cx="12375000" cy="396416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131416"/>
              </a:buClr>
              <a:buSzPts val="9200"/>
              <a:buFont typeface="Open Sans"/>
              <a:buNone/>
            </a:pPr>
            <a:r>
              <a:rPr b="1" i="0" lang="en-US" sz="9200" u="none" cap="none" strike="noStrike">
                <a:solidFill>
                  <a:srgbClr val="131416"/>
                </a:solidFill>
                <a:latin typeface="Open Sans"/>
                <a:ea typeface="Open Sans"/>
                <a:cs typeface="Open Sans"/>
                <a:sym typeface="Open Sans"/>
              </a:rPr>
              <a:t>Actuadores Avanzados </a:t>
            </a:r>
            <a:endParaRPr sz="1800">
              <a:solidFill>
                <a:schemeClr val="dk1"/>
              </a:solidFill>
              <a:latin typeface="Libre Franklin"/>
              <a:ea typeface="Libre Franklin"/>
              <a:cs typeface="Libre Franklin"/>
              <a:sym typeface="Libre Franklin"/>
            </a:endParaRPr>
          </a:p>
        </p:txBody>
      </p:sp>
      <p:sp>
        <p:nvSpPr>
          <p:cNvPr id="96" name="Google Shape;96;p1"/>
          <p:cNvSpPr txBox="1"/>
          <p:nvPr/>
        </p:nvSpPr>
        <p:spPr>
          <a:xfrm>
            <a:off x="1188474" y="8652996"/>
            <a:ext cx="6981379" cy="538417"/>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131416"/>
              </a:buClr>
              <a:buSzPts val="2499"/>
              <a:buFont typeface="Open Sans"/>
              <a:buNone/>
            </a:pPr>
            <a:r>
              <a:rPr b="1" i="0" lang="en-US" sz="2499" u="none" cap="none" strike="noStrike">
                <a:solidFill>
                  <a:srgbClr val="131416"/>
                </a:solidFill>
                <a:latin typeface="Open Sans"/>
                <a:ea typeface="Open Sans"/>
                <a:cs typeface="Open Sans"/>
                <a:sym typeface="Open Sans"/>
              </a:rPr>
              <a:t>Escuela de Ingeniería de Ciencias Y Sistemas</a:t>
            </a:r>
            <a:endParaRPr/>
          </a:p>
        </p:txBody>
      </p:sp>
      <p:sp>
        <p:nvSpPr>
          <p:cNvPr id="97" name="Google Shape;97;p1"/>
          <p:cNvSpPr txBox="1"/>
          <p:nvPr/>
        </p:nvSpPr>
        <p:spPr>
          <a:xfrm>
            <a:off x="1188474" y="9122007"/>
            <a:ext cx="6667500" cy="538417"/>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131416"/>
              </a:buClr>
              <a:buSzPts val="2499"/>
              <a:buFont typeface="Open Sans"/>
              <a:buNone/>
            </a:pPr>
            <a:r>
              <a:rPr b="1" i="0" lang="en-US" sz="2499" u="none" cap="none" strike="noStrike">
                <a:solidFill>
                  <a:srgbClr val="131416"/>
                </a:solidFill>
                <a:latin typeface="Open Sans"/>
                <a:ea typeface="Open Sans"/>
                <a:cs typeface="Open Sans"/>
                <a:sym typeface="Open Sans"/>
              </a:rPr>
              <a:t>Facultad de Ingeniería</a:t>
            </a:r>
            <a:endParaRPr/>
          </a:p>
        </p:txBody>
      </p:sp>
      <p:sp>
        <p:nvSpPr>
          <p:cNvPr id="98" name="Google Shape;98;p1"/>
          <p:cNvSpPr txBox="1"/>
          <p:nvPr/>
        </p:nvSpPr>
        <p:spPr>
          <a:xfrm>
            <a:off x="385447" y="9591018"/>
            <a:ext cx="8115300" cy="419346"/>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131416"/>
              </a:buClr>
              <a:buSzPts val="2499"/>
              <a:buFont typeface="Open Sans"/>
              <a:buNone/>
            </a:pPr>
            <a:r>
              <a:rPr b="1" i="0" lang="en-US" sz="2499" u="none" cap="none" strike="noStrike">
                <a:solidFill>
                  <a:srgbClr val="131416"/>
                </a:solidFill>
                <a:latin typeface="Open Sans"/>
                <a:ea typeface="Open Sans"/>
                <a:cs typeface="Open Sans"/>
                <a:sym typeface="Open Sans"/>
              </a:rPr>
              <a:t>Universidad de San Carlos de Guatemala</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grpSp>
        <p:nvGrpSpPr>
          <p:cNvPr id="103" name="Google Shape;103;p2"/>
          <p:cNvGrpSpPr/>
          <p:nvPr/>
        </p:nvGrpSpPr>
        <p:grpSpPr>
          <a:xfrm>
            <a:off x="1643748" y="4514330"/>
            <a:ext cx="9604525" cy="845385"/>
            <a:chOff x="0" y="-49535"/>
            <a:chExt cx="4089130" cy="359923"/>
          </a:xfrm>
        </p:grpSpPr>
        <p:sp>
          <p:nvSpPr>
            <p:cNvPr id="104" name="Google Shape;104;p2"/>
            <p:cNvSpPr/>
            <p:nvPr/>
          </p:nvSpPr>
          <p:spPr>
            <a:xfrm>
              <a:off x="0" y="0"/>
              <a:ext cx="4089130"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
          <p:nvSpPr>
            <p:cNvPr id="105" name="Google Shape;105;p2"/>
            <p:cNvSpPr txBox="1"/>
            <p:nvPr/>
          </p:nvSpPr>
          <p:spPr>
            <a:xfrm>
              <a:off x="85399" y="-49535"/>
              <a:ext cx="3873890"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Librerías en Arduino y su funcionamiento </a:t>
              </a:r>
              <a:endParaRPr sz="1800">
                <a:solidFill>
                  <a:schemeClr val="dk1"/>
                </a:solidFill>
                <a:latin typeface="Libre Franklin"/>
                <a:ea typeface="Libre Franklin"/>
                <a:cs typeface="Libre Franklin"/>
                <a:sym typeface="Libre Franklin"/>
              </a:endParaRPr>
            </a:p>
          </p:txBody>
        </p:sp>
      </p:grpSp>
      <p:sp>
        <p:nvSpPr>
          <p:cNvPr id="106" name="Google Shape;106;p2"/>
          <p:cNvSpPr/>
          <p:nvPr/>
        </p:nvSpPr>
        <p:spPr>
          <a:xfrm>
            <a:off x="2345783" y="4671657"/>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grpSp>
        <p:nvGrpSpPr>
          <p:cNvPr id="107" name="Google Shape;107;p2"/>
          <p:cNvGrpSpPr/>
          <p:nvPr/>
        </p:nvGrpSpPr>
        <p:grpSpPr>
          <a:xfrm>
            <a:off x="3187288" y="2944205"/>
            <a:ext cx="4115190" cy="1377627"/>
            <a:chOff x="0" y="-49953"/>
            <a:chExt cx="1083836" cy="409938"/>
          </a:xfrm>
        </p:grpSpPr>
        <p:sp>
          <p:nvSpPr>
            <p:cNvPr id="108" name="Google Shape;108;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
          <p:nvSpPr>
            <p:cNvPr id="109" name="Google Shape;109;p2"/>
            <p:cNvSpPr txBox="1"/>
            <p:nvPr/>
          </p:nvSpPr>
          <p:spPr>
            <a:xfrm>
              <a:off x="0" y="-49953"/>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sz="1800">
                <a:solidFill>
                  <a:schemeClr val="dk1"/>
                </a:solidFill>
                <a:latin typeface="Libre Franklin"/>
                <a:ea typeface="Libre Franklin"/>
                <a:cs typeface="Libre Franklin"/>
                <a:sym typeface="Libre Franklin"/>
              </a:endParaRPr>
            </a:p>
          </p:txBody>
        </p:sp>
      </p:grpSp>
      <p:sp>
        <p:nvSpPr>
          <p:cNvPr id="110" name="Google Shape;110;p2"/>
          <p:cNvSpPr/>
          <p:nvPr/>
        </p:nvSpPr>
        <p:spPr>
          <a:xfrm>
            <a:off x="2118883" y="3360951"/>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
        <p:nvSpPr>
          <p:cNvPr id="111" name="Google Shape;111;p2"/>
          <p:cNvSpPr txBox="1"/>
          <p:nvPr/>
        </p:nvSpPr>
        <p:spPr>
          <a:xfrm>
            <a:off x="651749" y="490900"/>
            <a:ext cx="7710301" cy="23089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131416"/>
              </a:buClr>
              <a:buSzPts val="15000"/>
              <a:buFont typeface="Pacifico"/>
              <a:buNone/>
            </a:pPr>
            <a:r>
              <a:rPr i="0" lang="en-US" sz="15000" u="none" cap="none" strike="noStrike">
                <a:solidFill>
                  <a:srgbClr val="131416"/>
                </a:solidFill>
                <a:latin typeface="Pacifico"/>
                <a:ea typeface="Pacifico"/>
                <a:cs typeface="Pacifico"/>
                <a:sym typeface="Pacifico"/>
              </a:rPr>
              <a:t>Agenda</a:t>
            </a:r>
            <a:endParaRPr sz="1800">
              <a:solidFill>
                <a:schemeClr val="dk1"/>
              </a:solidFill>
              <a:latin typeface="Pacifico"/>
              <a:ea typeface="Pacifico"/>
              <a:cs typeface="Pacifico"/>
              <a:sym typeface="Pacifico"/>
            </a:endParaRPr>
          </a:p>
        </p:txBody>
      </p:sp>
      <p:sp>
        <p:nvSpPr>
          <p:cNvPr id="112" name="Google Shape;112;p2"/>
          <p:cNvSpPr txBox="1"/>
          <p:nvPr/>
        </p:nvSpPr>
        <p:spPr>
          <a:xfrm>
            <a:off x="10105990" y="390767"/>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131416"/>
              </a:buClr>
              <a:buSzPts val="15000"/>
              <a:buFont typeface="Lobster"/>
              <a:buNone/>
            </a:pPr>
            <a:r>
              <a:rPr i="0" lang="en-US" sz="15000" u="none" cap="none" strike="noStrike">
                <a:solidFill>
                  <a:srgbClr val="131416"/>
                </a:solidFill>
                <a:latin typeface="Lobster"/>
                <a:ea typeface="Lobster"/>
                <a:cs typeface="Lobster"/>
                <a:sym typeface="Lobster"/>
              </a:rPr>
              <a:t>Recursos</a:t>
            </a:r>
            <a:endParaRPr sz="1800">
              <a:solidFill>
                <a:schemeClr val="dk1"/>
              </a:solidFill>
              <a:latin typeface="Lobster"/>
              <a:ea typeface="Lobster"/>
              <a:cs typeface="Lobster"/>
              <a:sym typeface="Lobster"/>
            </a:endParaRPr>
          </a:p>
        </p:txBody>
      </p:sp>
      <p:grpSp>
        <p:nvGrpSpPr>
          <p:cNvPr id="113" name="Google Shape;113;p2"/>
          <p:cNvGrpSpPr/>
          <p:nvPr/>
        </p:nvGrpSpPr>
        <p:grpSpPr>
          <a:xfrm>
            <a:off x="11716967" y="3232617"/>
            <a:ext cx="5376484" cy="2076800"/>
            <a:chOff x="-6015" y="0"/>
            <a:chExt cx="1416029" cy="546976"/>
          </a:xfrm>
        </p:grpSpPr>
        <p:sp>
          <p:nvSpPr>
            <p:cNvPr id="114" name="Google Shape;114;p2"/>
            <p:cNvSpPr/>
            <p:nvPr/>
          </p:nvSpPr>
          <p:spPr>
            <a:xfrm>
              <a:off x="0" y="0"/>
              <a:ext cx="1410014" cy="546976"/>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
          <p:nvSpPr>
            <p:cNvPr id="115" name="Google Shape;115;p2"/>
            <p:cNvSpPr txBox="1"/>
            <p:nvPr/>
          </p:nvSpPr>
          <p:spPr>
            <a:xfrm>
              <a:off x="-6015" y="51756"/>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Link del Video </a:t>
              </a:r>
              <a:endParaRPr/>
            </a:p>
            <a:p>
              <a:pPr indent="0" lvl="0" marL="0" marR="0" rtl="0" algn="ctr">
                <a:lnSpc>
                  <a:spcPct val="148010"/>
                </a:lnSpc>
                <a:spcBef>
                  <a:spcPts val="0"/>
                </a:spcBef>
                <a:spcAft>
                  <a:spcPts val="0"/>
                </a:spcAft>
                <a:buClr>
                  <a:srgbClr val="000000"/>
                </a:buClr>
                <a:buSzPts val="4499"/>
                <a:buFont typeface="Arial"/>
                <a:buNone/>
              </a:pPr>
              <a:r>
                <a:rPr b="0" i="0" lang="en-US" sz="4499" u="sng" cap="none" strike="noStrike">
                  <a:solidFill>
                    <a:srgbClr val="000000"/>
                  </a:solidFill>
                  <a:latin typeface="Arial"/>
                  <a:ea typeface="Arial"/>
                  <a:cs typeface="Arial"/>
                  <a:sym typeface="Arial"/>
                  <a:hlinkClick r:id="rId5">
                    <a:extLst>
                      <a:ext uri="{A12FA001-AC4F-418D-AE19-62706E023703}">
                        <ahyp:hlinkClr val="tx"/>
                      </a:ext>
                    </a:extLst>
                  </a:hlinkClick>
                </a:rPr>
                <a:t>Sensores</a:t>
              </a:r>
              <a:r>
                <a:rPr b="0" i="0" lang="en-US" sz="4499" u="none" cap="none" strike="noStrike">
                  <a:solidFill>
                    <a:srgbClr val="000000"/>
                  </a:solidFill>
                  <a:latin typeface="Arial"/>
                  <a:ea typeface="Arial"/>
                  <a:cs typeface="Arial"/>
                  <a:sym typeface="Arial"/>
                </a:rPr>
                <a:t>:</a:t>
              </a:r>
              <a:endParaRPr sz="1800">
                <a:solidFill>
                  <a:schemeClr val="dk1"/>
                </a:solidFill>
                <a:latin typeface="Libre Franklin"/>
                <a:ea typeface="Libre Franklin"/>
                <a:cs typeface="Libre Franklin"/>
                <a:sym typeface="Libre Franklin"/>
              </a:endParaRPr>
            </a:p>
          </p:txBody>
        </p:sp>
      </p:grpSp>
      <p:grpSp>
        <p:nvGrpSpPr>
          <p:cNvPr id="116" name="Google Shape;116;p2"/>
          <p:cNvGrpSpPr/>
          <p:nvPr/>
        </p:nvGrpSpPr>
        <p:grpSpPr>
          <a:xfrm>
            <a:off x="1655621" y="5369395"/>
            <a:ext cx="6123164" cy="845385"/>
            <a:chOff x="5055" y="-78807"/>
            <a:chExt cx="2538654" cy="359923"/>
          </a:xfrm>
        </p:grpSpPr>
        <p:sp>
          <p:nvSpPr>
            <p:cNvPr id="117" name="Google Shape;117;p2"/>
            <p:cNvSpPr/>
            <p:nvPr/>
          </p:nvSpPr>
          <p:spPr>
            <a:xfrm>
              <a:off x="5055" y="-12204"/>
              <a:ext cx="2538654"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
          <p:nvSpPr>
            <p:cNvPr id="118" name="Google Shape;118;p2"/>
            <p:cNvSpPr txBox="1"/>
            <p:nvPr/>
          </p:nvSpPr>
          <p:spPr>
            <a:xfrm>
              <a:off x="5055" y="-78807"/>
              <a:ext cx="2148878"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Servomotor </a:t>
              </a:r>
              <a:endParaRPr sz="1800">
                <a:solidFill>
                  <a:schemeClr val="dk1"/>
                </a:solidFill>
                <a:latin typeface="Libre Franklin"/>
                <a:ea typeface="Libre Franklin"/>
                <a:cs typeface="Libre Franklin"/>
                <a:sym typeface="Libre Franklin"/>
              </a:endParaRPr>
            </a:p>
          </p:txBody>
        </p:sp>
      </p:grpSp>
      <p:grpSp>
        <p:nvGrpSpPr>
          <p:cNvPr id="119" name="Google Shape;119;p2"/>
          <p:cNvGrpSpPr/>
          <p:nvPr/>
        </p:nvGrpSpPr>
        <p:grpSpPr>
          <a:xfrm>
            <a:off x="1643747" y="6388424"/>
            <a:ext cx="6135038" cy="845385"/>
            <a:chOff x="0" y="-62860"/>
            <a:chExt cx="2487900" cy="359923"/>
          </a:xfrm>
        </p:grpSpPr>
        <p:sp>
          <p:nvSpPr>
            <p:cNvPr id="120" name="Google Shape;120;p2"/>
            <p:cNvSpPr/>
            <p:nvPr/>
          </p:nvSpPr>
          <p:spPr>
            <a:xfrm>
              <a:off x="0" y="0"/>
              <a:ext cx="2487900"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
          <p:nvSpPr>
            <p:cNvPr id="121" name="Google Shape;121;p2"/>
            <p:cNvSpPr txBox="1"/>
            <p:nvPr/>
          </p:nvSpPr>
          <p:spPr>
            <a:xfrm>
              <a:off x="0" y="-62860"/>
              <a:ext cx="2354865"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Motor Stepper</a:t>
              </a:r>
              <a:endParaRPr sz="1800">
                <a:solidFill>
                  <a:schemeClr val="dk1"/>
                </a:solidFill>
                <a:latin typeface="Libre Franklin"/>
                <a:ea typeface="Libre Franklin"/>
                <a:cs typeface="Libre Franklin"/>
                <a:sym typeface="Libre Franklin"/>
              </a:endParaRPr>
            </a:p>
          </p:txBody>
        </p:sp>
      </p:grpSp>
      <p:grpSp>
        <p:nvGrpSpPr>
          <p:cNvPr id="122" name="Google Shape;122;p2"/>
          <p:cNvGrpSpPr/>
          <p:nvPr/>
        </p:nvGrpSpPr>
        <p:grpSpPr>
          <a:xfrm>
            <a:off x="1643748" y="7280673"/>
            <a:ext cx="6710679" cy="845385"/>
            <a:chOff x="0" y="-76200"/>
            <a:chExt cx="2084825" cy="359923"/>
          </a:xfrm>
        </p:grpSpPr>
        <p:sp>
          <p:nvSpPr>
            <p:cNvPr id="123" name="Google Shape;123;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
          <p:nvSpPr>
            <p:cNvPr id="124" name="Google Shape;124;p2"/>
            <p:cNvSpPr txBox="1"/>
            <p:nvPr/>
          </p:nvSpPr>
          <p:spPr>
            <a:xfrm>
              <a:off x="0" y="-76200"/>
              <a:ext cx="2084825"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Sensor de Temperatura  </a:t>
              </a:r>
              <a:endParaRPr sz="1800">
                <a:solidFill>
                  <a:schemeClr val="dk1"/>
                </a:solidFill>
                <a:latin typeface="Libre Franklin"/>
                <a:ea typeface="Libre Franklin"/>
                <a:cs typeface="Libre Franklin"/>
                <a:sym typeface="Libre Franklin"/>
              </a:endParaRPr>
            </a:p>
          </p:txBody>
        </p:sp>
      </p:grpSp>
      <p:sp>
        <p:nvSpPr>
          <p:cNvPr id="125" name="Google Shape;125;p2"/>
          <p:cNvSpPr/>
          <p:nvPr/>
        </p:nvSpPr>
        <p:spPr>
          <a:xfrm>
            <a:off x="2345783" y="5554496"/>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
        <p:nvSpPr>
          <p:cNvPr id="126" name="Google Shape;126;p2"/>
          <p:cNvSpPr/>
          <p:nvPr/>
        </p:nvSpPr>
        <p:spPr>
          <a:xfrm>
            <a:off x="2345783" y="6536069"/>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
        <p:nvSpPr>
          <p:cNvPr id="127" name="Google Shape;127;p2"/>
          <p:cNvSpPr/>
          <p:nvPr/>
        </p:nvSpPr>
        <p:spPr>
          <a:xfrm>
            <a:off x="2345783" y="753585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grpSp>
        <p:nvGrpSpPr>
          <p:cNvPr id="128" name="Google Shape;128;p2"/>
          <p:cNvGrpSpPr/>
          <p:nvPr/>
        </p:nvGrpSpPr>
        <p:grpSpPr>
          <a:xfrm>
            <a:off x="1655621" y="8325148"/>
            <a:ext cx="6698806" cy="845385"/>
            <a:chOff x="0" y="-76200"/>
            <a:chExt cx="2148878" cy="359923"/>
          </a:xfrm>
        </p:grpSpPr>
        <p:sp>
          <p:nvSpPr>
            <p:cNvPr id="129" name="Google Shape;129;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
          <p:nvSpPr>
            <p:cNvPr id="130" name="Google Shape;130;p2"/>
            <p:cNvSpPr txBox="1"/>
            <p:nvPr/>
          </p:nvSpPr>
          <p:spPr>
            <a:xfrm>
              <a:off x="0" y="-76200"/>
              <a:ext cx="2148878"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Sensor Fotoresistencia  </a:t>
              </a:r>
              <a:endParaRPr sz="1800">
                <a:solidFill>
                  <a:schemeClr val="dk1"/>
                </a:solidFill>
                <a:latin typeface="Libre Franklin"/>
                <a:ea typeface="Libre Franklin"/>
                <a:cs typeface="Libre Franklin"/>
                <a:sym typeface="Libre Franklin"/>
              </a:endParaRPr>
            </a:p>
          </p:txBody>
        </p:sp>
      </p:grpSp>
      <p:sp>
        <p:nvSpPr>
          <p:cNvPr id="131" name="Google Shape;131;p2"/>
          <p:cNvSpPr/>
          <p:nvPr/>
        </p:nvSpPr>
        <p:spPr>
          <a:xfrm>
            <a:off x="2357656" y="8580326"/>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grpSp>
        <p:nvGrpSpPr>
          <p:cNvPr id="132" name="Google Shape;132;p2"/>
          <p:cNvGrpSpPr/>
          <p:nvPr/>
        </p:nvGrpSpPr>
        <p:grpSpPr>
          <a:xfrm>
            <a:off x="8152763" y="6313764"/>
            <a:ext cx="7857089" cy="845385"/>
            <a:chOff x="0" y="-76200"/>
            <a:chExt cx="2148878" cy="359923"/>
          </a:xfrm>
        </p:grpSpPr>
        <p:sp>
          <p:nvSpPr>
            <p:cNvPr id="133" name="Google Shape;133;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
          <p:nvSpPr>
            <p:cNvPr id="134" name="Google Shape;134;p2"/>
            <p:cNvSpPr txBox="1"/>
            <p:nvPr/>
          </p:nvSpPr>
          <p:spPr>
            <a:xfrm>
              <a:off x="0" y="-76200"/>
              <a:ext cx="2148878"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Sensor de Dióxido de Carbono </a:t>
              </a:r>
              <a:endParaRPr sz="1800">
                <a:solidFill>
                  <a:schemeClr val="dk1"/>
                </a:solidFill>
                <a:latin typeface="Libre Franklin"/>
                <a:ea typeface="Libre Franklin"/>
                <a:cs typeface="Libre Franklin"/>
                <a:sym typeface="Libre Franklin"/>
              </a:endParaRPr>
            </a:p>
          </p:txBody>
        </p:sp>
      </p:grpSp>
      <p:sp>
        <p:nvSpPr>
          <p:cNvPr id="135" name="Google Shape;135;p2"/>
          <p:cNvSpPr/>
          <p:nvPr/>
        </p:nvSpPr>
        <p:spPr>
          <a:xfrm>
            <a:off x="8854799" y="6568942"/>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grpSp>
        <p:nvGrpSpPr>
          <p:cNvPr id="136" name="Google Shape;136;p2"/>
          <p:cNvGrpSpPr/>
          <p:nvPr/>
        </p:nvGrpSpPr>
        <p:grpSpPr>
          <a:xfrm>
            <a:off x="8152763" y="7197233"/>
            <a:ext cx="7181915" cy="845385"/>
            <a:chOff x="0" y="-76200"/>
            <a:chExt cx="1964221" cy="359923"/>
          </a:xfrm>
        </p:grpSpPr>
        <p:sp>
          <p:nvSpPr>
            <p:cNvPr id="137" name="Google Shape;137;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
          <p:nvSpPr>
            <p:cNvPr id="138" name="Google Shape;138;p2"/>
            <p:cNvSpPr txBox="1"/>
            <p:nvPr/>
          </p:nvSpPr>
          <p:spPr>
            <a:xfrm>
              <a:off x="0" y="-76200"/>
              <a:ext cx="1763537"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Sensor de Proximidad </a:t>
              </a:r>
              <a:endParaRPr sz="1800">
                <a:solidFill>
                  <a:schemeClr val="dk1"/>
                </a:solidFill>
                <a:latin typeface="Libre Franklin"/>
                <a:ea typeface="Libre Franklin"/>
                <a:cs typeface="Libre Franklin"/>
                <a:sym typeface="Libre Franklin"/>
              </a:endParaRPr>
            </a:p>
          </p:txBody>
        </p:sp>
      </p:grpSp>
      <p:sp>
        <p:nvSpPr>
          <p:cNvPr id="139" name="Google Shape;139;p2"/>
          <p:cNvSpPr/>
          <p:nvPr/>
        </p:nvSpPr>
        <p:spPr>
          <a:xfrm>
            <a:off x="8854799" y="745241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3"/>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131416"/>
              </a:buClr>
              <a:buSzPts val="6098"/>
              <a:buFont typeface="Impact"/>
              <a:buNone/>
            </a:pPr>
            <a:r>
              <a:rPr i="0" lang="en-US" sz="6098" u="none" cap="none" strike="noStrike">
                <a:solidFill>
                  <a:srgbClr val="131416"/>
                </a:solidFill>
                <a:latin typeface="Impact"/>
                <a:ea typeface="Impact"/>
                <a:cs typeface="Impact"/>
                <a:sym typeface="Impact"/>
              </a:rPr>
              <a:t>COMPETENCIA(S) QUE DESARROLLAREMOS</a:t>
            </a:r>
            <a:endParaRPr sz="1800">
              <a:solidFill>
                <a:schemeClr val="dk1"/>
              </a:solidFill>
              <a:latin typeface="Impact"/>
              <a:ea typeface="Impact"/>
              <a:cs typeface="Impact"/>
              <a:sym typeface="Impact"/>
            </a:endParaRPr>
          </a:p>
        </p:txBody>
      </p:sp>
      <p:sp>
        <p:nvSpPr>
          <p:cNvPr id="145" name="Google Shape;145;p3"/>
          <p:cNvSpPr txBox="1"/>
          <p:nvPr/>
        </p:nvSpPr>
        <p:spPr>
          <a:xfrm>
            <a:off x="2950135" y="2713706"/>
            <a:ext cx="12387730" cy="5687711"/>
          </a:xfrm>
          <a:prstGeom prst="rect">
            <a:avLst/>
          </a:prstGeom>
          <a:noFill/>
          <a:ln>
            <a:noFill/>
          </a:ln>
        </p:spPr>
        <p:txBody>
          <a:bodyPr anchorCtr="0" anchor="t" bIns="0" lIns="0" spcFirstLastPara="1" rIns="0" wrap="square" tIns="0">
            <a:spAutoFit/>
          </a:bodyPr>
          <a:lstStyle/>
          <a:p>
            <a:pPr indent="-571500" lvl="0" marL="571500" marR="0" rtl="0" algn="just">
              <a:lnSpc>
                <a:spcPct val="140007"/>
              </a:lnSpc>
              <a:spcBef>
                <a:spcPts val="0"/>
              </a:spcBef>
              <a:spcAft>
                <a:spcPts val="0"/>
              </a:spcAft>
              <a:buClr>
                <a:srgbClr val="131416"/>
              </a:buClr>
              <a:buSzPts val="4400"/>
              <a:buFont typeface="Arial"/>
              <a:buChar char="•"/>
            </a:pPr>
            <a:r>
              <a:rPr i="0" lang="en-US" sz="4400" u="none" cap="none" strike="noStrike">
                <a:solidFill>
                  <a:srgbClr val="131416"/>
                </a:solidFill>
                <a:latin typeface="Open Sans"/>
                <a:ea typeface="Open Sans"/>
                <a:cs typeface="Open Sans"/>
                <a:sym typeface="Open Sans"/>
              </a:rPr>
              <a:t>El estudiante implementa sistemas interactivos con Arduino integrando sensores y actuadores mediante programación en Arduino IDE y montaje físico de circuitos  para monitorear y controlar variables del entorno en tiempo real </a:t>
            </a:r>
            <a:endParaRPr sz="4400">
              <a:solidFill>
                <a:schemeClr val="dk1"/>
              </a:solidFill>
              <a:latin typeface="Libre Franklin"/>
              <a:ea typeface="Libre Franklin"/>
              <a:cs typeface="Libre Franklin"/>
              <a:sym typeface="Libre Frankli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2"/>
          <p:cNvSpPr txBox="1"/>
          <p:nvPr/>
        </p:nvSpPr>
        <p:spPr>
          <a:xfrm>
            <a:off x="2191452" y="449691"/>
            <a:ext cx="13902600" cy="2718900"/>
          </a:xfrm>
          <a:prstGeom prst="rect">
            <a:avLst/>
          </a:prstGeom>
          <a:noFill/>
          <a:ln>
            <a:noFill/>
          </a:ln>
        </p:spPr>
        <p:txBody>
          <a:bodyPr anchorCtr="0" anchor="t" bIns="0" lIns="0" spcFirstLastPara="1" rIns="0" wrap="square" tIns="0">
            <a:spAutoFit/>
          </a:bodyPr>
          <a:lstStyle/>
          <a:p>
            <a:pPr indent="0" lvl="0" marL="0" marR="0" rtl="0" algn="ctr">
              <a:lnSpc>
                <a:spcPct val="91996"/>
              </a:lnSpc>
              <a:spcBef>
                <a:spcPts val="0"/>
              </a:spcBef>
              <a:spcAft>
                <a:spcPts val="0"/>
              </a:spcAft>
              <a:buClr>
                <a:srgbClr val="022033"/>
              </a:buClr>
              <a:buSzPts val="9600"/>
              <a:buFont typeface="Arial"/>
              <a:buNone/>
            </a:pPr>
            <a:r>
              <a:rPr b="0" i="0" lang="en-US" sz="9600" u="none" cap="none" strike="noStrike">
                <a:solidFill>
                  <a:srgbClr val="022033"/>
                </a:solidFill>
                <a:latin typeface="Arial"/>
                <a:ea typeface="Arial"/>
                <a:cs typeface="Arial"/>
                <a:sym typeface="Arial"/>
              </a:rPr>
              <a:t>LIBRERIAS  EN ARDUINO</a:t>
            </a:r>
            <a:endParaRPr sz="9600">
              <a:solidFill>
                <a:schemeClr val="dk1"/>
              </a:solidFill>
              <a:latin typeface="Libre Franklin"/>
              <a:ea typeface="Libre Franklin"/>
              <a:cs typeface="Libre Franklin"/>
              <a:sym typeface="Libre Franklin"/>
            </a:endParaRPr>
          </a:p>
        </p:txBody>
      </p:sp>
      <p:grpSp>
        <p:nvGrpSpPr>
          <p:cNvPr id="151" name="Google Shape;151;p22"/>
          <p:cNvGrpSpPr/>
          <p:nvPr/>
        </p:nvGrpSpPr>
        <p:grpSpPr>
          <a:xfrm>
            <a:off x="2307180" y="5429080"/>
            <a:ext cx="13481918" cy="2395997"/>
            <a:chOff x="115728" y="2031965"/>
            <a:chExt cx="13481918" cy="2395997"/>
          </a:xfrm>
        </p:grpSpPr>
        <p:sp>
          <p:nvSpPr>
            <p:cNvPr id="152" name="Google Shape;152;p22"/>
            <p:cNvSpPr/>
            <p:nvPr/>
          </p:nvSpPr>
          <p:spPr>
            <a:xfrm>
              <a:off x="115728" y="2354717"/>
              <a:ext cx="1632495" cy="1632495"/>
            </a:xfrm>
            <a:prstGeom prst="ellipse">
              <a:avLst/>
            </a:prstGeom>
            <a:solidFill>
              <a:srgbClr val="DADA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2"/>
            <p:cNvSpPr/>
            <p:nvPr/>
          </p:nvSpPr>
          <p:spPr>
            <a:xfrm>
              <a:off x="429051" y="2671210"/>
              <a:ext cx="946847" cy="946847"/>
            </a:xfrm>
            <a:prstGeom prst="rect">
              <a:avLst/>
            </a:prstGeom>
            <a:blipFill rotWithShape="1">
              <a:blip r:embed="rId3">
                <a:alphaModFix/>
              </a:blip>
              <a:stretch>
                <a:fillRect b="0" l="0" r="0" t="0"/>
              </a:stretch>
            </a:blipFill>
            <a:ln cap="flat" cmpd="sng" w="349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2"/>
            <p:cNvSpPr/>
            <p:nvPr/>
          </p:nvSpPr>
          <p:spPr>
            <a:xfrm>
              <a:off x="1819997" y="2031965"/>
              <a:ext cx="4787559" cy="239599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2"/>
            <p:cNvSpPr txBox="1"/>
            <p:nvPr/>
          </p:nvSpPr>
          <p:spPr>
            <a:xfrm>
              <a:off x="1819997" y="2031965"/>
              <a:ext cx="4787559" cy="2395997"/>
            </a:xfrm>
            <a:prstGeom prst="rect">
              <a:avLst/>
            </a:prstGeom>
            <a:noFill/>
            <a:ln>
              <a:noFill/>
            </a:ln>
          </p:spPr>
          <p:txBody>
            <a:bodyPr anchorCtr="0" anchor="ctr" bIns="0" lIns="0" spcFirstLastPara="1" rIns="0" wrap="square" tIns="0">
              <a:noAutofit/>
            </a:bodyPr>
            <a:lstStyle/>
            <a:p>
              <a:pPr indent="0" lvl="0" marL="0" marR="0" rtl="0" algn="just">
                <a:lnSpc>
                  <a:spcPct val="100000"/>
                </a:lnSpc>
                <a:spcBef>
                  <a:spcPts val="0"/>
                </a:spcBef>
                <a:spcAft>
                  <a:spcPts val="0"/>
                </a:spcAft>
                <a:buClr>
                  <a:schemeClr val="dk1"/>
                </a:buClr>
                <a:buSzPts val="2200"/>
                <a:buFont typeface="Libre Franklin"/>
                <a:buNone/>
              </a:pPr>
              <a:r>
                <a:rPr b="0" i="0" lang="en-US" sz="2200">
                  <a:solidFill>
                    <a:schemeClr val="dk1"/>
                  </a:solidFill>
                  <a:latin typeface="Libre Franklin"/>
                  <a:ea typeface="Libre Franklin"/>
                  <a:cs typeface="Libre Franklin"/>
                  <a:sym typeface="Libre Franklin"/>
                </a:rPr>
                <a:t>Las librerías en Arduino son colecciones de código preescrito que facilitan la interacción con componentes y módulos específicos sin necesidad de programar cada detalle desde cero. </a:t>
              </a:r>
              <a:endParaRPr sz="2200">
                <a:solidFill>
                  <a:schemeClr val="dk1"/>
                </a:solidFill>
                <a:latin typeface="Libre Franklin"/>
                <a:ea typeface="Libre Franklin"/>
                <a:cs typeface="Libre Franklin"/>
                <a:sym typeface="Libre Franklin"/>
              </a:endParaRPr>
            </a:p>
          </p:txBody>
        </p:sp>
        <p:sp>
          <p:nvSpPr>
            <p:cNvPr id="156" name="Google Shape;156;p22"/>
            <p:cNvSpPr/>
            <p:nvPr/>
          </p:nvSpPr>
          <p:spPr>
            <a:xfrm>
              <a:off x="7071568" y="2413716"/>
              <a:ext cx="1632495" cy="1632495"/>
            </a:xfrm>
            <a:prstGeom prst="ellipse">
              <a:avLst/>
            </a:prstGeom>
            <a:solidFill>
              <a:srgbClr val="DADA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2"/>
            <p:cNvSpPr/>
            <p:nvPr/>
          </p:nvSpPr>
          <p:spPr>
            <a:xfrm>
              <a:off x="7429144" y="2774445"/>
              <a:ext cx="946847" cy="946847"/>
            </a:xfrm>
            <a:prstGeom prst="rect">
              <a:avLst/>
            </a:prstGeom>
            <a:blipFill rotWithShape="1">
              <a:blip r:embed="rId4">
                <a:alphaModFix/>
              </a:blip>
              <a:stretch>
                <a:fillRect b="0" l="0" r="0" t="0"/>
              </a:stretch>
            </a:blipFill>
            <a:ln cap="flat" cmpd="sng" w="349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2"/>
            <p:cNvSpPr/>
            <p:nvPr/>
          </p:nvSpPr>
          <p:spPr>
            <a:xfrm>
              <a:off x="8771106" y="2192521"/>
              <a:ext cx="4826540" cy="207488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2"/>
            <p:cNvSpPr txBox="1"/>
            <p:nvPr/>
          </p:nvSpPr>
          <p:spPr>
            <a:xfrm>
              <a:off x="8771106" y="2192521"/>
              <a:ext cx="4826540" cy="2074885"/>
            </a:xfrm>
            <a:prstGeom prst="rect">
              <a:avLst/>
            </a:prstGeom>
            <a:noFill/>
            <a:ln>
              <a:noFill/>
            </a:ln>
          </p:spPr>
          <p:txBody>
            <a:bodyPr anchorCtr="0" anchor="ctr" bIns="0" lIns="0" spcFirstLastPara="1" rIns="0" wrap="square" tIns="0">
              <a:noAutofit/>
            </a:bodyPr>
            <a:lstStyle/>
            <a:p>
              <a:pPr indent="0" lvl="0" marL="0" marR="0" rtl="0" algn="just">
                <a:lnSpc>
                  <a:spcPct val="100000"/>
                </a:lnSpc>
                <a:spcBef>
                  <a:spcPts val="0"/>
                </a:spcBef>
                <a:spcAft>
                  <a:spcPts val="0"/>
                </a:spcAft>
                <a:buClr>
                  <a:schemeClr val="dk1"/>
                </a:buClr>
                <a:buSzPts val="2100"/>
                <a:buFont typeface="Libre Franklin"/>
                <a:buNone/>
              </a:pPr>
              <a:r>
                <a:rPr b="0" i="0" lang="en-US" sz="2100">
                  <a:solidFill>
                    <a:schemeClr val="dk1"/>
                  </a:solidFill>
                  <a:latin typeface="Libre Franklin"/>
                  <a:ea typeface="Libre Franklin"/>
                  <a:cs typeface="Libre Franklin"/>
                  <a:sym typeface="Libre Franklin"/>
                </a:rPr>
                <a:t>Estas librerías contienen funciones y procedimientos para realizar tareas específicas, permitiendo que los desarrolladores se enfoquen en la lógica principal del proyecto en lugar de lidiar con detalles técnicos de bajo nivel.</a:t>
              </a:r>
              <a:endParaRPr sz="2100">
                <a:solidFill>
                  <a:schemeClr val="dk1"/>
                </a:solidFill>
                <a:latin typeface="Libre Franklin"/>
                <a:ea typeface="Libre Franklin"/>
                <a:cs typeface="Libre Franklin"/>
                <a:sym typeface="Libre Franklin"/>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grpSp>
        <p:nvGrpSpPr>
          <p:cNvPr id="164" name="Google Shape;164;p23"/>
          <p:cNvGrpSpPr/>
          <p:nvPr/>
        </p:nvGrpSpPr>
        <p:grpSpPr>
          <a:xfrm>
            <a:off x="2257247" y="8303500"/>
            <a:ext cx="971055" cy="1079531"/>
            <a:chOff x="0" y="-38100"/>
            <a:chExt cx="255751" cy="284321"/>
          </a:xfrm>
        </p:grpSpPr>
        <p:sp>
          <p:nvSpPr>
            <p:cNvPr id="165" name="Google Shape;165;p23"/>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Libre Franklin"/>
                <a:buNone/>
              </a:pPr>
              <a:r>
                <a:t/>
              </a:r>
              <a:endParaRPr sz="1800">
                <a:solidFill>
                  <a:schemeClr val="dk1"/>
                </a:solidFill>
                <a:latin typeface="Libre Franklin"/>
                <a:ea typeface="Libre Franklin"/>
                <a:cs typeface="Libre Franklin"/>
                <a:sym typeface="Libre Franklin"/>
              </a:endParaRPr>
            </a:p>
          </p:txBody>
        </p:sp>
        <p:sp>
          <p:nvSpPr>
            <p:cNvPr id="166" name="Google Shape;166;p23"/>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chemeClr val="dk1"/>
                </a:buClr>
                <a:buSzPts val="1800"/>
                <a:buFont typeface="Libre Franklin"/>
                <a:buNone/>
              </a:pPr>
              <a:r>
                <a:t/>
              </a:r>
              <a:endParaRPr b="0" i="0" sz="1800" u="none" cap="none" strike="noStrike">
                <a:solidFill>
                  <a:schemeClr val="dk1"/>
                </a:solidFill>
                <a:latin typeface="Calibri"/>
                <a:ea typeface="Calibri"/>
                <a:cs typeface="Calibri"/>
                <a:sym typeface="Calibri"/>
              </a:endParaRPr>
            </a:p>
          </p:txBody>
        </p:sp>
      </p:grpSp>
      <p:sp>
        <p:nvSpPr>
          <p:cNvPr id="167" name="Google Shape;167;p23"/>
          <p:cNvSpPr/>
          <p:nvPr/>
        </p:nvSpPr>
        <p:spPr>
          <a:xfrm>
            <a:off x="11649723" y="692887"/>
            <a:ext cx="6499174" cy="7773969"/>
          </a:xfrm>
          <a:custGeom>
            <a:rect b="b" l="l" r="r" t="t"/>
            <a:pathLst>
              <a:path extrusionOk="0" h="7773969" w="6499174">
                <a:moveTo>
                  <a:pt x="0" y="0"/>
                </a:moveTo>
                <a:lnTo>
                  <a:pt x="6499175" y="0"/>
                </a:lnTo>
                <a:lnTo>
                  <a:pt x="6499175" y="7773968"/>
                </a:lnTo>
                <a:lnTo>
                  <a:pt x="0" y="77739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
        <p:nvSpPr>
          <p:cNvPr id="168" name="Google Shape;168;p23"/>
          <p:cNvSpPr txBox="1"/>
          <p:nvPr/>
        </p:nvSpPr>
        <p:spPr>
          <a:xfrm>
            <a:off x="1227953" y="692887"/>
            <a:ext cx="10196153" cy="7755274"/>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Clr>
                <a:srgbClr val="022033"/>
              </a:buClr>
              <a:buSzPts val="3661"/>
              <a:buFont typeface="Tenor Sans"/>
              <a:buNone/>
            </a:pPr>
            <a:r>
              <a:rPr b="0" i="0" lang="en-US" sz="3661" u="none" cap="none" strike="noStrike">
                <a:solidFill>
                  <a:srgbClr val="022033"/>
                </a:solidFill>
                <a:latin typeface="Tenor Sans"/>
                <a:ea typeface="Tenor Sans"/>
                <a:cs typeface="Tenor Sans"/>
                <a:sym typeface="Tenor Sans"/>
              </a:rPr>
              <a:t>Por ejemplo, en lugar de escribir líneas complejas de código para controlar un motor paso a paso, una librería adecuada permite invocar solo unas pocas funciones para realizar la misma tarea. </a:t>
            </a:r>
            <a:endParaRPr sz="1800">
              <a:solidFill>
                <a:schemeClr val="dk1"/>
              </a:solidFill>
              <a:latin typeface="Libre Franklin"/>
              <a:ea typeface="Libre Franklin"/>
              <a:cs typeface="Libre Franklin"/>
              <a:sym typeface="Libre Franklin"/>
            </a:endParaRPr>
          </a:p>
          <a:p>
            <a:pPr indent="0" lvl="0" marL="0" marR="0" rtl="0" algn="just">
              <a:lnSpc>
                <a:spcPct val="140016"/>
              </a:lnSpc>
              <a:spcBef>
                <a:spcPts val="0"/>
              </a:spcBef>
              <a:spcAft>
                <a:spcPts val="0"/>
              </a:spcAft>
              <a:buClr>
                <a:schemeClr val="dk1"/>
              </a:buClr>
              <a:buSzPts val="3661"/>
              <a:buFont typeface="Libre Franklin"/>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22033"/>
              </a:buClr>
              <a:buSzPts val="3661"/>
              <a:buFont typeface="Tenor Sans"/>
              <a:buNone/>
            </a:pPr>
            <a:r>
              <a:rPr b="0" i="0" lang="en-US" sz="3661" u="none" cap="none" strike="noStrike">
                <a:solidFill>
                  <a:srgbClr val="022033"/>
                </a:solidFill>
                <a:latin typeface="Tenor Sans"/>
                <a:ea typeface="Tenor Sans"/>
                <a:cs typeface="Tenor Sans"/>
                <a:sym typeface="Tenor Sans"/>
              </a:rPr>
              <a:t>Este enfoque tiene varias ventajas:</a:t>
            </a:r>
            <a:endParaRPr sz="1800">
              <a:solidFill>
                <a:schemeClr val="dk1"/>
              </a:solidFill>
              <a:latin typeface="Libre Franklin"/>
              <a:ea typeface="Libre Franklin"/>
              <a:cs typeface="Libre Franklin"/>
              <a:sym typeface="Libre Franklin"/>
            </a:endParaRPr>
          </a:p>
          <a:p>
            <a:pPr indent="-395254" lvl="1" marL="790508" marR="0" rtl="0" algn="just">
              <a:lnSpc>
                <a:spcPct val="140016"/>
              </a:lnSpc>
              <a:spcBef>
                <a:spcPts val="0"/>
              </a:spcBef>
              <a:spcAft>
                <a:spcPts val="0"/>
              </a:spcAft>
              <a:buClr>
                <a:srgbClr val="022033"/>
              </a:buClr>
              <a:buSzPts val="3661"/>
              <a:buFont typeface="Arial"/>
              <a:buChar char="•"/>
            </a:pPr>
            <a:r>
              <a:rPr b="0" i="0" lang="en-US" sz="3661" u="none" cap="none" strike="noStrike">
                <a:solidFill>
                  <a:srgbClr val="022033"/>
                </a:solidFill>
                <a:latin typeface="Tenor Sans"/>
                <a:ea typeface="Tenor Sans"/>
                <a:cs typeface="Tenor Sans"/>
                <a:sym typeface="Tenor Sans"/>
              </a:rPr>
              <a:t>Reducción de Tiempo</a:t>
            </a:r>
            <a:endParaRPr b="0" i="0" sz="1800" u="none" cap="none" strike="noStrike">
              <a:solidFill>
                <a:schemeClr val="dk1"/>
              </a:solidFill>
              <a:latin typeface="Libre Franklin"/>
              <a:ea typeface="Libre Franklin"/>
              <a:cs typeface="Libre Franklin"/>
              <a:sym typeface="Libre Franklin"/>
            </a:endParaRPr>
          </a:p>
          <a:p>
            <a:pPr indent="-395254" lvl="1" marL="790508" marR="0" rtl="0" algn="just">
              <a:lnSpc>
                <a:spcPct val="140016"/>
              </a:lnSpc>
              <a:spcBef>
                <a:spcPts val="0"/>
              </a:spcBef>
              <a:spcAft>
                <a:spcPts val="0"/>
              </a:spcAft>
              <a:buClr>
                <a:srgbClr val="022033"/>
              </a:buClr>
              <a:buSzPts val="3661"/>
              <a:buFont typeface="Arial"/>
              <a:buChar char="•"/>
            </a:pPr>
            <a:r>
              <a:rPr b="0" i="0" lang="en-US" sz="3661" u="none" cap="none" strike="noStrike">
                <a:solidFill>
                  <a:srgbClr val="022033"/>
                </a:solidFill>
                <a:latin typeface="Tenor Sans"/>
                <a:ea typeface="Tenor Sans"/>
                <a:cs typeface="Tenor Sans"/>
                <a:sym typeface="Tenor Sans"/>
              </a:rPr>
              <a:t>Optimización de Código</a:t>
            </a:r>
            <a:endParaRPr b="0" i="0" sz="1800" u="none" cap="none" strike="noStrike">
              <a:solidFill>
                <a:schemeClr val="dk1"/>
              </a:solidFill>
              <a:latin typeface="Libre Franklin"/>
              <a:ea typeface="Libre Franklin"/>
              <a:cs typeface="Libre Franklin"/>
              <a:sym typeface="Libre Franklin"/>
            </a:endParaRPr>
          </a:p>
          <a:p>
            <a:pPr indent="-395254" lvl="1" marL="790508" marR="0" rtl="0" algn="just">
              <a:lnSpc>
                <a:spcPct val="140016"/>
              </a:lnSpc>
              <a:spcBef>
                <a:spcPts val="0"/>
              </a:spcBef>
              <a:spcAft>
                <a:spcPts val="0"/>
              </a:spcAft>
              <a:buClr>
                <a:srgbClr val="022033"/>
              </a:buClr>
              <a:buSzPts val="3661"/>
              <a:buFont typeface="Arial"/>
              <a:buChar char="•"/>
            </a:pPr>
            <a:r>
              <a:rPr b="0" i="0" lang="en-US" sz="3661" u="none" cap="none" strike="noStrike">
                <a:solidFill>
                  <a:srgbClr val="022033"/>
                </a:solidFill>
                <a:latin typeface="Tenor Sans"/>
                <a:ea typeface="Tenor Sans"/>
                <a:cs typeface="Tenor Sans"/>
                <a:sym typeface="Tenor Sans"/>
              </a:rPr>
              <a:t>Facilidad de Mantenimiento</a:t>
            </a:r>
            <a:endParaRPr b="0" i="0" sz="1800" u="none" cap="none" strike="noStrike">
              <a:solidFill>
                <a:schemeClr val="dk1"/>
              </a:solidFill>
              <a:latin typeface="Libre Franklin"/>
              <a:ea typeface="Libre Franklin"/>
              <a:cs typeface="Libre Franklin"/>
              <a:sym typeface="Libre Franklin"/>
            </a:endParaRPr>
          </a:p>
          <a:p>
            <a:pPr indent="0" lvl="0" marL="0" marR="0" rtl="0" algn="just">
              <a:lnSpc>
                <a:spcPct val="140016"/>
              </a:lnSpc>
              <a:spcBef>
                <a:spcPts val="0"/>
              </a:spcBef>
              <a:spcAft>
                <a:spcPts val="0"/>
              </a:spcAft>
              <a:buClr>
                <a:schemeClr val="dk1"/>
              </a:buClr>
              <a:buSzPts val="3661"/>
              <a:buFont typeface="Libre Franklin"/>
              <a:buNone/>
            </a:pPr>
            <a:r>
              <a:t/>
            </a:r>
            <a:endParaRPr b="0" i="0" sz="3661" u="none" cap="none" strike="noStrike">
              <a:solidFill>
                <a:srgbClr val="022033"/>
              </a:solidFill>
              <a:latin typeface="Tenor Sans"/>
              <a:ea typeface="Tenor Sans"/>
              <a:cs typeface="Tenor Sans"/>
              <a:sym typeface="Tenor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4"/>
          <p:cNvSpPr txBox="1"/>
          <p:nvPr/>
        </p:nvSpPr>
        <p:spPr>
          <a:xfrm>
            <a:off x="2191452" y="3606247"/>
            <a:ext cx="13905095" cy="5812255"/>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Clr>
                <a:srgbClr val="022033"/>
              </a:buClr>
              <a:buSzPts val="3661"/>
              <a:buFont typeface="Tenor Sans"/>
              <a:buNone/>
            </a:pPr>
            <a:r>
              <a:rPr b="0" i="0" lang="en-US" sz="3661" u="none" cap="none" strike="noStrike">
                <a:solidFill>
                  <a:srgbClr val="022033"/>
                </a:solidFill>
                <a:latin typeface="Tenor Sans"/>
                <a:ea typeface="Tenor Sans"/>
                <a:cs typeface="Tenor Sans"/>
                <a:sym typeface="Tenor Sans"/>
              </a:rPr>
              <a:t>En el mundo de la electrónica y la automatización, un actuador es un dispositivo que convierte señales eléctricas en movimiento físico. Es decir, permite que los sistemas electrónicos interactúen con el mundo físico al realizar acciones, como mover un motor, activar una válvula o generar sonido. Los actuadores son esenciales en proyectos de automatización y control, ya que brindan a los sistemas de Arduino la capacidad de influir directamente en su entorno.</a:t>
            </a:r>
            <a:endParaRPr sz="1800">
              <a:solidFill>
                <a:schemeClr val="dk1"/>
              </a:solidFill>
              <a:latin typeface="Libre Franklin"/>
              <a:ea typeface="Libre Franklin"/>
              <a:cs typeface="Libre Franklin"/>
              <a:sym typeface="Libre Franklin"/>
            </a:endParaRPr>
          </a:p>
        </p:txBody>
      </p:sp>
      <p:sp>
        <p:nvSpPr>
          <p:cNvPr id="174" name="Google Shape;174;p24"/>
          <p:cNvSpPr txBox="1"/>
          <p:nvPr/>
        </p:nvSpPr>
        <p:spPr>
          <a:xfrm>
            <a:off x="1028700" y="742702"/>
            <a:ext cx="16230600" cy="2718900"/>
          </a:xfrm>
          <a:prstGeom prst="rect">
            <a:avLst/>
          </a:prstGeom>
          <a:noFill/>
          <a:ln>
            <a:noFill/>
          </a:ln>
        </p:spPr>
        <p:txBody>
          <a:bodyPr anchorCtr="0" anchor="t" bIns="0" lIns="0" spcFirstLastPara="1" rIns="0" wrap="square" tIns="0">
            <a:spAutoFit/>
          </a:bodyPr>
          <a:lstStyle/>
          <a:p>
            <a:pPr indent="0" lvl="0" marL="0" marR="0" rtl="0" algn="ctr">
              <a:lnSpc>
                <a:spcPct val="91996"/>
              </a:lnSpc>
              <a:spcBef>
                <a:spcPts val="0"/>
              </a:spcBef>
              <a:spcAft>
                <a:spcPts val="0"/>
              </a:spcAft>
              <a:buClr>
                <a:srgbClr val="022033"/>
              </a:buClr>
              <a:buSzPts val="9600"/>
              <a:buFont typeface="Arial"/>
              <a:buNone/>
            </a:pPr>
            <a:r>
              <a:rPr b="0" i="0" lang="en-US" sz="9600" u="none" cap="none" strike="noStrike">
                <a:solidFill>
                  <a:srgbClr val="022033"/>
                </a:solidFill>
                <a:latin typeface="Arial"/>
                <a:ea typeface="Arial"/>
                <a:cs typeface="Arial"/>
                <a:sym typeface="Arial"/>
              </a:rPr>
              <a:t>ACTUADORES Y SENSORES  EN ARDUINO</a:t>
            </a:r>
            <a:endParaRPr sz="9600">
              <a:solidFill>
                <a:schemeClr val="dk1"/>
              </a:solidFill>
              <a:latin typeface="Libre Franklin"/>
              <a:ea typeface="Libre Franklin"/>
              <a:cs typeface="Libre Franklin"/>
              <a:sym typeface="Libre Frankli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5"/>
          <p:cNvSpPr txBox="1"/>
          <p:nvPr/>
        </p:nvSpPr>
        <p:spPr>
          <a:xfrm>
            <a:off x="2191452" y="678139"/>
            <a:ext cx="13905095" cy="5812255"/>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Clr>
                <a:srgbClr val="022033"/>
              </a:buClr>
              <a:buSzPts val="3661"/>
              <a:buFont typeface="Tenor Sans"/>
              <a:buNone/>
            </a:pPr>
            <a:r>
              <a:rPr b="0" i="0" lang="en-US" sz="3661" u="none" cap="none" strike="noStrike">
                <a:solidFill>
                  <a:srgbClr val="022033"/>
                </a:solidFill>
                <a:latin typeface="Tenor Sans"/>
                <a:ea typeface="Tenor Sans"/>
                <a:cs typeface="Tenor Sans"/>
                <a:sym typeface="Tenor Sans"/>
              </a:rPr>
              <a:t>Los actuadores, en combinación con sensores, convierten los proyectos de Arduino en sistemas interactivos, lo que facilita la creación de aplicaciones prácticas en áreas como robótica, domótica, salud y monitoreo ambiental. </a:t>
            </a:r>
            <a:endParaRPr sz="1800">
              <a:solidFill>
                <a:schemeClr val="dk1"/>
              </a:solidFill>
              <a:latin typeface="Libre Franklin"/>
              <a:ea typeface="Libre Franklin"/>
              <a:cs typeface="Libre Franklin"/>
              <a:sym typeface="Libre Franklin"/>
            </a:endParaRPr>
          </a:p>
          <a:p>
            <a:pPr indent="0" lvl="0" marL="0" marR="0" rtl="0" algn="just">
              <a:lnSpc>
                <a:spcPct val="140016"/>
              </a:lnSpc>
              <a:spcBef>
                <a:spcPts val="0"/>
              </a:spcBef>
              <a:spcAft>
                <a:spcPts val="0"/>
              </a:spcAft>
              <a:buClr>
                <a:schemeClr val="dk1"/>
              </a:buClr>
              <a:buSzPts val="3661"/>
              <a:buFont typeface="Libre Franklin"/>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22033"/>
              </a:buClr>
              <a:buSzPts val="3661"/>
              <a:buFont typeface="Tenor Sans"/>
              <a:buNone/>
            </a:pPr>
            <a:r>
              <a:rPr b="0" i="0" lang="en-US" sz="3661" u="none" cap="none" strike="noStrike">
                <a:solidFill>
                  <a:srgbClr val="022033"/>
                </a:solidFill>
                <a:latin typeface="Tenor Sans"/>
                <a:ea typeface="Tenor Sans"/>
                <a:cs typeface="Tenor Sans"/>
                <a:sym typeface="Tenor Sans"/>
              </a:rPr>
              <a:t>Esto resulta especialmente relevante en la era actual, donde se busca reducir la intervención humana y optimizar procesos mediante el uso de tecnología.</a:t>
            </a:r>
            <a:endParaRPr sz="1800">
              <a:solidFill>
                <a:schemeClr val="dk1"/>
              </a:solidFill>
              <a:latin typeface="Libre Franklin"/>
              <a:ea typeface="Libre Franklin"/>
              <a:cs typeface="Libre Franklin"/>
              <a:sym typeface="Libre Franklin"/>
            </a:endParaRPr>
          </a:p>
        </p:txBody>
      </p:sp>
      <p:sp>
        <p:nvSpPr>
          <p:cNvPr id="180" name="Google Shape;180;p5"/>
          <p:cNvSpPr/>
          <p:nvPr/>
        </p:nvSpPr>
        <p:spPr>
          <a:xfrm>
            <a:off x="5180361" y="7037351"/>
            <a:ext cx="7927275" cy="3013675"/>
          </a:xfrm>
          <a:custGeom>
            <a:rect b="b" l="l" r="r" t="t"/>
            <a:pathLst>
              <a:path extrusionOk="0" h="3013675" w="7927275">
                <a:moveTo>
                  <a:pt x="0" y="0"/>
                </a:moveTo>
                <a:lnTo>
                  <a:pt x="7927275" y="0"/>
                </a:lnTo>
                <a:lnTo>
                  <a:pt x="7927275" y="3013675"/>
                </a:lnTo>
                <a:lnTo>
                  <a:pt x="0" y="3013675"/>
                </a:lnTo>
                <a:lnTo>
                  <a:pt x="0" y="0"/>
                </a:lnTo>
                <a:close/>
              </a:path>
            </a:pathLst>
          </a:custGeom>
          <a:blipFill rotWithShape="1">
            <a:blip r:embed="rId3">
              <a:alphaModFix/>
            </a:blip>
            <a:stretch>
              <a:fillRect b="-106687" l="-33354" r="-44584" t="-2265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grpSp>
        <p:nvGrpSpPr>
          <p:cNvPr id="185" name="Google Shape;185;p25"/>
          <p:cNvGrpSpPr/>
          <p:nvPr/>
        </p:nvGrpSpPr>
        <p:grpSpPr>
          <a:xfrm>
            <a:off x="6663840" y="4196129"/>
            <a:ext cx="4626658" cy="5254616"/>
            <a:chOff x="0" y="-38100"/>
            <a:chExt cx="1218544" cy="1383932"/>
          </a:xfrm>
        </p:grpSpPr>
        <p:sp>
          <p:nvSpPr>
            <p:cNvPr id="186" name="Google Shape;186;p25"/>
            <p:cNvSpPr/>
            <p:nvPr/>
          </p:nvSpPr>
          <p:spPr>
            <a:xfrm>
              <a:off x="0" y="0"/>
              <a:ext cx="1218544" cy="1345832"/>
            </a:xfrm>
            <a:custGeom>
              <a:rect b="b" l="l" r="r" t="t"/>
              <a:pathLst>
                <a:path extrusionOk="0" h="1345832" w="1218544">
                  <a:moveTo>
                    <a:pt x="85340" y="0"/>
                  </a:moveTo>
                  <a:lnTo>
                    <a:pt x="1133204" y="0"/>
                  </a:lnTo>
                  <a:cubicBezTo>
                    <a:pt x="1180336" y="0"/>
                    <a:pt x="1218544" y="38208"/>
                    <a:pt x="1218544" y="85340"/>
                  </a:cubicBezTo>
                  <a:lnTo>
                    <a:pt x="1218544" y="1260492"/>
                  </a:lnTo>
                  <a:cubicBezTo>
                    <a:pt x="1218544" y="1307624"/>
                    <a:pt x="1180336" y="1345832"/>
                    <a:pt x="1133204" y="1345832"/>
                  </a:cubicBezTo>
                  <a:lnTo>
                    <a:pt x="85340" y="1345832"/>
                  </a:lnTo>
                  <a:cubicBezTo>
                    <a:pt x="62706" y="1345832"/>
                    <a:pt x="41000" y="1336841"/>
                    <a:pt x="24995" y="1320836"/>
                  </a:cubicBezTo>
                  <a:cubicBezTo>
                    <a:pt x="8991" y="1304832"/>
                    <a:pt x="0" y="1283125"/>
                    <a:pt x="0" y="1260492"/>
                  </a:cubicBezTo>
                  <a:lnTo>
                    <a:pt x="0" y="85340"/>
                  </a:lnTo>
                  <a:cubicBezTo>
                    <a:pt x="0" y="38208"/>
                    <a:pt x="38208" y="0"/>
                    <a:pt x="85340" y="0"/>
                  </a:cubicBezTo>
                  <a:close/>
                </a:path>
              </a:pathLst>
            </a:custGeom>
            <a:solidFill>
              <a:srgbClr val="BFD1E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Libre Franklin"/>
                <a:buNone/>
              </a:pPr>
              <a:r>
                <a:t/>
              </a:r>
              <a:endParaRPr sz="1800">
                <a:solidFill>
                  <a:schemeClr val="dk1"/>
                </a:solidFill>
                <a:latin typeface="Libre Franklin"/>
                <a:ea typeface="Libre Franklin"/>
                <a:cs typeface="Libre Franklin"/>
                <a:sym typeface="Libre Franklin"/>
              </a:endParaRPr>
            </a:p>
          </p:txBody>
        </p:sp>
        <p:sp>
          <p:nvSpPr>
            <p:cNvPr id="187" name="Google Shape;187;p25"/>
            <p:cNvSpPr txBox="1"/>
            <p:nvPr/>
          </p:nvSpPr>
          <p:spPr>
            <a:xfrm>
              <a:off x="0" y="-38100"/>
              <a:ext cx="1218544" cy="138393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chemeClr val="dk1"/>
                </a:buClr>
                <a:buSzPts val="1800"/>
                <a:buFont typeface="Libre Franklin"/>
                <a:buNone/>
              </a:pPr>
              <a:r>
                <a:t/>
              </a:r>
              <a:endParaRPr b="0" i="0" sz="1800" u="none" cap="none" strike="noStrike">
                <a:solidFill>
                  <a:schemeClr val="dk1"/>
                </a:solidFill>
                <a:latin typeface="Calibri"/>
                <a:ea typeface="Calibri"/>
                <a:cs typeface="Calibri"/>
                <a:sym typeface="Calibri"/>
              </a:endParaRPr>
            </a:p>
          </p:txBody>
        </p:sp>
      </p:grpSp>
      <p:sp>
        <p:nvSpPr>
          <p:cNvPr id="188" name="Google Shape;188;p25"/>
          <p:cNvSpPr txBox="1"/>
          <p:nvPr/>
        </p:nvSpPr>
        <p:spPr>
          <a:xfrm>
            <a:off x="7072211" y="6127831"/>
            <a:ext cx="3690941" cy="2816442"/>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Clr>
                <a:srgbClr val="022033"/>
              </a:buClr>
              <a:buSzPts val="1999"/>
              <a:buFont typeface="Tenor Sans"/>
              <a:buNone/>
            </a:pPr>
            <a:r>
              <a:rPr b="0" i="0" lang="en-US" sz="1999" u="none" cap="none" strike="noStrike">
                <a:solidFill>
                  <a:srgbClr val="022033"/>
                </a:solidFill>
                <a:latin typeface="Tenor Sans"/>
                <a:ea typeface="Tenor Sans"/>
                <a:cs typeface="Tenor Sans"/>
                <a:sym typeface="Tenor Sans"/>
              </a:rPr>
              <a:t>Estos actuadores utilizan aire comprimido para generar movimiento. Son comunes en sistemas industriales donde se necesita una fuerza considerable y rapidez en los movimientos.</a:t>
            </a:r>
            <a:endParaRPr sz="1800">
              <a:solidFill>
                <a:schemeClr val="dk1"/>
              </a:solidFill>
              <a:latin typeface="Libre Franklin"/>
              <a:ea typeface="Libre Franklin"/>
              <a:cs typeface="Libre Franklin"/>
              <a:sym typeface="Libre Franklin"/>
            </a:endParaRPr>
          </a:p>
        </p:txBody>
      </p:sp>
      <p:grpSp>
        <p:nvGrpSpPr>
          <p:cNvPr id="189" name="Google Shape;189;p25"/>
          <p:cNvGrpSpPr/>
          <p:nvPr/>
        </p:nvGrpSpPr>
        <p:grpSpPr>
          <a:xfrm>
            <a:off x="1313615" y="3251817"/>
            <a:ext cx="4584168" cy="4905889"/>
            <a:chOff x="0" y="-38100"/>
            <a:chExt cx="1207353" cy="1292086"/>
          </a:xfrm>
        </p:grpSpPr>
        <p:sp>
          <p:nvSpPr>
            <p:cNvPr id="190" name="Google Shape;190;p25"/>
            <p:cNvSpPr/>
            <p:nvPr/>
          </p:nvSpPr>
          <p:spPr>
            <a:xfrm>
              <a:off x="0" y="0"/>
              <a:ext cx="1207353" cy="1253986"/>
            </a:xfrm>
            <a:custGeom>
              <a:rect b="b" l="l" r="r" t="t"/>
              <a:pathLst>
                <a:path extrusionOk="0" h="1253986" w="1207353">
                  <a:moveTo>
                    <a:pt x="86131" y="0"/>
                  </a:moveTo>
                  <a:lnTo>
                    <a:pt x="1121222" y="0"/>
                  </a:lnTo>
                  <a:cubicBezTo>
                    <a:pt x="1144065" y="0"/>
                    <a:pt x="1165973" y="9074"/>
                    <a:pt x="1182126" y="25227"/>
                  </a:cubicBezTo>
                  <a:cubicBezTo>
                    <a:pt x="1198278" y="41380"/>
                    <a:pt x="1207353" y="63287"/>
                    <a:pt x="1207353" y="86131"/>
                  </a:cubicBezTo>
                  <a:lnTo>
                    <a:pt x="1207353" y="1167855"/>
                  </a:lnTo>
                  <a:cubicBezTo>
                    <a:pt x="1207353" y="1190698"/>
                    <a:pt x="1198278" y="1212606"/>
                    <a:pt x="1182126" y="1228759"/>
                  </a:cubicBezTo>
                  <a:cubicBezTo>
                    <a:pt x="1165973" y="1244912"/>
                    <a:pt x="1144065" y="1253986"/>
                    <a:pt x="1121222" y="1253986"/>
                  </a:cubicBezTo>
                  <a:lnTo>
                    <a:pt x="86131" y="1253986"/>
                  </a:lnTo>
                  <a:cubicBezTo>
                    <a:pt x="63287" y="1253986"/>
                    <a:pt x="41380" y="1244912"/>
                    <a:pt x="25227" y="1228759"/>
                  </a:cubicBezTo>
                  <a:cubicBezTo>
                    <a:pt x="9074" y="1212606"/>
                    <a:pt x="0" y="1190698"/>
                    <a:pt x="0" y="1167855"/>
                  </a:cubicBezTo>
                  <a:lnTo>
                    <a:pt x="0" y="86131"/>
                  </a:lnTo>
                  <a:cubicBezTo>
                    <a:pt x="0" y="63287"/>
                    <a:pt x="9074" y="41380"/>
                    <a:pt x="25227" y="25227"/>
                  </a:cubicBezTo>
                  <a:cubicBezTo>
                    <a:pt x="41380" y="9074"/>
                    <a:pt x="63287" y="0"/>
                    <a:pt x="86131" y="0"/>
                  </a:cubicBezTo>
                  <a:close/>
                </a:path>
              </a:pathLst>
            </a:custGeom>
            <a:solidFill>
              <a:srgbClr val="96B5D3"/>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Libre Franklin"/>
                <a:buNone/>
              </a:pPr>
              <a:r>
                <a:t/>
              </a:r>
              <a:endParaRPr sz="1800">
                <a:solidFill>
                  <a:schemeClr val="dk1"/>
                </a:solidFill>
                <a:latin typeface="Libre Franklin"/>
                <a:ea typeface="Libre Franklin"/>
                <a:cs typeface="Libre Franklin"/>
                <a:sym typeface="Libre Franklin"/>
              </a:endParaRPr>
            </a:p>
          </p:txBody>
        </p:sp>
        <p:sp>
          <p:nvSpPr>
            <p:cNvPr id="191" name="Google Shape;191;p25"/>
            <p:cNvSpPr txBox="1"/>
            <p:nvPr/>
          </p:nvSpPr>
          <p:spPr>
            <a:xfrm>
              <a:off x="0" y="-38100"/>
              <a:ext cx="1207353" cy="129208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chemeClr val="dk1"/>
                </a:buClr>
                <a:buSzPts val="1800"/>
                <a:buFont typeface="Libre Franklin"/>
                <a:buNone/>
              </a:pPr>
              <a:r>
                <a:t/>
              </a:r>
              <a:endParaRPr b="0" i="0" sz="1800" u="none" cap="none" strike="noStrike">
                <a:solidFill>
                  <a:schemeClr val="dk1"/>
                </a:solidFill>
                <a:latin typeface="Calibri"/>
                <a:ea typeface="Calibri"/>
                <a:cs typeface="Calibri"/>
                <a:sym typeface="Calibri"/>
              </a:endParaRPr>
            </a:p>
          </p:txBody>
        </p:sp>
      </p:grpSp>
      <p:sp>
        <p:nvSpPr>
          <p:cNvPr id="192" name="Google Shape;192;p25"/>
          <p:cNvSpPr txBox="1"/>
          <p:nvPr/>
        </p:nvSpPr>
        <p:spPr>
          <a:xfrm>
            <a:off x="4641018" y="532917"/>
            <a:ext cx="9701100" cy="2718900"/>
          </a:xfrm>
          <a:prstGeom prst="rect">
            <a:avLst/>
          </a:prstGeom>
          <a:noFill/>
          <a:ln>
            <a:noFill/>
          </a:ln>
        </p:spPr>
        <p:txBody>
          <a:bodyPr anchorCtr="0" anchor="t" bIns="0" lIns="0" spcFirstLastPara="1" rIns="0" wrap="square" tIns="0">
            <a:spAutoFit/>
          </a:bodyPr>
          <a:lstStyle/>
          <a:p>
            <a:pPr indent="0" lvl="0" marL="0" marR="0" rtl="0" algn="ctr">
              <a:lnSpc>
                <a:spcPct val="91996"/>
              </a:lnSpc>
              <a:spcBef>
                <a:spcPts val="0"/>
              </a:spcBef>
              <a:spcAft>
                <a:spcPts val="0"/>
              </a:spcAft>
              <a:buClr>
                <a:srgbClr val="022033"/>
              </a:buClr>
              <a:buSzPts val="9600"/>
              <a:buFont typeface="Arial"/>
              <a:buNone/>
            </a:pPr>
            <a:r>
              <a:rPr b="0" i="0" lang="en-US" sz="9600" u="none" cap="none" strike="noStrike">
                <a:solidFill>
                  <a:srgbClr val="022033"/>
                </a:solidFill>
                <a:latin typeface="Arial"/>
                <a:ea typeface="Arial"/>
                <a:cs typeface="Arial"/>
                <a:sym typeface="Arial"/>
              </a:rPr>
              <a:t>TIPOS DE ACTUADORES</a:t>
            </a:r>
            <a:endParaRPr sz="9600">
              <a:solidFill>
                <a:schemeClr val="dk1"/>
              </a:solidFill>
              <a:latin typeface="Libre Franklin"/>
              <a:ea typeface="Libre Franklin"/>
              <a:cs typeface="Libre Franklin"/>
              <a:sym typeface="Libre Franklin"/>
            </a:endParaRPr>
          </a:p>
        </p:txBody>
      </p:sp>
      <p:sp>
        <p:nvSpPr>
          <p:cNvPr id="193" name="Google Shape;193;p25"/>
          <p:cNvSpPr txBox="1"/>
          <p:nvPr/>
        </p:nvSpPr>
        <p:spPr>
          <a:xfrm>
            <a:off x="1930110" y="3553342"/>
            <a:ext cx="3446426" cy="1208176"/>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Clr>
                <a:srgbClr val="022033"/>
              </a:buClr>
              <a:buSzPts val="3457"/>
              <a:buFont typeface="Tenor Sans"/>
              <a:buNone/>
            </a:pPr>
            <a:r>
              <a:rPr b="0" i="0" lang="en-US" sz="3457" u="none" cap="none" strike="noStrike">
                <a:solidFill>
                  <a:srgbClr val="022033"/>
                </a:solidFill>
                <a:latin typeface="Tenor Sans"/>
                <a:ea typeface="Tenor Sans"/>
                <a:cs typeface="Tenor Sans"/>
                <a:sym typeface="Tenor Sans"/>
              </a:rPr>
              <a:t>ACTUADORES ELÉCTRICOS</a:t>
            </a:r>
            <a:endParaRPr sz="1800">
              <a:solidFill>
                <a:schemeClr val="dk1"/>
              </a:solidFill>
              <a:latin typeface="Libre Franklin"/>
              <a:ea typeface="Libre Franklin"/>
              <a:cs typeface="Libre Franklin"/>
              <a:sym typeface="Libre Franklin"/>
            </a:endParaRPr>
          </a:p>
        </p:txBody>
      </p:sp>
      <p:sp>
        <p:nvSpPr>
          <p:cNvPr id="194" name="Google Shape;194;p25"/>
          <p:cNvSpPr txBox="1"/>
          <p:nvPr/>
        </p:nvSpPr>
        <p:spPr>
          <a:xfrm>
            <a:off x="7272902" y="4636077"/>
            <a:ext cx="3490250" cy="1208176"/>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Clr>
                <a:srgbClr val="022033"/>
              </a:buClr>
              <a:buSzPts val="3457"/>
              <a:buFont typeface="Tenor Sans"/>
              <a:buNone/>
            </a:pPr>
            <a:r>
              <a:rPr b="0" i="0" lang="en-US" sz="3457" u="none" cap="none" strike="noStrike">
                <a:solidFill>
                  <a:srgbClr val="022033"/>
                </a:solidFill>
                <a:latin typeface="Tenor Sans"/>
                <a:ea typeface="Tenor Sans"/>
                <a:cs typeface="Tenor Sans"/>
                <a:sym typeface="Tenor Sans"/>
              </a:rPr>
              <a:t>ACTUADORES NEUMÁTICOS</a:t>
            </a:r>
            <a:endParaRPr sz="1800">
              <a:solidFill>
                <a:schemeClr val="dk1"/>
              </a:solidFill>
              <a:latin typeface="Libre Franklin"/>
              <a:ea typeface="Libre Franklin"/>
              <a:cs typeface="Libre Franklin"/>
              <a:sym typeface="Libre Franklin"/>
            </a:endParaRPr>
          </a:p>
        </p:txBody>
      </p:sp>
      <p:grpSp>
        <p:nvGrpSpPr>
          <p:cNvPr id="195" name="Google Shape;195;p25"/>
          <p:cNvGrpSpPr/>
          <p:nvPr/>
        </p:nvGrpSpPr>
        <p:grpSpPr>
          <a:xfrm>
            <a:off x="13058108" y="3191870"/>
            <a:ext cx="4611413" cy="5400220"/>
            <a:chOff x="0" y="-38100"/>
            <a:chExt cx="1214528" cy="1422280"/>
          </a:xfrm>
        </p:grpSpPr>
        <p:sp>
          <p:nvSpPr>
            <p:cNvPr id="196" name="Google Shape;196;p25"/>
            <p:cNvSpPr/>
            <p:nvPr/>
          </p:nvSpPr>
          <p:spPr>
            <a:xfrm>
              <a:off x="0" y="0"/>
              <a:ext cx="1214528" cy="1384180"/>
            </a:xfrm>
            <a:custGeom>
              <a:rect b="b" l="l" r="r" t="t"/>
              <a:pathLst>
                <a:path extrusionOk="0" h="1384180" w="1214528">
                  <a:moveTo>
                    <a:pt x="85622" y="0"/>
                  </a:moveTo>
                  <a:lnTo>
                    <a:pt x="1128907" y="0"/>
                  </a:lnTo>
                  <a:cubicBezTo>
                    <a:pt x="1176194" y="0"/>
                    <a:pt x="1214528" y="38334"/>
                    <a:pt x="1214528" y="85622"/>
                  </a:cubicBezTo>
                  <a:lnTo>
                    <a:pt x="1214528" y="1298558"/>
                  </a:lnTo>
                  <a:cubicBezTo>
                    <a:pt x="1214528" y="1321267"/>
                    <a:pt x="1205508" y="1343045"/>
                    <a:pt x="1189450" y="1359102"/>
                  </a:cubicBezTo>
                  <a:cubicBezTo>
                    <a:pt x="1173393" y="1375159"/>
                    <a:pt x="1151615" y="1384180"/>
                    <a:pt x="1128907" y="1384180"/>
                  </a:cubicBezTo>
                  <a:lnTo>
                    <a:pt x="85622" y="1384180"/>
                  </a:lnTo>
                  <a:cubicBezTo>
                    <a:pt x="62914" y="1384180"/>
                    <a:pt x="41135" y="1375159"/>
                    <a:pt x="25078" y="1359102"/>
                  </a:cubicBezTo>
                  <a:cubicBezTo>
                    <a:pt x="9021" y="1343045"/>
                    <a:pt x="0" y="1321267"/>
                    <a:pt x="0" y="1298558"/>
                  </a:cubicBezTo>
                  <a:lnTo>
                    <a:pt x="0" y="85622"/>
                  </a:lnTo>
                  <a:cubicBezTo>
                    <a:pt x="0" y="62914"/>
                    <a:pt x="9021" y="41135"/>
                    <a:pt x="25078" y="25078"/>
                  </a:cubicBezTo>
                  <a:cubicBezTo>
                    <a:pt x="41135" y="9021"/>
                    <a:pt x="62914" y="0"/>
                    <a:pt x="85622" y="0"/>
                  </a:cubicBezTo>
                  <a:close/>
                </a:path>
              </a:pathLst>
            </a:custGeom>
            <a:solidFill>
              <a:srgbClr val="F3E780"/>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Libre Franklin"/>
                <a:buNone/>
              </a:pPr>
              <a:r>
                <a:t/>
              </a:r>
              <a:endParaRPr sz="1800">
                <a:solidFill>
                  <a:schemeClr val="dk1"/>
                </a:solidFill>
                <a:latin typeface="Libre Franklin"/>
                <a:ea typeface="Libre Franklin"/>
                <a:cs typeface="Libre Franklin"/>
                <a:sym typeface="Libre Franklin"/>
              </a:endParaRPr>
            </a:p>
          </p:txBody>
        </p:sp>
        <p:sp>
          <p:nvSpPr>
            <p:cNvPr id="197" name="Google Shape;197;p25"/>
            <p:cNvSpPr txBox="1"/>
            <p:nvPr/>
          </p:nvSpPr>
          <p:spPr>
            <a:xfrm>
              <a:off x="0" y="-38100"/>
              <a:ext cx="1214528" cy="142228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chemeClr val="dk1"/>
                </a:buClr>
                <a:buSzPts val="1800"/>
                <a:buFont typeface="Libre Franklin"/>
                <a:buNone/>
              </a:pPr>
              <a:r>
                <a:t/>
              </a:r>
              <a:endParaRPr b="0" i="0" sz="1800" u="none" cap="none" strike="noStrike">
                <a:solidFill>
                  <a:schemeClr val="dk1"/>
                </a:solidFill>
                <a:latin typeface="Calibri"/>
                <a:ea typeface="Calibri"/>
                <a:cs typeface="Calibri"/>
                <a:sym typeface="Calibri"/>
              </a:endParaRPr>
            </a:p>
          </p:txBody>
        </p:sp>
      </p:grpSp>
      <p:sp>
        <p:nvSpPr>
          <p:cNvPr id="198" name="Google Shape;198;p25"/>
          <p:cNvSpPr txBox="1"/>
          <p:nvPr/>
        </p:nvSpPr>
        <p:spPr>
          <a:xfrm>
            <a:off x="13291039" y="3698602"/>
            <a:ext cx="4058814" cy="1208176"/>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Clr>
                <a:srgbClr val="022033"/>
              </a:buClr>
              <a:buSzPts val="3457"/>
              <a:buFont typeface="Tenor Sans"/>
              <a:buNone/>
            </a:pPr>
            <a:r>
              <a:rPr b="0" i="0" lang="en-US" sz="3457" u="none" cap="none" strike="noStrike">
                <a:solidFill>
                  <a:srgbClr val="022033"/>
                </a:solidFill>
                <a:latin typeface="Tenor Sans"/>
                <a:ea typeface="Tenor Sans"/>
                <a:cs typeface="Tenor Sans"/>
                <a:sym typeface="Tenor Sans"/>
              </a:rPr>
              <a:t>ACTUADORES HIDRÁULICOS</a:t>
            </a:r>
            <a:endParaRPr sz="1800">
              <a:solidFill>
                <a:schemeClr val="dk1"/>
              </a:solidFill>
              <a:latin typeface="Libre Franklin"/>
              <a:ea typeface="Libre Franklin"/>
              <a:cs typeface="Libre Franklin"/>
              <a:sym typeface="Libre Franklin"/>
            </a:endParaRPr>
          </a:p>
        </p:txBody>
      </p:sp>
      <p:sp>
        <p:nvSpPr>
          <p:cNvPr id="199" name="Google Shape;199;p25"/>
          <p:cNvSpPr txBox="1"/>
          <p:nvPr/>
        </p:nvSpPr>
        <p:spPr>
          <a:xfrm>
            <a:off x="1930110" y="5155822"/>
            <a:ext cx="3446426" cy="2463990"/>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Clr>
                <a:srgbClr val="022033"/>
              </a:buClr>
              <a:buSzPts val="1999"/>
              <a:buFont typeface="Tenor Sans"/>
              <a:buNone/>
            </a:pPr>
            <a:r>
              <a:rPr b="0" i="0" lang="en-US" sz="1999" u="none" cap="none" strike="noStrike">
                <a:solidFill>
                  <a:srgbClr val="022033"/>
                </a:solidFill>
                <a:latin typeface="Tenor Sans"/>
                <a:ea typeface="Tenor Sans"/>
                <a:cs typeface="Tenor Sans"/>
                <a:sym typeface="Tenor Sans"/>
              </a:rPr>
              <a:t>Estos actuadores funcionan con energía eléctrica y son ampliamente usados en proyectos de Arduino y sistemas de control electrónico.</a:t>
            </a:r>
            <a:endParaRPr sz="1800">
              <a:solidFill>
                <a:schemeClr val="dk1"/>
              </a:solidFill>
              <a:latin typeface="Libre Franklin"/>
              <a:ea typeface="Libre Franklin"/>
              <a:cs typeface="Libre Franklin"/>
              <a:sym typeface="Libre Franklin"/>
            </a:endParaRPr>
          </a:p>
        </p:txBody>
      </p:sp>
      <p:sp>
        <p:nvSpPr>
          <p:cNvPr id="200" name="Google Shape;200;p25"/>
          <p:cNvSpPr txBox="1"/>
          <p:nvPr/>
        </p:nvSpPr>
        <p:spPr>
          <a:xfrm>
            <a:off x="13700324" y="5095875"/>
            <a:ext cx="3370385" cy="3168894"/>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Clr>
                <a:srgbClr val="022033"/>
              </a:buClr>
              <a:buSzPts val="1999"/>
              <a:buFont typeface="Tenor Sans"/>
              <a:buNone/>
            </a:pPr>
            <a:r>
              <a:rPr b="0" i="0" lang="en-US" sz="1999" u="none" cap="none" strike="noStrike">
                <a:solidFill>
                  <a:srgbClr val="022033"/>
                </a:solidFill>
                <a:latin typeface="Tenor Sans"/>
                <a:ea typeface="Tenor Sans"/>
                <a:cs typeface="Tenor Sans"/>
                <a:sym typeface="Tenor Sans"/>
              </a:rPr>
              <a:t>Funcionan mediante presión de fluidos (como aceite o agua) para producir movimientos de gran fuerza. Son comunes en maquinaria pesada y sistemas que requieren mucha potencia.</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8"/>
          <p:cNvSpPr txBox="1"/>
          <p:nvPr/>
        </p:nvSpPr>
        <p:spPr>
          <a:xfrm>
            <a:off x="1364593" y="584510"/>
            <a:ext cx="9949405" cy="8675452"/>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22033"/>
              </a:buClr>
              <a:buSzPts val="3661"/>
              <a:buFont typeface="Tenor Sans"/>
              <a:buNone/>
            </a:pPr>
            <a:r>
              <a:rPr b="0" i="0" lang="en-US" sz="3661" u="none" cap="none" strike="noStrike">
                <a:solidFill>
                  <a:srgbClr val="022033"/>
                </a:solidFill>
                <a:latin typeface="Tenor Sans"/>
                <a:ea typeface="Tenor Sans"/>
                <a:cs typeface="Tenor Sans"/>
                <a:sym typeface="Tenor Sans"/>
              </a:rPr>
              <a:t>Servomotor</a:t>
            </a:r>
            <a:endParaRPr sz="1800">
              <a:solidFill>
                <a:schemeClr val="dk1"/>
              </a:solidFill>
              <a:latin typeface="Libre Franklin"/>
              <a:ea typeface="Libre Franklin"/>
              <a:cs typeface="Libre Franklin"/>
              <a:sym typeface="Libre Franklin"/>
            </a:endParaRPr>
          </a:p>
          <a:p>
            <a:pPr indent="0" lvl="0" marL="0" marR="0" rtl="0" algn="just">
              <a:lnSpc>
                <a:spcPct val="140016"/>
              </a:lnSpc>
              <a:spcBef>
                <a:spcPts val="0"/>
              </a:spcBef>
              <a:spcAft>
                <a:spcPts val="0"/>
              </a:spcAft>
              <a:buClr>
                <a:schemeClr val="dk1"/>
              </a:buClr>
              <a:buSzPts val="3661"/>
              <a:buFont typeface="Libre Franklin"/>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22033"/>
              </a:buClr>
              <a:buSzPts val="3661"/>
              <a:buFont typeface="Tenor Sans"/>
              <a:buNone/>
            </a:pPr>
            <a:r>
              <a:rPr b="0" i="0" lang="en-US" sz="3661" u="none" cap="none" strike="noStrike">
                <a:solidFill>
                  <a:srgbClr val="022033"/>
                </a:solidFill>
                <a:latin typeface="Tenor Sans"/>
                <a:ea typeface="Tenor Sans"/>
                <a:cs typeface="Tenor Sans"/>
                <a:sym typeface="Tenor Sans"/>
              </a:rPr>
              <a:t>Es un actuador que permite controlar la posición angular con alta precisión.</a:t>
            </a:r>
            <a:endParaRPr sz="1800">
              <a:solidFill>
                <a:schemeClr val="dk1"/>
              </a:solidFill>
              <a:latin typeface="Libre Franklin"/>
              <a:ea typeface="Libre Franklin"/>
              <a:cs typeface="Libre Franklin"/>
              <a:sym typeface="Libre Franklin"/>
            </a:endParaRPr>
          </a:p>
          <a:p>
            <a:pPr indent="0" lvl="0" marL="0" marR="0" rtl="0" algn="just">
              <a:lnSpc>
                <a:spcPct val="140016"/>
              </a:lnSpc>
              <a:spcBef>
                <a:spcPts val="0"/>
              </a:spcBef>
              <a:spcAft>
                <a:spcPts val="0"/>
              </a:spcAft>
              <a:buClr>
                <a:schemeClr val="dk1"/>
              </a:buClr>
              <a:buSzPts val="3661"/>
              <a:buFont typeface="Libre Franklin"/>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22033"/>
              </a:buClr>
              <a:buSzPts val="3661"/>
              <a:buFont typeface="Tenor Sans"/>
              <a:buNone/>
            </a:pPr>
            <a:r>
              <a:rPr b="0" i="0" lang="en-US" sz="3661" u="none" cap="none" strike="noStrike">
                <a:solidFill>
                  <a:srgbClr val="022033"/>
                </a:solidFill>
                <a:latin typeface="Tenor Sans"/>
                <a:ea typeface="Tenor Sans"/>
                <a:cs typeface="Tenor Sans"/>
                <a:sym typeface="Tenor Sans"/>
              </a:rPr>
              <a:t>Suele tener un rango de movimiento limitado, generalmente de 0 a 180 grados, lo que lo hace ideal para aplicaciones que requieren movimientos controlados, como brazos robóticos y cámaras de vigilancia.</a:t>
            </a:r>
            <a:endParaRPr sz="1800">
              <a:solidFill>
                <a:schemeClr val="dk1"/>
              </a:solidFill>
              <a:latin typeface="Libre Franklin"/>
              <a:ea typeface="Libre Franklin"/>
              <a:cs typeface="Libre Franklin"/>
              <a:sym typeface="Libre Franklin"/>
            </a:endParaRPr>
          </a:p>
          <a:p>
            <a:pPr indent="0" lvl="0" marL="0" marR="0" rtl="0" algn="just">
              <a:lnSpc>
                <a:spcPct val="140016"/>
              </a:lnSpc>
              <a:spcBef>
                <a:spcPts val="0"/>
              </a:spcBef>
              <a:spcAft>
                <a:spcPts val="0"/>
              </a:spcAft>
              <a:buClr>
                <a:schemeClr val="dk1"/>
              </a:buClr>
              <a:buSzPts val="3661"/>
              <a:buFont typeface="Libre Franklin"/>
              <a:buNone/>
            </a:pPr>
            <a:r>
              <a:t/>
            </a:r>
            <a:endParaRPr b="0" i="0" sz="3661" u="none" cap="none" strike="noStrike">
              <a:solidFill>
                <a:srgbClr val="022033"/>
              </a:solidFill>
              <a:latin typeface="Tenor Sans"/>
              <a:ea typeface="Tenor Sans"/>
              <a:cs typeface="Tenor Sans"/>
              <a:sym typeface="Tenor Sans"/>
            </a:endParaRPr>
          </a:p>
        </p:txBody>
      </p:sp>
      <p:sp>
        <p:nvSpPr>
          <p:cNvPr id="206" name="Google Shape;206;p8"/>
          <p:cNvSpPr/>
          <p:nvPr/>
        </p:nvSpPr>
        <p:spPr>
          <a:xfrm>
            <a:off x="11621957" y="1981907"/>
            <a:ext cx="6059015" cy="6077658"/>
          </a:xfrm>
          <a:custGeom>
            <a:rect b="b" l="l" r="r" t="t"/>
            <a:pathLst>
              <a:path extrusionOk="0" h="6077658" w="6059015">
                <a:moveTo>
                  <a:pt x="0" y="0"/>
                </a:moveTo>
                <a:lnTo>
                  <a:pt x="6059016" y="0"/>
                </a:lnTo>
                <a:lnTo>
                  <a:pt x="6059016" y="6077658"/>
                </a:lnTo>
                <a:lnTo>
                  <a:pt x="0" y="60776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grpSp>
        <p:nvGrpSpPr>
          <p:cNvPr id="211" name="Google Shape;211;p26"/>
          <p:cNvGrpSpPr/>
          <p:nvPr/>
        </p:nvGrpSpPr>
        <p:grpSpPr>
          <a:xfrm>
            <a:off x="3954263" y="8646204"/>
            <a:ext cx="971055" cy="1079531"/>
            <a:chOff x="0" y="-38100"/>
            <a:chExt cx="255751" cy="284321"/>
          </a:xfrm>
        </p:grpSpPr>
        <p:sp>
          <p:nvSpPr>
            <p:cNvPr id="212" name="Google Shape;212;p26"/>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Libre Franklin"/>
                <a:buNone/>
              </a:pPr>
              <a:r>
                <a:t/>
              </a:r>
              <a:endParaRPr sz="1800">
                <a:solidFill>
                  <a:schemeClr val="dk1"/>
                </a:solidFill>
                <a:latin typeface="Libre Franklin"/>
                <a:ea typeface="Libre Franklin"/>
                <a:cs typeface="Libre Franklin"/>
                <a:sym typeface="Libre Franklin"/>
              </a:endParaRPr>
            </a:p>
          </p:txBody>
        </p:sp>
        <p:sp>
          <p:nvSpPr>
            <p:cNvPr id="213" name="Google Shape;213;p26"/>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chemeClr val="dk1"/>
                </a:buClr>
                <a:buSzPts val="1800"/>
                <a:buFont typeface="Libre Franklin"/>
                <a:buNone/>
              </a:pPr>
              <a:r>
                <a:t/>
              </a:r>
              <a:endParaRPr b="0" i="0" sz="1800" u="none" cap="none" strike="noStrike">
                <a:solidFill>
                  <a:schemeClr val="dk1"/>
                </a:solidFill>
                <a:latin typeface="Calibri"/>
                <a:ea typeface="Calibri"/>
                <a:cs typeface="Calibri"/>
                <a:sym typeface="Calibri"/>
              </a:endParaRPr>
            </a:p>
          </p:txBody>
        </p:sp>
      </p:grpSp>
      <p:sp>
        <p:nvSpPr>
          <p:cNvPr id="214" name="Google Shape;214;p26"/>
          <p:cNvSpPr/>
          <p:nvPr/>
        </p:nvSpPr>
        <p:spPr>
          <a:xfrm>
            <a:off x="11420315" y="2212236"/>
            <a:ext cx="6103536" cy="5862528"/>
          </a:xfrm>
          <a:custGeom>
            <a:rect b="b" l="l" r="r" t="t"/>
            <a:pathLst>
              <a:path extrusionOk="0" h="5862528" w="6103536">
                <a:moveTo>
                  <a:pt x="0" y="0"/>
                </a:moveTo>
                <a:lnTo>
                  <a:pt x="6103536" y="0"/>
                </a:lnTo>
                <a:lnTo>
                  <a:pt x="6103536" y="5862528"/>
                </a:lnTo>
                <a:lnTo>
                  <a:pt x="0" y="5862528"/>
                </a:lnTo>
                <a:lnTo>
                  <a:pt x="0" y="0"/>
                </a:lnTo>
                <a:close/>
              </a:path>
            </a:pathLst>
          </a:custGeom>
          <a:blipFill rotWithShape="1">
            <a:blip r:embed="rId3">
              <a:alphaModFix/>
            </a:blip>
            <a:stretch>
              <a:fillRect b="0" l="-8515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
        <p:nvSpPr>
          <p:cNvPr id="215" name="Google Shape;215;p26"/>
          <p:cNvSpPr txBox="1"/>
          <p:nvPr/>
        </p:nvSpPr>
        <p:spPr>
          <a:xfrm>
            <a:off x="1775075" y="1050283"/>
            <a:ext cx="8936513" cy="8675452"/>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22033"/>
              </a:buClr>
              <a:buSzPts val="3661"/>
              <a:buFont typeface="Tenor Sans"/>
              <a:buNone/>
            </a:pPr>
            <a:r>
              <a:rPr b="0" i="0" lang="en-US" sz="3661" u="none" cap="none" strike="noStrike">
                <a:solidFill>
                  <a:srgbClr val="022033"/>
                </a:solidFill>
                <a:latin typeface="Tenor Sans"/>
                <a:ea typeface="Tenor Sans"/>
                <a:cs typeface="Tenor Sans"/>
                <a:sym typeface="Tenor Sans"/>
              </a:rPr>
              <a:t>Motor Paso a Paso (Stepper Motor)</a:t>
            </a:r>
            <a:endParaRPr sz="1800">
              <a:solidFill>
                <a:schemeClr val="dk1"/>
              </a:solidFill>
              <a:latin typeface="Libre Franklin"/>
              <a:ea typeface="Libre Franklin"/>
              <a:cs typeface="Libre Franklin"/>
              <a:sym typeface="Libre Franklin"/>
            </a:endParaRPr>
          </a:p>
          <a:p>
            <a:pPr indent="0" lvl="0" marL="0" marR="0" rtl="0" algn="just">
              <a:lnSpc>
                <a:spcPct val="140016"/>
              </a:lnSpc>
              <a:spcBef>
                <a:spcPts val="0"/>
              </a:spcBef>
              <a:spcAft>
                <a:spcPts val="0"/>
              </a:spcAft>
              <a:buClr>
                <a:schemeClr val="dk1"/>
              </a:buClr>
              <a:buSzPts val="3661"/>
              <a:buFont typeface="Libre Franklin"/>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22033"/>
              </a:buClr>
              <a:buSzPts val="3661"/>
              <a:buFont typeface="Tenor Sans"/>
              <a:buNone/>
            </a:pPr>
            <a:r>
              <a:rPr b="0" i="0" lang="en-US" sz="3661" u="none" cap="none" strike="noStrike">
                <a:solidFill>
                  <a:srgbClr val="022033"/>
                </a:solidFill>
                <a:latin typeface="Tenor Sans"/>
                <a:ea typeface="Tenor Sans"/>
                <a:cs typeface="Tenor Sans"/>
                <a:sym typeface="Tenor Sans"/>
              </a:rPr>
              <a:t>Este motor se mueve en pasos o incrementos precisos, permitiendo un control exacto de posición y velocidad. </a:t>
            </a:r>
            <a:endParaRPr sz="1800">
              <a:solidFill>
                <a:schemeClr val="dk1"/>
              </a:solidFill>
              <a:latin typeface="Libre Franklin"/>
              <a:ea typeface="Libre Franklin"/>
              <a:cs typeface="Libre Franklin"/>
              <a:sym typeface="Libre Franklin"/>
            </a:endParaRPr>
          </a:p>
          <a:p>
            <a:pPr indent="0" lvl="0" marL="0" marR="0" rtl="0" algn="just">
              <a:lnSpc>
                <a:spcPct val="140016"/>
              </a:lnSpc>
              <a:spcBef>
                <a:spcPts val="0"/>
              </a:spcBef>
              <a:spcAft>
                <a:spcPts val="0"/>
              </a:spcAft>
              <a:buClr>
                <a:schemeClr val="dk1"/>
              </a:buClr>
              <a:buSzPts val="3661"/>
              <a:buFont typeface="Libre Franklin"/>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22033"/>
              </a:buClr>
              <a:buSzPts val="3661"/>
              <a:buFont typeface="Tenor Sans"/>
              <a:buNone/>
            </a:pPr>
            <a:r>
              <a:rPr b="0" i="0" lang="en-US" sz="3661" u="none" cap="none" strike="noStrike">
                <a:solidFill>
                  <a:srgbClr val="022033"/>
                </a:solidFill>
                <a:latin typeface="Tenor Sans"/>
                <a:ea typeface="Tenor Sans"/>
                <a:cs typeface="Tenor Sans"/>
                <a:sym typeface="Tenor Sans"/>
              </a:rPr>
              <a:t>Es ideal para aplicaciones que requieren movimientos repetitivos y posicionamiento preciso, como impresoras 3D y sistemas de control de movimiento.</a:t>
            </a:r>
            <a:endParaRPr sz="1800">
              <a:solidFill>
                <a:schemeClr val="dk1"/>
              </a:solidFill>
              <a:latin typeface="Libre Franklin"/>
              <a:ea typeface="Libre Franklin"/>
              <a:cs typeface="Libre Franklin"/>
              <a:sym typeface="Libre Franklin"/>
            </a:endParaRPr>
          </a:p>
          <a:p>
            <a:pPr indent="0" lvl="0" marL="0" marR="0" rtl="0" algn="just">
              <a:lnSpc>
                <a:spcPct val="140016"/>
              </a:lnSpc>
              <a:spcBef>
                <a:spcPts val="0"/>
              </a:spcBef>
              <a:spcAft>
                <a:spcPts val="0"/>
              </a:spcAft>
              <a:buClr>
                <a:schemeClr val="dk1"/>
              </a:buClr>
              <a:buSzPts val="3661"/>
              <a:buFont typeface="Libre Franklin"/>
              <a:buNone/>
            </a:pPr>
            <a:r>
              <a:t/>
            </a:r>
            <a:endParaRPr b="0" i="0" sz="3661" u="none" cap="none" strike="noStrike">
              <a:solidFill>
                <a:srgbClr val="022033"/>
              </a:solidFill>
              <a:latin typeface="Tenor Sans"/>
              <a:ea typeface="Tenor Sans"/>
              <a:cs typeface="Tenor Sans"/>
              <a:sym typeface="Tenor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7"/>
          <p:cNvSpPr/>
          <p:nvPr/>
        </p:nvSpPr>
        <p:spPr>
          <a:xfrm>
            <a:off x="5068681" y="6439779"/>
            <a:ext cx="7697100" cy="3355936"/>
          </a:xfrm>
          <a:custGeom>
            <a:rect b="b" l="l" r="r" t="t"/>
            <a:pathLst>
              <a:path extrusionOk="0" h="3355936" w="7697100">
                <a:moveTo>
                  <a:pt x="0" y="0"/>
                </a:moveTo>
                <a:lnTo>
                  <a:pt x="7697100" y="0"/>
                </a:lnTo>
                <a:lnTo>
                  <a:pt x="7697100" y="3355936"/>
                </a:lnTo>
                <a:lnTo>
                  <a:pt x="0" y="335593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
        <p:nvSpPr>
          <p:cNvPr id="221" name="Google Shape;221;p27"/>
          <p:cNvSpPr txBox="1"/>
          <p:nvPr/>
        </p:nvSpPr>
        <p:spPr>
          <a:xfrm>
            <a:off x="1904099" y="491285"/>
            <a:ext cx="15217221" cy="630942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22033"/>
              </a:buClr>
              <a:buSzPts val="3661"/>
              <a:buFont typeface="Tenor Sans"/>
              <a:buNone/>
            </a:pPr>
            <a:r>
              <a:rPr b="0" i="0" lang="en-US" sz="3661" u="none" cap="none" strike="noStrike">
                <a:solidFill>
                  <a:srgbClr val="022033"/>
                </a:solidFill>
                <a:latin typeface="Tenor Sans"/>
                <a:ea typeface="Tenor Sans"/>
                <a:cs typeface="Tenor Sans"/>
                <a:sym typeface="Tenor Sans"/>
              </a:rPr>
              <a:t>Sensor de Temperatura (DHT11, DHT22)</a:t>
            </a:r>
            <a:endParaRPr sz="1800">
              <a:solidFill>
                <a:schemeClr val="dk1"/>
              </a:solidFill>
              <a:latin typeface="Libre Franklin"/>
              <a:ea typeface="Libre Franklin"/>
              <a:cs typeface="Libre Franklin"/>
              <a:sym typeface="Libre Franklin"/>
            </a:endParaRPr>
          </a:p>
          <a:p>
            <a:pPr indent="0" lvl="0" marL="0" marR="0" rtl="0" algn="just">
              <a:lnSpc>
                <a:spcPct val="140016"/>
              </a:lnSpc>
              <a:spcBef>
                <a:spcPts val="0"/>
              </a:spcBef>
              <a:spcAft>
                <a:spcPts val="0"/>
              </a:spcAft>
              <a:buClr>
                <a:schemeClr val="dk1"/>
              </a:buClr>
              <a:buSzPts val="3661"/>
              <a:buFont typeface="Libre Franklin"/>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22033"/>
              </a:buClr>
              <a:buSzPts val="3661"/>
              <a:buFont typeface="Tenor Sans"/>
              <a:buNone/>
            </a:pPr>
            <a:r>
              <a:rPr b="0" i="0" lang="en-US" sz="3661" u="none" cap="none" strike="noStrike">
                <a:solidFill>
                  <a:srgbClr val="022033"/>
                </a:solidFill>
                <a:latin typeface="Tenor Sans"/>
                <a:ea typeface="Tenor Sans"/>
                <a:cs typeface="Tenor Sans"/>
                <a:sym typeface="Tenor Sans"/>
              </a:rPr>
              <a:t>Este sensor mide la temperatura y, en algunos modelos (como el DHT22), también la humedad. </a:t>
            </a:r>
            <a:endParaRPr sz="1800">
              <a:solidFill>
                <a:schemeClr val="dk1"/>
              </a:solidFill>
              <a:latin typeface="Libre Franklin"/>
              <a:ea typeface="Libre Franklin"/>
              <a:cs typeface="Libre Franklin"/>
              <a:sym typeface="Libre Franklin"/>
            </a:endParaRPr>
          </a:p>
          <a:p>
            <a:pPr indent="0" lvl="0" marL="0" marR="0" rtl="0" algn="just">
              <a:lnSpc>
                <a:spcPct val="140016"/>
              </a:lnSpc>
              <a:spcBef>
                <a:spcPts val="0"/>
              </a:spcBef>
              <a:spcAft>
                <a:spcPts val="0"/>
              </a:spcAft>
              <a:buClr>
                <a:schemeClr val="dk1"/>
              </a:buClr>
              <a:buSzPts val="3661"/>
              <a:buFont typeface="Libre Franklin"/>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22033"/>
              </a:buClr>
              <a:buSzPts val="3661"/>
              <a:buFont typeface="Tenor Sans"/>
              <a:buNone/>
            </a:pPr>
            <a:r>
              <a:rPr b="0" i="0" lang="en-US" sz="3661" u="none" cap="none" strike="noStrike">
                <a:solidFill>
                  <a:srgbClr val="022033"/>
                </a:solidFill>
                <a:latin typeface="Tenor Sans"/>
                <a:ea typeface="Tenor Sans"/>
                <a:cs typeface="Tenor Sans"/>
                <a:sym typeface="Tenor Sans"/>
              </a:rPr>
              <a:t>Es fácil de usar y proporciona datos en tiempo real, lo que lo hace ideal para monitorear condiciones ambientales.</a:t>
            </a:r>
            <a:endParaRPr sz="1800">
              <a:solidFill>
                <a:schemeClr val="dk1"/>
              </a:solidFill>
              <a:latin typeface="Libre Franklin"/>
              <a:ea typeface="Libre Franklin"/>
              <a:cs typeface="Libre Franklin"/>
              <a:sym typeface="Libre Franklin"/>
            </a:endParaRPr>
          </a:p>
          <a:p>
            <a:pPr indent="0" lvl="0" marL="0" marR="0" rtl="0" algn="just">
              <a:lnSpc>
                <a:spcPct val="140016"/>
              </a:lnSpc>
              <a:spcBef>
                <a:spcPts val="0"/>
              </a:spcBef>
              <a:spcAft>
                <a:spcPts val="0"/>
              </a:spcAft>
              <a:buClr>
                <a:schemeClr val="dk1"/>
              </a:buClr>
              <a:buSzPts val="3661"/>
              <a:buFont typeface="Libre Franklin"/>
              <a:buNone/>
            </a:pPr>
            <a:r>
              <a:t/>
            </a:r>
            <a:endParaRPr b="0" i="0" sz="3661" u="none" cap="none" strike="noStrike">
              <a:solidFill>
                <a:srgbClr val="022033"/>
              </a:solidFill>
              <a:latin typeface="Tenor Sans"/>
              <a:ea typeface="Tenor Sans"/>
              <a:cs typeface="Tenor Sans"/>
              <a:sym typeface="Tenor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8"/>
          <p:cNvSpPr txBox="1"/>
          <p:nvPr/>
        </p:nvSpPr>
        <p:spPr>
          <a:xfrm>
            <a:off x="1579635" y="805774"/>
            <a:ext cx="8516632" cy="8675452"/>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22033"/>
              </a:buClr>
              <a:buSzPts val="3661"/>
              <a:buFont typeface="Tenor Sans"/>
              <a:buNone/>
            </a:pPr>
            <a:r>
              <a:rPr b="1" i="0" lang="en-US" sz="3661" u="none" cap="none" strike="noStrike">
                <a:solidFill>
                  <a:srgbClr val="022033"/>
                </a:solidFill>
                <a:latin typeface="Tenor Sans"/>
                <a:ea typeface="Tenor Sans"/>
                <a:cs typeface="Tenor Sans"/>
                <a:sym typeface="Tenor Sans"/>
              </a:rPr>
              <a:t>Sensor de Luz </a:t>
            </a:r>
            <a:endParaRPr b="1" sz="1800">
              <a:solidFill>
                <a:schemeClr val="dk1"/>
              </a:solidFill>
              <a:latin typeface="Libre Franklin"/>
              <a:ea typeface="Libre Franklin"/>
              <a:cs typeface="Libre Franklin"/>
              <a:sym typeface="Libre Franklin"/>
            </a:endParaRPr>
          </a:p>
          <a:p>
            <a:pPr indent="0" lvl="0" marL="0" marR="0" rtl="0" algn="just">
              <a:lnSpc>
                <a:spcPct val="140016"/>
              </a:lnSpc>
              <a:spcBef>
                <a:spcPts val="0"/>
              </a:spcBef>
              <a:spcAft>
                <a:spcPts val="0"/>
              </a:spcAft>
              <a:buClr>
                <a:srgbClr val="022033"/>
              </a:buClr>
              <a:buSzPts val="3661"/>
              <a:buFont typeface="Tenor Sans"/>
              <a:buNone/>
            </a:pPr>
            <a:r>
              <a:rPr b="0" i="0" lang="en-US" sz="3661" u="none" cap="none" strike="noStrike">
                <a:solidFill>
                  <a:srgbClr val="022033"/>
                </a:solidFill>
                <a:latin typeface="Tenor Sans"/>
                <a:ea typeface="Tenor Sans"/>
                <a:cs typeface="Tenor Sans"/>
                <a:sym typeface="Tenor Sans"/>
              </a:rPr>
              <a:t>(LDR o Fotoresistor)</a:t>
            </a:r>
            <a:endParaRPr sz="1800">
              <a:solidFill>
                <a:schemeClr val="dk1"/>
              </a:solidFill>
              <a:latin typeface="Libre Franklin"/>
              <a:ea typeface="Libre Franklin"/>
              <a:cs typeface="Libre Franklin"/>
              <a:sym typeface="Libre Franklin"/>
            </a:endParaRPr>
          </a:p>
          <a:p>
            <a:pPr indent="0" lvl="0" marL="0" marR="0" rtl="0" algn="just">
              <a:lnSpc>
                <a:spcPct val="140016"/>
              </a:lnSpc>
              <a:spcBef>
                <a:spcPts val="0"/>
              </a:spcBef>
              <a:spcAft>
                <a:spcPts val="0"/>
              </a:spcAft>
              <a:buClr>
                <a:schemeClr val="dk1"/>
              </a:buClr>
              <a:buSzPts val="3661"/>
              <a:buFont typeface="Libre Franklin"/>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22033"/>
              </a:buClr>
              <a:buSzPts val="3661"/>
              <a:buFont typeface="Tenor Sans"/>
              <a:buNone/>
            </a:pPr>
            <a:r>
              <a:rPr b="0" i="0" lang="en-US" sz="3661" u="none" cap="none" strike="noStrike">
                <a:solidFill>
                  <a:srgbClr val="022033"/>
                </a:solidFill>
                <a:latin typeface="Tenor Sans"/>
                <a:ea typeface="Tenor Sans"/>
                <a:cs typeface="Tenor Sans"/>
                <a:sym typeface="Tenor Sans"/>
              </a:rPr>
              <a:t>Un sensor que mide la cantidad de luz en el ambiente. </a:t>
            </a:r>
            <a:endParaRPr sz="1800">
              <a:solidFill>
                <a:schemeClr val="dk1"/>
              </a:solidFill>
              <a:latin typeface="Libre Franklin"/>
              <a:ea typeface="Libre Franklin"/>
              <a:cs typeface="Libre Franklin"/>
              <a:sym typeface="Libre Franklin"/>
            </a:endParaRPr>
          </a:p>
          <a:p>
            <a:pPr indent="0" lvl="0" marL="0" marR="0" rtl="0" algn="just">
              <a:lnSpc>
                <a:spcPct val="140016"/>
              </a:lnSpc>
              <a:spcBef>
                <a:spcPts val="0"/>
              </a:spcBef>
              <a:spcAft>
                <a:spcPts val="0"/>
              </a:spcAft>
              <a:buClr>
                <a:schemeClr val="dk1"/>
              </a:buClr>
              <a:buSzPts val="3661"/>
              <a:buFont typeface="Libre Franklin"/>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22033"/>
              </a:buClr>
              <a:buSzPts val="3661"/>
              <a:buFont typeface="Tenor Sans"/>
              <a:buNone/>
            </a:pPr>
            <a:r>
              <a:rPr b="0" i="0" lang="en-US" sz="3661" u="none" cap="none" strike="noStrike">
                <a:solidFill>
                  <a:srgbClr val="022033"/>
                </a:solidFill>
                <a:latin typeface="Tenor Sans"/>
                <a:ea typeface="Tenor Sans"/>
                <a:cs typeface="Tenor Sans"/>
                <a:sym typeface="Tenor Sans"/>
              </a:rPr>
              <a:t>La resistencia del fotoresistor cambia según la intensidad de luz, permitiendo que Arduino lea variaciones en la iluminación.</a:t>
            </a:r>
            <a:endParaRPr sz="1800">
              <a:solidFill>
                <a:schemeClr val="dk1"/>
              </a:solidFill>
              <a:latin typeface="Libre Franklin"/>
              <a:ea typeface="Libre Franklin"/>
              <a:cs typeface="Libre Franklin"/>
              <a:sym typeface="Libre Franklin"/>
            </a:endParaRPr>
          </a:p>
          <a:p>
            <a:pPr indent="0" lvl="0" marL="0" marR="0" rtl="0" algn="just">
              <a:lnSpc>
                <a:spcPct val="140016"/>
              </a:lnSpc>
              <a:spcBef>
                <a:spcPts val="0"/>
              </a:spcBef>
              <a:spcAft>
                <a:spcPts val="0"/>
              </a:spcAft>
              <a:buClr>
                <a:schemeClr val="dk1"/>
              </a:buClr>
              <a:buSzPts val="3661"/>
              <a:buFont typeface="Libre Franklin"/>
              <a:buNone/>
            </a:pPr>
            <a:r>
              <a:t/>
            </a:r>
            <a:endParaRPr b="0" i="0" sz="3661" u="none" cap="none" strike="noStrike">
              <a:solidFill>
                <a:srgbClr val="022033"/>
              </a:solidFill>
              <a:latin typeface="Tenor Sans"/>
              <a:ea typeface="Tenor Sans"/>
              <a:cs typeface="Tenor Sans"/>
              <a:sym typeface="Tenor Sans"/>
            </a:endParaRPr>
          </a:p>
        </p:txBody>
      </p:sp>
      <p:sp>
        <p:nvSpPr>
          <p:cNvPr id="227" name="Google Shape;227;p28"/>
          <p:cNvSpPr/>
          <p:nvPr/>
        </p:nvSpPr>
        <p:spPr>
          <a:xfrm>
            <a:off x="10902342" y="2062714"/>
            <a:ext cx="6356958" cy="6356958"/>
          </a:xfrm>
          <a:custGeom>
            <a:rect b="b" l="l" r="r" t="t"/>
            <a:pathLst>
              <a:path extrusionOk="0" h="6356958" w="6356958">
                <a:moveTo>
                  <a:pt x="0" y="0"/>
                </a:moveTo>
                <a:lnTo>
                  <a:pt x="6356958" y="0"/>
                </a:lnTo>
                <a:lnTo>
                  <a:pt x="63569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9"/>
          <p:cNvSpPr/>
          <p:nvPr/>
        </p:nvSpPr>
        <p:spPr>
          <a:xfrm>
            <a:off x="11764257" y="2388604"/>
            <a:ext cx="5509791" cy="5509791"/>
          </a:xfrm>
          <a:custGeom>
            <a:rect b="b" l="l" r="r" t="t"/>
            <a:pathLst>
              <a:path extrusionOk="0" h="5509791" w="5509791">
                <a:moveTo>
                  <a:pt x="0" y="0"/>
                </a:moveTo>
                <a:lnTo>
                  <a:pt x="5509791" y="0"/>
                </a:lnTo>
                <a:lnTo>
                  <a:pt x="5509791" y="5509790"/>
                </a:lnTo>
                <a:lnTo>
                  <a:pt x="0" y="550979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
        <p:nvSpPr>
          <p:cNvPr id="233" name="Google Shape;233;p29"/>
          <p:cNvSpPr txBox="1"/>
          <p:nvPr/>
        </p:nvSpPr>
        <p:spPr>
          <a:xfrm>
            <a:off x="1654587" y="1416138"/>
            <a:ext cx="9241064" cy="7886774"/>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22033"/>
              </a:buClr>
              <a:buSzPts val="3661"/>
              <a:buFont typeface="Tenor Sans"/>
              <a:buNone/>
            </a:pPr>
            <a:r>
              <a:rPr b="1" i="0" lang="en-US" sz="3661" u="none" cap="none" strike="noStrike">
                <a:solidFill>
                  <a:srgbClr val="022033"/>
                </a:solidFill>
                <a:latin typeface="Tenor Sans"/>
                <a:ea typeface="Tenor Sans"/>
                <a:cs typeface="Tenor Sans"/>
                <a:sym typeface="Tenor Sans"/>
              </a:rPr>
              <a:t>Sensor de Dióxido de Carbono (CO₂)</a:t>
            </a:r>
            <a:endParaRPr b="1" sz="1800">
              <a:solidFill>
                <a:schemeClr val="dk1"/>
              </a:solidFill>
              <a:latin typeface="Libre Franklin"/>
              <a:ea typeface="Libre Franklin"/>
              <a:cs typeface="Libre Franklin"/>
              <a:sym typeface="Libre Franklin"/>
            </a:endParaRPr>
          </a:p>
          <a:p>
            <a:pPr indent="0" lvl="0" marL="0" marR="0" rtl="0" algn="just">
              <a:lnSpc>
                <a:spcPct val="140016"/>
              </a:lnSpc>
              <a:spcBef>
                <a:spcPts val="0"/>
              </a:spcBef>
              <a:spcAft>
                <a:spcPts val="0"/>
              </a:spcAft>
              <a:buClr>
                <a:schemeClr val="dk1"/>
              </a:buClr>
              <a:buSzPts val="3661"/>
              <a:buFont typeface="Libre Franklin"/>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22033"/>
              </a:buClr>
              <a:buSzPts val="3661"/>
              <a:buFont typeface="Tenor Sans"/>
              <a:buNone/>
            </a:pPr>
            <a:r>
              <a:rPr b="0" i="0" lang="en-US" sz="3661" u="none" cap="none" strike="noStrike">
                <a:solidFill>
                  <a:srgbClr val="022033"/>
                </a:solidFill>
                <a:latin typeface="Tenor Sans"/>
                <a:ea typeface="Tenor Sans"/>
                <a:cs typeface="Tenor Sans"/>
                <a:sym typeface="Tenor Sans"/>
              </a:rPr>
              <a:t>Mide la concentración de dióxido de carbono en el ambiente, lo que permite evaluar la calidad del aire en interiores y exteriores.</a:t>
            </a:r>
            <a:endParaRPr sz="1800">
              <a:solidFill>
                <a:schemeClr val="dk1"/>
              </a:solidFill>
              <a:latin typeface="Libre Franklin"/>
              <a:ea typeface="Libre Franklin"/>
              <a:cs typeface="Libre Franklin"/>
              <a:sym typeface="Libre Franklin"/>
            </a:endParaRPr>
          </a:p>
          <a:p>
            <a:pPr indent="0" lvl="0" marL="0" marR="0" rtl="0" algn="just">
              <a:lnSpc>
                <a:spcPct val="140016"/>
              </a:lnSpc>
              <a:spcBef>
                <a:spcPts val="0"/>
              </a:spcBef>
              <a:spcAft>
                <a:spcPts val="0"/>
              </a:spcAft>
              <a:buClr>
                <a:schemeClr val="dk1"/>
              </a:buClr>
              <a:buSzPts val="3661"/>
              <a:buFont typeface="Libre Franklin"/>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22033"/>
              </a:buClr>
              <a:buSzPts val="3661"/>
              <a:buFont typeface="Tenor Sans"/>
              <a:buNone/>
            </a:pPr>
            <a:r>
              <a:rPr b="0" i="0" lang="en-US" sz="3661" u="none" cap="none" strike="noStrike">
                <a:solidFill>
                  <a:srgbClr val="022033"/>
                </a:solidFill>
                <a:latin typeface="Tenor Sans"/>
                <a:ea typeface="Tenor Sans"/>
                <a:cs typeface="Tenor Sans"/>
                <a:sym typeface="Tenor Sans"/>
              </a:rPr>
              <a:t>Se usa comunmente en sistemas de monitoreo de calidad del aire, ventilación en espacios cerrados.</a:t>
            </a:r>
            <a:endParaRPr sz="1800">
              <a:solidFill>
                <a:schemeClr val="dk1"/>
              </a:solidFill>
              <a:latin typeface="Libre Franklin"/>
              <a:ea typeface="Libre Franklin"/>
              <a:cs typeface="Libre Franklin"/>
              <a:sym typeface="Libre Franklin"/>
            </a:endParaRPr>
          </a:p>
          <a:p>
            <a:pPr indent="0" lvl="0" marL="0" marR="0" rtl="0" algn="just">
              <a:lnSpc>
                <a:spcPct val="140016"/>
              </a:lnSpc>
              <a:spcBef>
                <a:spcPts val="0"/>
              </a:spcBef>
              <a:spcAft>
                <a:spcPts val="0"/>
              </a:spcAft>
              <a:buClr>
                <a:schemeClr val="dk1"/>
              </a:buClr>
              <a:buSzPts val="3661"/>
              <a:buFont typeface="Libre Franklin"/>
              <a:buNone/>
            </a:pPr>
            <a:r>
              <a:t/>
            </a:r>
            <a:endParaRPr b="0" i="0" sz="3661" u="none" cap="none" strike="noStrike">
              <a:solidFill>
                <a:srgbClr val="022033"/>
              </a:solidFill>
              <a:latin typeface="Tenor Sans"/>
              <a:ea typeface="Tenor Sans"/>
              <a:cs typeface="Tenor Sans"/>
              <a:sym typeface="Tenor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0"/>
          <p:cNvSpPr/>
          <p:nvPr/>
        </p:nvSpPr>
        <p:spPr>
          <a:xfrm>
            <a:off x="11148588" y="2268196"/>
            <a:ext cx="5578090" cy="5750608"/>
          </a:xfrm>
          <a:custGeom>
            <a:rect b="b" l="l" r="r" t="t"/>
            <a:pathLst>
              <a:path extrusionOk="0" h="5750608" w="5578090">
                <a:moveTo>
                  <a:pt x="0" y="0"/>
                </a:moveTo>
                <a:lnTo>
                  <a:pt x="5578089" y="0"/>
                </a:lnTo>
                <a:lnTo>
                  <a:pt x="5578089" y="5750608"/>
                </a:lnTo>
                <a:lnTo>
                  <a:pt x="0" y="575060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
        <p:nvSpPr>
          <p:cNvPr id="239" name="Google Shape;239;p30"/>
          <p:cNvSpPr txBox="1"/>
          <p:nvPr/>
        </p:nvSpPr>
        <p:spPr>
          <a:xfrm>
            <a:off x="1561322" y="750859"/>
            <a:ext cx="9013824" cy="9464129"/>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22033"/>
              </a:buClr>
              <a:buSzPts val="3661"/>
              <a:buFont typeface="Tenor Sans"/>
              <a:buNone/>
            </a:pPr>
            <a:r>
              <a:rPr b="1" i="0" lang="en-US" sz="3661" u="none" cap="none" strike="noStrike">
                <a:solidFill>
                  <a:srgbClr val="022033"/>
                </a:solidFill>
                <a:latin typeface="Tenor Sans"/>
                <a:ea typeface="Tenor Sans"/>
                <a:cs typeface="Tenor Sans"/>
                <a:sym typeface="Tenor Sans"/>
              </a:rPr>
              <a:t>Sensor de Ultrasonido (HC-SR04)</a:t>
            </a:r>
            <a:endParaRPr b="1" sz="1800">
              <a:solidFill>
                <a:schemeClr val="dk1"/>
              </a:solidFill>
              <a:latin typeface="Libre Franklin"/>
              <a:ea typeface="Libre Franklin"/>
              <a:cs typeface="Libre Franklin"/>
              <a:sym typeface="Libre Franklin"/>
            </a:endParaRPr>
          </a:p>
          <a:p>
            <a:pPr indent="0" lvl="0" marL="0" marR="0" rtl="0" algn="just">
              <a:lnSpc>
                <a:spcPct val="140016"/>
              </a:lnSpc>
              <a:spcBef>
                <a:spcPts val="0"/>
              </a:spcBef>
              <a:spcAft>
                <a:spcPts val="0"/>
              </a:spcAft>
              <a:buClr>
                <a:schemeClr val="dk1"/>
              </a:buClr>
              <a:buSzPts val="3661"/>
              <a:buFont typeface="Libre Franklin"/>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22033"/>
              </a:buClr>
              <a:buSzPts val="3661"/>
              <a:buFont typeface="Tenor Sans"/>
              <a:buNone/>
            </a:pPr>
            <a:r>
              <a:rPr b="0" i="0" lang="en-US" sz="3661" u="none" cap="none" strike="noStrike">
                <a:solidFill>
                  <a:srgbClr val="022033"/>
                </a:solidFill>
                <a:latin typeface="Tenor Sans"/>
                <a:ea typeface="Tenor Sans"/>
                <a:cs typeface="Tenor Sans"/>
                <a:sym typeface="Tenor Sans"/>
              </a:rPr>
              <a:t>Mide distancias usando ondas de ultrasonido. </a:t>
            </a:r>
            <a:endParaRPr sz="1800">
              <a:solidFill>
                <a:schemeClr val="dk1"/>
              </a:solidFill>
              <a:latin typeface="Libre Franklin"/>
              <a:ea typeface="Libre Franklin"/>
              <a:cs typeface="Libre Franklin"/>
              <a:sym typeface="Libre Franklin"/>
            </a:endParaRPr>
          </a:p>
          <a:p>
            <a:pPr indent="0" lvl="0" marL="0" marR="0" rtl="0" algn="just">
              <a:lnSpc>
                <a:spcPct val="140016"/>
              </a:lnSpc>
              <a:spcBef>
                <a:spcPts val="0"/>
              </a:spcBef>
              <a:spcAft>
                <a:spcPts val="0"/>
              </a:spcAft>
              <a:buClr>
                <a:schemeClr val="dk1"/>
              </a:buClr>
              <a:buSzPts val="3661"/>
              <a:buFont typeface="Libre Franklin"/>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22033"/>
              </a:buClr>
              <a:buSzPts val="3661"/>
              <a:buFont typeface="Tenor Sans"/>
              <a:buNone/>
            </a:pPr>
            <a:r>
              <a:rPr b="0" i="0" lang="en-US" sz="3661" u="none" cap="none" strike="noStrike">
                <a:solidFill>
                  <a:srgbClr val="022033"/>
                </a:solidFill>
                <a:latin typeface="Tenor Sans"/>
                <a:ea typeface="Tenor Sans"/>
                <a:cs typeface="Tenor Sans"/>
                <a:sym typeface="Tenor Sans"/>
              </a:rPr>
              <a:t>El sensor emite un sonido de alta frecuencia y mide el tiempo que tarda en rebotar hacia el sensor. </a:t>
            </a:r>
            <a:endParaRPr sz="1800">
              <a:solidFill>
                <a:schemeClr val="dk1"/>
              </a:solidFill>
              <a:latin typeface="Libre Franklin"/>
              <a:ea typeface="Libre Franklin"/>
              <a:cs typeface="Libre Franklin"/>
              <a:sym typeface="Libre Franklin"/>
            </a:endParaRPr>
          </a:p>
          <a:p>
            <a:pPr indent="0" lvl="0" marL="0" marR="0" rtl="0" algn="just">
              <a:lnSpc>
                <a:spcPct val="140016"/>
              </a:lnSpc>
              <a:spcBef>
                <a:spcPts val="0"/>
              </a:spcBef>
              <a:spcAft>
                <a:spcPts val="0"/>
              </a:spcAft>
              <a:buClr>
                <a:schemeClr val="dk1"/>
              </a:buClr>
              <a:buSzPts val="3661"/>
              <a:buFont typeface="Libre Franklin"/>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22033"/>
              </a:buClr>
              <a:buSzPts val="3661"/>
              <a:buFont typeface="Tenor Sans"/>
              <a:buNone/>
            </a:pPr>
            <a:r>
              <a:rPr b="0" i="0" lang="en-US" sz="3661" u="none" cap="none" strike="noStrike">
                <a:solidFill>
                  <a:srgbClr val="022033"/>
                </a:solidFill>
                <a:latin typeface="Tenor Sans"/>
                <a:ea typeface="Tenor Sans"/>
                <a:cs typeface="Tenor Sans"/>
                <a:sym typeface="Tenor Sans"/>
              </a:rPr>
              <a:t>Es muy preciso para aplicaciones de corta distancia.</a:t>
            </a:r>
            <a:endParaRPr sz="1800">
              <a:solidFill>
                <a:schemeClr val="dk1"/>
              </a:solidFill>
              <a:latin typeface="Libre Franklin"/>
              <a:ea typeface="Libre Franklin"/>
              <a:cs typeface="Libre Franklin"/>
              <a:sym typeface="Libre Franklin"/>
            </a:endParaRPr>
          </a:p>
          <a:p>
            <a:pPr indent="0" lvl="0" marL="0" marR="0" rtl="0" algn="just">
              <a:lnSpc>
                <a:spcPct val="140016"/>
              </a:lnSpc>
              <a:spcBef>
                <a:spcPts val="0"/>
              </a:spcBef>
              <a:spcAft>
                <a:spcPts val="0"/>
              </a:spcAft>
              <a:buClr>
                <a:schemeClr val="dk1"/>
              </a:buClr>
              <a:buSzPts val="3661"/>
              <a:buFont typeface="Libre Franklin"/>
              <a:buNone/>
            </a:pPr>
            <a:r>
              <a:t/>
            </a:r>
            <a:endParaRPr b="0" i="0" sz="3661" u="none" cap="none" strike="noStrike">
              <a:solidFill>
                <a:srgbClr val="022033"/>
              </a:solidFill>
              <a:latin typeface="Tenor Sans"/>
              <a:ea typeface="Tenor Sans"/>
              <a:cs typeface="Tenor Sans"/>
              <a:sym typeface="Tenor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6"/>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131416"/>
              </a:buClr>
              <a:buSzPts val="6900"/>
              <a:buFont typeface="Impact"/>
              <a:buNone/>
            </a:pPr>
            <a:r>
              <a:rPr i="0" lang="en-US" sz="6900" u="none" cap="none" strike="noStrike">
                <a:solidFill>
                  <a:srgbClr val="131416"/>
                </a:solidFill>
                <a:latin typeface="Impact"/>
                <a:ea typeface="Impact"/>
                <a:cs typeface="Impact"/>
                <a:sym typeface="Impact"/>
              </a:rPr>
              <a:t>CONCEPTOS CLAVE APRENDIDOS </a:t>
            </a:r>
            <a:endParaRPr sz="1800">
              <a:solidFill>
                <a:schemeClr val="dk1"/>
              </a:solidFill>
              <a:latin typeface="Impact"/>
              <a:ea typeface="Impact"/>
              <a:cs typeface="Impact"/>
              <a:sym typeface="Impact"/>
            </a:endParaRPr>
          </a:p>
        </p:txBody>
      </p:sp>
      <p:sp>
        <p:nvSpPr>
          <p:cNvPr id="245" name="Google Shape;245;p6"/>
          <p:cNvSpPr txBox="1"/>
          <p:nvPr>
            <p:ph idx="1" type="body"/>
          </p:nvPr>
        </p:nvSpPr>
        <p:spPr>
          <a:xfrm>
            <a:off x="1806720" y="2727812"/>
            <a:ext cx="15434145" cy="6612579"/>
          </a:xfrm>
          <a:prstGeom prst="rect">
            <a:avLst/>
          </a:prstGeom>
          <a:noFill/>
          <a:ln>
            <a:noFill/>
          </a:ln>
        </p:spPr>
        <p:txBody>
          <a:bodyPr anchorCtr="0" anchor="ctr" bIns="45700" lIns="91425" spcFirstLastPara="1" rIns="91425" wrap="square" tIns="45700">
            <a:spAutoFit/>
          </a:bodyPr>
          <a:lstStyle/>
          <a:p>
            <a:pPr indent="-576072" lvl="0" marL="576072" rtl="0" algn="l">
              <a:lnSpc>
                <a:spcPct val="94000"/>
              </a:lnSpc>
              <a:spcBef>
                <a:spcPts val="0"/>
              </a:spcBef>
              <a:spcAft>
                <a:spcPts val="0"/>
              </a:spcAft>
              <a:buClr>
                <a:schemeClr val="dk2"/>
              </a:buClr>
              <a:buSzPts val="2400"/>
              <a:buNone/>
            </a:pPr>
            <a:r>
              <a:rPr b="1" lang="en-US" sz="2400"/>
              <a:t>Librerías en Arduino</a:t>
            </a:r>
            <a:endParaRPr/>
          </a:p>
          <a:p>
            <a:pPr indent="-576072" lvl="0" marL="576072" rtl="0" algn="l">
              <a:lnSpc>
                <a:spcPct val="94000"/>
              </a:lnSpc>
              <a:spcBef>
                <a:spcPts val="1800"/>
              </a:spcBef>
              <a:spcAft>
                <a:spcPts val="0"/>
              </a:spcAft>
              <a:buClr>
                <a:schemeClr val="dk2"/>
              </a:buClr>
              <a:buSzPts val="2400"/>
              <a:buFont typeface="Arial"/>
              <a:buChar char="•"/>
            </a:pPr>
            <a:r>
              <a:rPr lang="en-US" sz="2400"/>
              <a:t>Son </a:t>
            </a:r>
            <a:r>
              <a:rPr b="1" lang="en-US" sz="2400"/>
              <a:t>colecciones de código preescrito</a:t>
            </a:r>
            <a:r>
              <a:rPr lang="en-US" sz="2400"/>
              <a:t> que facilitan la programación de sensores y actuadores.</a:t>
            </a:r>
            <a:endParaRPr/>
          </a:p>
          <a:p>
            <a:pPr indent="-576072" lvl="0" marL="576072" rtl="0" algn="l">
              <a:lnSpc>
                <a:spcPct val="94000"/>
              </a:lnSpc>
              <a:spcBef>
                <a:spcPts val="1800"/>
              </a:spcBef>
              <a:spcAft>
                <a:spcPts val="0"/>
              </a:spcAft>
              <a:buClr>
                <a:schemeClr val="dk2"/>
              </a:buClr>
              <a:buSzPts val="2400"/>
              <a:buFont typeface="Arial"/>
              <a:buChar char="•"/>
            </a:pPr>
            <a:r>
              <a:rPr lang="en-US" sz="2400"/>
              <a:t>Permiten reducir tiempo, optimizar el código y facilitar el mantenimiento.</a:t>
            </a:r>
            <a:endParaRPr/>
          </a:p>
          <a:p>
            <a:pPr indent="-576072" lvl="0" marL="576072" rtl="0" algn="l">
              <a:lnSpc>
                <a:spcPct val="94000"/>
              </a:lnSpc>
              <a:spcBef>
                <a:spcPts val="1800"/>
              </a:spcBef>
              <a:spcAft>
                <a:spcPts val="0"/>
              </a:spcAft>
              <a:buClr>
                <a:schemeClr val="dk2"/>
              </a:buClr>
              <a:buSzPts val="2400"/>
              <a:buFont typeface="Arial"/>
              <a:buChar char="•"/>
            </a:pPr>
            <a:r>
              <a:rPr lang="en-US" sz="2400"/>
              <a:t>Ejemplo: controlar un motor paso a paso con unas pocas funciones de librería en lugar de muchas líneas de código manual.</a:t>
            </a:r>
            <a:endParaRPr/>
          </a:p>
          <a:p>
            <a:pPr indent="0" lvl="0" marL="0" rtl="0" algn="l">
              <a:lnSpc>
                <a:spcPct val="94000"/>
              </a:lnSpc>
              <a:spcBef>
                <a:spcPts val="1800"/>
              </a:spcBef>
              <a:spcAft>
                <a:spcPts val="0"/>
              </a:spcAft>
              <a:buClr>
                <a:schemeClr val="dk2"/>
              </a:buClr>
              <a:buSzPts val="2400"/>
              <a:buNone/>
            </a:pPr>
            <a:r>
              <a:t/>
            </a:r>
            <a:endParaRPr sz="2400"/>
          </a:p>
          <a:p>
            <a:pPr indent="-576072" lvl="0" marL="576072" rtl="0" algn="l">
              <a:lnSpc>
                <a:spcPct val="94000"/>
              </a:lnSpc>
              <a:spcBef>
                <a:spcPts val="1800"/>
              </a:spcBef>
              <a:spcAft>
                <a:spcPts val="0"/>
              </a:spcAft>
              <a:buClr>
                <a:schemeClr val="dk2"/>
              </a:buClr>
              <a:buSzPts val="2400"/>
              <a:buNone/>
            </a:pPr>
            <a:r>
              <a:rPr b="1" lang="en-US" sz="2400"/>
              <a:t>Actuadores</a:t>
            </a:r>
            <a:endParaRPr/>
          </a:p>
          <a:p>
            <a:pPr indent="-576072" lvl="0" marL="576072" rtl="0" algn="l">
              <a:lnSpc>
                <a:spcPct val="94000"/>
              </a:lnSpc>
              <a:spcBef>
                <a:spcPts val="1800"/>
              </a:spcBef>
              <a:spcAft>
                <a:spcPts val="0"/>
              </a:spcAft>
              <a:buClr>
                <a:schemeClr val="dk2"/>
              </a:buClr>
              <a:buSzPts val="2400"/>
              <a:buFont typeface="Arial"/>
              <a:buChar char="•"/>
            </a:pPr>
            <a:r>
              <a:rPr lang="en-US" sz="2400"/>
              <a:t>Dispositivos que convierten señales eléctricas en </a:t>
            </a:r>
            <a:r>
              <a:rPr b="1" lang="en-US" sz="2400"/>
              <a:t>movimiento físico</a:t>
            </a:r>
            <a:r>
              <a:rPr lang="en-US" sz="2400"/>
              <a:t>.</a:t>
            </a:r>
            <a:endParaRPr/>
          </a:p>
          <a:p>
            <a:pPr indent="-576072" lvl="0" marL="576072" rtl="0" algn="l">
              <a:lnSpc>
                <a:spcPct val="94000"/>
              </a:lnSpc>
              <a:spcBef>
                <a:spcPts val="1800"/>
              </a:spcBef>
              <a:spcAft>
                <a:spcPts val="0"/>
              </a:spcAft>
              <a:buClr>
                <a:schemeClr val="dk2"/>
              </a:buClr>
              <a:buSzPts val="2400"/>
              <a:buFont typeface="Arial"/>
              <a:buChar char="•"/>
            </a:pPr>
            <a:r>
              <a:rPr lang="en-US" sz="2400"/>
              <a:t>Tipos:</a:t>
            </a:r>
            <a:endParaRPr/>
          </a:p>
          <a:p>
            <a:pPr indent="-285750" lvl="1" marL="742950" rtl="0" algn="l">
              <a:lnSpc>
                <a:spcPct val="94000"/>
              </a:lnSpc>
              <a:spcBef>
                <a:spcPts val="1050"/>
              </a:spcBef>
              <a:spcAft>
                <a:spcPts val="0"/>
              </a:spcAft>
              <a:buClr>
                <a:schemeClr val="dk2"/>
              </a:buClr>
              <a:buSzPts val="2400"/>
              <a:buFont typeface="Arial"/>
              <a:buChar char="•"/>
            </a:pPr>
            <a:r>
              <a:rPr b="1" lang="en-US" sz="2400"/>
              <a:t>Eléctricos</a:t>
            </a:r>
            <a:r>
              <a:rPr lang="en-US" sz="2400"/>
              <a:t>: comunes en proyectos con Arduino.</a:t>
            </a:r>
            <a:endParaRPr/>
          </a:p>
          <a:p>
            <a:pPr indent="-285750" lvl="1" marL="742950" rtl="0" algn="l">
              <a:lnSpc>
                <a:spcPct val="94000"/>
              </a:lnSpc>
              <a:spcBef>
                <a:spcPts val="1050"/>
              </a:spcBef>
              <a:spcAft>
                <a:spcPts val="0"/>
              </a:spcAft>
              <a:buClr>
                <a:schemeClr val="dk2"/>
              </a:buClr>
              <a:buSzPts val="2400"/>
              <a:buFont typeface="Arial"/>
              <a:buChar char="•"/>
            </a:pPr>
            <a:r>
              <a:rPr b="1" lang="en-US" sz="2400"/>
              <a:t>Neumáticos</a:t>
            </a:r>
            <a:r>
              <a:rPr lang="en-US" sz="2400"/>
              <a:t>: usan aire comprimido.</a:t>
            </a:r>
            <a:endParaRPr/>
          </a:p>
          <a:p>
            <a:pPr indent="-285750" lvl="1" marL="742950" rtl="0" algn="l">
              <a:lnSpc>
                <a:spcPct val="94000"/>
              </a:lnSpc>
              <a:spcBef>
                <a:spcPts val="1050"/>
              </a:spcBef>
              <a:spcAft>
                <a:spcPts val="0"/>
              </a:spcAft>
              <a:buClr>
                <a:schemeClr val="dk2"/>
              </a:buClr>
              <a:buSzPts val="2400"/>
              <a:buFont typeface="Arial"/>
              <a:buChar char="•"/>
            </a:pPr>
            <a:r>
              <a:rPr b="1" lang="en-US" sz="2400"/>
              <a:t>Hidráulicos</a:t>
            </a:r>
            <a:r>
              <a:rPr lang="en-US" sz="2400"/>
              <a:t>: utilizan presión de fluidos.</a:t>
            </a:r>
            <a:endParaRPr/>
          </a:p>
          <a:p>
            <a:pPr indent="0" lvl="0" marL="0" marR="0" rtl="0" algn="l">
              <a:lnSpc>
                <a:spcPct val="100000"/>
              </a:lnSpc>
              <a:spcBef>
                <a:spcPts val="300"/>
              </a:spcBef>
              <a:spcAft>
                <a:spcPts val="0"/>
              </a:spcAft>
              <a:buClr>
                <a:schemeClr val="dk2"/>
              </a:buClr>
              <a:buSzPts val="1800"/>
              <a:buFont typeface="Libre Franklin"/>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1"/>
          <p:cNvSpPr txBox="1"/>
          <p:nvPr>
            <p:ph idx="1" type="body"/>
          </p:nvPr>
        </p:nvSpPr>
        <p:spPr>
          <a:xfrm>
            <a:off x="1426927" y="2164840"/>
            <a:ext cx="15434145" cy="5378780"/>
          </a:xfrm>
          <a:prstGeom prst="rect">
            <a:avLst/>
          </a:prstGeom>
          <a:noFill/>
          <a:ln>
            <a:noFill/>
          </a:ln>
        </p:spPr>
        <p:txBody>
          <a:bodyPr anchorCtr="0" anchor="ctr" bIns="45700" lIns="91425" spcFirstLastPara="1" rIns="91425" wrap="square" tIns="45700">
            <a:spAutoFit/>
          </a:bodyPr>
          <a:lstStyle/>
          <a:p>
            <a:pPr indent="-576072" lvl="0" marL="576072" rtl="0" algn="l">
              <a:lnSpc>
                <a:spcPct val="94000"/>
              </a:lnSpc>
              <a:spcBef>
                <a:spcPts val="0"/>
              </a:spcBef>
              <a:spcAft>
                <a:spcPts val="0"/>
              </a:spcAft>
              <a:buClr>
                <a:schemeClr val="dk2"/>
              </a:buClr>
              <a:buSzPts val="2400"/>
              <a:buNone/>
            </a:pPr>
            <a:r>
              <a:rPr b="1" lang="en-US" sz="2400"/>
              <a:t>Sensores</a:t>
            </a:r>
            <a:endParaRPr/>
          </a:p>
          <a:p>
            <a:pPr indent="-576072" lvl="0" marL="576072" rtl="0" algn="l">
              <a:lnSpc>
                <a:spcPct val="94000"/>
              </a:lnSpc>
              <a:spcBef>
                <a:spcPts val="1800"/>
              </a:spcBef>
              <a:spcAft>
                <a:spcPts val="0"/>
              </a:spcAft>
              <a:buClr>
                <a:schemeClr val="dk2"/>
              </a:buClr>
              <a:buSzPts val="2400"/>
              <a:buFont typeface="Arial"/>
              <a:buChar char="•"/>
            </a:pPr>
            <a:r>
              <a:rPr b="1" lang="en-US" sz="2400"/>
              <a:t>Temperatura (DHT11/DHT22)</a:t>
            </a:r>
            <a:r>
              <a:rPr lang="en-US" sz="2400"/>
              <a:t>: mide temperatura y humedad.</a:t>
            </a:r>
            <a:endParaRPr/>
          </a:p>
          <a:p>
            <a:pPr indent="-576072" lvl="0" marL="576072" rtl="0" algn="l">
              <a:lnSpc>
                <a:spcPct val="94000"/>
              </a:lnSpc>
              <a:spcBef>
                <a:spcPts val="1800"/>
              </a:spcBef>
              <a:spcAft>
                <a:spcPts val="0"/>
              </a:spcAft>
              <a:buClr>
                <a:schemeClr val="dk2"/>
              </a:buClr>
              <a:buSzPts val="2400"/>
              <a:buFont typeface="Arial"/>
              <a:buChar char="•"/>
            </a:pPr>
            <a:r>
              <a:rPr b="1" lang="en-US" sz="2400"/>
              <a:t>Luz (LDR)</a:t>
            </a:r>
            <a:r>
              <a:rPr lang="en-US" sz="2400"/>
              <a:t>: mide intensidad de luz ambiental.</a:t>
            </a:r>
            <a:endParaRPr/>
          </a:p>
          <a:p>
            <a:pPr indent="-576072" lvl="0" marL="576072" rtl="0" algn="l">
              <a:lnSpc>
                <a:spcPct val="94000"/>
              </a:lnSpc>
              <a:spcBef>
                <a:spcPts val="1800"/>
              </a:spcBef>
              <a:spcAft>
                <a:spcPts val="0"/>
              </a:spcAft>
              <a:buClr>
                <a:schemeClr val="dk2"/>
              </a:buClr>
              <a:buSzPts val="2400"/>
              <a:buFont typeface="Arial"/>
              <a:buChar char="•"/>
            </a:pPr>
            <a:r>
              <a:rPr b="1" lang="en-US" sz="2400"/>
              <a:t>Dióxido de carbono (CO₂)</a:t>
            </a:r>
            <a:r>
              <a:rPr lang="en-US" sz="2400"/>
              <a:t>: evalúa la calidad del aire.</a:t>
            </a:r>
            <a:endParaRPr/>
          </a:p>
          <a:p>
            <a:pPr indent="-576072" lvl="0" marL="576072" rtl="0" algn="l">
              <a:lnSpc>
                <a:spcPct val="94000"/>
              </a:lnSpc>
              <a:spcBef>
                <a:spcPts val="1800"/>
              </a:spcBef>
              <a:spcAft>
                <a:spcPts val="0"/>
              </a:spcAft>
              <a:buClr>
                <a:schemeClr val="dk2"/>
              </a:buClr>
              <a:buSzPts val="2400"/>
              <a:buFont typeface="Arial"/>
              <a:buChar char="•"/>
            </a:pPr>
            <a:r>
              <a:rPr b="1" lang="en-US" sz="2400"/>
              <a:t>Ultrasonido (HC-SR04)</a:t>
            </a:r>
            <a:r>
              <a:rPr lang="en-US" sz="2400"/>
              <a:t>: mide distancias mediante ondas de sonido.</a:t>
            </a:r>
            <a:endParaRPr/>
          </a:p>
          <a:p>
            <a:pPr indent="0" lvl="0" marL="0" rtl="0" algn="l">
              <a:lnSpc>
                <a:spcPct val="94000"/>
              </a:lnSpc>
              <a:spcBef>
                <a:spcPts val="1800"/>
              </a:spcBef>
              <a:spcAft>
                <a:spcPts val="0"/>
              </a:spcAft>
              <a:buClr>
                <a:schemeClr val="dk2"/>
              </a:buClr>
              <a:buSzPts val="2400"/>
              <a:buNone/>
            </a:pPr>
            <a:r>
              <a:t/>
            </a:r>
            <a:endParaRPr sz="2400"/>
          </a:p>
          <a:p>
            <a:pPr indent="-576072" lvl="0" marL="576072" rtl="0" algn="l">
              <a:lnSpc>
                <a:spcPct val="94000"/>
              </a:lnSpc>
              <a:spcBef>
                <a:spcPts val="1800"/>
              </a:spcBef>
              <a:spcAft>
                <a:spcPts val="0"/>
              </a:spcAft>
              <a:buClr>
                <a:schemeClr val="dk2"/>
              </a:buClr>
              <a:buSzPts val="2400"/>
              <a:buNone/>
            </a:pPr>
            <a:r>
              <a:rPr b="1" lang="en-US" sz="2400"/>
              <a:t>Ejemplos de Actuadores</a:t>
            </a:r>
            <a:endParaRPr/>
          </a:p>
          <a:p>
            <a:pPr indent="-576072" lvl="0" marL="576072" rtl="0" algn="l">
              <a:lnSpc>
                <a:spcPct val="94000"/>
              </a:lnSpc>
              <a:spcBef>
                <a:spcPts val="1800"/>
              </a:spcBef>
              <a:spcAft>
                <a:spcPts val="0"/>
              </a:spcAft>
              <a:buClr>
                <a:schemeClr val="dk2"/>
              </a:buClr>
              <a:buSzPts val="2400"/>
              <a:buFont typeface="Arial"/>
              <a:buChar char="•"/>
            </a:pPr>
            <a:r>
              <a:rPr b="1" lang="en-US" sz="2400"/>
              <a:t>Servomotor</a:t>
            </a:r>
            <a:r>
              <a:rPr lang="en-US" sz="2400"/>
              <a:t>: permite controlar la posición angular con precisión (0–180°).</a:t>
            </a:r>
            <a:endParaRPr/>
          </a:p>
          <a:p>
            <a:pPr indent="-576072" lvl="0" marL="576072" rtl="0" algn="l">
              <a:lnSpc>
                <a:spcPct val="94000"/>
              </a:lnSpc>
              <a:spcBef>
                <a:spcPts val="1800"/>
              </a:spcBef>
              <a:spcAft>
                <a:spcPts val="0"/>
              </a:spcAft>
              <a:buClr>
                <a:schemeClr val="dk2"/>
              </a:buClr>
              <a:buSzPts val="2400"/>
              <a:buFont typeface="Arial"/>
              <a:buChar char="•"/>
            </a:pPr>
            <a:r>
              <a:rPr b="1" lang="en-US" sz="2400"/>
              <a:t>Motor paso a paso</a:t>
            </a:r>
            <a:r>
              <a:rPr lang="en-US" sz="2400"/>
              <a:t>: se mueve en pasos precisos, ideal para impresoras 3D y control de movimiento.</a:t>
            </a:r>
            <a:endParaRPr/>
          </a:p>
          <a:p>
            <a:pPr indent="0" lvl="0" marL="0" marR="0" rtl="0" algn="l">
              <a:lnSpc>
                <a:spcPct val="100000"/>
              </a:lnSpc>
              <a:spcBef>
                <a:spcPts val="300"/>
              </a:spcBef>
              <a:spcAft>
                <a:spcPts val="0"/>
              </a:spcAft>
              <a:buClr>
                <a:schemeClr val="dk2"/>
              </a:buClr>
              <a:buSzPts val="1800"/>
              <a:buFont typeface="Libre Franklin"/>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7"/>
          <p:cNvSpPr txBox="1"/>
          <p:nvPr/>
        </p:nvSpPr>
        <p:spPr>
          <a:xfrm>
            <a:off x="2507390" y="1000125"/>
            <a:ext cx="13503300" cy="119988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131416"/>
              </a:buClr>
              <a:buSzPts val="6900"/>
              <a:buFont typeface="Impact"/>
              <a:buNone/>
            </a:pPr>
            <a:r>
              <a:rPr i="0" lang="en-US" sz="6900" u="none" cap="none" strike="noStrike">
                <a:solidFill>
                  <a:srgbClr val="131416"/>
                </a:solidFill>
                <a:latin typeface="Impact"/>
                <a:ea typeface="Impact"/>
                <a:cs typeface="Impact"/>
                <a:sym typeface="Impact"/>
              </a:rPr>
              <a:t>VALORES A DESARROLLAR</a:t>
            </a:r>
            <a:endParaRPr sz="1800">
              <a:solidFill>
                <a:schemeClr val="dk1"/>
              </a:solidFill>
              <a:latin typeface="Impact"/>
              <a:ea typeface="Impact"/>
              <a:cs typeface="Impact"/>
              <a:sym typeface="Impact"/>
            </a:endParaRPr>
          </a:p>
        </p:txBody>
      </p:sp>
      <p:sp>
        <p:nvSpPr>
          <p:cNvPr id="256" name="Google Shape;256;p7"/>
          <p:cNvSpPr txBox="1"/>
          <p:nvPr/>
        </p:nvSpPr>
        <p:spPr>
          <a:xfrm>
            <a:off x="1388502" y="2772696"/>
            <a:ext cx="15741075" cy="4924425"/>
          </a:xfrm>
          <a:prstGeom prst="rect">
            <a:avLst/>
          </a:prstGeom>
          <a:noFill/>
          <a:ln>
            <a:noFill/>
          </a:ln>
        </p:spPr>
        <p:txBody>
          <a:bodyPr anchorCtr="0" anchor="t" bIns="0" lIns="0" spcFirstLastPara="1" rIns="0" wrap="square" tIns="0">
            <a:spAutoFit/>
          </a:bodyPr>
          <a:lstStyle/>
          <a:p>
            <a:pPr indent="-203200" lvl="0" marL="0" marR="0" rtl="0" algn="l">
              <a:spcBef>
                <a:spcPts val="0"/>
              </a:spcBef>
              <a:spcAft>
                <a:spcPts val="0"/>
              </a:spcAft>
              <a:buClr>
                <a:schemeClr val="dk1"/>
              </a:buClr>
              <a:buSzPts val="3200"/>
              <a:buFont typeface="Arial"/>
              <a:buChar char="•"/>
            </a:pPr>
            <a:r>
              <a:rPr b="1" lang="en-US" sz="3200">
                <a:solidFill>
                  <a:schemeClr val="dk1"/>
                </a:solidFill>
                <a:latin typeface="Libre Franklin"/>
                <a:ea typeface="Libre Franklin"/>
                <a:cs typeface="Libre Franklin"/>
                <a:sym typeface="Libre Franklin"/>
              </a:rPr>
              <a:t>Precisión:</a:t>
            </a:r>
            <a:br>
              <a:rPr lang="en-US" sz="3200">
                <a:solidFill>
                  <a:schemeClr val="dk1"/>
                </a:solidFill>
                <a:latin typeface="Libre Franklin"/>
                <a:ea typeface="Libre Franklin"/>
                <a:cs typeface="Libre Franklin"/>
                <a:sym typeface="Libre Franklin"/>
              </a:rPr>
            </a:br>
            <a:r>
              <a:rPr lang="en-US" sz="3200">
                <a:solidFill>
                  <a:schemeClr val="dk1"/>
                </a:solidFill>
                <a:latin typeface="Libre Franklin"/>
                <a:ea typeface="Libre Franklin"/>
                <a:cs typeface="Libre Franklin"/>
                <a:sym typeface="Libre Franklin"/>
              </a:rPr>
              <a:t>Trabajar con sensores implica obtener datos reales del entorno. La precisión es fundamental para interpretar correctamente estos datos y asegurar que las decisiones del sistema (como mover un motor) sean adecuadas.</a:t>
            </a:r>
            <a:endParaRPr/>
          </a:p>
          <a:p>
            <a:pPr indent="-203200" lvl="0" marL="0" marR="0" rtl="0" algn="l">
              <a:spcBef>
                <a:spcPts val="0"/>
              </a:spcBef>
              <a:spcAft>
                <a:spcPts val="0"/>
              </a:spcAft>
              <a:buClr>
                <a:schemeClr val="dk1"/>
              </a:buClr>
              <a:buSzPts val="3200"/>
              <a:buFont typeface="Arial"/>
              <a:buChar char="•"/>
            </a:pPr>
            <a:r>
              <a:rPr b="1" lang="en-US" sz="3200">
                <a:solidFill>
                  <a:schemeClr val="dk1"/>
                </a:solidFill>
                <a:latin typeface="Libre Franklin"/>
                <a:ea typeface="Libre Franklin"/>
                <a:cs typeface="Libre Franklin"/>
                <a:sym typeface="Libre Franklin"/>
              </a:rPr>
              <a:t>Adaptabilidad:</a:t>
            </a:r>
            <a:br>
              <a:rPr lang="en-US" sz="3200">
                <a:solidFill>
                  <a:schemeClr val="dk1"/>
                </a:solidFill>
                <a:latin typeface="Libre Franklin"/>
                <a:ea typeface="Libre Franklin"/>
                <a:cs typeface="Libre Franklin"/>
                <a:sym typeface="Libre Franklin"/>
              </a:rPr>
            </a:br>
            <a:r>
              <a:rPr lang="en-US" sz="3200">
                <a:solidFill>
                  <a:schemeClr val="dk1"/>
                </a:solidFill>
                <a:latin typeface="Libre Franklin"/>
                <a:ea typeface="Libre Franklin"/>
                <a:cs typeface="Libre Franklin"/>
                <a:sym typeface="Libre Franklin"/>
              </a:rPr>
              <a:t>Los sensores nos permiten adaptar el comportamiento del sistema según el entorno.</a:t>
            </a:r>
            <a:endParaRPr/>
          </a:p>
          <a:p>
            <a:pPr indent="-203200" lvl="0" marL="0" marR="0" rtl="0" algn="l">
              <a:spcBef>
                <a:spcPts val="0"/>
              </a:spcBef>
              <a:spcAft>
                <a:spcPts val="0"/>
              </a:spcAft>
              <a:buClr>
                <a:schemeClr val="dk1"/>
              </a:buClr>
              <a:buSzPts val="3200"/>
              <a:buFont typeface="Arial"/>
              <a:buChar char="•"/>
            </a:pPr>
            <a:r>
              <a:rPr b="1" lang="en-US" sz="3200">
                <a:solidFill>
                  <a:schemeClr val="dk1"/>
                </a:solidFill>
                <a:latin typeface="Libre Franklin"/>
                <a:ea typeface="Libre Franklin"/>
                <a:cs typeface="Libre Franklin"/>
                <a:sym typeface="Libre Franklin"/>
              </a:rPr>
              <a:t>Análisis crítico:</a:t>
            </a:r>
            <a:br>
              <a:rPr lang="en-US" sz="3200">
                <a:solidFill>
                  <a:schemeClr val="dk1"/>
                </a:solidFill>
                <a:latin typeface="Libre Franklin"/>
                <a:ea typeface="Libre Franklin"/>
                <a:cs typeface="Libre Franklin"/>
                <a:sym typeface="Libre Franklin"/>
              </a:rPr>
            </a:br>
            <a:r>
              <a:rPr lang="en-US" sz="3200">
                <a:solidFill>
                  <a:schemeClr val="dk1"/>
                </a:solidFill>
                <a:latin typeface="Libre Franklin"/>
                <a:ea typeface="Libre Franklin"/>
                <a:cs typeface="Libre Franklin"/>
                <a:sym typeface="Libre Franklin"/>
              </a:rPr>
              <a:t>Usar sensores no es solo conectar cables; implica interpretar datos y tomar decisiones con base en ellos. Esto fortalece la capacidad de pensar críticamente sobre lo que los datos significan y cómo actuar en consecuencia.</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5c64c6f50e_0_0"/>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131416"/>
              </a:buClr>
              <a:buSzPts val="6900"/>
              <a:buFont typeface="Impact"/>
              <a:buNone/>
            </a:pPr>
            <a:r>
              <a:rPr lang="en-US" sz="6900">
                <a:solidFill>
                  <a:srgbClr val="131416"/>
                </a:solidFill>
                <a:latin typeface="Impact"/>
                <a:ea typeface="Impact"/>
                <a:cs typeface="Impact"/>
                <a:sym typeface="Impact"/>
              </a:rPr>
              <a:t>Referencias</a:t>
            </a:r>
            <a:endParaRPr sz="1800">
              <a:solidFill>
                <a:schemeClr val="dk1"/>
              </a:solidFill>
              <a:latin typeface="Impact"/>
              <a:ea typeface="Impact"/>
              <a:cs typeface="Impact"/>
              <a:sym typeface="Impact"/>
            </a:endParaRPr>
          </a:p>
        </p:txBody>
      </p:sp>
      <p:sp>
        <p:nvSpPr>
          <p:cNvPr id="262" name="Google Shape;262;g35c64c6f50e_0_0"/>
          <p:cNvSpPr txBox="1"/>
          <p:nvPr/>
        </p:nvSpPr>
        <p:spPr>
          <a:xfrm>
            <a:off x="1273502" y="4370671"/>
            <a:ext cx="15741000" cy="2247300"/>
          </a:xfrm>
          <a:prstGeom prst="rect">
            <a:avLst/>
          </a:prstGeom>
          <a:noFill/>
          <a:ln>
            <a:noFill/>
          </a:ln>
        </p:spPr>
        <p:txBody>
          <a:bodyPr anchorCtr="0" anchor="t" bIns="0" lIns="0" spcFirstLastPara="1" rIns="0" wrap="square" tIns="0">
            <a:spAutoFit/>
          </a:bodyPr>
          <a:lstStyle/>
          <a:p>
            <a:pPr indent="-203200" lvl="0" marL="0" marR="0" rtl="0" algn="l">
              <a:spcBef>
                <a:spcPts val="0"/>
              </a:spcBef>
              <a:spcAft>
                <a:spcPts val="0"/>
              </a:spcAft>
              <a:buClr>
                <a:schemeClr val="dk1"/>
              </a:buClr>
              <a:buSzPts val="3200"/>
              <a:buFont typeface="Arial"/>
              <a:buChar char="•"/>
            </a:pPr>
            <a:r>
              <a:rPr b="1" lang="en-US" sz="2900">
                <a:solidFill>
                  <a:schemeClr val="dk1"/>
                </a:solidFill>
              </a:rPr>
              <a:t>Mano, M. Morris. </a:t>
            </a:r>
            <a:r>
              <a:rPr b="1" i="1" lang="en-US" sz="2900">
                <a:solidFill>
                  <a:schemeClr val="dk1"/>
                </a:solidFill>
              </a:rPr>
              <a:t>Diseño Digital</a:t>
            </a:r>
            <a:r>
              <a:rPr b="1" lang="en-US" sz="2900">
                <a:solidFill>
                  <a:schemeClr val="dk1"/>
                </a:solidFill>
              </a:rPr>
              <a:t>. 3.ª Edición. Pearson Educación, 2003.</a:t>
            </a:r>
            <a:r>
              <a:rPr b="1" lang="en-US" sz="5000">
                <a:solidFill>
                  <a:schemeClr val="dk1"/>
                </a:solidFill>
                <a:latin typeface="Libre Franklin"/>
                <a:ea typeface="Libre Franklin"/>
                <a:cs typeface="Libre Franklin"/>
                <a:sym typeface="Libre Franklin"/>
              </a:rPr>
              <a:t>.</a:t>
            </a:r>
            <a:endParaRPr b="1" sz="3200"/>
          </a:p>
          <a:p>
            <a:pPr indent="-203200" lvl="0" marL="0" marR="0" rtl="0" algn="l">
              <a:spcBef>
                <a:spcPts val="0"/>
              </a:spcBef>
              <a:spcAft>
                <a:spcPts val="0"/>
              </a:spcAft>
              <a:buClr>
                <a:schemeClr val="dk1"/>
              </a:buClr>
              <a:buSzPts val="3200"/>
              <a:buFont typeface="Arial"/>
              <a:buChar char="•"/>
            </a:pPr>
            <a:r>
              <a:rPr b="1" lang="en-US" sz="3200">
                <a:solidFill>
                  <a:schemeClr val="dk1"/>
                </a:solidFill>
                <a:latin typeface="Libre Franklin"/>
                <a:ea typeface="Libre Franklin"/>
                <a:cs typeface="Libre Franklin"/>
                <a:sym typeface="Libre Franklin"/>
              </a:rPr>
              <a:t>Arduino. “Libraries.” Arduino Documentation. </a:t>
            </a:r>
            <a:r>
              <a:rPr b="1" lang="en-US" sz="3200" u="sng">
                <a:solidFill>
                  <a:schemeClr val="hlink"/>
                </a:solidFill>
                <a:latin typeface="Libre Franklin"/>
                <a:ea typeface="Libre Franklin"/>
                <a:cs typeface="Libre Franklin"/>
                <a:sym typeface="Libre Franklin"/>
                <a:hlinkClick r:id="rId3"/>
              </a:rPr>
              <a:t>https://docs.arduino.cc</a:t>
            </a:r>
            <a:endParaRPr b="1" sz="3200">
              <a:solidFill>
                <a:schemeClr val="dk1"/>
              </a:solidFill>
              <a:latin typeface="Libre Franklin"/>
              <a:ea typeface="Libre Franklin"/>
              <a:cs typeface="Libre Franklin"/>
              <a:sym typeface="Libre Franklin"/>
            </a:endParaRPr>
          </a:p>
          <a:p>
            <a:pPr indent="-203200" lvl="0" marL="0" marR="0" rtl="0" algn="l">
              <a:spcBef>
                <a:spcPts val="0"/>
              </a:spcBef>
              <a:spcAft>
                <a:spcPts val="0"/>
              </a:spcAft>
              <a:buClr>
                <a:schemeClr val="dk1"/>
              </a:buClr>
              <a:buSzPts val="3200"/>
              <a:buFont typeface="Libre Franklin"/>
              <a:buChar char="•"/>
            </a:pPr>
            <a:r>
              <a:rPr b="1" lang="en-US" sz="3200">
                <a:solidFill>
                  <a:schemeClr val="dk1"/>
                </a:solidFill>
                <a:latin typeface="Libre Franklin"/>
                <a:ea typeface="Libre Franklin"/>
                <a:cs typeface="Libre Franklin"/>
                <a:sym typeface="Libre Franklin"/>
              </a:rPr>
              <a:t>SparkFun Electronics. “Sensor Tutorials.” </a:t>
            </a:r>
            <a:r>
              <a:rPr b="1" lang="en-US" sz="3200" u="sng">
                <a:solidFill>
                  <a:schemeClr val="hlink"/>
                </a:solidFill>
                <a:latin typeface="Libre Franklin"/>
                <a:ea typeface="Libre Franklin"/>
                <a:cs typeface="Libre Franklin"/>
                <a:sym typeface="Libre Franklin"/>
                <a:hlinkClick r:id="rId4"/>
              </a:rPr>
              <a:t>https://learn.sparkfun.com/tutorials</a:t>
            </a:r>
            <a:endParaRPr b="1" sz="3200">
              <a:solidFill>
                <a:schemeClr val="dk1"/>
              </a:solidFill>
              <a:latin typeface="Libre Franklin"/>
              <a:ea typeface="Libre Franklin"/>
              <a:cs typeface="Libre Franklin"/>
              <a:sym typeface="Libre Franklin"/>
            </a:endParaRPr>
          </a:p>
          <a:p>
            <a:pPr indent="0" lvl="0" marL="457200" marR="0" rtl="0" algn="l">
              <a:spcBef>
                <a:spcPts val="0"/>
              </a:spcBef>
              <a:spcAft>
                <a:spcPts val="0"/>
              </a:spcAft>
              <a:buNone/>
            </a:pPr>
            <a:r>
              <a:t/>
            </a:r>
            <a:endParaRPr b="1" sz="3200">
              <a:solidFill>
                <a:schemeClr val="dk1"/>
              </a:solidFill>
              <a:latin typeface="Libre Franklin"/>
              <a:ea typeface="Libre Franklin"/>
              <a:cs typeface="Libre Franklin"/>
              <a:sym typeface="Libre Frankli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9"/>
          <p:cNvSpPr txBox="1"/>
          <p:nvPr/>
        </p:nvSpPr>
        <p:spPr>
          <a:xfrm>
            <a:off x="4437795" y="3389104"/>
            <a:ext cx="8658900" cy="19152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131416"/>
              </a:buClr>
              <a:buSzPts val="6099"/>
              <a:buFont typeface="Impact"/>
              <a:buNone/>
            </a:pPr>
            <a:r>
              <a:rPr i="0" lang="en-US" sz="6099" u="none" cap="none" strike="noStrike">
                <a:solidFill>
                  <a:srgbClr val="131416"/>
                </a:solidFill>
                <a:latin typeface="Impact"/>
                <a:ea typeface="Impact"/>
                <a:cs typeface="Impact"/>
                <a:sym typeface="Impact"/>
              </a:rPr>
              <a:t>¡GRACIAS POR SU  ATENCIÓN!</a:t>
            </a:r>
            <a:endParaRPr sz="1800">
              <a:solidFill>
                <a:schemeClr val="dk1"/>
              </a:solidFill>
              <a:latin typeface="Impact"/>
              <a:ea typeface="Impact"/>
              <a:cs typeface="Impact"/>
              <a:sym typeface="Impact"/>
            </a:endParaRPr>
          </a:p>
          <a:p>
            <a:pPr indent="0" lvl="0" marL="0" marR="0" rtl="0" algn="just">
              <a:lnSpc>
                <a:spcPct val="104000"/>
              </a:lnSpc>
              <a:spcBef>
                <a:spcPts val="0"/>
              </a:spcBef>
              <a:spcAft>
                <a:spcPts val="0"/>
              </a:spcAft>
              <a:buClr>
                <a:schemeClr val="dk1"/>
              </a:buClr>
              <a:buSzPts val="6099"/>
              <a:buFont typeface="Libre Franklin"/>
              <a:buNone/>
            </a:pPr>
            <a:r>
              <a:t/>
            </a:r>
            <a:endParaRPr i="0" sz="6099" u="none" cap="none" strike="noStrike">
              <a:solidFill>
                <a:srgbClr val="131416"/>
              </a:solidFill>
              <a:latin typeface="Impact"/>
              <a:ea typeface="Impact"/>
              <a:cs typeface="Impact"/>
              <a:sym typeface="Impact"/>
            </a:endParaRPr>
          </a:p>
        </p:txBody>
      </p:sp>
      <p:sp>
        <p:nvSpPr>
          <p:cNvPr id="268" name="Google Shape;268;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131416"/>
              </a:buClr>
              <a:buSzPts val="5000"/>
              <a:buFont typeface="Arial"/>
              <a:buNone/>
            </a:pPr>
            <a:r>
              <a:rPr b="0" i="0" lang="en-US" sz="5000" u="none" cap="none" strike="noStrike">
                <a:solidFill>
                  <a:srgbClr val="131416"/>
                </a:solidFill>
                <a:latin typeface="Arial"/>
                <a:ea typeface="Arial"/>
                <a:cs typeface="Arial"/>
                <a:sym typeface="Arial"/>
              </a:rPr>
              <a:t>DUDAS</a:t>
            </a:r>
            <a:endParaRPr sz="1800">
              <a:solidFill>
                <a:schemeClr val="dk1"/>
              </a:solidFill>
              <a:latin typeface="Libre Franklin"/>
              <a:ea typeface="Libre Franklin"/>
              <a:cs typeface="Libre Franklin"/>
              <a:sym typeface="Libre Franklin"/>
            </a:endParaRPr>
          </a:p>
        </p:txBody>
      </p:sp>
      <p:sp>
        <p:nvSpPr>
          <p:cNvPr id="269" name="Google Shape;269;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131416"/>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corte">
  <a:themeElements>
    <a:clrScheme name="Recorte">
      <a:dk1>
        <a:srgbClr val="000000"/>
      </a:dk1>
      <a:lt1>
        <a:srgbClr val="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Juan Pablo García Ceballos</dc:creator>
</cp:coreProperties>
</file>