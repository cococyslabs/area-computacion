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10287000" cx="18288000"/>
  <p:notesSz cx="6858000" cy="9144000"/>
  <p:embeddedFontLst>
    <p:embeddedFont>
      <p:font typeface="Libre Franklin"/>
      <p:regular r:id="rId26"/>
      <p:bold r:id="rId27"/>
      <p:italic r:id="rId28"/>
      <p:boldItalic r:id="rId29"/>
    </p:embeddedFont>
    <p:embeddedFont>
      <p:font typeface="Lobster"/>
      <p:regular r:id="rId30"/>
    </p:embeddedFont>
    <p:embeddedFont>
      <p:font typeface="Arimo"/>
      <p:regular r:id="rId31"/>
      <p:bold r:id="rId32"/>
      <p:italic r:id="rId33"/>
      <p:boldItalic r:id="rId34"/>
    </p:embeddedFont>
    <p:embeddedFont>
      <p:font typeface="Instrument Sans SemiBold"/>
      <p:regular r:id="rId35"/>
      <p:bold r:id="rId36"/>
      <p:italic r:id="rId37"/>
      <p:boldItalic r:id="rId38"/>
    </p:embeddedFont>
    <p:embeddedFont>
      <p:font typeface="Instrument Sans Medium"/>
      <p:regular r:id="rId39"/>
      <p:bold r:id="rId40"/>
      <p:italic r:id="rId41"/>
      <p:boldItalic r:id="rId42"/>
    </p:embeddedFont>
    <p:embeddedFont>
      <p:font typeface="Pacifico"/>
      <p:regular r:id="rId43"/>
    </p:embeddedFont>
    <p:embeddedFont>
      <p:font typeface="Open Sans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8" roundtripDataSignature="AMtx7mhDlie8ikwyFolPv+X6BQJV5zys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strumentSansMedium-bold.fntdata"/><Relationship Id="rId20" Type="http://schemas.openxmlformats.org/officeDocument/2006/relationships/slide" Target="slides/slide14.xml"/><Relationship Id="rId42" Type="http://schemas.openxmlformats.org/officeDocument/2006/relationships/font" Target="fonts/InstrumentSansMedium-boldItalic.fntdata"/><Relationship Id="rId41" Type="http://schemas.openxmlformats.org/officeDocument/2006/relationships/font" Target="fonts/InstrumentSansMedium-italic.fntdata"/><Relationship Id="rId22" Type="http://schemas.openxmlformats.org/officeDocument/2006/relationships/slide" Target="slides/slide16.xml"/><Relationship Id="rId44" Type="http://schemas.openxmlformats.org/officeDocument/2006/relationships/font" Target="fonts/OpenSans-regular.fntdata"/><Relationship Id="rId21" Type="http://schemas.openxmlformats.org/officeDocument/2006/relationships/slide" Target="slides/slide15.xml"/><Relationship Id="rId43" Type="http://schemas.openxmlformats.org/officeDocument/2006/relationships/font" Target="fonts/Pacifico-regular.fntdata"/><Relationship Id="rId24" Type="http://schemas.openxmlformats.org/officeDocument/2006/relationships/slide" Target="slides/slide18.xml"/><Relationship Id="rId46" Type="http://schemas.openxmlformats.org/officeDocument/2006/relationships/font" Target="fonts/OpenSans-italic.fntdata"/><Relationship Id="rId23" Type="http://schemas.openxmlformats.org/officeDocument/2006/relationships/slide" Target="slides/slide17.xml"/><Relationship Id="rId45" Type="http://schemas.openxmlformats.org/officeDocument/2006/relationships/font" Target="fonts/OpenSans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LibreFranklin-regular.fntdata"/><Relationship Id="rId48" Type="http://customschemas.google.com/relationships/presentationmetadata" Target="metadata"/><Relationship Id="rId25" Type="http://schemas.openxmlformats.org/officeDocument/2006/relationships/slide" Target="slides/slide19.xml"/><Relationship Id="rId47" Type="http://schemas.openxmlformats.org/officeDocument/2006/relationships/font" Target="fonts/OpenSans-boldItalic.fntdata"/><Relationship Id="rId28" Type="http://schemas.openxmlformats.org/officeDocument/2006/relationships/font" Target="fonts/LibreFranklin-italic.fntdata"/><Relationship Id="rId27" Type="http://schemas.openxmlformats.org/officeDocument/2006/relationships/font" Target="fonts/LibreFranklin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LibreFranklin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rimo-regular.fntdata"/><Relationship Id="rId30" Type="http://schemas.openxmlformats.org/officeDocument/2006/relationships/font" Target="fonts/Lobster-regular.fntdata"/><Relationship Id="rId11" Type="http://schemas.openxmlformats.org/officeDocument/2006/relationships/slide" Target="slides/slide5.xml"/><Relationship Id="rId33" Type="http://schemas.openxmlformats.org/officeDocument/2006/relationships/font" Target="fonts/Arimo-italic.fntdata"/><Relationship Id="rId10" Type="http://schemas.openxmlformats.org/officeDocument/2006/relationships/slide" Target="slides/slide4.xml"/><Relationship Id="rId32" Type="http://schemas.openxmlformats.org/officeDocument/2006/relationships/font" Target="fonts/Arimo-bold.fntdata"/><Relationship Id="rId13" Type="http://schemas.openxmlformats.org/officeDocument/2006/relationships/slide" Target="slides/slide7.xml"/><Relationship Id="rId35" Type="http://schemas.openxmlformats.org/officeDocument/2006/relationships/font" Target="fonts/InstrumentSansSemiBold-regular.fntdata"/><Relationship Id="rId12" Type="http://schemas.openxmlformats.org/officeDocument/2006/relationships/slide" Target="slides/slide6.xml"/><Relationship Id="rId34" Type="http://schemas.openxmlformats.org/officeDocument/2006/relationships/font" Target="fonts/Arimo-boldItalic.fntdata"/><Relationship Id="rId15" Type="http://schemas.openxmlformats.org/officeDocument/2006/relationships/slide" Target="slides/slide9.xml"/><Relationship Id="rId37" Type="http://schemas.openxmlformats.org/officeDocument/2006/relationships/font" Target="fonts/InstrumentSansSemiBold-italic.fntdata"/><Relationship Id="rId14" Type="http://schemas.openxmlformats.org/officeDocument/2006/relationships/slide" Target="slides/slide8.xml"/><Relationship Id="rId36" Type="http://schemas.openxmlformats.org/officeDocument/2006/relationships/font" Target="fonts/InstrumentSansSemiBold-bold.fntdata"/><Relationship Id="rId17" Type="http://schemas.openxmlformats.org/officeDocument/2006/relationships/slide" Target="slides/slide11.xml"/><Relationship Id="rId39" Type="http://schemas.openxmlformats.org/officeDocument/2006/relationships/font" Target="fonts/InstrumentSansMedium-regular.fntdata"/><Relationship Id="rId16" Type="http://schemas.openxmlformats.org/officeDocument/2006/relationships/slide" Target="slides/slide10.xml"/><Relationship Id="rId38" Type="http://schemas.openxmlformats.org/officeDocument/2006/relationships/font" Target="fonts/InstrumentSansSemiBold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8" name="Google Shape;308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2" name="Google Shape;362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2" name="Google Shape;37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8" name="Google Shape;378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3" name="Google Shape;38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5c64ee6f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9" name="Google Shape;389;g35c64ee6f1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5" name="Google Shape;395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4"/>
          <p:cNvSpPr txBox="1"/>
          <p:nvPr>
            <p:ph idx="10" type="dt"/>
          </p:nvPr>
        </p:nvSpPr>
        <p:spPr>
          <a:xfrm>
            <a:off x="2085975" y="9680079"/>
            <a:ext cx="180685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4"/>
          <p:cNvSpPr txBox="1"/>
          <p:nvPr>
            <p:ph idx="11" type="ftr"/>
          </p:nvPr>
        </p:nvSpPr>
        <p:spPr>
          <a:xfrm>
            <a:off x="4340346" y="9680079"/>
            <a:ext cx="9421245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4"/>
          <p:cNvSpPr txBox="1"/>
          <p:nvPr>
            <p:ph idx="12" type="sldNum"/>
          </p:nvPr>
        </p:nvSpPr>
        <p:spPr>
          <a:xfrm>
            <a:off x="14209104" y="9680079"/>
            <a:ext cx="239443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5"/>
          <p:cNvSpPr txBox="1"/>
          <p:nvPr>
            <p:ph type="title"/>
          </p:nvPr>
        </p:nvSpPr>
        <p:spPr>
          <a:xfrm>
            <a:off x="2057400" y="1028700"/>
            <a:ext cx="14401800" cy="2228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Libre Franklin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5"/>
          <p:cNvSpPr txBox="1"/>
          <p:nvPr>
            <p:ph idx="1" type="body"/>
          </p:nvPr>
        </p:nvSpPr>
        <p:spPr>
          <a:xfrm>
            <a:off x="2057400" y="3428999"/>
            <a:ext cx="6671679" cy="5372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000"/>
              <a:buChar char="■"/>
              <a:defRPr>
                <a:solidFill>
                  <a:schemeClr val="dk2"/>
                </a:solidFill>
              </a:defRPr>
            </a:lvl1pPr>
            <a:lvl2pPr indent="-419100" lvl="1" marL="914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3000"/>
              <a:buChar char="–"/>
              <a:defRPr>
                <a:solidFill>
                  <a:schemeClr val="dk2"/>
                </a:solidFill>
              </a:defRPr>
            </a:lvl2pPr>
            <a:lvl3pPr indent="-400050" lvl="2" marL="1371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700"/>
              <a:buChar char="■"/>
              <a:defRPr>
                <a:solidFill>
                  <a:schemeClr val="dk2"/>
                </a:solidFill>
              </a:defRPr>
            </a:lvl3pPr>
            <a:lvl4pPr indent="-400050" lvl="3" marL="18288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700"/>
              <a:buChar char="–"/>
              <a:defRPr>
                <a:solidFill>
                  <a:schemeClr val="dk2"/>
                </a:solidFill>
              </a:defRPr>
            </a:lvl4pPr>
            <a:lvl5pPr indent="-381000" lvl="4" marL="22860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750"/>
              </a:spcBef>
              <a:spcAft>
                <a:spcPts val="3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9" name="Google Shape;19;p35"/>
          <p:cNvSpPr txBox="1"/>
          <p:nvPr>
            <p:ph idx="2" type="body"/>
          </p:nvPr>
        </p:nvSpPr>
        <p:spPr>
          <a:xfrm>
            <a:off x="9788105" y="3428999"/>
            <a:ext cx="6671679" cy="5372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000"/>
              <a:buChar char="■"/>
              <a:defRPr>
                <a:solidFill>
                  <a:schemeClr val="dk2"/>
                </a:solidFill>
              </a:defRPr>
            </a:lvl1pPr>
            <a:lvl2pPr indent="-419100" lvl="1" marL="914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3000"/>
              <a:buChar char="–"/>
              <a:defRPr>
                <a:solidFill>
                  <a:schemeClr val="dk2"/>
                </a:solidFill>
              </a:defRPr>
            </a:lvl2pPr>
            <a:lvl3pPr indent="-400050" lvl="2" marL="1371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700"/>
              <a:buChar char="■"/>
              <a:defRPr>
                <a:solidFill>
                  <a:schemeClr val="dk2"/>
                </a:solidFill>
              </a:defRPr>
            </a:lvl3pPr>
            <a:lvl4pPr indent="-400050" lvl="3" marL="18288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700"/>
              <a:buChar char="–"/>
              <a:defRPr>
                <a:solidFill>
                  <a:schemeClr val="dk2"/>
                </a:solidFill>
              </a:defRPr>
            </a:lvl4pPr>
            <a:lvl5pPr indent="-381000" lvl="4" marL="22860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750"/>
              </a:spcBef>
              <a:spcAft>
                <a:spcPts val="3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20" name="Google Shape;20;p35"/>
          <p:cNvSpPr txBox="1"/>
          <p:nvPr>
            <p:ph idx="10" type="dt"/>
          </p:nvPr>
        </p:nvSpPr>
        <p:spPr>
          <a:xfrm>
            <a:off x="2085975" y="9680079"/>
            <a:ext cx="180685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5"/>
          <p:cNvSpPr txBox="1"/>
          <p:nvPr>
            <p:ph idx="11" type="ftr"/>
          </p:nvPr>
        </p:nvSpPr>
        <p:spPr>
          <a:xfrm>
            <a:off x="4340346" y="9680079"/>
            <a:ext cx="9421245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5"/>
          <p:cNvSpPr txBox="1"/>
          <p:nvPr>
            <p:ph idx="12" type="sldNum"/>
          </p:nvPr>
        </p:nvSpPr>
        <p:spPr>
          <a:xfrm>
            <a:off x="14209104" y="9680079"/>
            <a:ext cx="239443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6"/>
          <p:cNvSpPr txBox="1"/>
          <p:nvPr>
            <p:ph type="title"/>
          </p:nvPr>
        </p:nvSpPr>
        <p:spPr>
          <a:xfrm>
            <a:off x="2057400" y="1028700"/>
            <a:ext cx="14401800" cy="2228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6"/>
          <p:cNvSpPr txBox="1"/>
          <p:nvPr>
            <p:ph idx="1" type="body"/>
          </p:nvPr>
        </p:nvSpPr>
        <p:spPr>
          <a:xfrm>
            <a:off x="2057400" y="3429000"/>
            <a:ext cx="14401800" cy="53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indent="-342900" lvl="1" marL="914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indent="-342900" lvl="5" marL="27432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750"/>
              </a:spcBef>
              <a:spcAft>
                <a:spcPts val="3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26" name="Google Shape;26;p36"/>
          <p:cNvSpPr txBox="1"/>
          <p:nvPr>
            <p:ph idx="10" type="dt"/>
          </p:nvPr>
        </p:nvSpPr>
        <p:spPr>
          <a:xfrm>
            <a:off x="2085975" y="9680079"/>
            <a:ext cx="180685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6"/>
          <p:cNvSpPr txBox="1"/>
          <p:nvPr>
            <p:ph idx="11" type="ftr"/>
          </p:nvPr>
        </p:nvSpPr>
        <p:spPr>
          <a:xfrm>
            <a:off x="4340346" y="9680079"/>
            <a:ext cx="9421245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6"/>
          <p:cNvSpPr txBox="1"/>
          <p:nvPr>
            <p:ph idx="12" type="sldNum"/>
          </p:nvPr>
        </p:nvSpPr>
        <p:spPr>
          <a:xfrm>
            <a:off x="14209104" y="9680079"/>
            <a:ext cx="239443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bg>
      <p:bgPr>
        <a:solidFill>
          <a:schemeClr val="lt2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4"/>
          <p:cNvSpPr txBox="1"/>
          <p:nvPr>
            <p:ph type="ctrTitle"/>
          </p:nvPr>
        </p:nvSpPr>
        <p:spPr>
          <a:xfrm>
            <a:off x="2872693" y="2682681"/>
            <a:ext cx="12541844" cy="31473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800"/>
              <a:buFont typeface="Libre Franklin"/>
              <a:buNone/>
              <a:defRPr sz="10800"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4"/>
          <p:cNvSpPr txBox="1"/>
          <p:nvPr>
            <p:ph idx="1" type="subTitle"/>
          </p:nvPr>
        </p:nvSpPr>
        <p:spPr>
          <a:xfrm>
            <a:off x="4019860" y="5934419"/>
            <a:ext cx="10247510" cy="16293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 sz="3450"/>
            </a:lvl1pPr>
            <a:lvl2pPr lvl="1" algn="ctr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2pPr>
            <a:lvl3pPr lvl="2" algn="ctr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700"/>
              <a:buNone/>
              <a:defRPr sz="2700"/>
            </a:lvl3pPr>
            <a:lvl4pPr lvl="3" algn="ctr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4pPr>
            <a:lvl5pPr lvl="4" algn="ctr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5pPr>
            <a:lvl6pPr lvl="5" algn="ctr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6pPr>
            <a:lvl7pPr lvl="6" algn="ctr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7pPr>
            <a:lvl8pPr lvl="7" algn="ctr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8pPr>
            <a:lvl9pPr lvl="8" algn="ctr">
              <a:lnSpc>
                <a:spcPct val="94000"/>
              </a:lnSpc>
              <a:spcBef>
                <a:spcPts val="750"/>
              </a:spcBef>
              <a:spcAft>
                <a:spcPts val="300"/>
              </a:spcAft>
              <a:buClr>
                <a:schemeClr val="dk2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54"/>
          <p:cNvSpPr txBox="1"/>
          <p:nvPr>
            <p:ph idx="10" type="dt"/>
          </p:nvPr>
        </p:nvSpPr>
        <p:spPr>
          <a:xfrm>
            <a:off x="1129287" y="9680079"/>
            <a:ext cx="2411916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4"/>
          <p:cNvSpPr txBox="1"/>
          <p:nvPr>
            <p:ph idx="11" type="ftr"/>
          </p:nvPr>
        </p:nvSpPr>
        <p:spPr>
          <a:xfrm>
            <a:off x="3876082" y="9680079"/>
            <a:ext cx="10535066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4"/>
          <p:cNvSpPr txBox="1"/>
          <p:nvPr>
            <p:ph idx="12" type="sldNum"/>
          </p:nvPr>
        </p:nvSpPr>
        <p:spPr>
          <a:xfrm>
            <a:off x="14746025" y="9680079"/>
            <a:ext cx="239443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8" name="Google Shape;38;p54"/>
          <p:cNvGrpSpPr/>
          <p:nvPr/>
        </p:nvGrpSpPr>
        <p:grpSpPr>
          <a:xfrm>
            <a:off x="1129288" y="1116704"/>
            <a:ext cx="16011176" cy="8024507"/>
            <a:chOff x="752858" y="744469"/>
            <a:chExt cx="10674117" cy="5349671"/>
          </a:xfrm>
        </p:grpSpPr>
        <p:sp>
          <p:nvSpPr>
            <p:cNvPr id="39" name="Google Shape;39;p54"/>
            <p:cNvSpPr/>
            <p:nvPr/>
          </p:nvSpPr>
          <p:spPr>
            <a:xfrm>
              <a:off x="8151962" y="1685652"/>
              <a:ext cx="3275013" cy="4408488"/>
            </a:xfrm>
            <a:custGeom>
              <a:rect b="b" l="l" r="r" t="t"/>
              <a:pathLst>
                <a:path extrusionOk="0" h="10000" w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  <p:sp>
          <p:nvSpPr>
            <p:cNvPr id="40" name="Google Shape;40;p54"/>
            <p:cNvSpPr/>
            <p:nvPr/>
          </p:nvSpPr>
          <p:spPr>
            <a:xfrm rot="10800000">
              <a:off x="752858" y="744469"/>
              <a:ext cx="3275668" cy="4408488"/>
            </a:xfrm>
            <a:custGeom>
              <a:rect b="b" l="l" r="r" t="t"/>
              <a:pathLst>
                <a:path extrusionOk="0" h="10000" w="10002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 type="secHead">
  <p:cSld name="SECTION_HEADER">
    <p:bg>
      <p:bgPr>
        <a:solidFill>
          <a:schemeClr val="dk2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5"/>
          <p:cNvSpPr txBox="1"/>
          <p:nvPr>
            <p:ph type="title"/>
          </p:nvPr>
        </p:nvSpPr>
        <p:spPr>
          <a:xfrm>
            <a:off x="1147538" y="1952041"/>
            <a:ext cx="14419457" cy="427910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800"/>
              <a:buFont typeface="Libre Franklin"/>
              <a:buNone/>
              <a:defRPr sz="10800" cap="none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5"/>
          <p:cNvSpPr txBox="1"/>
          <p:nvPr>
            <p:ph idx="1" type="body"/>
          </p:nvPr>
        </p:nvSpPr>
        <p:spPr>
          <a:xfrm>
            <a:off x="1147538" y="6324492"/>
            <a:ext cx="14419457" cy="1714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4000"/>
              </a:lnSpc>
              <a:spcBef>
                <a:spcPts val="750"/>
              </a:spcBef>
              <a:spcAft>
                <a:spcPts val="30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55"/>
          <p:cNvSpPr txBox="1"/>
          <p:nvPr>
            <p:ph idx="10" type="dt"/>
          </p:nvPr>
        </p:nvSpPr>
        <p:spPr>
          <a:xfrm>
            <a:off x="1108363" y="9680079"/>
            <a:ext cx="2433614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5"/>
          <p:cNvSpPr txBox="1"/>
          <p:nvPr>
            <p:ph idx="11" type="ftr"/>
          </p:nvPr>
        </p:nvSpPr>
        <p:spPr>
          <a:xfrm>
            <a:off x="3876469" y="9680079"/>
            <a:ext cx="10535066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5"/>
          <p:cNvSpPr txBox="1"/>
          <p:nvPr>
            <p:ph idx="12" type="sldNum"/>
          </p:nvPr>
        </p:nvSpPr>
        <p:spPr>
          <a:xfrm>
            <a:off x="14746025" y="9680079"/>
            <a:ext cx="239443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Libre Franklin"/>
              <a:buNone/>
              <a:defRPr sz="18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Libre Franklin"/>
              <a:buNone/>
              <a:defRPr sz="18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Libre Franklin"/>
              <a:buNone/>
              <a:defRPr sz="18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Libre Franklin"/>
              <a:buNone/>
              <a:defRPr sz="18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Libre Franklin"/>
              <a:buNone/>
              <a:defRPr sz="18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Libre Franklin"/>
              <a:buNone/>
              <a:defRPr sz="18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Libre Franklin"/>
              <a:buNone/>
              <a:defRPr sz="18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Libre Franklin"/>
              <a:buNone/>
              <a:defRPr sz="18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Libre Franklin"/>
              <a:buNone/>
              <a:defRPr sz="18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55" title="Crop Mark"/>
          <p:cNvSpPr/>
          <p:nvPr/>
        </p:nvSpPr>
        <p:spPr>
          <a:xfrm>
            <a:off x="12227944" y="2528478"/>
            <a:ext cx="4912520" cy="6612732"/>
          </a:xfrm>
          <a:custGeom>
            <a:rect b="b" l="l" r="r" t="t"/>
            <a:pathLst>
              <a:path extrusionOk="0" h="5554" w="4125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6"/>
          <p:cNvSpPr txBox="1"/>
          <p:nvPr>
            <p:ph type="title"/>
          </p:nvPr>
        </p:nvSpPr>
        <p:spPr>
          <a:xfrm>
            <a:off x="2057400" y="1028700"/>
            <a:ext cx="14401800" cy="2228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Libre Franklin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6"/>
          <p:cNvSpPr txBox="1"/>
          <p:nvPr>
            <p:ph idx="1" type="body"/>
          </p:nvPr>
        </p:nvSpPr>
        <p:spPr>
          <a:xfrm>
            <a:off x="2057400" y="3511296"/>
            <a:ext cx="6665976" cy="12358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b="0" sz="45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b="1" sz="3000"/>
            </a:lvl2pPr>
            <a:lvl3pPr indent="-228600" lvl="2" marL="1371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700"/>
              <a:buNone/>
              <a:defRPr b="1" sz="2700"/>
            </a:lvl3pPr>
            <a:lvl4pPr indent="-228600" lvl="3" marL="18288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/>
            </a:lvl4pPr>
            <a:lvl5pPr indent="-228600" lvl="4" marL="22860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/>
            </a:lvl5pPr>
            <a:lvl6pPr indent="-228600" lvl="5" marL="27432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/>
            </a:lvl6pPr>
            <a:lvl7pPr indent="-228600" lvl="6" marL="3200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/>
            </a:lvl7pPr>
            <a:lvl8pPr indent="-228600" lvl="7" marL="3657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/>
            </a:lvl8pPr>
            <a:lvl9pPr indent="-228600" lvl="8" marL="4114800" algn="l">
              <a:lnSpc>
                <a:spcPct val="94000"/>
              </a:lnSpc>
              <a:spcBef>
                <a:spcPts val="750"/>
              </a:spcBef>
              <a:spcAft>
                <a:spcPts val="300"/>
              </a:spcAft>
              <a:buClr>
                <a:schemeClr val="dk2"/>
              </a:buClr>
              <a:buSzPts val="2400"/>
              <a:buNone/>
              <a:defRPr b="1" sz="2400"/>
            </a:lvl9pPr>
          </a:lstStyle>
          <a:p/>
        </p:txBody>
      </p:sp>
      <p:sp>
        <p:nvSpPr>
          <p:cNvPr id="51" name="Google Shape;51;p56"/>
          <p:cNvSpPr txBox="1"/>
          <p:nvPr>
            <p:ph idx="2" type="body"/>
          </p:nvPr>
        </p:nvSpPr>
        <p:spPr>
          <a:xfrm>
            <a:off x="2057400" y="4957811"/>
            <a:ext cx="6665976" cy="3843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000"/>
              <a:buChar char="■"/>
              <a:defRPr>
                <a:solidFill>
                  <a:schemeClr val="dk2"/>
                </a:solidFill>
              </a:defRPr>
            </a:lvl1pPr>
            <a:lvl2pPr indent="-419100" lvl="1" marL="914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3000"/>
              <a:buChar char="–"/>
              <a:defRPr>
                <a:solidFill>
                  <a:schemeClr val="dk2"/>
                </a:solidFill>
              </a:defRPr>
            </a:lvl2pPr>
            <a:lvl3pPr indent="-400050" lvl="2" marL="1371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700"/>
              <a:buChar char="■"/>
              <a:defRPr>
                <a:solidFill>
                  <a:schemeClr val="dk2"/>
                </a:solidFill>
              </a:defRPr>
            </a:lvl3pPr>
            <a:lvl4pPr indent="-400050" lvl="3" marL="18288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700"/>
              <a:buChar char="–"/>
              <a:defRPr>
                <a:solidFill>
                  <a:schemeClr val="dk2"/>
                </a:solidFill>
              </a:defRPr>
            </a:lvl4pPr>
            <a:lvl5pPr indent="-381000" lvl="4" marL="22860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750"/>
              </a:spcBef>
              <a:spcAft>
                <a:spcPts val="3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2" name="Google Shape;52;p56"/>
          <p:cNvSpPr txBox="1"/>
          <p:nvPr>
            <p:ph idx="3" type="body"/>
          </p:nvPr>
        </p:nvSpPr>
        <p:spPr>
          <a:xfrm>
            <a:off x="9787521" y="3511296"/>
            <a:ext cx="6665976" cy="12358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b="0" sz="45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b="1" sz="3000"/>
            </a:lvl2pPr>
            <a:lvl3pPr indent="-228600" lvl="2" marL="1371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700"/>
              <a:buNone/>
              <a:defRPr b="1" sz="2700"/>
            </a:lvl3pPr>
            <a:lvl4pPr indent="-228600" lvl="3" marL="18288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/>
            </a:lvl4pPr>
            <a:lvl5pPr indent="-228600" lvl="4" marL="22860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/>
            </a:lvl5pPr>
            <a:lvl6pPr indent="-228600" lvl="5" marL="27432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/>
            </a:lvl6pPr>
            <a:lvl7pPr indent="-228600" lvl="6" marL="3200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/>
            </a:lvl7pPr>
            <a:lvl8pPr indent="-228600" lvl="7" marL="3657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/>
            </a:lvl8pPr>
            <a:lvl9pPr indent="-228600" lvl="8" marL="4114800" algn="l">
              <a:lnSpc>
                <a:spcPct val="94000"/>
              </a:lnSpc>
              <a:spcBef>
                <a:spcPts val="750"/>
              </a:spcBef>
              <a:spcAft>
                <a:spcPts val="300"/>
              </a:spcAft>
              <a:buClr>
                <a:schemeClr val="dk2"/>
              </a:buClr>
              <a:buSzPts val="2400"/>
              <a:buNone/>
              <a:defRPr b="1" sz="2400"/>
            </a:lvl9pPr>
          </a:lstStyle>
          <a:p/>
        </p:txBody>
      </p:sp>
      <p:sp>
        <p:nvSpPr>
          <p:cNvPr id="53" name="Google Shape;53;p56"/>
          <p:cNvSpPr txBox="1"/>
          <p:nvPr>
            <p:ph idx="4" type="body"/>
          </p:nvPr>
        </p:nvSpPr>
        <p:spPr>
          <a:xfrm>
            <a:off x="9787521" y="4957811"/>
            <a:ext cx="6665976" cy="3843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000"/>
              <a:buChar char="■"/>
              <a:defRPr>
                <a:solidFill>
                  <a:schemeClr val="dk2"/>
                </a:solidFill>
              </a:defRPr>
            </a:lvl1pPr>
            <a:lvl2pPr indent="-419100" lvl="1" marL="914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3000"/>
              <a:buChar char="–"/>
              <a:defRPr>
                <a:solidFill>
                  <a:schemeClr val="dk2"/>
                </a:solidFill>
              </a:defRPr>
            </a:lvl2pPr>
            <a:lvl3pPr indent="-400050" lvl="2" marL="1371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700"/>
              <a:buChar char="■"/>
              <a:defRPr>
                <a:solidFill>
                  <a:schemeClr val="dk2"/>
                </a:solidFill>
              </a:defRPr>
            </a:lvl3pPr>
            <a:lvl4pPr indent="-400050" lvl="3" marL="18288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700"/>
              <a:buChar char="–"/>
              <a:defRPr>
                <a:solidFill>
                  <a:schemeClr val="dk2"/>
                </a:solidFill>
              </a:defRPr>
            </a:lvl4pPr>
            <a:lvl5pPr indent="-381000" lvl="4" marL="22860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750"/>
              </a:spcBef>
              <a:spcAft>
                <a:spcPts val="3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4" name="Google Shape;54;p56"/>
          <p:cNvSpPr txBox="1"/>
          <p:nvPr>
            <p:ph idx="10" type="dt"/>
          </p:nvPr>
        </p:nvSpPr>
        <p:spPr>
          <a:xfrm>
            <a:off x="2085975" y="9680079"/>
            <a:ext cx="180685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6"/>
          <p:cNvSpPr txBox="1"/>
          <p:nvPr>
            <p:ph idx="11" type="ftr"/>
          </p:nvPr>
        </p:nvSpPr>
        <p:spPr>
          <a:xfrm>
            <a:off x="4340346" y="9680079"/>
            <a:ext cx="9421245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6"/>
          <p:cNvSpPr txBox="1"/>
          <p:nvPr>
            <p:ph idx="12" type="sldNum"/>
          </p:nvPr>
        </p:nvSpPr>
        <p:spPr>
          <a:xfrm>
            <a:off x="14209104" y="9680079"/>
            <a:ext cx="239443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7"/>
          <p:cNvSpPr txBox="1"/>
          <p:nvPr>
            <p:ph type="title"/>
          </p:nvPr>
        </p:nvSpPr>
        <p:spPr>
          <a:xfrm>
            <a:off x="2057400" y="1028700"/>
            <a:ext cx="14401800" cy="2228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7"/>
          <p:cNvSpPr txBox="1"/>
          <p:nvPr>
            <p:ph idx="10" type="dt"/>
          </p:nvPr>
        </p:nvSpPr>
        <p:spPr>
          <a:xfrm>
            <a:off x="2085975" y="9680079"/>
            <a:ext cx="180685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7"/>
          <p:cNvSpPr txBox="1"/>
          <p:nvPr>
            <p:ph idx="11" type="ftr"/>
          </p:nvPr>
        </p:nvSpPr>
        <p:spPr>
          <a:xfrm>
            <a:off x="4340346" y="9680079"/>
            <a:ext cx="9421245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7"/>
          <p:cNvSpPr txBox="1"/>
          <p:nvPr>
            <p:ph idx="12" type="sldNum"/>
          </p:nvPr>
        </p:nvSpPr>
        <p:spPr>
          <a:xfrm>
            <a:off x="14209104" y="9680079"/>
            <a:ext cx="239443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showMasterSp="0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8" title="Background Shape"/>
          <p:cNvSpPr/>
          <p:nvPr/>
        </p:nvSpPr>
        <p:spPr>
          <a:xfrm>
            <a:off x="0" y="564"/>
            <a:ext cx="7955280" cy="10286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8"/>
          <p:cNvSpPr txBox="1"/>
          <p:nvPr>
            <p:ph type="title"/>
          </p:nvPr>
        </p:nvSpPr>
        <p:spPr>
          <a:xfrm>
            <a:off x="1085850" y="1028700"/>
            <a:ext cx="5783580" cy="3236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Libre Franklin"/>
              <a:buNone/>
              <a:defRPr sz="7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8"/>
          <p:cNvSpPr txBox="1"/>
          <p:nvPr>
            <p:ph idx="1" type="body"/>
          </p:nvPr>
        </p:nvSpPr>
        <p:spPr>
          <a:xfrm>
            <a:off x="9384030" y="1028702"/>
            <a:ext cx="7818120" cy="7762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000"/>
              <a:buChar char="■"/>
              <a:defRPr sz="3000"/>
            </a:lvl1pPr>
            <a:lvl2pPr indent="-419100" lvl="1" marL="914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3000"/>
              <a:buChar char="–"/>
              <a:defRPr sz="3000"/>
            </a:lvl2pPr>
            <a:lvl3pPr indent="-400050" lvl="2" marL="1371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700"/>
              <a:buChar char="■"/>
              <a:defRPr sz="2700"/>
            </a:lvl3pPr>
            <a:lvl4pPr indent="-400050" lvl="3" marL="18288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700"/>
              <a:buChar char="–"/>
              <a:defRPr sz="2700"/>
            </a:lvl4pPr>
            <a:lvl5pPr indent="-381000" lvl="4" marL="22860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Char char="■"/>
              <a:defRPr sz="2400"/>
            </a:lvl5pPr>
            <a:lvl6pPr indent="-381000" lvl="5" marL="27432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Char char="–"/>
              <a:defRPr sz="2400"/>
            </a:lvl6pPr>
            <a:lvl7pPr indent="-381000" lvl="6" marL="3200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Char char="■"/>
              <a:defRPr sz="2400"/>
            </a:lvl7pPr>
            <a:lvl8pPr indent="-381000" lvl="7" marL="3657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Char char="–"/>
              <a:defRPr sz="2400"/>
            </a:lvl8pPr>
            <a:lvl9pPr indent="-381000" lvl="8" marL="4114800" algn="l">
              <a:lnSpc>
                <a:spcPct val="94000"/>
              </a:lnSpc>
              <a:spcBef>
                <a:spcPts val="750"/>
              </a:spcBef>
              <a:spcAft>
                <a:spcPts val="300"/>
              </a:spcAft>
              <a:buClr>
                <a:schemeClr val="dk2"/>
              </a:buClr>
              <a:buSzPts val="2400"/>
              <a:buChar char="■"/>
              <a:defRPr sz="2400"/>
            </a:lvl9pPr>
          </a:lstStyle>
          <a:p/>
        </p:txBody>
      </p:sp>
      <p:sp>
        <p:nvSpPr>
          <p:cNvPr id="66" name="Google Shape;66;p58"/>
          <p:cNvSpPr txBox="1"/>
          <p:nvPr>
            <p:ph idx="2" type="body"/>
          </p:nvPr>
        </p:nvSpPr>
        <p:spPr>
          <a:xfrm>
            <a:off x="1085850" y="4284516"/>
            <a:ext cx="5783580" cy="4516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1pPr>
            <a:lvl2pPr indent="-228600" lvl="1" marL="914400" algn="l">
              <a:lnSpc>
                <a:spcPct val="94000"/>
              </a:lnSpc>
              <a:spcBef>
                <a:spcPts val="225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/>
            </a:lvl2pPr>
            <a:lvl3pPr indent="-228600" lvl="2" marL="1371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/>
            </a:lvl6pPr>
            <a:lvl7pPr indent="-228600" lvl="6" marL="3200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/>
            </a:lvl7pPr>
            <a:lvl8pPr indent="-228600" lvl="7" marL="3657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/>
            </a:lvl8pPr>
            <a:lvl9pPr indent="-228600" lvl="8" marL="4114800" algn="l">
              <a:lnSpc>
                <a:spcPct val="94000"/>
              </a:lnSpc>
              <a:spcBef>
                <a:spcPts val="750"/>
              </a:spcBef>
              <a:spcAft>
                <a:spcPts val="300"/>
              </a:spcAft>
              <a:buClr>
                <a:schemeClr val="dk2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67" name="Google Shape;67;p58"/>
          <p:cNvSpPr txBox="1"/>
          <p:nvPr>
            <p:ph idx="10" type="dt"/>
          </p:nvPr>
        </p:nvSpPr>
        <p:spPr>
          <a:xfrm>
            <a:off x="1085850" y="9680079"/>
            <a:ext cx="180685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8"/>
          <p:cNvSpPr txBox="1"/>
          <p:nvPr>
            <p:ph idx="11" type="ftr"/>
          </p:nvPr>
        </p:nvSpPr>
        <p:spPr>
          <a:xfrm>
            <a:off x="3308918" y="9680079"/>
            <a:ext cx="3560513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8"/>
          <p:cNvSpPr txBox="1"/>
          <p:nvPr>
            <p:ph idx="12" type="sldNum"/>
          </p:nvPr>
        </p:nvSpPr>
        <p:spPr>
          <a:xfrm>
            <a:off x="14824710" y="9680079"/>
            <a:ext cx="239443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" name="Google Shape;70;p58" title="Divider Bar"/>
          <p:cNvSpPr/>
          <p:nvPr/>
        </p:nvSpPr>
        <p:spPr>
          <a:xfrm>
            <a:off x="7955280" y="564"/>
            <a:ext cx="342900" cy="10287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showMasterSp="0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9" title="Background Shape"/>
          <p:cNvSpPr/>
          <p:nvPr/>
        </p:nvSpPr>
        <p:spPr>
          <a:xfrm>
            <a:off x="0" y="564"/>
            <a:ext cx="7955280" cy="10286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9"/>
          <p:cNvSpPr txBox="1"/>
          <p:nvPr>
            <p:ph type="title"/>
          </p:nvPr>
        </p:nvSpPr>
        <p:spPr>
          <a:xfrm>
            <a:off x="1085850" y="1028700"/>
            <a:ext cx="5783580" cy="3236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Libre Franklin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9"/>
          <p:cNvSpPr/>
          <p:nvPr>
            <p:ph idx="2" type="pic"/>
          </p:nvPr>
        </p:nvSpPr>
        <p:spPr>
          <a:xfrm>
            <a:off x="8298180" y="1"/>
            <a:ext cx="9989820" cy="10286999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59"/>
          <p:cNvSpPr txBox="1"/>
          <p:nvPr>
            <p:ph idx="1" type="body"/>
          </p:nvPr>
        </p:nvSpPr>
        <p:spPr>
          <a:xfrm>
            <a:off x="1085850" y="4283952"/>
            <a:ext cx="5783580" cy="45171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1pPr>
            <a:lvl2pPr indent="-228600" lvl="1" marL="914400" algn="l">
              <a:lnSpc>
                <a:spcPct val="94000"/>
              </a:lnSpc>
              <a:spcBef>
                <a:spcPts val="225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/>
            </a:lvl2pPr>
            <a:lvl3pPr indent="-228600" lvl="2" marL="1371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/>
            </a:lvl6pPr>
            <a:lvl7pPr indent="-228600" lvl="6" marL="3200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/>
            </a:lvl7pPr>
            <a:lvl8pPr indent="-228600" lvl="7" marL="3657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/>
            </a:lvl8pPr>
            <a:lvl9pPr indent="-228600" lvl="8" marL="4114800" algn="l">
              <a:lnSpc>
                <a:spcPct val="94000"/>
              </a:lnSpc>
              <a:spcBef>
                <a:spcPts val="750"/>
              </a:spcBef>
              <a:spcAft>
                <a:spcPts val="300"/>
              </a:spcAft>
              <a:buClr>
                <a:schemeClr val="dk2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76" name="Google Shape;76;p59"/>
          <p:cNvSpPr txBox="1"/>
          <p:nvPr>
            <p:ph idx="10" type="dt"/>
          </p:nvPr>
        </p:nvSpPr>
        <p:spPr>
          <a:xfrm>
            <a:off x="1085850" y="9680079"/>
            <a:ext cx="180685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9"/>
          <p:cNvSpPr txBox="1"/>
          <p:nvPr>
            <p:ph idx="11" type="ftr"/>
          </p:nvPr>
        </p:nvSpPr>
        <p:spPr>
          <a:xfrm>
            <a:off x="3308918" y="9680079"/>
            <a:ext cx="3560513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9"/>
          <p:cNvSpPr txBox="1"/>
          <p:nvPr>
            <p:ph idx="12" type="sldNum"/>
          </p:nvPr>
        </p:nvSpPr>
        <p:spPr>
          <a:xfrm>
            <a:off x="14824710" y="9680079"/>
            <a:ext cx="239443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59" title="Divider Bar"/>
          <p:cNvSpPr/>
          <p:nvPr/>
        </p:nvSpPr>
        <p:spPr>
          <a:xfrm>
            <a:off x="7955280" y="564"/>
            <a:ext cx="342900" cy="10287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0"/>
          <p:cNvSpPr txBox="1"/>
          <p:nvPr>
            <p:ph type="title"/>
          </p:nvPr>
        </p:nvSpPr>
        <p:spPr>
          <a:xfrm>
            <a:off x="2057400" y="1028700"/>
            <a:ext cx="14401800" cy="2228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0"/>
          <p:cNvSpPr txBox="1"/>
          <p:nvPr>
            <p:ph idx="1" type="body"/>
          </p:nvPr>
        </p:nvSpPr>
        <p:spPr>
          <a:xfrm rot="5400000">
            <a:off x="6579394" y="-1078706"/>
            <a:ext cx="5357813" cy="144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indent="-342900" lvl="1" marL="914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indent="-342900" lvl="5" marL="27432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750"/>
              </a:spcBef>
              <a:spcAft>
                <a:spcPts val="3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83" name="Google Shape;83;p60"/>
          <p:cNvSpPr txBox="1"/>
          <p:nvPr>
            <p:ph idx="10" type="dt"/>
          </p:nvPr>
        </p:nvSpPr>
        <p:spPr>
          <a:xfrm>
            <a:off x="2085975" y="9680079"/>
            <a:ext cx="180685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60"/>
          <p:cNvSpPr txBox="1"/>
          <p:nvPr>
            <p:ph idx="11" type="ftr"/>
          </p:nvPr>
        </p:nvSpPr>
        <p:spPr>
          <a:xfrm>
            <a:off x="4340346" y="9680079"/>
            <a:ext cx="9421245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60"/>
          <p:cNvSpPr txBox="1"/>
          <p:nvPr>
            <p:ph idx="12" type="sldNum"/>
          </p:nvPr>
        </p:nvSpPr>
        <p:spPr>
          <a:xfrm>
            <a:off x="14209104" y="9680079"/>
            <a:ext cx="239443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1"/>
          <p:cNvSpPr txBox="1"/>
          <p:nvPr>
            <p:ph type="title"/>
          </p:nvPr>
        </p:nvSpPr>
        <p:spPr>
          <a:xfrm rot="5400000">
            <a:off x="11636734" y="3694343"/>
            <a:ext cx="7864866" cy="23486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61"/>
          <p:cNvSpPr txBox="1"/>
          <p:nvPr>
            <p:ph idx="1" type="body"/>
          </p:nvPr>
        </p:nvSpPr>
        <p:spPr>
          <a:xfrm rot="5400000">
            <a:off x="4259699" y="-1266064"/>
            <a:ext cx="7864866" cy="12269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indent="-342900" lvl="1" marL="914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indent="-342900" lvl="5" marL="27432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750"/>
              </a:spcBef>
              <a:spcAft>
                <a:spcPts val="3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89" name="Google Shape;89;p61"/>
          <p:cNvSpPr txBox="1"/>
          <p:nvPr>
            <p:ph idx="10" type="dt"/>
          </p:nvPr>
        </p:nvSpPr>
        <p:spPr>
          <a:xfrm>
            <a:off x="2085975" y="9680079"/>
            <a:ext cx="180685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61"/>
          <p:cNvSpPr txBox="1"/>
          <p:nvPr>
            <p:ph idx="11" type="ftr"/>
          </p:nvPr>
        </p:nvSpPr>
        <p:spPr>
          <a:xfrm>
            <a:off x="4340346" y="9680079"/>
            <a:ext cx="9421245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61"/>
          <p:cNvSpPr txBox="1"/>
          <p:nvPr>
            <p:ph idx="12" type="sldNum"/>
          </p:nvPr>
        </p:nvSpPr>
        <p:spPr>
          <a:xfrm>
            <a:off x="14209104" y="9680079"/>
            <a:ext cx="239443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9"/>
          <p:cNvSpPr txBox="1"/>
          <p:nvPr>
            <p:ph type="title"/>
          </p:nvPr>
        </p:nvSpPr>
        <p:spPr>
          <a:xfrm>
            <a:off x="2057400" y="1028700"/>
            <a:ext cx="14401800" cy="2228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9"/>
          <p:cNvSpPr txBox="1"/>
          <p:nvPr>
            <p:ph idx="1" type="body"/>
          </p:nvPr>
        </p:nvSpPr>
        <p:spPr>
          <a:xfrm>
            <a:off x="2057400" y="3429000"/>
            <a:ext cx="14401800" cy="53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indent="-342900" lvl="1" marL="914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indent="-342900" lvl="5" marL="27432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750"/>
              </a:spcBef>
              <a:spcAft>
                <a:spcPts val="3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03" name="Google Shape;103;p39"/>
          <p:cNvSpPr txBox="1"/>
          <p:nvPr>
            <p:ph idx="10" type="dt"/>
          </p:nvPr>
        </p:nvSpPr>
        <p:spPr>
          <a:xfrm>
            <a:off x="2085975" y="9680079"/>
            <a:ext cx="180685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9"/>
          <p:cNvSpPr txBox="1"/>
          <p:nvPr>
            <p:ph idx="11" type="ftr"/>
          </p:nvPr>
        </p:nvSpPr>
        <p:spPr>
          <a:xfrm>
            <a:off x="4340346" y="9680079"/>
            <a:ext cx="9421245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9"/>
          <p:cNvSpPr txBox="1"/>
          <p:nvPr>
            <p:ph idx="12" type="sldNum"/>
          </p:nvPr>
        </p:nvSpPr>
        <p:spPr>
          <a:xfrm>
            <a:off x="14209104" y="9680079"/>
            <a:ext cx="239443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4"/>
          <p:cNvSpPr txBox="1"/>
          <p:nvPr>
            <p:ph type="ctrTitle"/>
          </p:nvPr>
        </p:nvSpPr>
        <p:spPr>
          <a:xfrm>
            <a:off x="2872693" y="2682681"/>
            <a:ext cx="12541844" cy="31473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800"/>
              <a:buFont typeface="Libre Franklin"/>
              <a:buNone/>
              <a:defRPr sz="10800"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44"/>
          <p:cNvSpPr txBox="1"/>
          <p:nvPr>
            <p:ph idx="1" type="subTitle"/>
          </p:nvPr>
        </p:nvSpPr>
        <p:spPr>
          <a:xfrm>
            <a:off x="4019860" y="5934419"/>
            <a:ext cx="10247510" cy="16293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 sz="3450"/>
            </a:lvl1pPr>
            <a:lvl2pPr lvl="1" algn="ctr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/>
            </a:lvl2pPr>
            <a:lvl3pPr lvl="2" algn="ctr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700"/>
              <a:buNone/>
              <a:defRPr sz="2700"/>
            </a:lvl3pPr>
            <a:lvl4pPr lvl="3" algn="ctr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4pPr>
            <a:lvl5pPr lvl="4" algn="ctr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5pPr>
            <a:lvl6pPr lvl="5" algn="ctr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6pPr>
            <a:lvl7pPr lvl="6" algn="ctr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7pPr>
            <a:lvl8pPr lvl="7" algn="ctr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8pPr>
            <a:lvl9pPr lvl="8" algn="ctr">
              <a:lnSpc>
                <a:spcPct val="94000"/>
              </a:lnSpc>
              <a:spcBef>
                <a:spcPts val="750"/>
              </a:spcBef>
              <a:spcAft>
                <a:spcPts val="300"/>
              </a:spcAft>
              <a:buClr>
                <a:schemeClr val="dk2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10" name="Google Shape;110;p44"/>
          <p:cNvSpPr txBox="1"/>
          <p:nvPr>
            <p:ph idx="10" type="dt"/>
          </p:nvPr>
        </p:nvSpPr>
        <p:spPr>
          <a:xfrm>
            <a:off x="1129287" y="9680079"/>
            <a:ext cx="2411916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44"/>
          <p:cNvSpPr txBox="1"/>
          <p:nvPr>
            <p:ph idx="11" type="ftr"/>
          </p:nvPr>
        </p:nvSpPr>
        <p:spPr>
          <a:xfrm>
            <a:off x="3876082" y="9680079"/>
            <a:ext cx="10535066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44"/>
          <p:cNvSpPr txBox="1"/>
          <p:nvPr>
            <p:ph idx="12" type="sldNum"/>
          </p:nvPr>
        </p:nvSpPr>
        <p:spPr>
          <a:xfrm>
            <a:off x="14746025" y="9680079"/>
            <a:ext cx="239443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r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r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r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r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r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r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r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r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3" name="Google Shape;113;p44"/>
          <p:cNvGrpSpPr/>
          <p:nvPr/>
        </p:nvGrpSpPr>
        <p:grpSpPr>
          <a:xfrm>
            <a:off x="1129288" y="1116704"/>
            <a:ext cx="16011176" cy="8024507"/>
            <a:chOff x="752858" y="744469"/>
            <a:chExt cx="10674117" cy="5349671"/>
          </a:xfrm>
        </p:grpSpPr>
        <p:sp>
          <p:nvSpPr>
            <p:cNvPr id="114" name="Google Shape;114;p44"/>
            <p:cNvSpPr/>
            <p:nvPr/>
          </p:nvSpPr>
          <p:spPr>
            <a:xfrm>
              <a:off x="8151962" y="1685652"/>
              <a:ext cx="3275013" cy="4408488"/>
            </a:xfrm>
            <a:custGeom>
              <a:rect b="b" l="l" r="r" t="t"/>
              <a:pathLst>
                <a:path extrusionOk="0" h="10000" w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  <p:sp>
          <p:nvSpPr>
            <p:cNvPr id="115" name="Google Shape;115;p44"/>
            <p:cNvSpPr/>
            <p:nvPr/>
          </p:nvSpPr>
          <p:spPr>
            <a:xfrm rot="10800000">
              <a:off x="752858" y="744469"/>
              <a:ext cx="3275668" cy="4408488"/>
            </a:xfrm>
            <a:custGeom>
              <a:rect b="b" l="l" r="r" t="t"/>
              <a:pathLst>
                <a:path extrusionOk="0" h="10000" w="10002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 type="secHead">
  <p:cSld name="SECTION_HEADER">
    <p:bg>
      <p:bgPr>
        <a:solidFill>
          <a:schemeClr val="dk2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5"/>
          <p:cNvSpPr txBox="1"/>
          <p:nvPr>
            <p:ph type="title"/>
          </p:nvPr>
        </p:nvSpPr>
        <p:spPr>
          <a:xfrm>
            <a:off x="1147538" y="1952041"/>
            <a:ext cx="14419457" cy="427910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800"/>
              <a:buFont typeface="Libre Franklin"/>
              <a:buNone/>
              <a:defRPr sz="10800" cap="none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45"/>
          <p:cNvSpPr txBox="1"/>
          <p:nvPr>
            <p:ph idx="1" type="body"/>
          </p:nvPr>
        </p:nvSpPr>
        <p:spPr>
          <a:xfrm>
            <a:off x="1147538" y="6324492"/>
            <a:ext cx="14419457" cy="1714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4000"/>
              </a:lnSpc>
              <a:spcBef>
                <a:spcPts val="750"/>
              </a:spcBef>
              <a:spcAft>
                <a:spcPts val="30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9" name="Google Shape;119;p45"/>
          <p:cNvSpPr txBox="1"/>
          <p:nvPr>
            <p:ph idx="10" type="dt"/>
          </p:nvPr>
        </p:nvSpPr>
        <p:spPr>
          <a:xfrm>
            <a:off x="1108363" y="9680079"/>
            <a:ext cx="2433614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45"/>
          <p:cNvSpPr txBox="1"/>
          <p:nvPr>
            <p:ph idx="11" type="ftr"/>
          </p:nvPr>
        </p:nvSpPr>
        <p:spPr>
          <a:xfrm>
            <a:off x="3876469" y="9680079"/>
            <a:ext cx="10535066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45"/>
          <p:cNvSpPr txBox="1"/>
          <p:nvPr>
            <p:ph idx="12" type="sldNum"/>
          </p:nvPr>
        </p:nvSpPr>
        <p:spPr>
          <a:xfrm>
            <a:off x="14746025" y="9680079"/>
            <a:ext cx="239443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8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r">
              <a:spcBef>
                <a:spcPts val="0"/>
              </a:spcBef>
              <a:buNone/>
              <a:defRPr sz="18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r">
              <a:spcBef>
                <a:spcPts val="0"/>
              </a:spcBef>
              <a:buNone/>
              <a:defRPr sz="18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r">
              <a:spcBef>
                <a:spcPts val="0"/>
              </a:spcBef>
              <a:buNone/>
              <a:defRPr sz="18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r">
              <a:spcBef>
                <a:spcPts val="0"/>
              </a:spcBef>
              <a:buNone/>
              <a:defRPr sz="18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r">
              <a:spcBef>
                <a:spcPts val="0"/>
              </a:spcBef>
              <a:buNone/>
              <a:defRPr sz="18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r">
              <a:spcBef>
                <a:spcPts val="0"/>
              </a:spcBef>
              <a:buNone/>
              <a:defRPr sz="18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r">
              <a:spcBef>
                <a:spcPts val="0"/>
              </a:spcBef>
              <a:buNone/>
              <a:defRPr sz="18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r">
              <a:spcBef>
                <a:spcPts val="0"/>
              </a:spcBef>
              <a:buNone/>
              <a:defRPr sz="18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45" title="Crop Mark"/>
          <p:cNvSpPr/>
          <p:nvPr/>
        </p:nvSpPr>
        <p:spPr>
          <a:xfrm>
            <a:off x="12227944" y="2528478"/>
            <a:ext cx="4912520" cy="6612732"/>
          </a:xfrm>
          <a:custGeom>
            <a:rect b="b" l="l" r="r" t="t"/>
            <a:pathLst>
              <a:path extrusionOk="0" h="5554" w="4125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6"/>
          <p:cNvSpPr txBox="1"/>
          <p:nvPr>
            <p:ph type="title"/>
          </p:nvPr>
        </p:nvSpPr>
        <p:spPr>
          <a:xfrm>
            <a:off x="2057400" y="1028700"/>
            <a:ext cx="14401800" cy="2228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Libre Franklin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46"/>
          <p:cNvSpPr txBox="1"/>
          <p:nvPr>
            <p:ph idx="1" type="body"/>
          </p:nvPr>
        </p:nvSpPr>
        <p:spPr>
          <a:xfrm>
            <a:off x="2057400" y="3428999"/>
            <a:ext cx="6671679" cy="5372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000"/>
              <a:buChar char="■"/>
              <a:defRPr>
                <a:solidFill>
                  <a:schemeClr val="dk2"/>
                </a:solidFill>
              </a:defRPr>
            </a:lvl1pPr>
            <a:lvl2pPr indent="-419100" lvl="1" marL="914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3000"/>
              <a:buChar char="–"/>
              <a:defRPr>
                <a:solidFill>
                  <a:schemeClr val="dk2"/>
                </a:solidFill>
              </a:defRPr>
            </a:lvl2pPr>
            <a:lvl3pPr indent="-400050" lvl="2" marL="1371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700"/>
              <a:buChar char="■"/>
              <a:defRPr>
                <a:solidFill>
                  <a:schemeClr val="dk2"/>
                </a:solidFill>
              </a:defRPr>
            </a:lvl3pPr>
            <a:lvl4pPr indent="-400050" lvl="3" marL="18288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700"/>
              <a:buChar char="–"/>
              <a:defRPr>
                <a:solidFill>
                  <a:schemeClr val="dk2"/>
                </a:solidFill>
              </a:defRPr>
            </a:lvl4pPr>
            <a:lvl5pPr indent="-381000" lvl="4" marL="22860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750"/>
              </a:spcBef>
              <a:spcAft>
                <a:spcPts val="3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26" name="Google Shape;126;p46"/>
          <p:cNvSpPr txBox="1"/>
          <p:nvPr>
            <p:ph idx="2" type="body"/>
          </p:nvPr>
        </p:nvSpPr>
        <p:spPr>
          <a:xfrm>
            <a:off x="9788105" y="3428999"/>
            <a:ext cx="6671679" cy="5372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000"/>
              <a:buChar char="■"/>
              <a:defRPr>
                <a:solidFill>
                  <a:schemeClr val="dk2"/>
                </a:solidFill>
              </a:defRPr>
            </a:lvl1pPr>
            <a:lvl2pPr indent="-419100" lvl="1" marL="914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3000"/>
              <a:buChar char="–"/>
              <a:defRPr>
                <a:solidFill>
                  <a:schemeClr val="dk2"/>
                </a:solidFill>
              </a:defRPr>
            </a:lvl2pPr>
            <a:lvl3pPr indent="-400050" lvl="2" marL="1371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700"/>
              <a:buChar char="■"/>
              <a:defRPr>
                <a:solidFill>
                  <a:schemeClr val="dk2"/>
                </a:solidFill>
              </a:defRPr>
            </a:lvl3pPr>
            <a:lvl4pPr indent="-400050" lvl="3" marL="18288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700"/>
              <a:buChar char="–"/>
              <a:defRPr>
                <a:solidFill>
                  <a:schemeClr val="dk2"/>
                </a:solidFill>
              </a:defRPr>
            </a:lvl4pPr>
            <a:lvl5pPr indent="-381000" lvl="4" marL="22860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750"/>
              </a:spcBef>
              <a:spcAft>
                <a:spcPts val="3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27" name="Google Shape;127;p46"/>
          <p:cNvSpPr txBox="1"/>
          <p:nvPr>
            <p:ph idx="10" type="dt"/>
          </p:nvPr>
        </p:nvSpPr>
        <p:spPr>
          <a:xfrm>
            <a:off x="2085975" y="9680079"/>
            <a:ext cx="180685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46"/>
          <p:cNvSpPr txBox="1"/>
          <p:nvPr>
            <p:ph idx="11" type="ftr"/>
          </p:nvPr>
        </p:nvSpPr>
        <p:spPr>
          <a:xfrm>
            <a:off x="4340346" y="9680079"/>
            <a:ext cx="9421245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46"/>
          <p:cNvSpPr txBox="1"/>
          <p:nvPr>
            <p:ph idx="12" type="sldNum"/>
          </p:nvPr>
        </p:nvSpPr>
        <p:spPr>
          <a:xfrm>
            <a:off x="14209104" y="9680079"/>
            <a:ext cx="239443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7"/>
          <p:cNvSpPr txBox="1"/>
          <p:nvPr>
            <p:ph type="title"/>
          </p:nvPr>
        </p:nvSpPr>
        <p:spPr>
          <a:xfrm>
            <a:off x="2057400" y="1028700"/>
            <a:ext cx="14401800" cy="2228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Libre Franklin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47"/>
          <p:cNvSpPr txBox="1"/>
          <p:nvPr>
            <p:ph idx="1" type="body"/>
          </p:nvPr>
        </p:nvSpPr>
        <p:spPr>
          <a:xfrm>
            <a:off x="2057400" y="3511296"/>
            <a:ext cx="6665976" cy="12358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b="0" sz="45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b="1" sz="3000"/>
            </a:lvl2pPr>
            <a:lvl3pPr indent="-228600" lvl="2" marL="1371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700"/>
              <a:buNone/>
              <a:defRPr b="1" sz="2700"/>
            </a:lvl3pPr>
            <a:lvl4pPr indent="-228600" lvl="3" marL="18288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/>
            </a:lvl4pPr>
            <a:lvl5pPr indent="-228600" lvl="4" marL="22860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/>
            </a:lvl5pPr>
            <a:lvl6pPr indent="-228600" lvl="5" marL="27432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/>
            </a:lvl6pPr>
            <a:lvl7pPr indent="-228600" lvl="6" marL="3200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/>
            </a:lvl7pPr>
            <a:lvl8pPr indent="-228600" lvl="7" marL="3657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/>
            </a:lvl8pPr>
            <a:lvl9pPr indent="-228600" lvl="8" marL="4114800" algn="l">
              <a:lnSpc>
                <a:spcPct val="94000"/>
              </a:lnSpc>
              <a:spcBef>
                <a:spcPts val="750"/>
              </a:spcBef>
              <a:spcAft>
                <a:spcPts val="300"/>
              </a:spcAft>
              <a:buClr>
                <a:schemeClr val="dk2"/>
              </a:buClr>
              <a:buSzPts val="2400"/>
              <a:buNone/>
              <a:defRPr b="1" sz="2400"/>
            </a:lvl9pPr>
          </a:lstStyle>
          <a:p/>
        </p:txBody>
      </p:sp>
      <p:sp>
        <p:nvSpPr>
          <p:cNvPr id="133" name="Google Shape;133;p47"/>
          <p:cNvSpPr txBox="1"/>
          <p:nvPr>
            <p:ph idx="2" type="body"/>
          </p:nvPr>
        </p:nvSpPr>
        <p:spPr>
          <a:xfrm>
            <a:off x="2057400" y="4957811"/>
            <a:ext cx="6665976" cy="3843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000"/>
              <a:buChar char="■"/>
              <a:defRPr>
                <a:solidFill>
                  <a:schemeClr val="dk2"/>
                </a:solidFill>
              </a:defRPr>
            </a:lvl1pPr>
            <a:lvl2pPr indent="-419100" lvl="1" marL="914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3000"/>
              <a:buChar char="–"/>
              <a:defRPr>
                <a:solidFill>
                  <a:schemeClr val="dk2"/>
                </a:solidFill>
              </a:defRPr>
            </a:lvl2pPr>
            <a:lvl3pPr indent="-400050" lvl="2" marL="1371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700"/>
              <a:buChar char="■"/>
              <a:defRPr>
                <a:solidFill>
                  <a:schemeClr val="dk2"/>
                </a:solidFill>
              </a:defRPr>
            </a:lvl3pPr>
            <a:lvl4pPr indent="-400050" lvl="3" marL="18288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700"/>
              <a:buChar char="–"/>
              <a:defRPr>
                <a:solidFill>
                  <a:schemeClr val="dk2"/>
                </a:solidFill>
              </a:defRPr>
            </a:lvl4pPr>
            <a:lvl5pPr indent="-381000" lvl="4" marL="22860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750"/>
              </a:spcBef>
              <a:spcAft>
                <a:spcPts val="3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34" name="Google Shape;134;p47"/>
          <p:cNvSpPr txBox="1"/>
          <p:nvPr>
            <p:ph idx="3" type="body"/>
          </p:nvPr>
        </p:nvSpPr>
        <p:spPr>
          <a:xfrm>
            <a:off x="9787521" y="3511296"/>
            <a:ext cx="6665976" cy="12358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b="0" sz="45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b="1" sz="3000"/>
            </a:lvl2pPr>
            <a:lvl3pPr indent="-228600" lvl="2" marL="1371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700"/>
              <a:buNone/>
              <a:defRPr b="1" sz="2700"/>
            </a:lvl3pPr>
            <a:lvl4pPr indent="-228600" lvl="3" marL="18288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/>
            </a:lvl4pPr>
            <a:lvl5pPr indent="-228600" lvl="4" marL="22860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/>
            </a:lvl5pPr>
            <a:lvl6pPr indent="-228600" lvl="5" marL="27432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/>
            </a:lvl6pPr>
            <a:lvl7pPr indent="-228600" lvl="6" marL="3200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/>
            </a:lvl7pPr>
            <a:lvl8pPr indent="-228600" lvl="7" marL="3657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1" sz="2400"/>
            </a:lvl8pPr>
            <a:lvl9pPr indent="-228600" lvl="8" marL="4114800" algn="l">
              <a:lnSpc>
                <a:spcPct val="94000"/>
              </a:lnSpc>
              <a:spcBef>
                <a:spcPts val="750"/>
              </a:spcBef>
              <a:spcAft>
                <a:spcPts val="300"/>
              </a:spcAft>
              <a:buClr>
                <a:schemeClr val="dk2"/>
              </a:buClr>
              <a:buSzPts val="2400"/>
              <a:buNone/>
              <a:defRPr b="1" sz="2400"/>
            </a:lvl9pPr>
          </a:lstStyle>
          <a:p/>
        </p:txBody>
      </p:sp>
      <p:sp>
        <p:nvSpPr>
          <p:cNvPr id="135" name="Google Shape;135;p47"/>
          <p:cNvSpPr txBox="1"/>
          <p:nvPr>
            <p:ph idx="4" type="body"/>
          </p:nvPr>
        </p:nvSpPr>
        <p:spPr>
          <a:xfrm>
            <a:off x="9787521" y="4957811"/>
            <a:ext cx="6665976" cy="3843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000"/>
              <a:buChar char="■"/>
              <a:defRPr>
                <a:solidFill>
                  <a:schemeClr val="dk2"/>
                </a:solidFill>
              </a:defRPr>
            </a:lvl1pPr>
            <a:lvl2pPr indent="-419100" lvl="1" marL="914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3000"/>
              <a:buChar char="–"/>
              <a:defRPr>
                <a:solidFill>
                  <a:schemeClr val="dk2"/>
                </a:solidFill>
              </a:defRPr>
            </a:lvl2pPr>
            <a:lvl3pPr indent="-400050" lvl="2" marL="1371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700"/>
              <a:buChar char="■"/>
              <a:defRPr>
                <a:solidFill>
                  <a:schemeClr val="dk2"/>
                </a:solidFill>
              </a:defRPr>
            </a:lvl3pPr>
            <a:lvl4pPr indent="-400050" lvl="3" marL="18288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700"/>
              <a:buChar char="–"/>
              <a:defRPr>
                <a:solidFill>
                  <a:schemeClr val="dk2"/>
                </a:solidFill>
              </a:defRPr>
            </a:lvl4pPr>
            <a:lvl5pPr indent="-381000" lvl="4" marL="22860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750"/>
              </a:spcBef>
              <a:spcAft>
                <a:spcPts val="3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36" name="Google Shape;136;p47"/>
          <p:cNvSpPr txBox="1"/>
          <p:nvPr>
            <p:ph idx="10" type="dt"/>
          </p:nvPr>
        </p:nvSpPr>
        <p:spPr>
          <a:xfrm>
            <a:off x="2085975" y="9680079"/>
            <a:ext cx="180685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47"/>
          <p:cNvSpPr txBox="1"/>
          <p:nvPr>
            <p:ph idx="11" type="ftr"/>
          </p:nvPr>
        </p:nvSpPr>
        <p:spPr>
          <a:xfrm>
            <a:off x="4340346" y="9680079"/>
            <a:ext cx="9421245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47"/>
          <p:cNvSpPr txBox="1"/>
          <p:nvPr>
            <p:ph idx="12" type="sldNum"/>
          </p:nvPr>
        </p:nvSpPr>
        <p:spPr>
          <a:xfrm>
            <a:off x="14209104" y="9680079"/>
            <a:ext cx="239443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8"/>
          <p:cNvSpPr txBox="1"/>
          <p:nvPr>
            <p:ph type="title"/>
          </p:nvPr>
        </p:nvSpPr>
        <p:spPr>
          <a:xfrm>
            <a:off x="2057400" y="1028700"/>
            <a:ext cx="14401800" cy="2228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48"/>
          <p:cNvSpPr txBox="1"/>
          <p:nvPr>
            <p:ph idx="10" type="dt"/>
          </p:nvPr>
        </p:nvSpPr>
        <p:spPr>
          <a:xfrm>
            <a:off x="2085975" y="9680079"/>
            <a:ext cx="180685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48"/>
          <p:cNvSpPr txBox="1"/>
          <p:nvPr>
            <p:ph idx="11" type="ftr"/>
          </p:nvPr>
        </p:nvSpPr>
        <p:spPr>
          <a:xfrm>
            <a:off x="4340346" y="9680079"/>
            <a:ext cx="9421245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48"/>
          <p:cNvSpPr txBox="1"/>
          <p:nvPr>
            <p:ph idx="12" type="sldNum"/>
          </p:nvPr>
        </p:nvSpPr>
        <p:spPr>
          <a:xfrm>
            <a:off x="14209104" y="9680079"/>
            <a:ext cx="239443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9"/>
          <p:cNvSpPr txBox="1"/>
          <p:nvPr>
            <p:ph idx="10" type="dt"/>
          </p:nvPr>
        </p:nvSpPr>
        <p:spPr>
          <a:xfrm>
            <a:off x="2085975" y="9680079"/>
            <a:ext cx="180685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49"/>
          <p:cNvSpPr txBox="1"/>
          <p:nvPr>
            <p:ph idx="11" type="ftr"/>
          </p:nvPr>
        </p:nvSpPr>
        <p:spPr>
          <a:xfrm>
            <a:off x="4340346" y="9680079"/>
            <a:ext cx="9421245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49"/>
          <p:cNvSpPr txBox="1"/>
          <p:nvPr>
            <p:ph idx="12" type="sldNum"/>
          </p:nvPr>
        </p:nvSpPr>
        <p:spPr>
          <a:xfrm>
            <a:off x="14209104" y="9680079"/>
            <a:ext cx="239443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showMasterSp="0" type="objTx">
  <p:cSld name="OBJECT_WITH_CAPTION_TEX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0" title="Background Shape"/>
          <p:cNvSpPr/>
          <p:nvPr/>
        </p:nvSpPr>
        <p:spPr>
          <a:xfrm>
            <a:off x="0" y="564"/>
            <a:ext cx="7955280" cy="10286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0"/>
          <p:cNvSpPr txBox="1"/>
          <p:nvPr>
            <p:ph type="title"/>
          </p:nvPr>
        </p:nvSpPr>
        <p:spPr>
          <a:xfrm>
            <a:off x="1085850" y="1028700"/>
            <a:ext cx="5783580" cy="3236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Libre Franklin"/>
              <a:buNone/>
              <a:defRPr sz="7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50"/>
          <p:cNvSpPr txBox="1"/>
          <p:nvPr>
            <p:ph idx="1" type="body"/>
          </p:nvPr>
        </p:nvSpPr>
        <p:spPr>
          <a:xfrm>
            <a:off x="9384030" y="1028702"/>
            <a:ext cx="7818120" cy="7762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000"/>
              <a:buChar char="■"/>
              <a:defRPr sz="3000"/>
            </a:lvl1pPr>
            <a:lvl2pPr indent="-419100" lvl="1" marL="914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3000"/>
              <a:buChar char="–"/>
              <a:defRPr sz="3000"/>
            </a:lvl2pPr>
            <a:lvl3pPr indent="-400050" lvl="2" marL="1371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700"/>
              <a:buChar char="■"/>
              <a:defRPr sz="2700"/>
            </a:lvl3pPr>
            <a:lvl4pPr indent="-400050" lvl="3" marL="18288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700"/>
              <a:buChar char="–"/>
              <a:defRPr sz="2700"/>
            </a:lvl4pPr>
            <a:lvl5pPr indent="-381000" lvl="4" marL="22860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Char char="■"/>
              <a:defRPr sz="2400"/>
            </a:lvl5pPr>
            <a:lvl6pPr indent="-381000" lvl="5" marL="27432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Char char="–"/>
              <a:defRPr sz="2400"/>
            </a:lvl6pPr>
            <a:lvl7pPr indent="-381000" lvl="6" marL="3200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Char char="■"/>
              <a:defRPr sz="2400"/>
            </a:lvl7pPr>
            <a:lvl8pPr indent="-381000" lvl="7" marL="3657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Char char="–"/>
              <a:defRPr sz="2400"/>
            </a:lvl8pPr>
            <a:lvl9pPr indent="-381000" lvl="8" marL="4114800" algn="l">
              <a:lnSpc>
                <a:spcPct val="94000"/>
              </a:lnSpc>
              <a:spcBef>
                <a:spcPts val="750"/>
              </a:spcBef>
              <a:spcAft>
                <a:spcPts val="300"/>
              </a:spcAft>
              <a:buClr>
                <a:schemeClr val="dk2"/>
              </a:buClr>
              <a:buSzPts val="2400"/>
              <a:buChar char="■"/>
              <a:defRPr sz="2400"/>
            </a:lvl9pPr>
          </a:lstStyle>
          <a:p/>
        </p:txBody>
      </p:sp>
      <p:sp>
        <p:nvSpPr>
          <p:cNvPr id="152" name="Google Shape;152;p50"/>
          <p:cNvSpPr txBox="1"/>
          <p:nvPr>
            <p:ph idx="2" type="body"/>
          </p:nvPr>
        </p:nvSpPr>
        <p:spPr>
          <a:xfrm>
            <a:off x="1085850" y="4284516"/>
            <a:ext cx="5783580" cy="4516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1pPr>
            <a:lvl2pPr indent="-228600" lvl="1" marL="914400" algn="l">
              <a:lnSpc>
                <a:spcPct val="94000"/>
              </a:lnSpc>
              <a:spcBef>
                <a:spcPts val="225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/>
            </a:lvl2pPr>
            <a:lvl3pPr indent="-228600" lvl="2" marL="1371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/>
            </a:lvl6pPr>
            <a:lvl7pPr indent="-228600" lvl="6" marL="3200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/>
            </a:lvl7pPr>
            <a:lvl8pPr indent="-228600" lvl="7" marL="3657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/>
            </a:lvl8pPr>
            <a:lvl9pPr indent="-228600" lvl="8" marL="4114800" algn="l">
              <a:lnSpc>
                <a:spcPct val="94000"/>
              </a:lnSpc>
              <a:spcBef>
                <a:spcPts val="750"/>
              </a:spcBef>
              <a:spcAft>
                <a:spcPts val="300"/>
              </a:spcAft>
              <a:buClr>
                <a:schemeClr val="dk2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153" name="Google Shape;153;p50"/>
          <p:cNvSpPr txBox="1"/>
          <p:nvPr>
            <p:ph idx="10" type="dt"/>
          </p:nvPr>
        </p:nvSpPr>
        <p:spPr>
          <a:xfrm>
            <a:off x="1085850" y="9680079"/>
            <a:ext cx="180685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50"/>
          <p:cNvSpPr txBox="1"/>
          <p:nvPr>
            <p:ph idx="11" type="ftr"/>
          </p:nvPr>
        </p:nvSpPr>
        <p:spPr>
          <a:xfrm>
            <a:off x="3308918" y="9680079"/>
            <a:ext cx="3560513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50"/>
          <p:cNvSpPr txBox="1"/>
          <p:nvPr>
            <p:ph idx="12" type="sldNum"/>
          </p:nvPr>
        </p:nvSpPr>
        <p:spPr>
          <a:xfrm>
            <a:off x="14824710" y="9680079"/>
            <a:ext cx="239443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r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r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r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r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r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r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r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r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" name="Google Shape;156;p50" title="Divider Bar"/>
          <p:cNvSpPr/>
          <p:nvPr/>
        </p:nvSpPr>
        <p:spPr>
          <a:xfrm>
            <a:off x="7955280" y="564"/>
            <a:ext cx="342900" cy="10287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showMasterSp="0" type="picTx">
  <p:cSld name="PICTURE_WITH_CAPTION_TEX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1" title="Background Shape"/>
          <p:cNvSpPr/>
          <p:nvPr/>
        </p:nvSpPr>
        <p:spPr>
          <a:xfrm>
            <a:off x="0" y="564"/>
            <a:ext cx="7955280" cy="10286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1"/>
          <p:cNvSpPr txBox="1"/>
          <p:nvPr>
            <p:ph type="title"/>
          </p:nvPr>
        </p:nvSpPr>
        <p:spPr>
          <a:xfrm>
            <a:off x="1085850" y="1028700"/>
            <a:ext cx="5783580" cy="3236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Libre Franklin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51"/>
          <p:cNvSpPr/>
          <p:nvPr>
            <p:ph idx="2" type="pic"/>
          </p:nvPr>
        </p:nvSpPr>
        <p:spPr>
          <a:xfrm>
            <a:off x="8298180" y="1"/>
            <a:ext cx="9989820" cy="10286999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51"/>
          <p:cNvSpPr txBox="1"/>
          <p:nvPr>
            <p:ph idx="1" type="body"/>
          </p:nvPr>
        </p:nvSpPr>
        <p:spPr>
          <a:xfrm>
            <a:off x="1085850" y="4283952"/>
            <a:ext cx="5783580" cy="45171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1pPr>
            <a:lvl2pPr indent="-228600" lvl="1" marL="914400" algn="l">
              <a:lnSpc>
                <a:spcPct val="94000"/>
              </a:lnSpc>
              <a:spcBef>
                <a:spcPts val="225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/>
            </a:lvl2pPr>
            <a:lvl3pPr indent="-228600" lvl="2" marL="1371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/>
            </a:lvl6pPr>
            <a:lvl7pPr indent="-228600" lvl="6" marL="3200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/>
            </a:lvl7pPr>
            <a:lvl8pPr indent="-228600" lvl="7" marL="3657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/>
            </a:lvl8pPr>
            <a:lvl9pPr indent="-228600" lvl="8" marL="4114800" algn="l">
              <a:lnSpc>
                <a:spcPct val="94000"/>
              </a:lnSpc>
              <a:spcBef>
                <a:spcPts val="750"/>
              </a:spcBef>
              <a:spcAft>
                <a:spcPts val="300"/>
              </a:spcAft>
              <a:buClr>
                <a:schemeClr val="dk2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162" name="Google Shape;162;p51"/>
          <p:cNvSpPr txBox="1"/>
          <p:nvPr>
            <p:ph idx="10" type="dt"/>
          </p:nvPr>
        </p:nvSpPr>
        <p:spPr>
          <a:xfrm>
            <a:off x="1085850" y="9680079"/>
            <a:ext cx="180685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51"/>
          <p:cNvSpPr txBox="1"/>
          <p:nvPr>
            <p:ph idx="11" type="ftr"/>
          </p:nvPr>
        </p:nvSpPr>
        <p:spPr>
          <a:xfrm>
            <a:off x="3308918" y="9680079"/>
            <a:ext cx="3560513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51"/>
          <p:cNvSpPr txBox="1"/>
          <p:nvPr>
            <p:ph idx="12" type="sldNum"/>
          </p:nvPr>
        </p:nvSpPr>
        <p:spPr>
          <a:xfrm>
            <a:off x="14824710" y="9680079"/>
            <a:ext cx="239443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r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r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r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r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r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r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r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r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" name="Google Shape;165;p51" title="Divider Bar"/>
          <p:cNvSpPr/>
          <p:nvPr/>
        </p:nvSpPr>
        <p:spPr>
          <a:xfrm>
            <a:off x="7955280" y="564"/>
            <a:ext cx="342900" cy="10287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2"/>
          <p:cNvSpPr txBox="1"/>
          <p:nvPr>
            <p:ph type="title"/>
          </p:nvPr>
        </p:nvSpPr>
        <p:spPr>
          <a:xfrm>
            <a:off x="2057400" y="1028700"/>
            <a:ext cx="14401800" cy="2228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52"/>
          <p:cNvSpPr txBox="1"/>
          <p:nvPr>
            <p:ph idx="1" type="body"/>
          </p:nvPr>
        </p:nvSpPr>
        <p:spPr>
          <a:xfrm rot="5400000">
            <a:off x="6579394" y="-1078706"/>
            <a:ext cx="5357813" cy="144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indent="-342900" lvl="1" marL="914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indent="-342900" lvl="5" marL="27432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750"/>
              </a:spcBef>
              <a:spcAft>
                <a:spcPts val="3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69" name="Google Shape;169;p52"/>
          <p:cNvSpPr txBox="1"/>
          <p:nvPr>
            <p:ph idx="10" type="dt"/>
          </p:nvPr>
        </p:nvSpPr>
        <p:spPr>
          <a:xfrm>
            <a:off x="2085975" y="9680079"/>
            <a:ext cx="180685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52"/>
          <p:cNvSpPr txBox="1"/>
          <p:nvPr>
            <p:ph idx="11" type="ftr"/>
          </p:nvPr>
        </p:nvSpPr>
        <p:spPr>
          <a:xfrm>
            <a:off x="4340346" y="9680079"/>
            <a:ext cx="9421245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52"/>
          <p:cNvSpPr txBox="1"/>
          <p:nvPr>
            <p:ph idx="12" type="sldNum"/>
          </p:nvPr>
        </p:nvSpPr>
        <p:spPr>
          <a:xfrm>
            <a:off x="14209104" y="9680079"/>
            <a:ext cx="239443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3"/>
          <p:cNvSpPr txBox="1"/>
          <p:nvPr>
            <p:ph type="title"/>
          </p:nvPr>
        </p:nvSpPr>
        <p:spPr>
          <a:xfrm rot="5400000">
            <a:off x="11636734" y="3694343"/>
            <a:ext cx="7864866" cy="23486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53"/>
          <p:cNvSpPr txBox="1"/>
          <p:nvPr>
            <p:ph idx="1" type="body"/>
          </p:nvPr>
        </p:nvSpPr>
        <p:spPr>
          <a:xfrm rot="5400000">
            <a:off x="4259699" y="-1266064"/>
            <a:ext cx="7864866" cy="12269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indent="-342900" lvl="1" marL="914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indent="-342900" lvl="5" marL="27432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750"/>
              </a:spcBef>
              <a:spcAft>
                <a:spcPts val="3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75" name="Google Shape;175;p53"/>
          <p:cNvSpPr txBox="1"/>
          <p:nvPr>
            <p:ph idx="10" type="dt"/>
          </p:nvPr>
        </p:nvSpPr>
        <p:spPr>
          <a:xfrm>
            <a:off x="2085975" y="9680079"/>
            <a:ext cx="180685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53"/>
          <p:cNvSpPr txBox="1"/>
          <p:nvPr>
            <p:ph idx="11" type="ftr"/>
          </p:nvPr>
        </p:nvSpPr>
        <p:spPr>
          <a:xfrm>
            <a:off x="4340346" y="9680079"/>
            <a:ext cx="9421245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53"/>
          <p:cNvSpPr txBox="1"/>
          <p:nvPr>
            <p:ph idx="12" type="sldNum"/>
          </p:nvPr>
        </p:nvSpPr>
        <p:spPr>
          <a:xfrm>
            <a:off x="14209104" y="9680079"/>
            <a:ext cx="239443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3"/>
          <p:cNvSpPr txBox="1"/>
          <p:nvPr>
            <p:ph type="title"/>
          </p:nvPr>
        </p:nvSpPr>
        <p:spPr>
          <a:xfrm>
            <a:off x="2057400" y="1028700"/>
            <a:ext cx="14401800" cy="2228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Libre Franklin"/>
              <a:buNone/>
              <a:defRPr b="0" i="0" sz="6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3"/>
          <p:cNvSpPr txBox="1"/>
          <p:nvPr>
            <p:ph idx="1" type="body"/>
          </p:nvPr>
        </p:nvSpPr>
        <p:spPr>
          <a:xfrm>
            <a:off x="2057400" y="3429000"/>
            <a:ext cx="14401800" cy="53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marR="0" rtl="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Libre Franklin"/>
              <a:buChar char="■"/>
              <a:defRPr b="0" i="0" sz="3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19100" lvl="1" marL="914400" marR="0" rtl="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Libre Franklin"/>
              <a:buChar char="–"/>
              <a:defRPr b="0" i="1" sz="3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400050" lvl="2" marL="1371600" marR="0" rtl="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Libre Franklin"/>
              <a:buChar char="■"/>
              <a:defRPr b="0" i="0" sz="27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400050" lvl="3" marL="1828800" marR="0" rtl="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Libre Franklin"/>
              <a:buChar char="–"/>
              <a:defRPr b="0" i="1" sz="27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81000" lvl="4" marL="2286000" marR="0" rtl="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ibre Franklin"/>
              <a:buChar char="■"/>
              <a:defRPr b="0" i="0" sz="2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81000" lvl="5" marL="2743200" marR="0" rtl="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ibre Franklin"/>
              <a:buChar char="–"/>
              <a:defRPr b="0" i="1" sz="2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361950" lvl="6" marL="3200400" marR="0" rtl="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Libre Franklin"/>
              <a:buChar char="■"/>
              <a:defRPr b="0" i="0" sz="21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361950" lvl="7" marL="3657600" marR="0" rtl="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Libre Franklin"/>
              <a:buChar char="–"/>
              <a:defRPr b="0" i="1" sz="21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361950" lvl="8" marL="4114800" marR="0" rtl="0" algn="l">
              <a:lnSpc>
                <a:spcPct val="94000"/>
              </a:lnSpc>
              <a:spcBef>
                <a:spcPts val="750"/>
              </a:spcBef>
              <a:spcAft>
                <a:spcPts val="300"/>
              </a:spcAft>
              <a:buClr>
                <a:schemeClr val="dk2"/>
              </a:buClr>
              <a:buSzPts val="2100"/>
              <a:buFont typeface="Libre Franklin"/>
              <a:buChar char="■"/>
              <a:defRPr b="0" i="0" sz="21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" name="Google Shape;8;p33"/>
          <p:cNvSpPr txBox="1"/>
          <p:nvPr>
            <p:ph idx="10" type="dt"/>
          </p:nvPr>
        </p:nvSpPr>
        <p:spPr>
          <a:xfrm>
            <a:off x="2085975" y="9680079"/>
            <a:ext cx="180685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" name="Google Shape;9;p33"/>
          <p:cNvSpPr txBox="1"/>
          <p:nvPr>
            <p:ph idx="11" type="ftr"/>
          </p:nvPr>
        </p:nvSpPr>
        <p:spPr>
          <a:xfrm>
            <a:off x="4340346" y="9680079"/>
            <a:ext cx="9421245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0" name="Google Shape;10;p33"/>
          <p:cNvSpPr txBox="1"/>
          <p:nvPr>
            <p:ph idx="12" type="sldNum"/>
          </p:nvPr>
        </p:nvSpPr>
        <p:spPr>
          <a:xfrm>
            <a:off x="14209104" y="9680079"/>
            <a:ext cx="239443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b="0" i="0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b="0" i="0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b="0" i="0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b="0" i="0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b="0" i="0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b="0" i="0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b="0" i="0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b="0" i="0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b="0" i="0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33" title="Side bar"/>
          <p:cNvSpPr/>
          <p:nvPr/>
        </p:nvSpPr>
        <p:spPr>
          <a:xfrm>
            <a:off x="717143" y="564"/>
            <a:ext cx="342900" cy="10287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368">
          <p15:clr>
            <a:srgbClr val="F26B43"/>
          </p15:clr>
        </p15:guide>
        <p15:guide id="2" orient="horz" pos="1440">
          <p15:clr>
            <a:srgbClr val="F26B43"/>
          </p15:clr>
        </p15:guide>
        <p15:guide id="3" orient="horz" pos="3696">
          <p15:clr>
            <a:srgbClr val="F26B43"/>
          </p15:clr>
        </p15:guide>
        <p15:guide id="4" orient="horz" pos="432">
          <p15:clr>
            <a:srgbClr val="F26B43"/>
          </p15:clr>
        </p15:guide>
        <p15:guide id="5" orient="horz" pos="1512">
          <p15:clr>
            <a:srgbClr val="F26B43"/>
          </p15:clr>
        </p15:guide>
        <p15:guide id="6" pos="6912">
          <p15:clr>
            <a:srgbClr val="F26B43"/>
          </p15:clr>
        </p15:guide>
        <p15:guide id="7" pos="936">
          <p15:clr>
            <a:srgbClr val="F26B43"/>
          </p15:clr>
        </p15:guide>
        <p15:guide id="8" pos="86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7"/>
          <p:cNvSpPr txBox="1"/>
          <p:nvPr>
            <p:ph type="title"/>
          </p:nvPr>
        </p:nvSpPr>
        <p:spPr>
          <a:xfrm>
            <a:off x="2057400" y="1028700"/>
            <a:ext cx="14401800" cy="2228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Libre Franklin"/>
              <a:buNone/>
              <a:defRPr b="0" i="0" sz="6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4" name="Google Shape;94;p37"/>
          <p:cNvSpPr txBox="1"/>
          <p:nvPr>
            <p:ph idx="1" type="body"/>
          </p:nvPr>
        </p:nvSpPr>
        <p:spPr>
          <a:xfrm>
            <a:off x="2057400" y="3429000"/>
            <a:ext cx="14401800" cy="53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marR="0" rtl="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Libre Franklin"/>
              <a:buChar char="■"/>
              <a:defRPr b="0" i="0" sz="3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19100" lvl="1" marL="914400" marR="0" rtl="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Libre Franklin"/>
              <a:buChar char="–"/>
              <a:defRPr b="0" i="1" sz="3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400050" lvl="2" marL="1371600" marR="0" rtl="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Libre Franklin"/>
              <a:buChar char="■"/>
              <a:defRPr b="0" i="0" sz="27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400050" lvl="3" marL="1828800" marR="0" rtl="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Libre Franklin"/>
              <a:buChar char="–"/>
              <a:defRPr b="0" i="1" sz="27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81000" lvl="4" marL="2286000" marR="0" rtl="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ibre Franklin"/>
              <a:buChar char="■"/>
              <a:defRPr b="0" i="0" sz="2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81000" lvl="5" marL="2743200" marR="0" rtl="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ibre Franklin"/>
              <a:buChar char="–"/>
              <a:defRPr b="0" i="1" sz="2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361950" lvl="6" marL="3200400" marR="0" rtl="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Libre Franklin"/>
              <a:buChar char="■"/>
              <a:defRPr b="0" i="0" sz="21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361950" lvl="7" marL="3657600" marR="0" rtl="0" algn="l">
              <a:lnSpc>
                <a:spcPct val="94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Libre Franklin"/>
              <a:buChar char="–"/>
              <a:defRPr b="0" i="1" sz="21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361950" lvl="8" marL="4114800" marR="0" rtl="0" algn="l">
              <a:lnSpc>
                <a:spcPct val="94000"/>
              </a:lnSpc>
              <a:spcBef>
                <a:spcPts val="750"/>
              </a:spcBef>
              <a:spcAft>
                <a:spcPts val="300"/>
              </a:spcAft>
              <a:buClr>
                <a:schemeClr val="dk2"/>
              </a:buClr>
              <a:buSzPts val="2100"/>
              <a:buFont typeface="Libre Franklin"/>
              <a:buChar char="■"/>
              <a:defRPr b="0" i="0" sz="21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5" name="Google Shape;95;p37"/>
          <p:cNvSpPr txBox="1"/>
          <p:nvPr>
            <p:ph idx="10" type="dt"/>
          </p:nvPr>
        </p:nvSpPr>
        <p:spPr>
          <a:xfrm>
            <a:off x="2085975" y="9680079"/>
            <a:ext cx="180685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6" name="Google Shape;96;p37"/>
          <p:cNvSpPr txBox="1"/>
          <p:nvPr>
            <p:ph idx="11" type="ftr"/>
          </p:nvPr>
        </p:nvSpPr>
        <p:spPr>
          <a:xfrm>
            <a:off x="4340346" y="9680079"/>
            <a:ext cx="9421245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7" name="Google Shape;97;p37"/>
          <p:cNvSpPr txBox="1"/>
          <p:nvPr>
            <p:ph idx="12" type="sldNum"/>
          </p:nvPr>
        </p:nvSpPr>
        <p:spPr>
          <a:xfrm>
            <a:off x="14209104" y="9680079"/>
            <a:ext cx="2394438" cy="606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  <a:defRPr sz="1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p37" title="Side bar"/>
          <p:cNvSpPr/>
          <p:nvPr/>
        </p:nvSpPr>
        <p:spPr>
          <a:xfrm>
            <a:off x="717143" y="564"/>
            <a:ext cx="342900" cy="10287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368">
          <p15:clr>
            <a:srgbClr val="F26B43"/>
          </p15:clr>
        </p15:guide>
        <p15:guide id="2" orient="horz" pos="1440">
          <p15:clr>
            <a:srgbClr val="F26B43"/>
          </p15:clr>
        </p15:guide>
        <p15:guide id="3" orient="horz" pos="3696">
          <p15:clr>
            <a:srgbClr val="F26B43"/>
          </p15:clr>
        </p15:guide>
        <p15:guide id="4" orient="horz" pos="432">
          <p15:clr>
            <a:srgbClr val="F26B43"/>
          </p15:clr>
        </p15:guide>
        <p15:guide id="5" orient="horz" pos="1512">
          <p15:clr>
            <a:srgbClr val="F26B43"/>
          </p15:clr>
        </p15:guide>
        <p15:guide id="6" pos="6912">
          <p15:clr>
            <a:srgbClr val="F26B43"/>
          </p15:clr>
        </p15:guide>
        <p15:guide id="7" pos="936">
          <p15:clr>
            <a:srgbClr val="F26B43"/>
          </p15:clr>
        </p15:guide>
        <p15:guide id="8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youtu.be/GGvSezVkL98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ocs.arduino.cc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83" name="Google Shape;183;p1"/>
          <p:cNvSpPr txBox="1"/>
          <p:nvPr/>
        </p:nvSpPr>
        <p:spPr>
          <a:xfrm>
            <a:off x="1028700" y="5492023"/>
            <a:ext cx="5717530" cy="2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5000"/>
              <a:buFont typeface="Open Sans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Organización Computacional</a:t>
            </a:r>
            <a:endParaRPr/>
          </a:p>
        </p:txBody>
      </p:sp>
      <p:sp>
        <p:nvSpPr>
          <p:cNvPr id="184" name="Google Shape;184;p1"/>
          <p:cNvSpPr txBox="1"/>
          <p:nvPr/>
        </p:nvSpPr>
        <p:spPr>
          <a:xfrm>
            <a:off x="2761147" y="1754929"/>
            <a:ext cx="12375000" cy="3964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9200"/>
              <a:buFont typeface="Open Sans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Introducción a Arduino</a:t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85" name="Google Shape;185;p1"/>
          <p:cNvSpPr txBox="1"/>
          <p:nvPr/>
        </p:nvSpPr>
        <p:spPr>
          <a:xfrm>
            <a:off x="1188474" y="8652996"/>
            <a:ext cx="6981379" cy="538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499"/>
              <a:buFont typeface="Open Sans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/>
          </a:p>
        </p:txBody>
      </p:sp>
      <p:sp>
        <p:nvSpPr>
          <p:cNvPr id="186" name="Google Shape;186;p1"/>
          <p:cNvSpPr txBox="1"/>
          <p:nvPr/>
        </p:nvSpPr>
        <p:spPr>
          <a:xfrm>
            <a:off x="1188474" y="9122007"/>
            <a:ext cx="6667500" cy="538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499"/>
              <a:buFont typeface="Open Sans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Ingeniería</a:t>
            </a:r>
            <a:endParaRPr/>
          </a:p>
        </p:txBody>
      </p:sp>
      <p:sp>
        <p:nvSpPr>
          <p:cNvPr id="187" name="Google Shape;187;p1"/>
          <p:cNvSpPr txBox="1"/>
          <p:nvPr/>
        </p:nvSpPr>
        <p:spPr>
          <a:xfrm>
            <a:off x="385447" y="9591018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499"/>
              <a:buFont typeface="Open Sans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2"/>
          <p:cNvGrpSpPr/>
          <p:nvPr/>
        </p:nvGrpSpPr>
        <p:grpSpPr>
          <a:xfrm>
            <a:off x="1651371" y="4720808"/>
            <a:ext cx="9604525" cy="845385"/>
            <a:chOff x="0" y="-49535"/>
            <a:chExt cx="4089130" cy="359923"/>
          </a:xfrm>
        </p:grpSpPr>
        <p:sp>
          <p:nvSpPr>
            <p:cNvPr id="193" name="Google Shape;193;p2"/>
            <p:cNvSpPr/>
            <p:nvPr/>
          </p:nvSpPr>
          <p:spPr>
            <a:xfrm>
              <a:off x="0" y="0"/>
              <a:ext cx="4089130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94" name="Google Shape;194;p2"/>
            <p:cNvSpPr txBox="1"/>
            <p:nvPr/>
          </p:nvSpPr>
          <p:spPr>
            <a:xfrm>
              <a:off x="0" y="-49535"/>
              <a:ext cx="3918332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Funcionamiento y partes de un Arduino </a:t>
              </a: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95" name="Google Shape;195;p2"/>
          <p:cNvSpPr/>
          <p:nvPr/>
        </p:nvSpPr>
        <p:spPr>
          <a:xfrm>
            <a:off x="2353406" y="48781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196" name="Google Shape;196;p2"/>
          <p:cNvGrpSpPr/>
          <p:nvPr/>
        </p:nvGrpSpPr>
        <p:grpSpPr>
          <a:xfrm>
            <a:off x="3194911" y="3150683"/>
            <a:ext cx="4115190" cy="1377627"/>
            <a:chOff x="0" y="-49953"/>
            <a:chExt cx="1083836" cy="409938"/>
          </a:xfrm>
        </p:grpSpPr>
        <p:sp>
          <p:nvSpPr>
            <p:cNvPr id="197" name="Google Shape;197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98" name="Google Shape;198;p2"/>
            <p:cNvSpPr txBox="1"/>
            <p:nvPr/>
          </p:nvSpPr>
          <p:spPr>
            <a:xfrm>
              <a:off x="0" y="-49953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99" name="Google Shape;199;p2"/>
          <p:cNvSpPr/>
          <p:nvPr/>
        </p:nvSpPr>
        <p:spPr>
          <a:xfrm>
            <a:off x="2126506" y="3567429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00" name="Google Shape;200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5000"/>
              <a:buFont typeface="Pacifico"/>
              <a:buNone/>
            </a:pPr>
            <a:r>
              <a:rPr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sz="1800">
              <a:solidFill>
                <a:schemeClr val="dk1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201" name="Google Shape;201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5000"/>
              <a:buFont typeface="Lobster"/>
              <a:buNone/>
            </a:pPr>
            <a:r>
              <a:rPr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sz="180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202" name="Google Shape;202;p2"/>
          <p:cNvGrpSpPr/>
          <p:nvPr/>
        </p:nvGrpSpPr>
        <p:grpSpPr>
          <a:xfrm>
            <a:off x="11716967" y="3232617"/>
            <a:ext cx="5376484" cy="2076800"/>
            <a:chOff x="-6015" y="0"/>
            <a:chExt cx="1416029" cy="546976"/>
          </a:xfrm>
        </p:grpSpPr>
        <p:sp>
          <p:nvSpPr>
            <p:cNvPr id="203" name="Google Shape;203;p2"/>
            <p:cNvSpPr/>
            <p:nvPr/>
          </p:nvSpPr>
          <p:spPr>
            <a:xfrm>
              <a:off x="0" y="0"/>
              <a:ext cx="1410014" cy="546976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4" name="Google Shape;204;p2"/>
            <p:cNvSpPr txBox="1"/>
            <p:nvPr/>
          </p:nvSpPr>
          <p:spPr>
            <a:xfrm>
              <a:off x="-6015" y="51756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del Video </a:t>
              </a:r>
              <a:endParaRPr/>
            </a:p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lang="en-US" sz="4499" u="sng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Actuadores</a:t>
              </a: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205" name="Google Shape;205;p2"/>
          <p:cNvGrpSpPr/>
          <p:nvPr/>
        </p:nvGrpSpPr>
        <p:grpSpPr>
          <a:xfrm>
            <a:off x="1663244" y="5575873"/>
            <a:ext cx="9604525" cy="845385"/>
            <a:chOff x="5055" y="-78807"/>
            <a:chExt cx="4089130" cy="359923"/>
          </a:xfrm>
        </p:grpSpPr>
        <p:sp>
          <p:nvSpPr>
            <p:cNvPr id="206" name="Google Shape;206;p2"/>
            <p:cNvSpPr/>
            <p:nvPr/>
          </p:nvSpPr>
          <p:spPr>
            <a:xfrm>
              <a:off x="5055" y="-12204"/>
              <a:ext cx="4089130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7" name="Google Shape;207;p2"/>
            <p:cNvSpPr txBox="1"/>
            <p:nvPr/>
          </p:nvSpPr>
          <p:spPr>
            <a:xfrm>
              <a:off x="5055" y="-78807"/>
              <a:ext cx="3918332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Código de Arduino y su implementación </a:t>
              </a: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208" name="Google Shape;208;p2"/>
          <p:cNvGrpSpPr/>
          <p:nvPr/>
        </p:nvGrpSpPr>
        <p:grpSpPr>
          <a:xfrm>
            <a:off x="1651371" y="6594902"/>
            <a:ext cx="10339134" cy="845385"/>
            <a:chOff x="0" y="-62860"/>
            <a:chExt cx="4401890" cy="359923"/>
          </a:xfrm>
        </p:grpSpPr>
        <p:sp>
          <p:nvSpPr>
            <p:cNvPr id="209" name="Google Shape;209;p2"/>
            <p:cNvSpPr/>
            <p:nvPr/>
          </p:nvSpPr>
          <p:spPr>
            <a:xfrm>
              <a:off x="0" y="0"/>
              <a:ext cx="4094185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10" name="Google Shape;210;p2"/>
            <p:cNvSpPr txBox="1"/>
            <p:nvPr/>
          </p:nvSpPr>
          <p:spPr>
            <a:xfrm>
              <a:off x="0" y="-62860"/>
              <a:ext cx="4401890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Protocolos de Comunicación (Serial, I2C, SPI)</a:t>
              </a: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211" name="Google Shape;211;p2"/>
          <p:cNvGrpSpPr/>
          <p:nvPr/>
        </p:nvGrpSpPr>
        <p:grpSpPr>
          <a:xfrm>
            <a:off x="1651371" y="7487151"/>
            <a:ext cx="4896825" cy="845385"/>
            <a:chOff x="0" y="-76200"/>
            <a:chExt cx="2084825" cy="359923"/>
          </a:xfrm>
        </p:grpSpPr>
        <p:sp>
          <p:nvSpPr>
            <p:cNvPr id="212" name="Google Shape;212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13" name="Google Shape;213;p2"/>
            <p:cNvSpPr txBox="1"/>
            <p:nvPr/>
          </p:nvSpPr>
          <p:spPr>
            <a:xfrm>
              <a:off x="0" y="-76200"/>
              <a:ext cx="2084825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Actuadores </a:t>
              </a: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14" name="Google Shape;214;p2"/>
          <p:cNvSpPr/>
          <p:nvPr/>
        </p:nvSpPr>
        <p:spPr>
          <a:xfrm>
            <a:off x="2353406" y="5760974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15" name="Google Shape;215;p2"/>
          <p:cNvSpPr/>
          <p:nvPr/>
        </p:nvSpPr>
        <p:spPr>
          <a:xfrm>
            <a:off x="2353406" y="6742547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16" name="Google Shape;216;p2"/>
          <p:cNvSpPr/>
          <p:nvPr/>
        </p:nvSpPr>
        <p:spPr>
          <a:xfrm>
            <a:off x="2353406" y="7742329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6098"/>
              <a:buFont typeface="Impact"/>
              <a:buNone/>
            </a:pPr>
            <a:r>
              <a:rPr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sz="18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2" name="Google Shape;222;p3"/>
          <p:cNvSpPr txBox="1"/>
          <p:nvPr/>
        </p:nvSpPr>
        <p:spPr>
          <a:xfrm>
            <a:off x="2950135" y="2713706"/>
            <a:ext cx="12387730" cy="5687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571500" lvl="0" marL="571500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400"/>
              <a:buFont typeface="Arial"/>
              <a:buChar char="•"/>
            </a:pPr>
            <a:r>
              <a:rPr i="0" lang="en-US" sz="44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El estudiante implementa sistemas interactivos con Arduino integrando sensores y actuadores mediante programación en Arduino IDE y montaje físico de circuitos  para monitorear y controlar variables del entorno en tiempo real </a:t>
            </a:r>
            <a:endParaRPr sz="44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2"/>
          <p:cNvSpPr txBox="1"/>
          <p:nvPr>
            <p:ph type="title"/>
          </p:nvPr>
        </p:nvSpPr>
        <p:spPr>
          <a:xfrm>
            <a:off x="7651236" y="1028700"/>
            <a:ext cx="9265164" cy="2228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en-US" sz="4400"/>
              <a:t>Introducción a Arduino</a:t>
            </a:r>
            <a:endParaRPr/>
          </a:p>
        </p:txBody>
      </p:sp>
      <p:sp>
        <p:nvSpPr>
          <p:cNvPr id="228" name="Google Shape;228;p22"/>
          <p:cNvSpPr txBox="1"/>
          <p:nvPr>
            <p:ph idx="1" type="body"/>
          </p:nvPr>
        </p:nvSpPr>
        <p:spPr>
          <a:xfrm>
            <a:off x="7651236" y="3429000"/>
            <a:ext cx="9265164" cy="53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■"/>
            </a:pPr>
            <a:r>
              <a:rPr lang="en-US"/>
              <a:t>Arduino es una plataforma de hardware y software de código abierto, diseñada para facilitar el desarrollo de proyectos electrónicos. Es una herramienta versátil y económica que permite a usuarios de todos los niveles crear una amplia variedad de dispositivos, desde simples controladores hasta complejos sistemas robóticos.</a:t>
            </a:r>
            <a:endParaRPr/>
          </a:p>
          <a:p>
            <a:pPr indent="-193548" lvl="0" marL="384048" rtl="0" algn="l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</a:pPr>
            <a:r>
              <a:t/>
            </a:r>
            <a:endParaRPr/>
          </a:p>
        </p:txBody>
      </p:sp>
      <p:pic>
        <p:nvPicPr>
          <p:cNvPr id="229" name="Google Shape;229;p22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33011" r="31116" t="0"/>
          <a:stretch/>
        </p:blipFill>
        <p:spPr>
          <a:xfrm>
            <a:off x="-1" y="10"/>
            <a:ext cx="6560318" cy="10286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3"/>
          <p:cNvSpPr txBox="1"/>
          <p:nvPr>
            <p:ph type="title"/>
          </p:nvPr>
        </p:nvSpPr>
        <p:spPr>
          <a:xfrm>
            <a:off x="2057400" y="1028700"/>
            <a:ext cx="14401800" cy="12867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Libre Franklin"/>
              <a:buNone/>
            </a:pPr>
            <a:r>
              <a:rPr lang="en-US"/>
              <a:t>Funcionamiento de Arduino</a:t>
            </a:r>
            <a:endParaRPr/>
          </a:p>
        </p:txBody>
      </p:sp>
      <p:sp>
        <p:nvSpPr>
          <p:cNvPr id="235" name="Google Shape;235;p23"/>
          <p:cNvSpPr/>
          <p:nvPr/>
        </p:nvSpPr>
        <p:spPr>
          <a:xfrm>
            <a:off x="1190357" y="2820025"/>
            <a:ext cx="637878" cy="637878"/>
          </a:xfrm>
          <a:prstGeom prst="roundRect">
            <a:avLst>
              <a:gd fmla="val 18669" name="adj"/>
            </a:avLst>
          </a:prstGeom>
          <a:solidFill>
            <a:schemeClr val="lt1"/>
          </a:solidFill>
          <a:ln cap="flat" cmpd="sng" w="349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5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1426994" y="2926290"/>
            <a:ext cx="164604" cy="425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13">
                <a:solidFill>
                  <a:schemeClr val="dk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1</a:t>
            </a:r>
            <a:endParaRPr sz="3313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2111753" y="2820025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50">
                <a:solidFill>
                  <a:schemeClr val="dk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Microcontrolador</a:t>
            </a:r>
            <a:endParaRPr sz="275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2111752" y="3433048"/>
            <a:ext cx="4324053" cy="5825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8">
                <a:solidFill>
                  <a:schemeClr val="dk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El corazón de un panel Arduino es un microcontrolador, un chip que contiene una unidad de procesamiento, memoria y periféricos integrados. Este microcontrolador ejecuta las instrucciones del programa cargado en la placa para controlar y monitorear los componentes conectados.</a:t>
            </a:r>
            <a:endParaRPr sz="2188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6719322" y="2820025"/>
            <a:ext cx="637878" cy="637878"/>
          </a:xfrm>
          <a:prstGeom prst="roundRect">
            <a:avLst>
              <a:gd fmla="val 18669" name="adj"/>
            </a:avLst>
          </a:prstGeom>
          <a:solidFill>
            <a:schemeClr val="lt1"/>
          </a:solidFill>
          <a:ln cap="flat" cmpd="sng" w="349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50">
              <a:solidFill>
                <a:schemeClr val="lt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6919794" y="2926290"/>
            <a:ext cx="236935" cy="425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13">
                <a:solidFill>
                  <a:schemeClr val="dk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2</a:t>
            </a:r>
            <a:endParaRPr sz="3313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7640718" y="2820025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50">
                <a:solidFill>
                  <a:schemeClr val="dk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Entradas y Salidas</a:t>
            </a:r>
            <a:endParaRPr sz="275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7640717" y="3433048"/>
            <a:ext cx="4324053" cy="526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8">
                <a:solidFill>
                  <a:schemeClr val="dk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Arduino cuenta con múltiples pines de entrada y salida (E/S) que permiten conectar sensores, actuadores y otros dispositivos. Estos pines pueden recibir señales eléctricas, enviar órdenes y transmitir datos, posibilitando la interacción entre el microcontrolador y el mundo físico.</a:t>
            </a:r>
            <a:endParaRPr sz="2188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12248286" y="2820025"/>
            <a:ext cx="637878" cy="637878"/>
          </a:xfrm>
          <a:prstGeom prst="roundRect">
            <a:avLst>
              <a:gd fmla="val 18669" name="adj"/>
            </a:avLst>
          </a:prstGeom>
          <a:solidFill>
            <a:schemeClr val="lt1"/>
          </a:solidFill>
          <a:ln cap="flat" cmpd="sng" w="349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5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12443996" y="2926290"/>
            <a:ext cx="246310" cy="425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13">
                <a:solidFill>
                  <a:schemeClr val="dk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3</a:t>
            </a:r>
            <a:endParaRPr sz="3313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13169682" y="2820025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50">
                <a:solidFill>
                  <a:schemeClr val="dk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Comunicación</a:t>
            </a:r>
            <a:endParaRPr sz="275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13169681" y="3433046"/>
            <a:ext cx="4324053" cy="4247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8">
                <a:solidFill>
                  <a:schemeClr val="dk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Arduino puede comunicarse con otros dispositivos y computadoras a través de diversos protocolos, como Serial, I2C y SPI. Esto permite el intercambio de información y el control remoto de los proyectos.</a:t>
            </a:r>
            <a:endParaRPr sz="2188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/>
          <p:nvPr/>
        </p:nvSpPr>
        <p:spPr>
          <a:xfrm>
            <a:off x="1287375" y="1209769"/>
            <a:ext cx="15713250" cy="19906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563">
                <a:solidFill>
                  <a:schemeClr val="dk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Componentes principales de una placa Arduino</a:t>
            </a:r>
            <a:endParaRPr sz="556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1452649" y="3862387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50">
                <a:solidFill>
                  <a:schemeClr val="dk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Microcontrolador</a:t>
            </a:r>
            <a:endParaRPr sz="2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1452649" y="4588817"/>
            <a:ext cx="4862872" cy="3670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8">
                <a:solidFill>
                  <a:schemeClr val="dk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El cerebro de la placa Arduino es un microcontrolador, como el ATmega328P, que ejecuta las instrucciones del programa cargado. Este chip proporciona la capacidad de procesamiento y control.</a:t>
            </a:r>
            <a:endParaRPr sz="218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6666160" y="3862387"/>
            <a:ext cx="4203401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50">
                <a:solidFill>
                  <a:schemeClr val="dk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Pines de Entrada/Salida</a:t>
            </a:r>
            <a:endParaRPr sz="2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6666160" y="4588818"/>
            <a:ext cx="4972645" cy="2721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8">
                <a:solidFill>
                  <a:schemeClr val="dk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La placa Arduino cuenta con múltiples pines digitales y analógicos que permiten conectar sensores, actuadores y otros componentes. Estos pines son esenciales para interactuar con el mundo físico.</a:t>
            </a:r>
            <a:endParaRPr sz="218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12340084" y="3862387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50">
                <a:solidFill>
                  <a:schemeClr val="dk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Interfaz USB</a:t>
            </a:r>
            <a:endParaRPr sz="2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12340084" y="4588817"/>
            <a:ext cx="4660541" cy="3175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8">
                <a:solidFill>
                  <a:schemeClr val="dk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La conexión USB de la placa Arduino permite programar y cargar el código, así como también comunicar la placa con una computadora u otros dispositivos. Es el enlace principal para la interacción con el microcontrolador.</a:t>
            </a:r>
            <a:endParaRPr sz="218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RTES DE LA PLACA ARDUINO UNO ~ Blog Educativo del Taller de ..." id="263" name="Google Shape;263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7343" y="723900"/>
            <a:ext cx="13750153" cy="7700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"/>
          <p:cNvSpPr/>
          <p:nvPr/>
        </p:nvSpPr>
        <p:spPr>
          <a:xfrm>
            <a:off x="2395314" y="410228"/>
            <a:ext cx="14080777" cy="81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63">
                <a:solidFill>
                  <a:schemeClr val="dk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Introducción a la programación de Arduino</a:t>
            </a:r>
            <a:endParaRPr sz="5063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70" name="Google Shape;270;p4"/>
          <p:cNvSpPr/>
          <p:nvPr/>
        </p:nvSpPr>
        <p:spPr>
          <a:xfrm>
            <a:off x="1318468" y="5998935"/>
            <a:ext cx="16061233" cy="45719"/>
          </a:xfrm>
          <a:prstGeom prst="roundRect">
            <a:avLst>
              <a:gd fmla="val 381482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5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71" name="Google Shape;271;p4"/>
          <p:cNvSpPr/>
          <p:nvPr/>
        </p:nvSpPr>
        <p:spPr>
          <a:xfrm>
            <a:off x="4946749" y="5107856"/>
            <a:ext cx="28575" cy="908298"/>
          </a:xfrm>
          <a:prstGeom prst="roundRect">
            <a:avLst>
              <a:gd fmla="val 381482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5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72" name="Google Shape;272;p4"/>
          <p:cNvSpPr/>
          <p:nvPr/>
        </p:nvSpPr>
        <p:spPr>
          <a:xfrm>
            <a:off x="4683248" y="5752727"/>
            <a:ext cx="583853" cy="583853"/>
          </a:xfrm>
          <a:prstGeom prst="roundRect">
            <a:avLst>
              <a:gd fmla="val 18671" name="adj"/>
            </a:avLst>
          </a:prstGeom>
          <a:solidFill>
            <a:schemeClr val="lt1"/>
          </a:solidFill>
          <a:ln cap="flat" cmpd="sng" w="349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5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73" name="Google Shape;273;p4"/>
          <p:cNvSpPr/>
          <p:nvPr/>
        </p:nvSpPr>
        <p:spPr>
          <a:xfrm>
            <a:off x="4885730" y="5821338"/>
            <a:ext cx="150763" cy="389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63">
                <a:solidFill>
                  <a:schemeClr val="dk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1</a:t>
            </a:r>
            <a:endParaRPr sz="3063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74" name="Google Shape;274;p4"/>
          <p:cNvSpPr/>
          <p:nvPr/>
        </p:nvSpPr>
        <p:spPr>
          <a:xfrm>
            <a:off x="3296990" y="2210842"/>
            <a:ext cx="3805982" cy="405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Entorno de Desarrollo</a:t>
            </a:r>
            <a:endParaRPr sz="2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75" name="Google Shape;275;p4"/>
          <p:cNvSpPr/>
          <p:nvPr/>
        </p:nvSpPr>
        <p:spPr>
          <a:xfrm>
            <a:off x="1167706" y="2772072"/>
            <a:ext cx="7587109" cy="2076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El entorno de desarrollo de Arduino, conocido como IDE (Integrated Development Environment), proporciona un espacio intuitivo para escribir, compilar y cargar el código en la placa. Es la herramienta principal para programar y controlar los proyectos.</a:t>
            </a:r>
            <a:endParaRPr sz="20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76" name="Google Shape;276;p4"/>
          <p:cNvSpPr/>
          <p:nvPr/>
        </p:nvSpPr>
        <p:spPr>
          <a:xfrm>
            <a:off x="9129415" y="6016005"/>
            <a:ext cx="28575" cy="908298"/>
          </a:xfrm>
          <a:prstGeom prst="roundRect">
            <a:avLst>
              <a:gd fmla="val 381482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5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77" name="Google Shape;277;p4"/>
          <p:cNvSpPr/>
          <p:nvPr/>
        </p:nvSpPr>
        <p:spPr>
          <a:xfrm>
            <a:off x="8851850" y="5724152"/>
            <a:ext cx="583853" cy="583853"/>
          </a:xfrm>
          <a:prstGeom prst="roundRect">
            <a:avLst>
              <a:gd fmla="val 18671" name="adj"/>
            </a:avLst>
          </a:prstGeom>
          <a:solidFill>
            <a:schemeClr val="lt1"/>
          </a:solidFill>
          <a:ln cap="flat" cmpd="sng" w="349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5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78" name="Google Shape;278;p4"/>
          <p:cNvSpPr/>
          <p:nvPr/>
        </p:nvSpPr>
        <p:spPr>
          <a:xfrm>
            <a:off x="9035355" y="5821338"/>
            <a:ext cx="216843" cy="389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63">
                <a:solidFill>
                  <a:schemeClr val="dk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2</a:t>
            </a:r>
            <a:endParaRPr sz="3063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79" name="Google Shape;279;p4"/>
          <p:cNvSpPr/>
          <p:nvPr/>
        </p:nvSpPr>
        <p:spPr>
          <a:xfrm>
            <a:off x="7102972" y="7183935"/>
            <a:ext cx="4081909" cy="4055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Lenguaje de Programación</a:t>
            </a:r>
            <a:endParaRPr sz="2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80" name="Google Shape;280;p4"/>
          <p:cNvSpPr/>
          <p:nvPr/>
        </p:nvSpPr>
        <p:spPr>
          <a:xfrm>
            <a:off x="5350372" y="7745166"/>
            <a:ext cx="7587109" cy="1660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Arduino utiliza un lenguaje de programación basado en C/C++, con una sintaxis simplificada y funciones específicas para el manejo de hardware. Esto facilita el aprendizaje y la implementación de proyectos, incluso para principiantes.</a:t>
            </a:r>
            <a:endParaRPr sz="20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81" name="Google Shape;281;p4"/>
          <p:cNvSpPr/>
          <p:nvPr/>
        </p:nvSpPr>
        <p:spPr>
          <a:xfrm>
            <a:off x="13312229" y="5107856"/>
            <a:ext cx="28575" cy="908298"/>
          </a:xfrm>
          <a:prstGeom prst="roundRect">
            <a:avLst>
              <a:gd fmla="val 381482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5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82" name="Google Shape;282;p4"/>
          <p:cNvSpPr/>
          <p:nvPr/>
        </p:nvSpPr>
        <p:spPr>
          <a:xfrm>
            <a:off x="13034665" y="5724152"/>
            <a:ext cx="583853" cy="583853"/>
          </a:xfrm>
          <a:prstGeom prst="roundRect">
            <a:avLst>
              <a:gd fmla="val 18671" name="adj"/>
            </a:avLst>
          </a:prstGeom>
          <a:solidFill>
            <a:schemeClr val="lt1"/>
          </a:solidFill>
          <a:ln cap="flat" cmpd="sng" w="349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5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83" name="Google Shape;283;p4"/>
          <p:cNvSpPr/>
          <p:nvPr/>
        </p:nvSpPr>
        <p:spPr>
          <a:xfrm>
            <a:off x="13213854" y="5821338"/>
            <a:ext cx="225475" cy="389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63">
                <a:solidFill>
                  <a:schemeClr val="dk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3</a:t>
            </a:r>
            <a:endParaRPr sz="3063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84" name="Google Shape;284;p4"/>
          <p:cNvSpPr/>
          <p:nvPr/>
        </p:nvSpPr>
        <p:spPr>
          <a:xfrm>
            <a:off x="11664255" y="2210842"/>
            <a:ext cx="3324820" cy="4055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Estructura del Código</a:t>
            </a:r>
            <a:endParaRPr sz="2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85" name="Google Shape;285;p4"/>
          <p:cNvSpPr/>
          <p:nvPr/>
        </p:nvSpPr>
        <p:spPr>
          <a:xfrm>
            <a:off x="9533036" y="2772072"/>
            <a:ext cx="7587258" cy="2076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Todo programa Arduino sigue una estructura básica con dos funciones principales: setup() y loop(). La primera se encarga de la configuración inicial, mientras que la segunda ejecuta el código de manera repetida, permitiendo el control y monitoreo constante del proyecto.</a:t>
            </a:r>
            <a:endParaRPr sz="20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286" name="Google Shape;28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39329" y="7393980"/>
            <a:ext cx="4579947" cy="26540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6"/>
          <p:cNvSpPr/>
          <p:nvPr/>
        </p:nvSpPr>
        <p:spPr>
          <a:xfrm>
            <a:off x="3031259" y="324032"/>
            <a:ext cx="12488014" cy="82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6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25">
                <a:solidFill>
                  <a:schemeClr val="dk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Lenguaje de programación Arduino y su estructura</a:t>
            </a:r>
            <a:endParaRPr sz="5125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93" name="Google Shape;293;p26"/>
          <p:cNvSpPr/>
          <p:nvPr/>
        </p:nvSpPr>
        <p:spPr>
          <a:xfrm>
            <a:off x="1242735" y="3189674"/>
            <a:ext cx="8094613" cy="2789933"/>
          </a:xfrm>
          <a:prstGeom prst="roundRect">
            <a:avLst>
              <a:gd fmla="val 3950" name="adj"/>
            </a:avLst>
          </a:prstGeom>
          <a:solidFill>
            <a:srgbClr val="A5A5A5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5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94" name="Google Shape;294;p26"/>
          <p:cNvSpPr/>
          <p:nvPr/>
        </p:nvSpPr>
        <p:spPr>
          <a:xfrm>
            <a:off x="1514644" y="3461584"/>
            <a:ext cx="3279874" cy="410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63">
                <a:solidFill>
                  <a:schemeClr val="dk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Sintaxis básica</a:t>
            </a:r>
            <a:endParaRPr sz="2563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95" name="Google Shape;295;p26"/>
          <p:cNvSpPr/>
          <p:nvPr/>
        </p:nvSpPr>
        <p:spPr>
          <a:xfrm>
            <a:off x="1514644" y="4028917"/>
            <a:ext cx="7550795" cy="16787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63">
                <a:solidFill>
                  <a:schemeClr val="dk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El lenguaje de programación Arduino utiliza una sintaxis similar a C/C++, con declaración de variables, estructuras de control (if, for, while) y funciones. Esto facilita el aprendizaje para aquellos familiarizados con estos lenguajes.</a:t>
            </a:r>
            <a:endParaRPr sz="2063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96" name="Google Shape;296;p26"/>
          <p:cNvSpPr/>
          <p:nvPr/>
        </p:nvSpPr>
        <p:spPr>
          <a:xfrm>
            <a:off x="9599731" y="3189674"/>
            <a:ext cx="8094613" cy="2789933"/>
          </a:xfrm>
          <a:prstGeom prst="roundRect">
            <a:avLst>
              <a:gd fmla="val 3950" name="adj"/>
            </a:avLst>
          </a:prstGeom>
          <a:solidFill>
            <a:srgbClr val="A5A5A5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5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97" name="Google Shape;297;p26"/>
          <p:cNvSpPr/>
          <p:nvPr/>
        </p:nvSpPr>
        <p:spPr>
          <a:xfrm>
            <a:off x="9871640" y="3189677"/>
            <a:ext cx="4493290" cy="567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63">
                <a:solidFill>
                  <a:schemeClr val="dk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Funciones predefinidas</a:t>
            </a:r>
            <a:endParaRPr sz="2563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98" name="Google Shape;298;p26"/>
          <p:cNvSpPr/>
          <p:nvPr/>
        </p:nvSpPr>
        <p:spPr>
          <a:xfrm>
            <a:off x="9871491" y="3828850"/>
            <a:ext cx="7550795" cy="16787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63">
                <a:solidFill>
                  <a:schemeClr val="dk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Arduino proporciona una amplia gama de funciones predefinidas, como digitalWrite(), analogRead() y Serial.print(), que simplifican tareas comunes como el control de pines, la lectura de sensores y la comunicación serie.</a:t>
            </a:r>
            <a:endParaRPr sz="2063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99" name="Google Shape;299;p26"/>
          <p:cNvSpPr/>
          <p:nvPr/>
        </p:nvSpPr>
        <p:spPr>
          <a:xfrm>
            <a:off x="1242735" y="6241989"/>
            <a:ext cx="8094613" cy="2789933"/>
          </a:xfrm>
          <a:prstGeom prst="roundRect">
            <a:avLst>
              <a:gd fmla="val 3950" name="adj"/>
            </a:avLst>
          </a:prstGeom>
          <a:solidFill>
            <a:srgbClr val="A5A5A5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5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00" name="Google Shape;300;p26"/>
          <p:cNvSpPr/>
          <p:nvPr/>
        </p:nvSpPr>
        <p:spPr>
          <a:xfrm>
            <a:off x="1514644" y="6320717"/>
            <a:ext cx="4275287" cy="357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63">
                <a:solidFill>
                  <a:schemeClr val="dk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Estructura del código</a:t>
            </a:r>
            <a:endParaRPr sz="2563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01" name="Google Shape;301;p26"/>
          <p:cNvSpPr/>
          <p:nvPr/>
        </p:nvSpPr>
        <p:spPr>
          <a:xfrm>
            <a:off x="1553413" y="6756861"/>
            <a:ext cx="7550795" cy="16787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63">
                <a:solidFill>
                  <a:schemeClr val="dk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Todo programa Arduino sigue la estructura básica de setup() y loop(). La función setup() se ejecuta una vez al inicio, mientras que la función loop() se repite continuamente, permitiendo el control y monitoreo del proyecto.</a:t>
            </a:r>
            <a:endParaRPr sz="2063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02" name="Google Shape;302;p26"/>
          <p:cNvSpPr/>
          <p:nvPr/>
        </p:nvSpPr>
        <p:spPr>
          <a:xfrm>
            <a:off x="9599731" y="6241989"/>
            <a:ext cx="8094613" cy="2789933"/>
          </a:xfrm>
          <a:prstGeom prst="roundRect">
            <a:avLst>
              <a:gd fmla="val 3950" name="adj"/>
            </a:avLst>
          </a:prstGeom>
          <a:solidFill>
            <a:srgbClr val="A5A5A5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5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03" name="Google Shape;303;p26"/>
          <p:cNvSpPr/>
          <p:nvPr/>
        </p:nvSpPr>
        <p:spPr>
          <a:xfrm>
            <a:off x="9871491" y="6335011"/>
            <a:ext cx="3279874" cy="410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63">
                <a:solidFill>
                  <a:schemeClr val="dk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Librerías</a:t>
            </a:r>
            <a:endParaRPr sz="2563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04" name="Google Shape;304;p26"/>
          <p:cNvSpPr/>
          <p:nvPr/>
        </p:nvSpPr>
        <p:spPr>
          <a:xfrm>
            <a:off x="9832722" y="6756860"/>
            <a:ext cx="7550795" cy="16787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63">
                <a:solidFill>
                  <a:schemeClr val="dk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Arduino cuenta con una extensa biblioteca de librerías que ofrecen funcionalidades avanzadas, como control de motores, sensores y comunicación con otros dispositivos. Esto facilita la implementación de proyectos complejos.</a:t>
            </a:r>
            <a:endParaRPr sz="2063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7"/>
          <p:cNvSpPr/>
          <p:nvPr/>
        </p:nvSpPr>
        <p:spPr>
          <a:xfrm>
            <a:off x="5233853" y="389186"/>
            <a:ext cx="9700618" cy="15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13">
                <a:solidFill>
                  <a:schemeClr val="dk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Implementación de código Arduino en proyectos</a:t>
            </a:r>
            <a:endParaRPr sz="4813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descr="preencoded.png" id="311" name="Google Shape;31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0851" y="2779663"/>
            <a:ext cx="1235423" cy="2214116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7"/>
          <p:cNvSpPr/>
          <p:nvPr/>
        </p:nvSpPr>
        <p:spPr>
          <a:xfrm>
            <a:off x="6036857" y="3026718"/>
            <a:ext cx="3088481" cy="385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75">
                <a:solidFill>
                  <a:schemeClr val="dk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Diseño del proyecto</a:t>
            </a:r>
            <a:endParaRPr sz="2375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13" name="Google Shape;313;p27"/>
          <p:cNvSpPr/>
          <p:nvPr/>
        </p:nvSpPr>
        <p:spPr>
          <a:xfrm>
            <a:off x="6036856" y="3560861"/>
            <a:ext cx="8094613" cy="1185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37">
                <a:solidFill>
                  <a:schemeClr val="dk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El primer paso es planificar y diseñar el proyecto, identificando los requisitos, los componentes necesarios y la lógica de funcionamiento. Esto ayuda a estructurar el código de manera eficiente.</a:t>
            </a:r>
            <a:endParaRPr sz="1937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descr="preencoded.png" id="314" name="Google Shape;31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30851" y="4993780"/>
            <a:ext cx="1235423" cy="2214116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7"/>
          <p:cNvSpPr/>
          <p:nvPr/>
        </p:nvSpPr>
        <p:spPr>
          <a:xfrm>
            <a:off x="6036857" y="5240835"/>
            <a:ext cx="3088481" cy="385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75">
                <a:solidFill>
                  <a:schemeClr val="dk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Programación</a:t>
            </a:r>
            <a:endParaRPr sz="2375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16" name="Google Shape;316;p27"/>
          <p:cNvSpPr/>
          <p:nvPr/>
        </p:nvSpPr>
        <p:spPr>
          <a:xfrm>
            <a:off x="6036856" y="5774977"/>
            <a:ext cx="8094613" cy="1185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37">
                <a:solidFill>
                  <a:schemeClr val="dk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Usando el IDE de Arduino, se escribe el código siguiendo la estructura básica de setup() y loop(). Se definen variables, se leen sensores, se controlan actuadores y se implementa la lógica del proyecto.</a:t>
            </a:r>
            <a:endParaRPr sz="1937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descr="preencoded.png" id="317" name="Google Shape;31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30851" y="7207896"/>
            <a:ext cx="1235423" cy="2214116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7"/>
          <p:cNvSpPr/>
          <p:nvPr/>
        </p:nvSpPr>
        <p:spPr>
          <a:xfrm>
            <a:off x="6036856" y="7454951"/>
            <a:ext cx="4198525" cy="534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75">
                <a:solidFill>
                  <a:schemeClr val="dk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Pruebas y Depuración</a:t>
            </a:r>
            <a:endParaRPr sz="2375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19" name="Google Shape;319;p27"/>
          <p:cNvSpPr/>
          <p:nvPr/>
        </p:nvSpPr>
        <p:spPr>
          <a:xfrm>
            <a:off x="6036856" y="7989094"/>
            <a:ext cx="8094613" cy="1185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37">
                <a:solidFill>
                  <a:schemeClr val="dk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Es crucial probar el código en la placa Arduino, identificar y solucionar errores (depuración) para asegurar el correcto funcionamiento del proyecto. Esto garantiza la calidad y fiabilidad del dispositivo.</a:t>
            </a:r>
            <a:endParaRPr sz="1937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8"/>
          <p:cNvSpPr txBox="1"/>
          <p:nvPr>
            <p:ph type="title"/>
          </p:nvPr>
        </p:nvSpPr>
        <p:spPr>
          <a:xfrm>
            <a:off x="960120" y="959556"/>
            <a:ext cx="5735648" cy="8366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100"/>
              <a:buFont typeface="Instrument Sans SemiBold"/>
              <a:buNone/>
            </a:pPr>
            <a:r>
              <a:rPr b="1" lang="en-US" sz="6100"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Protocolos de comunicación: Serial, I2C, SPI</a:t>
            </a:r>
            <a:br>
              <a:rPr lang="en-US" sz="6100"/>
            </a:br>
            <a:endParaRPr sz="6100"/>
          </a:p>
        </p:txBody>
      </p:sp>
      <p:grpSp>
        <p:nvGrpSpPr>
          <p:cNvPr id="325" name="Google Shape;325;p28"/>
          <p:cNvGrpSpPr/>
          <p:nvPr/>
        </p:nvGrpSpPr>
        <p:grpSpPr>
          <a:xfrm>
            <a:off x="7352208" y="960578"/>
            <a:ext cx="9759456" cy="8364717"/>
            <a:chOff x="0" y="1021"/>
            <a:chExt cx="9759456" cy="8364717"/>
          </a:xfrm>
        </p:grpSpPr>
        <p:sp>
          <p:nvSpPr>
            <p:cNvPr id="326" name="Google Shape;326;p28"/>
            <p:cNvSpPr/>
            <p:nvPr/>
          </p:nvSpPr>
          <p:spPr>
            <a:xfrm>
              <a:off x="0" y="1021"/>
              <a:ext cx="9759456" cy="2389919"/>
            </a:xfrm>
            <a:prstGeom prst="roundRect">
              <a:avLst>
                <a:gd fmla="val 10000" name="adj"/>
              </a:avLst>
            </a:prstGeom>
            <a:solidFill>
              <a:srgbClr val="E6C0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8"/>
            <p:cNvSpPr/>
            <p:nvPr/>
          </p:nvSpPr>
          <p:spPr>
            <a:xfrm>
              <a:off x="722950" y="538753"/>
              <a:ext cx="1314455" cy="1314455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8"/>
            <p:cNvSpPr/>
            <p:nvPr/>
          </p:nvSpPr>
          <p:spPr>
            <a:xfrm>
              <a:off x="2760356" y="1021"/>
              <a:ext cx="6999099" cy="23899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8"/>
            <p:cNvSpPr txBox="1"/>
            <p:nvPr/>
          </p:nvSpPr>
          <p:spPr>
            <a:xfrm>
              <a:off x="2760356" y="1021"/>
              <a:ext cx="6999099" cy="23899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2925" lIns="252925" spcFirstLastPara="1" rIns="252925" wrap="square" tIns="2529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Libre Franklin"/>
                <a:buNone/>
              </a:pPr>
              <a:r>
                <a:rPr lang="en-US" sz="250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Serial: La comunicación serial es la más básica y ampliamente utilizada. Permite el intercambio de datos entre la placa Arduino y otros dispositivos o computadoras a través de los pines TX y RX.</a:t>
              </a:r>
              <a:endParaRPr/>
            </a:p>
          </p:txBody>
        </p:sp>
        <p:sp>
          <p:nvSpPr>
            <p:cNvPr id="330" name="Google Shape;330;p28"/>
            <p:cNvSpPr/>
            <p:nvPr/>
          </p:nvSpPr>
          <p:spPr>
            <a:xfrm>
              <a:off x="0" y="2988420"/>
              <a:ext cx="9759456" cy="2389919"/>
            </a:xfrm>
            <a:prstGeom prst="roundRect">
              <a:avLst>
                <a:gd fmla="val 1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8"/>
            <p:cNvSpPr/>
            <p:nvPr/>
          </p:nvSpPr>
          <p:spPr>
            <a:xfrm>
              <a:off x="722950" y="3526152"/>
              <a:ext cx="1314455" cy="131445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8"/>
            <p:cNvSpPr/>
            <p:nvPr/>
          </p:nvSpPr>
          <p:spPr>
            <a:xfrm>
              <a:off x="2760356" y="2988420"/>
              <a:ext cx="6999099" cy="23899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8"/>
            <p:cNvSpPr txBox="1"/>
            <p:nvPr/>
          </p:nvSpPr>
          <p:spPr>
            <a:xfrm>
              <a:off x="2760356" y="2988420"/>
              <a:ext cx="6999099" cy="23899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2925" lIns="252925" spcFirstLastPara="1" rIns="252925" wrap="square" tIns="2529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Libre Franklin"/>
                <a:buNone/>
              </a:pPr>
              <a:r>
                <a:rPr lang="en-US" sz="250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I2C: El protocolo I2C (Inter-Integrated Circuit) permite la comunicación entre múltiples dispositivos utilizando solo dos hilos: SDA (datos) y SCL (reloj). Es ideal para conectar sensores, actuadores y otros periféricos.</a:t>
              </a:r>
              <a:endParaRPr/>
            </a:p>
          </p:txBody>
        </p:sp>
        <p:sp>
          <p:nvSpPr>
            <p:cNvPr id="334" name="Google Shape;334;p28"/>
            <p:cNvSpPr/>
            <p:nvPr/>
          </p:nvSpPr>
          <p:spPr>
            <a:xfrm>
              <a:off x="0" y="5975819"/>
              <a:ext cx="9759456" cy="2389919"/>
            </a:xfrm>
            <a:prstGeom prst="roundRect">
              <a:avLst>
                <a:gd fmla="val 1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8"/>
            <p:cNvSpPr/>
            <p:nvPr/>
          </p:nvSpPr>
          <p:spPr>
            <a:xfrm>
              <a:off x="722950" y="6513551"/>
              <a:ext cx="1314455" cy="131445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8"/>
            <p:cNvSpPr/>
            <p:nvPr/>
          </p:nvSpPr>
          <p:spPr>
            <a:xfrm>
              <a:off x="2760356" y="5975819"/>
              <a:ext cx="6999099" cy="23899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8"/>
            <p:cNvSpPr txBox="1"/>
            <p:nvPr/>
          </p:nvSpPr>
          <p:spPr>
            <a:xfrm>
              <a:off x="2760356" y="5975819"/>
              <a:ext cx="6999099" cy="23899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2925" lIns="252925" spcFirstLastPara="1" rIns="252925" wrap="square" tIns="2529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Libre Franklin"/>
                <a:buNone/>
              </a:pPr>
              <a:r>
                <a:rPr lang="en-US" sz="250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SPI: El bus SPI (Serial Peripheral Interface) usa cuatro hilos para la transmisión de datos: MOSI, MISO, SCK y CS. Es una opción rápida y eficiente para la comunicación entre Arduino y dispositivos periféricos.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9"/>
          <p:cNvSpPr txBox="1"/>
          <p:nvPr>
            <p:ph type="title"/>
          </p:nvPr>
        </p:nvSpPr>
        <p:spPr>
          <a:xfrm>
            <a:off x="1872709" y="490596"/>
            <a:ext cx="14401800" cy="16939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Instrument Sans SemiBold"/>
              <a:buNone/>
            </a:pPr>
            <a:r>
              <a:rPr b="1" lang="en-US" sz="6600">
                <a:solidFill>
                  <a:schemeClr val="dk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Comunicación entre Arduino y otros dispositivos</a:t>
            </a:r>
            <a:br>
              <a:rPr lang="en-US" sz="6600"/>
            </a:br>
            <a:endParaRPr/>
          </a:p>
        </p:txBody>
      </p:sp>
      <p:pic>
        <p:nvPicPr>
          <p:cNvPr descr="preencoded.png" id="343" name="Google Shape;343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43168" y="3258861"/>
            <a:ext cx="5402314" cy="4469248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  <p:sp>
        <p:nvSpPr>
          <p:cNvPr id="344" name="Google Shape;344;p29"/>
          <p:cNvSpPr/>
          <p:nvPr/>
        </p:nvSpPr>
        <p:spPr>
          <a:xfrm>
            <a:off x="1683106" y="2723465"/>
            <a:ext cx="9915519" cy="2232869"/>
          </a:xfrm>
          <a:prstGeom prst="rect">
            <a:avLst/>
          </a:prstGeom>
          <a:solidFill>
            <a:srgbClr val="A5A5A5">
              <a:alpha val="3529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5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45" name="Google Shape;345;p29"/>
          <p:cNvSpPr/>
          <p:nvPr/>
        </p:nvSpPr>
        <p:spPr>
          <a:xfrm>
            <a:off x="1872709" y="2877354"/>
            <a:ext cx="4376886" cy="385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>
                <a:solidFill>
                  <a:schemeClr val="dk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Comunicación Serial</a:t>
            </a:r>
            <a:endParaRPr sz="1875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46" name="Google Shape;346;p29"/>
          <p:cNvSpPr/>
          <p:nvPr/>
        </p:nvSpPr>
        <p:spPr>
          <a:xfrm>
            <a:off x="6740430" y="2877354"/>
            <a:ext cx="4811904" cy="192509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>
                <a:solidFill>
                  <a:schemeClr val="dk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Permite el intercambio de datos entre Arduino y computadoras, smartphones, módems y otros dispositivos a través de los pines TX y RX.</a:t>
            </a:r>
            <a:endParaRPr sz="1875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47" name="Google Shape;347;p29"/>
          <p:cNvSpPr/>
          <p:nvPr/>
        </p:nvSpPr>
        <p:spPr>
          <a:xfrm>
            <a:off x="1683107" y="4956334"/>
            <a:ext cx="9915517" cy="2232869"/>
          </a:xfrm>
          <a:prstGeom prst="rect">
            <a:avLst/>
          </a:prstGeom>
          <a:solidFill>
            <a:srgbClr val="000000">
              <a:alpha val="3529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5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48" name="Google Shape;348;p29"/>
          <p:cNvSpPr/>
          <p:nvPr/>
        </p:nvSpPr>
        <p:spPr>
          <a:xfrm>
            <a:off x="1872709" y="5110223"/>
            <a:ext cx="4376886" cy="385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>
                <a:solidFill>
                  <a:schemeClr val="dk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Protocolos I2C y SPI</a:t>
            </a:r>
            <a:endParaRPr sz="1875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49" name="Google Shape;349;p29"/>
          <p:cNvSpPr/>
          <p:nvPr/>
        </p:nvSpPr>
        <p:spPr>
          <a:xfrm>
            <a:off x="6740429" y="5110223"/>
            <a:ext cx="4811905" cy="192509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>
                <a:solidFill>
                  <a:schemeClr val="dk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Facilitan la conexión de Arduino con sensores, actuadores, displays y chips de memoria, entre otros componentes, a través de buses de comunicación más eficientes.</a:t>
            </a:r>
            <a:endParaRPr sz="1875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50" name="Google Shape;350;p29"/>
          <p:cNvSpPr/>
          <p:nvPr/>
        </p:nvSpPr>
        <p:spPr>
          <a:xfrm>
            <a:off x="1872709" y="7343090"/>
            <a:ext cx="4376886" cy="385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>
                <a:solidFill>
                  <a:schemeClr val="dk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Módulos Inalámbricos</a:t>
            </a:r>
            <a:endParaRPr sz="1875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51" name="Google Shape;351;p29"/>
          <p:cNvSpPr/>
          <p:nvPr/>
        </p:nvSpPr>
        <p:spPr>
          <a:xfrm>
            <a:off x="6740430" y="7343090"/>
            <a:ext cx="4858196" cy="2232869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>
                <a:solidFill>
                  <a:schemeClr val="dk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Arduino puede integrarse con módulos WiFi, Bluetooth y ZigBee para permitir la comunicación inalámbrica con otros dispositivos, ampliando las posibilidades de proyectos.</a:t>
            </a:r>
            <a:endParaRPr sz="1875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52" name="Google Shape;352;p29"/>
          <p:cNvSpPr/>
          <p:nvPr/>
        </p:nvSpPr>
        <p:spPr>
          <a:xfrm>
            <a:off x="1683106" y="7143349"/>
            <a:ext cx="9966573" cy="2653055"/>
          </a:xfrm>
          <a:prstGeom prst="rect">
            <a:avLst/>
          </a:prstGeom>
          <a:solidFill>
            <a:srgbClr val="000000">
              <a:alpha val="3529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5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0"/>
          <p:cNvSpPr txBox="1"/>
          <p:nvPr>
            <p:ph type="title"/>
          </p:nvPr>
        </p:nvSpPr>
        <p:spPr>
          <a:xfrm>
            <a:off x="12231279" y="951042"/>
            <a:ext cx="5033913" cy="55992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300"/>
              <a:buFont typeface="Libre Franklin"/>
              <a:buNone/>
            </a:pPr>
            <a:r>
              <a:rPr b="1" lang="en-US" sz="6300" cap="none"/>
              <a:t>USO DE ACTUADORES CON ARDUINO</a:t>
            </a:r>
            <a:br>
              <a:rPr lang="en-US" sz="6300" cap="none"/>
            </a:br>
            <a:endParaRPr sz="6300" cap="none"/>
          </a:p>
        </p:txBody>
      </p:sp>
      <p:pic>
        <p:nvPicPr>
          <p:cNvPr descr="Sensores Y Actuadores Aprendiendo Arduino - vrogue.co" id="358" name="Google Shape;358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8534" y="2640133"/>
            <a:ext cx="8488833" cy="53055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1"/>
          <p:cNvSpPr/>
          <p:nvPr/>
        </p:nvSpPr>
        <p:spPr>
          <a:xfrm>
            <a:off x="1375696" y="3272451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50">
                <a:solidFill>
                  <a:schemeClr val="dk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Motores</a:t>
            </a:r>
            <a:endParaRPr sz="275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65" name="Google Shape;365;p31"/>
          <p:cNvSpPr/>
          <p:nvPr/>
        </p:nvSpPr>
        <p:spPr>
          <a:xfrm>
            <a:off x="1375696" y="3998882"/>
            <a:ext cx="4972645" cy="2268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8">
                <a:solidFill>
                  <a:schemeClr val="dk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Arduino puede controlar motores DC, pasos y servos, permitiendo el movimiento y el control de posición en proyectos robóticos, de automatización y de mecánica.</a:t>
            </a:r>
            <a:endParaRPr sz="2188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66" name="Google Shape;366;p31"/>
          <p:cNvSpPr/>
          <p:nvPr/>
        </p:nvSpPr>
        <p:spPr>
          <a:xfrm>
            <a:off x="7049619" y="3272451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50">
                <a:solidFill>
                  <a:schemeClr val="dk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Luces y Displays</a:t>
            </a:r>
            <a:endParaRPr sz="275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67" name="Google Shape;367;p31"/>
          <p:cNvSpPr/>
          <p:nvPr/>
        </p:nvSpPr>
        <p:spPr>
          <a:xfrm>
            <a:off x="7049618" y="3998881"/>
            <a:ext cx="4972645" cy="3175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8">
                <a:solidFill>
                  <a:schemeClr val="dk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La placa Arduino puede activar y controlar LEDs, pantallas LCD, matrices de LED y otros dispositivos de visualización, lo que la convierte en una herramienta poderosa para proyectos de iluminación y visualización.</a:t>
            </a:r>
            <a:endParaRPr sz="2188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68" name="Google Shape;368;p31"/>
          <p:cNvSpPr/>
          <p:nvPr/>
        </p:nvSpPr>
        <p:spPr>
          <a:xfrm>
            <a:off x="12723542" y="3272451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50">
                <a:solidFill>
                  <a:schemeClr val="dk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Otros Actuadores</a:t>
            </a:r>
            <a:endParaRPr sz="275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69" name="Google Shape;369;p31"/>
          <p:cNvSpPr/>
          <p:nvPr/>
        </p:nvSpPr>
        <p:spPr>
          <a:xfrm>
            <a:off x="12723542" y="3998882"/>
            <a:ext cx="4972645" cy="2721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8">
                <a:solidFill>
                  <a:schemeClr val="dk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Además de motores y luces, Arduino puede controlar una amplia variedad de actuadores, como zumbadores, relés, válvulas y solenoides, expandiendo las posibilidades de interacción y control de proyectos.</a:t>
            </a:r>
            <a:endParaRPr sz="2188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6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6900"/>
              <a:buFont typeface="Impact"/>
              <a:buNone/>
            </a:pPr>
            <a:r>
              <a:rPr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sz="18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75" name="Google Shape;375;p6"/>
          <p:cNvSpPr txBox="1"/>
          <p:nvPr>
            <p:ph idx="1" type="body"/>
          </p:nvPr>
        </p:nvSpPr>
        <p:spPr>
          <a:xfrm>
            <a:off x="2072192" y="2439023"/>
            <a:ext cx="14143615" cy="65556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¿Qué es Arduino?</a:t>
            </a:r>
            <a:b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Plataforma de hardware y software de código abierto para crear proyectos electrónicos.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Componentes principales de una placa Arduino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Microcontrolador (ej. ATmega328P)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Pines de entrada/salida digitales y analógicos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Interfaz USB para programación y comunicación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Funcionamiento básico del sistema</a:t>
            </a:r>
            <a:b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Cómo el microcontrolador ejecuta instrucciones para controlar sensores y actuadores.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Estructura del código Arduino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setup()</a:t>
            </a:r>
            <a:r>
              <a:rPr b="0" i="0" lang="en-US" sz="2800" u="none" cap="none" strike="noStrike">
                <a:solidFill>
                  <a:schemeClr val="dk1"/>
                </a:solidFill>
              </a:rPr>
              <a:t> → Configuración inicial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loop()</a:t>
            </a:r>
            <a:r>
              <a:rPr b="0" i="0" lang="en-US" sz="2800" u="none" cap="none" strike="noStrike">
                <a:solidFill>
                  <a:schemeClr val="dk1"/>
                </a:solidFill>
              </a:rPr>
              <a:t> → Ejecución continua del programa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Lenguaje de programación</a:t>
            </a:r>
            <a:b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Basado en C/C++, con funciones como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digitalWrite()</a:t>
            </a:r>
            <a:r>
              <a:rPr b="0" i="0" lang="en-US" sz="2800" u="none" cap="none" strike="noStrike">
                <a:solidFill>
                  <a:schemeClr val="dk1"/>
                </a:solidFill>
              </a:rPr>
              <a:t>,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analogRead()</a:t>
            </a:r>
            <a:r>
              <a:rPr b="0" i="0" lang="en-US" sz="2800" u="none" cap="none" strike="noStrike">
                <a:solidFill>
                  <a:schemeClr val="dk1"/>
                </a:solidFill>
              </a:rPr>
              <a:t>,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Serial.print()</a:t>
            </a:r>
            <a:r>
              <a:rPr b="0" i="0" lang="en-US" sz="2800" u="none" cap="none" strike="noStrike">
                <a:solidFill>
                  <a:schemeClr val="dk1"/>
                </a:solidFill>
              </a:rPr>
              <a:t>, etc.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Uso del IDE de Arduino</a:t>
            </a:r>
            <a:b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Entorno donde se escribe, compila y carga el código al dispositivo.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2"/>
          <p:cNvSpPr txBox="1"/>
          <p:nvPr>
            <p:ph idx="1" type="body"/>
          </p:nvPr>
        </p:nvSpPr>
        <p:spPr>
          <a:xfrm>
            <a:off x="2027903" y="1896457"/>
            <a:ext cx="14667271" cy="649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Protocolos de comunicación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ibre Franklin"/>
              <a:buAutoNum type="arabicPeriod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Serial (TX/RX)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comunicación básica con PC y otros dispositivos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ibre Franklin"/>
              <a:buAutoNum type="arabicPeriod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I2C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conexión con múltiples dispositivos usando dos hilos (SDA, SCL)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ibre Franklin"/>
              <a:buAutoNum type="arabicPeriod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SPI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comunicación rápida con sensores y memorias (MOSI, MISO, SCK, CS)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Uso de sensores y actuadores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Cómo conectar y programar luces, motores, displays, zumbadores, etc.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Diseño e implementación de proyectos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ibre Franklin"/>
              <a:buAutoNum type="arabicPeriod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Planificación del circuito y lógica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ibre Franklin"/>
              <a:buAutoNum type="arabicPeriod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Programación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ibre Franklin"/>
              <a:buAutoNum type="arabicPeriod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Pruebas y depuración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Aplicaciones prácticas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Creación de sistemas reales como alarmas, robots, sistemas de monitoreo ambiental, etc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7"/>
          <p:cNvSpPr txBox="1"/>
          <p:nvPr/>
        </p:nvSpPr>
        <p:spPr>
          <a:xfrm>
            <a:off x="2507390" y="1000125"/>
            <a:ext cx="13503300" cy="1199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6900"/>
              <a:buFont typeface="Impact"/>
              <a:buNone/>
            </a:pPr>
            <a:r>
              <a:rPr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VALORES A DESARROLLAR</a:t>
            </a:r>
            <a:endParaRPr sz="18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86" name="Google Shape;386;p7"/>
          <p:cNvSpPr txBox="1"/>
          <p:nvPr/>
        </p:nvSpPr>
        <p:spPr>
          <a:xfrm>
            <a:off x="1388502" y="2772696"/>
            <a:ext cx="15741075" cy="6401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lang="en-US" sz="3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Organización:</a:t>
            </a:r>
            <a:br>
              <a:rPr lang="en-US" sz="3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-US" sz="3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El desarrollo de proyectos con Arduino requiere una planificación clara del circuito, la estructura del código y la distribución de tareas. Organizar adecuadamente los componentes, los esquemas eléctricos y los bloques de programación es clave para el éxito del sistema.</a:t>
            </a:r>
            <a:endParaRPr/>
          </a:p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lang="en-US" sz="3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Constancia:</a:t>
            </a:r>
            <a:br>
              <a:rPr lang="en-US" sz="3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-US" sz="3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Aprender a programar y depurar en Arduino implica ensayo y error. La constancia permite mejorar poco a poco la lógica del programa, perfeccionar el montaje de hardware y resolver errores en el funcionamiento del prototipo.</a:t>
            </a:r>
            <a:endParaRPr/>
          </a:p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lang="en-US" sz="3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Trabajo colaborativo:</a:t>
            </a:r>
            <a:br>
              <a:rPr lang="en-US" sz="3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-US" sz="3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En muchos proyectos Arduino se trabaja en equipo: unos se encargan del diseño del hardware, otros del software, y otros de la documentación o presentación. La colaboración mejora los resultados y permite una mejor división de responsabilidades.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5c64ee6f14_0_0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6900"/>
              <a:buFont typeface="Impact"/>
              <a:buNone/>
            </a:pPr>
            <a:r>
              <a:rPr lang="en-US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</a:t>
            </a:r>
            <a:endParaRPr sz="18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92" name="Google Shape;392;g35c64ee6f14_0_0"/>
          <p:cNvSpPr txBox="1"/>
          <p:nvPr/>
        </p:nvSpPr>
        <p:spPr>
          <a:xfrm>
            <a:off x="1388552" y="4430596"/>
            <a:ext cx="15741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lang="en-US" sz="2900">
                <a:solidFill>
                  <a:schemeClr val="dk1"/>
                </a:solidFill>
              </a:rPr>
              <a:t>Mano, M. Morris. </a:t>
            </a:r>
            <a:r>
              <a:rPr b="1" i="1" lang="en-US" sz="2900">
                <a:solidFill>
                  <a:schemeClr val="dk1"/>
                </a:solidFill>
              </a:rPr>
              <a:t>Diseño Digital</a:t>
            </a:r>
            <a:r>
              <a:rPr b="1" lang="en-US" sz="2900">
                <a:solidFill>
                  <a:schemeClr val="dk1"/>
                </a:solidFill>
              </a:rPr>
              <a:t>. 3.ª Edición. Pearson Educación, 2003.</a:t>
            </a:r>
            <a:r>
              <a:rPr b="1" lang="en-US" sz="50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</a:t>
            </a:r>
            <a:endParaRPr b="1" sz="3200"/>
          </a:p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lang="en-US" sz="3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Arduino Documentation. </a:t>
            </a:r>
            <a:r>
              <a:rPr b="1" lang="en-US" sz="3200" u="sng">
                <a:solidFill>
                  <a:schemeClr val="hlink"/>
                </a:solidFill>
                <a:latin typeface="Libre Franklin"/>
                <a:ea typeface="Libre Franklin"/>
                <a:cs typeface="Libre Franklin"/>
                <a:sym typeface="Libre Franklin"/>
                <a:hlinkClick r:id="rId3"/>
              </a:rPr>
              <a:t>https://docs.arduino.cc</a:t>
            </a:r>
            <a:endParaRPr b="1" sz="32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6099"/>
              <a:buFont typeface="Impact"/>
              <a:buNone/>
            </a:pPr>
            <a:r>
              <a:rPr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sz="18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99"/>
              <a:buFont typeface="Libre Franklin"/>
              <a:buNone/>
            </a:pPr>
            <a:r>
              <a:t/>
            </a:r>
            <a:endParaRPr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98" name="Google Shape;398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99" name="Google Shape;399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Recorte">
  <a:themeElements>
    <a:clrScheme name="Recorte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Recorte">
  <a:themeElements>
    <a:clrScheme name="Recorte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Juan Pablo García Ceballos</dc:creator>
</cp:coreProperties>
</file>