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16.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9"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Lst>
  <p:sldSz cy="5143500" cx="9144000"/>
  <p:notesSz cx="6858000" cy="9144000"/>
  <p:embeddedFontLst>
    <p:embeddedFont>
      <p:font typeface="Outfit"/>
      <p:bold r:id="rId22"/>
    </p:embeddedFont>
    <p:embeddedFont>
      <p:font typeface="Bitter"/>
      <p:regular r:id="rId23"/>
      <p:bold r:id="rId24"/>
      <p:italic r:id="rId25"/>
      <p:boldItalic r:id="rId26"/>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slide" Target="slides/slide15.xml"/><Relationship Id="rId22" Type="http://schemas.openxmlformats.org/officeDocument/2006/relationships/font" Target="fonts/Outfit-bold.fntdata"/><Relationship Id="rId21" Type="http://schemas.openxmlformats.org/officeDocument/2006/relationships/slide" Target="slides/slide16.xml"/><Relationship Id="rId24" Type="http://schemas.openxmlformats.org/officeDocument/2006/relationships/font" Target="fonts/Bitter-bold.fntdata"/><Relationship Id="rId23" Type="http://schemas.openxmlformats.org/officeDocument/2006/relationships/font" Target="fonts/Bitter-regular.fntdata"/><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26" Type="http://schemas.openxmlformats.org/officeDocument/2006/relationships/font" Target="fonts/Bitter-boldItalic.fntdata"/><Relationship Id="rId25" Type="http://schemas.openxmlformats.org/officeDocument/2006/relationships/font" Target="fonts/Bitter-italic.fntdata"/><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 Id="rId11" Type="http://schemas.openxmlformats.org/officeDocument/2006/relationships/slide" Target="slides/slide6.xml"/><Relationship Id="rId10" Type="http://schemas.openxmlformats.org/officeDocument/2006/relationships/slide" Target="slides/slide5.xml"/><Relationship Id="rId13" Type="http://schemas.openxmlformats.org/officeDocument/2006/relationships/slide" Target="slides/slide8.xml"/><Relationship Id="rId12" Type="http://schemas.openxmlformats.org/officeDocument/2006/relationships/slide" Target="slides/slide7.xml"/><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slide" Target="slides/slide12.xml"/><Relationship Id="rId16" Type="http://schemas.openxmlformats.org/officeDocument/2006/relationships/slide" Target="slides/slide11.xml"/><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 name="Shape 50"/>
        <p:cNvGrpSpPr/>
        <p:nvPr/>
      </p:nvGrpSpPr>
      <p:grpSpPr>
        <a:xfrm>
          <a:off x="0" y="0"/>
          <a:ext cx="0" cy="0"/>
          <a:chOff x="0" y="0"/>
          <a:chExt cx="0" cy="0"/>
        </a:xfrm>
      </p:grpSpPr>
      <p:sp>
        <p:nvSpPr>
          <p:cNvPr id="51" name="Google Shape;51;g3a0cc301740_0_0:notes"/>
          <p:cNvSpPr txBox="1"/>
          <p:nvPr>
            <p:ph idx="1" type="body"/>
          </p:nvPr>
        </p:nvSpPr>
        <p:spPr>
          <a:xfrm>
            <a:off x="685800" y="4400550"/>
            <a:ext cx="5486400" cy="36006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52" name="Google Shape;52;g3a0cc301740_0_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9" name="Shape 59"/>
        <p:cNvGrpSpPr/>
        <p:nvPr/>
      </p:nvGrpSpPr>
      <p:grpSpPr>
        <a:xfrm>
          <a:off x="0" y="0"/>
          <a:ext cx="0" cy="0"/>
          <a:chOff x="0" y="0"/>
          <a:chExt cx="0" cy="0"/>
        </a:xfrm>
      </p:grpSpPr>
      <p:sp>
        <p:nvSpPr>
          <p:cNvPr id="60" name="Google Shape;60;p: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61" name="Google Shape;61;p: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1" name="Shape 71"/>
        <p:cNvGrpSpPr/>
        <p:nvPr/>
      </p:nvGrpSpPr>
      <p:grpSpPr>
        <a:xfrm>
          <a:off x="0" y="0"/>
          <a:ext cx="0" cy="0"/>
          <a:chOff x="0" y="0"/>
          <a:chExt cx="0" cy="0"/>
        </a:xfrm>
      </p:grpSpPr>
      <p:sp>
        <p:nvSpPr>
          <p:cNvPr id="72" name="Google Shape;72;g36641e9273e_0_4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3" name="Google Shape;73;g36641e9273e_0_4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3" name="Shape 93"/>
        <p:cNvGrpSpPr/>
        <p:nvPr/>
      </p:nvGrpSpPr>
      <p:grpSpPr>
        <a:xfrm>
          <a:off x="0" y="0"/>
          <a:ext cx="0" cy="0"/>
          <a:chOff x="0" y="0"/>
          <a:chExt cx="0" cy="0"/>
        </a:xfrm>
      </p:grpSpPr>
      <p:sp>
        <p:nvSpPr>
          <p:cNvPr id="94" name="Google Shape;94;g36641e9273e_0_4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5" name="Google Shape;95;g36641e9273e_0_4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9" name="Shape 99"/>
        <p:cNvGrpSpPr/>
        <p:nvPr/>
      </p:nvGrpSpPr>
      <p:grpSpPr>
        <a:xfrm>
          <a:off x="0" y="0"/>
          <a:ext cx="0" cy="0"/>
          <a:chOff x="0" y="0"/>
          <a:chExt cx="0" cy="0"/>
        </a:xfrm>
      </p:grpSpPr>
      <p:sp>
        <p:nvSpPr>
          <p:cNvPr id="100" name="Google Shape;100;g36641e9273e_0_5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1" name="Google Shape;101;g36641e9273e_0_5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8" name="Shape 108"/>
        <p:cNvGrpSpPr/>
        <p:nvPr/>
      </p:nvGrpSpPr>
      <p:grpSpPr>
        <a:xfrm>
          <a:off x="0" y="0"/>
          <a:ext cx="0" cy="0"/>
          <a:chOff x="0" y="0"/>
          <a:chExt cx="0" cy="0"/>
        </a:xfrm>
      </p:grpSpPr>
      <p:sp>
        <p:nvSpPr>
          <p:cNvPr id="109" name="Google Shape;109;g36641e9273e_0_5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0" name="Google Shape;110;g36641e9273e_0_5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8" name="Shape 118"/>
        <p:cNvGrpSpPr/>
        <p:nvPr/>
      </p:nvGrpSpPr>
      <p:grpSpPr>
        <a:xfrm>
          <a:off x="0" y="0"/>
          <a:ext cx="0" cy="0"/>
          <a:chOff x="0" y="0"/>
          <a:chExt cx="0" cy="0"/>
        </a:xfrm>
      </p:grpSpPr>
      <p:sp>
        <p:nvSpPr>
          <p:cNvPr id="119" name="Google Shape;119;g36641e9273e_0_5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0" name="Google Shape;120;g36641e9273e_0_5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1" name="Shape 131"/>
        <p:cNvGrpSpPr/>
        <p:nvPr/>
      </p:nvGrpSpPr>
      <p:grpSpPr>
        <a:xfrm>
          <a:off x="0" y="0"/>
          <a:ext cx="0" cy="0"/>
          <a:chOff x="0" y="0"/>
          <a:chExt cx="0" cy="0"/>
        </a:xfrm>
      </p:grpSpPr>
      <p:sp>
        <p:nvSpPr>
          <p:cNvPr id="132" name="Google Shape;132;g36641e9273e_0_6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3" name="Google Shape;133;g36641e9273e_0_6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1" name="Shape 141"/>
        <p:cNvGrpSpPr/>
        <p:nvPr/>
      </p:nvGrpSpPr>
      <p:grpSpPr>
        <a:xfrm>
          <a:off x="0" y="0"/>
          <a:ext cx="0" cy="0"/>
          <a:chOff x="0" y="0"/>
          <a:chExt cx="0" cy="0"/>
        </a:xfrm>
      </p:grpSpPr>
      <p:sp>
        <p:nvSpPr>
          <p:cNvPr id="142" name="Google Shape;142;g36641e9273e_0_6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3" name="Google Shape;143;g36641e9273e_0_6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4" name="Shape 154"/>
        <p:cNvGrpSpPr/>
        <p:nvPr/>
      </p:nvGrpSpPr>
      <p:grpSpPr>
        <a:xfrm>
          <a:off x="0" y="0"/>
          <a:ext cx="0" cy="0"/>
          <a:chOff x="0" y="0"/>
          <a:chExt cx="0" cy="0"/>
        </a:xfrm>
      </p:grpSpPr>
      <p:sp>
        <p:nvSpPr>
          <p:cNvPr id="155" name="Google Shape;155;g36641e9273e_0_6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6" name="Google Shape;156;g36641e9273e_0_6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9" name="Shape 209"/>
        <p:cNvGrpSpPr/>
        <p:nvPr/>
      </p:nvGrpSpPr>
      <p:grpSpPr>
        <a:xfrm>
          <a:off x="0" y="0"/>
          <a:ext cx="0" cy="0"/>
          <a:chOff x="0" y="0"/>
          <a:chExt cx="0" cy="0"/>
        </a:xfrm>
      </p:grpSpPr>
      <p:sp>
        <p:nvSpPr>
          <p:cNvPr id="210" name="Google Shape;210;g36641e9273e_0_6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11" name="Google Shape;211;g36641e9273e_0_6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1" name="Shape 221"/>
        <p:cNvGrpSpPr/>
        <p:nvPr/>
      </p:nvGrpSpPr>
      <p:grpSpPr>
        <a:xfrm>
          <a:off x="0" y="0"/>
          <a:ext cx="0" cy="0"/>
          <a:chOff x="0" y="0"/>
          <a:chExt cx="0" cy="0"/>
        </a:xfrm>
      </p:grpSpPr>
      <p:sp>
        <p:nvSpPr>
          <p:cNvPr id="222" name="Google Shape;222;g36641e9273e_0_7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23" name="Google Shape;223;g36641e9273e_0_7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7" name="Shape 277"/>
        <p:cNvGrpSpPr/>
        <p:nvPr/>
      </p:nvGrpSpPr>
      <p:grpSpPr>
        <a:xfrm>
          <a:off x="0" y="0"/>
          <a:ext cx="0" cy="0"/>
          <a:chOff x="0" y="0"/>
          <a:chExt cx="0" cy="0"/>
        </a:xfrm>
      </p:grpSpPr>
      <p:sp>
        <p:nvSpPr>
          <p:cNvPr id="278" name="Google Shape;278;g36641e9273e_0_8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79" name="Google Shape;279;g36641e9273e_0_8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2" name="Shape 292"/>
        <p:cNvGrpSpPr/>
        <p:nvPr/>
      </p:nvGrpSpPr>
      <p:grpSpPr>
        <a:xfrm>
          <a:off x="0" y="0"/>
          <a:ext cx="0" cy="0"/>
          <a:chOff x="0" y="0"/>
          <a:chExt cx="0" cy="0"/>
        </a:xfrm>
      </p:grpSpPr>
      <p:sp>
        <p:nvSpPr>
          <p:cNvPr id="293" name="Google Shape;293;g36641e9273e_0_7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94" name="Google Shape;294;g36641e9273e_0_7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2" name="Shape 302"/>
        <p:cNvGrpSpPr/>
        <p:nvPr/>
      </p:nvGrpSpPr>
      <p:grpSpPr>
        <a:xfrm>
          <a:off x="0" y="0"/>
          <a:ext cx="0" cy="0"/>
          <a:chOff x="0" y="0"/>
          <a:chExt cx="0" cy="0"/>
        </a:xfrm>
      </p:grpSpPr>
      <p:sp>
        <p:nvSpPr>
          <p:cNvPr id="303" name="Google Shape;303;g36641e9273e_0_7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04" name="Google Shape;304;g36641e9273e_0_7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8" name="Shape 308"/>
        <p:cNvGrpSpPr/>
        <p:nvPr/>
      </p:nvGrpSpPr>
      <p:grpSpPr>
        <a:xfrm>
          <a:off x="0" y="0"/>
          <a:ext cx="0" cy="0"/>
          <a:chOff x="0" y="0"/>
          <a:chExt cx="0" cy="0"/>
        </a:xfrm>
      </p:grpSpPr>
      <p:sp>
        <p:nvSpPr>
          <p:cNvPr id="309" name="Google Shape;309;g36641e9273e_0_8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10" name="Google Shape;310;g36641e9273e_0_8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9" name="Google Shape;19;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3" name="Google Shape;23;p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4" name="Google Shape;24;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1" name="Google Shape;31;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25"/>
            <a:ext cx="4572000" cy="5143500"/>
          </a:xfrm>
          <a:prstGeom prst="rect">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724200"/>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Clr>
                <a:schemeClr val="dk1"/>
              </a:buClr>
              <a:buSzPts val="1800"/>
              <a:buChar char="●"/>
              <a:defRPr>
                <a:solidFill>
                  <a:schemeClr val="dk1"/>
                </a:solidFill>
              </a:defRPr>
            </a:lvl1pPr>
            <a:lvl2pPr indent="-317500" lvl="1" marL="914400">
              <a:spcBef>
                <a:spcPts val="0"/>
              </a:spcBef>
              <a:spcAft>
                <a:spcPts val="0"/>
              </a:spcAft>
              <a:buClr>
                <a:schemeClr val="dk1"/>
              </a:buClr>
              <a:buSzPts val="1400"/>
              <a:buChar char="○"/>
              <a:defRPr>
                <a:solidFill>
                  <a:schemeClr val="dk1"/>
                </a:solidFill>
              </a:defRPr>
            </a:lvl2pPr>
            <a:lvl3pPr indent="-317500" lvl="2" marL="1371600">
              <a:spcBef>
                <a:spcPts val="0"/>
              </a:spcBef>
              <a:spcAft>
                <a:spcPts val="0"/>
              </a:spcAft>
              <a:buClr>
                <a:schemeClr val="dk1"/>
              </a:buClr>
              <a:buSzPts val="1400"/>
              <a:buChar char="■"/>
              <a:defRPr>
                <a:solidFill>
                  <a:schemeClr val="dk1"/>
                </a:solidFill>
              </a:defRPr>
            </a:lvl3pPr>
            <a:lvl4pPr indent="-317500" lvl="3" marL="1828800">
              <a:spcBef>
                <a:spcPts val="0"/>
              </a:spcBef>
              <a:spcAft>
                <a:spcPts val="0"/>
              </a:spcAft>
              <a:buClr>
                <a:schemeClr val="dk1"/>
              </a:buClr>
              <a:buSzPts val="1400"/>
              <a:buChar char="●"/>
              <a:defRPr>
                <a:solidFill>
                  <a:schemeClr val="dk1"/>
                </a:solidFill>
              </a:defRPr>
            </a:lvl4pPr>
            <a:lvl5pPr indent="-317500" lvl="4" marL="2286000">
              <a:spcBef>
                <a:spcPts val="0"/>
              </a:spcBef>
              <a:spcAft>
                <a:spcPts val="0"/>
              </a:spcAft>
              <a:buClr>
                <a:schemeClr val="dk1"/>
              </a:buClr>
              <a:buSzPts val="1400"/>
              <a:buChar char="○"/>
              <a:defRPr>
                <a:solidFill>
                  <a:schemeClr val="dk1"/>
                </a:solidFill>
              </a:defRPr>
            </a:lvl5pPr>
            <a:lvl6pPr indent="-317500" lvl="5" marL="2743200">
              <a:spcBef>
                <a:spcPts val="0"/>
              </a:spcBef>
              <a:spcAft>
                <a:spcPts val="0"/>
              </a:spcAft>
              <a:buClr>
                <a:schemeClr val="dk1"/>
              </a:buClr>
              <a:buSzPts val="1400"/>
              <a:buChar char="■"/>
              <a:defRPr>
                <a:solidFill>
                  <a:schemeClr val="dk1"/>
                </a:solidFill>
              </a:defRPr>
            </a:lvl6pPr>
            <a:lvl7pPr indent="-317500" lvl="6" marL="3200400">
              <a:spcBef>
                <a:spcPts val="0"/>
              </a:spcBef>
              <a:spcAft>
                <a:spcPts val="0"/>
              </a:spcAft>
              <a:buClr>
                <a:schemeClr val="dk1"/>
              </a:buClr>
              <a:buSzPts val="1400"/>
              <a:buChar char="●"/>
              <a:defRPr>
                <a:solidFill>
                  <a:schemeClr val="dk1"/>
                </a:solidFill>
              </a:defRPr>
            </a:lvl7pPr>
            <a:lvl8pPr indent="-317500" lvl="7" marL="3657600">
              <a:spcBef>
                <a:spcPts val="0"/>
              </a:spcBef>
              <a:spcAft>
                <a:spcPts val="0"/>
              </a:spcAft>
              <a:buClr>
                <a:schemeClr val="dk1"/>
              </a:buClr>
              <a:buSzPts val="1400"/>
              <a:buChar char="○"/>
              <a:defRPr>
                <a:solidFill>
                  <a:schemeClr val="dk1"/>
                </a:solidFill>
              </a:defRPr>
            </a:lvl8pPr>
            <a:lvl9pPr indent="-317500" lvl="8" marL="4114800">
              <a:spcBef>
                <a:spcPts val="0"/>
              </a:spcBef>
              <a:spcAft>
                <a:spcPts val="0"/>
              </a:spcAft>
              <a:buClr>
                <a:schemeClr val="dk1"/>
              </a:buClr>
              <a:buSzPts val="1400"/>
              <a:buChar char="■"/>
              <a:defRPr>
                <a:solidFill>
                  <a:schemeClr val="dk1"/>
                </a:solidFill>
              </a:defRPr>
            </a:lvl9pPr>
          </a:lstStyle>
          <a:p/>
        </p:txBody>
      </p:sp>
      <p:sp>
        <p:nvSpPr>
          <p:cNvPr id="40" name="Google Shape;40;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47" name="Google Shape;47;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dark-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lt2"/>
              </a:buClr>
              <a:buSzPts val="1800"/>
              <a:buChar char="●"/>
              <a:defRPr sz="1800">
                <a:solidFill>
                  <a:schemeClr val="lt2"/>
                </a:solidFill>
              </a:defRPr>
            </a:lvl1pPr>
            <a:lvl2pPr indent="-317500" lvl="1" marL="914400">
              <a:lnSpc>
                <a:spcPct val="115000"/>
              </a:lnSpc>
              <a:spcBef>
                <a:spcPts val="0"/>
              </a:spcBef>
              <a:spcAft>
                <a:spcPts val="0"/>
              </a:spcAft>
              <a:buClr>
                <a:schemeClr val="lt2"/>
              </a:buClr>
              <a:buSzPts val="1400"/>
              <a:buChar char="○"/>
              <a:defRPr>
                <a:solidFill>
                  <a:schemeClr val="lt2"/>
                </a:solidFill>
              </a:defRPr>
            </a:lvl2pPr>
            <a:lvl3pPr indent="-317500" lvl="2" marL="1371600">
              <a:lnSpc>
                <a:spcPct val="115000"/>
              </a:lnSpc>
              <a:spcBef>
                <a:spcPts val="0"/>
              </a:spcBef>
              <a:spcAft>
                <a:spcPts val="0"/>
              </a:spcAft>
              <a:buClr>
                <a:schemeClr val="lt2"/>
              </a:buClr>
              <a:buSzPts val="1400"/>
              <a:buChar char="■"/>
              <a:defRPr>
                <a:solidFill>
                  <a:schemeClr val="lt2"/>
                </a:solidFill>
              </a:defRPr>
            </a:lvl3pPr>
            <a:lvl4pPr indent="-317500" lvl="3" marL="1828800">
              <a:lnSpc>
                <a:spcPct val="115000"/>
              </a:lnSpc>
              <a:spcBef>
                <a:spcPts val="0"/>
              </a:spcBef>
              <a:spcAft>
                <a:spcPts val="0"/>
              </a:spcAft>
              <a:buClr>
                <a:schemeClr val="lt2"/>
              </a:buClr>
              <a:buSzPts val="1400"/>
              <a:buChar char="●"/>
              <a:defRPr>
                <a:solidFill>
                  <a:schemeClr val="lt2"/>
                </a:solidFill>
              </a:defRPr>
            </a:lvl4pPr>
            <a:lvl5pPr indent="-317500" lvl="4" marL="2286000">
              <a:lnSpc>
                <a:spcPct val="115000"/>
              </a:lnSpc>
              <a:spcBef>
                <a:spcPts val="0"/>
              </a:spcBef>
              <a:spcAft>
                <a:spcPts val="0"/>
              </a:spcAft>
              <a:buClr>
                <a:schemeClr val="lt2"/>
              </a:buClr>
              <a:buSzPts val="1400"/>
              <a:buChar char="○"/>
              <a:defRPr>
                <a:solidFill>
                  <a:schemeClr val="lt2"/>
                </a:solidFill>
              </a:defRPr>
            </a:lvl5pPr>
            <a:lvl6pPr indent="-317500" lvl="5" marL="2743200">
              <a:lnSpc>
                <a:spcPct val="115000"/>
              </a:lnSpc>
              <a:spcBef>
                <a:spcPts val="0"/>
              </a:spcBef>
              <a:spcAft>
                <a:spcPts val="0"/>
              </a:spcAft>
              <a:buClr>
                <a:schemeClr val="lt2"/>
              </a:buClr>
              <a:buSzPts val="1400"/>
              <a:buChar char="■"/>
              <a:defRPr>
                <a:solidFill>
                  <a:schemeClr val="lt2"/>
                </a:solidFill>
              </a:defRPr>
            </a:lvl6pPr>
            <a:lvl7pPr indent="-317500" lvl="6" marL="3200400">
              <a:lnSpc>
                <a:spcPct val="115000"/>
              </a:lnSpc>
              <a:spcBef>
                <a:spcPts val="0"/>
              </a:spcBef>
              <a:spcAft>
                <a:spcPts val="0"/>
              </a:spcAft>
              <a:buClr>
                <a:schemeClr val="lt2"/>
              </a:buClr>
              <a:buSzPts val="1400"/>
              <a:buChar char="●"/>
              <a:defRPr>
                <a:solidFill>
                  <a:schemeClr val="lt2"/>
                </a:solidFill>
              </a:defRPr>
            </a:lvl7pPr>
            <a:lvl8pPr indent="-317500" lvl="7" marL="3657600">
              <a:lnSpc>
                <a:spcPct val="115000"/>
              </a:lnSpc>
              <a:spcBef>
                <a:spcPts val="0"/>
              </a:spcBef>
              <a:spcAft>
                <a:spcPts val="0"/>
              </a:spcAft>
              <a:buClr>
                <a:schemeClr val="lt2"/>
              </a:buClr>
              <a:buSzPts val="1400"/>
              <a:buChar char="○"/>
              <a:defRPr>
                <a:solidFill>
                  <a:schemeClr val="lt2"/>
                </a:solidFill>
              </a:defRPr>
            </a:lvl8pPr>
            <a:lvl9pPr indent="-317500" lvl="8" marL="4114800">
              <a:lnSpc>
                <a:spcPct val="115000"/>
              </a:lnSpc>
              <a:spcBef>
                <a:spcPts val="0"/>
              </a:spcBef>
              <a:spcAft>
                <a:spcPts val="0"/>
              </a:spcAft>
              <a:buClr>
                <a:schemeClr val="lt2"/>
              </a:buClr>
              <a:buSzPts val="1400"/>
              <a:buChar char="■"/>
              <a:defRPr>
                <a:solidFill>
                  <a:schemeClr val="lt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lt2"/>
                </a:solidFill>
              </a:defRPr>
            </a:lvl1pPr>
            <a:lvl2pPr lvl="1" algn="r">
              <a:buNone/>
              <a:defRPr sz="1000">
                <a:solidFill>
                  <a:schemeClr val="lt2"/>
                </a:solidFill>
              </a:defRPr>
            </a:lvl2pPr>
            <a:lvl3pPr lvl="2" algn="r">
              <a:buNone/>
              <a:defRPr sz="1000">
                <a:solidFill>
                  <a:schemeClr val="lt2"/>
                </a:solidFill>
              </a:defRPr>
            </a:lvl3pPr>
            <a:lvl4pPr lvl="3" algn="r">
              <a:buNone/>
              <a:defRPr sz="1000">
                <a:solidFill>
                  <a:schemeClr val="lt2"/>
                </a:solidFill>
              </a:defRPr>
            </a:lvl4pPr>
            <a:lvl5pPr lvl="4" algn="r">
              <a:buNone/>
              <a:defRPr sz="1000">
                <a:solidFill>
                  <a:schemeClr val="lt2"/>
                </a:solidFill>
              </a:defRPr>
            </a:lvl5pPr>
            <a:lvl6pPr lvl="5" algn="r">
              <a:buNone/>
              <a:defRPr sz="1000">
                <a:solidFill>
                  <a:schemeClr val="lt2"/>
                </a:solidFill>
              </a:defRPr>
            </a:lvl6pPr>
            <a:lvl7pPr lvl="6" algn="r">
              <a:buNone/>
              <a:defRPr sz="1000">
                <a:solidFill>
                  <a:schemeClr val="lt2"/>
                </a:solidFill>
              </a:defRPr>
            </a:lvl7pPr>
            <a:lvl8pPr lvl="7" algn="r">
              <a:buNone/>
              <a:defRPr sz="1000">
                <a:solidFill>
                  <a:schemeClr val="lt2"/>
                </a:solidFill>
              </a:defRPr>
            </a:lvl8pPr>
            <a:lvl9pPr lvl="8" algn="r">
              <a:buNone/>
              <a:defRPr sz="1000">
                <a:solidFill>
                  <a:schemeClr val="lt2"/>
                </a:solidFill>
              </a:defRPr>
            </a:lvl9pPr>
          </a:lstStyle>
          <a:p>
            <a:pPr indent="0" lvl="0" marL="0" rtl="0" algn="r">
              <a:spcBef>
                <a:spcPts val="0"/>
              </a:spcBef>
              <a:spcAft>
                <a:spcPts val="0"/>
              </a:spcAft>
              <a:buNone/>
            </a:pPr>
            <a:fld id="{00000000-1234-1234-1234-123412341234}" type="slidenum">
              <a:rPr lang="es"/>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xml"/><Relationship Id="rId3" Type="http://schemas.openxmlformats.org/officeDocument/2006/relationships/image" Target="../media/image5.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 Id="rId3" Type="http://schemas.openxmlformats.org/officeDocument/2006/relationships/image" Target="../media/image2.png"/><Relationship Id="rId4" Type="http://schemas.openxmlformats.org/officeDocument/2006/relationships/image" Target="../media/image4.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 Id="rId3" Type="http://schemas.openxmlformats.org/officeDocument/2006/relationships/hyperlink" Target="https://www.youtube.com/watch?v=3eZ2ByNvDxc" TargetMode="External"/><Relationship Id="rId4" Type="http://schemas.openxmlformats.org/officeDocument/2006/relationships/image" Target="../media/image3.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 Id="rId3" Type="http://schemas.openxmlformats.org/officeDocument/2006/relationships/image" Target="../media/image9.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 Id="rId3" Type="http://schemas.openxmlformats.org/officeDocument/2006/relationships/image" Target="../media/image10.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 Id="rId3" Type="http://schemas.openxmlformats.org/officeDocument/2006/relationships/image" Target="../media/image6.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 Id="rId3" Type="http://schemas.openxmlformats.org/officeDocument/2006/relationships/hyperlink" Target="https://www.geeksforgeeks.org/differences-between-synchronous-and-asynchronous-counter/" TargetMode="Externa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 Id="rId3" Type="http://schemas.openxmlformats.org/officeDocument/2006/relationships/image" Target="../media/image7.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 name="Shape 53"/>
        <p:cNvGrpSpPr/>
        <p:nvPr/>
      </p:nvGrpSpPr>
      <p:grpSpPr>
        <a:xfrm>
          <a:off x="0" y="0"/>
          <a:ext cx="0" cy="0"/>
          <a:chOff x="0" y="0"/>
          <a:chExt cx="0" cy="0"/>
        </a:xfrm>
      </p:grpSpPr>
      <p:pic>
        <p:nvPicPr>
          <p:cNvPr id="54" name="Google Shape;54;p13"/>
          <p:cNvPicPr preferRelativeResize="0"/>
          <p:nvPr/>
        </p:nvPicPr>
        <p:blipFill rotWithShape="1">
          <a:blip r:embed="rId3">
            <a:alphaModFix/>
          </a:blip>
          <a:srcRect b="0" l="0" r="0" t="0"/>
          <a:stretch/>
        </p:blipFill>
        <p:spPr>
          <a:xfrm>
            <a:off x="0" y="0"/>
            <a:ext cx="9144000" cy="5143502"/>
          </a:xfrm>
          <a:prstGeom prst="rect">
            <a:avLst/>
          </a:prstGeom>
          <a:noFill/>
          <a:ln>
            <a:noFill/>
          </a:ln>
        </p:spPr>
      </p:pic>
      <p:sp>
        <p:nvSpPr>
          <p:cNvPr id="55" name="Google Shape;55;p13"/>
          <p:cNvSpPr/>
          <p:nvPr/>
        </p:nvSpPr>
        <p:spPr>
          <a:xfrm>
            <a:off x="1799025" y="2994338"/>
            <a:ext cx="3682500" cy="362400"/>
          </a:xfrm>
          <a:prstGeom prst="rect">
            <a:avLst/>
          </a:prstGeom>
          <a:solidFill>
            <a:schemeClr val="lt2"/>
          </a:solidFill>
          <a:ln cap="flat" cmpd="sng" w="4775">
            <a:solidFill>
              <a:schemeClr val="dk2"/>
            </a:solidFill>
            <a:prstDash val="solid"/>
            <a:round/>
            <a:headEnd len="sm" w="sm" type="none"/>
            <a:tailEnd len="sm" w="sm" type="none"/>
          </a:ln>
        </p:spPr>
        <p:txBody>
          <a:bodyPr anchorCtr="0" anchor="ctr" bIns="45725" lIns="45725" spcFirstLastPara="1" rIns="45725" wrap="square" tIns="45725">
            <a:noAutofit/>
          </a:bodyPr>
          <a:lstStyle/>
          <a:p>
            <a:pPr indent="0" lvl="0" marL="0" marR="0" rtl="0" algn="ctr">
              <a:lnSpc>
                <a:spcPct val="100000"/>
              </a:lnSpc>
              <a:spcBef>
                <a:spcPts val="0"/>
              </a:spcBef>
              <a:spcAft>
                <a:spcPts val="0"/>
              </a:spcAft>
              <a:buClr>
                <a:srgbClr val="000000"/>
              </a:buClr>
              <a:buSzPts val="1300"/>
              <a:buFont typeface="Arial"/>
              <a:buNone/>
            </a:pPr>
            <a:r>
              <a:rPr b="0" i="0" lang="es" sz="1300" u="none" cap="none" strike="noStrike">
                <a:solidFill>
                  <a:srgbClr val="000000"/>
                </a:solidFill>
                <a:latin typeface="Calibri"/>
                <a:ea typeface="Calibri"/>
                <a:cs typeface="Calibri"/>
                <a:sym typeface="Calibri"/>
              </a:rPr>
              <a:t>TUTOR:</a:t>
            </a:r>
            <a:endParaRPr sz="700"/>
          </a:p>
        </p:txBody>
      </p:sp>
      <p:sp>
        <p:nvSpPr>
          <p:cNvPr id="56" name="Google Shape;56;p13"/>
          <p:cNvSpPr/>
          <p:nvPr/>
        </p:nvSpPr>
        <p:spPr>
          <a:xfrm>
            <a:off x="1545463" y="2390625"/>
            <a:ext cx="5071200" cy="362400"/>
          </a:xfrm>
          <a:prstGeom prst="rect">
            <a:avLst/>
          </a:prstGeom>
          <a:solidFill>
            <a:schemeClr val="lt2"/>
          </a:solidFill>
          <a:ln cap="flat" cmpd="sng" w="4775">
            <a:solidFill>
              <a:schemeClr val="dk2"/>
            </a:solidFill>
            <a:prstDash val="solid"/>
            <a:round/>
            <a:headEnd len="sm" w="sm" type="none"/>
            <a:tailEnd len="sm" w="sm" type="none"/>
          </a:ln>
        </p:spPr>
        <p:txBody>
          <a:bodyPr anchorCtr="0" anchor="ctr" bIns="45725" lIns="45725" spcFirstLastPara="1" rIns="45725" wrap="square" tIns="45725">
            <a:noAutofit/>
          </a:bodyPr>
          <a:lstStyle/>
          <a:p>
            <a:pPr indent="0" lvl="0" marL="0" marR="0" rtl="0" algn="ctr">
              <a:lnSpc>
                <a:spcPct val="100000"/>
              </a:lnSpc>
              <a:spcBef>
                <a:spcPts val="0"/>
              </a:spcBef>
              <a:spcAft>
                <a:spcPts val="0"/>
              </a:spcAft>
              <a:buClr>
                <a:srgbClr val="000000"/>
              </a:buClr>
              <a:buSzPts val="1600"/>
              <a:buFont typeface="Arial"/>
              <a:buNone/>
            </a:pPr>
            <a:r>
              <a:rPr b="0" i="0" lang="es" sz="1600" u="none" cap="none" strike="noStrike">
                <a:solidFill>
                  <a:srgbClr val="000000"/>
                </a:solidFill>
                <a:latin typeface="Calibri"/>
                <a:ea typeface="Calibri"/>
                <a:cs typeface="Calibri"/>
                <a:sym typeface="Calibri"/>
              </a:rPr>
              <a:t>ORGANIZACIÓN COMPUTACIONAL</a:t>
            </a:r>
            <a:endParaRPr sz="700"/>
          </a:p>
        </p:txBody>
      </p:sp>
      <p:sp>
        <p:nvSpPr>
          <p:cNvPr id="57" name="Google Shape;57;p13"/>
          <p:cNvSpPr/>
          <p:nvPr/>
        </p:nvSpPr>
        <p:spPr>
          <a:xfrm>
            <a:off x="6850626" y="936523"/>
            <a:ext cx="2182800" cy="440100"/>
          </a:xfrm>
          <a:prstGeom prst="rect">
            <a:avLst/>
          </a:prstGeom>
          <a:solidFill>
            <a:schemeClr val="lt2"/>
          </a:solidFill>
          <a:ln cap="flat" cmpd="sng" w="4775">
            <a:solidFill>
              <a:schemeClr val="dk2"/>
            </a:solidFill>
            <a:prstDash val="solid"/>
            <a:round/>
            <a:headEnd len="sm" w="sm" type="none"/>
            <a:tailEnd len="sm" w="sm" type="none"/>
          </a:ln>
        </p:spPr>
        <p:txBody>
          <a:bodyPr anchorCtr="0" anchor="ctr" bIns="45725" lIns="45725" spcFirstLastPara="1" rIns="45725" wrap="square" tIns="45725">
            <a:noAutofit/>
          </a:bodyPr>
          <a:lstStyle/>
          <a:p>
            <a:pPr indent="0" lvl="0" marL="0" marR="0" rtl="0" algn="ctr">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Calibri"/>
              <a:ea typeface="Calibri"/>
              <a:cs typeface="Calibri"/>
              <a:sym typeface="Calibri"/>
            </a:endParaRPr>
          </a:p>
        </p:txBody>
      </p:sp>
      <p:sp>
        <p:nvSpPr>
          <p:cNvPr id="58" name="Google Shape;58;p13"/>
          <p:cNvSpPr/>
          <p:nvPr/>
        </p:nvSpPr>
        <p:spPr>
          <a:xfrm>
            <a:off x="6850626" y="1376438"/>
            <a:ext cx="2182800" cy="440100"/>
          </a:xfrm>
          <a:prstGeom prst="rect">
            <a:avLst/>
          </a:prstGeom>
          <a:solidFill>
            <a:schemeClr val="lt2"/>
          </a:solidFill>
          <a:ln cap="flat" cmpd="sng" w="4775">
            <a:solidFill>
              <a:schemeClr val="dk2"/>
            </a:solidFill>
            <a:prstDash val="solid"/>
            <a:round/>
            <a:headEnd len="sm" w="sm" type="none"/>
            <a:tailEnd len="sm" w="sm" type="none"/>
          </a:ln>
        </p:spPr>
        <p:txBody>
          <a:bodyPr anchorCtr="0" anchor="ctr" bIns="45725" lIns="45725" spcFirstLastPara="1" rIns="45725" wrap="square" tIns="45725">
            <a:noAutofit/>
          </a:bodyPr>
          <a:lstStyle/>
          <a:p>
            <a:pPr indent="0" lvl="0" marL="0" marR="0" rtl="0" algn="ctr">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Calibri"/>
              <a:ea typeface="Calibri"/>
              <a:cs typeface="Calibri"/>
              <a:sym typeface="Calibri"/>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2" name="Shape 62"/>
        <p:cNvGrpSpPr/>
        <p:nvPr/>
      </p:nvGrpSpPr>
      <p:grpSpPr>
        <a:xfrm>
          <a:off x="0" y="0"/>
          <a:ext cx="0" cy="0"/>
          <a:chOff x="0" y="0"/>
          <a:chExt cx="0" cy="0"/>
        </a:xfrm>
      </p:grpSpPr>
      <p:pic>
        <p:nvPicPr>
          <p:cNvPr descr="preencoded.png" id="63" name="Google Shape;63;p14"/>
          <p:cNvPicPr preferRelativeResize="0"/>
          <p:nvPr/>
        </p:nvPicPr>
        <p:blipFill rotWithShape="1">
          <a:blip r:embed="rId3">
            <a:alphaModFix/>
          </a:blip>
          <a:srcRect b="0" l="0" r="0" t="0"/>
          <a:stretch/>
        </p:blipFill>
        <p:spPr>
          <a:xfrm>
            <a:off x="6381561" y="2279699"/>
            <a:ext cx="2555504" cy="2528686"/>
          </a:xfrm>
          <a:prstGeom prst="rect">
            <a:avLst/>
          </a:prstGeom>
          <a:noFill/>
          <a:ln>
            <a:noFill/>
          </a:ln>
        </p:spPr>
      </p:pic>
      <p:sp>
        <p:nvSpPr>
          <p:cNvPr id="64" name="Google Shape;64;p14"/>
          <p:cNvSpPr/>
          <p:nvPr/>
        </p:nvSpPr>
        <p:spPr>
          <a:xfrm>
            <a:off x="637679" y="335112"/>
            <a:ext cx="8660700" cy="192600"/>
          </a:xfrm>
          <a:prstGeom prst="rect">
            <a:avLst/>
          </a:prstGeom>
          <a:noFill/>
          <a:ln>
            <a:noFill/>
          </a:ln>
        </p:spPr>
        <p:txBody>
          <a:bodyPr anchorCtr="0" anchor="t" bIns="0" lIns="0" spcFirstLastPara="1" rIns="0" wrap="square" tIns="0">
            <a:noAutofit/>
          </a:bodyPr>
          <a:lstStyle/>
          <a:p>
            <a:pPr indent="0" lvl="0" marL="0" marR="0" rtl="0" algn="ctr">
              <a:lnSpc>
                <a:spcPct val="160714"/>
              </a:lnSpc>
              <a:spcBef>
                <a:spcPts val="0"/>
              </a:spcBef>
              <a:spcAft>
                <a:spcPts val="0"/>
              </a:spcAft>
              <a:buSzPts val="930"/>
              <a:buFont typeface="Arial"/>
              <a:buNone/>
            </a:pPr>
            <a:r>
              <a:t/>
            </a:r>
            <a:endParaRPr b="0" i="0" sz="930" u="none" cap="none" strike="noStrike"/>
          </a:p>
        </p:txBody>
      </p:sp>
      <p:pic>
        <p:nvPicPr>
          <p:cNvPr descr="preencoded.png" id="65" name="Google Shape;65;p14"/>
          <p:cNvPicPr preferRelativeResize="0"/>
          <p:nvPr/>
        </p:nvPicPr>
        <p:blipFill rotWithShape="1">
          <a:blip r:embed="rId4">
            <a:alphaModFix/>
          </a:blip>
          <a:srcRect b="0" l="0" r="0" t="0"/>
          <a:stretch/>
        </p:blipFill>
        <p:spPr>
          <a:xfrm rot="1624454">
            <a:off x="6600381" y="3129145"/>
            <a:ext cx="2117871" cy="630811"/>
          </a:xfrm>
          <a:prstGeom prst="rect">
            <a:avLst/>
          </a:prstGeom>
          <a:noFill/>
          <a:ln>
            <a:noFill/>
          </a:ln>
        </p:spPr>
      </p:pic>
      <p:sp>
        <p:nvSpPr>
          <p:cNvPr id="66" name="Google Shape;66;p14"/>
          <p:cNvSpPr/>
          <p:nvPr/>
        </p:nvSpPr>
        <p:spPr>
          <a:xfrm>
            <a:off x="2934791" y="335113"/>
            <a:ext cx="3012300" cy="376500"/>
          </a:xfrm>
          <a:prstGeom prst="rect">
            <a:avLst/>
          </a:prstGeom>
          <a:noFill/>
          <a:ln>
            <a:noFill/>
          </a:ln>
        </p:spPr>
        <p:txBody>
          <a:bodyPr anchorCtr="0" anchor="t" bIns="0" lIns="0" spcFirstLastPara="1" rIns="0" wrap="square" tIns="0">
            <a:noAutofit/>
          </a:bodyPr>
          <a:lstStyle/>
          <a:p>
            <a:pPr indent="0" lvl="0" marL="0" marR="0" rtl="0" algn="ctr">
              <a:lnSpc>
                <a:spcPct val="125352"/>
              </a:lnSpc>
              <a:spcBef>
                <a:spcPts val="0"/>
              </a:spcBef>
              <a:spcAft>
                <a:spcPts val="0"/>
              </a:spcAft>
              <a:buClr>
                <a:srgbClr val="E1E5CD"/>
              </a:buClr>
              <a:buSzPts val="2357"/>
              <a:buFont typeface="Outfit"/>
              <a:buNone/>
            </a:pPr>
            <a:r>
              <a:rPr b="1" i="0" lang="es" sz="1992" u="none" cap="none" strike="noStrike">
                <a:solidFill>
                  <a:srgbClr val="E1E5CD"/>
                </a:solidFill>
                <a:latin typeface="Outfit"/>
                <a:ea typeface="Outfit"/>
                <a:cs typeface="Outfit"/>
                <a:sym typeface="Outfit"/>
              </a:rPr>
              <a:t>Contadores</a:t>
            </a:r>
            <a:endParaRPr b="0" i="0" sz="1992" u="none" cap="none" strike="noStrike"/>
          </a:p>
        </p:txBody>
      </p:sp>
      <p:sp>
        <p:nvSpPr>
          <p:cNvPr id="67" name="Google Shape;67;p14"/>
          <p:cNvSpPr/>
          <p:nvPr/>
        </p:nvSpPr>
        <p:spPr>
          <a:xfrm>
            <a:off x="2237658" y="949298"/>
            <a:ext cx="4407000" cy="576900"/>
          </a:xfrm>
          <a:prstGeom prst="rect">
            <a:avLst/>
          </a:prstGeom>
          <a:noFill/>
          <a:ln>
            <a:noFill/>
          </a:ln>
        </p:spPr>
        <p:txBody>
          <a:bodyPr anchorCtr="0" anchor="t" bIns="0" lIns="0" spcFirstLastPara="1" rIns="0" wrap="square" tIns="0">
            <a:noAutofit/>
          </a:bodyPr>
          <a:lstStyle/>
          <a:p>
            <a:pPr indent="0" lvl="0" marL="0" marR="0" rtl="0" algn="ctr">
              <a:lnSpc>
                <a:spcPct val="124561"/>
              </a:lnSpc>
              <a:spcBef>
                <a:spcPts val="0"/>
              </a:spcBef>
              <a:spcAft>
                <a:spcPts val="0"/>
              </a:spcAft>
              <a:buClr>
                <a:srgbClr val="E1E5CD"/>
              </a:buClr>
              <a:buSzPts val="1893"/>
              <a:buFont typeface="Outfit"/>
              <a:buNone/>
            </a:pPr>
            <a:r>
              <a:rPr b="1" i="0" lang="es" sz="1992" u="none" cap="none" strike="noStrike">
                <a:solidFill>
                  <a:srgbClr val="E1E5CD"/>
                </a:solidFill>
                <a:latin typeface="Outfit"/>
                <a:ea typeface="Outfit"/>
                <a:cs typeface="Outfit"/>
                <a:sym typeface="Outfit"/>
              </a:rPr>
              <a:t>Organización Computacional</a:t>
            </a:r>
            <a:endParaRPr b="0" i="0" sz="1992" u="none" cap="none" strike="noStrike"/>
          </a:p>
        </p:txBody>
      </p:sp>
      <p:sp>
        <p:nvSpPr>
          <p:cNvPr id="68" name="Google Shape;68;p14"/>
          <p:cNvSpPr/>
          <p:nvPr/>
        </p:nvSpPr>
        <p:spPr>
          <a:xfrm>
            <a:off x="110575" y="2756814"/>
            <a:ext cx="7237800" cy="333600"/>
          </a:xfrm>
          <a:prstGeom prst="rect">
            <a:avLst/>
          </a:prstGeom>
          <a:noFill/>
          <a:ln>
            <a:noFill/>
          </a:ln>
        </p:spPr>
        <p:txBody>
          <a:bodyPr anchorCtr="0" anchor="t" bIns="0" lIns="0" spcFirstLastPara="1" rIns="0" wrap="square" tIns="0">
            <a:noAutofit/>
          </a:bodyPr>
          <a:lstStyle/>
          <a:p>
            <a:pPr indent="0" lvl="0" marL="0" marR="0" rtl="0" algn="l">
              <a:lnSpc>
                <a:spcPct val="160714"/>
              </a:lnSpc>
              <a:spcBef>
                <a:spcPts val="0"/>
              </a:spcBef>
              <a:spcAft>
                <a:spcPts val="0"/>
              </a:spcAft>
              <a:buClr>
                <a:srgbClr val="C2C4B5"/>
              </a:buClr>
              <a:buSzPts val="1608"/>
              <a:buFont typeface="Bitter"/>
              <a:buNone/>
            </a:pPr>
            <a:r>
              <a:rPr b="1" i="0" lang="es" sz="1594" u="none" cap="none" strike="noStrike">
                <a:solidFill>
                  <a:srgbClr val="C2C4B5"/>
                </a:solidFill>
                <a:latin typeface="Bitter"/>
                <a:ea typeface="Bitter"/>
                <a:cs typeface="Bitter"/>
                <a:sym typeface="Bitter"/>
              </a:rPr>
              <a:t>Escuela de Ingeniería de Ciencias Y Sistemas</a:t>
            </a:r>
            <a:endParaRPr b="0" i="0" sz="1594" u="none" cap="none" strike="noStrike"/>
          </a:p>
        </p:txBody>
      </p:sp>
      <p:sp>
        <p:nvSpPr>
          <p:cNvPr id="69" name="Google Shape;69;p14"/>
          <p:cNvSpPr/>
          <p:nvPr/>
        </p:nvSpPr>
        <p:spPr>
          <a:xfrm>
            <a:off x="110575" y="3277814"/>
            <a:ext cx="7237800" cy="333600"/>
          </a:xfrm>
          <a:prstGeom prst="rect">
            <a:avLst/>
          </a:prstGeom>
          <a:noFill/>
          <a:ln>
            <a:noFill/>
          </a:ln>
        </p:spPr>
        <p:txBody>
          <a:bodyPr anchorCtr="0" anchor="t" bIns="0" lIns="0" spcFirstLastPara="1" rIns="0" wrap="square" tIns="0">
            <a:noAutofit/>
          </a:bodyPr>
          <a:lstStyle/>
          <a:p>
            <a:pPr indent="0" lvl="0" marL="0" marR="0" rtl="0" algn="l">
              <a:lnSpc>
                <a:spcPct val="160714"/>
              </a:lnSpc>
              <a:spcBef>
                <a:spcPts val="0"/>
              </a:spcBef>
              <a:spcAft>
                <a:spcPts val="0"/>
              </a:spcAft>
              <a:buClr>
                <a:srgbClr val="C2C4B5"/>
              </a:buClr>
              <a:buSzPts val="1608"/>
              <a:buFont typeface="Bitter"/>
              <a:buNone/>
            </a:pPr>
            <a:r>
              <a:rPr b="1" i="0" lang="es" sz="1594" u="none" cap="none" strike="noStrike">
                <a:solidFill>
                  <a:srgbClr val="C2C4B5"/>
                </a:solidFill>
                <a:latin typeface="Bitter"/>
                <a:ea typeface="Bitter"/>
                <a:cs typeface="Bitter"/>
                <a:sym typeface="Bitter"/>
              </a:rPr>
              <a:t>Facultad de Ingeniería</a:t>
            </a:r>
            <a:endParaRPr b="0" i="0" sz="1594" u="none" cap="none" strike="noStrike"/>
          </a:p>
        </p:txBody>
      </p:sp>
      <p:sp>
        <p:nvSpPr>
          <p:cNvPr id="70" name="Google Shape;70;p14"/>
          <p:cNvSpPr/>
          <p:nvPr/>
        </p:nvSpPr>
        <p:spPr>
          <a:xfrm>
            <a:off x="110575" y="3798814"/>
            <a:ext cx="7237800" cy="333600"/>
          </a:xfrm>
          <a:prstGeom prst="rect">
            <a:avLst/>
          </a:prstGeom>
          <a:noFill/>
          <a:ln>
            <a:noFill/>
          </a:ln>
        </p:spPr>
        <p:txBody>
          <a:bodyPr anchorCtr="0" anchor="t" bIns="0" lIns="0" spcFirstLastPara="1" rIns="0" wrap="square" tIns="0">
            <a:noAutofit/>
          </a:bodyPr>
          <a:lstStyle/>
          <a:p>
            <a:pPr indent="0" lvl="0" marL="0" marR="0" rtl="0" algn="l">
              <a:lnSpc>
                <a:spcPct val="160714"/>
              </a:lnSpc>
              <a:spcBef>
                <a:spcPts val="0"/>
              </a:spcBef>
              <a:spcAft>
                <a:spcPts val="0"/>
              </a:spcAft>
              <a:buClr>
                <a:srgbClr val="C2C4B5"/>
              </a:buClr>
              <a:buSzPts val="1608"/>
              <a:buFont typeface="Bitter"/>
              <a:buNone/>
            </a:pPr>
            <a:r>
              <a:rPr b="1" i="0" lang="es" sz="1594" u="none" cap="none" strike="noStrike">
                <a:solidFill>
                  <a:srgbClr val="C2C4B5"/>
                </a:solidFill>
                <a:latin typeface="Bitter"/>
                <a:ea typeface="Bitter"/>
                <a:cs typeface="Bitter"/>
                <a:sym typeface="Bitter"/>
              </a:rPr>
              <a:t>Universidad de San Carlos de Guatemala</a:t>
            </a:r>
            <a:endParaRPr b="0" i="0" sz="1594" u="none" cap="none" strike="noStrike"/>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4" name="Shape 74"/>
        <p:cNvGrpSpPr/>
        <p:nvPr/>
      </p:nvGrpSpPr>
      <p:grpSpPr>
        <a:xfrm>
          <a:off x="0" y="0"/>
          <a:ext cx="0" cy="0"/>
          <a:chOff x="0" y="0"/>
          <a:chExt cx="0" cy="0"/>
        </a:xfrm>
      </p:grpSpPr>
      <p:sp>
        <p:nvSpPr>
          <p:cNvPr id="75" name="Google Shape;75;p15"/>
          <p:cNvSpPr/>
          <p:nvPr/>
        </p:nvSpPr>
        <p:spPr>
          <a:xfrm>
            <a:off x="2715732" y="467600"/>
            <a:ext cx="3712500" cy="464100"/>
          </a:xfrm>
          <a:prstGeom prst="rect">
            <a:avLst/>
          </a:prstGeom>
          <a:noFill/>
          <a:ln>
            <a:noFill/>
          </a:ln>
        </p:spPr>
        <p:txBody>
          <a:bodyPr anchorCtr="0" anchor="t" bIns="0" lIns="0" spcFirstLastPara="1" rIns="0" wrap="square" tIns="0">
            <a:noAutofit/>
          </a:bodyPr>
          <a:lstStyle/>
          <a:p>
            <a:pPr indent="0" lvl="0" marL="0" marR="0" rtl="0" algn="ctr">
              <a:lnSpc>
                <a:spcPct val="124719"/>
              </a:lnSpc>
              <a:spcBef>
                <a:spcPts val="0"/>
              </a:spcBef>
              <a:spcAft>
                <a:spcPts val="0"/>
              </a:spcAft>
              <a:buClr>
                <a:srgbClr val="E1E5CD"/>
              </a:buClr>
              <a:buSzPts val="2913"/>
              <a:buFont typeface="Outfit"/>
              <a:buNone/>
            </a:pPr>
            <a:r>
              <a:rPr b="1" i="0" lang="es" sz="2913" u="none" cap="none" strike="noStrike">
                <a:solidFill>
                  <a:srgbClr val="E1E5CD"/>
                </a:solidFill>
                <a:latin typeface="Outfit"/>
                <a:ea typeface="Outfit"/>
                <a:cs typeface="Outfit"/>
                <a:sym typeface="Outfit"/>
              </a:rPr>
              <a:t>Agenda</a:t>
            </a:r>
            <a:endParaRPr b="0" i="0" sz="2913" u="none" cap="none" strike="noStrike"/>
          </a:p>
        </p:txBody>
      </p:sp>
      <p:sp>
        <p:nvSpPr>
          <p:cNvPr id="76" name="Google Shape;76;p15"/>
          <p:cNvSpPr/>
          <p:nvPr/>
        </p:nvSpPr>
        <p:spPr>
          <a:xfrm>
            <a:off x="2715732" y="1154314"/>
            <a:ext cx="3712500" cy="464100"/>
          </a:xfrm>
          <a:prstGeom prst="rect">
            <a:avLst/>
          </a:prstGeom>
          <a:noFill/>
          <a:ln>
            <a:noFill/>
          </a:ln>
        </p:spPr>
        <p:txBody>
          <a:bodyPr anchorCtr="0" anchor="t" bIns="0" lIns="0" spcFirstLastPara="1" rIns="0" wrap="square" tIns="0">
            <a:noAutofit/>
          </a:bodyPr>
          <a:lstStyle/>
          <a:p>
            <a:pPr indent="0" lvl="0" marL="0" marR="0" rtl="0" algn="ctr">
              <a:lnSpc>
                <a:spcPct val="124719"/>
              </a:lnSpc>
              <a:spcBef>
                <a:spcPts val="0"/>
              </a:spcBef>
              <a:spcAft>
                <a:spcPts val="0"/>
              </a:spcAft>
              <a:buClr>
                <a:srgbClr val="E1E5CD"/>
              </a:buClr>
              <a:buSzPts val="2913"/>
              <a:buFont typeface="Outfit"/>
              <a:buNone/>
            </a:pPr>
            <a:r>
              <a:rPr b="1" i="0" lang="es" sz="2913" u="none" cap="none" strike="noStrike">
                <a:solidFill>
                  <a:srgbClr val="E1E5CD"/>
                </a:solidFill>
                <a:latin typeface="Outfit"/>
                <a:ea typeface="Outfit"/>
                <a:cs typeface="Outfit"/>
                <a:sym typeface="Outfit"/>
              </a:rPr>
              <a:t>Recursos</a:t>
            </a:r>
            <a:endParaRPr b="0" i="0" sz="2913" u="none" cap="none" strike="noStrike"/>
          </a:p>
        </p:txBody>
      </p:sp>
      <p:sp>
        <p:nvSpPr>
          <p:cNvPr id="77" name="Google Shape;77;p15"/>
          <p:cNvSpPr/>
          <p:nvPr/>
        </p:nvSpPr>
        <p:spPr>
          <a:xfrm>
            <a:off x="302563" y="1841028"/>
            <a:ext cx="2747400" cy="1635300"/>
          </a:xfrm>
          <a:prstGeom prst="roundRect">
            <a:avLst>
              <a:gd fmla="val 1362" name="adj"/>
            </a:avLst>
          </a:prstGeom>
          <a:solidFill>
            <a:srgbClr val="1C1D1F"/>
          </a:solidFill>
          <a:ln cap="flat" cmpd="sng" w="19950">
            <a:solidFill>
              <a:srgbClr val="545557"/>
            </a:solidFill>
            <a:prstDash val="solid"/>
            <a:round/>
            <a:headEnd len="sm" w="sm" type="none"/>
            <a:tailEnd len="sm" w="sm" type="none"/>
          </a:ln>
        </p:spPr>
        <p:txBody>
          <a:bodyPr anchorCtr="0" anchor="ctr" bIns="59875" lIns="59875" spcFirstLastPara="1" rIns="59875" wrap="square" tIns="59875">
            <a:noAutofit/>
          </a:bodyPr>
          <a:lstStyle/>
          <a:p>
            <a:pPr indent="0" lvl="0" marL="0" rtl="0" algn="l">
              <a:spcBef>
                <a:spcPts val="0"/>
              </a:spcBef>
              <a:spcAft>
                <a:spcPts val="0"/>
              </a:spcAft>
              <a:buNone/>
            </a:pPr>
            <a:r>
              <a:t/>
            </a:r>
            <a:endParaRPr/>
          </a:p>
        </p:txBody>
      </p:sp>
      <p:sp>
        <p:nvSpPr>
          <p:cNvPr id="78" name="Google Shape;78;p15"/>
          <p:cNvSpPr/>
          <p:nvPr/>
        </p:nvSpPr>
        <p:spPr>
          <a:xfrm>
            <a:off x="748109" y="2009472"/>
            <a:ext cx="1856400" cy="231900"/>
          </a:xfrm>
          <a:prstGeom prst="rect">
            <a:avLst/>
          </a:prstGeom>
          <a:noFill/>
          <a:ln>
            <a:noFill/>
          </a:ln>
        </p:spPr>
        <p:txBody>
          <a:bodyPr anchorCtr="0" anchor="t" bIns="0" lIns="0" spcFirstLastPara="1" rIns="0" wrap="square" tIns="0">
            <a:noAutofit/>
          </a:bodyPr>
          <a:lstStyle/>
          <a:p>
            <a:pPr indent="0" lvl="0" marL="0" marR="0" rtl="0" algn="ctr">
              <a:lnSpc>
                <a:spcPct val="125000"/>
              </a:lnSpc>
              <a:spcBef>
                <a:spcPts val="0"/>
              </a:spcBef>
              <a:spcAft>
                <a:spcPts val="0"/>
              </a:spcAft>
              <a:buClr>
                <a:srgbClr val="C2C4B5"/>
              </a:buClr>
              <a:buSzPts val="1440"/>
              <a:buFont typeface="Outfit"/>
              <a:buNone/>
            </a:pPr>
            <a:r>
              <a:rPr b="1" i="0" lang="es" sz="1440" u="none" cap="none" strike="noStrike">
                <a:solidFill>
                  <a:srgbClr val="C2C4B5"/>
                </a:solidFill>
                <a:latin typeface="Outfit"/>
                <a:ea typeface="Outfit"/>
                <a:cs typeface="Outfit"/>
                <a:sym typeface="Outfit"/>
              </a:rPr>
              <a:t>RECORDATORIOS</a:t>
            </a:r>
            <a:endParaRPr b="0" i="0" sz="1440" u="none" cap="none" strike="noStrike"/>
          </a:p>
        </p:txBody>
      </p:sp>
      <p:sp>
        <p:nvSpPr>
          <p:cNvPr id="79" name="Google Shape;79;p15"/>
          <p:cNvSpPr/>
          <p:nvPr/>
        </p:nvSpPr>
        <p:spPr>
          <a:xfrm>
            <a:off x="865026" y="2571750"/>
            <a:ext cx="1907700" cy="315300"/>
          </a:xfrm>
          <a:prstGeom prst="rect">
            <a:avLst/>
          </a:prstGeom>
          <a:noFill/>
          <a:ln>
            <a:noFill/>
          </a:ln>
        </p:spPr>
        <p:txBody>
          <a:bodyPr anchorCtr="0" anchor="t" bIns="0" lIns="0" spcFirstLastPara="1" rIns="0" wrap="square" tIns="0">
            <a:noAutofit/>
          </a:bodyPr>
          <a:lstStyle/>
          <a:p>
            <a:pPr indent="0" lvl="0" marL="0" marR="0" rtl="0" algn="ctr">
              <a:lnSpc>
                <a:spcPct val="162857"/>
              </a:lnSpc>
              <a:spcBef>
                <a:spcPts val="0"/>
              </a:spcBef>
              <a:spcAft>
                <a:spcPts val="0"/>
              </a:spcAft>
              <a:buClr>
                <a:srgbClr val="9FA582"/>
              </a:buClr>
              <a:buSzPts val="1146"/>
              <a:buFont typeface="Bitter"/>
              <a:buNone/>
            </a:pPr>
            <a:r>
              <a:rPr b="0" i="0" lang="es" sz="1146" u="sng" cap="none" strike="noStrike">
                <a:solidFill>
                  <a:srgbClr val="9FA582"/>
                </a:solidFill>
                <a:latin typeface="Bitter"/>
                <a:ea typeface="Bitter"/>
                <a:cs typeface="Bitter"/>
                <a:sym typeface="Bitter"/>
                <a:hlinkClick r:id="rId3">
                  <a:extLst>
                    <a:ext uri="{A12FA001-AC4F-418D-AE19-62706E023703}">
                      <ahyp:hlinkClr val="tx"/>
                    </a:ext>
                  </a:extLst>
                </a:hlinkClick>
              </a:rPr>
              <a:t>Video de apoyo</a:t>
            </a:r>
            <a:endParaRPr b="0" i="0" sz="1146" u="none" cap="none" strike="noStrike"/>
          </a:p>
        </p:txBody>
      </p:sp>
      <p:sp>
        <p:nvSpPr>
          <p:cNvPr id="80" name="Google Shape;80;p15"/>
          <p:cNvSpPr/>
          <p:nvPr/>
        </p:nvSpPr>
        <p:spPr>
          <a:xfrm>
            <a:off x="3198304" y="1841028"/>
            <a:ext cx="2747400" cy="1635300"/>
          </a:xfrm>
          <a:prstGeom prst="roundRect">
            <a:avLst>
              <a:gd fmla="val 1362" name="adj"/>
            </a:avLst>
          </a:prstGeom>
          <a:solidFill>
            <a:srgbClr val="1C1D1F"/>
          </a:solidFill>
          <a:ln cap="flat" cmpd="sng" w="19950">
            <a:solidFill>
              <a:srgbClr val="545557"/>
            </a:solidFill>
            <a:prstDash val="solid"/>
            <a:round/>
            <a:headEnd len="sm" w="sm" type="none"/>
            <a:tailEnd len="sm" w="sm" type="none"/>
          </a:ln>
        </p:spPr>
        <p:txBody>
          <a:bodyPr anchorCtr="0" anchor="ctr" bIns="59875" lIns="59875" spcFirstLastPara="1" rIns="59875" wrap="square" tIns="59875">
            <a:noAutofit/>
          </a:bodyPr>
          <a:lstStyle/>
          <a:p>
            <a:pPr indent="0" lvl="0" marL="0" rtl="0" algn="l">
              <a:spcBef>
                <a:spcPts val="0"/>
              </a:spcBef>
              <a:spcAft>
                <a:spcPts val="0"/>
              </a:spcAft>
              <a:buNone/>
            </a:pPr>
            <a:r>
              <a:t/>
            </a:r>
            <a:endParaRPr/>
          </a:p>
        </p:txBody>
      </p:sp>
      <p:sp>
        <p:nvSpPr>
          <p:cNvPr id="81" name="Google Shape;81;p15"/>
          <p:cNvSpPr/>
          <p:nvPr/>
        </p:nvSpPr>
        <p:spPr>
          <a:xfrm>
            <a:off x="3450835" y="2473722"/>
            <a:ext cx="2410800" cy="464100"/>
          </a:xfrm>
          <a:prstGeom prst="rect">
            <a:avLst/>
          </a:prstGeom>
          <a:noFill/>
          <a:ln>
            <a:noFill/>
          </a:ln>
        </p:spPr>
        <p:txBody>
          <a:bodyPr anchorCtr="0" anchor="t" bIns="0" lIns="0" spcFirstLastPara="1" rIns="0" wrap="square" tIns="0">
            <a:noAutofit/>
          </a:bodyPr>
          <a:lstStyle/>
          <a:p>
            <a:pPr indent="0" lvl="0" marL="0" marR="0" rtl="0" algn="ctr">
              <a:lnSpc>
                <a:spcPct val="125000"/>
              </a:lnSpc>
              <a:spcBef>
                <a:spcPts val="0"/>
              </a:spcBef>
              <a:spcAft>
                <a:spcPts val="0"/>
              </a:spcAft>
              <a:buClr>
                <a:srgbClr val="C2C4B5"/>
              </a:buClr>
              <a:buSzPts val="1440"/>
              <a:buFont typeface="Outfit"/>
              <a:buNone/>
            </a:pPr>
            <a:r>
              <a:rPr b="1" i="0" lang="es" sz="1440" u="none" cap="none" strike="noStrike">
                <a:solidFill>
                  <a:srgbClr val="C2C4B5"/>
                </a:solidFill>
                <a:latin typeface="Outfit"/>
                <a:ea typeface="Outfit"/>
                <a:cs typeface="Outfit"/>
                <a:sym typeface="Outfit"/>
              </a:rPr>
              <a:t>CONTADORES ASINCRONOS</a:t>
            </a:r>
            <a:endParaRPr b="0" i="0" sz="1440" u="none" cap="none" strike="noStrike"/>
          </a:p>
        </p:txBody>
      </p:sp>
      <p:pic>
        <p:nvPicPr>
          <p:cNvPr descr="preencoded.png" id="82" name="Google Shape;82;p15"/>
          <p:cNvPicPr preferRelativeResize="0"/>
          <p:nvPr/>
        </p:nvPicPr>
        <p:blipFill rotWithShape="1">
          <a:blip r:embed="rId4">
            <a:alphaModFix/>
          </a:blip>
          <a:srcRect b="0" l="0" r="0" t="0"/>
          <a:stretch/>
        </p:blipFill>
        <p:spPr>
          <a:xfrm>
            <a:off x="3549135" y="2584841"/>
            <a:ext cx="259797" cy="315218"/>
          </a:xfrm>
          <a:prstGeom prst="rect">
            <a:avLst/>
          </a:prstGeom>
          <a:noFill/>
          <a:ln>
            <a:noFill/>
          </a:ln>
        </p:spPr>
      </p:pic>
      <p:sp>
        <p:nvSpPr>
          <p:cNvPr id="83" name="Google Shape;83;p15"/>
          <p:cNvSpPr/>
          <p:nvPr/>
        </p:nvSpPr>
        <p:spPr>
          <a:xfrm>
            <a:off x="6094044" y="1841028"/>
            <a:ext cx="2747400" cy="1635300"/>
          </a:xfrm>
          <a:prstGeom prst="roundRect">
            <a:avLst>
              <a:gd fmla="val 1362" name="adj"/>
            </a:avLst>
          </a:prstGeom>
          <a:solidFill>
            <a:srgbClr val="1C1D1F"/>
          </a:solidFill>
          <a:ln cap="flat" cmpd="sng" w="19950">
            <a:solidFill>
              <a:srgbClr val="545557"/>
            </a:solidFill>
            <a:prstDash val="solid"/>
            <a:round/>
            <a:headEnd len="sm" w="sm" type="none"/>
            <a:tailEnd len="sm" w="sm" type="none"/>
          </a:ln>
        </p:spPr>
        <p:txBody>
          <a:bodyPr anchorCtr="0" anchor="ctr" bIns="59875" lIns="59875" spcFirstLastPara="1" rIns="59875" wrap="square" tIns="59875">
            <a:noAutofit/>
          </a:bodyPr>
          <a:lstStyle/>
          <a:p>
            <a:pPr indent="0" lvl="0" marL="0" rtl="0" algn="l">
              <a:spcBef>
                <a:spcPts val="0"/>
              </a:spcBef>
              <a:spcAft>
                <a:spcPts val="0"/>
              </a:spcAft>
              <a:buNone/>
            </a:pPr>
            <a:r>
              <a:t/>
            </a:r>
            <a:endParaRPr/>
          </a:p>
        </p:txBody>
      </p:sp>
      <p:sp>
        <p:nvSpPr>
          <p:cNvPr id="84" name="Google Shape;84;p15"/>
          <p:cNvSpPr/>
          <p:nvPr/>
        </p:nvSpPr>
        <p:spPr>
          <a:xfrm>
            <a:off x="6539727" y="2356189"/>
            <a:ext cx="1907700" cy="367500"/>
          </a:xfrm>
          <a:prstGeom prst="rect">
            <a:avLst/>
          </a:prstGeom>
          <a:noFill/>
          <a:ln>
            <a:noFill/>
          </a:ln>
        </p:spPr>
        <p:txBody>
          <a:bodyPr anchorCtr="0" anchor="t" bIns="0" lIns="0" spcFirstLastPara="1" rIns="0" wrap="square" tIns="0">
            <a:noAutofit/>
          </a:bodyPr>
          <a:lstStyle/>
          <a:p>
            <a:pPr indent="0" lvl="0" marL="0" marR="0" rtl="0" algn="ctr">
              <a:lnSpc>
                <a:spcPct val="125000"/>
              </a:lnSpc>
              <a:spcBef>
                <a:spcPts val="0"/>
              </a:spcBef>
              <a:spcAft>
                <a:spcPts val="0"/>
              </a:spcAft>
              <a:buClr>
                <a:srgbClr val="C2C4B5"/>
              </a:buClr>
              <a:buSzPts val="1440"/>
              <a:buFont typeface="Outfit"/>
              <a:buNone/>
            </a:pPr>
            <a:r>
              <a:rPr b="1" i="0" lang="es" sz="1440" u="none" cap="none" strike="noStrike">
                <a:solidFill>
                  <a:srgbClr val="C2C4B5"/>
                </a:solidFill>
                <a:latin typeface="Outfit"/>
                <a:ea typeface="Outfit"/>
                <a:cs typeface="Outfit"/>
                <a:sym typeface="Outfit"/>
              </a:rPr>
              <a:t>CONTADORES SINCRONOS</a:t>
            </a:r>
            <a:endParaRPr b="0" i="0" sz="1440" u="none" cap="none" strike="noStrike"/>
          </a:p>
        </p:txBody>
      </p:sp>
      <p:pic>
        <p:nvPicPr>
          <p:cNvPr descr="preencoded.png" id="85" name="Google Shape;85;p15"/>
          <p:cNvPicPr preferRelativeResize="0"/>
          <p:nvPr/>
        </p:nvPicPr>
        <p:blipFill rotWithShape="1">
          <a:blip r:embed="rId4">
            <a:alphaModFix/>
          </a:blip>
          <a:srcRect b="0" l="0" r="0" t="0"/>
          <a:stretch/>
        </p:blipFill>
        <p:spPr>
          <a:xfrm>
            <a:off x="6262488" y="2408483"/>
            <a:ext cx="259797" cy="315218"/>
          </a:xfrm>
          <a:prstGeom prst="rect">
            <a:avLst/>
          </a:prstGeom>
          <a:noFill/>
          <a:ln>
            <a:noFill/>
          </a:ln>
        </p:spPr>
      </p:pic>
      <p:sp>
        <p:nvSpPr>
          <p:cNvPr id="86" name="Google Shape;86;p15"/>
          <p:cNvSpPr/>
          <p:nvPr/>
        </p:nvSpPr>
        <p:spPr>
          <a:xfrm>
            <a:off x="302563" y="3624692"/>
            <a:ext cx="4194600" cy="1051200"/>
          </a:xfrm>
          <a:prstGeom prst="roundRect">
            <a:avLst>
              <a:gd fmla="val 2119" name="adj"/>
            </a:avLst>
          </a:prstGeom>
          <a:solidFill>
            <a:srgbClr val="1C1D1F"/>
          </a:solidFill>
          <a:ln cap="flat" cmpd="sng" w="19950">
            <a:solidFill>
              <a:srgbClr val="545557"/>
            </a:solidFill>
            <a:prstDash val="solid"/>
            <a:round/>
            <a:headEnd len="sm" w="sm" type="none"/>
            <a:tailEnd len="sm" w="sm" type="none"/>
          </a:ln>
        </p:spPr>
        <p:txBody>
          <a:bodyPr anchorCtr="0" anchor="ctr" bIns="59875" lIns="59875" spcFirstLastPara="1" rIns="59875" wrap="square" tIns="59875">
            <a:noAutofit/>
          </a:bodyPr>
          <a:lstStyle/>
          <a:p>
            <a:pPr indent="0" lvl="0" marL="0" rtl="0" algn="l">
              <a:spcBef>
                <a:spcPts val="0"/>
              </a:spcBef>
              <a:spcAft>
                <a:spcPts val="0"/>
              </a:spcAft>
              <a:buNone/>
            </a:pPr>
            <a:r>
              <a:t/>
            </a:r>
            <a:endParaRPr/>
          </a:p>
        </p:txBody>
      </p:sp>
      <p:sp>
        <p:nvSpPr>
          <p:cNvPr id="87" name="Google Shape;87;p15"/>
          <p:cNvSpPr/>
          <p:nvPr/>
        </p:nvSpPr>
        <p:spPr>
          <a:xfrm>
            <a:off x="1250403" y="4076023"/>
            <a:ext cx="2649600" cy="231900"/>
          </a:xfrm>
          <a:prstGeom prst="rect">
            <a:avLst/>
          </a:prstGeom>
          <a:noFill/>
          <a:ln>
            <a:noFill/>
          </a:ln>
        </p:spPr>
        <p:txBody>
          <a:bodyPr anchorCtr="0" anchor="t" bIns="0" lIns="0" spcFirstLastPara="1" rIns="0" wrap="square" tIns="0">
            <a:noAutofit/>
          </a:bodyPr>
          <a:lstStyle/>
          <a:p>
            <a:pPr indent="0" lvl="0" marL="0" marR="0" rtl="0" algn="ctr">
              <a:lnSpc>
                <a:spcPct val="125000"/>
              </a:lnSpc>
              <a:spcBef>
                <a:spcPts val="0"/>
              </a:spcBef>
              <a:spcAft>
                <a:spcPts val="0"/>
              </a:spcAft>
              <a:buClr>
                <a:srgbClr val="C2C4B5"/>
              </a:buClr>
              <a:buSzPts val="1440"/>
              <a:buFont typeface="Outfit"/>
              <a:buNone/>
            </a:pPr>
            <a:r>
              <a:rPr b="1" i="0" lang="es" sz="1440" u="none" cap="none" strike="noStrike">
                <a:solidFill>
                  <a:srgbClr val="C2C4B5"/>
                </a:solidFill>
                <a:latin typeface="Outfit"/>
                <a:ea typeface="Outfit"/>
                <a:cs typeface="Outfit"/>
                <a:sym typeface="Outfit"/>
              </a:rPr>
              <a:t>CONTADORES ASCENDENTES</a:t>
            </a:r>
            <a:endParaRPr b="0" i="0" sz="1440" u="none" cap="none" strike="noStrike"/>
          </a:p>
        </p:txBody>
      </p:sp>
      <p:pic>
        <p:nvPicPr>
          <p:cNvPr descr="preencoded.png" id="88" name="Google Shape;88;p15"/>
          <p:cNvPicPr preferRelativeResize="0"/>
          <p:nvPr/>
        </p:nvPicPr>
        <p:blipFill rotWithShape="1">
          <a:blip r:embed="rId4">
            <a:alphaModFix/>
          </a:blip>
          <a:srcRect b="0" l="0" r="0" t="0"/>
          <a:stretch/>
        </p:blipFill>
        <p:spPr>
          <a:xfrm>
            <a:off x="730807" y="3992684"/>
            <a:ext cx="259797" cy="315218"/>
          </a:xfrm>
          <a:prstGeom prst="rect">
            <a:avLst/>
          </a:prstGeom>
          <a:noFill/>
          <a:ln>
            <a:noFill/>
          </a:ln>
        </p:spPr>
      </p:pic>
      <p:sp>
        <p:nvSpPr>
          <p:cNvPr id="89" name="Google Shape;89;p15"/>
          <p:cNvSpPr/>
          <p:nvPr/>
        </p:nvSpPr>
        <p:spPr>
          <a:xfrm>
            <a:off x="4646174" y="3624692"/>
            <a:ext cx="4194600" cy="1051200"/>
          </a:xfrm>
          <a:prstGeom prst="roundRect">
            <a:avLst>
              <a:gd fmla="val 2119" name="adj"/>
            </a:avLst>
          </a:prstGeom>
          <a:solidFill>
            <a:srgbClr val="1C1D1F"/>
          </a:solidFill>
          <a:ln cap="flat" cmpd="sng" w="19950">
            <a:solidFill>
              <a:srgbClr val="545557"/>
            </a:solidFill>
            <a:prstDash val="solid"/>
            <a:round/>
            <a:headEnd len="sm" w="sm" type="none"/>
            <a:tailEnd len="sm" w="sm" type="none"/>
          </a:ln>
        </p:spPr>
        <p:txBody>
          <a:bodyPr anchorCtr="0" anchor="ctr" bIns="59875" lIns="59875" spcFirstLastPara="1" rIns="59875" wrap="square" tIns="59875">
            <a:noAutofit/>
          </a:bodyPr>
          <a:lstStyle/>
          <a:p>
            <a:pPr indent="0" lvl="0" marL="0" rtl="0" algn="l">
              <a:spcBef>
                <a:spcPts val="0"/>
              </a:spcBef>
              <a:spcAft>
                <a:spcPts val="0"/>
              </a:spcAft>
              <a:buNone/>
            </a:pPr>
            <a:r>
              <a:t/>
            </a:r>
            <a:endParaRPr/>
          </a:p>
        </p:txBody>
      </p:sp>
      <p:sp>
        <p:nvSpPr>
          <p:cNvPr id="90" name="Google Shape;90;p15"/>
          <p:cNvSpPr/>
          <p:nvPr/>
        </p:nvSpPr>
        <p:spPr>
          <a:xfrm>
            <a:off x="5356435" y="4120461"/>
            <a:ext cx="2774100" cy="231900"/>
          </a:xfrm>
          <a:prstGeom prst="rect">
            <a:avLst/>
          </a:prstGeom>
          <a:noFill/>
          <a:ln>
            <a:noFill/>
          </a:ln>
        </p:spPr>
        <p:txBody>
          <a:bodyPr anchorCtr="0" anchor="t" bIns="0" lIns="0" spcFirstLastPara="1" rIns="0" wrap="square" tIns="0">
            <a:noAutofit/>
          </a:bodyPr>
          <a:lstStyle/>
          <a:p>
            <a:pPr indent="0" lvl="0" marL="0" marR="0" rtl="0" algn="ctr">
              <a:lnSpc>
                <a:spcPct val="125000"/>
              </a:lnSpc>
              <a:spcBef>
                <a:spcPts val="0"/>
              </a:spcBef>
              <a:spcAft>
                <a:spcPts val="0"/>
              </a:spcAft>
              <a:buClr>
                <a:srgbClr val="C2C4B5"/>
              </a:buClr>
              <a:buSzPts val="1440"/>
              <a:buFont typeface="Outfit"/>
              <a:buNone/>
            </a:pPr>
            <a:r>
              <a:rPr b="1" i="0" lang="es" sz="1440" u="none" cap="none" strike="noStrike">
                <a:solidFill>
                  <a:srgbClr val="C2C4B5"/>
                </a:solidFill>
                <a:latin typeface="Outfit"/>
                <a:ea typeface="Outfit"/>
                <a:cs typeface="Outfit"/>
                <a:sym typeface="Outfit"/>
              </a:rPr>
              <a:t>CONTADORES DESCENDENTES</a:t>
            </a:r>
            <a:endParaRPr b="0" i="0" sz="1440" u="none" cap="none" strike="noStrike"/>
          </a:p>
        </p:txBody>
      </p:sp>
      <p:pic>
        <p:nvPicPr>
          <p:cNvPr descr="preencoded.png" id="91" name="Google Shape;91;p15"/>
          <p:cNvPicPr preferRelativeResize="0"/>
          <p:nvPr/>
        </p:nvPicPr>
        <p:blipFill rotWithShape="1">
          <a:blip r:embed="rId4">
            <a:alphaModFix/>
          </a:blip>
          <a:srcRect b="0" l="0" r="0" t="0"/>
          <a:stretch/>
        </p:blipFill>
        <p:spPr>
          <a:xfrm>
            <a:off x="4986068" y="4078784"/>
            <a:ext cx="259797" cy="315218"/>
          </a:xfrm>
          <a:prstGeom prst="rect">
            <a:avLst/>
          </a:prstGeom>
          <a:noFill/>
          <a:ln>
            <a:noFill/>
          </a:ln>
        </p:spPr>
      </p:pic>
      <p:pic>
        <p:nvPicPr>
          <p:cNvPr descr="preencoded.png" id="92" name="Google Shape;92;p15"/>
          <p:cNvPicPr preferRelativeResize="0"/>
          <p:nvPr/>
        </p:nvPicPr>
        <p:blipFill rotWithShape="1">
          <a:blip r:embed="rId4">
            <a:alphaModFix/>
          </a:blip>
          <a:srcRect b="0" l="0" r="0" t="0"/>
          <a:stretch/>
        </p:blipFill>
        <p:spPr>
          <a:xfrm>
            <a:off x="730798" y="2501066"/>
            <a:ext cx="259797" cy="315218"/>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6" name="Shape 96"/>
        <p:cNvGrpSpPr/>
        <p:nvPr/>
      </p:nvGrpSpPr>
      <p:grpSpPr>
        <a:xfrm>
          <a:off x="0" y="0"/>
          <a:ext cx="0" cy="0"/>
          <a:chOff x="0" y="0"/>
          <a:chExt cx="0" cy="0"/>
        </a:xfrm>
      </p:grpSpPr>
      <p:sp>
        <p:nvSpPr>
          <p:cNvPr id="97" name="Google Shape;97;p16"/>
          <p:cNvSpPr/>
          <p:nvPr/>
        </p:nvSpPr>
        <p:spPr>
          <a:xfrm>
            <a:off x="597440" y="1274387"/>
            <a:ext cx="7949100" cy="473700"/>
          </a:xfrm>
          <a:prstGeom prst="rect">
            <a:avLst/>
          </a:prstGeom>
          <a:noFill/>
          <a:ln>
            <a:noFill/>
          </a:ln>
        </p:spPr>
        <p:txBody>
          <a:bodyPr anchorCtr="0" anchor="t" bIns="0" lIns="0" spcFirstLastPara="1" rIns="0" wrap="square" tIns="0">
            <a:noAutofit/>
          </a:bodyPr>
          <a:lstStyle/>
          <a:p>
            <a:pPr indent="0" lvl="0" marL="0" marR="0" rtl="0" algn="ctr">
              <a:lnSpc>
                <a:spcPct val="124719"/>
              </a:lnSpc>
              <a:spcBef>
                <a:spcPts val="0"/>
              </a:spcBef>
              <a:spcAft>
                <a:spcPts val="0"/>
              </a:spcAft>
              <a:buClr>
                <a:srgbClr val="E1E5CD"/>
              </a:buClr>
              <a:buSzPts val="2973"/>
              <a:buFont typeface="Outfit"/>
              <a:buNone/>
            </a:pPr>
            <a:r>
              <a:rPr b="1" i="0" lang="es" sz="2973" u="none" cap="none" strike="noStrike">
                <a:solidFill>
                  <a:srgbClr val="E1E5CD"/>
                </a:solidFill>
                <a:latin typeface="Outfit"/>
                <a:ea typeface="Outfit"/>
                <a:cs typeface="Outfit"/>
                <a:sym typeface="Outfit"/>
              </a:rPr>
              <a:t>COMPETENCIA(S) QUE DESARROLLAREMOS</a:t>
            </a:r>
            <a:endParaRPr b="0" i="0" sz="2973" u="none" cap="none" strike="noStrike"/>
          </a:p>
        </p:txBody>
      </p:sp>
      <p:sp>
        <p:nvSpPr>
          <p:cNvPr id="98" name="Google Shape;98;p16"/>
          <p:cNvSpPr/>
          <p:nvPr/>
        </p:nvSpPr>
        <p:spPr>
          <a:xfrm>
            <a:off x="214801" y="1975225"/>
            <a:ext cx="8714400" cy="1893900"/>
          </a:xfrm>
          <a:prstGeom prst="rect">
            <a:avLst/>
          </a:prstGeom>
          <a:noFill/>
          <a:ln>
            <a:noFill/>
          </a:ln>
        </p:spPr>
        <p:txBody>
          <a:bodyPr anchorCtr="0" anchor="t" bIns="0" lIns="0" spcFirstLastPara="1" rIns="0" wrap="square" tIns="0">
            <a:noAutofit/>
          </a:bodyPr>
          <a:lstStyle/>
          <a:p>
            <a:pPr indent="0" lvl="0" marL="0" marR="0" rtl="0" algn="just">
              <a:lnSpc>
                <a:spcPct val="125352"/>
              </a:lnSpc>
              <a:spcBef>
                <a:spcPts val="0"/>
              </a:spcBef>
              <a:spcAft>
                <a:spcPts val="0"/>
              </a:spcAft>
              <a:buClr>
                <a:srgbClr val="E1E5CD"/>
              </a:buClr>
              <a:buSzPts val="2372"/>
              <a:buFont typeface="Outfit"/>
              <a:buNone/>
            </a:pPr>
            <a:r>
              <a:rPr i="0" lang="es" sz="2272" u="none" cap="none" strike="noStrike">
                <a:solidFill>
                  <a:srgbClr val="E1E5CD"/>
                </a:solidFill>
                <a:latin typeface="Outfit"/>
                <a:ea typeface="Outfit"/>
                <a:cs typeface="Outfit"/>
                <a:sym typeface="Outfit"/>
              </a:rPr>
              <a:t>El estudiante implementa soluciones de almacenamiento y conteo digital utilizando registros y contadores apoyándose en simuladores de circuitos digitales como Proteus para optimizar el manejo de datos y eventos secuenciales en sistemas electrónicos </a:t>
            </a:r>
            <a:endParaRPr i="0" sz="2272" u="none" cap="none" strike="noStrike"/>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2" name="Shape 102"/>
        <p:cNvGrpSpPr/>
        <p:nvPr/>
      </p:nvGrpSpPr>
      <p:grpSpPr>
        <a:xfrm>
          <a:off x="0" y="0"/>
          <a:ext cx="0" cy="0"/>
          <a:chOff x="0" y="0"/>
          <a:chExt cx="0" cy="0"/>
        </a:xfrm>
      </p:grpSpPr>
      <p:sp>
        <p:nvSpPr>
          <p:cNvPr id="103" name="Google Shape;103;p17"/>
          <p:cNvSpPr/>
          <p:nvPr/>
        </p:nvSpPr>
        <p:spPr>
          <a:xfrm>
            <a:off x="3112186" y="50026"/>
            <a:ext cx="2966100" cy="370800"/>
          </a:xfrm>
          <a:prstGeom prst="rect">
            <a:avLst/>
          </a:prstGeom>
          <a:noFill/>
          <a:ln>
            <a:noFill/>
          </a:ln>
        </p:spPr>
        <p:txBody>
          <a:bodyPr anchorCtr="0" anchor="t" bIns="0" lIns="0" spcFirstLastPara="1" rIns="0" wrap="square" tIns="0">
            <a:noAutofit/>
          </a:bodyPr>
          <a:lstStyle/>
          <a:p>
            <a:pPr indent="0" lvl="0" marL="0" marR="0" rtl="0" algn="ctr">
              <a:lnSpc>
                <a:spcPct val="125757"/>
              </a:lnSpc>
              <a:spcBef>
                <a:spcPts val="0"/>
              </a:spcBef>
              <a:spcAft>
                <a:spcPts val="0"/>
              </a:spcAft>
              <a:buClr>
                <a:srgbClr val="E1E5CD"/>
              </a:buClr>
              <a:buSzPts val="2302"/>
              <a:buFont typeface="Outfit"/>
              <a:buNone/>
            </a:pPr>
            <a:r>
              <a:rPr b="1" i="0" lang="es" sz="2302" u="none" cap="none" strike="noStrike">
                <a:solidFill>
                  <a:srgbClr val="E1E5CD"/>
                </a:solidFill>
                <a:latin typeface="Outfit"/>
                <a:ea typeface="Outfit"/>
                <a:cs typeface="Outfit"/>
                <a:sym typeface="Outfit"/>
              </a:rPr>
              <a:t>Contadores</a:t>
            </a:r>
            <a:endParaRPr b="0" i="0" sz="2302" u="none" cap="none" strike="noStrike"/>
          </a:p>
        </p:txBody>
      </p:sp>
      <p:sp>
        <p:nvSpPr>
          <p:cNvPr id="104" name="Google Shape;104;p17"/>
          <p:cNvSpPr/>
          <p:nvPr/>
        </p:nvSpPr>
        <p:spPr>
          <a:xfrm>
            <a:off x="288350" y="598775"/>
            <a:ext cx="8486700" cy="890100"/>
          </a:xfrm>
          <a:prstGeom prst="rect">
            <a:avLst/>
          </a:prstGeom>
          <a:noFill/>
          <a:ln>
            <a:noFill/>
          </a:ln>
        </p:spPr>
        <p:txBody>
          <a:bodyPr anchorCtr="0" anchor="t" bIns="0" lIns="0" spcFirstLastPara="1" rIns="0" wrap="square" tIns="0">
            <a:noAutofit/>
          </a:bodyPr>
          <a:lstStyle/>
          <a:p>
            <a:pPr indent="0" lvl="0" marL="0" marR="0" rtl="0" algn="just">
              <a:lnSpc>
                <a:spcPct val="124528"/>
              </a:lnSpc>
              <a:spcBef>
                <a:spcPts val="0"/>
              </a:spcBef>
              <a:spcAft>
                <a:spcPts val="0"/>
              </a:spcAft>
              <a:buClr>
                <a:srgbClr val="E1E5CD"/>
              </a:buClr>
              <a:buSzPts val="1848"/>
              <a:buFont typeface="Outfit"/>
              <a:buNone/>
            </a:pPr>
            <a:r>
              <a:rPr i="0" lang="es" u="none" cap="none" strike="noStrike">
                <a:solidFill>
                  <a:srgbClr val="E1E5CD"/>
                </a:solidFill>
                <a:latin typeface="Outfit"/>
                <a:ea typeface="Outfit"/>
                <a:cs typeface="Outfit"/>
                <a:sym typeface="Outfit"/>
              </a:rPr>
              <a:t>Los contadores son componentes esenciales de la electrónica digital que se utilizan para contar eventos o tiempo. Se clasifican en contadores síncronos y asíncronos, que se diferencian en cómo procesan la señal de reloj para cambiar de estado.</a:t>
            </a:r>
            <a:endParaRPr i="0" u="none" cap="none" strike="noStrike"/>
          </a:p>
        </p:txBody>
      </p:sp>
      <p:sp>
        <p:nvSpPr>
          <p:cNvPr id="105" name="Google Shape;105;p17"/>
          <p:cNvSpPr/>
          <p:nvPr/>
        </p:nvSpPr>
        <p:spPr>
          <a:xfrm>
            <a:off x="288350" y="1505038"/>
            <a:ext cx="8486700" cy="1308900"/>
          </a:xfrm>
          <a:prstGeom prst="rect">
            <a:avLst/>
          </a:prstGeom>
          <a:noFill/>
          <a:ln>
            <a:noFill/>
          </a:ln>
        </p:spPr>
        <p:txBody>
          <a:bodyPr anchorCtr="0" anchor="t" bIns="0" lIns="0" spcFirstLastPara="1" rIns="0" wrap="square" tIns="0">
            <a:noAutofit/>
          </a:bodyPr>
          <a:lstStyle/>
          <a:p>
            <a:pPr indent="0" lvl="0" marL="0" marR="0" rtl="0" algn="just">
              <a:lnSpc>
                <a:spcPct val="161538"/>
              </a:lnSpc>
              <a:spcBef>
                <a:spcPts val="0"/>
              </a:spcBef>
              <a:spcAft>
                <a:spcPts val="0"/>
              </a:spcAft>
              <a:buClr>
                <a:srgbClr val="C2C4B5"/>
              </a:buClr>
              <a:buSzPts val="907"/>
              <a:buFont typeface="Bitter"/>
              <a:buNone/>
            </a:pPr>
            <a:r>
              <a:rPr b="0" i="0" lang="es" sz="1007" u="none" cap="none" strike="noStrike">
                <a:solidFill>
                  <a:srgbClr val="C2C4B5"/>
                </a:solidFill>
                <a:latin typeface="Bitter"/>
                <a:ea typeface="Bitter"/>
                <a:cs typeface="Bitter"/>
                <a:sym typeface="Bitter"/>
              </a:rPr>
              <a:t>Los contadores se construyen utilizando una serie de flip-flops interconectados, siendo los tipos más comunes los flip-flops JK, D y T. Los </a:t>
            </a:r>
            <a:r>
              <a:rPr b="1" i="0" lang="es" sz="1007" u="none" cap="none" strike="noStrike">
                <a:solidFill>
                  <a:srgbClr val="C2C4B5"/>
                </a:solidFill>
                <a:latin typeface="Bitter"/>
                <a:ea typeface="Bitter"/>
                <a:cs typeface="Bitter"/>
                <a:sym typeface="Bitter"/>
              </a:rPr>
              <a:t>flip-flops JK</a:t>
            </a:r>
            <a:r>
              <a:rPr b="0" i="0" lang="es" sz="1007" u="none" cap="none" strike="noStrike">
                <a:solidFill>
                  <a:srgbClr val="C2C4B5"/>
                </a:solidFill>
                <a:latin typeface="Bitter"/>
                <a:ea typeface="Bitter"/>
                <a:cs typeface="Bitter"/>
                <a:sym typeface="Bitter"/>
              </a:rPr>
              <a:t> son versátiles y pueden configurarse para alternar (toggle), establecer o reiniciar, lo que los hace ideales para contadores. Los </a:t>
            </a:r>
            <a:r>
              <a:rPr b="1" i="0" lang="es" sz="1007" u="none" cap="none" strike="noStrike">
                <a:solidFill>
                  <a:srgbClr val="C2C4B5"/>
                </a:solidFill>
                <a:latin typeface="Bitter"/>
                <a:ea typeface="Bitter"/>
                <a:cs typeface="Bitter"/>
                <a:sym typeface="Bitter"/>
              </a:rPr>
              <a:t>flip-flops D</a:t>
            </a:r>
            <a:r>
              <a:rPr b="0" i="0" lang="es" sz="1007" u="none" cap="none" strike="noStrike">
                <a:solidFill>
                  <a:srgbClr val="C2C4B5"/>
                </a:solidFill>
                <a:latin typeface="Bitter"/>
                <a:ea typeface="Bitter"/>
                <a:cs typeface="Bitter"/>
                <a:sym typeface="Bitter"/>
              </a:rPr>
              <a:t> se usan a menudo en contadores de anillo o Johnson, donde el dato de salida de uno se introduce en la entrada del siguiente. Los </a:t>
            </a:r>
            <a:r>
              <a:rPr b="1" i="0" lang="es" sz="1007" u="none" cap="none" strike="noStrike">
                <a:solidFill>
                  <a:srgbClr val="C2C4B5"/>
                </a:solidFill>
                <a:latin typeface="Bitter"/>
                <a:ea typeface="Bitter"/>
                <a:cs typeface="Bitter"/>
                <a:sym typeface="Bitter"/>
              </a:rPr>
              <a:t>flip-flops T</a:t>
            </a:r>
            <a:r>
              <a:rPr b="0" i="0" lang="es" sz="1007" u="none" cap="none" strike="noStrike">
                <a:solidFill>
                  <a:srgbClr val="C2C4B5"/>
                </a:solidFill>
                <a:latin typeface="Bitter"/>
                <a:ea typeface="Bitter"/>
                <a:cs typeface="Bitter"/>
                <a:sym typeface="Bitter"/>
              </a:rPr>
              <a:t> (toggle) son los más sencillos para contadores, ya que su salida cambia de estado con cada pulso de reloj cuando su entrada T está en alto.</a:t>
            </a:r>
            <a:endParaRPr b="0" i="0" sz="1007" u="none" cap="none" strike="noStrike"/>
          </a:p>
        </p:txBody>
      </p:sp>
      <p:sp>
        <p:nvSpPr>
          <p:cNvPr id="106" name="Google Shape;106;p17"/>
          <p:cNvSpPr/>
          <p:nvPr/>
        </p:nvSpPr>
        <p:spPr>
          <a:xfrm>
            <a:off x="288350" y="2871149"/>
            <a:ext cx="8486700" cy="690300"/>
          </a:xfrm>
          <a:prstGeom prst="rect">
            <a:avLst/>
          </a:prstGeom>
          <a:noFill/>
          <a:ln>
            <a:noFill/>
          </a:ln>
        </p:spPr>
        <p:txBody>
          <a:bodyPr anchorCtr="0" anchor="t" bIns="0" lIns="0" spcFirstLastPara="1" rIns="0" wrap="square" tIns="0">
            <a:noAutofit/>
          </a:bodyPr>
          <a:lstStyle/>
          <a:p>
            <a:pPr indent="0" lvl="0" marL="0" marR="0" rtl="0" algn="just">
              <a:lnSpc>
                <a:spcPct val="161538"/>
              </a:lnSpc>
              <a:spcBef>
                <a:spcPts val="0"/>
              </a:spcBef>
              <a:spcAft>
                <a:spcPts val="0"/>
              </a:spcAft>
              <a:buClr>
                <a:srgbClr val="C2C4B5"/>
              </a:buClr>
              <a:buSzPts val="907"/>
              <a:buFont typeface="Bitter"/>
              <a:buNone/>
            </a:pPr>
            <a:r>
              <a:rPr b="0" i="0" lang="es" sz="1007" u="none" cap="none" strike="noStrike">
                <a:solidFill>
                  <a:srgbClr val="C2C4B5"/>
                </a:solidFill>
                <a:latin typeface="Bitter"/>
                <a:ea typeface="Bitter"/>
                <a:cs typeface="Bitter"/>
                <a:sym typeface="Bitter"/>
              </a:rPr>
              <a:t>La capacidad de conteo de un contador se define por su </a:t>
            </a:r>
            <a:r>
              <a:rPr b="1" i="0" lang="es" sz="1007" u="none" cap="none" strike="noStrike">
                <a:solidFill>
                  <a:srgbClr val="C2C4B5"/>
                </a:solidFill>
                <a:latin typeface="Bitter"/>
                <a:ea typeface="Bitter"/>
                <a:cs typeface="Bitter"/>
                <a:sym typeface="Bitter"/>
              </a:rPr>
              <a:t>módulo</a:t>
            </a:r>
            <a:r>
              <a:rPr b="0" i="0" lang="es" sz="1007" u="none" cap="none" strike="noStrike">
                <a:solidFill>
                  <a:srgbClr val="C2C4B5"/>
                </a:solidFill>
                <a:latin typeface="Bitter"/>
                <a:ea typeface="Bitter"/>
                <a:cs typeface="Bitter"/>
                <a:sym typeface="Bitter"/>
              </a:rPr>
              <a:t> (o MOD), que es el número total de estados únicos por los que pasa antes de repetir la secuencia. Por ejemplo, un contador binario de 3 bits tiene un módulo de 2^3 = 8, contando de 0 a 7. El módulo es crucial para diseñar contadores que se ajusten a aplicaciones específicas, como divisores de frecuencia o temporizadores.</a:t>
            </a:r>
            <a:endParaRPr b="0" i="0" sz="1007" u="none" cap="none" strike="noStrike"/>
          </a:p>
        </p:txBody>
      </p:sp>
      <p:sp>
        <p:nvSpPr>
          <p:cNvPr id="107" name="Google Shape;107;p17"/>
          <p:cNvSpPr/>
          <p:nvPr/>
        </p:nvSpPr>
        <p:spPr>
          <a:xfrm>
            <a:off x="288350" y="3656549"/>
            <a:ext cx="8486700" cy="1003800"/>
          </a:xfrm>
          <a:prstGeom prst="rect">
            <a:avLst/>
          </a:prstGeom>
          <a:noFill/>
          <a:ln>
            <a:noFill/>
          </a:ln>
        </p:spPr>
        <p:txBody>
          <a:bodyPr anchorCtr="0" anchor="t" bIns="0" lIns="0" spcFirstLastPara="1" rIns="0" wrap="square" tIns="0">
            <a:noAutofit/>
          </a:bodyPr>
          <a:lstStyle/>
          <a:p>
            <a:pPr indent="0" lvl="0" marL="0" marR="0" rtl="0" algn="just">
              <a:lnSpc>
                <a:spcPct val="161538"/>
              </a:lnSpc>
              <a:spcBef>
                <a:spcPts val="0"/>
              </a:spcBef>
              <a:spcAft>
                <a:spcPts val="0"/>
              </a:spcAft>
              <a:buClr>
                <a:srgbClr val="C2C4B5"/>
              </a:buClr>
              <a:buSzPts val="907"/>
              <a:buFont typeface="Bitter"/>
              <a:buNone/>
            </a:pPr>
            <a:r>
              <a:rPr b="0" i="0" lang="es" sz="1007" u="none" cap="none" strike="noStrike">
                <a:solidFill>
                  <a:srgbClr val="C2C4B5"/>
                </a:solidFill>
                <a:latin typeface="Bitter"/>
                <a:ea typeface="Bitter"/>
                <a:cs typeface="Bitter"/>
                <a:sym typeface="Bitter"/>
              </a:rPr>
              <a:t>Es importante diferenciar los contadores de otros circuitos secuenciales como los </a:t>
            </a:r>
            <a:r>
              <a:rPr b="1" i="0" lang="es" sz="1007" u="none" cap="none" strike="noStrike">
                <a:solidFill>
                  <a:srgbClr val="C2C4B5"/>
                </a:solidFill>
                <a:latin typeface="Bitter"/>
                <a:ea typeface="Bitter"/>
                <a:cs typeface="Bitter"/>
                <a:sym typeface="Bitter"/>
              </a:rPr>
              <a:t>registros</a:t>
            </a:r>
            <a:r>
              <a:rPr b="0" i="0" lang="es" sz="1007" u="none" cap="none" strike="noStrike">
                <a:solidFill>
                  <a:srgbClr val="C2C4B5"/>
                </a:solidFill>
                <a:latin typeface="Bitter"/>
                <a:ea typeface="Bitter"/>
                <a:cs typeface="Bitter"/>
                <a:sym typeface="Bitter"/>
              </a:rPr>
              <a:t>. Mientras que un registro almacena un conjunto de bits de datos (un estado específico), un contador es un tipo especializado de registro que sigue una secuencia predefinida de estados en respuesta a una señal de reloj. En esencia, los registros almacenan datos estáticos, mientras que los contadores manipulan esos datos de forma dinámica para contar.</a:t>
            </a:r>
            <a:endParaRPr b="0" i="0" sz="1007" u="none" cap="none" strike="noStrike"/>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1" name="Shape 111"/>
        <p:cNvGrpSpPr/>
        <p:nvPr/>
      </p:nvGrpSpPr>
      <p:grpSpPr>
        <a:xfrm>
          <a:off x="0" y="0"/>
          <a:ext cx="0" cy="0"/>
          <a:chOff x="0" y="0"/>
          <a:chExt cx="0" cy="0"/>
        </a:xfrm>
      </p:grpSpPr>
      <p:sp>
        <p:nvSpPr>
          <p:cNvPr id="112" name="Google Shape;112;p18"/>
          <p:cNvSpPr/>
          <p:nvPr/>
        </p:nvSpPr>
        <p:spPr>
          <a:xfrm>
            <a:off x="3189239" y="109100"/>
            <a:ext cx="2759100" cy="342000"/>
          </a:xfrm>
          <a:prstGeom prst="rect">
            <a:avLst/>
          </a:prstGeom>
          <a:noFill/>
          <a:ln>
            <a:noFill/>
          </a:ln>
        </p:spPr>
        <p:txBody>
          <a:bodyPr anchorCtr="0" anchor="t" bIns="0" lIns="0" spcFirstLastPara="1" rIns="0" wrap="square" tIns="0">
            <a:noAutofit/>
          </a:bodyPr>
          <a:lstStyle/>
          <a:p>
            <a:pPr indent="0" lvl="0" marL="0" marR="0" rtl="0" algn="ctr">
              <a:lnSpc>
                <a:spcPct val="125806"/>
              </a:lnSpc>
              <a:spcBef>
                <a:spcPts val="0"/>
              </a:spcBef>
              <a:spcAft>
                <a:spcPts val="0"/>
              </a:spcAft>
              <a:buClr>
                <a:srgbClr val="E1E5CD"/>
              </a:buClr>
              <a:buSzPts val="2136"/>
              <a:buFont typeface="Outfit"/>
              <a:buNone/>
            </a:pPr>
            <a:r>
              <a:rPr b="1" i="0" lang="es" sz="2136" u="none" cap="none" strike="noStrike">
                <a:solidFill>
                  <a:srgbClr val="E1E5CD"/>
                </a:solidFill>
                <a:latin typeface="Outfit"/>
                <a:ea typeface="Outfit"/>
                <a:cs typeface="Outfit"/>
                <a:sym typeface="Outfit"/>
              </a:rPr>
              <a:t>Contadores Síncronos</a:t>
            </a:r>
            <a:endParaRPr b="0" i="0" sz="2136" u="none" cap="none" strike="noStrike"/>
          </a:p>
        </p:txBody>
      </p:sp>
      <p:sp>
        <p:nvSpPr>
          <p:cNvPr id="113" name="Google Shape;113;p18"/>
          <p:cNvSpPr/>
          <p:nvPr/>
        </p:nvSpPr>
        <p:spPr>
          <a:xfrm>
            <a:off x="75775" y="614967"/>
            <a:ext cx="8985900" cy="615300"/>
          </a:xfrm>
          <a:prstGeom prst="rect">
            <a:avLst/>
          </a:prstGeom>
          <a:noFill/>
          <a:ln>
            <a:noFill/>
          </a:ln>
        </p:spPr>
        <p:txBody>
          <a:bodyPr anchorCtr="0" anchor="t" bIns="0" lIns="0" spcFirstLastPara="1" rIns="0" wrap="square" tIns="0">
            <a:noAutofit/>
          </a:bodyPr>
          <a:lstStyle/>
          <a:p>
            <a:pPr indent="0" lvl="0" marL="0" marR="0" rtl="0" algn="l">
              <a:lnSpc>
                <a:spcPct val="124324"/>
              </a:lnSpc>
              <a:spcBef>
                <a:spcPts val="0"/>
              </a:spcBef>
              <a:spcAft>
                <a:spcPts val="0"/>
              </a:spcAft>
              <a:buClr>
                <a:srgbClr val="E1E5CD"/>
              </a:buClr>
              <a:buSzPts val="1275"/>
              <a:buFont typeface="Outfit"/>
              <a:buNone/>
            </a:pPr>
            <a:r>
              <a:rPr b="1" i="0" lang="es" sz="1275" u="none" cap="none" strike="noStrike">
                <a:solidFill>
                  <a:srgbClr val="E1E5CD"/>
                </a:solidFill>
                <a:latin typeface="Outfit"/>
                <a:ea typeface="Outfit"/>
                <a:cs typeface="Outfit"/>
                <a:sym typeface="Outfit"/>
              </a:rPr>
              <a:t>Un contador síncrono es un tipo de contador donde todos los biestables están controlados por una única señal de reloj común. Esto garantiza que todos los biestables del contador cambien de estado simultáneamente, lo que resulta en un conteo sincronizado. En estos contadores se utiliza un reloj universal común a todos los biestables.</a:t>
            </a:r>
            <a:endParaRPr b="0" i="0" sz="1275" u="none" cap="none" strike="noStrike"/>
          </a:p>
        </p:txBody>
      </p:sp>
      <p:sp>
        <p:nvSpPr>
          <p:cNvPr id="114" name="Google Shape;114;p18"/>
          <p:cNvSpPr/>
          <p:nvPr/>
        </p:nvSpPr>
        <p:spPr>
          <a:xfrm>
            <a:off x="75775" y="1394234"/>
            <a:ext cx="8985900" cy="525000"/>
          </a:xfrm>
          <a:prstGeom prst="rect">
            <a:avLst/>
          </a:prstGeom>
          <a:noFill/>
          <a:ln>
            <a:noFill/>
          </a:ln>
        </p:spPr>
        <p:txBody>
          <a:bodyPr anchorCtr="0" anchor="t" bIns="0" lIns="0" spcFirstLastPara="1" rIns="0" wrap="square" tIns="0">
            <a:noAutofit/>
          </a:bodyPr>
          <a:lstStyle/>
          <a:p>
            <a:pPr indent="0" lvl="0" marL="0" marR="0" rtl="0" algn="l">
              <a:lnSpc>
                <a:spcPct val="160000"/>
              </a:lnSpc>
              <a:spcBef>
                <a:spcPts val="0"/>
              </a:spcBef>
              <a:spcAft>
                <a:spcPts val="0"/>
              </a:spcAft>
              <a:buClr>
                <a:srgbClr val="C2C4B5"/>
              </a:buClr>
              <a:buSzPts val="861"/>
              <a:buFont typeface="Bitter"/>
              <a:buNone/>
            </a:pPr>
            <a:r>
              <a:rPr b="0" i="0" lang="es" sz="861" u="none" cap="none" strike="noStrike">
                <a:solidFill>
                  <a:srgbClr val="C2C4B5"/>
                </a:solidFill>
                <a:latin typeface="Bitter"/>
                <a:ea typeface="Bitter"/>
                <a:cs typeface="Bitter"/>
                <a:sym typeface="Bitter"/>
              </a:rPr>
              <a:t>El funcionamiento del </a:t>
            </a:r>
            <a:r>
              <a:rPr b="1" i="0" lang="es" sz="861" u="none" cap="none" strike="noStrike">
                <a:solidFill>
                  <a:srgbClr val="C2C4B5"/>
                </a:solidFill>
                <a:latin typeface="Bitter"/>
                <a:ea typeface="Bitter"/>
                <a:cs typeface="Bitter"/>
                <a:sym typeface="Bitter"/>
              </a:rPr>
              <a:t>reloj maestro</a:t>
            </a:r>
            <a:r>
              <a:rPr b="0" i="0" lang="es" sz="861" u="none" cap="none" strike="noStrike">
                <a:solidFill>
                  <a:srgbClr val="C2C4B5"/>
                </a:solidFill>
                <a:latin typeface="Bitter"/>
                <a:ea typeface="Bitter"/>
                <a:cs typeface="Bitter"/>
                <a:sym typeface="Bitter"/>
              </a:rPr>
              <a:t> es fundamental en los contadores síncronos. Una única señal de reloj se aplica simultáneamente a la entrada de reloj (CLK) de cada flip-flop, lo que asegura que todos cambien de estado al mismo tiempo, eliminando los retardos de propagación acumulativos que se presentan en los contadores asíncronos. Esto es una ventaja clave en </a:t>
            </a:r>
            <a:r>
              <a:rPr b="1" i="0" lang="es" sz="861" u="none" cap="none" strike="noStrike">
                <a:solidFill>
                  <a:srgbClr val="C2C4B5"/>
                </a:solidFill>
                <a:latin typeface="Bitter"/>
                <a:ea typeface="Bitter"/>
                <a:cs typeface="Bitter"/>
                <a:sym typeface="Bitter"/>
              </a:rPr>
              <a:t>sistemas de alta frecuencia</a:t>
            </a:r>
            <a:r>
              <a:rPr b="0" i="0" lang="es" sz="861" u="none" cap="none" strike="noStrike">
                <a:solidFill>
                  <a:srgbClr val="C2C4B5"/>
                </a:solidFill>
                <a:latin typeface="Bitter"/>
                <a:ea typeface="Bitter"/>
                <a:cs typeface="Bitter"/>
                <a:sym typeface="Bitter"/>
              </a:rPr>
              <a:t>, donde la precisión temporal es crítica y cualquier retardo puede llevar a errores en el conteo.</a:t>
            </a:r>
            <a:endParaRPr b="0" i="0" sz="861" u="none" cap="none" strike="noStrike"/>
          </a:p>
        </p:txBody>
      </p:sp>
      <p:sp>
        <p:nvSpPr>
          <p:cNvPr id="115" name="Google Shape;115;p18"/>
          <p:cNvSpPr/>
          <p:nvPr/>
        </p:nvSpPr>
        <p:spPr>
          <a:xfrm>
            <a:off x="75775" y="2042421"/>
            <a:ext cx="8985900" cy="525000"/>
          </a:xfrm>
          <a:prstGeom prst="rect">
            <a:avLst/>
          </a:prstGeom>
          <a:noFill/>
          <a:ln>
            <a:noFill/>
          </a:ln>
        </p:spPr>
        <p:txBody>
          <a:bodyPr anchorCtr="0" anchor="t" bIns="0" lIns="0" spcFirstLastPara="1" rIns="0" wrap="square" tIns="0">
            <a:noAutofit/>
          </a:bodyPr>
          <a:lstStyle/>
          <a:p>
            <a:pPr indent="0" lvl="0" marL="0" marR="0" rtl="0" algn="l">
              <a:lnSpc>
                <a:spcPct val="160000"/>
              </a:lnSpc>
              <a:spcBef>
                <a:spcPts val="0"/>
              </a:spcBef>
              <a:spcAft>
                <a:spcPts val="0"/>
              </a:spcAft>
              <a:buClr>
                <a:srgbClr val="C2C4B5"/>
              </a:buClr>
              <a:buSzPts val="861"/>
              <a:buFont typeface="Bitter"/>
              <a:buNone/>
            </a:pPr>
            <a:r>
              <a:rPr b="0" i="0" lang="es" sz="861" u="none" cap="none" strike="noStrike">
                <a:solidFill>
                  <a:srgbClr val="C2C4B5"/>
                </a:solidFill>
                <a:latin typeface="Bitter"/>
                <a:ea typeface="Bitter"/>
                <a:cs typeface="Bitter"/>
                <a:sym typeface="Bitter"/>
              </a:rPr>
              <a:t>Para controlar la secuencia de conteo deseada, los contadores síncronos hacen un extensivo </a:t>
            </a:r>
            <a:r>
              <a:rPr b="1" i="0" lang="es" sz="861" u="none" cap="none" strike="noStrike">
                <a:solidFill>
                  <a:srgbClr val="C2C4B5"/>
                </a:solidFill>
                <a:latin typeface="Bitter"/>
                <a:ea typeface="Bitter"/>
                <a:cs typeface="Bitter"/>
                <a:sym typeface="Bitter"/>
              </a:rPr>
              <a:t>uso de compuertas lógicas</a:t>
            </a:r>
            <a:r>
              <a:rPr b="0" i="0" lang="es" sz="861" u="none" cap="none" strike="noStrike">
                <a:solidFill>
                  <a:srgbClr val="C2C4B5"/>
                </a:solidFill>
                <a:latin typeface="Bitter"/>
                <a:ea typeface="Bitter"/>
                <a:cs typeface="Bitter"/>
                <a:sym typeface="Bitter"/>
              </a:rPr>
              <a:t> (AND, OR, NOT, XOR) en sus entradas de control de los flip-flops (J y K en los JK flip-flops, D en los D flip-flops, etc.). Estas compuertas determinan el próximo estado de cada flip-flop basándose en los estados actuales de los otros flip-flops y en las entradas externas, permitiendo la implementación de secuencias de conteo complejas y personalizadas.</a:t>
            </a:r>
            <a:endParaRPr b="0" i="0" sz="861" u="none" cap="none" strike="noStrike"/>
          </a:p>
        </p:txBody>
      </p:sp>
      <p:sp>
        <p:nvSpPr>
          <p:cNvPr id="116" name="Google Shape;116;p18"/>
          <p:cNvSpPr/>
          <p:nvPr/>
        </p:nvSpPr>
        <p:spPr>
          <a:xfrm>
            <a:off x="75775" y="2690607"/>
            <a:ext cx="8985900" cy="700200"/>
          </a:xfrm>
          <a:prstGeom prst="rect">
            <a:avLst/>
          </a:prstGeom>
          <a:noFill/>
          <a:ln>
            <a:noFill/>
          </a:ln>
        </p:spPr>
        <p:txBody>
          <a:bodyPr anchorCtr="0" anchor="t" bIns="0" lIns="0" spcFirstLastPara="1" rIns="0" wrap="square" tIns="0">
            <a:noAutofit/>
          </a:bodyPr>
          <a:lstStyle/>
          <a:p>
            <a:pPr indent="0" lvl="0" marL="0" marR="0" rtl="0" algn="l">
              <a:lnSpc>
                <a:spcPct val="160000"/>
              </a:lnSpc>
              <a:spcBef>
                <a:spcPts val="0"/>
              </a:spcBef>
              <a:spcAft>
                <a:spcPts val="0"/>
              </a:spcAft>
              <a:buClr>
                <a:srgbClr val="C2C4B5"/>
              </a:buClr>
              <a:buSzPts val="861"/>
              <a:buFont typeface="Bitter"/>
              <a:buNone/>
            </a:pPr>
            <a:r>
              <a:rPr b="0" i="0" lang="es" sz="861" u="none" cap="none" strike="noStrike">
                <a:solidFill>
                  <a:srgbClr val="C2C4B5"/>
                </a:solidFill>
                <a:latin typeface="Bitter"/>
                <a:ea typeface="Bitter"/>
                <a:cs typeface="Bitter"/>
                <a:sym typeface="Bitter"/>
              </a:rPr>
              <a:t>Las </a:t>
            </a:r>
            <a:r>
              <a:rPr b="1" i="0" lang="es" sz="861" u="none" cap="none" strike="noStrike">
                <a:solidFill>
                  <a:srgbClr val="C2C4B5"/>
                </a:solidFill>
                <a:latin typeface="Bitter"/>
                <a:ea typeface="Bitter"/>
                <a:cs typeface="Bitter"/>
                <a:sym typeface="Bitter"/>
              </a:rPr>
              <a:t>aplicaciones específicas</a:t>
            </a:r>
            <a:r>
              <a:rPr b="0" i="0" lang="es" sz="861" u="none" cap="none" strike="noStrike">
                <a:solidFill>
                  <a:srgbClr val="C2C4B5"/>
                </a:solidFill>
                <a:latin typeface="Bitter"/>
                <a:ea typeface="Bitter"/>
                <a:cs typeface="Bitter"/>
                <a:sym typeface="Bitter"/>
              </a:rPr>
              <a:t> de los contadores síncronos son variadas debido a su estabilidad y velocidad. Son ampliamente utilizados como </a:t>
            </a:r>
            <a:r>
              <a:rPr b="1" i="0" lang="es" sz="861" u="none" cap="none" strike="noStrike">
                <a:solidFill>
                  <a:srgbClr val="C2C4B5"/>
                </a:solidFill>
                <a:latin typeface="Bitter"/>
                <a:ea typeface="Bitter"/>
                <a:cs typeface="Bitter"/>
                <a:sym typeface="Bitter"/>
              </a:rPr>
              <a:t>divisores de frecuencia</a:t>
            </a:r>
            <a:r>
              <a:rPr b="0" i="0" lang="es" sz="861" u="none" cap="none" strike="noStrike">
                <a:solidFill>
                  <a:srgbClr val="C2C4B5"/>
                </a:solidFill>
                <a:latin typeface="Bitter"/>
                <a:ea typeface="Bitter"/>
                <a:cs typeface="Bitter"/>
                <a:sym typeface="Bitter"/>
              </a:rPr>
              <a:t> precisos en circuitos de comunicaciones, generadores de formas de onda y sintetizadores de frecuencia. También se emplean en sistemas de control para la generación de secuencias temporizadas exactas, en relojes digitales de alta precisión y como componentes esenciales en la unidad de control de microprocesadores para gestionar la ejecución de instrucciones.</a:t>
            </a:r>
            <a:endParaRPr b="0" i="0" sz="861" u="none" cap="none" strike="noStrike"/>
          </a:p>
        </p:txBody>
      </p:sp>
      <p:pic>
        <p:nvPicPr>
          <p:cNvPr descr="preencoded.png" id="117" name="Google Shape;117;p18"/>
          <p:cNvPicPr preferRelativeResize="0"/>
          <p:nvPr/>
        </p:nvPicPr>
        <p:blipFill rotWithShape="1">
          <a:blip r:embed="rId3">
            <a:alphaModFix/>
          </a:blip>
          <a:srcRect b="0" l="0" r="0" t="0"/>
          <a:stretch/>
        </p:blipFill>
        <p:spPr>
          <a:xfrm>
            <a:off x="2972274" y="3513841"/>
            <a:ext cx="3192781" cy="1356910"/>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1" name="Shape 121"/>
        <p:cNvGrpSpPr/>
        <p:nvPr/>
      </p:nvGrpSpPr>
      <p:grpSpPr>
        <a:xfrm>
          <a:off x="0" y="0"/>
          <a:ext cx="0" cy="0"/>
          <a:chOff x="0" y="0"/>
          <a:chExt cx="0" cy="0"/>
        </a:xfrm>
      </p:grpSpPr>
      <p:sp>
        <p:nvSpPr>
          <p:cNvPr id="122" name="Google Shape;122;p19"/>
          <p:cNvSpPr/>
          <p:nvPr/>
        </p:nvSpPr>
        <p:spPr>
          <a:xfrm>
            <a:off x="2618029" y="646676"/>
            <a:ext cx="3902700" cy="483600"/>
          </a:xfrm>
          <a:prstGeom prst="rect">
            <a:avLst/>
          </a:prstGeom>
          <a:noFill/>
          <a:ln>
            <a:noFill/>
          </a:ln>
        </p:spPr>
        <p:txBody>
          <a:bodyPr anchorCtr="0" anchor="t" bIns="0" lIns="0" spcFirstLastPara="1" rIns="0" wrap="square" tIns="0">
            <a:noAutofit/>
          </a:bodyPr>
          <a:lstStyle/>
          <a:p>
            <a:pPr indent="0" lvl="0" marL="0" marR="0" rtl="0" algn="ctr">
              <a:lnSpc>
                <a:spcPct val="124719"/>
              </a:lnSpc>
              <a:spcBef>
                <a:spcPts val="0"/>
              </a:spcBef>
              <a:spcAft>
                <a:spcPts val="0"/>
              </a:spcAft>
              <a:buClr>
                <a:srgbClr val="E1E5CD"/>
              </a:buClr>
              <a:buSzPts val="3035"/>
              <a:buFont typeface="Outfit"/>
              <a:buNone/>
            </a:pPr>
            <a:r>
              <a:rPr b="1" i="0" lang="es" sz="3035" u="none" cap="none" strike="noStrike">
                <a:solidFill>
                  <a:srgbClr val="E1E5CD"/>
                </a:solidFill>
                <a:latin typeface="Outfit"/>
                <a:ea typeface="Outfit"/>
                <a:cs typeface="Outfit"/>
                <a:sym typeface="Outfit"/>
              </a:rPr>
              <a:t>Contadores Síncronos</a:t>
            </a:r>
            <a:endParaRPr b="0" i="0" sz="3035" u="none" cap="none" strike="noStrike"/>
          </a:p>
        </p:txBody>
      </p:sp>
      <p:sp>
        <p:nvSpPr>
          <p:cNvPr id="123" name="Google Shape;123;p19"/>
          <p:cNvSpPr/>
          <p:nvPr/>
        </p:nvSpPr>
        <p:spPr>
          <a:xfrm>
            <a:off x="120961" y="1516903"/>
            <a:ext cx="1934100" cy="241800"/>
          </a:xfrm>
          <a:prstGeom prst="rect">
            <a:avLst/>
          </a:prstGeom>
          <a:noFill/>
          <a:ln>
            <a:noFill/>
          </a:ln>
        </p:spPr>
        <p:txBody>
          <a:bodyPr anchorCtr="0" anchor="t" bIns="0" lIns="0" spcFirstLastPara="1" rIns="0" wrap="square" tIns="0">
            <a:noAutofit/>
          </a:bodyPr>
          <a:lstStyle/>
          <a:p>
            <a:pPr indent="0" lvl="0" marL="0" marR="0" rtl="0" algn="l">
              <a:lnSpc>
                <a:spcPct val="125000"/>
              </a:lnSpc>
              <a:spcBef>
                <a:spcPts val="0"/>
              </a:spcBef>
              <a:spcAft>
                <a:spcPts val="0"/>
              </a:spcAft>
              <a:buClr>
                <a:srgbClr val="E1E5CD"/>
              </a:buClr>
              <a:buSzPts val="1501"/>
              <a:buFont typeface="Outfit"/>
              <a:buNone/>
            </a:pPr>
            <a:r>
              <a:rPr b="1" i="0" lang="es" sz="1501" u="none" cap="none" strike="noStrike">
                <a:solidFill>
                  <a:srgbClr val="E1E5CD"/>
                </a:solidFill>
                <a:latin typeface="Outfit"/>
                <a:ea typeface="Outfit"/>
                <a:cs typeface="Outfit"/>
                <a:sym typeface="Outfit"/>
              </a:rPr>
              <a:t>Ventajas</a:t>
            </a:r>
            <a:endParaRPr b="0" i="0" sz="1501" u="none" cap="none" strike="noStrike"/>
          </a:p>
        </p:txBody>
      </p:sp>
      <p:sp>
        <p:nvSpPr>
          <p:cNvPr id="124" name="Google Shape;124;p19"/>
          <p:cNvSpPr/>
          <p:nvPr/>
        </p:nvSpPr>
        <p:spPr>
          <a:xfrm>
            <a:off x="120961" y="1913317"/>
            <a:ext cx="4259700" cy="742500"/>
          </a:xfrm>
          <a:prstGeom prst="rect">
            <a:avLst/>
          </a:prstGeom>
          <a:noFill/>
          <a:ln>
            <a:noFill/>
          </a:ln>
        </p:spPr>
        <p:txBody>
          <a:bodyPr anchorCtr="0" anchor="t" bIns="0" lIns="0" spcFirstLastPara="1" rIns="0" wrap="square" tIns="0">
            <a:noAutofit/>
          </a:bodyPr>
          <a:lstStyle/>
          <a:p>
            <a:pPr indent="0" lvl="0" marL="0" marR="0" rtl="0" algn="l">
              <a:lnSpc>
                <a:spcPct val="162857"/>
              </a:lnSpc>
              <a:spcBef>
                <a:spcPts val="0"/>
              </a:spcBef>
              <a:spcAft>
                <a:spcPts val="0"/>
              </a:spcAft>
              <a:buClr>
                <a:srgbClr val="C2C4B5"/>
              </a:buClr>
              <a:buSzPts val="1194"/>
              <a:buFont typeface="Bitter"/>
              <a:buNone/>
            </a:pPr>
            <a:r>
              <a:rPr b="1" i="0" lang="es" sz="1194" u="none" cap="none" strike="noStrike">
                <a:solidFill>
                  <a:srgbClr val="C2C4B5"/>
                </a:solidFill>
                <a:latin typeface="Bitter"/>
                <a:ea typeface="Bitter"/>
                <a:cs typeface="Bitter"/>
                <a:sym typeface="Bitter"/>
              </a:rPr>
              <a:t>Operación más rápida</a:t>
            </a:r>
            <a:r>
              <a:rPr b="0" i="0" lang="es" sz="1194" u="none" cap="none" strike="noStrike">
                <a:solidFill>
                  <a:srgbClr val="C2C4B5"/>
                </a:solidFill>
                <a:latin typeface="Bitter"/>
                <a:ea typeface="Bitter"/>
                <a:cs typeface="Bitter"/>
                <a:sym typeface="Bitter"/>
              </a:rPr>
              <a:t>: todos los flip-flops del contador cambian al mismo tiempo, lo que hace que el contador funcione más rápido.</a:t>
            </a:r>
            <a:endParaRPr b="0" i="0" sz="1194" u="none" cap="none" strike="noStrike"/>
          </a:p>
        </p:txBody>
      </p:sp>
      <p:sp>
        <p:nvSpPr>
          <p:cNvPr id="125" name="Google Shape;125;p19"/>
          <p:cNvSpPr/>
          <p:nvPr/>
        </p:nvSpPr>
        <p:spPr>
          <a:xfrm>
            <a:off x="120961" y="2710045"/>
            <a:ext cx="4259700" cy="742500"/>
          </a:xfrm>
          <a:prstGeom prst="rect">
            <a:avLst/>
          </a:prstGeom>
          <a:noFill/>
          <a:ln>
            <a:noFill/>
          </a:ln>
        </p:spPr>
        <p:txBody>
          <a:bodyPr anchorCtr="0" anchor="t" bIns="0" lIns="0" spcFirstLastPara="1" rIns="0" wrap="square" tIns="0">
            <a:noAutofit/>
          </a:bodyPr>
          <a:lstStyle/>
          <a:p>
            <a:pPr indent="0" lvl="0" marL="0" marR="0" rtl="0" algn="l">
              <a:lnSpc>
                <a:spcPct val="162857"/>
              </a:lnSpc>
              <a:spcBef>
                <a:spcPts val="0"/>
              </a:spcBef>
              <a:spcAft>
                <a:spcPts val="0"/>
              </a:spcAft>
              <a:buClr>
                <a:srgbClr val="C2C4B5"/>
              </a:buClr>
              <a:buSzPts val="1194"/>
              <a:buFont typeface="Bitter"/>
              <a:buNone/>
            </a:pPr>
            <a:r>
              <a:rPr b="1" i="0" lang="es" sz="1194" u="none" cap="none" strike="noStrike">
                <a:solidFill>
                  <a:srgbClr val="C2C4B5"/>
                </a:solidFill>
                <a:latin typeface="Bitter"/>
                <a:ea typeface="Bitter"/>
                <a:cs typeface="Bitter"/>
                <a:sym typeface="Bitter"/>
              </a:rPr>
              <a:t>Sincronización precisa</a:t>
            </a:r>
            <a:r>
              <a:rPr b="0" i="0" lang="es" sz="1194" u="none" cap="none" strike="noStrike">
                <a:solidFill>
                  <a:srgbClr val="C2C4B5"/>
                </a:solidFill>
                <a:latin typeface="Bitter"/>
                <a:ea typeface="Bitter"/>
                <a:cs typeface="Bitter"/>
                <a:sym typeface="Bitter"/>
              </a:rPr>
              <a:t>: como todo está sincronizado, hay menos errores de sincronización, lo que hace que el contador sea más confiable y preciso.</a:t>
            </a:r>
            <a:endParaRPr b="0" i="0" sz="1194" u="none" cap="none" strike="noStrike"/>
          </a:p>
        </p:txBody>
      </p:sp>
      <p:sp>
        <p:nvSpPr>
          <p:cNvPr id="126" name="Google Shape;126;p19"/>
          <p:cNvSpPr/>
          <p:nvPr/>
        </p:nvSpPr>
        <p:spPr>
          <a:xfrm>
            <a:off x="120961" y="3506773"/>
            <a:ext cx="4259700" cy="742500"/>
          </a:xfrm>
          <a:prstGeom prst="rect">
            <a:avLst/>
          </a:prstGeom>
          <a:noFill/>
          <a:ln>
            <a:noFill/>
          </a:ln>
        </p:spPr>
        <p:txBody>
          <a:bodyPr anchorCtr="0" anchor="t" bIns="0" lIns="0" spcFirstLastPara="1" rIns="0" wrap="square" tIns="0">
            <a:noAutofit/>
          </a:bodyPr>
          <a:lstStyle/>
          <a:p>
            <a:pPr indent="0" lvl="0" marL="0" marR="0" rtl="0" algn="l">
              <a:lnSpc>
                <a:spcPct val="162857"/>
              </a:lnSpc>
              <a:spcBef>
                <a:spcPts val="0"/>
              </a:spcBef>
              <a:spcAft>
                <a:spcPts val="0"/>
              </a:spcAft>
              <a:buClr>
                <a:srgbClr val="C2C4B5"/>
              </a:buClr>
              <a:buSzPts val="1194"/>
              <a:buFont typeface="Bitter"/>
              <a:buNone/>
            </a:pPr>
            <a:r>
              <a:rPr b="1" i="0" lang="es" sz="1194" u="none" cap="none" strike="noStrike">
                <a:solidFill>
                  <a:srgbClr val="C2C4B5"/>
                </a:solidFill>
                <a:latin typeface="Bitter"/>
                <a:ea typeface="Bitter"/>
                <a:cs typeface="Bitter"/>
                <a:sym typeface="Bitter"/>
              </a:rPr>
              <a:t>Más confiable</a:t>
            </a:r>
            <a:r>
              <a:rPr b="0" i="0" lang="es" sz="1194" u="none" cap="none" strike="noStrike">
                <a:solidFill>
                  <a:srgbClr val="C2C4B5"/>
                </a:solidFill>
                <a:latin typeface="Bitter"/>
                <a:ea typeface="Bitter"/>
                <a:cs typeface="Bitter"/>
                <a:sym typeface="Bitter"/>
              </a:rPr>
              <a:t>: los contadores sincrónicos son más estables porque todo sucede al mismo tiempo, lo que reduce la posibilidad de errores.</a:t>
            </a:r>
            <a:endParaRPr b="0" i="0" sz="1194" u="none" cap="none" strike="noStrike"/>
          </a:p>
        </p:txBody>
      </p:sp>
      <p:sp>
        <p:nvSpPr>
          <p:cNvPr id="127" name="Google Shape;127;p19"/>
          <p:cNvSpPr/>
          <p:nvPr/>
        </p:nvSpPr>
        <p:spPr>
          <a:xfrm>
            <a:off x="4763350" y="1516903"/>
            <a:ext cx="1934100" cy="241800"/>
          </a:xfrm>
          <a:prstGeom prst="rect">
            <a:avLst/>
          </a:prstGeom>
          <a:noFill/>
          <a:ln>
            <a:noFill/>
          </a:ln>
        </p:spPr>
        <p:txBody>
          <a:bodyPr anchorCtr="0" anchor="t" bIns="0" lIns="0" spcFirstLastPara="1" rIns="0" wrap="square" tIns="0">
            <a:noAutofit/>
          </a:bodyPr>
          <a:lstStyle/>
          <a:p>
            <a:pPr indent="0" lvl="0" marL="0" marR="0" rtl="0" algn="l">
              <a:lnSpc>
                <a:spcPct val="125000"/>
              </a:lnSpc>
              <a:spcBef>
                <a:spcPts val="0"/>
              </a:spcBef>
              <a:spcAft>
                <a:spcPts val="0"/>
              </a:spcAft>
              <a:buClr>
                <a:srgbClr val="E1E5CD"/>
              </a:buClr>
              <a:buSzPts val="1501"/>
              <a:buFont typeface="Outfit"/>
              <a:buNone/>
            </a:pPr>
            <a:r>
              <a:rPr b="1" i="0" lang="es" sz="1501" u="none" cap="none" strike="noStrike">
                <a:solidFill>
                  <a:srgbClr val="E1E5CD"/>
                </a:solidFill>
                <a:latin typeface="Outfit"/>
                <a:ea typeface="Outfit"/>
                <a:cs typeface="Outfit"/>
                <a:sym typeface="Outfit"/>
              </a:rPr>
              <a:t>Desventajas</a:t>
            </a:r>
            <a:endParaRPr b="0" i="0" sz="1501" u="none" cap="none" strike="noStrike"/>
          </a:p>
        </p:txBody>
      </p:sp>
      <p:sp>
        <p:nvSpPr>
          <p:cNvPr id="128" name="Google Shape;128;p19"/>
          <p:cNvSpPr/>
          <p:nvPr/>
        </p:nvSpPr>
        <p:spPr>
          <a:xfrm>
            <a:off x="4763350" y="1913317"/>
            <a:ext cx="4259700" cy="742500"/>
          </a:xfrm>
          <a:prstGeom prst="rect">
            <a:avLst/>
          </a:prstGeom>
          <a:noFill/>
          <a:ln>
            <a:noFill/>
          </a:ln>
        </p:spPr>
        <p:txBody>
          <a:bodyPr anchorCtr="0" anchor="t" bIns="0" lIns="0" spcFirstLastPara="1" rIns="0" wrap="square" tIns="0">
            <a:noAutofit/>
          </a:bodyPr>
          <a:lstStyle/>
          <a:p>
            <a:pPr indent="0" lvl="0" marL="0" marR="0" rtl="0" algn="l">
              <a:lnSpc>
                <a:spcPct val="162857"/>
              </a:lnSpc>
              <a:spcBef>
                <a:spcPts val="0"/>
              </a:spcBef>
              <a:spcAft>
                <a:spcPts val="0"/>
              </a:spcAft>
              <a:buClr>
                <a:srgbClr val="C2C4B5"/>
              </a:buClr>
              <a:buSzPts val="1194"/>
              <a:buFont typeface="Bitter"/>
              <a:buNone/>
            </a:pPr>
            <a:r>
              <a:rPr b="1" i="0" lang="es" sz="1194" u="none" cap="none" strike="noStrike">
                <a:solidFill>
                  <a:srgbClr val="C2C4B5"/>
                </a:solidFill>
                <a:latin typeface="Bitter"/>
                <a:ea typeface="Bitter"/>
                <a:cs typeface="Bitter"/>
                <a:sym typeface="Bitter"/>
              </a:rPr>
              <a:t>Diseño complejo</a:t>
            </a:r>
            <a:r>
              <a:rPr b="0" i="0" lang="es" sz="1194" u="none" cap="none" strike="noStrike">
                <a:solidFill>
                  <a:srgbClr val="C2C4B5"/>
                </a:solidFill>
                <a:latin typeface="Bitter"/>
                <a:ea typeface="Bitter"/>
                <a:cs typeface="Bitter"/>
                <a:sym typeface="Bitter"/>
              </a:rPr>
              <a:t>: Los contadores sincrónicos son más difíciles de diseñar porque necesitan componentes adicionales como un reloj común.</a:t>
            </a:r>
            <a:endParaRPr b="0" i="0" sz="1194" u="none" cap="none" strike="noStrike"/>
          </a:p>
        </p:txBody>
      </p:sp>
      <p:sp>
        <p:nvSpPr>
          <p:cNvPr id="129" name="Google Shape;129;p19"/>
          <p:cNvSpPr/>
          <p:nvPr/>
        </p:nvSpPr>
        <p:spPr>
          <a:xfrm>
            <a:off x="4763350" y="2710045"/>
            <a:ext cx="4259700" cy="990300"/>
          </a:xfrm>
          <a:prstGeom prst="rect">
            <a:avLst/>
          </a:prstGeom>
          <a:noFill/>
          <a:ln>
            <a:noFill/>
          </a:ln>
        </p:spPr>
        <p:txBody>
          <a:bodyPr anchorCtr="0" anchor="t" bIns="0" lIns="0" spcFirstLastPara="1" rIns="0" wrap="square" tIns="0">
            <a:noAutofit/>
          </a:bodyPr>
          <a:lstStyle/>
          <a:p>
            <a:pPr indent="0" lvl="0" marL="0" marR="0" rtl="0" algn="l">
              <a:lnSpc>
                <a:spcPct val="162857"/>
              </a:lnSpc>
              <a:spcBef>
                <a:spcPts val="0"/>
              </a:spcBef>
              <a:spcAft>
                <a:spcPts val="0"/>
              </a:spcAft>
              <a:buClr>
                <a:srgbClr val="C2C4B5"/>
              </a:buClr>
              <a:buSzPts val="1194"/>
              <a:buFont typeface="Bitter"/>
              <a:buNone/>
            </a:pPr>
            <a:r>
              <a:rPr b="1" i="0" lang="es" sz="1194" u="none" cap="none" strike="noStrike">
                <a:solidFill>
                  <a:srgbClr val="C2C4B5"/>
                </a:solidFill>
                <a:latin typeface="Bitter"/>
                <a:ea typeface="Bitter"/>
                <a:cs typeface="Bitter"/>
                <a:sym typeface="Bitter"/>
              </a:rPr>
              <a:t>Mayor consumo de energía</a:t>
            </a:r>
            <a:r>
              <a:rPr b="0" i="0" lang="es" sz="1194" u="none" cap="none" strike="noStrike">
                <a:solidFill>
                  <a:srgbClr val="C2C4B5"/>
                </a:solidFill>
                <a:latin typeface="Bitter"/>
                <a:ea typeface="Bitter"/>
                <a:cs typeface="Bitter"/>
                <a:sym typeface="Bitter"/>
              </a:rPr>
              <a:t>: debido a que todos los flip-flops cambian al mismo tiempo, se utiliza más energía que los contadores donde los flip-flops cambian uno a la vez.</a:t>
            </a:r>
            <a:endParaRPr b="0" i="0" sz="1194" u="none" cap="none" strike="noStrike"/>
          </a:p>
        </p:txBody>
      </p:sp>
      <p:sp>
        <p:nvSpPr>
          <p:cNvPr id="130" name="Google Shape;130;p19"/>
          <p:cNvSpPr/>
          <p:nvPr/>
        </p:nvSpPr>
        <p:spPr>
          <a:xfrm>
            <a:off x="4763350" y="3754318"/>
            <a:ext cx="4259700" cy="742500"/>
          </a:xfrm>
          <a:prstGeom prst="rect">
            <a:avLst/>
          </a:prstGeom>
          <a:noFill/>
          <a:ln>
            <a:noFill/>
          </a:ln>
        </p:spPr>
        <p:txBody>
          <a:bodyPr anchorCtr="0" anchor="t" bIns="0" lIns="0" spcFirstLastPara="1" rIns="0" wrap="square" tIns="0">
            <a:noAutofit/>
          </a:bodyPr>
          <a:lstStyle/>
          <a:p>
            <a:pPr indent="0" lvl="0" marL="0" marR="0" rtl="0" algn="l">
              <a:lnSpc>
                <a:spcPct val="162857"/>
              </a:lnSpc>
              <a:spcBef>
                <a:spcPts val="0"/>
              </a:spcBef>
              <a:spcAft>
                <a:spcPts val="0"/>
              </a:spcAft>
              <a:buClr>
                <a:srgbClr val="C2C4B5"/>
              </a:buClr>
              <a:buSzPts val="1194"/>
              <a:buFont typeface="Bitter"/>
              <a:buNone/>
            </a:pPr>
            <a:r>
              <a:rPr b="1" i="0" lang="es" sz="1194" u="none" cap="none" strike="noStrike">
                <a:solidFill>
                  <a:srgbClr val="C2C4B5"/>
                </a:solidFill>
                <a:latin typeface="Bitter"/>
                <a:ea typeface="Bitter"/>
                <a:cs typeface="Bitter"/>
                <a:sym typeface="Bitter"/>
              </a:rPr>
              <a:t>Requiere más componentes</a:t>
            </a:r>
            <a:r>
              <a:rPr b="0" i="0" lang="es" sz="1194" u="none" cap="none" strike="noStrike">
                <a:solidFill>
                  <a:srgbClr val="C2C4B5"/>
                </a:solidFill>
                <a:latin typeface="Bitter"/>
                <a:ea typeface="Bitter"/>
                <a:cs typeface="Bitter"/>
                <a:sym typeface="Bitter"/>
              </a:rPr>
              <a:t>: necesita más piezas para asegurarse de que todo permanezca sincronizado, lo que hace que el diseño sea más complicado y costoso.</a:t>
            </a:r>
            <a:endParaRPr b="0" i="0" sz="1194" u="none" cap="none" strike="noStrike"/>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4" name="Shape 134"/>
        <p:cNvGrpSpPr/>
        <p:nvPr/>
      </p:nvGrpSpPr>
      <p:grpSpPr>
        <a:xfrm>
          <a:off x="0" y="0"/>
          <a:ext cx="0" cy="0"/>
          <a:chOff x="0" y="0"/>
          <a:chExt cx="0" cy="0"/>
        </a:xfrm>
      </p:grpSpPr>
      <p:sp>
        <p:nvSpPr>
          <p:cNvPr id="135" name="Google Shape;135;p20"/>
          <p:cNvSpPr/>
          <p:nvPr/>
        </p:nvSpPr>
        <p:spPr>
          <a:xfrm>
            <a:off x="2990591" y="46750"/>
            <a:ext cx="3162900" cy="370800"/>
          </a:xfrm>
          <a:prstGeom prst="rect">
            <a:avLst/>
          </a:prstGeom>
          <a:noFill/>
          <a:ln>
            <a:noFill/>
          </a:ln>
        </p:spPr>
        <p:txBody>
          <a:bodyPr anchorCtr="0" anchor="t" bIns="0" lIns="0" spcFirstLastPara="1" rIns="0" wrap="square" tIns="0">
            <a:noAutofit/>
          </a:bodyPr>
          <a:lstStyle/>
          <a:p>
            <a:pPr indent="0" lvl="0" marL="0" marR="0" rtl="0" algn="ctr">
              <a:lnSpc>
                <a:spcPct val="125373"/>
              </a:lnSpc>
              <a:spcBef>
                <a:spcPts val="0"/>
              </a:spcBef>
              <a:spcAft>
                <a:spcPts val="0"/>
              </a:spcAft>
              <a:buClr>
                <a:srgbClr val="E1E5CD"/>
              </a:buClr>
              <a:buSzPts val="2317"/>
              <a:buFont typeface="Outfit"/>
              <a:buNone/>
            </a:pPr>
            <a:r>
              <a:rPr b="1" i="0" lang="es" sz="2317" u="none" cap="none" strike="noStrike">
                <a:solidFill>
                  <a:srgbClr val="E1E5CD"/>
                </a:solidFill>
                <a:latin typeface="Outfit"/>
                <a:ea typeface="Outfit"/>
                <a:cs typeface="Outfit"/>
                <a:sym typeface="Outfit"/>
              </a:rPr>
              <a:t>Contadores Asíncronos</a:t>
            </a:r>
            <a:endParaRPr b="0" i="0" sz="2317" u="none" cap="none" strike="noStrike"/>
          </a:p>
        </p:txBody>
      </p:sp>
      <p:sp>
        <p:nvSpPr>
          <p:cNvPr id="136" name="Google Shape;136;p20"/>
          <p:cNvSpPr/>
          <p:nvPr/>
        </p:nvSpPr>
        <p:spPr>
          <a:xfrm>
            <a:off x="0" y="654589"/>
            <a:ext cx="9144000" cy="569400"/>
          </a:xfrm>
          <a:prstGeom prst="rect">
            <a:avLst/>
          </a:prstGeom>
          <a:noFill/>
          <a:ln>
            <a:noFill/>
          </a:ln>
        </p:spPr>
        <p:txBody>
          <a:bodyPr anchorCtr="0" anchor="t" bIns="0" lIns="0" spcFirstLastPara="1" rIns="0" wrap="square" tIns="0">
            <a:noAutofit/>
          </a:bodyPr>
          <a:lstStyle/>
          <a:p>
            <a:pPr indent="0" lvl="0" marL="0" marR="0" rtl="0" algn="l">
              <a:lnSpc>
                <a:spcPct val="159259"/>
              </a:lnSpc>
              <a:spcBef>
                <a:spcPts val="0"/>
              </a:spcBef>
              <a:spcAft>
                <a:spcPts val="0"/>
              </a:spcAft>
              <a:buClr>
                <a:srgbClr val="C2C4B5"/>
              </a:buClr>
              <a:buSzPts val="934"/>
              <a:buFont typeface="Bitter"/>
              <a:buNone/>
            </a:pPr>
            <a:r>
              <a:rPr b="0" i="0" lang="es" sz="934" u="none" cap="none" strike="noStrike">
                <a:solidFill>
                  <a:srgbClr val="C2C4B5"/>
                </a:solidFill>
                <a:latin typeface="Bitter"/>
                <a:ea typeface="Bitter"/>
                <a:cs typeface="Bitter"/>
                <a:sym typeface="Bitter"/>
              </a:rPr>
              <a:t>Un contador asíncrono, también conocido como contador de ondulación, es un tipo de contador donde cada biestable se activa por la salida del anterior. En estos contadores no se utiliza reloj universal; el reloj principal solo se aplica al primer biestable y, para el resto de los biestables, la salida del biestable anterior se toma como reloj.</a:t>
            </a:r>
            <a:endParaRPr b="0" i="0" sz="934" u="none" cap="none" strike="noStrike"/>
          </a:p>
        </p:txBody>
      </p:sp>
      <p:sp>
        <p:nvSpPr>
          <p:cNvPr id="137" name="Google Shape;137;p20"/>
          <p:cNvSpPr/>
          <p:nvPr/>
        </p:nvSpPr>
        <p:spPr>
          <a:xfrm>
            <a:off x="0" y="1357309"/>
            <a:ext cx="9144000" cy="569400"/>
          </a:xfrm>
          <a:prstGeom prst="rect">
            <a:avLst/>
          </a:prstGeom>
          <a:noFill/>
          <a:ln>
            <a:noFill/>
          </a:ln>
        </p:spPr>
        <p:txBody>
          <a:bodyPr anchorCtr="0" anchor="t" bIns="0" lIns="0" spcFirstLastPara="1" rIns="0" wrap="square" tIns="0">
            <a:noAutofit/>
          </a:bodyPr>
          <a:lstStyle/>
          <a:p>
            <a:pPr indent="0" lvl="0" marL="0" marR="0" rtl="0" algn="l">
              <a:lnSpc>
                <a:spcPct val="159259"/>
              </a:lnSpc>
              <a:spcBef>
                <a:spcPts val="0"/>
              </a:spcBef>
              <a:spcAft>
                <a:spcPts val="0"/>
              </a:spcAft>
              <a:buClr>
                <a:srgbClr val="C2C4B5"/>
              </a:buClr>
              <a:buSzPts val="934"/>
              <a:buFont typeface="Bitter"/>
              <a:buNone/>
            </a:pPr>
            <a:r>
              <a:rPr b="0" i="0" lang="es" sz="934" u="none" cap="none" strike="noStrike">
                <a:solidFill>
                  <a:srgbClr val="C2C4B5"/>
                </a:solidFill>
                <a:latin typeface="Bitter"/>
                <a:ea typeface="Bitter"/>
                <a:cs typeface="Bitter"/>
                <a:sym typeface="Bitter"/>
              </a:rPr>
              <a:t>Debido a esta configuración en cascada, la señal de reloj se propaga secuencialmente de un biestable al siguiente, creando un </a:t>
            </a:r>
            <a:r>
              <a:rPr b="1" i="0" lang="es" sz="934" u="none" cap="none" strike="noStrike">
                <a:solidFill>
                  <a:srgbClr val="C2C4B5"/>
                </a:solidFill>
                <a:latin typeface="Bitter"/>
                <a:ea typeface="Bitter"/>
                <a:cs typeface="Bitter"/>
                <a:sym typeface="Bitter"/>
              </a:rPr>
              <a:t>efecto de propagación (ripple effect)</a:t>
            </a:r>
            <a:r>
              <a:rPr b="0" i="0" lang="es" sz="934" u="none" cap="none" strike="noStrike">
                <a:solidFill>
                  <a:srgbClr val="C2C4B5"/>
                </a:solidFill>
                <a:latin typeface="Bitter"/>
                <a:ea typeface="Bitter"/>
                <a:cs typeface="Bitter"/>
                <a:sym typeface="Bitter"/>
              </a:rPr>
              <a:t>. Cada biestable introduce su propio retardo de propagación (</a:t>
            </a:r>
            <a:r>
              <a:rPr b="1" i="0" lang="es" sz="934" u="none" cap="none" strike="noStrike">
                <a:solidFill>
                  <a:srgbClr val="C2C4B5"/>
                </a:solidFill>
                <a:latin typeface="Bitter"/>
                <a:ea typeface="Bitter"/>
                <a:cs typeface="Bitter"/>
                <a:sym typeface="Bitter"/>
              </a:rPr>
              <a:t>tpd</a:t>
            </a:r>
            <a:r>
              <a:rPr b="0" i="0" lang="es" sz="934" u="none" cap="none" strike="noStrike">
                <a:solidFill>
                  <a:srgbClr val="C2C4B5"/>
                </a:solidFill>
                <a:latin typeface="Bitter"/>
                <a:ea typeface="Bitter"/>
                <a:cs typeface="Bitter"/>
                <a:sym typeface="Bitter"/>
              </a:rPr>
              <a:t>), que se acumula a medida que la señal avanza a través de la cadena de biestables. Por ejemplo, en un contador de N bits, el retardo total acumulado para que el último biestable cambie es de </a:t>
            </a:r>
            <a:r>
              <a:rPr b="1" i="0" lang="es" sz="934" u="none" cap="none" strike="noStrike">
                <a:solidFill>
                  <a:srgbClr val="C2C4B5"/>
                </a:solidFill>
                <a:latin typeface="Bitter"/>
                <a:ea typeface="Bitter"/>
                <a:cs typeface="Bitter"/>
                <a:sym typeface="Bitter"/>
              </a:rPr>
              <a:t>N * tpd</a:t>
            </a:r>
            <a:r>
              <a:rPr b="0" i="0" lang="es" sz="934" u="none" cap="none" strike="noStrike">
                <a:solidFill>
                  <a:srgbClr val="C2C4B5"/>
                </a:solidFill>
                <a:latin typeface="Bitter"/>
                <a:ea typeface="Bitter"/>
                <a:cs typeface="Bitter"/>
                <a:sym typeface="Bitter"/>
              </a:rPr>
              <a:t>.</a:t>
            </a:r>
            <a:endParaRPr b="0" i="0" sz="934" u="none" cap="none" strike="noStrike"/>
          </a:p>
        </p:txBody>
      </p:sp>
      <p:sp>
        <p:nvSpPr>
          <p:cNvPr id="138" name="Google Shape;138;p20"/>
          <p:cNvSpPr/>
          <p:nvPr/>
        </p:nvSpPr>
        <p:spPr>
          <a:xfrm>
            <a:off x="0" y="2060030"/>
            <a:ext cx="9144000" cy="569400"/>
          </a:xfrm>
          <a:prstGeom prst="rect">
            <a:avLst/>
          </a:prstGeom>
          <a:noFill/>
          <a:ln>
            <a:noFill/>
          </a:ln>
        </p:spPr>
        <p:txBody>
          <a:bodyPr anchorCtr="0" anchor="t" bIns="0" lIns="0" spcFirstLastPara="1" rIns="0" wrap="square" tIns="0">
            <a:noAutofit/>
          </a:bodyPr>
          <a:lstStyle/>
          <a:p>
            <a:pPr indent="0" lvl="0" marL="0" marR="0" rtl="0" algn="l">
              <a:lnSpc>
                <a:spcPct val="159259"/>
              </a:lnSpc>
              <a:spcBef>
                <a:spcPts val="0"/>
              </a:spcBef>
              <a:spcAft>
                <a:spcPts val="0"/>
              </a:spcAft>
              <a:buClr>
                <a:srgbClr val="C2C4B5"/>
              </a:buClr>
              <a:buSzPts val="934"/>
              <a:buFont typeface="Bitter"/>
              <a:buNone/>
            </a:pPr>
            <a:r>
              <a:rPr b="0" i="0" lang="es" sz="934" u="none" cap="none" strike="noStrike">
                <a:solidFill>
                  <a:srgbClr val="C2C4B5"/>
                </a:solidFill>
                <a:latin typeface="Bitter"/>
                <a:ea typeface="Bitter"/>
                <a:cs typeface="Bitter"/>
                <a:sym typeface="Bitter"/>
              </a:rPr>
              <a:t>Esta acumulación de retardo impone una </a:t>
            </a:r>
            <a:r>
              <a:rPr b="1" i="0" lang="es" sz="934" u="none" cap="none" strike="noStrike">
                <a:solidFill>
                  <a:srgbClr val="C2C4B5"/>
                </a:solidFill>
                <a:latin typeface="Bitter"/>
                <a:ea typeface="Bitter"/>
                <a:cs typeface="Bitter"/>
                <a:sym typeface="Bitter"/>
              </a:rPr>
              <a:t>limitación crítica en la frecuencia máxima de operación</a:t>
            </a:r>
            <a:r>
              <a:rPr b="0" i="0" lang="es" sz="934" u="none" cap="none" strike="noStrike">
                <a:solidFill>
                  <a:srgbClr val="C2C4B5"/>
                </a:solidFill>
                <a:latin typeface="Bitter"/>
                <a:ea typeface="Bitter"/>
                <a:cs typeface="Bitter"/>
                <a:sym typeface="Bitter"/>
              </a:rPr>
              <a:t> del contador. Para que el contador funcione correctamente, el periodo del reloj de entrada debe ser mayor que el retardo total de propagación del contador completo. Si la frecuencia es demasiado alta, los biestables posteriores no tendrán tiempo suficiente para cambiar y estabilizarse antes de que el siguiente pulso de reloj llegue al primer biestable, lo que provoca conteos incorrectos y errores.</a:t>
            </a:r>
            <a:endParaRPr b="0" i="0" sz="934" u="none" cap="none" strike="noStrike"/>
          </a:p>
        </p:txBody>
      </p:sp>
      <p:sp>
        <p:nvSpPr>
          <p:cNvPr id="139" name="Google Shape;139;p20"/>
          <p:cNvSpPr/>
          <p:nvPr/>
        </p:nvSpPr>
        <p:spPr>
          <a:xfrm>
            <a:off x="0" y="2762750"/>
            <a:ext cx="9144000" cy="759300"/>
          </a:xfrm>
          <a:prstGeom prst="rect">
            <a:avLst/>
          </a:prstGeom>
          <a:noFill/>
          <a:ln>
            <a:noFill/>
          </a:ln>
        </p:spPr>
        <p:txBody>
          <a:bodyPr anchorCtr="0" anchor="t" bIns="0" lIns="0" spcFirstLastPara="1" rIns="0" wrap="square" tIns="0">
            <a:noAutofit/>
          </a:bodyPr>
          <a:lstStyle/>
          <a:p>
            <a:pPr indent="0" lvl="0" marL="0" marR="0" rtl="0" algn="l">
              <a:lnSpc>
                <a:spcPct val="159259"/>
              </a:lnSpc>
              <a:spcBef>
                <a:spcPts val="0"/>
              </a:spcBef>
              <a:spcAft>
                <a:spcPts val="0"/>
              </a:spcAft>
              <a:buClr>
                <a:srgbClr val="C2C4B5"/>
              </a:buClr>
              <a:buSzPts val="934"/>
              <a:buFont typeface="Bitter"/>
              <a:buNone/>
            </a:pPr>
            <a:r>
              <a:rPr b="0" i="0" lang="es" sz="934" u="none" cap="none" strike="noStrike">
                <a:solidFill>
                  <a:srgbClr val="C2C4B5"/>
                </a:solidFill>
                <a:latin typeface="Bitter"/>
                <a:ea typeface="Bitter"/>
                <a:cs typeface="Bitter"/>
                <a:sym typeface="Bitter"/>
              </a:rPr>
              <a:t>En comparación con los </a:t>
            </a:r>
            <a:r>
              <a:rPr b="1" i="0" lang="es" sz="934" u="none" cap="none" strike="noStrike">
                <a:solidFill>
                  <a:srgbClr val="C2C4B5"/>
                </a:solidFill>
                <a:latin typeface="Bitter"/>
                <a:ea typeface="Bitter"/>
                <a:cs typeface="Bitter"/>
                <a:sym typeface="Bitter"/>
              </a:rPr>
              <a:t>contadores síncronos</a:t>
            </a:r>
            <a:r>
              <a:rPr b="0" i="0" lang="es" sz="934" u="none" cap="none" strike="noStrike">
                <a:solidFill>
                  <a:srgbClr val="C2C4B5"/>
                </a:solidFill>
                <a:latin typeface="Bitter"/>
                <a:ea typeface="Bitter"/>
                <a:cs typeface="Bitter"/>
                <a:sym typeface="Bitter"/>
              </a:rPr>
              <a:t>, los asíncronos son inherentemente </a:t>
            </a:r>
            <a:r>
              <a:rPr b="1" i="0" lang="es" sz="934" u="none" cap="none" strike="noStrike">
                <a:solidFill>
                  <a:srgbClr val="C2C4B5"/>
                </a:solidFill>
                <a:latin typeface="Bitter"/>
                <a:ea typeface="Bitter"/>
                <a:cs typeface="Bitter"/>
                <a:sym typeface="Bitter"/>
              </a:rPr>
              <a:t>más lentos</a:t>
            </a:r>
            <a:r>
              <a:rPr b="0" i="0" lang="es" sz="934" u="none" cap="none" strike="noStrike">
                <a:solidFill>
                  <a:srgbClr val="C2C4B5"/>
                </a:solidFill>
                <a:latin typeface="Bitter"/>
                <a:ea typeface="Bitter"/>
                <a:cs typeface="Bitter"/>
                <a:sym typeface="Bitter"/>
              </a:rPr>
              <a:t>, especialmente a medida que aumenta el número de bits. Mientras que en un contador síncrono todos los biestables cambian simultáneamente controlados por un reloj común (limitando la velocidad al retardo de un solo biestable o la ruta más larga), en un contador asíncrono la velocidad se ve directamente afectada por la suma de los retardos de propagación de cada biestable. Esto los hace menos adecuados para aplicaciones de alta velocidad o cuando se requiere una sincronización muy precisa entre las etapas del contador.</a:t>
            </a:r>
            <a:endParaRPr b="0" i="0" sz="934" u="none" cap="none" strike="noStrike"/>
          </a:p>
        </p:txBody>
      </p:sp>
      <p:pic>
        <p:nvPicPr>
          <p:cNvPr descr="preencoded.png" id="140" name="Google Shape;140;p20"/>
          <p:cNvPicPr preferRelativeResize="0"/>
          <p:nvPr/>
        </p:nvPicPr>
        <p:blipFill rotWithShape="1">
          <a:blip r:embed="rId3">
            <a:alphaModFix/>
          </a:blip>
          <a:srcRect b="0" l="0" r="0" t="0"/>
          <a:stretch/>
        </p:blipFill>
        <p:spPr>
          <a:xfrm>
            <a:off x="2841061" y="3715609"/>
            <a:ext cx="3461953" cy="1315497"/>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4" name="Shape 144"/>
        <p:cNvGrpSpPr/>
        <p:nvPr/>
      </p:nvGrpSpPr>
      <p:grpSpPr>
        <a:xfrm>
          <a:off x="0" y="0"/>
          <a:ext cx="0" cy="0"/>
          <a:chOff x="0" y="0"/>
          <a:chExt cx="0" cy="0"/>
        </a:xfrm>
      </p:grpSpPr>
      <p:sp>
        <p:nvSpPr>
          <p:cNvPr id="145" name="Google Shape;145;p21"/>
          <p:cNvSpPr/>
          <p:nvPr/>
        </p:nvSpPr>
        <p:spPr>
          <a:xfrm>
            <a:off x="2761065" y="430675"/>
            <a:ext cx="3621900" cy="424500"/>
          </a:xfrm>
          <a:prstGeom prst="rect">
            <a:avLst/>
          </a:prstGeom>
          <a:noFill/>
          <a:ln>
            <a:noFill/>
          </a:ln>
        </p:spPr>
        <p:txBody>
          <a:bodyPr anchorCtr="0" anchor="t" bIns="0" lIns="0" spcFirstLastPara="1" rIns="0" wrap="square" tIns="0">
            <a:noAutofit/>
          </a:bodyPr>
          <a:lstStyle/>
          <a:p>
            <a:pPr indent="0" lvl="0" marL="0" marR="0" rtl="0" algn="ctr">
              <a:lnSpc>
                <a:spcPct val="126190"/>
              </a:lnSpc>
              <a:spcBef>
                <a:spcPts val="0"/>
              </a:spcBef>
              <a:spcAft>
                <a:spcPts val="0"/>
              </a:spcAft>
              <a:buClr>
                <a:srgbClr val="E1E5CD"/>
              </a:buClr>
              <a:buSzPts val="2648"/>
              <a:buFont typeface="Outfit"/>
              <a:buNone/>
            </a:pPr>
            <a:r>
              <a:rPr b="1" i="0" lang="es" sz="2648" u="none" cap="none" strike="noStrike">
                <a:solidFill>
                  <a:srgbClr val="E1E5CD"/>
                </a:solidFill>
                <a:latin typeface="Outfit"/>
                <a:ea typeface="Outfit"/>
                <a:cs typeface="Outfit"/>
                <a:sym typeface="Outfit"/>
              </a:rPr>
              <a:t>Contadores Asíncronos</a:t>
            </a:r>
            <a:endParaRPr b="0" i="0" sz="2648" u="none" cap="none" strike="noStrike"/>
          </a:p>
        </p:txBody>
      </p:sp>
      <p:sp>
        <p:nvSpPr>
          <p:cNvPr id="146" name="Google Shape;146;p21"/>
          <p:cNvSpPr/>
          <p:nvPr/>
        </p:nvSpPr>
        <p:spPr>
          <a:xfrm>
            <a:off x="461100" y="1058881"/>
            <a:ext cx="2716800" cy="339600"/>
          </a:xfrm>
          <a:prstGeom prst="rect">
            <a:avLst/>
          </a:prstGeom>
          <a:noFill/>
          <a:ln>
            <a:noFill/>
          </a:ln>
        </p:spPr>
        <p:txBody>
          <a:bodyPr anchorCtr="0" anchor="t" bIns="0" lIns="0" spcFirstLastPara="1" rIns="0" wrap="square" tIns="0">
            <a:noAutofit/>
          </a:bodyPr>
          <a:lstStyle/>
          <a:p>
            <a:pPr indent="0" lvl="0" marL="0" marR="0" rtl="0" algn="l">
              <a:lnSpc>
                <a:spcPct val="125373"/>
              </a:lnSpc>
              <a:spcBef>
                <a:spcPts val="0"/>
              </a:spcBef>
              <a:spcAft>
                <a:spcPts val="0"/>
              </a:spcAft>
              <a:buClr>
                <a:srgbClr val="E1E5CD"/>
              </a:buClr>
              <a:buSzPts val="2112"/>
              <a:buFont typeface="Outfit"/>
              <a:buNone/>
            </a:pPr>
            <a:r>
              <a:rPr b="1" i="0" lang="es" sz="2112" u="none" cap="none" strike="noStrike">
                <a:solidFill>
                  <a:srgbClr val="E1E5CD"/>
                </a:solidFill>
                <a:latin typeface="Outfit"/>
                <a:ea typeface="Outfit"/>
                <a:cs typeface="Outfit"/>
                <a:sym typeface="Outfit"/>
              </a:rPr>
              <a:t>Ventajas</a:t>
            </a:r>
            <a:endParaRPr b="0" i="0" sz="2112" u="none" cap="none" strike="noStrike"/>
          </a:p>
        </p:txBody>
      </p:sp>
      <p:sp>
        <p:nvSpPr>
          <p:cNvPr id="147" name="Google Shape;147;p21"/>
          <p:cNvSpPr/>
          <p:nvPr/>
        </p:nvSpPr>
        <p:spPr>
          <a:xfrm>
            <a:off x="461100" y="1602201"/>
            <a:ext cx="8221800" cy="434700"/>
          </a:xfrm>
          <a:prstGeom prst="rect">
            <a:avLst/>
          </a:prstGeom>
          <a:noFill/>
          <a:ln>
            <a:noFill/>
          </a:ln>
        </p:spPr>
        <p:txBody>
          <a:bodyPr anchorCtr="0" anchor="t" bIns="0" lIns="0" spcFirstLastPara="1" rIns="0" wrap="square" tIns="0">
            <a:noAutofit/>
          </a:bodyPr>
          <a:lstStyle/>
          <a:p>
            <a:pPr indent="0" lvl="0" marL="0" marR="0" rtl="0" algn="l">
              <a:lnSpc>
                <a:spcPct val="163636"/>
              </a:lnSpc>
              <a:spcBef>
                <a:spcPts val="0"/>
              </a:spcBef>
              <a:spcAft>
                <a:spcPts val="0"/>
              </a:spcAft>
              <a:buClr>
                <a:srgbClr val="C2C4B5"/>
              </a:buClr>
              <a:buSzPts val="1040"/>
              <a:buFont typeface="Bitter"/>
              <a:buNone/>
            </a:pPr>
            <a:r>
              <a:rPr b="1" i="0" lang="es" sz="1040" u="none" cap="none" strike="noStrike">
                <a:solidFill>
                  <a:srgbClr val="C2C4B5"/>
                </a:solidFill>
                <a:latin typeface="Bitter"/>
                <a:ea typeface="Bitter"/>
                <a:cs typeface="Bitter"/>
                <a:sym typeface="Bitter"/>
              </a:rPr>
              <a:t>Diseño más simple: </a:t>
            </a:r>
            <a:r>
              <a:rPr b="0" i="0" lang="es" sz="1040" u="none" cap="none" strike="noStrike">
                <a:solidFill>
                  <a:srgbClr val="C2C4B5"/>
                </a:solidFill>
                <a:latin typeface="Bitter"/>
                <a:ea typeface="Bitter"/>
                <a:cs typeface="Bitter"/>
                <a:sym typeface="Bitter"/>
              </a:rPr>
              <a:t>Los contadores asíncronos son fáciles de diseñar porque no necesitan una única señal de reloj para todos los biestables. Cada biestable se activa con el anterior.</a:t>
            </a:r>
            <a:endParaRPr b="0" i="0" sz="1040" u="none" cap="none" strike="noStrike"/>
          </a:p>
        </p:txBody>
      </p:sp>
      <p:sp>
        <p:nvSpPr>
          <p:cNvPr id="148" name="Google Shape;148;p21"/>
          <p:cNvSpPr/>
          <p:nvPr/>
        </p:nvSpPr>
        <p:spPr>
          <a:xfrm>
            <a:off x="461100" y="2084426"/>
            <a:ext cx="8221800" cy="217200"/>
          </a:xfrm>
          <a:prstGeom prst="rect">
            <a:avLst/>
          </a:prstGeom>
          <a:noFill/>
          <a:ln>
            <a:noFill/>
          </a:ln>
        </p:spPr>
        <p:txBody>
          <a:bodyPr anchorCtr="0" anchor="t" bIns="0" lIns="0" spcFirstLastPara="1" rIns="0" wrap="square" tIns="0">
            <a:noAutofit/>
          </a:bodyPr>
          <a:lstStyle/>
          <a:p>
            <a:pPr indent="0" lvl="0" marL="0" marR="0" rtl="0" algn="l">
              <a:lnSpc>
                <a:spcPct val="163636"/>
              </a:lnSpc>
              <a:spcBef>
                <a:spcPts val="0"/>
              </a:spcBef>
              <a:spcAft>
                <a:spcPts val="0"/>
              </a:spcAft>
              <a:buClr>
                <a:srgbClr val="C2C4B5"/>
              </a:buClr>
              <a:buSzPts val="1040"/>
              <a:buFont typeface="Bitter"/>
              <a:buNone/>
            </a:pPr>
            <a:r>
              <a:rPr b="1" i="0" lang="es" sz="1040" u="none" cap="none" strike="noStrike">
                <a:solidFill>
                  <a:srgbClr val="C2C4B5"/>
                </a:solidFill>
                <a:latin typeface="Bitter"/>
                <a:ea typeface="Bitter"/>
                <a:cs typeface="Bitter"/>
                <a:sym typeface="Bitter"/>
              </a:rPr>
              <a:t>Menor consumo de energía: </a:t>
            </a:r>
            <a:r>
              <a:rPr b="0" i="0" lang="es" sz="1040" u="none" cap="none" strike="noStrike">
                <a:solidFill>
                  <a:srgbClr val="C2C4B5"/>
                </a:solidFill>
                <a:latin typeface="Bitter"/>
                <a:ea typeface="Bitter"/>
                <a:cs typeface="Bitter"/>
                <a:sym typeface="Bitter"/>
              </a:rPr>
              <a:t>dado que los flip-flops cambian uno a la vez, utiliza menos energía que los contadores sincrónicos.</a:t>
            </a:r>
            <a:endParaRPr b="0" i="0" sz="1040" u="none" cap="none" strike="noStrike"/>
          </a:p>
        </p:txBody>
      </p:sp>
      <p:sp>
        <p:nvSpPr>
          <p:cNvPr id="149" name="Google Shape;149;p21"/>
          <p:cNvSpPr/>
          <p:nvPr/>
        </p:nvSpPr>
        <p:spPr>
          <a:xfrm>
            <a:off x="461100" y="2349293"/>
            <a:ext cx="8221800" cy="434700"/>
          </a:xfrm>
          <a:prstGeom prst="rect">
            <a:avLst/>
          </a:prstGeom>
          <a:noFill/>
          <a:ln>
            <a:noFill/>
          </a:ln>
        </p:spPr>
        <p:txBody>
          <a:bodyPr anchorCtr="0" anchor="t" bIns="0" lIns="0" spcFirstLastPara="1" rIns="0" wrap="square" tIns="0">
            <a:noAutofit/>
          </a:bodyPr>
          <a:lstStyle/>
          <a:p>
            <a:pPr indent="0" lvl="0" marL="0" marR="0" rtl="0" algn="l">
              <a:lnSpc>
                <a:spcPct val="163636"/>
              </a:lnSpc>
              <a:spcBef>
                <a:spcPts val="0"/>
              </a:spcBef>
              <a:spcAft>
                <a:spcPts val="0"/>
              </a:spcAft>
              <a:buClr>
                <a:srgbClr val="C2C4B5"/>
              </a:buClr>
              <a:buSzPts val="1040"/>
              <a:buFont typeface="Bitter"/>
              <a:buNone/>
            </a:pPr>
            <a:r>
              <a:rPr b="1" i="0" lang="es" sz="1040" u="none" cap="none" strike="noStrike">
                <a:solidFill>
                  <a:srgbClr val="C2C4B5"/>
                </a:solidFill>
                <a:latin typeface="Bitter"/>
                <a:ea typeface="Bitter"/>
                <a:cs typeface="Bitter"/>
                <a:sym typeface="Bitter"/>
              </a:rPr>
              <a:t>Menos costoso: </a:t>
            </a:r>
            <a:r>
              <a:rPr b="0" i="0" lang="es" sz="1040" u="none" cap="none" strike="noStrike">
                <a:solidFill>
                  <a:srgbClr val="C2C4B5"/>
                </a:solidFill>
                <a:latin typeface="Bitter"/>
                <a:ea typeface="Bitter"/>
                <a:cs typeface="Bitter"/>
                <a:sym typeface="Bitter"/>
              </a:rPr>
              <a:t>el diseño es más simple y utiliza menos componentes, lo que hace que sea menos costoso construir contadores asincrónicos.</a:t>
            </a:r>
            <a:endParaRPr b="0" i="0" sz="1040" u="none" cap="none" strike="noStrike"/>
          </a:p>
        </p:txBody>
      </p:sp>
      <p:sp>
        <p:nvSpPr>
          <p:cNvPr id="150" name="Google Shape;150;p21"/>
          <p:cNvSpPr/>
          <p:nvPr/>
        </p:nvSpPr>
        <p:spPr>
          <a:xfrm>
            <a:off x="461100" y="2987706"/>
            <a:ext cx="2716800" cy="339600"/>
          </a:xfrm>
          <a:prstGeom prst="rect">
            <a:avLst/>
          </a:prstGeom>
          <a:noFill/>
          <a:ln>
            <a:noFill/>
          </a:ln>
        </p:spPr>
        <p:txBody>
          <a:bodyPr anchorCtr="0" anchor="t" bIns="0" lIns="0" spcFirstLastPara="1" rIns="0" wrap="square" tIns="0">
            <a:noAutofit/>
          </a:bodyPr>
          <a:lstStyle/>
          <a:p>
            <a:pPr indent="0" lvl="0" marL="0" marR="0" rtl="0" algn="l">
              <a:lnSpc>
                <a:spcPct val="125373"/>
              </a:lnSpc>
              <a:spcBef>
                <a:spcPts val="0"/>
              </a:spcBef>
              <a:spcAft>
                <a:spcPts val="0"/>
              </a:spcAft>
              <a:buClr>
                <a:srgbClr val="E1E5CD"/>
              </a:buClr>
              <a:buSzPts val="2112"/>
              <a:buFont typeface="Outfit"/>
              <a:buNone/>
            </a:pPr>
            <a:r>
              <a:rPr b="1" i="0" lang="es" sz="2112" u="none" cap="none" strike="noStrike">
                <a:solidFill>
                  <a:srgbClr val="E1E5CD"/>
                </a:solidFill>
                <a:latin typeface="Outfit"/>
                <a:ea typeface="Outfit"/>
                <a:cs typeface="Outfit"/>
                <a:sym typeface="Outfit"/>
              </a:rPr>
              <a:t>Desventajas</a:t>
            </a:r>
            <a:endParaRPr b="0" i="0" sz="2112" u="none" cap="none" strike="noStrike"/>
          </a:p>
        </p:txBody>
      </p:sp>
      <p:sp>
        <p:nvSpPr>
          <p:cNvPr id="151" name="Google Shape;151;p21"/>
          <p:cNvSpPr/>
          <p:nvPr/>
        </p:nvSpPr>
        <p:spPr>
          <a:xfrm>
            <a:off x="461100" y="3531026"/>
            <a:ext cx="8221800" cy="434700"/>
          </a:xfrm>
          <a:prstGeom prst="rect">
            <a:avLst/>
          </a:prstGeom>
          <a:noFill/>
          <a:ln>
            <a:noFill/>
          </a:ln>
        </p:spPr>
        <p:txBody>
          <a:bodyPr anchorCtr="0" anchor="t" bIns="0" lIns="0" spcFirstLastPara="1" rIns="0" wrap="square" tIns="0">
            <a:noAutofit/>
          </a:bodyPr>
          <a:lstStyle/>
          <a:p>
            <a:pPr indent="0" lvl="0" marL="0" marR="0" rtl="0" algn="l">
              <a:lnSpc>
                <a:spcPct val="163636"/>
              </a:lnSpc>
              <a:spcBef>
                <a:spcPts val="0"/>
              </a:spcBef>
              <a:spcAft>
                <a:spcPts val="0"/>
              </a:spcAft>
              <a:buClr>
                <a:srgbClr val="C2C4B5"/>
              </a:buClr>
              <a:buSzPts val="1040"/>
              <a:buFont typeface="Bitter"/>
              <a:buNone/>
            </a:pPr>
            <a:r>
              <a:rPr b="1" i="0" lang="es" sz="1040" u="none" cap="none" strike="noStrike">
                <a:solidFill>
                  <a:srgbClr val="C2C4B5"/>
                </a:solidFill>
                <a:latin typeface="Bitter"/>
                <a:ea typeface="Bitter"/>
                <a:cs typeface="Bitter"/>
                <a:sym typeface="Bitter"/>
              </a:rPr>
              <a:t>Menos preciso: </a:t>
            </a:r>
            <a:r>
              <a:rPr b="0" i="0" lang="es" sz="1040" u="none" cap="none" strike="noStrike">
                <a:solidFill>
                  <a:srgbClr val="C2C4B5"/>
                </a:solidFill>
                <a:latin typeface="Bitter"/>
                <a:ea typeface="Bitter"/>
                <a:cs typeface="Bitter"/>
                <a:sym typeface="Bitter"/>
              </a:rPr>
              <a:t>el efecto dominó (el retraso entre flip-flops) puede causar errores, haciendo que los contadores asincrónicos sean menos precisos.</a:t>
            </a:r>
            <a:endParaRPr b="0" i="0" sz="1040" u="none" cap="none" strike="noStrike"/>
          </a:p>
        </p:txBody>
      </p:sp>
      <p:sp>
        <p:nvSpPr>
          <p:cNvPr id="152" name="Google Shape;152;p21"/>
          <p:cNvSpPr/>
          <p:nvPr/>
        </p:nvSpPr>
        <p:spPr>
          <a:xfrm>
            <a:off x="461100" y="4013251"/>
            <a:ext cx="8221800" cy="217200"/>
          </a:xfrm>
          <a:prstGeom prst="rect">
            <a:avLst/>
          </a:prstGeom>
          <a:noFill/>
          <a:ln>
            <a:noFill/>
          </a:ln>
        </p:spPr>
        <p:txBody>
          <a:bodyPr anchorCtr="0" anchor="t" bIns="0" lIns="0" spcFirstLastPara="1" rIns="0" wrap="square" tIns="0">
            <a:noAutofit/>
          </a:bodyPr>
          <a:lstStyle/>
          <a:p>
            <a:pPr indent="0" lvl="0" marL="0" marR="0" rtl="0" algn="l">
              <a:lnSpc>
                <a:spcPct val="163636"/>
              </a:lnSpc>
              <a:spcBef>
                <a:spcPts val="0"/>
              </a:spcBef>
              <a:spcAft>
                <a:spcPts val="0"/>
              </a:spcAft>
              <a:buClr>
                <a:srgbClr val="C2C4B5"/>
              </a:buClr>
              <a:buSzPts val="1040"/>
              <a:buFont typeface="Bitter"/>
              <a:buNone/>
            </a:pPr>
            <a:r>
              <a:rPr b="1" i="0" lang="es" sz="1040" u="none" cap="none" strike="noStrike">
                <a:solidFill>
                  <a:srgbClr val="C2C4B5"/>
                </a:solidFill>
                <a:latin typeface="Bitter"/>
                <a:ea typeface="Bitter"/>
                <a:cs typeface="Bitter"/>
                <a:sym typeface="Bitter"/>
              </a:rPr>
              <a:t>Velocidad limitada: </a:t>
            </a:r>
            <a:r>
              <a:rPr b="0" i="0" lang="es" sz="1040" u="none" cap="none" strike="noStrike">
                <a:solidFill>
                  <a:srgbClr val="C2C4B5"/>
                </a:solidFill>
                <a:latin typeface="Bitter"/>
                <a:ea typeface="Bitter"/>
                <a:cs typeface="Bitter"/>
                <a:sym typeface="Bitter"/>
              </a:rPr>
              <a:t>estos contadores no son adecuados para sistemas rápidos debido a los retrasos entre flip-flops.</a:t>
            </a:r>
            <a:endParaRPr b="0" i="0" sz="1040" u="none" cap="none" strike="noStrike"/>
          </a:p>
        </p:txBody>
      </p:sp>
      <p:sp>
        <p:nvSpPr>
          <p:cNvPr id="153" name="Google Shape;153;p21"/>
          <p:cNvSpPr/>
          <p:nvPr/>
        </p:nvSpPr>
        <p:spPr>
          <a:xfrm>
            <a:off x="461100" y="4278118"/>
            <a:ext cx="8221800" cy="434700"/>
          </a:xfrm>
          <a:prstGeom prst="rect">
            <a:avLst/>
          </a:prstGeom>
          <a:noFill/>
          <a:ln>
            <a:noFill/>
          </a:ln>
        </p:spPr>
        <p:txBody>
          <a:bodyPr anchorCtr="0" anchor="t" bIns="0" lIns="0" spcFirstLastPara="1" rIns="0" wrap="square" tIns="0">
            <a:noAutofit/>
          </a:bodyPr>
          <a:lstStyle/>
          <a:p>
            <a:pPr indent="0" lvl="0" marL="0" marR="0" rtl="0" algn="l">
              <a:lnSpc>
                <a:spcPct val="163636"/>
              </a:lnSpc>
              <a:spcBef>
                <a:spcPts val="0"/>
              </a:spcBef>
              <a:spcAft>
                <a:spcPts val="0"/>
              </a:spcAft>
              <a:buClr>
                <a:srgbClr val="C2C4B5"/>
              </a:buClr>
              <a:buSzPts val="1040"/>
              <a:buFont typeface="Bitter"/>
              <a:buNone/>
            </a:pPr>
            <a:r>
              <a:rPr b="1" i="0" lang="es" sz="1040" u="none" cap="none" strike="noStrike">
                <a:solidFill>
                  <a:srgbClr val="C2C4B5"/>
                </a:solidFill>
                <a:latin typeface="Bitter"/>
                <a:ea typeface="Bitter"/>
                <a:cs typeface="Bitter"/>
                <a:sym typeface="Bitter"/>
              </a:rPr>
              <a:t>Mayor retardo de propagación: </a:t>
            </a:r>
            <a:r>
              <a:rPr b="0" i="0" lang="es" sz="1040" u="none" cap="none" strike="noStrike">
                <a:solidFill>
                  <a:srgbClr val="C2C4B5"/>
                </a:solidFill>
                <a:latin typeface="Bitter"/>
                <a:ea typeface="Bitter"/>
                <a:cs typeface="Bitter"/>
                <a:sym typeface="Bitter"/>
              </a:rPr>
              <a:t>a medida que se agregan más flip-flops, el retraso aumenta, lo que hace que el contador sea más lento y menos confiable.</a:t>
            </a:r>
            <a:endParaRPr b="0" i="0" sz="1040" u="none" cap="none" strike="noStrike"/>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7" name="Shape 157"/>
        <p:cNvGrpSpPr/>
        <p:nvPr/>
      </p:nvGrpSpPr>
      <p:grpSpPr>
        <a:xfrm>
          <a:off x="0" y="0"/>
          <a:ext cx="0" cy="0"/>
          <a:chOff x="0" y="0"/>
          <a:chExt cx="0" cy="0"/>
        </a:xfrm>
      </p:grpSpPr>
      <p:sp>
        <p:nvSpPr>
          <p:cNvPr id="158" name="Google Shape;158;p22"/>
          <p:cNvSpPr/>
          <p:nvPr/>
        </p:nvSpPr>
        <p:spPr>
          <a:xfrm>
            <a:off x="3578272" y="645275"/>
            <a:ext cx="1987800" cy="216900"/>
          </a:xfrm>
          <a:prstGeom prst="rect">
            <a:avLst/>
          </a:prstGeom>
          <a:noFill/>
          <a:ln>
            <a:noFill/>
          </a:ln>
        </p:spPr>
        <p:txBody>
          <a:bodyPr anchorCtr="0" anchor="t" bIns="0" lIns="0" spcFirstLastPara="1" rIns="0" wrap="square" tIns="0">
            <a:noAutofit/>
          </a:bodyPr>
          <a:lstStyle/>
          <a:p>
            <a:pPr indent="0" lvl="0" marL="0" marR="0" rtl="0" algn="ctr">
              <a:lnSpc>
                <a:spcPct val="124390"/>
              </a:lnSpc>
              <a:spcBef>
                <a:spcPts val="0"/>
              </a:spcBef>
              <a:spcAft>
                <a:spcPts val="0"/>
              </a:spcAft>
              <a:buClr>
                <a:srgbClr val="E1E5CD"/>
              </a:buClr>
              <a:buSzPts val="1360"/>
              <a:buFont typeface="Outfit"/>
              <a:buNone/>
            </a:pPr>
            <a:r>
              <a:rPr b="1" i="0" lang="es" sz="1360" u="none" cap="none" strike="noStrike">
                <a:solidFill>
                  <a:srgbClr val="E1E5CD"/>
                </a:solidFill>
                <a:latin typeface="Outfit"/>
                <a:ea typeface="Outfit"/>
                <a:cs typeface="Outfit"/>
                <a:sym typeface="Outfit"/>
              </a:rPr>
              <a:t>Contadores Ascendentes</a:t>
            </a:r>
            <a:endParaRPr b="0" i="0" sz="1360" u="none" cap="none" strike="noStrike"/>
          </a:p>
        </p:txBody>
      </p:sp>
      <p:sp>
        <p:nvSpPr>
          <p:cNvPr id="159" name="Google Shape;159;p22"/>
          <p:cNvSpPr/>
          <p:nvPr/>
        </p:nvSpPr>
        <p:spPr>
          <a:xfrm>
            <a:off x="91925" y="966438"/>
            <a:ext cx="8960100" cy="260400"/>
          </a:xfrm>
          <a:prstGeom prst="rect">
            <a:avLst/>
          </a:prstGeom>
          <a:noFill/>
          <a:ln>
            <a:noFill/>
          </a:ln>
        </p:spPr>
        <p:txBody>
          <a:bodyPr anchorCtr="0" anchor="t" bIns="0" lIns="0" spcFirstLastPara="1" rIns="0" wrap="square" tIns="0">
            <a:noAutofit/>
          </a:bodyPr>
          <a:lstStyle/>
          <a:p>
            <a:pPr indent="0" lvl="0" marL="0" marR="0" rtl="0" algn="just">
              <a:lnSpc>
                <a:spcPct val="125000"/>
              </a:lnSpc>
              <a:spcBef>
                <a:spcPts val="0"/>
              </a:spcBef>
              <a:spcAft>
                <a:spcPts val="0"/>
              </a:spcAft>
              <a:buClr>
                <a:srgbClr val="E1E5CD"/>
              </a:buClr>
              <a:buSzPts val="796"/>
              <a:buFont typeface="Outfit"/>
              <a:buNone/>
            </a:pPr>
            <a:r>
              <a:rPr i="0" lang="es" sz="1261" u="none" cap="none" strike="noStrike">
                <a:solidFill>
                  <a:srgbClr val="E1E5CD"/>
                </a:solidFill>
                <a:latin typeface="Outfit"/>
                <a:ea typeface="Outfit"/>
                <a:cs typeface="Outfit"/>
                <a:sym typeface="Outfit"/>
              </a:rPr>
              <a:t>Un contador ascendente es un circuito secuencial digital que aumenta su valor de salida en uno cada vez que recibe una señal de reloj (clock). Se utiliza comúnmente para contar eventos, medir tiempo o generar secuencias de control.</a:t>
            </a:r>
            <a:endParaRPr b="0" i="0" sz="1261" u="none" cap="none" strike="noStrike"/>
          </a:p>
        </p:txBody>
      </p:sp>
      <p:sp>
        <p:nvSpPr>
          <p:cNvPr id="160" name="Google Shape;160;p22"/>
          <p:cNvSpPr/>
          <p:nvPr/>
        </p:nvSpPr>
        <p:spPr>
          <a:xfrm>
            <a:off x="91925" y="1850678"/>
            <a:ext cx="3573000" cy="173400"/>
          </a:xfrm>
          <a:prstGeom prst="rect">
            <a:avLst/>
          </a:prstGeom>
          <a:noFill/>
          <a:ln>
            <a:noFill/>
          </a:ln>
        </p:spPr>
        <p:txBody>
          <a:bodyPr anchorCtr="0" anchor="t" bIns="0" lIns="0" spcFirstLastPara="1" rIns="0" wrap="square" tIns="0">
            <a:noAutofit/>
          </a:bodyPr>
          <a:lstStyle/>
          <a:p>
            <a:pPr indent="0" lvl="0" marL="0" marR="0" rtl="0" algn="l">
              <a:lnSpc>
                <a:spcPct val="128125"/>
              </a:lnSpc>
              <a:spcBef>
                <a:spcPts val="0"/>
              </a:spcBef>
              <a:spcAft>
                <a:spcPts val="0"/>
              </a:spcAft>
              <a:buClr>
                <a:srgbClr val="E1E5CD"/>
              </a:buClr>
              <a:buSzPts val="1062"/>
              <a:buFont typeface="Outfit"/>
              <a:buNone/>
            </a:pPr>
            <a:r>
              <a:rPr b="1" i="0" lang="es" sz="1062" u="none" cap="none" strike="noStrike">
                <a:solidFill>
                  <a:srgbClr val="E1E5CD"/>
                </a:solidFill>
                <a:latin typeface="Outfit"/>
                <a:ea typeface="Outfit"/>
                <a:cs typeface="Outfit"/>
                <a:sym typeface="Outfit"/>
              </a:rPr>
              <a:t>Secuencia Binaria y Tabla de Verdad (Contador de 3 bits)</a:t>
            </a:r>
            <a:endParaRPr b="0" i="0" sz="1062" u="none" cap="none" strike="noStrike"/>
          </a:p>
        </p:txBody>
      </p:sp>
      <p:sp>
        <p:nvSpPr>
          <p:cNvPr id="161" name="Google Shape;161;p22"/>
          <p:cNvSpPr/>
          <p:nvPr/>
        </p:nvSpPr>
        <p:spPr>
          <a:xfrm>
            <a:off x="91930" y="2027523"/>
            <a:ext cx="7709700" cy="529500"/>
          </a:xfrm>
          <a:prstGeom prst="rect">
            <a:avLst/>
          </a:prstGeom>
          <a:noFill/>
          <a:ln>
            <a:noFill/>
          </a:ln>
        </p:spPr>
        <p:txBody>
          <a:bodyPr anchorCtr="0" anchor="t" bIns="0" lIns="0" spcFirstLastPara="1" rIns="0" wrap="square" tIns="0">
            <a:noAutofit/>
          </a:bodyPr>
          <a:lstStyle/>
          <a:p>
            <a:pPr indent="0" lvl="0" marL="0" marR="0" rtl="0" algn="l">
              <a:lnSpc>
                <a:spcPct val="162500"/>
              </a:lnSpc>
              <a:spcBef>
                <a:spcPts val="0"/>
              </a:spcBef>
              <a:spcAft>
                <a:spcPts val="0"/>
              </a:spcAft>
              <a:buClr>
                <a:srgbClr val="C2C4B5"/>
              </a:buClr>
              <a:buSzPts val="531"/>
              <a:buFont typeface="Bitter"/>
              <a:buNone/>
            </a:pPr>
            <a:r>
              <a:rPr b="0" i="0" lang="es" sz="929" u="none" cap="none" strike="noStrike">
                <a:solidFill>
                  <a:srgbClr val="C2C4B5"/>
                </a:solidFill>
                <a:latin typeface="Bitter"/>
                <a:ea typeface="Bitter"/>
                <a:cs typeface="Bitter"/>
                <a:sym typeface="Bitter"/>
              </a:rPr>
              <a:t>Un contador ascendente de 3 bits puede contar desde 0 (000 en binario) hasta 7 (111 en binario). Cada vez que recibe un pulso de reloj, su salida binaria incrementa en uno, volviendo a 000 después de alcanzar el 111. La secuencia es la siguiente:</a:t>
            </a:r>
            <a:endParaRPr b="0" i="0" sz="929" u="none" cap="none" strike="noStrike"/>
          </a:p>
        </p:txBody>
      </p:sp>
      <p:sp>
        <p:nvSpPr>
          <p:cNvPr id="162" name="Google Shape;162;p22"/>
          <p:cNvSpPr/>
          <p:nvPr/>
        </p:nvSpPr>
        <p:spPr>
          <a:xfrm>
            <a:off x="91963" y="2409148"/>
            <a:ext cx="8960100" cy="204300"/>
          </a:xfrm>
          <a:prstGeom prst="rect">
            <a:avLst/>
          </a:prstGeom>
          <a:noFill/>
          <a:ln>
            <a:noFill/>
          </a:ln>
        </p:spPr>
        <p:txBody>
          <a:bodyPr anchorCtr="0" anchor="t" bIns="0" lIns="0" spcFirstLastPara="1" rIns="0" wrap="square" tIns="0">
            <a:noAutofit/>
          </a:bodyPr>
          <a:lstStyle/>
          <a:p>
            <a:pPr indent="0" lvl="0" marL="0" marR="0" rtl="0" algn="l">
              <a:lnSpc>
                <a:spcPct val="162500"/>
              </a:lnSpc>
              <a:spcBef>
                <a:spcPts val="0"/>
              </a:spcBef>
              <a:spcAft>
                <a:spcPts val="0"/>
              </a:spcAft>
              <a:buClr>
                <a:srgbClr val="C2C4B5"/>
              </a:buClr>
              <a:buSzPts val="531"/>
              <a:buFont typeface="Bitter"/>
              <a:buNone/>
            </a:pPr>
            <a:r>
              <a:rPr b="1" i="0" lang="es" sz="929" u="none" cap="none" strike="noStrike">
                <a:solidFill>
                  <a:srgbClr val="C2C4B5"/>
                </a:solidFill>
                <a:latin typeface="Bitter"/>
                <a:ea typeface="Bitter"/>
                <a:cs typeface="Bitter"/>
                <a:sym typeface="Bitter"/>
              </a:rPr>
              <a:t>000 → 001 → 010 → 011 → 100 → 101 → 110 → 111</a:t>
            </a:r>
            <a:endParaRPr b="0" i="0" sz="929" u="none" cap="none" strike="noStrike"/>
          </a:p>
        </p:txBody>
      </p:sp>
      <p:sp>
        <p:nvSpPr>
          <p:cNvPr id="163" name="Google Shape;163;p22"/>
          <p:cNvSpPr/>
          <p:nvPr/>
        </p:nvSpPr>
        <p:spPr>
          <a:xfrm>
            <a:off x="381581" y="2648118"/>
            <a:ext cx="7420200" cy="1850100"/>
          </a:xfrm>
          <a:prstGeom prst="roundRect">
            <a:avLst>
              <a:gd fmla="val 563" name="adj"/>
            </a:avLst>
          </a:prstGeom>
          <a:noFill/>
          <a:ln cap="flat" cmpd="sng" w="6325">
            <a:solidFill>
              <a:srgbClr val="FFFFFF">
                <a:alpha val="23919"/>
              </a:srgbClr>
            </a:solidFill>
            <a:prstDash val="solid"/>
            <a:round/>
            <a:headEnd len="sm" w="sm" type="none"/>
            <a:tailEnd len="sm" w="sm" type="none"/>
          </a:ln>
        </p:spPr>
        <p:txBody>
          <a:bodyPr anchorCtr="0" anchor="ctr" bIns="60675" lIns="60675" spcFirstLastPara="1" rIns="60675" wrap="square" tIns="60675">
            <a:noAutofit/>
          </a:bodyPr>
          <a:lstStyle/>
          <a:p>
            <a:pPr indent="0" lvl="0" marL="0" rtl="0" algn="l">
              <a:spcBef>
                <a:spcPts val="0"/>
              </a:spcBef>
              <a:spcAft>
                <a:spcPts val="0"/>
              </a:spcAft>
              <a:buNone/>
            </a:pPr>
            <a:r>
              <a:t/>
            </a:r>
            <a:endParaRPr sz="929"/>
          </a:p>
        </p:txBody>
      </p:sp>
      <p:sp>
        <p:nvSpPr>
          <p:cNvPr id="164" name="Google Shape;164;p22"/>
          <p:cNvSpPr/>
          <p:nvPr/>
        </p:nvSpPr>
        <p:spPr>
          <a:xfrm>
            <a:off x="385741" y="2653158"/>
            <a:ext cx="7412100" cy="204300"/>
          </a:xfrm>
          <a:prstGeom prst="rect">
            <a:avLst/>
          </a:prstGeom>
          <a:solidFill>
            <a:srgbClr val="FFFFFF">
              <a:alpha val="3920"/>
            </a:srgbClr>
          </a:solidFill>
          <a:ln>
            <a:noFill/>
          </a:ln>
        </p:spPr>
        <p:txBody>
          <a:bodyPr anchorCtr="0" anchor="ctr" bIns="60675" lIns="60675" spcFirstLastPara="1" rIns="60675" wrap="square" tIns="60675">
            <a:noAutofit/>
          </a:bodyPr>
          <a:lstStyle/>
          <a:p>
            <a:pPr indent="0" lvl="0" marL="0" rtl="0" algn="l">
              <a:spcBef>
                <a:spcPts val="0"/>
              </a:spcBef>
              <a:spcAft>
                <a:spcPts val="0"/>
              </a:spcAft>
              <a:buNone/>
            </a:pPr>
            <a:r>
              <a:t/>
            </a:r>
            <a:endParaRPr sz="929"/>
          </a:p>
        </p:txBody>
      </p:sp>
      <p:sp>
        <p:nvSpPr>
          <p:cNvPr id="165" name="Google Shape;165;p22"/>
          <p:cNvSpPr/>
          <p:nvPr/>
        </p:nvSpPr>
        <p:spPr>
          <a:xfrm>
            <a:off x="443252" y="2699851"/>
            <a:ext cx="1735800" cy="111300"/>
          </a:xfrm>
          <a:prstGeom prst="rect">
            <a:avLst/>
          </a:prstGeom>
          <a:noFill/>
          <a:ln>
            <a:noFill/>
          </a:ln>
        </p:spPr>
        <p:txBody>
          <a:bodyPr anchorCtr="0" anchor="t" bIns="0" lIns="0" spcFirstLastPara="1" rIns="0" wrap="square" tIns="0">
            <a:noAutofit/>
          </a:bodyPr>
          <a:lstStyle/>
          <a:p>
            <a:pPr indent="0" lvl="0" marL="0" marR="0" rtl="0" algn="l">
              <a:lnSpc>
                <a:spcPct val="162500"/>
              </a:lnSpc>
              <a:spcBef>
                <a:spcPts val="0"/>
              </a:spcBef>
              <a:spcAft>
                <a:spcPts val="0"/>
              </a:spcAft>
              <a:buClr>
                <a:srgbClr val="C2C4B5"/>
              </a:buClr>
              <a:buSzPts val="531"/>
              <a:buFont typeface="Bitter"/>
              <a:buNone/>
            </a:pPr>
            <a:r>
              <a:rPr b="1" i="0" lang="es" sz="929" u="none" cap="none" strike="noStrike">
                <a:solidFill>
                  <a:srgbClr val="C2C4B5"/>
                </a:solidFill>
                <a:latin typeface="Bitter"/>
                <a:ea typeface="Bitter"/>
                <a:cs typeface="Bitter"/>
                <a:sym typeface="Bitter"/>
              </a:rPr>
              <a:t>Pulso de Reloj</a:t>
            </a:r>
            <a:endParaRPr b="0" i="0" sz="929" u="none" cap="none" strike="noStrike"/>
          </a:p>
        </p:txBody>
      </p:sp>
      <p:sp>
        <p:nvSpPr>
          <p:cNvPr id="166" name="Google Shape;166;p22"/>
          <p:cNvSpPr/>
          <p:nvPr/>
        </p:nvSpPr>
        <p:spPr>
          <a:xfrm>
            <a:off x="2298325" y="2699851"/>
            <a:ext cx="1733700" cy="111300"/>
          </a:xfrm>
          <a:prstGeom prst="rect">
            <a:avLst/>
          </a:prstGeom>
          <a:noFill/>
          <a:ln>
            <a:noFill/>
          </a:ln>
        </p:spPr>
        <p:txBody>
          <a:bodyPr anchorCtr="0" anchor="t" bIns="0" lIns="0" spcFirstLastPara="1" rIns="0" wrap="square" tIns="0">
            <a:noAutofit/>
          </a:bodyPr>
          <a:lstStyle/>
          <a:p>
            <a:pPr indent="0" lvl="0" marL="0" marR="0" rtl="0" algn="l">
              <a:lnSpc>
                <a:spcPct val="162500"/>
              </a:lnSpc>
              <a:spcBef>
                <a:spcPts val="0"/>
              </a:spcBef>
              <a:spcAft>
                <a:spcPts val="0"/>
              </a:spcAft>
              <a:buClr>
                <a:srgbClr val="C2C4B5"/>
              </a:buClr>
              <a:buSzPts val="531"/>
              <a:buFont typeface="Bitter"/>
              <a:buNone/>
            </a:pPr>
            <a:r>
              <a:rPr b="1" i="0" lang="es" sz="929" u="none" cap="none" strike="noStrike">
                <a:solidFill>
                  <a:srgbClr val="C2C4B5"/>
                </a:solidFill>
                <a:latin typeface="Bitter"/>
                <a:ea typeface="Bitter"/>
                <a:cs typeface="Bitter"/>
                <a:sym typeface="Bitter"/>
              </a:rPr>
              <a:t>Q2 (MSB)</a:t>
            </a:r>
            <a:endParaRPr b="0" i="0" sz="929" u="none" cap="none" strike="noStrike"/>
          </a:p>
        </p:txBody>
      </p:sp>
      <p:sp>
        <p:nvSpPr>
          <p:cNvPr id="167" name="Google Shape;167;p22"/>
          <p:cNvSpPr/>
          <p:nvPr/>
        </p:nvSpPr>
        <p:spPr>
          <a:xfrm>
            <a:off x="4151306" y="2699851"/>
            <a:ext cx="1733700" cy="111300"/>
          </a:xfrm>
          <a:prstGeom prst="rect">
            <a:avLst/>
          </a:prstGeom>
          <a:noFill/>
          <a:ln>
            <a:noFill/>
          </a:ln>
        </p:spPr>
        <p:txBody>
          <a:bodyPr anchorCtr="0" anchor="t" bIns="0" lIns="0" spcFirstLastPara="1" rIns="0" wrap="square" tIns="0">
            <a:noAutofit/>
          </a:bodyPr>
          <a:lstStyle/>
          <a:p>
            <a:pPr indent="0" lvl="0" marL="0" marR="0" rtl="0" algn="l">
              <a:lnSpc>
                <a:spcPct val="162500"/>
              </a:lnSpc>
              <a:spcBef>
                <a:spcPts val="0"/>
              </a:spcBef>
              <a:spcAft>
                <a:spcPts val="0"/>
              </a:spcAft>
              <a:buClr>
                <a:srgbClr val="C2C4B5"/>
              </a:buClr>
              <a:buSzPts val="531"/>
              <a:buFont typeface="Bitter"/>
              <a:buNone/>
            </a:pPr>
            <a:r>
              <a:rPr b="1" i="0" lang="es" sz="929" u="none" cap="none" strike="noStrike">
                <a:solidFill>
                  <a:srgbClr val="C2C4B5"/>
                </a:solidFill>
                <a:latin typeface="Bitter"/>
                <a:ea typeface="Bitter"/>
                <a:cs typeface="Bitter"/>
                <a:sym typeface="Bitter"/>
              </a:rPr>
              <a:t>Q1</a:t>
            </a:r>
            <a:endParaRPr b="0" i="0" sz="929" u="none" cap="none" strike="noStrike"/>
          </a:p>
        </p:txBody>
      </p:sp>
      <p:sp>
        <p:nvSpPr>
          <p:cNvPr id="168" name="Google Shape;168;p22"/>
          <p:cNvSpPr/>
          <p:nvPr/>
        </p:nvSpPr>
        <p:spPr>
          <a:xfrm>
            <a:off x="6004286" y="2699851"/>
            <a:ext cx="1735800" cy="111300"/>
          </a:xfrm>
          <a:prstGeom prst="rect">
            <a:avLst/>
          </a:prstGeom>
          <a:noFill/>
          <a:ln>
            <a:noFill/>
          </a:ln>
        </p:spPr>
        <p:txBody>
          <a:bodyPr anchorCtr="0" anchor="t" bIns="0" lIns="0" spcFirstLastPara="1" rIns="0" wrap="square" tIns="0">
            <a:noAutofit/>
          </a:bodyPr>
          <a:lstStyle/>
          <a:p>
            <a:pPr indent="0" lvl="0" marL="0" marR="0" rtl="0" algn="l">
              <a:lnSpc>
                <a:spcPct val="162500"/>
              </a:lnSpc>
              <a:spcBef>
                <a:spcPts val="0"/>
              </a:spcBef>
              <a:spcAft>
                <a:spcPts val="0"/>
              </a:spcAft>
              <a:buClr>
                <a:srgbClr val="C2C4B5"/>
              </a:buClr>
              <a:buSzPts val="531"/>
              <a:buFont typeface="Bitter"/>
              <a:buNone/>
            </a:pPr>
            <a:r>
              <a:rPr b="1" i="0" lang="es" sz="929" u="none" cap="none" strike="noStrike">
                <a:solidFill>
                  <a:srgbClr val="C2C4B5"/>
                </a:solidFill>
                <a:latin typeface="Bitter"/>
                <a:ea typeface="Bitter"/>
                <a:cs typeface="Bitter"/>
                <a:sym typeface="Bitter"/>
              </a:rPr>
              <a:t>Q0 (LSB)</a:t>
            </a:r>
            <a:endParaRPr b="0" i="0" sz="929" u="none" cap="none" strike="noStrike"/>
          </a:p>
        </p:txBody>
      </p:sp>
      <p:sp>
        <p:nvSpPr>
          <p:cNvPr id="169" name="Google Shape;169;p22"/>
          <p:cNvSpPr/>
          <p:nvPr/>
        </p:nvSpPr>
        <p:spPr>
          <a:xfrm>
            <a:off x="385741" y="2857627"/>
            <a:ext cx="7412100" cy="204300"/>
          </a:xfrm>
          <a:prstGeom prst="rect">
            <a:avLst/>
          </a:prstGeom>
          <a:solidFill>
            <a:srgbClr val="000000">
              <a:alpha val="3920"/>
            </a:srgbClr>
          </a:solidFill>
          <a:ln>
            <a:noFill/>
          </a:ln>
        </p:spPr>
        <p:txBody>
          <a:bodyPr anchorCtr="0" anchor="ctr" bIns="60675" lIns="60675" spcFirstLastPara="1" rIns="60675" wrap="square" tIns="60675">
            <a:noAutofit/>
          </a:bodyPr>
          <a:lstStyle/>
          <a:p>
            <a:pPr indent="0" lvl="0" marL="0" rtl="0" algn="l">
              <a:spcBef>
                <a:spcPts val="0"/>
              </a:spcBef>
              <a:spcAft>
                <a:spcPts val="0"/>
              </a:spcAft>
              <a:buNone/>
            </a:pPr>
            <a:r>
              <a:t/>
            </a:r>
            <a:endParaRPr sz="929"/>
          </a:p>
        </p:txBody>
      </p:sp>
      <p:sp>
        <p:nvSpPr>
          <p:cNvPr id="170" name="Google Shape;170;p22"/>
          <p:cNvSpPr/>
          <p:nvPr/>
        </p:nvSpPr>
        <p:spPr>
          <a:xfrm>
            <a:off x="443252" y="2904321"/>
            <a:ext cx="1735800" cy="111300"/>
          </a:xfrm>
          <a:prstGeom prst="rect">
            <a:avLst/>
          </a:prstGeom>
          <a:noFill/>
          <a:ln>
            <a:noFill/>
          </a:ln>
        </p:spPr>
        <p:txBody>
          <a:bodyPr anchorCtr="0" anchor="t" bIns="0" lIns="0" spcFirstLastPara="1" rIns="0" wrap="square" tIns="0">
            <a:noAutofit/>
          </a:bodyPr>
          <a:lstStyle/>
          <a:p>
            <a:pPr indent="0" lvl="0" marL="0" marR="0" rtl="0" algn="l">
              <a:lnSpc>
                <a:spcPct val="162500"/>
              </a:lnSpc>
              <a:spcBef>
                <a:spcPts val="0"/>
              </a:spcBef>
              <a:spcAft>
                <a:spcPts val="0"/>
              </a:spcAft>
              <a:buClr>
                <a:srgbClr val="C2C4B5"/>
              </a:buClr>
              <a:buSzPts val="531"/>
              <a:buFont typeface="Bitter"/>
              <a:buNone/>
            </a:pPr>
            <a:r>
              <a:rPr b="0" i="0" lang="es" sz="929" u="none" cap="none" strike="noStrike">
                <a:solidFill>
                  <a:srgbClr val="C2C4B5"/>
                </a:solidFill>
                <a:latin typeface="Bitter"/>
                <a:ea typeface="Bitter"/>
                <a:cs typeface="Bitter"/>
                <a:sym typeface="Bitter"/>
              </a:rPr>
              <a:t>0</a:t>
            </a:r>
            <a:endParaRPr b="0" i="0" sz="929" u="none" cap="none" strike="noStrike"/>
          </a:p>
        </p:txBody>
      </p:sp>
      <p:sp>
        <p:nvSpPr>
          <p:cNvPr id="171" name="Google Shape;171;p22"/>
          <p:cNvSpPr/>
          <p:nvPr/>
        </p:nvSpPr>
        <p:spPr>
          <a:xfrm>
            <a:off x="2298325" y="2904321"/>
            <a:ext cx="1733700" cy="111300"/>
          </a:xfrm>
          <a:prstGeom prst="rect">
            <a:avLst/>
          </a:prstGeom>
          <a:noFill/>
          <a:ln>
            <a:noFill/>
          </a:ln>
        </p:spPr>
        <p:txBody>
          <a:bodyPr anchorCtr="0" anchor="t" bIns="0" lIns="0" spcFirstLastPara="1" rIns="0" wrap="square" tIns="0">
            <a:noAutofit/>
          </a:bodyPr>
          <a:lstStyle/>
          <a:p>
            <a:pPr indent="0" lvl="0" marL="0" marR="0" rtl="0" algn="l">
              <a:lnSpc>
                <a:spcPct val="162500"/>
              </a:lnSpc>
              <a:spcBef>
                <a:spcPts val="0"/>
              </a:spcBef>
              <a:spcAft>
                <a:spcPts val="0"/>
              </a:spcAft>
              <a:buClr>
                <a:srgbClr val="C2C4B5"/>
              </a:buClr>
              <a:buSzPts val="531"/>
              <a:buFont typeface="Bitter"/>
              <a:buNone/>
            </a:pPr>
            <a:r>
              <a:rPr b="0" i="0" lang="es" sz="929" u="none" cap="none" strike="noStrike">
                <a:solidFill>
                  <a:srgbClr val="C2C4B5"/>
                </a:solidFill>
                <a:latin typeface="Bitter"/>
                <a:ea typeface="Bitter"/>
                <a:cs typeface="Bitter"/>
                <a:sym typeface="Bitter"/>
              </a:rPr>
              <a:t>0</a:t>
            </a:r>
            <a:endParaRPr b="0" i="0" sz="929" u="none" cap="none" strike="noStrike"/>
          </a:p>
        </p:txBody>
      </p:sp>
      <p:sp>
        <p:nvSpPr>
          <p:cNvPr id="172" name="Google Shape;172;p22"/>
          <p:cNvSpPr/>
          <p:nvPr/>
        </p:nvSpPr>
        <p:spPr>
          <a:xfrm>
            <a:off x="4151306" y="2904321"/>
            <a:ext cx="1733700" cy="111300"/>
          </a:xfrm>
          <a:prstGeom prst="rect">
            <a:avLst/>
          </a:prstGeom>
          <a:noFill/>
          <a:ln>
            <a:noFill/>
          </a:ln>
        </p:spPr>
        <p:txBody>
          <a:bodyPr anchorCtr="0" anchor="t" bIns="0" lIns="0" spcFirstLastPara="1" rIns="0" wrap="square" tIns="0">
            <a:noAutofit/>
          </a:bodyPr>
          <a:lstStyle/>
          <a:p>
            <a:pPr indent="0" lvl="0" marL="0" marR="0" rtl="0" algn="l">
              <a:lnSpc>
                <a:spcPct val="162500"/>
              </a:lnSpc>
              <a:spcBef>
                <a:spcPts val="0"/>
              </a:spcBef>
              <a:spcAft>
                <a:spcPts val="0"/>
              </a:spcAft>
              <a:buClr>
                <a:srgbClr val="C2C4B5"/>
              </a:buClr>
              <a:buSzPts val="531"/>
              <a:buFont typeface="Bitter"/>
              <a:buNone/>
            </a:pPr>
            <a:r>
              <a:rPr b="0" i="0" lang="es" sz="929" u="none" cap="none" strike="noStrike">
                <a:solidFill>
                  <a:srgbClr val="C2C4B5"/>
                </a:solidFill>
                <a:latin typeface="Bitter"/>
                <a:ea typeface="Bitter"/>
                <a:cs typeface="Bitter"/>
                <a:sym typeface="Bitter"/>
              </a:rPr>
              <a:t>0</a:t>
            </a:r>
            <a:endParaRPr b="0" i="0" sz="929" u="none" cap="none" strike="noStrike"/>
          </a:p>
        </p:txBody>
      </p:sp>
      <p:sp>
        <p:nvSpPr>
          <p:cNvPr id="173" name="Google Shape;173;p22"/>
          <p:cNvSpPr/>
          <p:nvPr/>
        </p:nvSpPr>
        <p:spPr>
          <a:xfrm>
            <a:off x="6004286" y="2904321"/>
            <a:ext cx="1735800" cy="111300"/>
          </a:xfrm>
          <a:prstGeom prst="rect">
            <a:avLst/>
          </a:prstGeom>
          <a:noFill/>
          <a:ln>
            <a:noFill/>
          </a:ln>
        </p:spPr>
        <p:txBody>
          <a:bodyPr anchorCtr="0" anchor="t" bIns="0" lIns="0" spcFirstLastPara="1" rIns="0" wrap="square" tIns="0">
            <a:noAutofit/>
          </a:bodyPr>
          <a:lstStyle/>
          <a:p>
            <a:pPr indent="0" lvl="0" marL="0" marR="0" rtl="0" algn="l">
              <a:lnSpc>
                <a:spcPct val="162500"/>
              </a:lnSpc>
              <a:spcBef>
                <a:spcPts val="0"/>
              </a:spcBef>
              <a:spcAft>
                <a:spcPts val="0"/>
              </a:spcAft>
              <a:buClr>
                <a:srgbClr val="C2C4B5"/>
              </a:buClr>
              <a:buSzPts val="531"/>
              <a:buFont typeface="Bitter"/>
              <a:buNone/>
            </a:pPr>
            <a:r>
              <a:rPr b="0" i="0" lang="es" sz="929" u="none" cap="none" strike="noStrike">
                <a:solidFill>
                  <a:srgbClr val="C2C4B5"/>
                </a:solidFill>
                <a:latin typeface="Bitter"/>
                <a:ea typeface="Bitter"/>
                <a:cs typeface="Bitter"/>
                <a:sym typeface="Bitter"/>
              </a:rPr>
              <a:t>0</a:t>
            </a:r>
            <a:endParaRPr b="0" i="0" sz="929" u="none" cap="none" strike="noStrike"/>
          </a:p>
        </p:txBody>
      </p:sp>
      <p:sp>
        <p:nvSpPr>
          <p:cNvPr id="174" name="Google Shape;174;p22"/>
          <p:cNvSpPr/>
          <p:nvPr/>
        </p:nvSpPr>
        <p:spPr>
          <a:xfrm>
            <a:off x="385741" y="3062097"/>
            <a:ext cx="7412100" cy="204300"/>
          </a:xfrm>
          <a:prstGeom prst="rect">
            <a:avLst/>
          </a:prstGeom>
          <a:solidFill>
            <a:srgbClr val="FFFFFF">
              <a:alpha val="3920"/>
            </a:srgbClr>
          </a:solidFill>
          <a:ln>
            <a:noFill/>
          </a:ln>
        </p:spPr>
        <p:txBody>
          <a:bodyPr anchorCtr="0" anchor="ctr" bIns="60675" lIns="60675" spcFirstLastPara="1" rIns="60675" wrap="square" tIns="60675">
            <a:noAutofit/>
          </a:bodyPr>
          <a:lstStyle/>
          <a:p>
            <a:pPr indent="0" lvl="0" marL="0" rtl="0" algn="l">
              <a:spcBef>
                <a:spcPts val="0"/>
              </a:spcBef>
              <a:spcAft>
                <a:spcPts val="0"/>
              </a:spcAft>
              <a:buNone/>
            </a:pPr>
            <a:r>
              <a:t/>
            </a:r>
            <a:endParaRPr sz="929"/>
          </a:p>
        </p:txBody>
      </p:sp>
      <p:sp>
        <p:nvSpPr>
          <p:cNvPr id="175" name="Google Shape;175;p22"/>
          <p:cNvSpPr/>
          <p:nvPr/>
        </p:nvSpPr>
        <p:spPr>
          <a:xfrm>
            <a:off x="443252" y="3108790"/>
            <a:ext cx="1735800" cy="111300"/>
          </a:xfrm>
          <a:prstGeom prst="rect">
            <a:avLst/>
          </a:prstGeom>
          <a:noFill/>
          <a:ln>
            <a:noFill/>
          </a:ln>
        </p:spPr>
        <p:txBody>
          <a:bodyPr anchorCtr="0" anchor="t" bIns="0" lIns="0" spcFirstLastPara="1" rIns="0" wrap="square" tIns="0">
            <a:noAutofit/>
          </a:bodyPr>
          <a:lstStyle/>
          <a:p>
            <a:pPr indent="0" lvl="0" marL="0" marR="0" rtl="0" algn="l">
              <a:lnSpc>
                <a:spcPct val="162500"/>
              </a:lnSpc>
              <a:spcBef>
                <a:spcPts val="0"/>
              </a:spcBef>
              <a:spcAft>
                <a:spcPts val="0"/>
              </a:spcAft>
              <a:buClr>
                <a:srgbClr val="C2C4B5"/>
              </a:buClr>
              <a:buSzPts val="531"/>
              <a:buFont typeface="Bitter"/>
              <a:buNone/>
            </a:pPr>
            <a:r>
              <a:rPr b="0" i="0" lang="es" sz="929" u="none" cap="none" strike="noStrike">
                <a:solidFill>
                  <a:srgbClr val="C2C4B5"/>
                </a:solidFill>
                <a:latin typeface="Bitter"/>
                <a:ea typeface="Bitter"/>
                <a:cs typeface="Bitter"/>
                <a:sym typeface="Bitter"/>
              </a:rPr>
              <a:t>1</a:t>
            </a:r>
            <a:endParaRPr b="0" i="0" sz="929" u="none" cap="none" strike="noStrike"/>
          </a:p>
        </p:txBody>
      </p:sp>
      <p:sp>
        <p:nvSpPr>
          <p:cNvPr id="176" name="Google Shape;176;p22"/>
          <p:cNvSpPr/>
          <p:nvPr/>
        </p:nvSpPr>
        <p:spPr>
          <a:xfrm>
            <a:off x="2298325" y="3108790"/>
            <a:ext cx="1733700" cy="111300"/>
          </a:xfrm>
          <a:prstGeom prst="rect">
            <a:avLst/>
          </a:prstGeom>
          <a:noFill/>
          <a:ln>
            <a:noFill/>
          </a:ln>
        </p:spPr>
        <p:txBody>
          <a:bodyPr anchorCtr="0" anchor="t" bIns="0" lIns="0" spcFirstLastPara="1" rIns="0" wrap="square" tIns="0">
            <a:noAutofit/>
          </a:bodyPr>
          <a:lstStyle/>
          <a:p>
            <a:pPr indent="0" lvl="0" marL="0" marR="0" rtl="0" algn="l">
              <a:lnSpc>
                <a:spcPct val="162500"/>
              </a:lnSpc>
              <a:spcBef>
                <a:spcPts val="0"/>
              </a:spcBef>
              <a:spcAft>
                <a:spcPts val="0"/>
              </a:spcAft>
              <a:buClr>
                <a:srgbClr val="C2C4B5"/>
              </a:buClr>
              <a:buSzPts val="531"/>
              <a:buFont typeface="Bitter"/>
              <a:buNone/>
            </a:pPr>
            <a:r>
              <a:rPr b="0" i="0" lang="es" sz="929" u="none" cap="none" strike="noStrike">
                <a:solidFill>
                  <a:srgbClr val="C2C4B5"/>
                </a:solidFill>
                <a:latin typeface="Bitter"/>
                <a:ea typeface="Bitter"/>
                <a:cs typeface="Bitter"/>
                <a:sym typeface="Bitter"/>
              </a:rPr>
              <a:t>0</a:t>
            </a:r>
            <a:endParaRPr b="0" i="0" sz="929" u="none" cap="none" strike="noStrike"/>
          </a:p>
        </p:txBody>
      </p:sp>
      <p:sp>
        <p:nvSpPr>
          <p:cNvPr id="177" name="Google Shape;177;p22"/>
          <p:cNvSpPr/>
          <p:nvPr/>
        </p:nvSpPr>
        <p:spPr>
          <a:xfrm>
            <a:off x="4151306" y="3108790"/>
            <a:ext cx="1733700" cy="111300"/>
          </a:xfrm>
          <a:prstGeom prst="rect">
            <a:avLst/>
          </a:prstGeom>
          <a:noFill/>
          <a:ln>
            <a:noFill/>
          </a:ln>
        </p:spPr>
        <p:txBody>
          <a:bodyPr anchorCtr="0" anchor="t" bIns="0" lIns="0" spcFirstLastPara="1" rIns="0" wrap="square" tIns="0">
            <a:noAutofit/>
          </a:bodyPr>
          <a:lstStyle/>
          <a:p>
            <a:pPr indent="0" lvl="0" marL="0" marR="0" rtl="0" algn="l">
              <a:lnSpc>
                <a:spcPct val="162500"/>
              </a:lnSpc>
              <a:spcBef>
                <a:spcPts val="0"/>
              </a:spcBef>
              <a:spcAft>
                <a:spcPts val="0"/>
              </a:spcAft>
              <a:buClr>
                <a:srgbClr val="C2C4B5"/>
              </a:buClr>
              <a:buSzPts val="531"/>
              <a:buFont typeface="Bitter"/>
              <a:buNone/>
            </a:pPr>
            <a:r>
              <a:rPr b="0" i="0" lang="es" sz="929" u="none" cap="none" strike="noStrike">
                <a:solidFill>
                  <a:srgbClr val="C2C4B5"/>
                </a:solidFill>
                <a:latin typeface="Bitter"/>
                <a:ea typeface="Bitter"/>
                <a:cs typeface="Bitter"/>
                <a:sym typeface="Bitter"/>
              </a:rPr>
              <a:t>0</a:t>
            </a:r>
            <a:endParaRPr b="0" i="0" sz="929" u="none" cap="none" strike="noStrike"/>
          </a:p>
        </p:txBody>
      </p:sp>
      <p:sp>
        <p:nvSpPr>
          <p:cNvPr id="178" name="Google Shape;178;p22"/>
          <p:cNvSpPr/>
          <p:nvPr/>
        </p:nvSpPr>
        <p:spPr>
          <a:xfrm>
            <a:off x="6004286" y="3108790"/>
            <a:ext cx="1735800" cy="111300"/>
          </a:xfrm>
          <a:prstGeom prst="rect">
            <a:avLst/>
          </a:prstGeom>
          <a:noFill/>
          <a:ln>
            <a:noFill/>
          </a:ln>
        </p:spPr>
        <p:txBody>
          <a:bodyPr anchorCtr="0" anchor="t" bIns="0" lIns="0" spcFirstLastPara="1" rIns="0" wrap="square" tIns="0">
            <a:noAutofit/>
          </a:bodyPr>
          <a:lstStyle/>
          <a:p>
            <a:pPr indent="0" lvl="0" marL="0" marR="0" rtl="0" algn="l">
              <a:lnSpc>
                <a:spcPct val="162500"/>
              </a:lnSpc>
              <a:spcBef>
                <a:spcPts val="0"/>
              </a:spcBef>
              <a:spcAft>
                <a:spcPts val="0"/>
              </a:spcAft>
              <a:buClr>
                <a:srgbClr val="C2C4B5"/>
              </a:buClr>
              <a:buSzPts val="531"/>
              <a:buFont typeface="Bitter"/>
              <a:buNone/>
            </a:pPr>
            <a:r>
              <a:rPr b="0" i="0" lang="es" sz="929" u="none" cap="none" strike="noStrike">
                <a:solidFill>
                  <a:srgbClr val="C2C4B5"/>
                </a:solidFill>
                <a:latin typeface="Bitter"/>
                <a:ea typeface="Bitter"/>
                <a:cs typeface="Bitter"/>
                <a:sym typeface="Bitter"/>
              </a:rPr>
              <a:t>1</a:t>
            </a:r>
            <a:endParaRPr b="0" i="0" sz="929" u="none" cap="none" strike="noStrike"/>
          </a:p>
        </p:txBody>
      </p:sp>
      <p:sp>
        <p:nvSpPr>
          <p:cNvPr id="179" name="Google Shape;179;p22"/>
          <p:cNvSpPr/>
          <p:nvPr/>
        </p:nvSpPr>
        <p:spPr>
          <a:xfrm>
            <a:off x="385741" y="3266567"/>
            <a:ext cx="7412100" cy="204300"/>
          </a:xfrm>
          <a:prstGeom prst="rect">
            <a:avLst/>
          </a:prstGeom>
          <a:solidFill>
            <a:srgbClr val="000000">
              <a:alpha val="3920"/>
            </a:srgbClr>
          </a:solidFill>
          <a:ln>
            <a:noFill/>
          </a:ln>
        </p:spPr>
        <p:txBody>
          <a:bodyPr anchorCtr="0" anchor="ctr" bIns="60675" lIns="60675" spcFirstLastPara="1" rIns="60675" wrap="square" tIns="60675">
            <a:noAutofit/>
          </a:bodyPr>
          <a:lstStyle/>
          <a:p>
            <a:pPr indent="0" lvl="0" marL="0" rtl="0" algn="l">
              <a:spcBef>
                <a:spcPts val="0"/>
              </a:spcBef>
              <a:spcAft>
                <a:spcPts val="0"/>
              </a:spcAft>
              <a:buNone/>
            </a:pPr>
            <a:r>
              <a:t/>
            </a:r>
            <a:endParaRPr sz="929"/>
          </a:p>
        </p:txBody>
      </p:sp>
      <p:sp>
        <p:nvSpPr>
          <p:cNvPr id="180" name="Google Shape;180;p22"/>
          <p:cNvSpPr/>
          <p:nvPr/>
        </p:nvSpPr>
        <p:spPr>
          <a:xfrm>
            <a:off x="443252" y="3313260"/>
            <a:ext cx="1735800" cy="111300"/>
          </a:xfrm>
          <a:prstGeom prst="rect">
            <a:avLst/>
          </a:prstGeom>
          <a:noFill/>
          <a:ln>
            <a:noFill/>
          </a:ln>
        </p:spPr>
        <p:txBody>
          <a:bodyPr anchorCtr="0" anchor="t" bIns="0" lIns="0" spcFirstLastPara="1" rIns="0" wrap="square" tIns="0">
            <a:noAutofit/>
          </a:bodyPr>
          <a:lstStyle/>
          <a:p>
            <a:pPr indent="0" lvl="0" marL="0" marR="0" rtl="0" algn="l">
              <a:lnSpc>
                <a:spcPct val="162500"/>
              </a:lnSpc>
              <a:spcBef>
                <a:spcPts val="0"/>
              </a:spcBef>
              <a:spcAft>
                <a:spcPts val="0"/>
              </a:spcAft>
              <a:buClr>
                <a:srgbClr val="C2C4B5"/>
              </a:buClr>
              <a:buSzPts val="531"/>
              <a:buFont typeface="Bitter"/>
              <a:buNone/>
            </a:pPr>
            <a:r>
              <a:rPr b="0" i="0" lang="es" sz="929" u="none" cap="none" strike="noStrike">
                <a:solidFill>
                  <a:srgbClr val="C2C4B5"/>
                </a:solidFill>
                <a:latin typeface="Bitter"/>
                <a:ea typeface="Bitter"/>
                <a:cs typeface="Bitter"/>
                <a:sym typeface="Bitter"/>
              </a:rPr>
              <a:t>2</a:t>
            </a:r>
            <a:endParaRPr b="0" i="0" sz="929" u="none" cap="none" strike="noStrike"/>
          </a:p>
        </p:txBody>
      </p:sp>
      <p:sp>
        <p:nvSpPr>
          <p:cNvPr id="181" name="Google Shape;181;p22"/>
          <p:cNvSpPr/>
          <p:nvPr/>
        </p:nvSpPr>
        <p:spPr>
          <a:xfrm>
            <a:off x="2298325" y="3313260"/>
            <a:ext cx="1733700" cy="111300"/>
          </a:xfrm>
          <a:prstGeom prst="rect">
            <a:avLst/>
          </a:prstGeom>
          <a:noFill/>
          <a:ln>
            <a:noFill/>
          </a:ln>
        </p:spPr>
        <p:txBody>
          <a:bodyPr anchorCtr="0" anchor="t" bIns="0" lIns="0" spcFirstLastPara="1" rIns="0" wrap="square" tIns="0">
            <a:noAutofit/>
          </a:bodyPr>
          <a:lstStyle/>
          <a:p>
            <a:pPr indent="0" lvl="0" marL="0" marR="0" rtl="0" algn="l">
              <a:lnSpc>
                <a:spcPct val="162500"/>
              </a:lnSpc>
              <a:spcBef>
                <a:spcPts val="0"/>
              </a:spcBef>
              <a:spcAft>
                <a:spcPts val="0"/>
              </a:spcAft>
              <a:buClr>
                <a:srgbClr val="C2C4B5"/>
              </a:buClr>
              <a:buSzPts val="531"/>
              <a:buFont typeface="Bitter"/>
              <a:buNone/>
            </a:pPr>
            <a:r>
              <a:rPr b="0" i="0" lang="es" sz="929" u="none" cap="none" strike="noStrike">
                <a:solidFill>
                  <a:srgbClr val="C2C4B5"/>
                </a:solidFill>
                <a:latin typeface="Bitter"/>
                <a:ea typeface="Bitter"/>
                <a:cs typeface="Bitter"/>
                <a:sym typeface="Bitter"/>
              </a:rPr>
              <a:t>0</a:t>
            </a:r>
            <a:endParaRPr b="0" i="0" sz="929" u="none" cap="none" strike="noStrike"/>
          </a:p>
        </p:txBody>
      </p:sp>
      <p:sp>
        <p:nvSpPr>
          <p:cNvPr id="182" name="Google Shape;182;p22"/>
          <p:cNvSpPr/>
          <p:nvPr/>
        </p:nvSpPr>
        <p:spPr>
          <a:xfrm>
            <a:off x="4151306" y="3313260"/>
            <a:ext cx="1733700" cy="111300"/>
          </a:xfrm>
          <a:prstGeom prst="rect">
            <a:avLst/>
          </a:prstGeom>
          <a:noFill/>
          <a:ln>
            <a:noFill/>
          </a:ln>
        </p:spPr>
        <p:txBody>
          <a:bodyPr anchorCtr="0" anchor="t" bIns="0" lIns="0" spcFirstLastPara="1" rIns="0" wrap="square" tIns="0">
            <a:noAutofit/>
          </a:bodyPr>
          <a:lstStyle/>
          <a:p>
            <a:pPr indent="0" lvl="0" marL="0" marR="0" rtl="0" algn="l">
              <a:lnSpc>
                <a:spcPct val="162500"/>
              </a:lnSpc>
              <a:spcBef>
                <a:spcPts val="0"/>
              </a:spcBef>
              <a:spcAft>
                <a:spcPts val="0"/>
              </a:spcAft>
              <a:buClr>
                <a:srgbClr val="C2C4B5"/>
              </a:buClr>
              <a:buSzPts val="531"/>
              <a:buFont typeface="Bitter"/>
              <a:buNone/>
            </a:pPr>
            <a:r>
              <a:rPr b="0" i="0" lang="es" sz="929" u="none" cap="none" strike="noStrike">
                <a:solidFill>
                  <a:srgbClr val="C2C4B5"/>
                </a:solidFill>
                <a:latin typeface="Bitter"/>
                <a:ea typeface="Bitter"/>
                <a:cs typeface="Bitter"/>
                <a:sym typeface="Bitter"/>
              </a:rPr>
              <a:t>1</a:t>
            </a:r>
            <a:endParaRPr b="0" i="0" sz="929" u="none" cap="none" strike="noStrike"/>
          </a:p>
        </p:txBody>
      </p:sp>
      <p:sp>
        <p:nvSpPr>
          <p:cNvPr id="183" name="Google Shape;183;p22"/>
          <p:cNvSpPr/>
          <p:nvPr/>
        </p:nvSpPr>
        <p:spPr>
          <a:xfrm>
            <a:off x="6004286" y="3313260"/>
            <a:ext cx="1735800" cy="111300"/>
          </a:xfrm>
          <a:prstGeom prst="rect">
            <a:avLst/>
          </a:prstGeom>
          <a:noFill/>
          <a:ln>
            <a:noFill/>
          </a:ln>
        </p:spPr>
        <p:txBody>
          <a:bodyPr anchorCtr="0" anchor="t" bIns="0" lIns="0" spcFirstLastPara="1" rIns="0" wrap="square" tIns="0">
            <a:noAutofit/>
          </a:bodyPr>
          <a:lstStyle/>
          <a:p>
            <a:pPr indent="0" lvl="0" marL="0" marR="0" rtl="0" algn="l">
              <a:lnSpc>
                <a:spcPct val="162500"/>
              </a:lnSpc>
              <a:spcBef>
                <a:spcPts val="0"/>
              </a:spcBef>
              <a:spcAft>
                <a:spcPts val="0"/>
              </a:spcAft>
              <a:buClr>
                <a:srgbClr val="C2C4B5"/>
              </a:buClr>
              <a:buSzPts val="531"/>
              <a:buFont typeface="Bitter"/>
              <a:buNone/>
            </a:pPr>
            <a:r>
              <a:rPr b="0" i="0" lang="es" sz="929" u="none" cap="none" strike="noStrike">
                <a:solidFill>
                  <a:srgbClr val="C2C4B5"/>
                </a:solidFill>
                <a:latin typeface="Bitter"/>
                <a:ea typeface="Bitter"/>
                <a:cs typeface="Bitter"/>
                <a:sym typeface="Bitter"/>
              </a:rPr>
              <a:t>0</a:t>
            </a:r>
            <a:endParaRPr b="0" i="0" sz="929" u="none" cap="none" strike="noStrike"/>
          </a:p>
        </p:txBody>
      </p:sp>
      <p:sp>
        <p:nvSpPr>
          <p:cNvPr id="184" name="Google Shape;184;p22"/>
          <p:cNvSpPr/>
          <p:nvPr/>
        </p:nvSpPr>
        <p:spPr>
          <a:xfrm>
            <a:off x="385741" y="3471037"/>
            <a:ext cx="7412100" cy="204300"/>
          </a:xfrm>
          <a:prstGeom prst="rect">
            <a:avLst/>
          </a:prstGeom>
          <a:solidFill>
            <a:srgbClr val="FFFFFF">
              <a:alpha val="3920"/>
            </a:srgbClr>
          </a:solidFill>
          <a:ln>
            <a:noFill/>
          </a:ln>
        </p:spPr>
        <p:txBody>
          <a:bodyPr anchorCtr="0" anchor="ctr" bIns="60675" lIns="60675" spcFirstLastPara="1" rIns="60675" wrap="square" tIns="60675">
            <a:noAutofit/>
          </a:bodyPr>
          <a:lstStyle/>
          <a:p>
            <a:pPr indent="0" lvl="0" marL="0" rtl="0" algn="l">
              <a:spcBef>
                <a:spcPts val="0"/>
              </a:spcBef>
              <a:spcAft>
                <a:spcPts val="0"/>
              </a:spcAft>
              <a:buNone/>
            </a:pPr>
            <a:r>
              <a:t/>
            </a:r>
            <a:endParaRPr sz="929"/>
          </a:p>
        </p:txBody>
      </p:sp>
      <p:sp>
        <p:nvSpPr>
          <p:cNvPr id="185" name="Google Shape;185;p22"/>
          <p:cNvSpPr/>
          <p:nvPr/>
        </p:nvSpPr>
        <p:spPr>
          <a:xfrm>
            <a:off x="443252" y="3517729"/>
            <a:ext cx="1735800" cy="111300"/>
          </a:xfrm>
          <a:prstGeom prst="rect">
            <a:avLst/>
          </a:prstGeom>
          <a:noFill/>
          <a:ln>
            <a:noFill/>
          </a:ln>
        </p:spPr>
        <p:txBody>
          <a:bodyPr anchorCtr="0" anchor="t" bIns="0" lIns="0" spcFirstLastPara="1" rIns="0" wrap="square" tIns="0">
            <a:noAutofit/>
          </a:bodyPr>
          <a:lstStyle/>
          <a:p>
            <a:pPr indent="0" lvl="0" marL="0" marR="0" rtl="0" algn="l">
              <a:lnSpc>
                <a:spcPct val="162500"/>
              </a:lnSpc>
              <a:spcBef>
                <a:spcPts val="0"/>
              </a:spcBef>
              <a:spcAft>
                <a:spcPts val="0"/>
              </a:spcAft>
              <a:buClr>
                <a:srgbClr val="C2C4B5"/>
              </a:buClr>
              <a:buSzPts val="531"/>
              <a:buFont typeface="Bitter"/>
              <a:buNone/>
            </a:pPr>
            <a:r>
              <a:rPr b="0" i="0" lang="es" sz="929" u="none" cap="none" strike="noStrike">
                <a:solidFill>
                  <a:srgbClr val="C2C4B5"/>
                </a:solidFill>
                <a:latin typeface="Bitter"/>
                <a:ea typeface="Bitter"/>
                <a:cs typeface="Bitter"/>
                <a:sym typeface="Bitter"/>
              </a:rPr>
              <a:t>3</a:t>
            </a:r>
            <a:endParaRPr b="0" i="0" sz="929" u="none" cap="none" strike="noStrike"/>
          </a:p>
        </p:txBody>
      </p:sp>
      <p:sp>
        <p:nvSpPr>
          <p:cNvPr id="186" name="Google Shape;186;p22"/>
          <p:cNvSpPr/>
          <p:nvPr/>
        </p:nvSpPr>
        <p:spPr>
          <a:xfrm>
            <a:off x="2298325" y="3517729"/>
            <a:ext cx="1733700" cy="111300"/>
          </a:xfrm>
          <a:prstGeom prst="rect">
            <a:avLst/>
          </a:prstGeom>
          <a:noFill/>
          <a:ln>
            <a:noFill/>
          </a:ln>
        </p:spPr>
        <p:txBody>
          <a:bodyPr anchorCtr="0" anchor="t" bIns="0" lIns="0" spcFirstLastPara="1" rIns="0" wrap="square" tIns="0">
            <a:noAutofit/>
          </a:bodyPr>
          <a:lstStyle/>
          <a:p>
            <a:pPr indent="0" lvl="0" marL="0" marR="0" rtl="0" algn="l">
              <a:lnSpc>
                <a:spcPct val="162500"/>
              </a:lnSpc>
              <a:spcBef>
                <a:spcPts val="0"/>
              </a:spcBef>
              <a:spcAft>
                <a:spcPts val="0"/>
              </a:spcAft>
              <a:buClr>
                <a:srgbClr val="C2C4B5"/>
              </a:buClr>
              <a:buSzPts val="531"/>
              <a:buFont typeface="Bitter"/>
              <a:buNone/>
            </a:pPr>
            <a:r>
              <a:rPr b="0" i="0" lang="es" sz="929" u="none" cap="none" strike="noStrike">
                <a:solidFill>
                  <a:srgbClr val="C2C4B5"/>
                </a:solidFill>
                <a:latin typeface="Bitter"/>
                <a:ea typeface="Bitter"/>
                <a:cs typeface="Bitter"/>
                <a:sym typeface="Bitter"/>
              </a:rPr>
              <a:t>0</a:t>
            </a:r>
            <a:endParaRPr b="0" i="0" sz="929" u="none" cap="none" strike="noStrike"/>
          </a:p>
        </p:txBody>
      </p:sp>
      <p:sp>
        <p:nvSpPr>
          <p:cNvPr id="187" name="Google Shape;187;p22"/>
          <p:cNvSpPr/>
          <p:nvPr/>
        </p:nvSpPr>
        <p:spPr>
          <a:xfrm>
            <a:off x="4151306" y="3517729"/>
            <a:ext cx="1733700" cy="111300"/>
          </a:xfrm>
          <a:prstGeom prst="rect">
            <a:avLst/>
          </a:prstGeom>
          <a:noFill/>
          <a:ln>
            <a:noFill/>
          </a:ln>
        </p:spPr>
        <p:txBody>
          <a:bodyPr anchorCtr="0" anchor="t" bIns="0" lIns="0" spcFirstLastPara="1" rIns="0" wrap="square" tIns="0">
            <a:noAutofit/>
          </a:bodyPr>
          <a:lstStyle/>
          <a:p>
            <a:pPr indent="0" lvl="0" marL="0" marR="0" rtl="0" algn="l">
              <a:lnSpc>
                <a:spcPct val="162500"/>
              </a:lnSpc>
              <a:spcBef>
                <a:spcPts val="0"/>
              </a:spcBef>
              <a:spcAft>
                <a:spcPts val="0"/>
              </a:spcAft>
              <a:buClr>
                <a:srgbClr val="C2C4B5"/>
              </a:buClr>
              <a:buSzPts val="531"/>
              <a:buFont typeface="Bitter"/>
              <a:buNone/>
            </a:pPr>
            <a:r>
              <a:rPr b="0" i="0" lang="es" sz="929" u="none" cap="none" strike="noStrike">
                <a:solidFill>
                  <a:srgbClr val="C2C4B5"/>
                </a:solidFill>
                <a:latin typeface="Bitter"/>
                <a:ea typeface="Bitter"/>
                <a:cs typeface="Bitter"/>
                <a:sym typeface="Bitter"/>
              </a:rPr>
              <a:t>1</a:t>
            </a:r>
            <a:endParaRPr b="0" i="0" sz="929" u="none" cap="none" strike="noStrike"/>
          </a:p>
        </p:txBody>
      </p:sp>
      <p:sp>
        <p:nvSpPr>
          <p:cNvPr id="188" name="Google Shape;188;p22"/>
          <p:cNvSpPr/>
          <p:nvPr/>
        </p:nvSpPr>
        <p:spPr>
          <a:xfrm>
            <a:off x="6004286" y="3517729"/>
            <a:ext cx="1735800" cy="111300"/>
          </a:xfrm>
          <a:prstGeom prst="rect">
            <a:avLst/>
          </a:prstGeom>
          <a:noFill/>
          <a:ln>
            <a:noFill/>
          </a:ln>
        </p:spPr>
        <p:txBody>
          <a:bodyPr anchorCtr="0" anchor="t" bIns="0" lIns="0" spcFirstLastPara="1" rIns="0" wrap="square" tIns="0">
            <a:noAutofit/>
          </a:bodyPr>
          <a:lstStyle/>
          <a:p>
            <a:pPr indent="0" lvl="0" marL="0" marR="0" rtl="0" algn="l">
              <a:lnSpc>
                <a:spcPct val="162500"/>
              </a:lnSpc>
              <a:spcBef>
                <a:spcPts val="0"/>
              </a:spcBef>
              <a:spcAft>
                <a:spcPts val="0"/>
              </a:spcAft>
              <a:buClr>
                <a:srgbClr val="C2C4B5"/>
              </a:buClr>
              <a:buSzPts val="531"/>
              <a:buFont typeface="Bitter"/>
              <a:buNone/>
            </a:pPr>
            <a:r>
              <a:rPr b="0" i="0" lang="es" sz="929" u="none" cap="none" strike="noStrike">
                <a:solidFill>
                  <a:srgbClr val="C2C4B5"/>
                </a:solidFill>
                <a:latin typeface="Bitter"/>
                <a:ea typeface="Bitter"/>
                <a:cs typeface="Bitter"/>
                <a:sym typeface="Bitter"/>
              </a:rPr>
              <a:t>1</a:t>
            </a:r>
            <a:endParaRPr b="0" i="0" sz="929" u="none" cap="none" strike="noStrike"/>
          </a:p>
        </p:txBody>
      </p:sp>
      <p:sp>
        <p:nvSpPr>
          <p:cNvPr id="189" name="Google Shape;189;p22"/>
          <p:cNvSpPr/>
          <p:nvPr/>
        </p:nvSpPr>
        <p:spPr>
          <a:xfrm>
            <a:off x="385741" y="3675506"/>
            <a:ext cx="7412100" cy="204300"/>
          </a:xfrm>
          <a:prstGeom prst="rect">
            <a:avLst/>
          </a:prstGeom>
          <a:solidFill>
            <a:srgbClr val="000000">
              <a:alpha val="3920"/>
            </a:srgbClr>
          </a:solidFill>
          <a:ln>
            <a:noFill/>
          </a:ln>
        </p:spPr>
        <p:txBody>
          <a:bodyPr anchorCtr="0" anchor="ctr" bIns="60675" lIns="60675" spcFirstLastPara="1" rIns="60675" wrap="square" tIns="60675">
            <a:noAutofit/>
          </a:bodyPr>
          <a:lstStyle/>
          <a:p>
            <a:pPr indent="0" lvl="0" marL="0" rtl="0" algn="l">
              <a:spcBef>
                <a:spcPts val="0"/>
              </a:spcBef>
              <a:spcAft>
                <a:spcPts val="0"/>
              </a:spcAft>
              <a:buNone/>
            </a:pPr>
            <a:r>
              <a:t/>
            </a:r>
            <a:endParaRPr sz="929"/>
          </a:p>
        </p:txBody>
      </p:sp>
      <p:sp>
        <p:nvSpPr>
          <p:cNvPr id="190" name="Google Shape;190;p22"/>
          <p:cNvSpPr/>
          <p:nvPr/>
        </p:nvSpPr>
        <p:spPr>
          <a:xfrm>
            <a:off x="443252" y="3722199"/>
            <a:ext cx="1735800" cy="111300"/>
          </a:xfrm>
          <a:prstGeom prst="rect">
            <a:avLst/>
          </a:prstGeom>
          <a:noFill/>
          <a:ln>
            <a:noFill/>
          </a:ln>
        </p:spPr>
        <p:txBody>
          <a:bodyPr anchorCtr="0" anchor="t" bIns="0" lIns="0" spcFirstLastPara="1" rIns="0" wrap="square" tIns="0">
            <a:noAutofit/>
          </a:bodyPr>
          <a:lstStyle/>
          <a:p>
            <a:pPr indent="0" lvl="0" marL="0" marR="0" rtl="0" algn="l">
              <a:lnSpc>
                <a:spcPct val="162500"/>
              </a:lnSpc>
              <a:spcBef>
                <a:spcPts val="0"/>
              </a:spcBef>
              <a:spcAft>
                <a:spcPts val="0"/>
              </a:spcAft>
              <a:buClr>
                <a:srgbClr val="C2C4B5"/>
              </a:buClr>
              <a:buSzPts val="531"/>
              <a:buFont typeface="Bitter"/>
              <a:buNone/>
            </a:pPr>
            <a:r>
              <a:rPr b="0" i="0" lang="es" sz="929" u="none" cap="none" strike="noStrike">
                <a:solidFill>
                  <a:srgbClr val="C2C4B5"/>
                </a:solidFill>
                <a:latin typeface="Bitter"/>
                <a:ea typeface="Bitter"/>
                <a:cs typeface="Bitter"/>
                <a:sym typeface="Bitter"/>
              </a:rPr>
              <a:t>4</a:t>
            </a:r>
            <a:endParaRPr b="0" i="0" sz="929" u="none" cap="none" strike="noStrike"/>
          </a:p>
        </p:txBody>
      </p:sp>
      <p:sp>
        <p:nvSpPr>
          <p:cNvPr id="191" name="Google Shape;191;p22"/>
          <p:cNvSpPr/>
          <p:nvPr/>
        </p:nvSpPr>
        <p:spPr>
          <a:xfrm>
            <a:off x="2298325" y="3722199"/>
            <a:ext cx="1733700" cy="111300"/>
          </a:xfrm>
          <a:prstGeom prst="rect">
            <a:avLst/>
          </a:prstGeom>
          <a:noFill/>
          <a:ln>
            <a:noFill/>
          </a:ln>
        </p:spPr>
        <p:txBody>
          <a:bodyPr anchorCtr="0" anchor="t" bIns="0" lIns="0" spcFirstLastPara="1" rIns="0" wrap="square" tIns="0">
            <a:noAutofit/>
          </a:bodyPr>
          <a:lstStyle/>
          <a:p>
            <a:pPr indent="0" lvl="0" marL="0" marR="0" rtl="0" algn="l">
              <a:lnSpc>
                <a:spcPct val="162500"/>
              </a:lnSpc>
              <a:spcBef>
                <a:spcPts val="0"/>
              </a:spcBef>
              <a:spcAft>
                <a:spcPts val="0"/>
              </a:spcAft>
              <a:buClr>
                <a:srgbClr val="C2C4B5"/>
              </a:buClr>
              <a:buSzPts val="531"/>
              <a:buFont typeface="Bitter"/>
              <a:buNone/>
            </a:pPr>
            <a:r>
              <a:rPr b="0" i="0" lang="es" sz="929" u="none" cap="none" strike="noStrike">
                <a:solidFill>
                  <a:srgbClr val="C2C4B5"/>
                </a:solidFill>
                <a:latin typeface="Bitter"/>
                <a:ea typeface="Bitter"/>
                <a:cs typeface="Bitter"/>
                <a:sym typeface="Bitter"/>
              </a:rPr>
              <a:t>1</a:t>
            </a:r>
            <a:endParaRPr b="0" i="0" sz="929" u="none" cap="none" strike="noStrike"/>
          </a:p>
        </p:txBody>
      </p:sp>
      <p:sp>
        <p:nvSpPr>
          <p:cNvPr id="192" name="Google Shape;192;p22"/>
          <p:cNvSpPr/>
          <p:nvPr/>
        </p:nvSpPr>
        <p:spPr>
          <a:xfrm>
            <a:off x="4151306" y="3722199"/>
            <a:ext cx="1733700" cy="111300"/>
          </a:xfrm>
          <a:prstGeom prst="rect">
            <a:avLst/>
          </a:prstGeom>
          <a:noFill/>
          <a:ln>
            <a:noFill/>
          </a:ln>
        </p:spPr>
        <p:txBody>
          <a:bodyPr anchorCtr="0" anchor="t" bIns="0" lIns="0" spcFirstLastPara="1" rIns="0" wrap="square" tIns="0">
            <a:noAutofit/>
          </a:bodyPr>
          <a:lstStyle/>
          <a:p>
            <a:pPr indent="0" lvl="0" marL="0" marR="0" rtl="0" algn="l">
              <a:lnSpc>
                <a:spcPct val="162500"/>
              </a:lnSpc>
              <a:spcBef>
                <a:spcPts val="0"/>
              </a:spcBef>
              <a:spcAft>
                <a:spcPts val="0"/>
              </a:spcAft>
              <a:buClr>
                <a:srgbClr val="C2C4B5"/>
              </a:buClr>
              <a:buSzPts val="531"/>
              <a:buFont typeface="Bitter"/>
              <a:buNone/>
            </a:pPr>
            <a:r>
              <a:rPr b="0" i="0" lang="es" sz="929" u="none" cap="none" strike="noStrike">
                <a:solidFill>
                  <a:srgbClr val="C2C4B5"/>
                </a:solidFill>
                <a:latin typeface="Bitter"/>
                <a:ea typeface="Bitter"/>
                <a:cs typeface="Bitter"/>
                <a:sym typeface="Bitter"/>
              </a:rPr>
              <a:t>0</a:t>
            </a:r>
            <a:endParaRPr b="0" i="0" sz="929" u="none" cap="none" strike="noStrike"/>
          </a:p>
        </p:txBody>
      </p:sp>
      <p:sp>
        <p:nvSpPr>
          <p:cNvPr id="193" name="Google Shape;193;p22"/>
          <p:cNvSpPr/>
          <p:nvPr/>
        </p:nvSpPr>
        <p:spPr>
          <a:xfrm>
            <a:off x="6004286" y="3722199"/>
            <a:ext cx="1735800" cy="111300"/>
          </a:xfrm>
          <a:prstGeom prst="rect">
            <a:avLst/>
          </a:prstGeom>
          <a:noFill/>
          <a:ln>
            <a:noFill/>
          </a:ln>
        </p:spPr>
        <p:txBody>
          <a:bodyPr anchorCtr="0" anchor="t" bIns="0" lIns="0" spcFirstLastPara="1" rIns="0" wrap="square" tIns="0">
            <a:noAutofit/>
          </a:bodyPr>
          <a:lstStyle/>
          <a:p>
            <a:pPr indent="0" lvl="0" marL="0" marR="0" rtl="0" algn="l">
              <a:lnSpc>
                <a:spcPct val="162500"/>
              </a:lnSpc>
              <a:spcBef>
                <a:spcPts val="0"/>
              </a:spcBef>
              <a:spcAft>
                <a:spcPts val="0"/>
              </a:spcAft>
              <a:buClr>
                <a:srgbClr val="C2C4B5"/>
              </a:buClr>
              <a:buSzPts val="531"/>
              <a:buFont typeface="Bitter"/>
              <a:buNone/>
            </a:pPr>
            <a:r>
              <a:rPr b="0" i="0" lang="es" sz="929" u="none" cap="none" strike="noStrike">
                <a:solidFill>
                  <a:srgbClr val="C2C4B5"/>
                </a:solidFill>
                <a:latin typeface="Bitter"/>
                <a:ea typeface="Bitter"/>
                <a:cs typeface="Bitter"/>
                <a:sym typeface="Bitter"/>
              </a:rPr>
              <a:t>0</a:t>
            </a:r>
            <a:endParaRPr b="0" i="0" sz="929" u="none" cap="none" strike="noStrike"/>
          </a:p>
        </p:txBody>
      </p:sp>
      <p:sp>
        <p:nvSpPr>
          <p:cNvPr id="194" name="Google Shape;194;p22"/>
          <p:cNvSpPr/>
          <p:nvPr/>
        </p:nvSpPr>
        <p:spPr>
          <a:xfrm>
            <a:off x="385741" y="3879976"/>
            <a:ext cx="7412100" cy="204300"/>
          </a:xfrm>
          <a:prstGeom prst="rect">
            <a:avLst/>
          </a:prstGeom>
          <a:solidFill>
            <a:srgbClr val="FFFFFF">
              <a:alpha val="3920"/>
            </a:srgbClr>
          </a:solidFill>
          <a:ln>
            <a:noFill/>
          </a:ln>
        </p:spPr>
        <p:txBody>
          <a:bodyPr anchorCtr="0" anchor="ctr" bIns="60675" lIns="60675" spcFirstLastPara="1" rIns="60675" wrap="square" tIns="60675">
            <a:noAutofit/>
          </a:bodyPr>
          <a:lstStyle/>
          <a:p>
            <a:pPr indent="0" lvl="0" marL="0" rtl="0" algn="l">
              <a:spcBef>
                <a:spcPts val="0"/>
              </a:spcBef>
              <a:spcAft>
                <a:spcPts val="0"/>
              </a:spcAft>
              <a:buNone/>
            </a:pPr>
            <a:r>
              <a:t/>
            </a:r>
            <a:endParaRPr sz="929"/>
          </a:p>
        </p:txBody>
      </p:sp>
      <p:sp>
        <p:nvSpPr>
          <p:cNvPr id="195" name="Google Shape;195;p22"/>
          <p:cNvSpPr/>
          <p:nvPr/>
        </p:nvSpPr>
        <p:spPr>
          <a:xfrm>
            <a:off x="443252" y="3926669"/>
            <a:ext cx="1735800" cy="111300"/>
          </a:xfrm>
          <a:prstGeom prst="rect">
            <a:avLst/>
          </a:prstGeom>
          <a:noFill/>
          <a:ln>
            <a:noFill/>
          </a:ln>
        </p:spPr>
        <p:txBody>
          <a:bodyPr anchorCtr="0" anchor="t" bIns="0" lIns="0" spcFirstLastPara="1" rIns="0" wrap="square" tIns="0">
            <a:noAutofit/>
          </a:bodyPr>
          <a:lstStyle/>
          <a:p>
            <a:pPr indent="0" lvl="0" marL="0" marR="0" rtl="0" algn="l">
              <a:lnSpc>
                <a:spcPct val="162500"/>
              </a:lnSpc>
              <a:spcBef>
                <a:spcPts val="0"/>
              </a:spcBef>
              <a:spcAft>
                <a:spcPts val="0"/>
              </a:spcAft>
              <a:buClr>
                <a:srgbClr val="C2C4B5"/>
              </a:buClr>
              <a:buSzPts val="531"/>
              <a:buFont typeface="Bitter"/>
              <a:buNone/>
            </a:pPr>
            <a:r>
              <a:rPr b="0" i="0" lang="es" sz="929" u="none" cap="none" strike="noStrike">
                <a:solidFill>
                  <a:srgbClr val="C2C4B5"/>
                </a:solidFill>
                <a:latin typeface="Bitter"/>
                <a:ea typeface="Bitter"/>
                <a:cs typeface="Bitter"/>
                <a:sym typeface="Bitter"/>
              </a:rPr>
              <a:t>5</a:t>
            </a:r>
            <a:endParaRPr b="0" i="0" sz="929" u="none" cap="none" strike="noStrike"/>
          </a:p>
        </p:txBody>
      </p:sp>
      <p:sp>
        <p:nvSpPr>
          <p:cNvPr id="196" name="Google Shape;196;p22"/>
          <p:cNvSpPr/>
          <p:nvPr/>
        </p:nvSpPr>
        <p:spPr>
          <a:xfrm>
            <a:off x="2298325" y="3926669"/>
            <a:ext cx="1733700" cy="111300"/>
          </a:xfrm>
          <a:prstGeom prst="rect">
            <a:avLst/>
          </a:prstGeom>
          <a:noFill/>
          <a:ln>
            <a:noFill/>
          </a:ln>
        </p:spPr>
        <p:txBody>
          <a:bodyPr anchorCtr="0" anchor="t" bIns="0" lIns="0" spcFirstLastPara="1" rIns="0" wrap="square" tIns="0">
            <a:noAutofit/>
          </a:bodyPr>
          <a:lstStyle/>
          <a:p>
            <a:pPr indent="0" lvl="0" marL="0" marR="0" rtl="0" algn="l">
              <a:lnSpc>
                <a:spcPct val="162500"/>
              </a:lnSpc>
              <a:spcBef>
                <a:spcPts val="0"/>
              </a:spcBef>
              <a:spcAft>
                <a:spcPts val="0"/>
              </a:spcAft>
              <a:buClr>
                <a:srgbClr val="C2C4B5"/>
              </a:buClr>
              <a:buSzPts val="531"/>
              <a:buFont typeface="Bitter"/>
              <a:buNone/>
            </a:pPr>
            <a:r>
              <a:rPr b="0" i="0" lang="es" sz="929" u="none" cap="none" strike="noStrike">
                <a:solidFill>
                  <a:srgbClr val="C2C4B5"/>
                </a:solidFill>
                <a:latin typeface="Bitter"/>
                <a:ea typeface="Bitter"/>
                <a:cs typeface="Bitter"/>
                <a:sym typeface="Bitter"/>
              </a:rPr>
              <a:t>1</a:t>
            </a:r>
            <a:endParaRPr b="0" i="0" sz="929" u="none" cap="none" strike="noStrike"/>
          </a:p>
        </p:txBody>
      </p:sp>
      <p:sp>
        <p:nvSpPr>
          <p:cNvPr id="197" name="Google Shape;197;p22"/>
          <p:cNvSpPr/>
          <p:nvPr/>
        </p:nvSpPr>
        <p:spPr>
          <a:xfrm>
            <a:off x="4151306" y="3926669"/>
            <a:ext cx="1733700" cy="111300"/>
          </a:xfrm>
          <a:prstGeom prst="rect">
            <a:avLst/>
          </a:prstGeom>
          <a:noFill/>
          <a:ln>
            <a:noFill/>
          </a:ln>
        </p:spPr>
        <p:txBody>
          <a:bodyPr anchorCtr="0" anchor="t" bIns="0" lIns="0" spcFirstLastPara="1" rIns="0" wrap="square" tIns="0">
            <a:noAutofit/>
          </a:bodyPr>
          <a:lstStyle/>
          <a:p>
            <a:pPr indent="0" lvl="0" marL="0" marR="0" rtl="0" algn="l">
              <a:lnSpc>
                <a:spcPct val="162500"/>
              </a:lnSpc>
              <a:spcBef>
                <a:spcPts val="0"/>
              </a:spcBef>
              <a:spcAft>
                <a:spcPts val="0"/>
              </a:spcAft>
              <a:buClr>
                <a:srgbClr val="C2C4B5"/>
              </a:buClr>
              <a:buSzPts val="531"/>
              <a:buFont typeface="Bitter"/>
              <a:buNone/>
            </a:pPr>
            <a:r>
              <a:rPr b="0" i="0" lang="es" sz="929" u="none" cap="none" strike="noStrike">
                <a:solidFill>
                  <a:srgbClr val="C2C4B5"/>
                </a:solidFill>
                <a:latin typeface="Bitter"/>
                <a:ea typeface="Bitter"/>
                <a:cs typeface="Bitter"/>
                <a:sym typeface="Bitter"/>
              </a:rPr>
              <a:t>0</a:t>
            </a:r>
            <a:endParaRPr b="0" i="0" sz="929" u="none" cap="none" strike="noStrike"/>
          </a:p>
        </p:txBody>
      </p:sp>
      <p:sp>
        <p:nvSpPr>
          <p:cNvPr id="198" name="Google Shape;198;p22"/>
          <p:cNvSpPr/>
          <p:nvPr/>
        </p:nvSpPr>
        <p:spPr>
          <a:xfrm>
            <a:off x="6004286" y="3926669"/>
            <a:ext cx="1735800" cy="111300"/>
          </a:xfrm>
          <a:prstGeom prst="rect">
            <a:avLst/>
          </a:prstGeom>
          <a:noFill/>
          <a:ln>
            <a:noFill/>
          </a:ln>
        </p:spPr>
        <p:txBody>
          <a:bodyPr anchorCtr="0" anchor="t" bIns="0" lIns="0" spcFirstLastPara="1" rIns="0" wrap="square" tIns="0">
            <a:noAutofit/>
          </a:bodyPr>
          <a:lstStyle/>
          <a:p>
            <a:pPr indent="0" lvl="0" marL="0" marR="0" rtl="0" algn="l">
              <a:lnSpc>
                <a:spcPct val="162500"/>
              </a:lnSpc>
              <a:spcBef>
                <a:spcPts val="0"/>
              </a:spcBef>
              <a:spcAft>
                <a:spcPts val="0"/>
              </a:spcAft>
              <a:buClr>
                <a:srgbClr val="C2C4B5"/>
              </a:buClr>
              <a:buSzPts val="531"/>
              <a:buFont typeface="Bitter"/>
              <a:buNone/>
            </a:pPr>
            <a:r>
              <a:rPr b="0" i="0" lang="es" sz="929" u="none" cap="none" strike="noStrike">
                <a:solidFill>
                  <a:srgbClr val="C2C4B5"/>
                </a:solidFill>
                <a:latin typeface="Bitter"/>
                <a:ea typeface="Bitter"/>
                <a:cs typeface="Bitter"/>
                <a:sym typeface="Bitter"/>
              </a:rPr>
              <a:t>1</a:t>
            </a:r>
            <a:endParaRPr b="0" i="0" sz="929" u="none" cap="none" strike="noStrike"/>
          </a:p>
        </p:txBody>
      </p:sp>
      <p:sp>
        <p:nvSpPr>
          <p:cNvPr id="199" name="Google Shape;199;p22"/>
          <p:cNvSpPr/>
          <p:nvPr/>
        </p:nvSpPr>
        <p:spPr>
          <a:xfrm>
            <a:off x="385741" y="4084446"/>
            <a:ext cx="7412100" cy="204300"/>
          </a:xfrm>
          <a:prstGeom prst="rect">
            <a:avLst/>
          </a:prstGeom>
          <a:solidFill>
            <a:srgbClr val="000000">
              <a:alpha val="3920"/>
            </a:srgbClr>
          </a:solidFill>
          <a:ln>
            <a:noFill/>
          </a:ln>
        </p:spPr>
        <p:txBody>
          <a:bodyPr anchorCtr="0" anchor="ctr" bIns="60675" lIns="60675" spcFirstLastPara="1" rIns="60675" wrap="square" tIns="60675">
            <a:noAutofit/>
          </a:bodyPr>
          <a:lstStyle/>
          <a:p>
            <a:pPr indent="0" lvl="0" marL="0" rtl="0" algn="l">
              <a:spcBef>
                <a:spcPts val="0"/>
              </a:spcBef>
              <a:spcAft>
                <a:spcPts val="0"/>
              </a:spcAft>
              <a:buNone/>
            </a:pPr>
            <a:r>
              <a:t/>
            </a:r>
            <a:endParaRPr sz="929"/>
          </a:p>
        </p:txBody>
      </p:sp>
      <p:sp>
        <p:nvSpPr>
          <p:cNvPr id="200" name="Google Shape;200;p22"/>
          <p:cNvSpPr/>
          <p:nvPr/>
        </p:nvSpPr>
        <p:spPr>
          <a:xfrm>
            <a:off x="443252" y="4131139"/>
            <a:ext cx="1735800" cy="111300"/>
          </a:xfrm>
          <a:prstGeom prst="rect">
            <a:avLst/>
          </a:prstGeom>
          <a:noFill/>
          <a:ln>
            <a:noFill/>
          </a:ln>
        </p:spPr>
        <p:txBody>
          <a:bodyPr anchorCtr="0" anchor="t" bIns="0" lIns="0" spcFirstLastPara="1" rIns="0" wrap="square" tIns="0">
            <a:noAutofit/>
          </a:bodyPr>
          <a:lstStyle/>
          <a:p>
            <a:pPr indent="0" lvl="0" marL="0" marR="0" rtl="0" algn="l">
              <a:lnSpc>
                <a:spcPct val="162500"/>
              </a:lnSpc>
              <a:spcBef>
                <a:spcPts val="0"/>
              </a:spcBef>
              <a:spcAft>
                <a:spcPts val="0"/>
              </a:spcAft>
              <a:buClr>
                <a:srgbClr val="C2C4B5"/>
              </a:buClr>
              <a:buSzPts val="531"/>
              <a:buFont typeface="Bitter"/>
              <a:buNone/>
            </a:pPr>
            <a:r>
              <a:rPr b="0" i="0" lang="es" sz="929" u="none" cap="none" strike="noStrike">
                <a:solidFill>
                  <a:srgbClr val="C2C4B5"/>
                </a:solidFill>
                <a:latin typeface="Bitter"/>
                <a:ea typeface="Bitter"/>
                <a:cs typeface="Bitter"/>
                <a:sym typeface="Bitter"/>
              </a:rPr>
              <a:t>6</a:t>
            </a:r>
            <a:endParaRPr b="0" i="0" sz="929" u="none" cap="none" strike="noStrike"/>
          </a:p>
        </p:txBody>
      </p:sp>
      <p:sp>
        <p:nvSpPr>
          <p:cNvPr id="201" name="Google Shape;201;p22"/>
          <p:cNvSpPr/>
          <p:nvPr/>
        </p:nvSpPr>
        <p:spPr>
          <a:xfrm>
            <a:off x="2298325" y="4131139"/>
            <a:ext cx="1733700" cy="111300"/>
          </a:xfrm>
          <a:prstGeom prst="rect">
            <a:avLst/>
          </a:prstGeom>
          <a:noFill/>
          <a:ln>
            <a:noFill/>
          </a:ln>
        </p:spPr>
        <p:txBody>
          <a:bodyPr anchorCtr="0" anchor="t" bIns="0" lIns="0" spcFirstLastPara="1" rIns="0" wrap="square" tIns="0">
            <a:noAutofit/>
          </a:bodyPr>
          <a:lstStyle/>
          <a:p>
            <a:pPr indent="0" lvl="0" marL="0" marR="0" rtl="0" algn="l">
              <a:lnSpc>
                <a:spcPct val="162500"/>
              </a:lnSpc>
              <a:spcBef>
                <a:spcPts val="0"/>
              </a:spcBef>
              <a:spcAft>
                <a:spcPts val="0"/>
              </a:spcAft>
              <a:buClr>
                <a:srgbClr val="C2C4B5"/>
              </a:buClr>
              <a:buSzPts val="531"/>
              <a:buFont typeface="Bitter"/>
              <a:buNone/>
            </a:pPr>
            <a:r>
              <a:rPr b="0" i="0" lang="es" sz="929" u="none" cap="none" strike="noStrike">
                <a:solidFill>
                  <a:srgbClr val="C2C4B5"/>
                </a:solidFill>
                <a:latin typeface="Bitter"/>
                <a:ea typeface="Bitter"/>
                <a:cs typeface="Bitter"/>
                <a:sym typeface="Bitter"/>
              </a:rPr>
              <a:t>1</a:t>
            </a:r>
            <a:endParaRPr b="0" i="0" sz="929" u="none" cap="none" strike="noStrike"/>
          </a:p>
        </p:txBody>
      </p:sp>
      <p:sp>
        <p:nvSpPr>
          <p:cNvPr id="202" name="Google Shape;202;p22"/>
          <p:cNvSpPr/>
          <p:nvPr/>
        </p:nvSpPr>
        <p:spPr>
          <a:xfrm>
            <a:off x="4151306" y="4131139"/>
            <a:ext cx="1733700" cy="111300"/>
          </a:xfrm>
          <a:prstGeom prst="rect">
            <a:avLst/>
          </a:prstGeom>
          <a:noFill/>
          <a:ln>
            <a:noFill/>
          </a:ln>
        </p:spPr>
        <p:txBody>
          <a:bodyPr anchorCtr="0" anchor="t" bIns="0" lIns="0" spcFirstLastPara="1" rIns="0" wrap="square" tIns="0">
            <a:noAutofit/>
          </a:bodyPr>
          <a:lstStyle/>
          <a:p>
            <a:pPr indent="0" lvl="0" marL="0" marR="0" rtl="0" algn="l">
              <a:lnSpc>
                <a:spcPct val="162500"/>
              </a:lnSpc>
              <a:spcBef>
                <a:spcPts val="0"/>
              </a:spcBef>
              <a:spcAft>
                <a:spcPts val="0"/>
              </a:spcAft>
              <a:buClr>
                <a:srgbClr val="C2C4B5"/>
              </a:buClr>
              <a:buSzPts val="531"/>
              <a:buFont typeface="Bitter"/>
              <a:buNone/>
            </a:pPr>
            <a:r>
              <a:rPr b="0" i="0" lang="es" sz="929" u="none" cap="none" strike="noStrike">
                <a:solidFill>
                  <a:srgbClr val="C2C4B5"/>
                </a:solidFill>
                <a:latin typeface="Bitter"/>
                <a:ea typeface="Bitter"/>
                <a:cs typeface="Bitter"/>
                <a:sym typeface="Bitter"/>
              </a:rPr>
              <a:t>1</a:t>
            </a:r>
            <a:endParaRPr b="0" i="0" sz="929" u="none" cap="none" strike="noStrike"/>
          </a:p>
        </p:txBody>
      </p:sp>
      <p:sp>
        <p:nvSpPr>
          <p:cNvPr id="203" name="Google Shape;203;p22"/>
          <p:cNvSpPr/>
          <p:nvPr/>
        </p:nvSpPr>
        <p:spPr>
          <a:xfrm>
            <a:off x="6004286" y="4131139"/>
            <a:ext cx="1735800" cy="111300"/>
          </a:xfrm>
          <a:prstGeom prst="rect">
            <a:avLst/>
          </a:prstGeom>
          <a:noFill/>
          <a:ln>
            <a:noFill/>
          </a:ln>
        </p:spPr>
        <p:txBody>
          <a:bodyPr anchorCtr="0" anchor="t" bIns="0" lIns="0" spcFirstLastPara="1" rIns="0" wrap="square" tIns="0">
            <a:noAutofit/>
          </a:bodyPr>
          <a:lstStyle/>
          <a:p>
            <a:pPr indent="0" lvl="0" marL="0" marR="0" rtl="0" algn="l">
              <a:lnSpc>
                <a:spcPct val="162500"/>
              </a:lnSpc>
              <a:spcBef>
                <a:spcPts val="0"/>
              </a:spcBef>
              <a:spcAft>
                <a:spcPts val="0"/>
              </a:spcAft>
              <a:buClr>
                <a:srgbClr val="C2C4B5"/>
              </a:buClr>
              <a:buSzPts val="531"/>
              <a:buFont typeface="Bitter"/>
              <a:buNone/>
            </a:pPr>
            <a:r>
              <a:rPr b="0" i="0" lang="es" sz="929" u="none" cap="none" strike="noStrike">
                <a:solidFill>
                  <a:srgbClr val="C2C4B5"/>
                </a:solidFill>
                <a:latin typeface="Bitter"/>
                <a:ea typeface="Bitter"/>
                <a:cs typeface="Bitter"/>
                <a:sym typeface="Bitter"/>
              </a:rPr>
              <a:t>0</a:t>
            </a:r>
            <a:endParaRPr b="0" i="0" sz="929" u="none" cap="none" strike="noStrike"/>
          </a:p>
        </p:txBody>
      </p:sp>
      <p:sp>
        <p:nvSpPr>
          <p:cNvPr id="204" name="Google Shape;204;p22"/>
          <p:cNvSpPr/>
          <p:nvPr/>
        </p:nvSpPr>
        <p:spPr>
          <a:xfrm>
            <a:off x="385741" y="4288916"/>
            <a:ext cx="7412100" cy="204300"/>
          </a:xfrm>
          <a:prstGeom prst="rect">
            <a:avLst/>
          </a:prstGeom>
          <a:solidFill>
            <a:srgbClr val="FFFFFF">
              <a:alpha val="3920"/>
            </a:srgbClr>
          </a:solidFill>
          <a:ln>
            <a:noFill/>
          </a:ln>
        </p:spPr>
        <p:txBody>
          <a:bodyPr anchorCtr="0" anchor="ctr" bIns="60675" lIns="60675" spcFirstLastPara="1" rIns="60675" wrap="square" tIns="60675">
            <a:noAutofit/>
          </a:bodyPr>
          <a:lstStyle/>
          <a:p>
            <a:pPr indent="0" lvl="0" marL="0" rtl="0" algn="l">
              <a:spcBef>
                <a:spcPts val="0"/>
              </a:spcBef>
              <a:spcAft>
                <a:spcPts val="0"/>
              </a:spcAft>
              <a:buNone/>
            </a:pPr>
            <a:r>
              <a:t/>
            </a:r>
            <a:endParaRPr sz="929"/>
          </a:p>
        </p:txBody>
      </p:sp>
      <p:sp>
        <p:nvSpPr>
          <p:cNvPr id="205" name="Google Shape;205;p22"/>
          <p:cNvSpPr/>
          <p:nvPr/>
        </p:nvSpPr>
        <p:spPr>
          <a:xfrm>
            <a:off x="443252" y="4335608"/>
            <a:ext cx="1735800" cy="111300"/>
          </a:xfrm>
          <a:prstGeom prst="rect">
            <a:avLst/>
          </a:prstGeom>
          <a:noFill/>
          <a:ln>
            <a:noFill/>
          </a:ln>
        </p:spPr>
        <p:txBody>
          <a:bodyPr anchorCtr="0" anchor="t" bIns="0" lIns="0" spcFirstLastPara="1" rIns="0" wrap="square" tIns="0">
            <a:noAutofit/>
          </a:bodyPr>
          <a:lstStyle/>
          <a:p>
            <a:pPr indent="0" lvl="0" marL="0" marR="0" rtl="0" algn="l">
              <a:lnSpc>
                <a:spcPct val="162500"/>
              </a:lnSpc>
              <a:spcBef>
                <a:spcPts val="0"/>
              </a:spcBef>
              <a:spcAft>
                <a:spcPts val="0"/>
              </a:spcAft>
              <a:buClr>
                <a:srgbClr val="C2C4B5"/>
              </a:buClr>
              <a:buSzPts val="531"/>
              <a:buFont typeface="Bitter"/>
              <a:buNone/>
            </a:pPr>
            <a:r>
              <a:rPr b="0" i="0" lang="es" sz="929" u="none" cap="none" strike="noStrike">
                <a:solidFill>
                  <a:srgbClr val="C2C4B5"/>
                </a:solidFill>
                <a:latin typeface="Bitter"/>
                <a:ea typeface="Bitter"/>
                <a:cs typeface="Bitter"/>
                <a:sym typeface="Bitter"/>
              </a:rPr>
              <a:t>7</a:t>
            </a:r>
            <a:endParaRPr b="0" i="0" sz="929" u="none" cap="none" strike="noStrike"/>
          </a:p>
        </p:txBody>
      </p:sp>
      <p:sp>
        <p:nvSpPr>
          <p:cNvPr id="206" name="Google Shape;206;p22"/>
          <p:cNvSpPr/>
          <p:nvPr/>
        </p:nvSpPr>
        <p:spPr>
          <a:xfrm>
            <a:off x="2298325" y="4335608"/>
            <a:ext cx="1733700" cy="111300"/>
          </a:xfrm>
          <a:prstGeom prst="rect">
            <a:avLst/>
          </a:prstGeom>
          <a:noFill/>
          <a:ln>
            <a:noFill/>
          </a:ln>
        </p:spPr>
        <p:txBody>
          <a:bodyPr anchorCtr="0" anchor="t" bIns="0" lIns="0" spcFirstLastPara="1" rIns="0" wrap="square" tIns="0">
            <a:noAutofit/>
          </a:bodyPr>
          <a:lstStyle/>
          <a:p>
            <a:pPr indent="0" lvl="0" marL="0" marR="0" rtl="0" algn="l">
              <a:lnSpc>
                <a:spcPct val="162500"/>
              </a:lnSpc>
              <a:spcBef>
                <a:spcPts val="0"/>
              </a:spcBef>
              <a:spcAft>
                <a:spcPts val="0"/>
              </a:spcAft>
              <a:buClr>
                <a:srgbClr val="C2C4B5"/>
              </a:buClr>
              <a:buSzPts val="531"/>
              <a:buFont typeface="Bitter"/>
              <a:buNone/>
            </a:pPr>
            <a:r>
              <a:rPr b="0" i="0" lang="es" sz="929" u="none" cap="none" strike="noStrike">
                <a:solidFill>
                  <a:srgbClr val="C2C4B5"/>
                </a:solidFill>
                <a:latin typeface="Bitter"/>
                <a:ea typeface="Bitter"/>
                <a:cs typeface="Bitter"/>
                <a:sym typeface="Bitter"/>
              </a:rPr>
              <a:t>1</a:t>
            </a:r>
            <a:endParaRPr b="0" i="0" sz="929" u="none" cap="none" strike="noStrike"/>
          </a:p>
        </p:txBody>
      </p:sp>
      <p:sp>
        <p:nvSpPr>
          <p:cNvPr id="207" name="Google Shape;207;p22"/>
          <p:cNvSpPr/>
          <p:nvPr/>
        </p:nvSpPr>
        <p:spPr>
          <a:xfrm>
            <a:off x="4151306" y="4335608"/>
            <a:ext cx="1733700" cy="111300"/>
          </a:xfrm>
          <a:prstGeom prst="rect">
            <a:avLst/>
          </a:prstGeom>
          <a:noFill/>
          <a:ln>
            <a:noFill/>
          </a:ln>
        </p:spPr>
        <p:txBody>
          <a:bodyPr anchorCtr="0" anchor="t" bIns="0" lIns="0" spcFirstLastPara="1" rIns="0" wrap="square" tIns="0">
            <a:noAutofit/>
          </a:bodyPr>
          <a:lstStyle/>
          <a:p>
            <a:pPr indent="0" lvl="0" marL="0" marR="0" rtl="0" algn="l">
              <a:lnSpc>
                <a:spcPct val="162500"/>
              </a:lnSpc>
              <a:spcBef>
                <a:spcPts val="0"/>
              </a:spcBef>
              <a:spcAft>
                <a:spcPts val="0"/>
              </a:spcAft>
              <a:buClr>
                <a:srgbClr val="C2C4B5"/>
              </a:buClr>
              <a:buSzPts val="531"/>
              <a:buFont typeface="Bitter"/>
              <a:buNone/>
            </a:pPr>
            <a:r>
              <a:rPr b="0" i="0" lang="es" sz="929" u="none" cap="none" strike="noStrike">
                <a:solidFill>
                  <a:srgbClr val="C2C4B5"/>
                </a:solidFill>
                <a:latin typeface="Bitter"/>
                <a:ea typeface="Bitter"/>
                <a:cs typeface="Bitter"/>
                <a:sym typeface="Bitter"/>
              </a:rPr>
              <a:t>1</a:t>
            </a:r>
            <a:endParaRPr b="0" i="0" sz="929" u="none" cap="none" strike="noStrike"/>
          </a:p>
        </p:txBody>
      </p:sp>
      <p:sp>
        <p:nvSpPr>
          <p:cNvPr id="208" name="Google Shape;208;p22"/>
          <p:cNvSpPr/>
          <p:nvPr/>
        </p:nvSpPr>
        <p:spPr>
          <a:xfrm>
            <a:off x="6004286" y="4335608"/>
            <a:ext cx="1735800" cy="111300"/>
          </a:xfrm>
          <a:prstGeom prst="rect">
            <a:avLst/>
          </a:prstGeom>
          <a:noFill/>
          <a:ln>
            <a:noFill/>
          </a:ln>
        </p:spPr>
        <p:txBody>
          <a:bodyPr anchorCtr="0" anchor="t" bIns="0" lIns="0" spcFirstLastPara="1" rIns="0" wrap="square" tIns="0">
            <a:noAutofit/>
          </a:bodyPr>
          <a:lstStyle/>
          <a:p>
            <a:pPr indent="0" lvl="0" marL="0" marR="0" rtl="0" algn="l">
              <a:lnSpc>
                <a:spcPct val="162500"/>
              </a:lnSpc>
              <a:spcBef>
                <a:spcPts val="0"/>
              </a:spcBef>
              <a:spcAft>
                <a:spcPts val="0"/>
              </a:spcAft>
              <a:buClr>
                <a:srgbClr val="C2C4B5"/>
              </a:buClr>
              <a:buSzPts val="531"/>
              <a:buFont typeface="Bitter"/>
              <a:buNone/>
            </a:pPr>
            <a:r>
              <a:rPr b="0" i="0" lang="es" sz="929" u="none" cap="none" strike="noStrike">
                <a:solidFill>
                  <a:srgbClr val="C2C4B5"/>
                </a:solidFill>
                <a:latin typeface="Bitter"/>
                <a:ea typeface="Bitter"/>
                <a:cs typeface="Bitter"/>
                <a:sym typeface="Bitter"/>
              </a:rPr>
              <a:t>1</a:t>
            </a:r>
            <a:endParaRPr b="0" i="0" sz="929" u="none" cap="none" strike="noStrike"/>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2" name="Shape 212"/>
        <p:cNvGrpSpPr/>
        <p:nvPr/>
      </p:nvGrpSpPr>
      <p:grpSpPr>
        <a:xfrm>
          <a:off x="0" y="0"/>
          <a:ext cx="0" cy="0"/>
          <a:chOff x="0" y="0"/>
          <a:chExt cx="0" cy="0"/>
        </a:xfrm>
      </p:grpSpPr>
      <p:sp>
        <p:nvSpPr>
          <p:cNvPr id="213" name="Google Shape;213;p23"/>
          <p:cNvSpPr/>
          <p:nvPr/>
        </p:nvSpPr>
        <p:spPr>
          <a:xfrm>
            <a:off x="178358" y="668736"/>
            <a:ext cx="6441300" cy="170400"/>
          </a:xfrm>
          <a:prstGeom prst="rect">
            <a:avLst/>
          </a:prstGeom>
          <a:noFill/>
          <a:ln>
            <a:noFill/>
          </a:ln>
        </p:spPr>
        <p:txBody>
          <a:bodyPr anchorCtr="0" anchor="t" bIns="0" lIns="0" spcFirstLastPara="1" rIns="0" wrap="square" tIns="0">
            <a:noAutofit/>
          </a:bodyPr>
          <a:lstStyle/>
          <a:p>
            <a:pPr indent="0" lvl="0" marL="0" marR="0" rtl="0" algn="l">
              <a:lnSpc>
                <a:spcPct val="128125"/>
              </a:lnSpc>
              <a:spcBef>
                <a:spcPts val="0"/>
              </a:spcBef>
              <a:spcAft>
                <a:spcPts val="0"/>
              </a:spcAft>
              <a:buClr>
                <a:srgbClr val="E1E5CD"/>
              </a:buClr>
              <a:buSzPts val="1041"/>
              <a:buFont typeface="Outfit"/>
              <a:buNone/>
            </a:pPr>
            <a:r>
              <a:rPr b="1" i="0" lang="es" sz="1432" u="none" cap="none" strike="noStrike">
                <a:solidFill>
                  <a:srgbClr val="E1E5CD"/>
                </a:solidFill>
                <a:latin typeface="Outfit"/>
                <a:ea typeface="Outfit"/>
                <a:cs typeface="Outfit"/>
                <a:sym typeface="Outfit"/>
              </a:rPr>
              <a:t>Concepto de Overflow y Reset Automático</a:t>
            </a:r>
            <a:endParaRPr b="0" i="0" sz="1432" u="none" cap="none" strike="noStrike"/>
          </a:p>
        </p:txBody>
      </p:sp>
      <p:sp>
        <p:nvSpPr>
          <p:cNvPr id="214" name="Google Shape;214;p23"/>
          <p:cNvSpPr/>
          <p:nvPr/>
        </p:nvSpPr>
        <p:spPr>
          <a:xfrm>
            <a:off x="178350" y="941099"/>
            <a:ext cx="8787300" cy="327300"/>
          </a:xfrm>
          <a:prstGeom prst="rect">
            <a:avLst/>
          </a:prstGeom>
          <a:noFill/>
          <a:ln>
            <a:noFill/>
          </a:ln>
        </p:spPr>
        <p:txBody>
          <a:bodyPr anchorCtr="0" anchor="t" bIns="0" lIns="0" spcFirstLastPara="1" rIns="0" wrap="square" tIns="0">
            <a:noAutofit/>
          </a:bodyPr>
          <a:lstStyle/>
          <a:p>
            <a:pPr indent="0" lvl="0" marL="0" marR="0" rtl="0" algn="l">
              <a:lnSpc>
                <a:spcPct val="162500"/>
              </a:lnSpc>
              <a:spcBef>
                <a:spcPts val="0"/>
              </a:spcBef>
              <a:spcAft>
                <a:spcPts val="0"/>
              </a:spcAft>
              <a:buClr>
                <a:srgbClr val="C2C4B5"/>
              </a:buClr>
              <a:buSzPts val="521"/>
              <a:buFont typeface="Bitter"/>
              <a:buNone/>
            </a:pPr>
            <a:r>
              <a:rPr b="0" i="0" lang="es" sz="1106" u="none" cap="none" strike="noStrike">
                <a:solidFill>
                  <a:srgbClr val="C2C4B5"/>
                </a:solidFill>
                <a:latin typeface="Bitter"/>
                <a:ea typeface="Bitter"/>
                <a:cs typeface="Bitter"/>
                <a:sym typeface="Bitter"/>
              </a:rPr>
              <a:t>El </a:t>
            </a:r>
            <a:r>
              <a:rPr b="1" i="0" lang="es" sz="1106" u="none" cap="none" strike="noStrike">
                <a:solidFill>
                  <a:srgbClr val="C2C4B5"/>
                </a:solidFill>
                <a:latin typeface="Bitter"/>
                <a:ea typeface="Bitter"/>
                <a:cs typeface="Bitter"/>
                <a:sym typeface="Bitter"/>
              </a:rPr>
              <a:t>overflow</a:t>
            </a:r>
            <a:r>
              <a:rPr b="0" i="0" lang="es" sz="1106" u="none" cap="none" strike="noStrike">
                <a:solidFill>
                  <a:srgbClr val="C2C4B5"/>
                </a:solidFill>
                <a:latin typeface="Bitter"/>
                <a:ea typeface="Bitter"/>
                <a:cs typeface="Bitter"/>
                <a:sym typeface="Bitter"/>
              </a:rPr>
              <a:t> (desbordamiento) ocurre cuando el contador alcanza su valor máximo posible (en el caso de 3 bits, 111 o 7 en decimal) y el siguiente pulso de reloj lo hace regresar automáticamente a su valor inicial (000). Este ciclo continuo es fundamental para su funcionamiento.</a:t>
            </a:r>
            <a:endParaRPr b="0" i="0" sz="1106" u="none" cap="none" strike="noStrike"/>
          </a:p>
        </p:txBody>
      </p:sp>
      <p:sp>
        <p:nvSpPr>
          <p:cNvPr id="215" name="Google Shape;215;p23"/>
          <p:cNvSpPr/>
          <p:nvPr/>
        </p:nvSpPr>
        <p:spPr>
          <a:xfrm>
            <a:off x="178350" y="1807006"/>
            <a:ext cx="8787300" cy="327300"/>
          </a:xfrm>
          <a:prstGeom prst="rect">
            <a:avLst/>
          </a:prstGeom>
          <a:noFill/>
          <a:ln>
            <a:noFill/>
          </a:ln>
        </p:spPr>
        <p:txBody>
          <a:bodyPr anchorCtr="0" anchor="t" bIns="0" lIns="0" spcFirstLastPara="1" rIns="0" wrap="square" tIns="0">
            <a:noAutofit/>
          </a:bodyPr>
          <a:lstStyle/>
          <a:p>
            <a:pPr indent="0" lvl="0" marL="0" marR="0" rtl="0" algn="l">
              <a:lnSpc>
                <a:spcPct val="162500"/>
              </a:lnSpc>
              <a:spcBef>
                <a:spcPts val="0"/>
              </a:spcBef>
              <a:spcAft>
                <a:spcPts val="0"/>
              </a:spcAft>
              <a:buClr>
                <a:srgbClr val="C2C4B5"/>
              </a:buClr>
              <a:buSzPts val="521"/>
              <a:buFont typeface="Bitter"/>
              <a:buNone/>
            </a:pPr>
            <a:r>
              <a:rPr b="0" i="0" lang="es" sz="1106" u="none" cap="none" strike="noStrike">
                <a:solidFill>
                  <a:srgbClr val="C2C4B5"/>
                </a:solidFill>
                <a:latin typeface="Bitter"/>
                <a:ea typeface="Bitter"/>
                <a:cs typeface="Bitter"/>
                <a:sym typeface="Bitter"/>
              </a:rPr>
              <a:t>Los contadores pueden configurarse para un </a:t>
            </a:r>
            <a:r>
              <a:rPr b="1" i="0" lang="es" sz="1106" u="none" cap="none" strike="noStrike">
                <a:solidFill>
                  <a:srgbClr val="C2C4B5"/>
                </a:solidFill>
                <a:latin typeface="Bitter"/>
                <a:ea typeface="Bitter"/>
                <a:cs typeface="Bitter"/>
                <a:sym typeface="Bitter"/>
              </a:rPr>
              <a:t>reset automático</a:t>
            </a:r>
            <a:r>
              <a:rPr b="0" i="0" lang="es" sz="1106" u="none" cap="none" strike="noStrike">
                <a:solidFill>
                  <a:srgbClr val="C2C4B5"/>
                </a:solidFill>
                <a:latin typeface="Bitter"/>
                <a:ea typeface="Bitter"/>
                <a:cs typeface="Bitter"/>
                <a:sym typeface="Bitter"/>
              </a:rPr>
              <a:t> a un valor específico antes de alcanzar su límite máximo natural, o para reiniciar en 000 después del overflow.</a:t>
            </a:r>
            <a:endParaRPr b="0" i="0" sz="1106" u="none" cap="none" strike="noStrike"/>
          </a:p>
        </p:txBody>
      </p:sp>
      <p:sp>
        <p:nvSpPr>
          <p:cNvPr id="216" name="Google Shape;216;p23"/>
          <p:cNvSpPr/>
          <p:nvPr/>
        </p:nvSpPr>
        <p:spPr>
          <a:xfrm>
            <a:off x="178358" y="2657024"/>
            <a:ext cx="3442200" cy="170400"/>
          </a:xfrm>
          <a:prstGeom prst="rect">
            <a:avLst/>
          </a:prstGeom>
          <a:noFill/>
          <a:ln>
            <a:noFill/>
          </a:ln>
        </p:spPr>
        <p:txBody>
          <a:bodyPr anchorCtr="0" anchor="t" bIns="0" lIns="0" spcFirstLastPara="1" rIns="0" wrap="square" tIns="0">
            <a:noAutofit/>
          </a:bodyPr>
          <a:lstStyle/>
          <a:p>
            <a:pPr indent="0" lvl="0" marL="0" marR="0" rtl="0" algn="l">
              <a:lnSpc>
                <a:spcPct val="128125"/>
              </a:lnSpc>
              <a:spcBef>
                <a:spcPts val="0"/>
              </a:spcBef>
              <a:spcAft>
                <a:spcPts val="0"/>
              </a:spcAft>
              <a:buClr>
                <a:srgbClr val="E1E5CD"/>
              </a:buClr>
              <a:buSzPts val="1041"/>
              <a:buFont typeface="Outfit"/>
              <a:buNone/>
            </a:pPr>
            <a:r>
              <a:rPr b="1" i="0" lang="es" sz="1432" u="none" cap="none" strike="noStrike">
                <a:solidFill>
                  <a:srgbClr val="E1E5CD"/>
                </a:solidFill>
                <a:latin typeface="Outfit"/>
                <a:ea typeface="Outfit"/>
                <a:cs typeface="Outfit"/>
                <a:sym typeface="Outfit"/>
              </a:rPr>
              <a:t>Aplicaciones Prácticas</a:t>
            </a:r>
            <a:endParaRPr b="0" i="0" sz="1432" u="none" cap="none" strike="noStrike"/>
          </a:p>
        </p:txBody>
      </p:sp>
      <p:sp>
        <p:nvSpPr>
          <p:cNvPr id="217" name="Google Shape;217;p23"/>
          <p:cNvSpPr/>
          <p:nvPr/>
        </p:nvSpPr>
        <p:spPr>
          <a:xfrm>
            <a:off x="178350" y="2951100"/>
            <a:ext cx="8787300" cy="327300"/>
          </a:xfrm>
          <a:prstGeom prst="rect">
            <a:avLst/>
          </a:prstGeom>
          <a:noFill/>
          <a:ln>
            <a:noFill/>
          </a:ln>
        </p:spPr>
        <p:txBody>
          <a:bodyPr anchorCtr="0" anchor="t" bIns="0" lIns="0" spcFirstLastPara="1" rIns="0" wrap="square" tIns="0">
            <a:noAutofit/>
          </a:bodyPr>
          <a:lstStyle/>
          <a:p>
            <a:pPr indent="0" lvl="0" marL="0" marR="0" rtl="0" algn="l">
              <a:lnSpc>
                <a:spcPct val="162500"/>
              </a:lnSpc>
              <a:spcBef>
                <a:spcPts val="0"/>
              </a:spcBef>
              <a:spcAft>
                <a:spcPts val="0"/>
              </a:spcAft>
              <a:buClr>
                <a:srgbClr val="C2C4B5"/>
              </a:buClr>
              <a:buSzPts val="521"/>
              <a:buFont typeface="Bitter"/>
              <a:buNone/>
            </a:pPr>
            <a:r>
              <a:rPr b="1" i="0" lang="es" sz="1106" u="none" cap="none" strike="noStrike">
                <a:solidFill>
                  <a:srgbClr val="C2C4B5"/>
                </a:solidFill>
                <a:latin typeface="Bitter"/>
                <a:ea typeface="Bitter"/>
                <a:cs typeface="Bitter"/>
                <a:sym typeface="Bitter"/>
              </a:rPr>
              <a:t>Cronómetros Digitales:</a:t>
            </a:r>
            <a:r>
              <a:rPr b="0" i="0" lang="es" sz="1106" u="none" cap="none" strike="noStrike">
                <a:solidFill>
                  <a:srgbClr val="C2C4B5"/>
                </a:solidFill>
                <a:latin typeface="Bitter"/>
                <a:ea typeface="Bitter"/>
                <a:cs typeface="Bitter"/>
                <a:sym typeface="Bitter"/>
              </a:rPr>
              <a:t> Utilizados para medir intervalos de tiempo con precisión.</a:t>
            </a:r>
            <a:endParaRPr b="0" i="0" sz="1106" u="none" cap="none" strike="noStrike"/>
          </a:p>
        </p:txBody>
      </p:sp>
      <p:sp>
        <p:nvSpPr>
          <p:cNvPr id="218" name="Google Shape;218;p23"/>
          <p:cNvSpPr/>
          <p:nvPr/>
        </p:nvSpPr>
        <p:spPr>
          <a:xfrm>
            <a:off x="178350" y="3349887"/>
            <a:ext cx="8787300" cy="327300"/>
          </a:xfrm>
          <a:prstGeom prst="rect">
            <a:avLst/>
          </a:prstGeom>
          <a:noFill/>
          <a:ln>
            <a:noFill/>
          </a:ln>
        </p:spPr>
        <p:txBody>
          <a:bodyPr anchorCtr="0" anchor="t" bIns="0" lIns="0" spcFirstLastPara="1" rIns="0" wrap="square" tIns="0">
            <a:noAutofit/>
          </a:bodyPr>
          <a:lstStyle/>
          <a:p>
            <a:pPr indent="0" lvl="0" marL="0" marR="0" rtl="0" algn="l">
              <a:lnSpc>
                <a:spcPct val="162500"/>
              </a:lnSpc>
              <a:spcBef>
                <a:spcPts val="0"/>
              </a:spcBef>
              <a:spcAft>
                <a:spcPts val="0"/>
              </a:spcAft>
              <a:buClr>
                <a:srgbClr val="C2C4B5"/>
              </a:buClr>
              <a:buSzPts val="521"/>
              <a:buFont typeface="Bitter"/>
              <a:buNone/>
            </a:pPr>
            <a:r>
              <a:rPr b="1" i="0" lang="es" sz="1106" u="none" cap="none" strike="noStrike">
                <a:solidFill>
                  <a:srgbClr val="C2C4B5"/>
                </a:solidFill>
                <a:latin typeface="Bitter"/>
                <a:ea typeface="Bitter"/>
                <a:cs typeface="Bitter"/>
                <a:sym typeface="Bitter"/>
              </a:rPr>
              <a:t>Generación de Secuencias de Control:</a:t>
            </a:r>
            <a:r>
              <a:rPr b="0" i="0" lang="es" sz="1106" u="none" cap="none" strike="noStrike">
                <a:solidFill>
                  <a:srgbClr val="C2C4B5"/>
                </a:solidFill>
                <a:latin typeface="Bitter"/>
                <a:ea typeface="Bitter"/>
                <a:cs typeface="Bitter"/>
                <a:sym typeface="Bitter"/>
              </a:rPr>
              <a:t> Empleados en sistemas digitales para controlar la secuencia de operaciones en otros circuitos.</a:t>
            </a:r>
            <a:endParaRPr b="0" i="0" sz="1106" u="none" cap="none" strike="noStrike"/>
          </a:p>
        </p:txBody>
      </p:sp>
      <p:sp>
        <p:nvSpPr>
          <p:cNvPr id="219" name="Google Shape;219;p23"/>
          <p:cNvSpPr/>
          <p:nvPr/>
        </p:nvSpPr>
        <p:spPr>
          <a:xfrm>
            <a:off x="178350" y="3748674"/>
            <a:ext cx="8787300" cy="327300"/>
          </a:xfrm>
          <a:prstGeom prst="rect">
            <a:avLst/>
          </a:prstGeom>
          <a:noFill/>
          <a:ln>
            <a:noFill/>
          </a:ln>
        </p:spPr>
        <p:txBody>
          <a:bodyPr anchorCtr="0" anchor="t" bIns="0" lIns="0" spcFirstLastPara="1" rIns="0" wrap="square" tIns="0">
            <a:noAutofit/>
          </a:bodyPr>
          <a:lstStyle/>
          <a:p>
            <a:pPr indent="0" lvl="0" marL="0" marR="0" rtl="0" algn="l">
              <a:lnSpc>
                <a:spcPct val="162500"/>
              </a:lnSpc>
              <a:spcBef>
                <a:spcPts val="0"/>
              </a:spcBef>
              <a:spcAft>
                <a:spcPts val="0"/>
              </a:spcAft>
              <a:buClr>
                <a:srgbClr val="C2C4B5"/>
              </a:buClr>
              <a:buSzPts val="521"/>
              <a:buFont typeface="Bitter"/>
              <a:buNone/>
            </a:pPr>
            <a:r>
              <a:rPr b="1" i="0" lang="es" sz="1106" u="none" cap="none" strike="noStrike">
                <a:solidFill>
                  <a:srgbClr val="C2C4B5"/>
                </a:solidFill>
                <a:latin typeface="Bitter"/>
                <a:ea typeface="Bitter"/>
                <a:cs typeface="Bitter"/>
                <a:sym typeface="Bitter"/>
              </a:rPr>
              <a:t>Contadores de Eventos:</a:t>
            </a:r>
            <a:r>
              <a:rPr b="0" i="0" lang="es" sz="1106" u="none" cap="none" strike="noStrike">
                <a:solidFill>
                  <a:srgbClr val="C2C4B5"/>
                </a:solidFill>
                <a:latin typeface="Bitter"/>
                <a:ea typeface="Bitter"/>
                <a:cs typeface="Bitter"/>
                <a:sym typeface="Bitter"/>
              </a:rPr>
              <a:t> Para registrar el número de ocurrencias de un evento en un sistema.</a:t>
            </a:r>
            <a:endParaRPr b="0" i="0" sz="1106" u="none" cap="none" strike="noStrike"/>
          </a:p>
        </p:txBody>
      </p:sp>
      <p:sp>
        <p:nvSpPr>
          <p:cNvPr id="220" name="Google Shape;220;p23"/>
          <p:cNvSpPr/>
          <p:nvPr/>
        </p:nvSpPr>
        <p:spPr>
          <a:xfrm>
            <a:off x="178350" y="4147462"/>
            <a:ext cx="8787300" cy="327300"/>
          </a:xfrm>
          <a:prstGeom prst="rect">
            <a:avLst/>
          </a:prstGeom>
          <a:noFill/>
          <a:ln>
            <a:noFill/>
          </a:ln>
        </p:spPr>
        <p:txBody>
          <a:bodyPr anchorCtr="0" anchor="t" bIns="0" lIns="0" spcFirstLastPara="1" rIns="0" wrap="square" tIns="0">
            <a:noAutofit/>
          </a:bodyPr>
          <a:lstStyle/>
          <a:p>
            <a:pPr indent="0" lvl="0" marL="0" marR="0" rtl="0" algn="l">
              <a:lnSpc>
                <a:spcPct val="162500"/>
              </a:lnSpc>
              <a:spcBef>
                <a:spcPts val="0"/>
              </a:spcBef>
              <a:spcAft>
                <a:spcPts val="0"/>
              </a:spcAft>
              <a:buClr>
                <a:srgbClr val="C2C4B5"/>
              </a:buClr>
              <a:buSzPts val="521"/>
              <a:buFont typeface="Bitter"/>
              <a:buNone/>
            </a:pPr>
            <a:r>
              <a:rPr b="1" i="0" lang="es" sz="1106" u="none" cap="none" strike="noStrike">
                <a:solidFill>
                  <a:srgbClr val="C2C4B5"/>
                </a:solidFill>
                <a:latin typeface="Bitter"/>
                <a:ea typeface="Bitter"/>
                <a:cs typeface="Bitter"/>
                <a:sym typeface="Bitter"/>
              </a:rPr>
              <a:t>Divisores de Frecuencia:</a:t>
            </a:r>
            <a:r>
              <a:rPr b="0" i="0" lang="es" sz="1106" u="none" cap="none" strike="noStrike">
                <a:solidFill>
                  <a:srgbClr val="C2C4B5"/>
                </a:solidFill>
                <a:latin typeface="Bitter"/>
                <a:ea typeface="Bitter"/>
                <a:cs typeface="Bitter"/>
                <a:sym typeface="Bitter"/>
              </a:rPr>
              <a:t> Pueden usarse para generar una señal de reloj de menor frecuencia a partir de una de mayor frecuencia.</a:t>
            </a:r>
            <a:endParaRPr b="0" i="0" sz="1106" u="none" cap="none" strike="noStrike"/>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4" name="Shape 224"/>
        <p:cNvGrpSpPr/>
        <p:nvPr/>
      </p:nvGrpSpPr>
      <p:grpSpPr>
        <a:xfrm>
          <a:off x="0" y="0"/>
          <a:ext cx="0" cy="0"/>
          <a:chOff x="0" y="0"/>
          <a:chExt cx="0" cy="0"/>
        </a:xfrm>
      </p:grpSpPr>
      <p:sp>
        <p:nvSpPr>
          <p:cNvPr id="225" name="Google Shape;225;p24"/>
          <p:cNvSpPr/>
          <p:nvPr/>
        </p:nvSpPr>
        <p:spPr>
          <a:xfrm>
            <a:off x="2893965" y="452038"/>
            <a:ext cx="3297000" cy="203400"/>
          </a:xfrm>
          <a:prstGeom prst="rect">
            <a:avLst/>
          </a:prstGeom>
          <a:noFill/>
          <a:ln>
            <a:noFill/>
          </a:ln>
        </p:spPr>
        <p:txBody>
          <a:bodyPr anchorCtr="0" anchor="t" bIns="0" lIns="0" spcFirstLastPara="1" rIns="0" wrap="square" tIns="0">
            <a:noAutofit/>
          </a:bodyPr>
          <a:lstStyle/>
          <a:p>
            <a:pPr indent="0" lvl="0" marL="0" marR="0" rtl="0" algn="ctr">
              <a:lnSpc>
                <a:spcPct val="125000"/>
              </a:lnSpc>
              <a:spcBef>
                <a:spcPts val="0"/>
              </a:spcBef>
              <a:spcAft>
                <a:spcPts val="0"/>
              </a:spcAft>
              <a:buClr>
                <a:srgbClr val="E1E5CD"/>
              </a:buClr>
              <a:buSzPts val="1051"/>
              <a:buFont typeface="Outfit"/>
              <a:buNone/>
            </a:pPr>
            <a:r>
              <a:rPr b="1" i="0" lang="es" sz="1642" u="none" cap="none" strike="noStrike">
                <a:solidFill>
                  <a:srgbClr val="E1E5CD"/>
                </a:solidFill>
                <a:latin typeface="Outfit"/>
                <a:ea typeface="Outfit"/>
                <a:cs typeface="Outfit"/>
                <a:sym typeface="Outfit"/>
              </a:rPr>
              <a:t>Contadores Descendentes</a:t>
            </a:r>
            <a:endParaRPr b="0" i="0" sz="1642" u="none" cap="none" strike="noStrike"/>
          </a:p>
        </p:txBody>
      </p:sp>
      <p:sp>
        <p:nvSpPr>
          <p:cNvPr id="226" name="Google Shape;226;p24"/>
          <p:cNvSpPr/>
          <p:nvPr/>
        </p:nvSpPr>
        <p:spPr>
          <a:xfrm>
            <a:off x="28575" y="987160"/>
            <a:ext cx="9027600" cy="601800"/>
          </a:xfrm>
          <a:prstGeom prst="rect">
            <a:avLst/>
          </a:prstGeom>
          <a:noFill/>
          <a:ln>
            <a:noFill/>
          </a:ln>
        </p:spPr>
        <p:txBody>
          <a:bodyPr anchorCtr="0" anchor="t" bIns="0" lIns="0" spcFirstLastPara="1" rIns="0" wrap="square" tIns="0">
            <a:noAutofit/>
          </a:bodyPr>
          <a:lstStyle/>
          <a:p>
            <a:pPr indent="0" lvl="0" marL="0" marR="0" rtl="0" algn="just">
              <a:lnSpc>
                <a:spcPct val="126315"/>
              </a:lnSpc>
              <a:spcBef>
                <a:spcPts val="0"/>
              </a:spcBef>
              <a:spcAft>
                <a:spcPts val="0"/>
              </a:spcAft>
              <a:buClr>
                <a:srgbClr val="E1E5CD"/>
              </a:buClr>
              <a:buSzPts val="624"/>
              <a:buFont typeface="Outfit"/>
              <a:buNone/>
            </a:pPr>
            <a:r>
              <a:rPr i="0" lang="es" sz="1215" u="none" cap="none" strike="noStrike">
                <a:solidFill>
                  <a:srgbClr val="E1E5CD"/>
                </a:solidFill>
                <a:latin typeface="Outfit"/>
                <a:ea typeface="Outfit"/>
                <a:cs typeface="Outfit"/>
                <a:sym typeface="Outfit"/>
              </a:rPr>
              <a:t>Un contador descendente es un circuito secuencial digital que disminuye su valor de salida en uno cada vez que recibe un pulso de reloj. Es lo opuesto al contador ascendente y se utiliza para contar hacia atrás, por ejemplo, en temporizadores o para controlar el número de ciclos restantes en un proceso.</a:t>
            </a:r>
            <a:endParaRPr i="0" sz="1215" u="none" cap="none" strike="noStrike"/>
          </a:p>
        </p:txBody>
      </p:sp>
      <p:sp>
        <p:nvSpPr>
          <p:cNvPr id="227" name="Google Shape;227;p24"/>
          <p:cNvSpPr/>
          <p:nvPr/>
        </p:nvSpPr>
        <p:spPr>
          <a:xfrm>
            <a:off x="28580" y="1762921"/>
            <a:ext cx="5679600" cy="323700"/>
          </a:xfrm>
          <a:prstGeom prst="rect">
            <a:avLst/>
          </a:prstGeom>
          <a:noFill/>
          <a:ln>
            <a:noFill/>
          </a:ln>
        </p:spPr>
        <p:txBody>
          <a:bodyPr anchorCtr="0" anchor="t" bIns="0" lIns="0" spcFirstLastPara="1" rIns="0" wrap="square" tIns="0">
            <a:noAutofit/>
          </a:bodyPr>
          <a:lstStyle/>
          <a:p>
            <a:pPr indent="0" lvl="0" marL="0" marR="0" rtl="0" algn="l">
              <a:lnSpc>
                <a:spcPct val="123076"/>
              </a:lnSpc>
              <a:spcBef>
                <a:spcPts val="0"/>
              </a:spcBef>
              <a:spcAft>
                <a:spcPts val="0"/>
              </a:spcAft>
              <a:buClr>
                <a:srgbClr val="E1E5CD"/>
              </a:buClr>
              <a:buSzPts val="854"/>
              <a:buFont typeface="Outfit"/>
              <a:buNone/>
            </a:pPr>
            <a:r>
              <a:rPr b="1" i="0" lang="es" sz="1445" u="none" cap="none" strike="noStrike">
                <a:solidFill>
                  <a:srgbClr val="E1E5CD"/>
                </a:solidFill>
                <a:latin typeface="Outfit"/>
                <a:ea typeface="Outfit"/>
                <a:cs typeface="Outfit"/>
                <a:sym typeface="Outfit"/>
              </a:rPr>
              <a:t>Secuencia Binaria y Tabla de Verdad (Contador de 3 bits)</a:t>
            </a:r>
            <a:endParaRPr b="0" i="0" sz="1445" u="none" cap="none" strike="noStrike"/>
          </a:p>
        </p:txBody>
      </p:sp>
      <p:sp>
        <p:nvSpPr>
          <p:cNvPr id="228" name="Google Shape;228;p24"/>
          <p:cNvSpPr/>
          <p:nvPr/>
        </p:nvSpPr>
        <p:spPr>
          <a:xfrm>
            <a:off x="87835" y="2106694"/>
            <a:ext cx="9027600" cy="451800"/>
          </a:xfrm>
          <a:prstGeom prst="rect">
            <a:avLst/>
          </a:prstGeom>
          <a:noFill/>
          <a:ln>
            <a:noFill/>
          </a:ln>
        </p:spPr>
        <p:txBody>
          <a:bodyPr anchorCtr="0" anchor="t" bIns="0" lIns="0" spcFirstLastPara="1" rIns="0" wrap="square" tIns="0">
            <a:noAutofit/>
          </a:bodyPr>
          <a:lstStyle/>
          <a:p>
            <a:pPr indent="0" lvl="0" marL="0" marR="0" rtl="0" algn="l">
              <a:lnSpc>
                <a:spcPct val="153846"/>
              </a:lnSpc>
              <a:spcBef>
                <a:spcPts val="0"/>
              </a:spcBef>
              <a:spcAft>
                <a:spcPts val="0"/>
              </a:spcAft>
              <a:buClr>
                <a:srgbClr val="C2C4B5"/>
              </a:buClr>
              <a:buSzPts val="427"/>
              <a:buFont typeface="Bitter"/>
              <a:buNone/>
            </a:pPr>
            <a:r>
              <a:rPr b="0" i="0" lang="es" sz="1018" u="none" cap="none" strike="noStrike">
                <a:solidFill>
                  <a:srgbClr val="C2C4B5"/>
                </a:solidFill>
                <a:latin typeface="Bitter"/>
                <a:ea typeface="Bitter"/>
                <a:cs typeface="Bitter"/>
                <a:sym typeface="Bitter"/>
              </a:rPr>
              <a:t>Un contador descendente de 3 bits puede contar desde 7 (111 en binario) hasta 0 (000 en binario). Cada vez que recibe un pulso de reloj, su salida binaria disminuye en uno, volviendo a 111 después de alcanzar el 000. La secuencia es la siguiente:</a:t>
            </a:r>
            <a:endParaRPr b="0" i="0" sz="1018" u="none" cap="none" strike="noStrike"/>
          </a:p>
        </p:txBody>
      </p:sp>
      <p:sp>
        <p:nvSpPr>
          <p:cNvPr id="229" name="Google Shape;229;p24"/>
          <p:cNvSpPr/>
          <p:nvPr/>
        </p:nvSpPr>
        <p:spPr>
          <a:xfrm>
            <a:off x="87835" y="2703760"/>
            <a:ext cx="5303100" cy="162000"/>
          </a:xfrm>
          <a:prstGeom prst="rect">
            <a:avLst/>
          </a:prstGeom>
          <a:noFill/>
          <a:ln>
            <a:noFill/>
          </a:ln>
        </p:spPr>
        <p:txBody>
          <a:bodyPr anchorCtr="0" anchor="t" bIns="0" lIns="0" spcFirstLastPara="1" rIns="0" wrap="square" tIns="0">
            <a:noAutofit/>
          </a:bodyPr>
          <a:lstStyle/>
          <a:p>
            <a:pPr indent="0" lvl="0" marL="0" marR="0" rtl="0" algn="l">
              <a:lnSpc>
                <a:spcPct val="153846"/>
              </a:lnSpc>
              <a:spcBef>
                <a:spcPts val="0"/>
              </a:spcBef>
              <a:spcAft>
                <a:spcPts val="0"/>
              </a:spcAft>
              <a:buClr>
                <a:srgbClr val="C2C4B5"/>
              </a:buClr>
              <a:buSzPts val="427"/>
              <a:buFont typeface="Bitter"/>
              <a:buNone/>
            </a:pPr>
            <a:r>
              <a:rPr b="1" i="0" lang="es" sz="1018" u="none" cap="none" strike="noStrike">
                <a:solidFill>
                  <a:srgbClr val="C2C4B5"/>
                </a:solidFill>
                <a:latin typeface="Bitter"/>
                <a:ea typeface="Bitter"/>
                <a:cs typeface="Bitter"/>
                <a:sym typeface="Bitter"/>
              </a:rPr>
              <a:t>111 → 110 → 101 → 100 → 011 → 010 → 001 → 000</a:t>
            </a:r>
            <a:endParaRPr b="0" i="0" sz="1018" u="none" cap="none" strike="noStrike"/>
          </a:p>
        </p:txBody>
      </p:sp>
      <p:sp>
        <p:nvSpPr>
          <p:cNvPr id="230" name="Google Shape;230;p24"/>
          <p:cNvSpPr/>
          <p:nvPr/>
        </p:nvSpPr>
        <p:spPr>
          <a:xfrm>
            <a:off x="918007" y="3076444"/>
            <a:ext cx="7367100" cy="1467300"/>
          </a:xfrm>
          <a:prstGeom prst="roundRect">
            <a:avLst>
              <a:gd fmla="val 555" name="adj"/>
            </a:avLst>
          </a:prstGeom>
          <a:noFill/>
          <a:ln cap="flat" cmpd="sng" w="6250">
            <a:solidFill>
              <a:srgbClr val="FFFFFF">
                <a:alpha val="23919"/>
              </a:srgbClr>
            </a:solidFill>
            <a:prstDash val="solid"/>
            <a:round/>
            <a:headEnd len="sm" w="sm" type="none"/>
            <a:tailEnd len="sm" w="sm" type="none"/>
          </a:ln>
        </p:spPr>
        <p:txBody>
          <a:bodyPr anchorCtr="0" anchor="ctr" bIns="60050" lIns="60050" spcFirstLastPara="1" rIns="60050" wrap="square" tIns="60050">
            <a:noAutofit/>
          </a:bodyPr>
          <a:lstStyle/>
          <a:p>
            <a:pPr indent="0" lvl="0" marL="0" rtl="0" algn="l">
              <a:spcBef>
                <a:spcPts val="0"/>
              </a:spcBef>
              <a:spcAft>
                <a:spcPts val="0"/>
              </a:spcAft>
              <a:buNone/>
            </a:pPr>
            <a:r>
              <a:t/>
            </a:r>
            <a:endParaRPr sz="1511"/>
          </a:p>
        </p:txBody>
      </p:sp>
      <p:sp>
        <p:nvSpPr>
          <p:cNvPr id="231" name="Google Shape;231;p24"/>
          <p:cNvSpPr/>
          <p:nvPr/>
        </p:nvSpPr>
        <p:spPr>
          <a:xfrm>
            <a:off x="922092" y="3081450"/>
            <a:ext cx="7359300" cy="162000"/>
          </a:xfrm>
          <a:prstGeom prst="rect">
            <a:avLst/>
          </a:prstGeom>
          <a:solidFill>
            <a:srgbClr val="FFFFFF">
              <a:alpha val="3920"/>
            </a:srgbClr>
          </a:solidFill>
          <a:ln>
            <a:noFill/>
          </a:ln>
        </p:spPr>
        <p:txBody>
          <a:bodyPr anchorCtr="0" anchor="ctr" bIns="60050" lIns="60050" spcFirstLastPara="1" rIns="60050" wrap="square" tIns="60050">
            <a:noAutofit/>
          </a:bodyPr>
          <a:lstStyle/>
          <a:p>
            <a:pPr indent="0" lvl="0" marL="0" rtl="0" algn="l">
              <a:spcBef>
                <a:spcPts val="0"/>
              </a:spcBef>
              <a:spcAft>
                <a:spcPts val="0"/>
              </a:spcAft>
              <a:buNone/>
            </a:pPr>
            <a:r>
              <a:t/>
            </a:r>
            <a:endParaRPr sz="1511"/>
          </a:p>
        </p:txBody>
      </p:sp>
      <p:sp>
        <p:nvSpPr>
          <p:cNvPr id="232" name="Google Shape;232;p24"/>
          <p:cNvSpPr/>
          <p:nvPr/>
        </p:nvSpPr>
        <p:spPr>
          <a:xfrm>
            <a:off x="966331" y="3118997"/>
            <a:ext cx="1749000" cy="86700"/>
          </a:xfrm>
          <a:prstGeom prst="rect">
            <a:avLst/>
          </a:prstGeom>
          <a:noFill/>
          <a:ln>
            <a:noFill/>
          </a:ln>
        </p:spPr>
        <p:txBody>
          <a:bodyPr anchorCtr="0" anchor="t" bIns="0" lIns="0" spcFirstLastPara="1" rIns="0" wrap="square" tIns="0">
            <a:noAutofit/>
          </a:bodyPr>
          <a:lstStyle/>
          <a:p>
            <a:pPr indent="0" lvl="0" marL="0" marR="0" rtl="0" algn="l">
              <a:lnSpc>
                <a:spcPct val="153846"/>
              </a:lnSpc>
              <a:spcBef>
                <a:spcPts val="0"/>
              </a:spcBef>
              <a:spcAft>
                <a:spcPts val="0"/>
              </a:spcAft>
              <a:buClr>
                <a:srgbClr val="C2C4B5"/>
              </a:buClr>
              <a:buSzPts val="427"/>
              <a:buFont typeface="Bitter"/>
              <a:buNone/>
            </a:pPr>
            <a:r>
              <a:rPr b="1" i="0" lang="es" sz="1018" u="none" cap="none" strike="noStrike">
                <a:solidFill>
                  <a:srgbClr val="C2C4B5"/>
                </a:solidFill>
                <a:latin typeface="Bitter"/>
                <a:ea typeface="Bitter"/>
                <a:cs typeface="Bitter"/>
                <a:sym typeface="Bitter"/>
              </a:rPr>
              <a:t>Pulso de Reloj</a:t>
            </a:r>
            <a:endParaRPr b="0" i="0" sz="1018" u="none" cap="none" strike="noStrike"/>
          </a:p>
        </p:txBody>
      </p:sp>
      <p:sp>
        <p:nvSpPr>
          <p:cNvPr id="233" name="Google Shape;233;p24"/>
          <p:cNvSpPr/>
          <p:nvPr/>
        </p:nvSpPr>
        <p:spPr>
          <a:xfrm>
            <a:off x="2808147" y="3118997"/>
            <a:ext cx="1747200" cy="86700"/>
          </a:xfrm>
          <a:prstGeom prst="rect">
            <a:avLst/>
          </a:prstGeom>
          <a:noFill/>
          <a:ln>
            <a:noFill/>
          </a:ln>
        </p:spPr>
        <p:txBody>
          <a:bodyPr anchorCtr="0" anchor="t" bIns="0" lIns="0" spcFirstLastPara="1" rIns="0" wrap="square" tIns="0">
            <a:noAutofit/>
          </a:bodyPr>
          <a:lstStyle/>
          <a:p>
            <a:pPr indent="0" lvl="0" marL="0" marR="0" rtl="0" algn="l">
              <a:lnSpc>
                <a:spcPct val="153846"/>
              </a:lnSpc>
              <a:spcBef>
                <a:spcPts val="0"/>
              </a:spcBef>
              <a:spcAft>
                <a:spcPts val="0"/>
              </a:spcAft>
              <a:buClr>
                <a:srgbClr val="C2C4B5"/>
              </a:buClr>
              <a:buSzPts val="427"/>
              <a:buFont typeface="Bitter"/>
              <a:buNone/>
            </a:pPr>
            <a:r>
              <a:rPr b="1" i="0" lang="es" sz="1018" u="none" cap="none" strike="noStrike">
                <a:solidFill>
                  <a:srgbClr val="C2C4B5"/>
                </a:solidFill>
                <a:latin typeface="Bitter"/>
                <a:ea typeface="Bitter"/>
                <a:cs typeface="Bitter"/>
                <a:sym typeface="Bitter"/>
              </a:rPr>
              <a:t>Q2 (MSB)</a:t>
            </a:r>
            <a:endParaRPr b="0" i="0" sz="1018" u="none" cap="none" strike="noStrike"/>
          </a:p>
        </p:txBody>
      </p:sp>
      <p:sp>
        <p:nvSpPr>
          <p:cNvPr id="234" name="Google Shape;234;p24"/>
          <p:cNvSpPr/>
          <p:nvPr/>
        </p:nvSpPr>
        <p:spPr>
          <a:xfrm>
            <a:off x="4647920" y="3118997"/>
            <a:ext cx="1747200" cy="86700"/>
          </a:xfrm>
          <a:prstGeom prst="rect">
            <a:avLst/>
          </a:prstGeom>
          <a:noFill/>
          <a:ln>
            <a:noFill/>
          </a:ln>
        </p:spPr>
        <p:txBody>
          <a:bodyPr anchorCtr="0" anchor="t" bIns="0" lIns="0" spcFirstLastPara="1" rIns="0" wrap="square" tIns="0">
            <a:noAutofit/>
          </a:bodyPr>
          <a:lstStyle/>
          <a:p>
            <a:pPr indent="0" lvl="0" marL="0" marR="0" rtl="0" algn="l">
              <a:lnSpc>
                <a:spcPct val="153846"/>
              </a:lnSpc>
              <a:spcBef>
                <a:spcPts val="0"/>
              </a:spcBef>
              <a:spcAft>
                <a:spcPts val="0"/>
              </a:spcAft>
              <a:buClr>
                <a:srgbClr val="C2C4B5"/>
              </a:buClr>
              <a:buSzPts val="427"/>
              <a:buFont typeface="Bitter"/>
              <a:buNone/>
            </a:pPr>
            <a:r>
              <a:rPr b="1" i="0" lang="es" sz="1018" u="none" cap="none" strike="noStrike">
                <a:solidFill>
                  <a:srgbClr val="C2C4B5"/>
                </a:solidFill>
                <a:latin typeface="Bitter"/>
                <a:ea typeface="Bitter"/>
                <a:cs typeface="Bitter"/>
                <a:sym typeface="Bitter"/>
              </a:rPr>
              <a:t>Q1</a:t>
            </a:r>
            <a:endParaRPr b="0" i="0" sz="1018" u="none" cap="none" strike="noStrike"/>
          </a:p>
        </p:txBody>
      </p:sp>
      <p:sp>
        <p:nvSpPr>
          <p:cNvPr id="235" name="Google Shape;235;p24"/>
          <p:cNvSpPr/>
          <p:nvPr/>
        </p:nvSpPr>
        <p:spPr>
          <a:xfrm>
            <a:off x="6487694" y="3118997"/>
            <a:ext cx="1749000" cy="86700"/>
          </a:xfrm>
          <a:prstGeom prst="rect">
            <a:avLst/>
          </a:prstGeom>
          <a:noFill/>
          <a:ln>
            <a:noFill/>
          </a:ln>
        </p:spPr>
        <p:txBody>
          <a:bodyPr anchorCtr="0" anchor="t" bIns="0" lIns="0" spcFirstLastPara="1" rIns="0" wrap="square" tIns="0">
            <a:noAutofit/>
          </a:bodyPr>
          <a:lstStyle/>
          <a:p>
            <a:pPr indent="0" lvl="0" marL="0" marR="0" rtl="0" algn="l">
              <a:lnSpc>
                <a:spcPct val="153846"/>
              </a:lnSpc>
              <a:spcBef>
                <a:spcPts val="0"/>
              </a:spcBef>
              <a:spcAft>
                <a:spcPts val="0"/>
              </a:spcAft>
              <a:buClr>
                <a:srgbClr val="C2C4B5"/>
              </a:buClr>
              <a:buSzPts val="427"/>
              <a:buFont typeface="Bitter"/>
              <a:buNone/>
            </a:pPr>
            <a:r>
              <a:rPr b="1" i="0" lang="es" sz="1018" u="none" cap="none" strike="noStrike">
                <a:solidFill>
                  <a:srgbClr val="C2C4B5"/>
                </a:solidFill>
                <a:latin typeface="Bitter"/>
                <a:ea typeface="Bitter"/>
                <a:cs typeface="Bitter"/>
                <a:sym typeface="Bitter"/>
              </a:rPr>
              <a:t>Q0 (LSB)</a:t>
            </a:r>
            <a:endParaRPr b="0" i="0" sz="1018" u="none" cap="none" strike="noStrike"/>
          </a:p>
        </p:txBody>
      </p:sp>
      <p:sp>
        <p:nvSpPr>
          <p:cNvPr id="236" name="Google Shape;236;p24"/>
          <p:cNvSpPr/>
          <p:nvPr/>
        </p:nvSpPr>
        <p:spPr>
          <a:xfrm>
            <a:off x="922092" y="3243371"/>
            <a:ext cx="7359300" cy="162000"/>
          </a:xfrm>
          <a:prstGeom prst="rect">
            <a:avLst/>
          </a:prstGeom>
          <a:solidFill>
            <a:srgbClr val="000000">
              <a:alpha val="3920"/>
            </a:srgbClr>
          </a:solidFill>
          <a:ln>
            <a:noFill/>
          </a:ln>
        </p:spPr>
        <p:txBody>
          <a:bodyPr anchorCtr="0" anchor="ctr" bIns="60050" lIns="60050" spcFirstLastPara="1" rIns="60050" wrap="square" tIns="60050">
            <a:noAutofit/>
          </a:bodyPr>
          <a:lstStyle/>
          <a:p>
            <a:pPr indent="0" lvl="0" marL="0" rtl="0" algn="l">
              <a:spcBef>
                <a:spcPts val="0"/>
              </a:spcBef>
              <a:spcAft>
                <a:spcPts val="0"/>
              </a:spcAft>
              <a:buNone/>
            </a:pPr>
            <a:r>
              <a:t/>
            </a:r>
            <a:endParaRPr sz="1511"/>
          </a:p>
        </p:txBody>
      </p:sp>
      <p:sp>
        <p:nvSpPr>
          <p:cNvPr id="237" name="Google Shape;237;p24"/>
          <p:cNvSpPr/>
          <p:nvPr/>
        </p:nvSpPr>
        <p:spPr>
          <a:xfrm>
            <a:off x="966331" y="3280918"/>
            <a:ext cx="1749000" cy="86700"/>
          </a:xfrm>
          <a:prstGeom prst="rect">
            <a:avLst/>
          </a:prstGeom>
          <a:noFill/>
          <a:ln>
            <a:noFill/>
          </a:ln>
        </p:spPr>
        <p:txBody>
          <a:bodyPr anchorCtr="0" anchor="t" bIns="0" lIns="0" spcFirstLastPara="1" rIns="0" wrap="square" tIns="0">
            <a:noAutofit/>
          </a:bodyPr>
          <a:lstStyle/>
          <a:p>
            <a:pPr indent="0" lvl="0" marL="0" marR="0" rtl="0" algn="l">
              <a:lnSpc>
                <a:spcPct val="153846"/>
              </a:lnSpc>
              <a:spcBef>
                <a:spcPts val="0"/>
              </a:spcBef>
              <a:spcAft>
                <a:spcPts val="0"/>
              </a:spcAft>
              <a:buClr>
                <a:srgbClr val="C2C4B5"/>
              </a:buClr>
              <a:buSzPts val="427"/>
              <a:buFont typeface="Bitter"/>
              <a:buNone/>
            </a:pPr>
            <a:r>
              <a:rPr b="0" i="0" lang="es" sz="1018" u="none" cap="none" strike="noStrike">
                <a:solidFill>
                  <a:srgbClr val="C2C4B5"/>
                </a:solidFill>
                <a:latin typeface="Bitter"/>
                <a:ea typeface="Bitter"/>
                <a:cs typeface="Bitter"/>
                <a:sym typeface="Bitter"/>
              </a:rPr>
              <a:t>0</a:t>
            </a:r>
            <a:endParaRPr b="0" i="0" sz="1018" u="none" cap="none" strike="noStrike"/>
          </a:p>
        </p:txBody>
      </p:sp>
      <p:sp>
        <p:nvSpPr>
          <p:cNvPr id="238" name="Google Shape;238;p24"/>
          <p:cNvSpPr/>
          <p:nvPr/>
        </p:nvSpPr>
        <p:spPr>
          <a:xfrm>
            <a:off x="2808147" y="3280918"/>
            <a:ext cx="1747200" cy="86700"/>
          </a:xfrm>
          <a:prstGeom prst="rect">
            <a:avLst/>
          </a:prstGeom>
          <a:noFill/>
          <a:ln>
            <a:noFill/>
          </a:ln>
        </p:spPr>
        <p:txBody>
          <a:bodyPr anchorCtr="0" anchor="t" bIns="0" lIns="0" spcFirstLastPara="1" rIns="0" wrap="square" tIns="0">
            <a:noAutofit/>
          </a:bodyPr>
          <a:lstStyle/>
          <a:p>
            <a:pPr indent="0" lvl="0" marL="0" marR="0" rtl="0" algn="l">
              <a:lnSpc>
                <a:spcPct val="153846"/>
              </a:lnSpc>
              <a:spcBef>
                <a:spcPts val="0"/>
              </a:spcBef>
              <a:spcAft>
                <a:spcPts val="0"/>
              </a:spcAft>
              <a:buClr>
                <a:srgbClr val="C2C4B5"/>
              </a:buClr>
              <a:buSzPts val="427"/>
              <a:buFont typeface="Bitter"/>
              <a:buNone/>
            </a:pPr>
            <a:r>
              <a:rPr b="0" i="0" lang="es" sz="1018" u="none" cap="none" strike="noStrike">
                <a:solidFill>
                  <a:srgbClr val="C2C4B5"/>
                </a:solidFill>
                <a:latin typeface="Bitter"/>
                <a:ea typeface="Bitter"/>
                <a:cs typeface="Bitter"/>
                <a:sym typeface="Bitter"/>
              </a:rPr>
              <a:t>1</a:t>
            </a:r>
            <a:endParaRPr b="0" i="0" sz="1018" u="none" cap="none" strike="noStrike"/>
          </a:p>
        </p:txBody>
      </p:sp>
      <p:sp>
        <p:nvSpPr>
          <p:cNvPr id="239" name="Google Shape;239;p24"/>
          <p:cNvSpPr/>
          <p:nvPr/>
        </p:nvSpPr>
        <p:spPr>
          <a:xfrm>
            <a:off x="4647920" y="3280918"/>
            <a:ext cx="1747200" cy="86700"/>
          </a:xfrm>
          <a:prstGeom prst="rect">
            <a:avLst/>
          </a:prstGeom>
          <a:noFill/>
          <a:ln>
            <a:noFill/>
          </a:ln>
        </p:spPr>
        <p:txBody>
          <a:bodyPr anchorCtr="0" anchor="t" bIns="0" lIns="0" spcFirstLastPara="1" rIns="0" wrap="square" tIns="0">
            <a:noAutofit/>
          </a:bodyPr>
          <a:lstStyle/>
          <a:p>
            <a:pPr indent="0" lvl="0" marL="0" marR="0" rtl="0" algn="l">
              <a:lnSpc>
                <a:spcPct val="153846"/>
              </a:lnSpc>
              <a:spcBef>
                <a:spcPts val="0"/>
              </a:spcBef>
              <a:spcAft>
                <a:spcPts val="0"/>
              </a:spcAft>
              <a:buClr>
                <a:srgbClr val="C2C4B5"/>
              </a:buClr>
              <a:buSzPts val="427"/>
              <a:buFont typeface="Bitter"/>
              <a:buNone/>
            </a:pPr>
            <a:r>
              <a:rPr b="0" i="0" lang="es" sz="1018" u="none" cap="none" strike="noStrike">
                <a:solidFill>
                  <a:srgbClr val="C2C4B5"/>
                </a:solidFill>
                <a:latin typeface="Bitter"/>
                <a:ea typeface="Bitter"/>
                <a:cs typeface="Bitter"/>
                <a:sym typeface="Bitter"/>
              </a:rPr>
              <a:t>1</a:t>
            </a:r>
            <a:endParaRPr b="0" i="0" sz="1018" u="none" cap="none" strike="noStrike"/>
          </a:p>
        </p:txBody>
      </p:sp>
      <p:sp>
        <p:nvSpPr>
          <p:cNvPr id="240" name="Google Shape;240;p24"/>
          <p:cNvSpPr/>
          <p:nvPr/>
        </p:nvSpPr>
        <p:spPr>
          <a:xfrm>
            <a:off x="6487694" y="3280918"/>
            <a:ext cx="1749000" cy="86700"/>
          </a:xfrm>
          <a:prstGeom prst="rect">
            <a:avLst/>
          </a:prstGeom>
          <a:noFill/>
          <a:ln>
            <a:noFill/>
          </a:ln>
        </p:spPr>
        <p:txBody>
          <a:bodyPr anchorCtr="0" anchor="t" bIns="0" lIns="0" spcFirstLastPara="1" rIns="0" wrap="square" tIns="0">
            <a:noAutofit/>
          </a:bodyPr>
          <a:lstStyle/>
          <a:p>
            <a:pPr indent="0" lvl="0" marL="0" marR="0" rtl="0" algn="l">
              <a:lnSpc>
                <a:spcPct val="153846"/>
              </a:lnSpc>
              <a:spcBef>
                <a:spcPts val="0"/>
              </a:spcBef>
              <a:spcAft>
                <a:spcPts val="0"/>
              </a:spcAft>
              <a:buClr>
                <a:srgbClr val="C2C4B5"/>
              </a:buClr>
              <a:buSzPts val="427"/>
              <a:buFont typeface="Bitter"/>
              <a:buNone/>
            </a:pPr>
            <a:r>
              <a:rPr b="0" i="0" lang="es" sz="1018" u="none" cap="none" strike="noStrike">
                <a:solidFill>
                  <a:srgbClr val="C2C4B5"/>
                </a:solidFill>
                <a:latin typeface="Bitter"/>
                <a:ea typeface="Bitter"/>
                <a:cs typeface="Bitter"/>
                <a:sym typeface="Bitter"/>
              </a:rPr>
              <a:t>1</a:t>
            </a:r>
            <a:endParaRPr b="0" i="0" sz="1018" u="none" cap="none" strike="noStrike"/>
          </a:p>
        </p:txBody>
      </p:sp>
      <p:sp>
        <p:nvSpPr>
          <p:cNvPr id="241" name="Google Shape;241;p24"/>
          <p:cNvSpPr/>
          <p:nvPr/>
        </p:nvSpPr>
        <p:spPr>
          <a:xfrm>
            <a:off x="922092" y="3405293"/>
            <a:ext cx="7359300" cy="162000"/>
          </a:xfrm>
          <a:prstGeom prst="rect">
            <a:avLst/>
          </a:prstGeom>
          <a:solidFill>
            <a:srgbClr val="FFFFFF">
              <a:alpha val="3920"/>
            </a:srgbClr>
          </a:solidFill>
          <a:ln>
            <a:noFill/>
          </a:ln>
        </p:spPr>
        <p:txBody>
          <a:bodyPr anchorCtr="0" anchor="ctr" bIns="60050" lIns="60050" spcFirstLastPara="1" rIns="60050" wrap="square" tIns="60050">
            <a:noAutofit/>
          </a:bodyPr>
          <a:lstStyle/>
          <a:p>
            <a:pPr indent="0" lvl="0" marL="0" rtl="0" algn="l">
              <a:spcBef>
                <a:spcPts val="0"/>
              </a:spcBef>
              <a:spcAft>
                <a:spcPts val="0"/>
              </a:spcAft>
              <a:buNone/>
            </a:pPr>
            <a:r>
              <a:t/>
            </a:r>
            <a:endParaRPr sz="1511"/>
          </a:p>
        </p:txBody>
      </p:sp>
      <p:sp>
        <p:nvSpPr>
          <p:cNvPr id="242" name="Google Shape;242;p24"/>
          <p:cNvSpPr/>
          <p:nvPr/>
        </p:nvSpPr>
        <p:spPr>
          <a:xfrm>
            <a:off x="966331" y="3442840"/>
            <a:ext cx="1749000" cy="86700"/>
          </a:xfrm>
          <a:prstGeom prst="rect">
            <a:avLst/>
          </a:prstGeom>
          <a:noFill/>
          <a:ln>
            <a:noFill/>
          </a:ln>
        </p:spPr>
        <p:txBody>
          <a:bodyPr anchorCtr="0" anchor="t" bIns="0" lIns="0" spcFirstLastPara="1" rIns="0" wrap="square" tIns="0">
            <a:noAutofit/>
          </a:bodyPr>
          <a:lstStyle/>
          <a:p>
            <a:pPr indent="0" lvl="0" marL="0" marR="0" rtl="0" algn="l">
              <a:lnSpc>
                <a:spcPct val="153846"/>
              </a:lnSpc>
              <a:spcBef>
                <a:spcPts val="0"/>
              </a:spcBef>
              <a:spcAft>
                <a:spcPts val="0"/>
              </a:spcAft>
              <a:buClr>
                <a:srgbClr val="C2C4B5"/>
              </a:buClr>
              <a:buSzPts val="427"/>
              <a:buFont typeface="Bitter"/>
              <a:buNone/>
            </a:pPr>
            <a:r>
              <a:rPr b="0" i="0" lang="es" sz="1018" u="none" cap="none" strike="noStrike">
                <a:solidFill>
                  <a:srgbClr val="C2C4B5"/>
                </a:solidFill>
                <a:latin typeface="Bitter"/>
                <a:ea typeface="Bitter"/>
                <a:cs typeface="Bitter"/>
                <a:sym typeface="Bitter"/>
              </a:rPr>
              <a:t>1</a:t>
            </a:r>
            <a:endParaRPr b="0" i="0" sz="1018" u="none" cap="none" strike="noStrike"/>
          </a:p>
        </p:txBody>
      </p:sp>
      <p:sp>
        <p:nvSpPr>
          <p:cNvPr id="243" name="Google Shape;243;p24"/>
          <p:cNvSpPr/>
          <p:nvPr/>
        </p:nvSpPr>
        <p:spPr>
          <a:xfrm>
            <a:off x="2808147" y="3442840"/>
            <a:ext cx="1747200" cy="86700"/>
          </a:xfrm>
          <a:prstGeom prst="rect">
            <a:avLst/>
          </a:prstGeom>
          <a:noFill/>
          <a:ln>
            <a:noFill/>
          </a:ln>
        </p:spPr>
        <p:txBody>
          <a:bodyPr anchorCtr="0" anchor="t" bIns="0" lIns="0" spcFirstLastPara="1" rIns="0" wrap="square" tIns="0">
            <a:noAutofit/>
          </a:bodyPr>
          <a:lstStyle/>
          <a:p>
            <a:pPr indent="0" lvl="0" marL="0" marR="0" rtl="0" algn="l">
              <a:lnSpc>
                <a:spcPct val="153846"/>
              </a:lnSpc>
              <a:spcBef>
                <a:spcPts val="0"/>
              </a:spcBef>
              <a:spcAft>
                <a:spcPts val="0"/>
              </a:spcAft>
              <a:buClr>
                <a:srgbClr val="C2C4B5"/>
              </a:buClr>
              <a:buSzPts val="427"/>
              <a:buFont typeface="Bitter"/>
              <a:buNone/>
            </a:pPr>
            <a:r>
              <a:rPr b="0" i="0" lang="es" sz="1018" u="none" cap="none" strike="noStrike">
                <a:solidFill>
                  <a:srgbClr val="C2C4B5"/>
                </a:solidFill>
                <a:latin typeface="Bitter"/>
                <a:ea typeface="Bitter"/>
                <a:cs typeface="Bitter"/>
                <a:sym typeface="Bitter"/>
              </a:rPr>
              <a:t>1</a:t>
            </a:r>
            <a:endParaRPr b="0" i="0" sz="1018" u="none" cap="none" strike="noStrike"/>
          </a:p>
        </p:txBody>
      </p:sp>
      <p:sp>
        <p:nvSpPr>
          <p:cNvPr id="244" name="Google Shape;244;p24"/>
          <p:cNvSpPr/>
          <p:nvPr/>
        </p:nvSpPr>
        <p:spPr>
          <a:xfrm>
            <a:off x="4647920" y="3442840"/>
            <a:ext cx="1747200" cy="86700"/>
          </a:xfrm>
          <a:prstGeom prst="rect">
            <a:avLst/>
          </a:prstGeom>
          <a:noFill/>
          <a:ln>
            <a:noFill/>
          </a:ln>
        </p:spPr>
        <p:txBody>
          <a:bodyPr anchorCtr="0" anchor="t" bIns="0" lIns="0" spcFirstLastPara="1" rIns="0" wrap="square" tIns="0">
            <a:noAutofit/>
          </a:bodyPr>
          <a:lstStyle/>
          <a:p>
            <a:pPr indent="0" lvl="0" marL="0" marR="0" rtl="0" algn="l">
              <a:lnSpc>
                <a:spcPct val="153846"/>
              </a:lnSpc>
              <a:spcBef>
                <a:spcPts val="0"/>
              </a:spcBef>
              <a:spcAft>
                <a:spcPts val="0"/>
              </a:spcAft>
              <a:buClr>
                <a:srgbClr val="C2C4B5"/>
              </a:buClr>
              <a:buSzPts val="427"/>
              <a:buFont typeface="Bitter"/>
              <a:buNone/>
            </a:pPr>
            <a:r>
              <a:rPr b="0" i="0" lang="es" sz="1018" u="none" cap="none" strike="noStrike">
                <a:solidFill>
                  <a:srgbClr val="C2C4B5"/>
                </a:solidFill>
                <a:latin typeface="Bitter"/>
                <a:ea typeface="Bitter"/>
                <a:cs typeface="Bitter"/>
                <a:sym typeface="Bitter"/>
              </a:rPr>
              <a:t>1</a:t>
            </a:r>
            <a:endParaRPr b="0" i="0" sz="1018" u="none" cap="none" strike="noStrike"/>
          </a:p>
        </p:txBody>
      </p:sp>
      <p:sp>
        <p:nvSpPr>
          <p:cNvPr id="245" name="Google Shape;245;p24"/>
          <p:cNvSpPr/>
          <p:nvPr/>
        </p:nvSpPr>
        <p:spPr>
          <a:xfrm>
            <a:off x="6487694" y="3442840"/>
            <a:ext cx="1749000" cy="86700"/>
          </a:xfrm>
          <a:prstGeom prst="rect">
            <a:avLst/>
          </a:prstGeom>
          <a:noFill/>
          <a:ln>
            <a:noFill/>
          </a:ln>
        </p:spPr>
        <p:txBody>
          <a:bodyPr anchorCtr="0" anchor="t" bIns="0" lIns="0" spcFirstLastPara="1" rIns="0" wrap="square" tIns="0">
            <a:noAutofit/>
          </a:bodyPr>
          <a:lstStyle/>
          <a:p>
            <a:pPr indent="0" lvl="0" marL="0" marR="0" rtl="0" algn="l">
              <a:lnSpc>
                <a:spcPct val="153846"/>
              </a:lnSpc>
              <a:spcBef>
                <a:spcPts val="0"/>
              </a:spcBef>
              <a:spcAft>
                <a:spcPts val="0"/>
              </a:spcAft>
              <a:buClr>
                <a:srgbClr val="C2C4B5"/>
              </a:buClr>
              <a:buSzPts val="427"/>
              <a:buFont typeface="Bitter"/>
              <a:buNone/>
            </a:pPr>
            <a:r>
              <a:rPr b="0" i="0" lang="es" sz="1018" u="none" cap="none" strike="noStrike">
                <a:solidFill>
                  <a:srgbClr val="C2C4B5"/>
                </a:solidFill>
                <a:latin typeface="Bitter"/>
                <a:ea typeface="Bitter"/>
                <a:cs typeface="Bitter"/>
                <a:sym typeface="Bitter"/>
              </a:rPr>
              <a:t>0</a:t>
            </a:r>
            <a:endParaRPr b="0" i="0" sz="1018" u="none" cap="none" strike="noStrike"/>
          </a:p>
        </p:txBody>
      </p:sp>
      <p:sp>
        <p:nvSpPr>
          <p:cNvPr id="246" name="Google Shape;246;p24"/>
          <p:cNvSpPr/>
          <p:nvPr/>
        </p:nvSpPr>
        <p:spPr>
          <a:xfrm>
            <a:off x="922092" y="3567215"/>
            <a:ext cx="7359300" cy="162000"/>
          </a:xfrm>
          <a:prstGeom prst="rect">
            <a:avLst/>
          </a:prstGeom>
          <a:solidFill>
            <a:srgbClr val="000000">
              <a:alpha val="3920"/>
            </a:srgbClr>
          </a:solidFill>
          <a:ln>
            <a:noFill/>
          </a:ln>
        </p:spPr>
        <p:txBody>
          <a:bodyPr anchorCtr="0" anchor="ctr" bIns="60050" lIns="60050" spcFirstLastPara="1" rIns="60050" wrap="square" tIns="60050">
            <a:noAutofit/>
          </a:bodyPr>
          <a:lstStyle/>
          <a:p>
            <a:pPr indent="0" lvl="0" marL="0" rtl="0" algn="l">
              <a:spcBef>
                <a:spcPts val="0"/>
              </a:spcBef>
              <a:spcAft>
                <a:spcPts val="0"/>
              </a:spcAft>
              <a:buNone/>
            </a:pPr>
            <a:r>
              <a:t/>
            </a:r>
            <a:endParaRPr sz="1511"/>
          </a:p>
        </p:txBody>
      </p:sp>
      <p:sp>
        <p:nvSpPr>
          <p:cNvPr id="247" name="Google Shape;247;p24"/>
          <p:cNvSpPr/>
          <p:nvPr/>
        </p:nvSpPr>
        <p:spPr>
          <a:xfrm>
            <a:off x="966331" y="3604762"/>
            <a:ext cx="1749000" cy="86700"/>
          </a:xfrm>
          <a:prstGeom prst="rect">
            <a:avLst/>
          </a:prstGeom>
          <a:noFill/>
          <a:ln>
            <a:noFill/>
          </a:ln>
        </p:spPr>
        <p:txBody>
          <a:bodyPr anchorCtr="0" anchor="t" bIns="0" lIns="0" spcFirstLastPara="1" rIns="0" wrap="square" tIns="0">
            <a:noAutofit/>
          </a:bodyPr>
          <a:lstStyle/>
          <a:p>
            <a:pPr indent="0" lvl="0" marL="0" marR="0" rtl="0" algn="l">
              <a:lnSpc>
                <a:spcPct val="153846"/>
              </a:lnSpc>
              <a:spcBef>
                <a:spcPts val="0"/>
              </a:spcBef>
              <a:spcAft>
                <a:spcPts val="0"/>
              </a:spcAft>
              <a:buClr>
                <a:srgbClr val="C2C4B5"/>
              </a:buClr>
              <a:buSzPts val="427"/>
              <a:buFont typeface="Bitter"/>
              <a:buNone/>
            </a:pPr>
            <a:r>
              <a:rPr b="0" i="0" lang="es" sz="1018" u="none" cap="none" strike="noStrike">
                <a:solidFill>
                  <a:srgbClr val="C2C4B5"/>
                </a:solidFill>
                <a:latin typeface="Bitter"/>
                <a:ea typeface="Bitter"/>
                <a:cs typeface="Bitter"/>
                <a:sym typeface="Bitter"/>
              </a:rPr>
              <a:t>2</a:t>
            </a:r>
            <a:endParaRPr b="0" i="0" sz="1018" u="none" cap="none" strike="noStrike"/>
          </a:p>
        </p:txBody>
      </p:sp>
      <p:sp>
        <p:nvSpPr>
          <p:cNvPr id="248" name="Google Shape;248;p24"/>
          <p:cNvSpPr/>
          <p:nvPr/>
        </p:nvSpPr>
        <p:spPr>
          <a:xfrm>
            <a:off x="2808147" y="3604762"/>
            <a:ext cx="1747200" cy="86700"/>
          </a:xfrm>
          <a:prstGeom prst="rect">
            <a:avLst/>
          </a:prstGeom>
          <a:noFill/>
          <a:ln>
            <a:noFill/>
          </a:ln>
        </p:spPr>
        <p:txBody>
          <a:bodyPr anchorCtr="0" anchor="t" bIns="0" lIns="0" spcFirstLastPara="1" rIns="0" wrap="square" tIns="0">
            <a:noAutofit/>
          </a:bodyPr>
          <a:lstStyle/>
          <a:p>
            <a:pPr indent="0" lvl="0" marL="0" marR="0" rtl="0" algn="l">
              <a:lnSpc>
                <a:spcPct val="153846"/>
              </a:lnSpc>
              <a:spcBef>
                <a:spcPts val="0"/>
              </a:spcBef>
              <a:spcAft>
                <a:spcPts val="0"/>
              </a:spcAft>
              <a:buClr>
                <a:srgbClr val="C2C4B5"/>
              </a:buClr>
              <a:buSzPts val="427"/>
              <a:buFont typeface="Bitter"/>
              <a:buNone/>
            </a:pPr>
            <a:r>
              <a:rPr b="0" i="0" lang="es" sz="1018" u="none" cap="none" strike="noStrike">
                <a:solidFill>
                  <a:srgbClr val="C2C4B5"/>
                </a:solidFill>
                <a:latin typeface="Bitter"/>
                <a:ea typeface="Bitter"/>
                <a:cs typeface="Bitter"/>
                <a:sym typeface="Bitter"/>
              </a:rPr>
              <a:t>1</a:t>
            </a:r>
            <a:endParaRPr b="0" i="0" sz="1018" u="none" cap="none" strike="noStrike"/>
          </a:p>
        </p:txBody>
      </p:sp>
      <p:sp>
        <p:nvSpPr>
          <p:cNvPr id="249" name="Google Shape;249;p24"/>
          <p:cNvSpPr/>
          <p:nvPr/>
        </p:nvSpPr>
        <p:spPr>
          <a:xfrm>
            <a:off x="4647920" y="3604762"/>
            <a:ext cx="1747200" cy="86700"/>
          </a:xfrm>
          <a:prstGeom prst="rect">
            <a:avLst/>
          </a:prstGeom>
          <a:noFill/>
          <a:ln>
            <a:noFill/>
          </a:ln>
        </p:spPr>
        <p:txBody>
          <a:bodyPr anchorCtr="0" anchor="t" bIns="0" lIns="0" spcFirstLastPara="1" rIns="0" wrap="square" tIns="0">
            <a:noAutofit/>
          </a:bodyPr>
          <a:lstStyle/>
          <a:p>
            <a:pPr indent="0" lvl="0" marL="0" marR="0" rtl="0" algn="l">
              <a:lnSpc>
                <a:spcPct val="153846"/>
              </a:lnSpc>
              <a:spcBef>
                <a:spcPts val="0"/>
              </a:spcBef>
              <a:spcAft>
                <a:spcPts val="0"/>
              </a:spcAft>
              <a:buClr>
                <a:srgbClr val="C2C4B5"/>
              </a:buClr>
              <a:buSzPts val="427"/>
              <a:buFont typeface="Bitter"/>
              <a:buNone/>
            </a:pPr>
            <a:r>
              <a:rPr b="0" i="0" lang="es" sz="1018" u="none" cap="none" strike="noStrike">
                <a:solidFill>
                  <a:srgbClr val="C2C4B5"/>
                </a:solidFill>
                <a:latin typeface="Bitter"/>
                <a:ea typeface="Bitter"/>
                <a:cs typeface="Bitter"/>
                <a:sym typeface="Bitter"/>
              </a:rPr>
              <a:t>0</a:t>
            </a:r>
            <a:endParaRPr b="0" i="0" sz="1018" u="none" cap="none" strike="noStrike"/>
          </a:p>
        </p:txBody>
      </p:sp>
      <p:sp>
        <p:nvSpPr>
          <p:cNvPr id="250" name="Google Shape;250;p24"/>
          <p:cNvSpPr/>
          <p:nvPr/>
        </p:nvSpPr>
        <p:spPr>
          <a:xfrm>
            <a:off x="6487694" y="3604762"/>
            <a:ext cx="1749000" cy="86700"/>
          </a:xfrm>
          <a:prstGeom prst="rect">
            <a:avLst/>
          </a:prstGeom>
          <a:noFill/>
          <a:ln>
            <a:noFill/>
          </a:ln>
        </p:spPr>
        <p:txBody>
          <a:bodyPr anchorCtr="0" anchor="t" bIns="0" lIns="0" spcFirstLastPara="1" rIns="0" wrap="square" tIns="0">
            <a:noAutofit/>
          </a:bodyPr>
          <a:lstStyle/>
          <a:p>
            <a:pPr indent="0" lvl="0" marL="0" marR="0" rtl="0" algn="l">
              <a:lnSpc>
                <a:spcPct val="153846"/>
              </a:lnSpc>
              <a:spcBef>
                <a:spcPts val="0"/>
              </a:spcBef>
              <a:spcAft>
                <a:spcPts val="0"/>
              </a:spcAft>
              <a:buClr>
                <a:srgbClr val="C2C4B5"/>
              </a:buClr>
              <a:buSzPts val="427"/>
              <a:buFont typeface="Bitter"/>
              <a:buNone/>
            </a:pPr>
            <a:r>
              <a:rPr b="0" i="0" lang="es" sz="1018" u="none" cap="none" strike="noStrike">
                <a:solidFill>
                  <a:srgbClr val="C2C4B5"/>
                </a:solidFill>
                <a:latin typeface="Bitter"/>
                <a:ea typeface="Bitter"/>
                <a:cs typeface="Bitter"/>
                <a:sym typeface="Bitter"/>
              </a:rPr>
              <a:t>1</a:t>
            </a:r>
            <a:endParaRPr b="0" i="0" sz="1018" u="none" cap="none" strike="noStrike"/>
          </a:p>
        </p:txBody>
      </p:sp>
      <p:sp>
        <p:nvSpPr>
          <p:cNvPr id="251" name="Google Shape;251;p24"/>
          <p:cNvSpPr/>
          <p:nvPr/>
        </p:nvSpPr>
        <p:spPr>
          <a:xfrm>
            <a:off x="922092" y="3729136"/>
            <a:ext cx="7359300" cy="162000"/>
          </a:xfrm>
          <a:prstGeom prst="rect">
            <a:avLst/>
          </a:prstGeom>
          <a:solidFill>
            <a:srgbClr val="FFFFFF">
              <a:alpha val="3920"/>
            </a:srgbClr>
          </a:solidFill>
          <a:ln>
            <a:noFill/>
          </a:ln>
        </p:spPr>
        <p:txBody>
          <a:bodyPr anchorCtr="0" anchor="ctr" bIns="60050" lIns="60050" spcFirstLastPara="1" rIns="60050" wrap="square" tIns="60050">
            <a:noAutofit/>
          </a:bodyPr>
          <a:lstStyle/>
          <a:p>
            <a:pPr indent="0" lvl="0" marL="0" rtl="0" algn="l">
              <a:spcBef>
                <a:spcPts val="0"/>
              </a:spcBef>
              <a:spcAft>
                <a:spcPts val="0"/>
              </a:spcAft>
              <a:buNone/>
            </a:pPr>
            <a:r>
              <a:t/>
            </a:r>
            <a:endParaRPr sz="1511"/>
          </a:p>
        </p:txBody>
      </p:sp>
      <p:sp>
        <p:nvSpPr>
          <p:cNvPr id="252" name="Google Shape;252;p24"/>
          <p:cNvSpPr/>
          <p:nvPr/>
        </p:nvSpPr>
        <p:spPr>
          <a:xfrm>
            <a:off x="966331" y="3766683"/>
            <a:ext cx="1749000" cy="86700"/>
          </a:xfrm>
          <a:prstGeom prst="rect">
            <a:avLst/>
          </a:prstGeom>
          <a:noFill/>
          <a:ln>
            <a:noFill/>
          </a:ln>
        </p:spPr>
        <p:txBody>
          <a:bodyPr anchorCtr="0" anchor="t" bIns="0" lIns="0" spcFirstLastPara="1" rIns="0" wrap="square" tIns="0">
            <a:noAutofit/>
          </a:bodyPr>
          <a:lstStyle/>
          <a:p>
            <a:pPr indent="0" lvl="0" marL="0" marR="0" rtl="0" algn="l">
              <a:lnSpc>
                <a:spcPct val="153846"/>
              </a:lnSpc>
              <a:spcBef>
                <a:spcPts val="0"/>
              </a:spcBef>
              <a:spcAft>
                <a:spcPts val="0"/>
              </a:spcAft>
              <a:buClr>
                <a:srgbClr val="C2C4B5"/>
              </a:buClr>
              <a:buSzPts val="427"/>
              <a:buFont typeface="Bitter"/>
              <a:buNone/>
            </a:pPr>
            <a:r>
              <a:rPr b="0" i="0" lang="es" sz="1018" u="none" cap="none" strike="noStrike">
                <a:solidFill>
                  <a:srgbClr val="C2C4B5"/>
                </a:solidFill>
                <a:latin typeface="Bitter"/>
                <a:ea typeface="Bitter"/>
                <a:cs typeface="Bitter"/>
                <a:sym typeface="Bitter"/>
              </a:rPr>
              <a:t>3</a:t>
            </a:r>
            <a:endParaRPr b="0" i="0" sz="1018" u="none" cap="none" strike="noStrike"/>
          </a:p>
        </p:txBody>
      </p:sp>
      <p:sp>
        <p:nvSpPr>
          <p:cNvPr id="253" name="Google Shape;253;p24"/>
          <p:cNvSpPr/>
          <p:nvPr/>
        </p:nvSpPr>
        <p:spPr>
          <a:xfrm>
            <a:off x="2808147" y="3766683"/>
            <a:ext cx="1747200" cy="86700"/>
          </a:xfrm>
          <a:prstGeom prst="rect">
            <a:avLst/>
          </a:prstGeom>
          <a:noFill/>
          <a:ln>
            <a:noFill/>
          </a:ln>
        </p:spPr>
        <p:txBody>
          <a:bodyPr anchorCtr="0" anchor="t" bIns="0" lIns="0" spcFirstLastPara="1" rIns="0" wrap="square" tIns="0">
            <a:noAutofit/>
          </a:bodyPr>
          <a:lstStyle/>
          <a:p>
            <a:pPr indent="0" lvl="0" marL="0" marR="0" rtl="0" algn="l">
              <a:lnSpc>
                <a:spcPct val="153846"/>
              </a:lnSpc>
              <a:spcBef>
                <a:spcPts val="0"/>
              </a:spcBef>
              <a:spcAft>
                <a:spcPts val="0"/>
              </a:spcAft>
              <a:buClr>
                <a:srgbClr val="C2C4B5"/>
              </a:buClr>
              <a:buSzPts val="427"/>
              <a:buFont typeface="Bitter"/>
              <a:buNone/>
            </a:pPr>
            <a:r>
              <a:rPr b="0" i="0" lang="es" sz="1018" u="none" cap="none" strike="noStrike">
                <a:solidFill>
                  <a:srgbClr val="C2C4B5"/>
                </a:solidFill>
                <a:latin typeface="Bitter"/>
                <a:ea typeface="Bitter"/>
                <a:cs typeface="Bitter"/>
                <a:sym typeface="Bitter"/>
              </a:rPr>
              <a:t>1</a:t>
            </a:r>
            <a:endParaRPr b="0" i="0" sz="1018" u="none" cap="none" strike="noStrike"/>
          </a:p>
        </p:txBody>
      </p:sp>
      <p:sp>
        <p:nvSpPr>
          <p:cNvPr id="254" name="Google Shape;254;p24"/>
          <p:cNvSpPr/>
          <p:nvPr/>
        </p:nvSpPr>
        <p:spPr>
          <a:xfrm>
            <a:off x="4647920" y="3766683"/>
            <a:ext cx="1747200" cy="86700"/>
          </a:xfrm>
          <a:prstGeom prst="rect">
            <a:avLst/>
          </a:prstGeom>
          <a:noFill/>
          <a:ln>
            <a:noFill/>
          </a:ln>
        </p:spPr>
        <p:txBody>
          <a:bodyPr anchorCtr="0" anchor="t" bIns="0" lIns="0" spcFirstLastPara="1" rIns="0" wrap="square" tIns="0">
            <a:noAutofit/>
          </a:bodyPr>
          <a:lstStyle/>
          <a:p>
            <a:pPr indent="0" lvl="0" marL="0" marR="0" rtl="0" algn="l">
              <a:lnSpc>
                <a:spcPct val="153846"/>
              </a:lnSpc>
              <a:spcBef>
                <a:spcPts val="0"/>
              </a:spcBef>
              <a:spcAft>
                <a:spcPts val="0"/>
              </a:spcAft>
              <a:buClr>
                <a:srgbClr val="C2C4B5"/>
              </a:buClr>
              <a:buSzPts val="427"/>
              <a:buFont typeface="Bitter"/>
              <a:buNone/>
            </a:pPr>
            <a:r>
              <a:rPr b="0" i="0" lang="es" sz="1018" u="none" cap="none" strike="noStrike">
                <a:solidFill>
                  <a:srgbClr val="C2C4B5"/>
                </a:solidFill>
                <a:latin typeface="Bitter"/>
                <a:ea typeface="Bitter"/>
                <a:cs typeface="Bitter"/>
                <a:sym typeface="Bitter"/>
              </a:rPr>
              <a:t>0</a:t>
            </a:r>
            <a:endParaRPr b="0" i="0" sz="1018" u="none" cap="none" strike="noStrike"/>
          </a:p>
        </p:txBody>
      </p:sp>
      <p:sp>
        <p:nvSpPr>
          <p:cNvPr id="255" name="Google Shape;255;p24"/>
          <p:cNvSpPr/>
          <p:nvPr/>
        </p:nvSpPr>
        <p:spPr>
          <a:xfrm>
            <a:off x="6487694" y="3766683"/>
            <a:ext cx="1749000" cy="86700"/>
          </a:xfrm>
          <a:prstGeom prst="rect">
            <a:avLst/>
          </a:prstGeom>
          <a:noFill/>
          <a:ln>
            <a:noFill/>
          </a:ln>
        </p:spPr>
        <p:txBody>
          <a:bodyPr anchorCtr="0" anchor="t" bIns="0" lIns="0" spcFirstLastPara="1" rIns="0" wrap="square" tIns="0">
            <a:noAutofit/>
          </a:bodyPr>
          <a:lstStyle/>
          <a:p>
            <a:pPr indent="0" lvl="0" marL="0" marR="0" rtl="0" algn="l">
              <a:lnSpc>
                <a:spcPct val="153846"/>
              </a:lnSpc>
              <a:spcBef>
                <a:spcPts val="0"/>
              </a:spcBef>
              <a:spcAft>
                <a:spcPts val="0"/>
              </a:spcAft>
              <a:buClr>
                <a:srgbClr val="C2C4B5"/>
              </a:buClr>
              <a:buSzPts val="427"/>
              <a:buFont typeface="Bitter"/>
              <a:buNone/>
            </a:pPr>
            <a:r>
              <a:rPr b="0" i="0" lang="es" sz="1018" u="none" cap="none" strike="noStrike">
                <a:solidFill>
                  <a:srgbClr val="C2C4B5"/>
                </a:solidFill>
                <a:latin typeface="Bitter"/>
                <a:ea typeface="Bitter"/>
                <a:cs typeface="Bitter"/>
                <a:sym typeface="Bitter"/>
              </a:rPr>
              <a:t>0</a:t>
            </a:r>
            <a:endParaRPr b="0" i="0" sz="1018" u="none" cap="none" strike="noStrike"/>
          </a:p>
        </p:txBody>
      </p:sp>
      <p:sp>
        <p:nvSpPr>
          <p:cNvPr id="256" name="Google Shape;256;p24"/>
          <p:cNvSpPr/>
          <p:nvPr/>
        </p:nvSpPr>
        <p:spPr>
          <a:xfrm>
            <a:off x="922092" y="3891058"/>
            <a:ext cx="7359300" cy="162000"/>
          </a:xfrm>
          <a:prstGeom prst="rect">
            <a:avLst/>
          </a:prstGeom>
          <a:solidFill>
            <a:srgbClr val="000000">
              <a:alpha val="3920"/>
            </a:srgbClr>
          </a:solidFill>
          <a:ln>
            <a:noFill/>
          </a:ln>
        </p:spPr>
        <p:txBody>
          <a:bodyPr anchorCtr="0" anchor="ctr" bIns="60050" lIns="60050" spcFirstLastPara="1" rIns="60050" wrap="square" tIns="60050">
            <a:noAutofit/>
          </a:bodyPr>
          <a:lstStyle/>
          <a:p>
            <a:pPr indent="0" lvl="0" marL="0" rtl="0" algn="l">
              <a:spcBef>
                <a:spcPts val="0"/>
              </a:spcBef>
              <a:spcAft>
                <a:spcPts val="0"/>
              </a:spcAft>
              <a:buNone/>
            </a:pPr>
            <a:r>
              <a:t/>
            </a:r>
            <a:endParaRPr sz="1511"/>
          </a:p>
        </p:txBody>
      </p:sp>
      <p:sp>
        <p:nvSpPr>
          <p:cNvPr id="257" name="Google Shape;257;p24"/>
          <p:cNvSpPr/>
          <p:nvPr/>
        </p:nvSpPr>
        <p:spPr>
          <a:xfrm>
            <a:off x="966331" y="3928605"/>
            <a:ext cx="1749000" cy="86700"/>
          </a:xfrm>
          <a:prstGeom prst="rect">
            <a:avLst/>
          </a:prstGeom>
          <a:noFill/>
          <a:ln>
            <a:noFill/>
          </a:ln>
        </p:spPr>
        <p:txBody>
          <a:bodyPr anchorCtr="0" anchor="t" bIns="0" lIns="0" spcFirstLastPara="1" rIns="0" wrap="square" tIns="0">
            <a:noAutofit/>
          </a:bodyPr>
          <a:lstStyle/>
          <a:p>
            <a:pPr indent="0" lvl="0" marL="0" marR="0" rtl="0" algn="l">
              <a:lnSpc>
                <a:spcPct val="153846"/>
              </a:lnSpc>
              <a:spcBef>
                <a:spcPts val="0"/>
              </a:spcBef>
              <a:spcAft>
                <a:spcPts val="0"/>
              </a:spcAft>
              <a:buClr>
                <a:srgbClr val="C2C4B5"/>
              </a:buClr>
              <a:buSzPts val="427"/>
              <a:buFont typeface="Bitter"/>
              <a:buNone/>
            </a:pPr>
            <a:r>
              <a:rPr b="0" i="0" lang="es" sz="1018" u="none" cap="none" strike="noStrike">
                <a:solidFill>
                  <a:srgbClr val="C2C4B5"/>
                </a:solidFill>
                <a:latin typeface="Bitter"/>
                <a:ea typeface="Bitter"/>
                <a:cs typeface="Bitter"/>
                <a:sym typeface="Bitter"/>
              </a:rPr>
              <a:t>4</a:t>
            </a:r>
            <a:endParaRPr b="0" i="0" sz="1018" u="none" cap="none" strike="noStrike"/>
          </a:p>
        </p:txBody>
      </p:sp>
      <p:sp>
        <p:nvSpPr>
          <p:cNvPr id="258" name="Google Shape;258;p24"/>
          <p:cNvSpPr/>
          <p:nvPr/>
        </p:nvSpPr>
        <p:spPr>
          <a:xfrm>
            <a:off x="2808147" y="3928605"/>
            <a:ext cx="1747200" cy="86700"/>
          </a:xfrm>
          <a:prstGeom prst="rect">
            <a:avLst/>
          </a:prstGeom>
          <a:noFill/>
          <a:ln>
            <a:noFill/>
          </a:ln>
        </p:spPr>
        <p:txBody>
          <a:bodyPr anchorCtr="0" anchor="t" bIns="0" lIns="0" spcFirstLastPara="1" rIns="0" wrap="square" tIns="0">
            <a:noAutofit/>
          </a:bodyPr>
          <a:lstStyle/>
          <a:p>
            <a:pPr indent="0" lvl="0" marL="0" marR="0" rtl="0" algn="l">
              <a:lnSpc>
                <a:spcPct val="153846"/>
              </a:lnSpc>
              <a:spcBef>
                <a:spcPts val="0"/>
              </a:spcBef>
              <a:spcAft>
                <a:spcPts val="0"/>
              </a:spcAft>
              <a:buClr>
                <a:srgbClr val="C2C4B5"/>
              </a:buClr>
              <a:buSzPts val="427"/>
              <a:buFont typeface="Bitter"/>
              <a:buNone/>
            </a:pPr>
            <a:r>
              <a:rPr b="0" i="0" lang="es" sz="1018" u="none" cap="none" strike="noStrike">
                <a:solidFill>
                  <a:srgbClr val="C2C4B5"/>
                </a:solidFill>
                <a:latin typeface="Bitter"/>
                <a:ea typeface="Bitter"/>
                <a:cs typeface="Bitter"/>
                <a:sym typeface="Bitter"/>
              </a:rPr>
              <a:t>0</a:t>
            </a:r>
            <a:endParaRPr b="0" i="0" sz="1018" u="none" cap="none" strike="noStrike"/>
          </a:p>
        </p:txBody>
      </p:sp>
      <p:sp>
        <p:nvSpPr>
          <p:cNvPr id="259" name="Google Shape;259;p24"/>
          <p:cNvSpPr/>
          <p:nvPr/>
        </p:nvSpPr>
        <p:spPr>
          <a:xfrm>
            <a:off x="4647920" y="3928605"/>
            <a:ext cx="1747200" cy="86700"/>
          </a:xfrm>
          <a:prstGeom prst="rect">
            <a:avLst/>
          </a:prstGeom>
          <a:noFill/>
          <a:ln>
            <a:noFill/>
          </a:ln>
        </p:spPr>
        <p:txBody>
          <a:bodyPr anchorCtr="0" anchor="t" bIns="0" lIns="0" spcFirstLastPara="1" rIns="0" wrap="square" tIns="0">
            <a:noAutofit/>
          </a:bodyPr>
          <a:lstStyle/>
          <a:p>
            <a:pPr indent="0" lvl="0" marL="0" marR="0" rtl="0" algn="l">
              <a:lnSpc>
                <a:spcPct val="153846"/>
              </a:lnSpc>
              <a:spcBef>
                <a:spcPts val="0"/>
              </a:spcBef>
              <a:spcAft>
                <a:spcPts val="0"/>
              </a:spcAft>
              <a:buClr>
                <a:srgbClr val="C2C4B5"/>
              </a:buClr>
              <a:buSzPts val="427"/>
              <a:buFont typeface="Bitter"/>
              <a:buNone/>
            </a:pPr>
            <a:r>
              <a:rPr b="0" i="0" lang="es" sz="1018" u="none" cap="none" strike="noStrike">
                <a:solidFill>
                  <a:srgbClr val="C2C4B5"/>
                </a:solidFill>
                <a:latin typeface="Bitter"/>
                <a:ea typeface="Bitter"/>
                <a:cs typeface="Bitter"/>
                <a:sym typeface="Bitter"/>
              </a:rPr>
              <a:t>1</a:t>
            </a:r>
            <a:endParaRPr b="0" i="0" sz="1018" u="none" cap="none" strike="noStrike"/>
          </a:p>
        </p:txBody>
      </p:sp>
      <p:sp>
        <p:nvSpPr>
          <p:cNvPr id="260" name="Google Shape;260;p24"/>
          <p:cNvSpPr/>
          <p:nvPr/>
        </p:nvSpPr>
        <p:spPr>
          <a:xfrm>
            <a:off x="6487694" y="3928605"/>
            <a:ext cx="1749000" cy="86700"/>
          </a:xfrm>
          <a:prstGeom prst="rect">
            <a:avLst/>
          </a:prstGeom>
          <a:noFill/>
          <a:ln>
            <a:noFill/>
          </a:ln>
        </p:spPr>
        <p:txBody>
          <a:bodyPr anchorCtr="0" anchor="t" bIns="0" lIns="0" spcFirstLastPara="1" rIns="0" wrap="square" tIns="0">
            <a:noAutofit/>
          </a:bodyPr>
          <a:lstStyle/>
          <a:p>
            <a:pPr indent="0" lvl="0" marL="0" marR="0" rtl="0" algn="l">
              <a:lnSpc>
                <a:spcPct val="153846"/>
              </a:lnSpc>
              <a:spcBef>
                <a:spcPts val="0"/>
              </a:spcBef>
              <a:spcAft>
                <a:spcPts val="0"/>
              </a:spcAft>
              <a:buClr>
                <a:srgbClr val="C2C4B5"/>
              </a:buClr>
              <a:buSzPts val="427"/>
              <a:buFont typeface="Bitter"/>
              <a:buNone/>
            </a:pPr>
            <a:r>
              <a:rPr b="0" i="0" lang="es" sz="1018" u="none" cap="none" strike="noStrike">
                <a:solidFill>
                  <a:srgbClr val="C2C4B5"/>
                </a:solidFill>
                <a:latin typeface="Bitter"/>
                <a:ea typeface="Bitter"/>
                <a:cs typeface="Bitter"/>
                <a:sym typeface="Bitter"/>
              </a:rPr>
              <a:t>1</a:t>
            </a:r>
            <a:endParaRPr b="0" i="0" sz="1018" u="none" cap="none" strike="noStrike"/>
          </a:p>
        </p:txBody>
      </p:sp>
      <p:sp>
        <p:nvSpPr>
          <p:cNvPr id="261" name="Google Shape;261;p24"/>
          <p:cNvSpPr/>
          <p:nvPr/>
        </p:nvSpPr>
        <p:spPr>
          <a:xfrm>
            <a:off x="922092" y="4052979"/>
            <a:ext cx="7359300" cy="162000"/>
          </a:xfrm>
          <a:prstGeom prst="rect">
            <a:avLst/>
          </a:prstGeom>
          <a:solidFill>
            <a:srgbClr val="FFFFFF">
              <a:alpha val="3920"/>
            </a:srgbClr>
          </a:solidFill>
          <a:ln>
            <a:noFill/>
          </a:ln>
        </p:spPr>
        <p:txBody>
          <a:bodyPr anchorCtr="0" anchor="ctr" bIns="60050" lIns="60050" spcFirstLastPara="1" rIns="60050" wrap="square" tIns="60050">
            <a:noAutofit/>
          </a:bodyPr>
          <a:lstStyle/>
          <a:p>
            <a:pPr indent="0" lvl="0" marL="0" rtl="0" algn="l">
              <a:spcBef>
                <a:spcPts val="0"/>
              </a:spcBef>
              <a:spcAft>
                <a:spcPts val="0"/>
              </a:spcAft>
              <a:buNone/>
            </a:pPr>
            <a:r>
              <a:t/>
            </a:r>
            <a:endParaRPr sz="1511"/>
          </a:p>
        </p:txBody>
      </p:sp>
      <p:sp>
        <p:nvSpPr>
          <p:cNvPr id="262" name="Google Shape;262;p24"/>
          <p:cNvSpPr/>
          <p:nvPr/>
        </p:nvSpPr>
        <p:spPr>
          <a:xfrm>
            <a:off x="966331" y="4090526"/>
            <a:ext cx="1749000" cy="86700"/>
          </a:xfrm>
          <a:prstGeom prst="rect">
            <a:avLst/>
          </a:prstGeom>
          <a:noFill/>
          <a:ln>
            <a:noFill/>
          </a:ln>
        </p:spPr>
        <p:txBody>
          <a:bodyPr anchorCtr="0" anchor="t" bIns="0" lIns="0" spcFirstLastPara="1" rIns="0" wrap="square" tIns="0">
            <a:noAutofit/>
          </a:bodyPr>
          <a:lstStyle/>
          <a:p>
            <a:pPr indent="0" lvl="0" marL="0" marR="0" rtl="0" algn="l">
              <a:lnSpc>
                <a:spcPct val="153846"/>
              </a:lnSpc>
              <a:spcBef>
                <a:spcPts val="0"/>
              </a:spcBef>
              <a:spcAft>
                <a:spcPts val="0"/>
              </a:spcAft>
              <a:buClr>
                <a:srgbClr val="C2C4B5"/>
              </a:buClr>
              <a:buSzPts val="427"/>
              <a:buFont typeface="Bitter"/>
              <a:buNone/>
            </a:pPr>
            <a:r>
              <a:rPr b="0" i="0" lang="es" sz="1018" u="none" cap="none" strike="noStrike">
                <a:solidFill>
                  <a:srgbClr val="C2C4B5"/>
                </a:solidFill>
                <a:latin typeface="Bitter"/>
                <a:ea typeface="Bitter"/>
                <a:cs typeface="Bitter"/>
                <a:sym typeface="Bitter"/>
              </a:rPr>
              <a:t>5</a:t>
            </a:r>
            <a:endParaRPr b="0" i="0" sz="1018" u="none" cap="none" strike="noStrike"/>
          </a:p>
        </p:txBody>
      </p:sp>
      <p:sp>
        <p:nvSpPr>
          <p:cNvPr id="263" name="Google Shape;263;p24"/>
          <p:cNvSpPr/>
          <p:nvPr/>
        </p:nvSpPr>
        <p:spPr>
          <a:xfrm>
            <a:off x="2808147" y="4090526"/>
            <a:ext cx="1747200" cy="86700"/>
          </a:xfrm>
          <a:prstGeom prst="rect">
            <a:avLst/>
          </a:prstGeom>
          <a:noFill/>
          <a:ln>
            <a:noFill/>
          </a:ln>
        </p:spPr>
        <p:txBody>
          <a:bodyPr anchorCtr="0" anchor="t" bIns="0" lIns="0" spcFirstLastPara="1" rIns="0" wrap="square" tIns="0">
            <a:noAutofit/>
          </a:bodyPr>
          <a:lstStyle/>
          <a:p>
            <a:pPr indent="0" lvl="0" marL="0" marR="0" rtl="0" algn="l">
              <a:lnSpc>
                <a:spcPct val="153846"/>
              </a:lnSpc>
              <a:spcBef>
                <a:spcPts val="0"/>
              </a:spcBef>
              <a:spcAft>
                <a:spcPts val="0"/>
              </a:spcAft>
              <a:buClr>
                <a:srgbClr val="C2C4B5"/>
              </a:buClr>
              <a:buSzPts val="427"/>
              <a:buFont typeface="Bitter"/>
              <a:buNone/>
            </a:pPr>
            <a:r>
              <a:rPr b="0" i="0" lang="es" sz="1018" u="none" cap="none" strike="noStrike">
                <a:solidFill>
                  <a:srgbClr val="C2C4B5"/>
                </a:solidFill>
                <a:latin typeface="Bitter"/>
                <a:ea typeface="Bitter"/>
                <a:cs typeface="Bitter"/>
                <a:sym typeface="Bitter"/>
              </a:rPr>
              <a:t>0</a:t>
            </a:r>
            <a:endParaRPr b="0" i="0" sz="1018" u="none" cap="none" strike="noStrike"/>
          </a:p>
        </p:txBody>
      </p:sp>
      <p:sp>
        <p:nvSpPr>
          <p:cNvPr id="264" name="Google Shape;264;p24"/>
          <p:cNvSpPr/>
          <p:nvPr/>
        </p:nvSpPr>
        <p:spPr>
          <a:xfrm>
            <a:off x="4647920" y="4090526"/>
            <a:ext cx="1747200" cy="86700"/>
          </a:xfrm>
          <a:prstGeom prst="rect">
            <a:avLst/>
          </a:prstGeom>
          <a:noFill/>
          <a:ln>
            <a:noFill/>
          </a:ln>
        </p:spPr>
        <p:txBody>
          <a:bodyPr anchorCtr="0" anchor="t" bIns="0" lIns="0" spcFirstLastPara="1" rIns="0" wrap="square" tIns="0">
            <a:noAutofit/>
          </a:bodyPr>
          <a:lstStyle/>
          <a:p>
            <a:pPr indent="0" lvl="0" marL="0" marR="0" rtl="0" algn="l">
              <a:lnSpc>
                <a:spcPct val="153846"/>
              </a:lnSpc>
              <a:spcBef>
                <a:spcPts val="0"/>
              </a:spcBef>
              <a:spcAft>
                <a:spcPts val="0"/>
              </a:spcAft>
              <a:buClr>
                <a:srgbClr val="C2C4B5"/>
              </a:buClr>
              <a:buSzPts val="427"/>
              <a:buFont typeface="Bitter"/>
              <a:buNone/>
            </a:pPr>
            <a:r>
              <a:rPr b="0" i="0" lang="es" sz="1018" u="none" cap="none" strike="noStrike">
                <a:solidFill>
                  <a:srgbClr val="C2C4B5"/>
                </a:solidFill>
                <a:latin typeface="Bitter"/>
                <a:ea typeface="Bitter"/>
                <a:cs typeface="Bitter"/>
                <a:sym typeface="Bitter"/>
              </a:rPr>
              <a:t>1</a:t>
            </a:r>
            <a:endParaRPr b="0" i="0" sz="1018" u="none" cap="none" strike="noStrike"/>
          </a:p>
        </p:txBody>
      </p:sp>
      <p:sp>
        <p:nvSpPr>
          <p:cNvPr id="265" name="Google Shape;265;p24"/>
          <p:cNvSpPr/>
          <p:nvPr/>
        </p:nvSpPr>
        <p:spPr>
          <a:xfrm>
            <a:off x="6487694" y="4090526"/>
            <a:ext cx="1749000" cy="86700"/>
          </a:xfrm>
          <a:prstGeom prst="rect">
            <a:avLst/>
          </a:prstGeom>
          <a:noFill/>
          <a:ln>
            <a:noFill/>
          </a:ln>
        </p:spPr>
        <p:txBody>
          <a:bodyPr anchorCtr="0" anchor="t" bIns="0" lIns="0" spcFirstLastPara="1" rIns="0" wrap="square" tIns="0">
            <a:noAutofit/>
          </a:bodyPr>
          <a:lstStyle/>
          <a:p>
            <a:pPr indent="0" lvl="0" marL="0" marR="0" rtl="0" algn="l">
              <a:lnSpc>
                <a:spcPct val="153846"/>
              </a:lnSpc>
              <a:spcBef>
                <a:spcPts val="0"/>
              </a:spcBef>
              <a:spcAft>
                <a:spcPts val="0"/>
              </a:spcAft>
              <a:buClr>
                <a:srgbClr val="C2C4B5"/>
              </a:buClr>
              <a:buSzPts val="427"/>
              <a:buFont typeface="Bitter"/>
              <a:buNone/>
            </a:pPr>
            <a:r>
              <a:rPr b="0" i="0" lang="es" sz="1018" u="none" cap="none" strike="noStrike">
                <a:solidFill>
                  <a:srgbClr val="C2C4B5"/>
                </a:solidFill>
                <a:latin typeface="Bitter"/>
                <a:ea typeface="Bitter"/>
                <a:cs typeface="Bitter"/>
                <a:sym typeface="Bitter"/>
              </a:rPr>
              <a:t>0</a:t>
            </a:r>
            <a:endParaRPr b="0" i="0" sz="1018" u="none" cap="none" strike="noStrike"/>
          </a:p>
        </p:txBody>
      </p:sp>
      <p:sp>
        <p:nvSpPr>
          <p:cNvPr id="266" name="Google Shape;266;p24"/>
          <p:cNvSpPr/>
          <p:nvPr/>
        </p:nvSpPr>
        <p:spPr>
          <a:xfrm>
            <a:off x="922092" y="4214900"/>
            <a:ext cx="7359300" cy="162000"/>
          </a:xfrm>
          <a:prstGeom prst="rect">
            <a:avLst/>
          </a:prstGeom>
          <a:solidFill>
            <a:srgbClr val="000000">
              <a:alpha val="3920"/>
            </a:srgbClr>
          </a:solidFill>
          <a:ln>
            <a:noFill/>
          </a:ln>
        </p:spPr>
        <p:txBody>
          <a:bodyPr anchorCtr="0" anchor="ctr" bIns="60050" lIns="60050" spcFirstLastPara="1" rIns="60050" wrap="square" tIns="60050">
            <a:noAutofit/>
          </a:bodyPr>
          <a:lstStyle/>
          <a:p>
            <a:pPr indent="0" lvl="0" marL="0" rtl="0" algn="l">
              <a:spcBef>
                <a:spcPts val="0"/>
              </a:spcBef>
              <a:spcAft>
                <a:spcPts val="0"/>
              </a:spcAft>
              <a:buNone/>
            </a:pPr>
            <a:r>
              <a:t/>
            </a:r>
            <a:endParaRPr sz="1511"/>
          </a:p>
        </p:txBody>
      </p:sp>
      <p:sp>
        <p:nvSpPr>
          <p:cNvPr id="267" name="Google Shape;267;p24"/>
          <p:cNvSpPr/>
          <p:nvPr/>
        </p:nvSpPr>
        <p:spPr>
          <a:xfrm>
            <a:off x="966331" y="4252448"/>
            <a:ext cx="1749000" cy="86700"/>
          </a:xfrm>
          <a:prstGeom prst="rect">
            <a:avLst/>
          </a:prstGeom>
          <a:noFill/>
          <a:ln>
            <a:noFill/>
          </a:ln>
        </p:spPr>
        <p:txBody>
          <a:bodyPr anchorCtr="0" anchor="t" bIns="0" lIns="0" spcFirstLastPara="1" rIns="0" wrap="square" tIns="0">
            <a:noAutofit/>
          </a:bodyPr>
          <a:lstStyle/>
          <a:p>
            <a:pPr indent="0" lvl="0" marL="0" marR="0" rtl="0" algn="l">
              <a:lnSpc>
                <a:spcPct val="153846"/>
              </a:lnSpc>
              <a:spcBef>
                <a:spcPts val="0"/>
              </a:spcBef>
              <a:spcAft>
                <a:spcPts val="0"/>
              </a:spcAft>
              <a:buClr>
                <a:srgbClr val="C2C4B5"/>
              </a:buClr>
              <a:buSzPts val="427"/>
              <a:buFont typeface="Bitter"/>
              <a:buNone/>
            </a:pPr>
            <a:r>
              <a:rPr b="0" i="0" lang="es" sz="1018" u="none" cap="none" strike="noStrike">
                <a:solidFill>
                  <a:srgbClr val="C2C4B5"/>
                </a:solidFill>
                <a:latin typeface="Bitter"/>
                <a:ea typeface="Bitter"/>
                <a:cs typeface="Bitter"/>
                <a:sym typeface="Bitter"/>
              </a:rPr>
              <a:t>6</a:t>
            </a:r>
            <a:endParaRPr b="0" i="0" sz="1018" u="none" cap="none" strike="noStrike"/>
          </a:p>
        </p:txBody>
      </p:sp>
      <p:sp>
        <p:nvSpPr>
          <p:cNvPr id="268" name="Google Shape;268;p24"/>
          <p:cNvSpPr/>
          <p:nvPr/>
        </p:nvSpPr>
        <p:spPr>
          <a:xfrm>
            <a:off x="2808147" y="4252448"/>
            <a:ext cx="1747200" cy="86700"/>
          </a:xfrm>
          <a:prstGeom prst="rect">
            <a:avLst/>
          </a:prstGeom>
          <a:noFill/>
          <a:ln>
            <a:noFill/>
          </a:ln>
        </p:spPr>
        <p:txBody>
          <a:bodyPr anchorCtr="0" anchor="t" bIns="0" lIns="0" spcFirstLastPara="1" rIns="0" wrap="square" tIns="0">
            <a:noAutofit/>
          </a:bodyPr>
          <a:lstStyle/>
          <a:p>
            <a:pPr indent="0" lvl="0" marL="0" marR="0" rtl="0" algn="l">
              <a:lnSpc>
                <a:spcPct val="153846"/>
              </a:lnSpc>
              <a:spcBef>
                <a:spcPts val="0"/>
              </a:spcBef>
              <a:spcAft>
                <a:spcPts val="0"/>
              </a:spcAft>
              <a:buClr>
                <a:srgbClr val="C2C4B5"/>
              </a:buClr>
              <a:buSzPts val="427"/>
              <a:buFont typeface="Bitter"/>
              <a:buNone/>
            </a:pPr>
            <a:r>
              <a:rPr b="0" i="0" lang="es" sz="1018" u="none" cap="none" strike="noStrike">
                <a:solidFill>
                  <a:srgbClr val="C2C4B5"/>
                </a:solidFill>
                <a:latin typeface="Bitter"/>
                <a:ea typeface="Bitter"/>
                <a:cs typeface="Bitter"/>
                <a:sym typeface="Bitter"/>
              </a:rPr>
              <a:t>0</a:t>
            </a:r>
            <a:endParaRPr b="0" i="0" sz="1018" u="none" cap="none" strike="noStrike"/>
          </a:p>
        </p:txBody>
      </p:sp>
      <p:sp>
        <p:nvSpPr>
          <p:cNvPr id="269" name="Google Shape;269;p24"/>
          <p:cNvSpPr/>
          <p:nvPr/>
        </p:nvSpPr>
        <p:spPr>
          <a:xfrm>
            <a:off x="4647920" y="4252448"/>
            <a:ext cx="1747200" cy="86700"/>
          </a:xfrm>
          <a:prstGeom prst="rect">
            <a:avLst/>
          </a:prstGeom>
          <a:noFill/>
          <a:ln>
            <a:noFill/>
          </a:ln>
        </p:spPr>
        <p:txBody>
          <a:bodyPr anchorCtr="0" anchor="t" bIns="0" lIns="0" spcFirstLastPara="1" rIns="0" wrap="square" tIns="0">
            <a:noAutofit/>
          </a:bodyPr>
          <a:lstStyle/>
          <a:p>
            <a:pPr indent="0" lvl="0" marL="0" marR="0" rtl="0" algn="l">
              <a:lnSpc>
                <a:spcPct val="153846"/>
              </a:lnSpc>
              <a:spcBef>
                <a:spcPts val="0"/>
              </a:spcBef>
              <a:spcAft>
                <a:spcPts val="0"/>
              </a:spcAft>
              <a:buClr>
                <a:srgbClr val="C2C4B5"/>
              </a:buClr>
              <a:buSzPts val="427"/>
              <a:buFont typeface="Bitter"/>
              <a:buNone/>
            </a:pPr>
            <a:r>
              <a:rPr b="0" i="0" lang="es" sz="1018" u="none" cap="none" strike="noStrike">
                <a:solidFill>
                  <a:srgbClr val="C2C4B5"/>
                </a:solidFill>
                <a:latin typeface="Bitter"/>
                <a:ea typeface="Bitter"/>
                <a:cs typeface="Bitter"/>
                <a:sym typeface="Bitter"/>
              </a:rPr>
              <a:t>0</a:t>
            </a:r>
            <a:endParaRPr b="0" i="0" sz="1018" u="none" cap="none" strike="noStrike"/>
          </a:p>
        </p:txBody>
      </p:sp>
      <p:sp>
        <p:nvSpPr>
          <p:cNvPr id="270" name="Google Shape;270;p24"/>
          <p:cNvSpPr/>
          <p:nvPr/>
        </p:nvSpPr>
        <p:spPr>
          <a:xfrm>
            <a:off x="6487694" y="4252448"/>
            <a:ext cx="1749000" cy="86700"/>
          </a:xfrm>
          <a:prstGeom prst="rect">
            <a:avLst/>
          </a:prstGeom>
          <a:noFill/>
          <a:ln>
            <a:noFill/>
          </a:ln>
        </p:spPr>
        <p:txBody>
          <a:bodyPr anchorCtr="0" anchor="t" bIns="0" lIns="0" spcFirstLastPara="1" rIns="0" wrap="square" tIns="0">
            <a:noAutofit/>
          </a:bodyPr>
          <a:lstStyle/>
          <a:p>
            <a:pPr indent="0" lvl="0" marL="0" marR="0" rtl="0" algn="l">
              <a:lnSpc>
                <a:spcPct val="153846"/>
              </a:lnSpc>
              <a:spcBef>
                <a:spcPts val="0"/>
              </a:spcBef>
              <a:spcAft>
                <a:spcPts val="0"/>
              </a:spcAft>
              <a:buClr>
                <a:srgbClr val="C2C4B5"/>
              </a:buClr>
              <a:buSzPts val="427"/>
              <a:buFont typeface="Bitter"/>
              <a:buNone/>
            </a:pPr>
            <a:r>
              <a:rPr b="0" i="0" lang="es" sz="1018" u="none" cap="none" strike="noStrike">
                <a:solidFill>
                  <a:srgbClr val="C2C4B5"/>
                </a:solidFill>
                <a:latin typeface="Bitter"/>
                <a:ea typeface="Bitter"/>
                <a:cs typeface="Bitter"/>
                <a:sym typeface="Bitter"/>
              </a:rPr>
              <a:t>1</a:t>
            </a:r>
            <a:endParaRPr b="0" i="0" sz="1018" u="none" cap="none" strike="noStrike"/>
          </a:p>
        </p:txBody>
      </p:sp>
      <p:sp>
        <p:nvSpPr>
          <p:cNvPr id="271" name="Google Shape;271;p24"/>
          <p:cNvSpPr/>
          <p:nvPr/>
        </p:nvSpPr>
        <p:spPr>
          <a:xfrm>
            <a:off x="922092" y="4376822"/>
            <a:ext cx="7359300" cy="162000"/>
          </a:xfrm>
          <a:prstGeom prst="rect">
            <a:avLst/>
          </a:prstGeom>
          <a:solidFill>
            <a:srgbClr val="FFFFFF">
              <a:alpha val="3920"/>
            </a:srgbClr>
          </a:solidFill>
          <a:ln>
            <a:noFill/>
          </a:ln>
        </p:spPr>
        <p:txBody>
          <a:bodyPr anchorCtr="0" anchor="ctr" bIns="60050" lIns="60050" spcFirstLastPara="1" rIns="60050" wrap="square" tIns="60050">
            <a:noAutofit/>
          </a:bodyPr>
          <a:lstStyle/>
          <a:p>
            <a:pPr indent="0" lvl="0" marL="0" rtl="0" algn="l">
              <a:spcBef>
                <a:spcPts val="0"/>
              </a:spcBef>
              <a:spcAft>
                <a:spcPts val="0"/>
              </a:spcAft>
              <a:buNone/>
            </a:pPr>
            <a:r>
              <a:t/>
            </a:r>
            <a:endParaRPr sz="1511"/>
          </a:p>
        </p:txBody>
      </p:sp>
      <p:sp>
        <p:nvSpPr>
          <p:cNvPr id="272" name="Google Shape;272;p24"/>
          <p:cNvSpPr/>
          <p:nvPr/>
        </p:nvSpPr>
        <p:spPr>
          <a:xfrm>
            <a:off x="966331" y="4414369"/>
            <a:ext cx="1749000" cy="86700"/>
          </a:xfrm>
          <a:prstGeom prst="rect">
            <a:avLst/>
          </a:prstGeom>
          <a:noFill/>
          <a:ln>
            <a:noFill/>
          </a:ln>
        </p:spPr>
        <p:txBody>
          <a:bodyPr anchorCtr="0" anchor="t" bIns="0" lIns="0" spcFirstLastPara="1" rIns="0" wrap="square" tIns="0">
            <a:noAutofit/>
          </a:bodyPr>
          <a:lstStyle/>
          <a:p>
            <a:pPr indent="0" lvl="0" marL="0" marR="0" rtl="0" algn="l">
              <a:lnSpc>
                <a:spcPct val="153846"/>
              </a:lnSpc>
              <a:spcBef>
                <a:spcPts val="0"/>
              </a:spcBef>
              <a:spcAft>
                <a:spcPts val="0"/>
              </a:spcAft>
              <a:buClr>
                <a:srgbClr val="C2C4B5"/>
              </a:buClr>
              <a:buSzPts val="427"/>
              <a:buFont typeface="Bitter"/>
              <a:buNone/>
            </a:pPr>
            <a:r>
              <a:rPr b="0" i="0" lang="es" sz="1018" u="none" cap="none" strike="noStrike">
                <a:solidFill>
                  <a:srgbClr val="C2C4B5"/>
                </a:solidFill>
                <a:latin typeface="Bitter"/>
                <a:ea typeface="Bitter"/>
                <a:cs typeface="Bitter"/>
                <a:sym typeface="Bitter"/>
              </a:rPr>
              <a:t>7</a:t>
            </a:r>
            <a:endParaRPr b="0" i="0" sz="1018" u="none" cap="none" strike="noStrike"/>
          </a:p>
        </p:txBody>
      </p:sp>
      <p:sp>
        <p:nvSpPr>
          <p:cNvPr id="273" name="Google Shape;273;p24"/>
          <p:cNvSpPr/>
          <p:nvPr/>
        </p:nvSpPr>
        <p:spPr>
          <a:xfrm>
            <a:off x="2808147" y="4414369"/>
            <a:ext cx="1747200" cy="86700"/>
          </a:xfrm>
          <a:prstGeom prst="rect">
            <a:avLst/>
          </a:prstGeom>
          <a:noFill/>
          <a:ln>
            <a:noFill/>
          </a:ln>
        </p:spPr>
        <p:txBody>
          <a:bodyPr anchorCtr="0" anchor="t" bIns="0" lIns="0" spcFirstLastPara="1" rIns="0" wrap="square" tIns="0">
            <a:noAutofit/>
          </a:bodyPr>
          <a:lstStyle/>
          <a:p>
            <a:pPr indent="0" lvl="0" marL="0" marR="0" rtl="0" algn="l">
              <a:lnSpc>
                <a:spcPct val="153846"/>
              </a:lnSpc>
              <a:spcBef>
                <a:spcPts val="0"/>
              </a:spcBef>
              <a:spcAft>
                <a:spcPts val="0"/>
              </a:spcAft>
              <a:buClr>
                <a:srgbClr val="C2C4B5"/>
              </a:buClr>
              <a:buSzPts val="427"/>
              <a:buFont typeface="Bitter"/>
              <a:buNone/>
            </a:pPr>
            <a:r>
              <a:rPr b="0" i="0" lang="es" sz="1018" u="none" cap="none" strike="noStrike">
                <a:solidFill>
                  <a:srgbClr val="C2C4B5"/>
                </a:solidFill>
                <a:latin typeface="Bitter"/>
                <a:ea typeface="Bitter"/>
                <a:cs typeface="Bitter"/>
                <a:sym typeface="Bitter"/>
              </a:rPr>
              <a:t>0</a:t>
            </a:r>
            <a:endParaRPr b="0" i="0" sz="1018" u="none" cap="none" strike="noStrike"/>
          </a:p>
        </p:txBody>
      </p:sp>
      <p:sp>
        <p:nvSpPr>
          <p:cNvPr id="274" name="Google Shape;274;p24"/>
          <p:cNvSpPr/>
          <p:nvPr/>
        </p:nvSpPr>
        <p:spPr>
          <a:xfrm>
            <a:off x="4647920" y="4414369"/>
            <a:ext cx="1747200" cy="86700"/>
          </a:xfrm>
          <a:prstGeom prst="rect">
            <a:avLst/>
          </a:prstGeom>
          <a:noFill/>
          <a:ln>
            <a:noFill/>
          </a:ln>
        </p:spPr>
        <p:txBody>
          <a:bodyPr anchorCtr="0" anchor="t" bIns="0" lIns="0" spcFirstLastPara="1" rIns="0" wrap="square" tIns="0">
            <a:noAutofit/>
          </a:bodyPr>
          <a:lstStyle/>
          <a:p>
            <a:pPr indent="0" lvl="0" marL="0" marR="0" rtl="0" algn="l">
              <a:lnSpc>
                <a:spcPct val="153846"/>
              </a:lnSpc>
              <a:spcBef>
                <a:spcPts val="0"/>
              </a:spcBef>
              <a:spcAft>
                <a:spcPts val="0"/>
              </a:spcAft>
              <a:buClr>
                <a:srgbClr val="C2C4B5"/>
              </a:buClr>
              <a:buSzPts val="427"/>
              <a:buFont typeface="Bitter"/>
              <a:buNone/>
            </a:pPr>
            <a:r>
              <a:rPr b="0" i="0" lang="es" sz="1018" u="none" cap="none" strike="noStrike">
                <a:solidFill>
                  <a:srgbClr val="C2C4B5"/>
                </a:solidFill>
                <a:latin typeface="Bitter"/>
                <a:ea typeface="Bitter"/>
                <a:cs typeface="Bitter"/>
                <a:sym typeface="Bitter"/>
              </a:rPr>
              <a:t>0</a:t>
            </a:r>
            <a:endParaRPr b="0" i="0" sz="1018" u="none" cap="none" strike="noStrike"/>
          </a:p>
        </p:txBody>
      </p:sp>
      <p:sp>
        <p:nvSpPr>
          <p:cNvPr id="275" name="Google Shape;275;p24"/>
          <p:cNvSpPr/>
          <p:nvPr/>
        </p:nvSpPr>
        <p:spPr>
          <a:xfrm>
            <a:off x="6487694" y="4414369"/>
            <a:ext cx="1749000" cy="86700"/>
          </a:xfrm>
          <a:prstGeom prst="rect">
            <a:avLst/>
          </a:prstGeom>
          <a:noFill/>
          <a:ln>
            <a:noFill/>
          </a:ln>
        </p:spPr>
        <p:txBody>
          <a:bodyPr anchorCtr="0" anchor="t" bIns="0" lIns="0" spcFirstLastPara="1" rIns="0" wrap="square" tIns="0">
            <a:noAutofit/>
          </a:bodyPr>
          <a:lstStyle/>
          <a:p>
            <a:pPr indent="0" lvl="0" marL="0" marR="0" rtl="0" algn="l">
              <a:lnSpc>
                <a:spcPct val="153846"/>
              </a:lnSpc>
              <a:spcBef>
                <a:spcPts val="0"/>
              </a:spcBef>
              <a:spcAft>
                <a:spcPts val="0"/>
              </a:spcAft>
              <a:buClr>
                <a:srgbClr val="C2C4B5"/>
              </a:buClr>
              <a:buSzPts val="427"/>
              <a:buFont typeface="Bitter"/>
              <a:buNone/>
            </a:pPr>
            <a:r>
              <a:rPr b="0" i="0" lang="es" sz="1018" u="none" cap="none" strike="noStrike">
                <a:solidFill>
                  <a:srgbClr val="C2C4B5"/>
                </a:solidFill>
                <a:latin typeface="Bitter"/>
                <a:ea typeface="Bitter"/>
                <a:cs typeface="Bitter"/>
                <a:sym typeface="Bitter"/>
              </a:rPr>
              <a:t>0</a:t>
            </a:r>
            <a:endParaRPr b="0" i="0" sz="1018" u="none" cap="none" strike="noStrike"/>
          </a:p>
        </p:txBody>
      </p:sp>
      <p:sp>
        <p:nvSpPr>
          <p:cNvPr id="276" name="Google Shape;276;p24"/>
          <p:cNvSpPr/>
          <p:nvPr/>
        </p:nvSpPr>
        <p:spPr>
          <a:xfrm>
            <a:off x="918007" y="4604764"/>
            <a:ext cx="7367100" cy="86700"/>
          </a:xfrm>
          <a:prstGeom prst="rect">
            <a:avLst/>
          </a:prstGeom>
          <a:noFill/>
          <a:ln>
            <a:noFill/>
          </a:ln>
        </p:spPr>
        <p:txBody>
          <a:bodyPr anchorCtr="0" anchor="t" bIns="0" lIns="0" spcFirstLastPara="1" rIns="0" wrap="square" tIns="0">
            <a:noAutofit/>
          </a:bodyPr>
          <a:lstStyle/>
          <a:p>
            <a:pPr indent="0" lvl="0" marL="0" marR="0" rtl="0" algn="l">
              <a:lnSpc>
                <a:spcPct val="153846"/>
              </a:lnSpc>
              <a:spcBef>
                <a:spcPts val="0"/>
              </a:spcBef>
              <a:spcAft>
                <a:spcPts val="0"/>
              </a:spcAft>
              <a:buSzPts val="427"/>
              <a:buFont typeface="Arial"/>
              <a:buNone/>
            </a:pPr>
            <a:r>
              <a:t/>
            </a:r>
            <a:endParaRPr b="0" i="0" sz="1018" u="none" cap="none" strike="noStrike"/>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0" name="Shape 280"/>
        <p:cNvGrpSpPr/>
        <p:nvPr/>
      </p:nvGrpSpPr>
      <p:grpSpPr>
        <a:xfrm>
          <a:off x="0" y="0"/>
          <a:ext cx="0" cy="0"/>
          <a:chOff x="0" y="0"/>
          <a:chExt cx="0" cy="0"/>
        </a:xfrm>
      </p:grpSpPr>
      <p:sp>
        <p:nvSpPr>
          <p:cNvPr id="281" name="Google Shape;281;p25"/>
          <p:cNvSpPr/>
          <p:nvPr/>
        </p:nvSpPr>
        <p:spPr>
          <a:xfrm>
            <a:off x="201150" y="148075"/>
            <a:ext cx="6768900" cy="223200"/>
          </a:xfrm>
          <a:prstGeom prst="rect">
            <a:avLst/>
          </a:prstGeom>
          <a:noFill/>
          <a:ln>
            <a:noFill/>
          </a:ln>
        </p:spPr>
        <p:txBody>
          <a:bodyPr anchorCtr="0" anchor="t" bIns="0" lIns="0" spcFirstLastPara="1" rIns="0" wrap="square" tIns="0">
            <a:noAutofit/>
          </a:bodyPr>
          <a:lstStyle/>
          <a:p>
            <a:pPr indent="0" lvl="0" marL="0" marR="0" rtl="0" algn="l">
              <a:lnSpc>
                <a:spcPct val="123076"/>
              </a:lnSpc>
              <a:spcBef>
                <a:spcPts val="0"/>
              </a:spcBef>
              <a:spcAft>
                <a:spcPts val="0"/>
              </a:spcAft>
              <a:buClr>
                <a:srgbClr val="E1E5CD"/>
              </a:buClr>
              <a:buSzPts val="827"/>
              <a:buFont typeface="Outfit"/>
              <a:buNone/>
            </a:pPr>
            <a:r>
              <a:rPr b="1" i="0" lang="es" sz="1463" u="none" cap="none" strike="noStrike">
                <a:solidFill>
                  <a:srgbClr val="E1E5CD"/>
                </a:solidFill>
                <a:latin typeface="Outfit"/>
                <a:ea typeface="Outfit"/>
                <a:cs typeface="Outfit"/>
                <a:sym typeface="Outfit"/>
              </a:rPr>
              <a:t>Concepto de Underflow y Comportamiento al Llegar a Cero</a:t>
            </a:r>
            <a:endParaRPr b="0" i="0" sz="1463" u="none" cap="none" strike="noStrike"/>
          </a:p>
        </p:txBody>
      </p:sp>
      <p:sp>
        <p:nvSpPr>
          <p:cNvPr id="282" name="Google Shape;282;p25"/>
          <p:cNvSpPr/>
          <p:nvPr/>
        </p:nvSpPr>
        <p:spPr>
          <a:xfrm>
            <a:off x="201150" y="495252"/>
            <a:ext cx="8741700" cy="318000"/>
          </a:xfrm>
          <a:prstGeom prst="rect">
            <a:avLst/>
          </a:prstGeom>
          <a:noFill/>
          <a:ln>
            <a:noFill/>
          </a:ln>
        </p:spPr>
        <p:txBody>
          <a:bodyPr anchorCtr="0" anchor="ctr" bIns="0" lIns="0" spcFirstLastPara="1" rIns="0" wrap="square" tIns="0">
            <a:noAutofit/>
          </a:bodyPr>
          <a:lstStyle/>
          <a:p>
            <a:pPr indent="0" lvl="0" marL="0" marR="0" rtl="0" algn="just">
              <a:lnSpc>
                <a:spcPct val="100000"/>
              </a:lnSpc>
              <a:spcBef>
                <a:spcPts val="0"/>
              </a:spcBef>
              <a:spcAft>
                <a:spcPts val="0"/>
              </a:spcAft>
              <a:buClr>
                <a:srgbClr val="C2C4B5"/>
              </a:buClr>
              <a:buSzPts val="414"/>
              <a:buFont typeface="Bitter"/>
              <a:buNone/>
            </a:pPr>
            <a:r>
              <a:rPr b="0" i="0" lang="es" sz="859" u="none" cap="none" strike="noStrike">
                <a:solidFill>
                  <a:srgbClr val="C2C4B5"/>
                </a:solidFill>
                <a:latin typeface="Bitter"/>
                <a:ea typeface="Bitter"/>
                <a:cs typeface="Bitter"/>
                <a:sym typeface="Bitter"/>
              </a:rPr>
              <a:t>El </a:t>
            </a:r>
            <a:r>
              <a:rPr b="1" i="0" lang="es" sz="859" u="none" cap="none" strike="noStrike">
                <a:solidFill>
                  <a:srgbClr val="C2C4B5"/>
                </a:solidFill>
                <a:latin typeface="Bitter"/>
                <a:ea typeface="Bitter"/>
                <a:cs typeface="Bitter"/>
                <a:sym typeface="Bitter"/>
              </a:rPr>
              <a:t>underflow</a:t>
            </a:r>
            <a:r>
              <a:rPr b="0" i="0" lang="es" sz="859" u="none" cap="none" strike="noStrike">
                <a:solidFill>
                  <a:srgbClr val="C2C4B5"/>
                </a:solidFill>
                <a:latin typeface="Bitter"/>
                <a:ea typeface="Bitter"/>
                <a:cs typeface="Bitter"/>
                <a:sym typeface="Bitter"/>
              </a:rPr>
              <a:t> (subdesbordamiento) ocurre cuando el contador alcanza su valor mínimo posible (en el caso de 3 bits, 000 o 0 en decimal) y el siguiente pulso de reloj lo hace regresar automáticamente a su valor máximo (111). Este ciclo continuo de decremento es característico de su funcionamiento.</a:t>
            </a:r>
            <a:endParaRPr b="0" i="0" sz="859" u="none" cap="none" strike="noStrike"/>
          </a:p>
        </p:txBody>
      </p:sp>
      <p:sp>
        <p:nvSpPr>
          <p:cNvPr id="283" name="Google Shape;283;p25"/>
          <p:cNvSpPr/>
          <p:nvPr/>
        </p:nvSpPr>
        <p:spPr>
          <a:xfrm>
            <a:off x="201150" y="813414"/>
            <a:ext cx="8741700" cy="318000"/>
          </a:xfrm>
          <a:prstGeom prst="rect">
            <a:avLst/>
          </a:prstGeom>
          <a:noFill/>
          <a:ln>
            <a:noFill/>
          </a:ln>
        </p:spPr>
        <p:txBody>
          <a:bodyPr anchorCtr="0" anchor="ctr" bIns="0" lIns="0" spcFirstLastPara="1" rIns="0" wrap="square" tIns="0">
            <a:noAutofit/>
          </a:bodyPr>
          <a:lstStyle/>
          <a:p>
            <a:pPr indent="0" lvl="0" marL="0" marR="0" rtl="0" algn="just">
              <a:lnSpc>
                <a:spcPct val="100000"/>
              </a:lnSpc>
              <a:spcBef>
                <a:spcPts val="0"/>
              </a:spcBef>
              <a:spcAft>
                <a:spcPts val="0"/>
              </a:spcAft>
              <a:buClr>
                <a:srgbClr val="C2C4B5"/>
              </a:buClr>
              <a:buSzPts val="414"/>
              <a:buFont typeface="Bitter"/>
              <a:buNone/>
            </a:pPr>
            <a:r>
              <a:rPr b="0" i="0" lang="es" sz="859" u="none" cap="none" strike="noStrike">
                <a:solidFill>
                  <a:srgbClr val="C2C4B5"/>
                </a:solidFill>
                <a:latin typeface="Bitter"/>
                <a:ea typeface="Bitter"/>
                <a:cs typeface="Bitter"/>
                <a:sym typeface="Bitter"/>
              </a:rPr>
              <a:t>Al igual que los contadores ascendentes, los descendentes pueden configurarse para un </a:t>
            </a:r>
            <a:r>
              <a:rPr b="1" i="0" lang="es" sz="859" u="none" cap="none" strike="noStrike">
                <a:solidFill>
                  <a:srgbClr val="C2C4B5"/>
                </a:solidFill>
                <a:latin typeface="Bitter"/>
                <a:ea typeface="Bitter"/>
                <a:cs typeface="Bitter"/>
                <a:sym typeface="Bitter"/>
              </a:rPr>
              <a:t>reset automático</a:t>
            </a:r>
            <a:r>
              <a:rPr b="0" i="0" lang="es" sz="859" u="none" cap="none" strike="noStrike">
                <a:solidFill>
                  <a:srgbClr val="C2C4B5"/>
                </a:solidFill>
                <a:latin typeface="Bitter"/>
                <a:ea typeface="Bitter"/>
                <a:cs typeface="Bitter"/>
                <a:sym typeface="Bitter"/>
              </a:rPr>
              <a:t> a un valor específico antes de alcanzar su límite mínimo natural (000), o para reiniciar en el valor máximo después del underflow.</a:t>
            </a:r>
            <a:endParaRPr b="0" i="0" sz="859" u="none" cap="none" strike="noStrike"/>
          </a:p>
        </p:txBody>
      </p:sp>
      <p:sp>
        <p:nvSpPr>
          <p:cNvPr id="284" name="Google Shape;284;p25"/>
          <p:cNvSpPr/>
          <p:nvPr/>
        </p:nvSpPr>
        <p:spPr>
          <a:xfrm>
            <a:off x="201150" y="1220440"/>
            <a:ext cx="2049300" cy="278100"/>
          </a:xfrm>
          <a:prstGeom prst="rect">
            <a:avLst/>
          </a:prstGeom>
          <a:noFill/>
          <a:ln>
            <a:noFill/>
          </a:ln>
        </p:spPr>
        <p:txBody>
          <a:bodyPr anchorCtr="0" anchor="t" bIns="0" lIns="0" spcFirstLastPara="1" rIns="0" wrap="square" tIns="0">
            <a:noAutofit/>
          </a:bodyPr>
          <a:lstStyle/>
          <a:p>
            <a:pPr indent="0" lvl="0" marL="0" marR="0" rtl="0" algn="l">
              <a:lnSpc>
                <a:spcPct val="123076"/>
              </a:lnSpc>
              <a:spcBef>
                <a:spcPts val="0"/>
              </a:spcBef>
              <a:spcAft>
                <a:spcPts val="0"/>
              </a:spcAft>
              <a:buClr>
                <a:srgbClr val="E1E5CD"/>
              </a:buClr>
              <a:buSzPts val="827"/>
              <a:buFont typeface="Outfit"/>
              <a:buNone/>
            </a:pPr>
            <a:r>
              <a:rPr b="1" i="0" lang="es" sz="1463" u="none" cap="none" strike="noStrike">
                <a:solidFill>
                  <a:srgbClr val="E1E5CD"/>
                </a:solidFill>
                <a:latin typeface="Outfit"/>
                <a:ea typeface="Outfit"/>
                <a:cs typeface="Outfit"/>
                <a:sym typeface="Outfit"/>
              </a:rPr>
              <a:t>Aplicaciones Prácticas</a:t>
            </a:r>
            <a:endParaRPr b="0" i="0" sz="1463" u="none" cap="none" strike="noStrike"/>
          </a:p>
        </p:txBody>
      </p:sp>
      <p:sp>
        <p:nvSpPr>
          <p:cNvPr id="285" name="Google Shape;285;p25"/>
          <p:cNvSpPr/>
          <p:nvPr/>
        </p:nvSpPr>
        <p:spPr>
          <a:xfrm>
            <a:off x="201150" y="1483371"/>
            <a:ext cx="8741700" cy="158700"/>
          </a:xfrm>
          <a:prstGeom prst="rect">
            <a:avLst/>
          </a:prstGeom>
          <a:noFill/>
          <a:ln>
            <a:noFill/>
          </a:ln>
        </p:spPr>
        <p:txBody>
          <a:bodyPr anchorCtr="0" anchor="ctr" bIns="0" lIns="0" spcFirstLastPara="1" rIns="0" wrap="square" tIns="0">
            <a:noAutofit/>
          </a:bodyPr>
          <a:lstStyle/>
          <a:p>
            <a:pPr indent="0" lvl="0" marL="0" marR="0" rtl="0" algn="just">
              <a:lnSpc>
                <a:spcPct val="100000"/>
              </a:lnSpc>
              <a:spcBef>
                <a:spcPts val="0"/>
              </a:spcBef>
              <a:spcAft>
                <a:spcPts val="0"/>
              </a:spcAft>
              <a:buClr>
                <a:srgbClr val="C2C4B5"/>
              </a:buClr>
              <a:buSzPts val="414"/>
              <a:buFont typeface="Bitter"/>
              <a:buNone/>
            </a:pPr>
            <a:r>
              <a:rPr b="1" i="0" lang="es" sz="859" u="none" cap="none" strike="noStrike">
                <a:solidFill>
                  <a:srgbClr val="C2C4B5"/>
                </a:solidFill>
                <a:latin typeface="Bitter"/>
                <a:ea typeface="Bitter"/>
                <a:cs typeface="Bitter"/>
                <a:sym typeface="Bitter"/>
              </a:rPr>
              <a:t>Temporizadores:</a:t>
            </a:r>
            <a:r>
              <a:rPr b="0" i="0" lang="es" sz="859" u="none" cap="none" strike="noStrike">
                <a:solidFill>
                  <a:srgbClr val="C2C4B5"/>
                </a:solidFill>
                <a:latin typeface="Bitter"/>
                <a:ea typeface="Bitter"/>
                <a:cs typeface="Bitter"/>
                <a:sym typeface="Bitter"/>
              </a:rPr>
              <a:t> Utilizados para medir intervalos de tiempo de forma regresiva, comunes en electrodomésticos y sistemas industriales.</a:t>
            </a:r>
            <a:endParaRPr b="0" i="0" sz="859" u="none" cap="none" strike="noStrike"/>
          </a:p>
        </p:txBody>
      </p:sp>
      <p:sp>
        <p:nvSpPr>
          <p:cNvPr id="286" name="Google Shape;286;p25"/>
          <p:cNvSpPr/>
          <p:nvPr/>
        </p:nvSpPr>
        <p:spPr>
          <a:xfrm>
            <a:off x="201150" y="1690031"/>
            <a:ext cx="8741700" cy="158700"/>
          </a:xfrm>
          <a:prstGeom prst="rect">
            <a:avLst/>
          </a:prstGeom>
          <a:noFill/>
          <a:ln>
            <a:noFill/>
          </a:ln>
        </p:spPr>
        <p:txBody>
          <a:bodyPr anchorCtr="0" anchor="ctr" bIns="0" lIns="0" spcFirstLastPara="1" rIns="0" wrap="square" tIns="0">
            <a:noAutofit/>
          </a:bodyPr>
          <a:lstStyle/>
          <a:p>
            <a:pPr indent="0" lvl="0" marL="0" marR="0" rtl="0" algn="just">
              <a:lnSpc>
                <a:spcPct val="100000"/>
              </a:lnSpc>
              <a:spcBef>
                <a:spcPts val="0"/>
              </a:spcBef>
              <a:spcAft>
                <a:spcPts val="0"/>
              </a:spcAft>
              <a:buClr>
                <a:srgbClr val="C2C4B5"/>
              </a:buClr>
              <a:buSzPts val="414"/>
              <a:buFont typeface="Bitter"/>
              <a:buNone/>
            </a:pPr>
            <a:r>
              <a:rPr b="1" i="0" lang="es" sz="859" u="none" cap="none" strike="noStrike">
                <a:solidFill>
                  <a:srgbClr val="C2C4B5"/>
                </a:solidFill>
                <a:latin typeface="Bitter"/>
                <a:ea typeface="Bitter"/>
                <a:cs typeface="Bitter"/>
                <a:sym typeface="Bitter"/>
              </a:rPr>
              <a:t>Sistemas de Cuenta Regresiva:</a:t>
            </a:r>
            <a:r>
              <a:rPr b="0" i="0" lang="es" sz="859" u="none" cap="none" strike="noStrike">
                <a:solidFill>
                  <a:srgbClr val="C2C4B5"/>
                </a:solidFill>
                <a:latin typeface="Bitter"/>
                <a:ea typeface="Bitter"/>
                <a:cs typeface="Bitter"/>
                <a:sym typeface="Bitter"/>
              </a:rPr>
              <a:t> Empleados en lanzamientos espaciales, detonadores, alarmas y cualquier proceso que necesite una cuenta hacia atrás.</a:t>
            </a:r>
            <a:endParaRPr b="0" i="0" sz="859" u="none" cap="none" strike="noStrike"/>
          </a:p>
        </p:txBody>
      </p:sp>
      <p:sp>
        <p:nvSpPr>
          <p:cNvPr id="287" name="Google Shape;287;p25"/>
          <p:cNvSpPr/>
          <p:nvPr/>
        </p:nvSpPr>
        <p:spPr>
          <a:xfrm>
            <a:off x="201150" y="1930584"/>
            <a:ext cx="8741700" cy="158700"/>
          </a:xfrm>
          <a:prstGeom prst="rect">
            <a:avLst/>
          </a:prstGeom>
          <a:noFill/>
          <a:ln>
            <a:noFill/>
          </a:ln>
        </p:spPr>
        <p:txBody>
          <a:bodyPr anchorCtr="0" anchor="ctr" bIns="0" lIns="0" spcFirstLastPara="1" rIns="0" wrap="square" tIns="0">
            <a:noAutofit/>
          </a:bodyPr>
          <a:lstStyle/>
          <a:p>
            <a:pPr indent="0" lvl="0" marL="0" marR="0" rtl="0" algn="just">
              <a:lnSpc>
                <a:spcPct val="100000"/>
              </a:lnSpc>
              <a:spcBef>
                <a:spcPts val="0"/>
              </a:spcBef>
              <a:spcAft>
                <a:spcPts val="0"/>
              </a:spcAft>
              <a:buClr>
                <a:srgbClr val="C2C4B5"/>
              </a:buClr>
              <a:buSzPts val="414"/>
              <a:buFont typeface="Bitter"/>
              <a:buNone/>
            </a:pPr>
            <a:r>
              <a:rPr b="1" i="0" lang="es" sz="859" u="none" cap="none" strike="noStrike">
                <a:solidFill>
                  <a:srgbClr val="C2C4B5"/>
                </a:solidFill>
                <a:latin typeface="Bitter"/>
                <a:ea typeface="Bitter"/>
                <a:cs typeface="Bitter"/>
                <a:sym typeface="Bitter"/>
              </a:rPr>
              <a:t>Control de Procesos:</a:t>
            </a:r>
            <a:r>
              <a:rPr b="0" i="0" lang="es" sz="859" u="none" cap="none" strike="noStrike">
                <a:solidFill>
                  <a:srgbClr val="C2C4B5"/>
                </a:solidFill>
                <a:latin typeface="Bitter"/>
                <a:ea typeface="Bitter"/>
                <a:cs typeface="Bitter"/>
                <a:sym typeface="Bitter"/>
              </a:rPr>
              <a:t> Para monitorear el número de ciclos restantes en una operación o el número de unidades en un lote.</a:t>
            </a:r>
            <a:endParaRPr b="0" i="0" sz="859" u="none" cap="none" strike="noStrike"/>
          </a:p>
        </p:txBody>
      </p:sp>
      <p:sp>
        <p:nvSpPr>
          <p:cNvPr id="288" name="Google Shape;288;p25"/>
          <p:cNvSpPr/>
          <p:nvPr/>
        </p:nvSpPr>
        <p:spPr>
          <a:xfrm>
            <a:off x="201150" y="2185786"/>
            <a:ext cx="8741700" cy="158700"/>
          </a:xfrm>
          <a:prstGeom prst="rect">
            <a:avLst/>
          </a:prstGeom>
          <a:noFill/>
          <a:ln>
            <a:noFill/>
          </a:ln>
        </p:spPr>
        <p:txBody>
          <a:bodyPr anchorCtr="0" anchor="ctr" bIns="0" lIns="0" spcFirstLastPara="1" rIns="0" wrap="square" tIns="0">
            <a:noAutofit/>
          </a:bodyPr>
          <a:lstStyle/>
          <a:p>
            <a:pPr indent="0" lvl="0" marL="0" marR="0" rtl="0" algn="just">
              <a:lnSpc>
                <a:spcPct val="100000"/>
              </a:lnSpc>
              <a:spcBef>
                <a:spcPts val="0"/>
              </a:spcBef>
              <a:spcAft>
                <a:spcPts val="0"/>
              </a:spcAft>
              <a:buClr>
                <a:srgbClr val="C2C4B5"/>
              </a:buClr>
              <a:buSzPts val="414"/>
              <a:buFont typeface="Bitter"/>
              <a:buNone/>
            </a:pPr>
            <a:r>
              <a:rPr b="1" i="0" lang="es" sz="859" u="none" cap="none" strike="noStrike">
                <a:solidFill>
                  <a:srgbClr val="C2C4B5"/>
                </a:solidFill>
                <a:latin typeface="Bitter"/>
                <a:ea typeface="Bitter"/>
                <a:cs typeface="Bitter"/>
                <a:sym typeface="Bitter"/>
              </a:rPr>
              <a:t>Generación de Formas de Onda:</a:t>
            </a:r>
            <a:r>
              <a:rPr b="0" i="0" lang="es" sz="859" u="none" cap="none" strike="noStrike">
                <a:solidFill>
                  <a:srgbClr val="C2C4B5"/>
                </a:solidFill>
                <a:latin typeface="Bitter"/>
                <a:ea typeface="Bitter"/>
                <a:cs typeface="Bitter"/>
                <a:sym typeface="Bitter"/>
              </a:rPr>
              <a:t> En algunas aplicaciones, pueden generar secuencias de control o patrones específicos.</a:t>
            </a:r>
            <a:endParaRPr b="0" i="0" sz="859" u="none" cap="none" strike="noStrike"/>
          </a:p>
        </p:txBody>
      </p:sp>
      <p:sp>
        <p:nvSpPr>
          <p:cNvPr id="289" name="Google Shape;289;p25"/>
          <p:cNvSpPr/>
          <p:nvPr/>
        </p:nvSpPr>
        <p:spPr>
          <a:xfrm>
            <a:off x="201150" y="2440989"/>
            <a:ext cx="5367900" cy="278100"/>
          </a:xfrm>
          <a:prstGeom prst="rect">
            <a:avLst/>
          </a:prstGeom>
          <a:noFill/>
          <a:ln>
            <a:noFill/>
          </a:ln>
        </p:spPr>
        <p:txBody>
          <a:bodyPr anchorCtr="0" anchor="t" bIns="0" lIns="0" spcFirstLastPara="1" rIns="0" wrap="square" tIns="0">
            <a:noAutofit/>
          </a:bodyPr>
          <a:lstStyle/>
          <a:p>
            <a:pPr indent="0" lvl="0" marL="0" marR="0" rtl="0" algn="l">
              <a:lnSpc>
                <a:spcPct val="123076"/>
              </a:lnSpc>
              <a:spcBef>
                <a:spcPts val="0"/>
              </a:spcBef>
              <a:spcAft>
                <a:spcPts val="0"/>
              </a:spcAft>
              <a:buClr>
                <a:srgbClr val="E1E5CD"/>
              </a:buClr>
              <a:buSzPts val="827"/>
              <a:buFont typeface="Outfit"/>
              <a:buNone/>
            </a:pPr>
            <a:r>
              <a:rPr b="1" i="0" lang="es" sz="1463" u="none" cap="none" strike="noStrike">
                <a:solidFill>
                  <a:srgbClr val="E1E5CD"/>
                </a:solidFill>
                <a:latin typeface="Outfit"/>
                <a:ea typeface="Outfit"/>
                <a:cs typeface="Outfit"/>
                <a:sym typeface="Outfit"/>
              </a:rPr>
              <a:t>Diferencias en la Implementación de Hardware</a:t>
            </a:r>
            <a:endParaRPr b="0" i="0" sz="1463" u="none" cap="none" strike="noStrike"/>
          </a:p>
        </p:txBody>
      </p:sp>
      <p:sp>
        <p:nvSpPr>
          <p:cNvPr id="290" name="Google Shape;290;p25"/>
          <p:cNvSpPr/>
          <p:nvPr/>
        </p:nvSpPr>
        <p:spPr>
          <a:xfrm>
            <a:off x="201150" y="2754180"/>
            <a:ext cx="8741700" cy="512700"/>
          </a:xfrm>
          <a:prstGeom prst="rect">
            <a:avLst/>
          </a:prstGeom>
          <a:noFill/>
          <a:ln>
            <a:noFill/>
          </a:ln>
        </p:spPr>
        <p:txBody>
          <a:bodyPr anchorCtr="0" anchor="ctr" bIns="0" lIns="0" spcFirstLastPara="1" rIns="0" wrap="square" tIns="0">
            <a:noAutofit/>
          </a:bodyPr>
          <a:lstStyle/>
          <a:p>
            <a:pPr indent="0" lvl="0" marL="0" marR="0" rtl="0" algn="just">
              <a:lnSpc>
                <a:spcPct val="100000"/>
              </a:lnSpc>
              <a:spcBef>
                <a:spcPts val="0"/>
              </a:spcBef>
              <a:spcAft>
                <a:spcPts val="0"/>
              </a:spcAft>
              <a:buClr>
                <a:srgbClr val="C2C4B5"/>
              </a:buClr>
              <a:buSzPts val="414"/>
              <a:buFont typeface="Bitter"/>
              <a:buNone/>
            </a:pPr>
            <a:r>
              <a:rPr b="0" i="0" lang="es" sz="859" u="none" cap="none" strike="noStrike">
                <a:solidFill>
                  <a:srgbClr val="C2C4B5"/>
                </a:solidFill>
                <a:latin typeface="Bitter"/>
                <a:ea typeface="Bitter"/>
                <a:cs typeface="Bitter"/>
                <a:sym typeface="Bitter"/>
              </a:rPr>
              <a:t>La implementación de hardware de un contador descendente difiere ligeramente de la de un contador ascendente. Mientras que un contador ascendente utiliza la salida complementada (Q') de los flip-flops para la entrada de reloj del siguiente flip-flop (en el caso de contadores asíncronos), un contador descendente típicamente utiliza la salida no complementada (Q) del flip-flop anterior. Para contadores síncronos, la lógica combinacional para generar las entradas de los flip-flops debe ser diseñada para el decremento en lugar del incremento.</a:t>
            </a:r>
            <a:endParaRPr b="0" i="0" sz="859" u="none" cap="none" strike="noStrike"/>
          </a:p>
        </p:txBody>
      </p:sp>
      <p:pic>
        <p:nvPicPr>
          <p:cNvPr descr="preencoded.png" id="291" name="Google Shape;291;p25"/>
          <p:cNvPicPr preferRelativeResize="0"/>
          <p:nvPr/>
        </p:nvPicPr>
        <p:blipFill rotWithShape="1">
          <a:blip r:embed="rId3">
            <a:alphaModFix/>
          </a:blip>
          <a:srcRect b="0" l="0" r="0" t="0"/>
          <a:stretch/>
        </p:blipFill>
        <p:spPr>
          <a:xfrm>
            <a:off x="1510044" y="3456929"/>
            <a:ext cx="5624280" cy="1538496"/>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5" name="Shape 295"/>
        <p:cNvGrpSpPr/>
        <p:nvPr/>
      </p:nvGrpSpPr>
      <p:grpSpPr>
        <a:xfrm>
          <a:off x="0" y="0"/>
          <a:ext cx="0" cy="0"/>
          <a:chOff x="0" y="0"/>
          <a:chExt cx="0" cy="0"/>
        </a:xfrm>
      </p:grpSpPr>
      <p:sp>
        <p:nvSpPr>
          <p:cNvPr id="296" name="Google Shape;296;p26"/>
          <p:cNvSpPr/>
          <p:nvPr/>
        </p:nvSpPr>
        <p:spPr>
          <a:xfrm>
            <a:off x="1521073" y="870438"/>
            <a:ext cx="6102000" cy="472200"/>
          </a:xfrm>
          <a:prstGeom prst="rect">
            <a:avLst/>
          </a:prstGeom>
          <a:noFill/>
          <a:ln>
            <a:noFill/>
          </a:ln>
        </p:spPr>
        <p:txBody>
          <a:bodyPr anchorCtr="0" anchor="t" bIns="0" lIns="0" spcFirstLastPara="1" rIns="0" wrap="square" tIns="0">
            <a:noAutofit/>
          </a:bodyPr>
          <a:lstStyle/>
          <a:p>
            <a:pPr indent="0" lvl="0" marL="0" marR="0" rtl="0" algn="ctr">
              <a:lnSpc>
                <a:spcPct val="124719"/>
              </a:lnSpc>
              <a:spcBef>
                <a:spcPts val="0"/>
              </a:spcBef>
              <a:spcAft>
                <a:spcPts val="0"/>
              </a:spcAft>
              <a:buClr>
                <a:srgbClr val="E1E5CD"/>
              </a:buClr>
              <a:buSzPts val="2964"/>
              <a:buFont typeface="Outfit"/>
              <a:buNone/>
            </a:pPr>
            <a:r>
              <a:rPr b="1" i="0" lang="es" sz="2964" u="none" cap="none" strike="noStrike">
                <a:solidFill>
                  <a:srgbClr val="E1E5CD"/>
                </a:solidFill>
                <a:latin typeface="Outfit"/>
                <a:ea typeface="Outfit"/>
                <a:cs typeface="Outfit"/>
                <a:sym typeface="Outfit"/>
              </a:rPr>
              <a:t>CONCEPTOS CLAVE APRENDIDOS</a:t>
            </a:r>
            <a:endParaRPr b="0" i="0" sz="2964" u="none" cap="none" strike="noStrike"/>
          </a:p>
        </p:txBody>
      </p:sp>
      <p:sp>
        <p:nvSpPr>
          <p:cNvPr id="297" name="Google Shape;297;p26"/>
          <p:cNvSpPr/>
          <p:nvPr/>
        </p:nvSpPr>
        <p:spPr>
          <a:xfrm>
            <a:off x="228151" y="1644703"/>
            <a:ext cx="8687700" cy="483300"/>
          </a:xfrm>
          <a:prstGeom prst="rect">
            <a:avLst/>
          </a:prstGeom>
          <a:noFill/>
          <a:ln>
            <a:noFill/>
          </a:ln>
        </p:spPr>
        <p:txBody>
          <a:bodyPr anchorCtr="0" anchor="t" bIns="0" lIns="0" spcFirstLastPara="1" rIns="0" wrap="square" tIns="0">
            <a:noAutofit/>
          </a:bodyPr>
          <a:lstStyle/>
          <a:p>
            <a:pPr indent="0" lvl="0" marL="0" marR="0" rtl="0" algn="l">
              <a:lnSpc>
                <a:spcPct val="162857"/>
              </a:lnSpc>
              <a:spcBef>
                <a:spcPts val="0"/>
              </a:spcBef>
              <a:spcAft>
                <a:spcPts val="0"/>
              </a:spcAft>
              <a:buClr>
                <a:srgbClr val="C2C4B5"/>
              </a:buClr>
              <a:buSzPts val="1166"/>
              <a:buFont typeface="Bitter"/>
              <a:buNone/>
            </a:pPr>
            <a:r>
              <a:rPr b="1" i="0" lang="es" sz="1166" u="none" cap="none" strike="noStrike">
                <a:solidFill>
                  <a:srgbClr val="C2C4B5"/>
                </a:solidFill>
                <a:latin typeface="Bitter"/>
                <a:ea typeface="Bitter"/>
                <a:cs typeface="Bitter"/>
                <a:sym typeface="Bitter"/>
              </a:rPr>
              <a:t>Contador: </a:t>
            </a:r>
            <a:r>
              <a:rPr b="0" i="0" lang="es" sz="1166" u="none" cap="none" strike="noStrike">
                <a:solidFill>
                  <a:srgbClr val="C2C4B5"/>
                </a:solidFill>
                <a:latin typeface="Bitter"/>
                <a:ea typeface="Bitter"/>
                <a:cs typeface="Bitter"/>
                <a:sym typeface="Bitter"/>
              </a:rPr>
              <a:t>Circuito secuencial que almacena y modifica un valor binario en respuesta a una señal de reloj. Puede ser ascendente, descendente o bidireccional.</a:t>
            </a:r>
            <a:endParaRPr b="0" i="0" sz="1166" u="none" cap="none" strike="noStrike"/>
          </a:p>
        </p:txBody>
      </p:sp>
      <p:sp>
        <p:nvSpPr>
          <p:cNvPr id="298" name="Google Shape;298;p26"/>
          <p:cNvSpPr/>
          <p:nvPr/>
        </p:nvSpPr>
        <p:spPr>
          <a:xfrm>
            <a:off x="228151" y="2180971"/>
            <a:ext cx="8687700" cy="483300"/>
          </a:xfrm>
          <a:prstGeom prst="rect">
            <a:avLst/>
          </a:prstGeom>
          <a:noFill/>
          <a:ln>
            <a:noFill/>
          </a:ln>
        </p:spPr>
        <p:txBody>
          <a:bodyPr anchorCtr="0" anchor="t" bIns="0" lIns="0" spcFirstLastPara="1" rIns="0" wrap="square" tIns="0">
            <a:noAutofit/>
          </a:bodyPr>
          <a:lstStyle/>
          <a:p>
            <a:pPr indent="0" lvl="0" marL="0" marR="0" rtl="0" algn="l">
              <a:lnSpc>
                <a:spcPct val="162857"/>
              </a:lnSpc>
              <a:spcBef>
                <a:spcPts val="0"/>
              </a:spcBef>
              <a:spcAft>
                <a:spcPts val="0"/>
              </a:spcAft>
              <a:buClr>
                <a:srgbClr val="C2C4B5"/>
              </a:buClr>
              <a:buSzPts val="1166"/>
              <a:buFont typeface="Bitter"/>
              <a:buNone/>
            </a:pPr>
            <a:r>
              <a:rPr b="1" i="0" lang="es" sz="1166" u="none" cap="none" strike="noStrike">
                <a:solidFill>
                  <a:srgbClr val="C2C4B5"/>
                </a:solidFill>
                <a:latin typeface="Bitter"/>
                <a:ea typeface="Bitter"/>
                <a:cs typeface="Bitter"/>
                <a:sym typeface="Bitter"/>
              </a:rPr>
              <a:t>Contador ascendente: </a:t>
            </a:r>
            <a:r>
              <a:rPr b="0" i="0" lang="es" sz="1166" u="none" cap="none" strike="noStrike">
                <a:solidFill>
                  <a:srgbClr val="C2C4B5"/>
                </a:solidFill>
                <a:latin typeface="Bitter"/>
                <a:ea typeface="Bitter"/>
                <a:cs typeface="Bitter"/>
                <a:sym typeface="Bitter"/>
              </a:rPr>
              <a:t>Tipo de contador que incrementa su valor en uno con cada pulso de reloj. Cuenta en orden creciente (ejemplo: 000, 001, 010, ...).</a:t>
            </a:r>
            <a:endParaRPr b="0" i="0" sz="1166" u="none" cap="none" strike="noStrike"/>
          </a:p>
        </p:txBody>
      </p:sp>
      <p:sp>
        <p:nvSpPr>
          <p:cNvPr id="299" name="Google Shape;299;p26"/>
          <p:cNvSpPr/>
          <p:nvPr/>
        </p:nvSpPr>
        <p:spPr>
          <a:xfrm>
            <a:off x="228151" y="2717239"/>
            <a:ext cx="8687700" cy="483300"/>
          </a:xfrm>
          <a:prstGeom prst="rect">
            <a:avLst/>
          </a:prstGeom>
          <a:noFill/>
          <a:ln>
            <a:noFill/>
          </a:ln>
        </p:spPr>
        <p:txBody>
          <a:bodyPr anchorCtr="0" anchor="t" bIns="0" lIns="0" spcFirstLastPara="1" rIns="0" wrap="square" tIns="0">
            <a:noAutofit/>
          </a:bodyPr>
          <a:lstStyle/>
          <a:p>
            <a:pPr indent="0" lvl="0" marL="0" marR="0" rtl="0" algn="l">
              <a:lnSpc>
                <a:spcPct val="162857"/>
              </a:lnSpc>
              <a:spcBef>
                <a:spcPts val="0"/>
              </a:spcBef>
              <a:spcAft>
                <a:spcPts val="0"/>
              </a:spcAft>
              <a:buClr>
                <a:srgbClr val="C2C4B5"/>
              </a:buClr>
              <a:buSzPts val="1166"/>
              <a:buFont typeface="Bitter"/>
              <a:buNone/>
            </a:pPr>
            <a:r>
              <a:rPr b="1" i="0" lang="es" sz="1166" u="none" cap="none" strike="noStrike">
                <a:solidFill>
                  <a:srgbClr val="C2C4B5"/>
                </a:solidFill>
                <a:latin typeface="Bitter"/>
                <a:ea typeface="Bitter"/>
                <a:cs typeface="Bitter"/>
                <a:sym typeface="Bitter"/>
              </a:rPr>
              <a:t>Contador descendente: </a:t>
            </a:r>
            <a:r>
              <a:rPr b="0" i="0" lang="es" sz="1166" u="none" cap="none" strike="noStrike">
                <a:solidFill>
                  <a:srgbClr val="C2C4B5"/>
                </a:solidFill>
                <a:latin typeface="Bitter"/>
                <a:ea typeface="Bitter"/>
                <a:cs typeface="Bitter"/>
                <a:sym typeface="Bitter"/>
              </a:rPr>
              <a:t>Tipo de contador que disminuye su valor en uno con cada pulso de reloj. Cuenta en orden decreciente (ejemplo: 111, 110, 101, ...).</a:t>
            </a:r>
            <a:endParaRPr b="0" i="0" sz="1166" u="none" cap="none" strike="noStrike"/>
          </a:p>
        </p:txBody>
      </p:sp>
      <p:sp>
        <p:nvSpPr>
          <p:cNvPr id="300" name="Google Shape;300;p26"/>
          <p:cNvSpPr/>
          <p:nvPr/>
        </p:nvSpPr>
        <p:spPr>
          <a:xfrm>
            <a:off x="228151" y="3253506"/>
            <a:ext cx="8687700" cy="483300"/>
          </a:xfrm>
          <a:prstGeom prst="rect">
            <a:avLst/>
          </a:prstGeom>
          <a:noFill/>
          <a:ln>
            <a:noFill/>
          </a:ln>
        </p:spPr>
        <p:txBody>
          <a:bodyPr anchorCtr="0" anchor="t" bIns="0" lIns="0" spcFirstLastPara="1" rIns="0" wrap="square" tIns="0">
            <a:noAutofit/>
          </a:bodyPr>
          <a:lstStyle/>
          <a:p>
            <a:pPr indent="0" lvl="0" marL="0" marR="0" rtl="0" algn="l">
              <a:lnSpc>
                <a:spcPct val="162857"/>
              </a:lnSpc>
              <a:spcBef>
                <a:spcPts val="0"/>
              </a:spcBef>
              <a:spcAft>
                <a:spcPts val="0"/>
              </a:spcAft>
              <a:buClr>
                <a:srgbClr val="C2C4B5"/>
              </a:buClr>
              <a:buSzPts val="1166"/>
              <a:buFont typeface="Bitter"/>
              <a:buNone/>
            </a:pPr>
            <a:r>
              <a:rPr b="1" i="0" lang="es" sz="1166" u="none" cap="none" strike="noStrike">
                <a:solidFill>
                  <a:srgbClr val="C2C4B5"/>
                </a:solidFill>
                <a:latin typeface="Bitter"/>
                <a:ea typeface="Bitter"/>
                <a:cs typeface="Bitter"/>
                <a:sym typeface="Bitter"/>
              </a:rPr>
              <a:t>Contador síncrono: </a:t>
            </a:r>
            <a:r>
              <a:rPr b="0" i="0" lang="es" sz="1166" u="none" cap="none" strike="noStrike">
                <a:solidFill>
                  <a:srgbClr val="C2C4B5"/>
                </a:solidFill>
                <a:latin typeface="Bitter"/>
                <a:ea typeface="Bitter"/>
                <a:cs typeface="Bitter"/>
                <a:sym typeface="Bitter"/>
              </a:rPr>
              <a:t>Todos los flip-flops se activan al mismo tiempo con la misma señal de reloj. Tiene menor retardo y mayor precisión que el asíncrono.</a:t>
            </a:r>
            <a:endParaRPr b="0" i="0" sz="1166" u="none" cap="none" strike="noStrike"/>
          </a:p>
        </p:txBody>
      </p:sp>
      <p:sp>
        <p:nvSpPr>
          <p:cNvPr id="301" name="Google Shape;301;p26"/>
          <p:cNvSpPr/>
          <p:nvPr/>
        </p:nvSpPr>
        <p:spPr>
          <a:xfrm>
            <a:off x="228151" y="3789774"/>
            <a:ext cx="8687700" cy="483300"/>
          </a:xfrm>
          <a:prstGeom prst="rect">
            <a:avLst/>
          </a:prstGeom>
          <a:noFill/>
          <a:ln>
            <a:noFill/>
          </a:ln>
        </p:spPr>
        <p:txBody>
          <a:bodyPr anchorCtr="0" anchor="t" bIns="0" lIns="0" spcFirstLastPara="1" rIns="0" wrap="square" tIns="0">
            <a:noAutofit/>
          </a:bodyPr>
          <a:lstStyle/>
          <a:p>
            <a:pPr indent="0" lvl="0" marL="0" marR="0" rtl="0" algn="l">
              <a:lnSpc>
                <a:spcPct val="162857"/>
              </a:lnSpc>
              <a:spcBef>
                <a:spcPts val="0"/>
              </a:spcBef>
              <a:spcAft>
                <a:spcPts val="0"/>
              </a:spcAft>
              <a:buClr>
                <a:srgbClr val="C2C4B5"/>
              </a:buClr>
              <a:buSzPts val="1166"/>
              <a:buFont typeface="Bitter"/>
              <a:buNone/>
            </a:pPr>
            <a:r>
              <a:rPr b="1" i="0" lang="es" sz="1166" u="none" cap="none" strike="noStrike">
                <a:solidFill>
                  <a:srgbClr val="C2C4B5"/>
                </a:solidFill>
                <a:latin typeface="Bitter"/>
                <a:ea typeface="Bitter"/>
                <a:cs typeface="Bitter"/>
                <a:sym typeface="Bitter"/>
              </a:rPr>
              <a:t>Contador asíncrono: </a:t>
            </a:r>
            <a:r>
              <a:rPr b="0" i="0" lang="es" sz="1166" u="none" cap="none" strike="noStrike">
                <a:solidFill>
                  <a:srgbClr val="C2C4B5"/>
                </a:solidFill>
                <a:latin typeface="Bitter"/>
                <a:ea typeface="Bitter"/>
                <a:cs typeface="Bitter"/>
                <a:sym typeface="Bitter"/>
              </a:rPr>
              <a:t>Solo el primer flip-flop recibe la señal de reloj, y los demás se activan en cascada. Es más simple pero más lento por el retardo acumulado.</a:t>
            </a:r>
            <a:endParaRPr b="0" i="0" sz="1166" u="none" cap="none" strike="noStrike"/>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5" name="Shape 305"/>
        <p:cNvGrpSpPr/>
        <p:nvPr/>
      </p:nvGrpSpPr>
      <p:grpSpPr>
        <a:xfrm>
          <a:off x="0" y="0"/>
          <a:ext cx="0" cy="0"/>
          <a:chOff x="0" y="0"/>
          <a:chExt cx="0" cy="0"/>
        </a:xfrm>
      </p:grpSpPr>
      <p:sp>
        <p:nvSpPr>
          <p:cNvPr id="306" name="Google Shape;306;p27"/>
          <p:cNvSpPr/>
          <p:nvPr/>
        </p:nvSpPr>
        <p:spPr>
          <a:xfrm>
            <a:off x="2250740" y="1473624"/>
            <a:ext cx="4642500" cy="580500"/>
          </a:xfrm>
          <a:prstGeom prst="rect">
            <a:avLst/>
          </a:prstGeom>
          <a:noFill/>
          <a:ln>
            <a:noFill/>
          </a:ln>
        </p:spPr>
        <p:txBody>
          <a:bodyPr anchorCtr="0" anchor="t" bIns="0" lIns="0" spcFirstLastPara="1" rIns="0" wrap="square" tIns="0">
            <a:noAutofit/>
          </a:bodyPr>
          <a:lstStyle/>
          <a:p>
            <a:pPr indent="0" lvl="0" marL="0" marR="0" rtl="0" algn="ctr">
              <a:lnSpc>
                <a:spcPct val="124719"/>
              </a:lnSpc>
              <a:spcBef>
                <a:spcPts val="0"/>
              </a:spcBef>
              <a:spcAft>
                <a:spcPts val="0"/>
              </a:spcAft>
              <a:buClr>
                <a:srgbClr val="E1E5CD"/>
              </a:buClr>
              <a:buSzPts val="3643"/>
              <a:buFont typeface="Outfit"/>
              <a:buNone/>
            </a:pPr>
            <a:r>
              <a:rPr b="1" i="0" lang="es" sz="3643" u="none" cap="none" strike="noStrike">
                <a:solidFill>
                  <a:srgbClr val="E1E5CD"/>
                </a:solidFill>
                <a:latin typeface="Outfit"/>
                <a:ea typeface="Outfit"/>
                <a:cs typeface="Outfit"/>
                <a:sym typeface="Outfit"/>
              </a:rPr>
              <a:t>REFERENCIAS </a:t>
            </a:r>
            <a:endParaRPr b="0" i="0" sz="3643" u="none" cap="none" strike="noStrike"/>
          </a:p>
        </p:txBody>
      </p:sp>
      <p:sp>
        <p:nvSpPr>
          <p:cNvPr id="307" name="Google Shape;307;p27"/>
          <p:cNvSpPr/>
          <p:nvPr/>
        </p:nvSpPr>
        <p:spPr>
          <a:xfrm>
            <a:off x="628675" y="2316750"/>
            <a:ext cx="8151600" cy="510000"/>
          </a:xfrm>
          <a:prstGeom prst="rect">
            <a:avLst/>
          </a:prstGeom>
          <a:noFill/>
          <a:ln>
            <a:noFill/>
          </a:ln>
        </p:spPr>
        <p:txBody>
          <a:bodyPr anchorCtr="0" anchor="t" bIns="0" lIns="0" spcFirstLastPara="1" rIns="0" wrap="square" tIns="0">
            <a:noAutofit/>
          </a:bodyPr>
          <a:lstStyle/>
          <a:p>
            <a:pPr indent="0" lvl="0" marL="0" marR="0" rtl="0" algn="l">
              <a:lnSpc>
                <a:spcPct val="162857"/>
              </a:lnSpc>
              <a:spcBef>
                <a:spcPts val="0"/>
              </a:spcBef>
              <a:spcAft>
                <a:spcPts val="0"/>
              </a:spcAft>
              <a:buClr>
                <a:srgbClr val="9FA582"/>
              </a:buClr>
              <a:buSzPts val="1433"/>
              <a:buFont typeface="Bitter"/>
              <a:buNone/>
            </a:pPr>
            <a:r>
              <a:rPr b="0" i="0" lang="es" sz="1433" u="sng" cap="none" strike="noStrike">
                <a:solidFill>
                  <a:srgbClr val="9FA582"/>
                </a:solidFill>
                <a:latin typeface="Bitter"/>
                <a:ea typeface="Bitter"/>
                <a:cs typeface="Bitter"/>
                <a:sym typeface="Bitter"/>
                <a:hlinkClick r:id="rId3">
                  <a:extLst>
                    <a:ext uri="{A12FA001-AC4F-418D-AE19-62706E023703}">
                      <ahyp:hlinkClr val="tx"/>
                    </a:ext>
                  </a:extLst>
                </a:hlinkClick>
              </a:rPr>
              <a:t>https://www.geeksforgeeks.org/differences-between-synchronous-and-asynchronous-counter/</a:t>
            </a:r>
            <a:endParaRPr b="0" i="0" sz="1433" u="none" cap="none" strike="noStrike"/>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1" name="Shape 311"/>
        <p:cNvGrpSpPr/>
        <p:nvPr/>
      </p:nvGrpSpPr>
      <p:grpSpPr>
        <a:xfrm>
          <a:off x="0" y="0"/>
          <a:ext cx="0" cy="0"/>
          <a:chOff x="0" y="0"/>
          <a:chExt cx="0" cy="0"/>
        </a:xfrm>
      </p:grpSpPr>
      <p:pic>
        <p:nvPicPr>
          <p:cNvPr descr="preencoded.png" id="312" name="Google Shape;312;p28"/>
          <p:cNvPicPr preferRelativeResize="0"/>
          <p:nvPr/>
        </p:nvPicPr>
        <p:blipFill rotWithShape="1">
          <a:blip r:embed="rId3">
            <a:alphaModFix/>
          </a:blip>
          <a:srcRect b="0" l="0" r="0" t="0"/>
          <a:stretch/>
        </p:blipFill>
        <p:spPr>
          <a:xfrm>
            <a:off x="3762509" y="303899"/>
            <a:ext cx="1618938" cy="2213752"/>
          </a:xfrm>
          <a:prstGeom prst="rect">
            <a:avLst/>
          </a:prstGeom>
          <a:noFill/>
          <a:ln>
            <a:noFill/>
          </a:ln>
        </p:spPr>
      </p:pic>
      <p:sp>
        <p:nvSpPr>
          <p:cNvPr id="313" name="Google Shape;313;p28"/>
          <p:cNvSpPr/>
          <p:nvPr/>
        </p:nvSpPr>
        <p:spPr>
          <a:xfrm>
            <a:off x="1845401" y="2840210"/>
            <a:ext cx="5453100" cy="479100"/>
          </a:xfrm>
          <a:prstGeom prst="rect">
            <a:avLst/>
          </a:prstGeom>
          <a:noFill/>
          <a:ln>
            <a:noFill/>
          </a:ln>
        </p:spPr>
        <p:txBody>
          <a:bodyPr anchorCtr="0" anchor="t" bIns="0" lIns="0" spcFirstLastPara="1" rIns="0" wrap="square" tIns="0">
            <a:noAutofit/>
          </a:bodyPr>
          <a:lstStyle/>
          <a:p>
            <a:pPr indent="0" lvl="0" marL="0" marR="0" rtl="0" algn="ctr">
              <a:lnSpc>
                <a:spcPct val="124719"/>
              </a:lnSpc>
              <a:spcBef>
                <a:spcPts val="0"/>
              </a:spcBef>
              <a:spcAft>
                <a:spcPts val="0"/>
              </a:spcAft>
              <a:buClr>
                <a:srgbClr val="E1E5CD"/>
              </a:buClr>
              <a:buSzPts val="3007"/>
              <a:buFont typeface="Outfit"/>
              <a:buNone/>
            </a:pPr>
            <a:r>
              <a:rPr b="1" i="0" lang="es" sz="3007" u="none" cap="none" strike="noStrike">
                <a:solidFill>
                  <a:srgbClr val="E1E5CD"/>
                </a:solidFill>
                <a:latin typeface="Outfit"/>
                <a:ea typeface="Outfit"/>
                <a:cs typeface="Outfit"/>
                <a:sym typeface="Outfit"/>
              </a:rPr>
              <a:t>¡GRACIAS POR SU  ATENCIÓN!</a:t>
            </a:r>
            <a:endParaRPr b="0" i="0" sz="3007" u="none" cap="none" strike="noStrike"/>
          </a:p>
        </p:txBody>
      </p:sp>
      <p:sp>
        <p:nvSpPr>
          <p:cNvPr id="314" name="Google Shape;314;p28"/>
          <p:cNvSpPr/>
          <p:nvPr/>
        </p:nvSpPr>
        <p:spPr>
          <a:xfrm>
            <a:off x="3039213" y="3549030"/>
            <a:ext cx="3065400" cy="383100"/>
          </a:xfrm>
          <a:prstGeom prst="rect">
            <a:avLst/>
          </a:prstGeom>
          <a:noFill/>
          <a:ln>
            <a:noFill/>
          </a:ln>
        </p:spPr>
        <p:txBody>
          <a:bodyPr anchorCtr="0" anchor="t" bIns="0" lIns="0" spcFirstLastPara="1" rIns="0" wrap="square" tIns="0">
            <a:noAutofit/>
          </a:bodyPr>
          <a:lstStyle/>
          <a:p>
            <a:pPr indent="0" lvl="0" marL="0" marR="0" rtl="0" algn="ctr">
              <a:lnSpc>
                <a:spcPct val="125352"/>
              </a:lnSpc>
              <a:spcBef>
                <a:spcPts val="0"/>
              </a:spcBef>
              <a:spcAft>
                <a:spcPts val="0"/>
              </a:spcAft>
              <a:buClr>
                <a:srgbClr val="E1E5CD"/>
              </a:buClr>
              <a:buSzPts val="2399"/>
              <a:buFont typeface="Outfit"/>
              <a:buNone/>
            </a:pPr>
            <a:r>
              <a:rPr b="1" i="0" lang="es" sz="2399" u="none" cap="none" strike="noStrike">
                <a:solidFill>
                  <a:srgbClr val="E1E5CD"/>
                </a:solidFill>
                <a:latin typeface="Outfit"/>
                <a:ea typeface="Outfit"/>
                <a:cs typeface="Outfit"/>
                <a:sym typeface="Outfit"/>
              </a:rPr>
              <a:t>DUDAS</a:t>
            </a:r>
            <a:endParaRPr b="0" i="0" sz="2399" u="none" cap="none" strike="noStrike"/>
          </a:p>
        </p:txBody>
      </p:sp>
      <p:sp>
        <p:nvSpPr>
          <p:cNvPr id="315" name="Google Shape;315;p28"/>
          <p:cNvSpPr/>
          <p:nvPr/>
        </p:nvSpPr>
        <p:spPr>
          <a:xfrm>
            <a:off x="165151" y="4162025"/>
            <a:ext cx="8813700" cy="490500"/>
          </a:xfrm>
          <a:prstGeom prst="rect">
            <a:avLst/>
          </a:prstGeom>
          <a:noFill/>
          <a:ln>
            <a:noFill/>
          </a:ln>
        </p:spPr>
        <p:txBody>
          <a:bodyPr anchorCtr="0" anchor="t" bIns="0" lIns="0" spcFirstLastPara="1" rIns="0" wrap="square" tIns="0">
            <a:noAutofit/>
          </a:bodyPr>
          <a:lstStyle/>
          <a:p>
            <a:pPr indent="0" lvl="0" marL="0" marR="0" rtl="0" algn="ctr">
              <a:lnSpc>
                <a:spcPct val="162857"/>
              </a:lnSpc>
              <a:spcBef>
                <a:spcPts val="0"/>
              </a:spcBef>
              <a:spcAft>
                <a:spcPts val="0"/>
              </a:spcAft>
              <a:buClr>
                <a:srgbClr val="C2C4B5"/>
              </a:buClr>
              <a:buSzPts val="1183"/>
              <a:buFont typeface="Bitter"/>
              <a:buNone/>
            </a:pPr>
            <a:r>
              <a:rPr b="0" i="0" lang="es" sz="1183" u="none" cap="none" strike="noStrike">
                <a:solidFill>
                  <a:srgbClr val="C2C4B5"/>
                </a:solidFill>
                <a:latin typeface="Bitter"/>
                <a:ea typeface="Bitter"/>
                <a:cs typeface="Bitter"/>
                <a:sym typeface="Bitter"/>
              </a:rPr>
              <a:t>RECUERDA QUE TENEMOS NUESTRO FORO SEMANAL DONDE PUEDES CONSULTAR CUALQUIER DUDA QUE TE SURJA EN LA SEMANA</a:t>
            </a:r>
            <a:endParaRPr b="0" i="0" sz="1183" u="none" cap="none" strike="noStrike"/>
          </a:p>
        </p:txBody>
      </p:sp>
    </p:spTree>
  </p:cSld>
  <p:clrMapOvr>
    <a:masterClrMapping/>
  </p:clrMapOvr>
</p:sld>
</file>

<file path=ppt/theme/theme1.xml><?xml version="1.0" encoding="utf-8"?>
<a:theme xmlns:a="http://schemas.openxmlformats.org/drawingml/2006/main" xmlns:r="http://schemas.openxmlformats.org/officeDocument/2006/relationships" name="Simple Dark">
  <a:themeElements>
    <a:clrScheme name="Simple Dark">
      <a:dk1>
        <a:srgbClr val="FFFFFF"/>
      </a:dk1>
      <a:lt1>
        <a:srgbClr val="212121"/>
      </a:lt1>
      <a:dk2>
        <a:srgbClr val="303030"/>
      </a:dk2>
      <a:lt2>
        <a:srgbClr val="ADADAD"/>
      </a:lt2>
      <a:accent1>
        <a:srgbClr val="009688"/>
      </a:accent1>
      <a:accent2>
        <a:srgbClr val="EEEEEE"/>
      </a:accent2>
      <a:accent3>
        <a:srgbClr val="78909C"/>
      </a:accent3>
      <a:accent4>
        <a:srgbClr val="FFAB40"/>
      </a:accent4>
      <a:accent5>
        <a:srgbClr val="4DD0E1"/>
      </a:accent5>
      <a:accent6>
        <a:srgbClr val="EEFF41"/>
      </a:accent6>
      <a:hlink>
        <a:srgbClr val="4DD0E1"/>
      </a:hlink>
      <a:folHlink>
        <a:srgbClr val="4DD0E1"/>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