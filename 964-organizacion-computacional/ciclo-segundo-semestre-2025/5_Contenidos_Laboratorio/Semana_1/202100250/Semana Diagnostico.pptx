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10287000" cx="18288000"/>
  <p:notesSz cx="6858000" cy="9144000"/>
  <p:embeddedFontLst>
    <p:embeddedFont>
      <p:font typeface="Lobster"/>
      <p:regular r:id="rId16"/>
    </p:embeddedFont>
    <p:embeddedFont>
      <p:font typeface="Pacifico"/>
      <p:regular r:id="rId17"/>
    </p:embeddedFont>
    <p:embeddedFont>
      <p:font typeface="Open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gEZEQU7MOZy1QmLrOFapItYJDs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Open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acifico-regular.fntdata"/><Relationship Id="rId16" Type="http://schemas.openxmlformats.org/officeDocument/2006/relationships/font" Target="fonts/Lobster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bold.fntdata"/><Relationship Id="rId6" Type="http://schemas.openxmlformats.org/officeDocument/2006/relationships/slide" Target="slides/slide1.xml"/><Relationship Id="rId18" Type="http://schemas.openxmlformats.org/officeDocument/2006/relationships/font" Target="fonts/Open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4afea4f6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64afea4f6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64afea4f63_0_1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364afea4f63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6" name="Google Shape;21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hyperlink" Target="https://create.kahoot.it/details/35588f45-084a-4af1-9fac-be52b0c6cd22" TargetMode="External"/><Relationship Id="rId6" Type="http://schemas.openxmlformats.org/officeDocument/2006/relationships/hyperlink" Target="https://create.kahoot.it/details/2504c4b2-3f7f-4fa2-8173-5f7486a57970" TargetMode="External"/><Relationship Id="rId7" Type="http://schemas.openxmlformats.org/officeDocument/2006/relationships/hyperlink" Target="https://spinthewheel.io/es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hyperlink" Target="https://create.kahoot.it/details/35588f45-084a-4af1-9fac-be52b0c6cd22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hyperlink" Target="https://create.kahoot.it/details/2504c4b2-3f7f-4fa2-8173-5f7486a57970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g364afea4f63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g364afea4f63_0_0"/>
          <p:cNvSpPr/>
          <p:nvPr/>
        </p:nvSpPr>
        <p:spPr>
          <a:xfrm>
            <a:off x="3752179" y="6084927"/>
            <a:ext cx="7365000" cy="7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Carlos José Blanco Guzmán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364afea4f63_0_0"/>
          <p:cNvSpPr/>
          <p:nvPr/>
        </p:nvSpPr>
        <p:spPr>
          <a:xfrm>
            <a:off x="3090925" y="4781250"/>
            <a:ext cx="10142100" cy="7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Organización Computacional</a:t>
            </a:r>
            <a:endParaRPr/>
          </a:p>
        </p:txBody>
      </p:sp>
      <p:sp>
        <p:nvSpPr>
          <p:cNvPr id="87" name="Google Shape;87;g364afea4f63_0_0"/>
          <p:cNvSpPr/>
          <p:nvPr/>
        </p:nvSpPr>
        <p:spPr>
          <a:xfrm>
            <a:off x="13640937" y="1924978"/>
            <a:ext cx="4396339" cy="832969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t/>
            </a:r>
            <a:endParaRPr b="0" i="0" sz="3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g364afea4f63_0_0"/>
          <p:cNvSpPr/>
          <p:nvPr/>
        </p:nvSpPr>
        <p:spPr>
          <a:xfrm>
            <a:off x="13640938" y="2757947"/>
            <a:ext cx="4396339" cy="832969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t/>
            </a:r>
            <a:endParaRPr b="0" i="0" sz="3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/>
        </p:nvSpPr>
        <p:spPr>
          <a:xfrm>
            <a:off x="890249" y="7555025"/>
            <a:ext cx="974333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Organización Computacional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2591255" y="2167474"/>
            <a:ext cx="12375000" cy="1982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Semana Diagnostico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1063303" y="9280534"/>
            <a:ext cx="6667500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1063303" y="9702809"/>
            <a:ext cx="6457461" cy="5384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4675" y="0"/>
            <a:ext cx="10243325" cy="1067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2"/>
          <p:cNvGrpSpPr/>
          <p:nvPr/>
        </p:nvGrpSpPr>
        <p:grpSpPr>
          <a:xfrm>
            <a:off x="1628532" y="4544825"/>
            <a:ext cx="4613551" cy="845385"/>
            <a:chOff x="0" y="-76200"/>
            <a:chExt cx="1964221" cy="359923"/>
          </a:xfrm>
        </p:grpSpPr>
        <p:sp>
          <p:nvSpPr>
            <p:cNvPr id="104" name="Google Shape;104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Presentación del Auxiliar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6" name="Google Shape;106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" name="Google Shape;107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108" name="Google Shape;108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0" name="Google Shape;110;p2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651749" y="490900"/>
            <a:ext cx="7710301" cy="230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14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113" name="Google Shape;113;p2"/>
          <p:cNvGrpSpPr/>
          <p:nvPr/>
        </p:nvGrpSpPr>
        <p:grpSpPr>
          <a:xfrm>
            <a:off x="10015640" y="2699569"/>
            <a:ext cx="7077811" cy="3600259"/>
            <a:chOff x="-454101" y="-614478"/>
            <a:chExt cx="1864115" cy="948216"/>
          </a:xfrm>
        </p:grpSpPr>
        <p:sp>
          <p:nvSpPr>
            <p:cNvPr id="114" name="Google Shape;114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2"/>
            <p:cNvSpPr txBox="1"/>
            <p:nvPr/>
          </p:nvSpPr>
          <p:spPr>
            <a:xfrm>
              <a:off x="-454101" y="-614478"/>
              <a:ext cx="1206351" cy="2080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Link´s de quizz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6" name="Google Shape;116;p2"/>
          <p:cNvGrpSpPr/>
          <p:nvPr/>
        </p:nvGrpSpPr>
        <p:grpSpPr>
          <a:xfrm>
            <a:off x="-135900" y="5517306"/>
            <a:ext cx="8025492" cy="845385"/>
            <a:chOff x="0" y="-76200"/>
            <a:chExt cx="2719601" cy="359923"/>
          </a:xfrm>
        </p:grpSpPr>
        <p:sp>
          <p:nvSpPr>
            <p:cNvPr id="117" name="Google Shape;117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2"/>
            <p:cNvSpPr txBox="1"/>
            <p:nvPr/>
          </p:nvSpPr>
          <p:spPr>
            <a:xfrm>
              <a:off x="580867" y="-76200"/>
              <a:ext cx="2138734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Cuestionario Conocimientos Previos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" name="Google Shape;119;p2"/>
          <p:cNvGrpSpPr/>
          <p:nvPr/>
        </p:nvGrpSpPr>
        <p:grpSpPr>
          <a:xfrm>
            <a:off x="1774777" y="6464977"/>
            <a:ext cx="4613551" cy="845385"/>
            <a:chOff x="0" y="-76200"/>
            <a:chExt cx="1964221" cy="359923"/>
          </a:xfrm>
        </p:grpSpPr>
        <p:sp>
          <p:nvSpPr>
            <p:cNvPr id="120" name="Google Shape;120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Conociendo al estudiante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" name="Google Shape;122;p2"/>
          <p:cNvGrpSpPr/>
          <p:nvPr/>
        </p:nvGrpSpPr>
        <p:grpSpPr>
          <a:xfrm>
            <a:off x="176619" y="7373020"/>
            <a:ext cx="6960952" cy="845385"/>
            <a:chOff x="0" y="-66168"/>
            <a:chExt cx="2963628" cy="359923"/>
          </a:xfrm>
        </p:grpSpPr>
        <p:sp>
          <p:nvSpPr>
            <p:cNvPr id="123" name="Google Shape;123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2"/>
            <p:cNvSpPr txBox="1"/>
            <p:nvPr/>
          </p:nvSpPr>
          <p:spPr>
            <a:xfrm>
              <a:off x="491909" y="-66168"/>
              <a:ext cx="2471719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Cuestionario Conocimientos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5" name="Google Shape;125;p2"/>
          <p:cNvGrpSpPr/>
          <p:nvPr/>
        </p:nvGrpSpPr>
        <p:grpSpPr>
          <a:xfrm>
            <a:off x="176619" y="8412915"/>
            <a:ext cx="4758213" cy="845385"/>
            <a:chOff x="0" y="-76200"/>
            <a:chExt cx="2025811" cy="359923"/>
          </a:xfrm>
        </p:grpSpPr>
        <p:sp>
          <p:nvSpPr>
            <p:cNvPr id="126" name="Google Shape;126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2"/>
            <p:cNvSpPr txBox="1"/>
            <p:nvPr/>
          </p:nvSpPr>
          <p:spPr>
            <a:xfrm>
              <a:off x="17589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Votación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8" name="Google Shape;128;p2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878654" y="66048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878654" y="76046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878654" y="860554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"/>
          <p:cNvSpPr txBox="1"/>
          <p:nvPr/>
        </p:nvSpPr>
        <p:spPr>
          <a:xfrm>
            <a:off x="10399054" y="3539629"/>
            <a:ext cx="6565792" cy="3662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Conocimientos Previos: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https://create.kahoot.it/details/35588f45-084a-4af1-9fac-be52b0c6cd22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Nuevo lab: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https://create.kahoot.it/details/2504c4b2-3f7f-4fa2-8173-5f7486a57970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 de sorteo: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https://spinthewheel.io/es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"/>
          <p:cNvSpPr/>
          <p:nvPr/>
        </p:nvSpPr>
        <p:spPr>
          <a:xfrm>
            <a:off x="6907696" y="4923181"/>
            <a:ext cx="4472609" cy="4114800"/>
          </a:xfrm>
          <a:custGeom>
            <a:rect b="b" l="l" r="r" t="t"/>
            <a:pathLst>
              <a:path extrusionOk="0" h="4114800" w="4472609">
                <a:moveTo>
                  <a:pt x="0" y="0"/>
                </a:moveTo>
                <a:lnTo>
                  <a:pt x="4472608" y="0"/>
                </a:lnTo>
                <a:lnTo>
                  <a:pt x="44726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6103279" y="529309"/>
            <a:ext cx="6081441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QUIEN SOY?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p5" title="Gemini_Generated_Image_sfb0qdsfb0qdsfb0.png"/>
          <p:cNvPicPr preferRelativeResize="0"/>
          <p:nvPr/>
        </p:nvPicPr>
        <p:blipFill rotWithShape="1">
          <a:blip r:embed="rId4">
            <a:alphaModFix/>
          </a:blip>
          <a:srcRect b="12403" l="0" r="22109" t="18054"/>
          <a:stretch/>
        </p:blipFill>
        <p:spPr>
          <a:xfrm>
            <a:off x="11529721" y="1267066"/>
            <a:ext cx="6081441" cy="778896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5"/>
          <p:cNvGrpSpPr/>
          <p:nvPr/>
        </p:nvGrpSpPr>
        <p:grpSpPr>
          <a:xfrm>
            <a:off x="1917290" y="2062161"/>
            <a:ext cx="12207784" cy="6642000"/>
            <a:chOff x="0" y="41632"/>
            <a:chExt cx="12207784" cy="6642000"/>
          </a:xfrm>
        </p:grpSpPr>
        <p:sp>
          <p:nvSpPr>
            <p:cNvPr id="141" name="Google Shape;141;p5"/>
            <p:cNvSpPr/>
            <p:nvPr/>
          </p:nvSpPr>
          <p:spPr>
            <a:xfrm>
              <a:off x="0" y="484432"/>
              <a:ext cx="12207784" cy="756000"/>
            </a:xfrm>
            <a:prstGeom prst="rect">
              <a:avLst/>
            </a:prstGeom>
            <a:solidFill>
              <a:schemeClr val="lt1">
                <a:alpha val="89411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5"/>
            <p:cNvSpPr/>
            <p:nvPr/>
          </p:nvSpPr>
          <p:spPr>
            <a:xfrm>
              <a:off x="695386" y="41632"/>
              <a:ext cx="9735409" cy="8856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5"/>
            <p:cNvSpPr txBox="1"/>
            <p:nvPr/>
          </p:nvSpPr>
          <p:spPr>
            <a:xfrm>
              <a:off x="738617" y="84863"/>
              <a:ext cx="9648947" cy="7991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367975" spcFirstLastPara="1" rIns="3679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1" i="0" lang="en-US" sz="3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Mi nombre es...</a:t>
              </a:r>
              <a:endParaRPr b="0" i="0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0" y="1845232"/>
              <a:ext cx="12207784" cy="756000"/>
            </a:xfrm>
            <a:prstGeom prst="rect">
              <a:avLst/>
            </a:prstGeom>
            <a:solidFill>
              <a:schemeClr val="lt1">
                <a:alpha val="89411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695386" y="1402432"/>
              <a:ext cx="9735409" cy="8856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5"/>
            <p:cNvSpPr txBox="1"/>
            <p:nvPr/>
          </p:nvSpPr>
          <p:spPr>
            <a:xfrm>
              <a:off x="738617" y="1445663"/>
              <a:ext cx="9648947" cy="7991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367975" spcFirstLastPara="1" rIns="3679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1" i="0" lang="en-US" sz="3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Estoy en la carrera de…</a:t>
              </a:r>
              <a:endParaRPr b="0" i="0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5"/>
            <p:cNvSpPr/>
            <p:nvPr/>
          </p:nvSpPr>
          <p:spPr>
            <a:xfrm>
              <a:off x="0" y="3206032"/>
              <a:ext cx="12207784" cy="756000"/>
            </a:xfrm>
            <a:prstGeom prst="rect">
              <a:avLst/>
            </a:prstGeom>
            <a:solidFill>
              <a:schemeClr val="lt1">
                <a:alpha val="89411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695386" y="2763232"/>
              <a:ext cx="9735409" cy="8856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5"/>
            <p:cNvSpPr txBox="1"/>
            <p:nvPr/>
          </p:nvSpPr>
          <p:spPr>
            <a:xfrm>
              <a:off x="738617" y="2806463"/>
              <a:ext cx="9648947" cy="7991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367975" spcFirstLastPara="1" rIns="3679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1" i="0" lang="en-US" sz="3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Actualmente curso el semestre…</a:t>
              </a:r>
              <a:endParaRPr b="0" i="0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5"/>
            <p:cNvSpPr/>
            <p:nvPr/>
          </p:nvSpPr>
          <p:spPr>
            <a:xfrm>
              <a:off x="0" y="4566832"/>
              <a:ext cx="12207784" cy="756000"/>
            </a:xfrm>
            <a:prstGeom prst="rect">
              <a:avLst/>
            </a:prstGeom>
            <a:solidFill>
              <a:schemeClr val="lt1">
                <a:alpha val="89411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5"/>
            <p:cNvSpPr/>
            <p:nvPr/>
          </p:nvSpPr>
          <p:spPr>
            <a:xfrm>
              <a:off x="695386" y="4124032"/>
              <a:ext cx="9735409" cy="8856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5"/>
            <p:cNvSpPr txBox="1"/>
            <p:nvPr/>
          </p:nvSpPr>
          <p:spPr>
            <a:xfrm>
              <a:off x="738617" y="4167263"/>
              <a:ext cx="9648947" cy="7991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367975" spcFirstLastPara="1" rIns="3679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1" i="0" lang="en-US" sz="3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Elegí ser auxiliar de este curso por…</a:t>
              </a:r>
              <a:endParaRPr b="0" i="0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0" y="5927632"/>
              <a:ext cx="12207784" cy="756000"/>
            </a:xfrm>
            <a:prstGeom prst="rect">
              <a:avLst/>
            </a:prstGeom>
            <a:solidFill>
              <a:schemeClr val="lt1">
                <a:alpha val="89411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695386" y="5484832"/>
              <a:ext cx="9735409" cy="8856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5"/>
            <p:cNvSpPr txBox="1"/>
            <p:nvPr/>
          </p:nvSpPr>
          <p:spPr>
            <a:xfrm>
              <a:off x="695386" y="5484832"/>
              <a:ext cx="9648947" cy="7991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367975" spcFirstLastPara="1" rIns="3679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1" i="0" lang="en-US" sz="3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Mi objetivo Como auxiliar…</a:t>
              </a:r>
              <a:endParaRPr b="0" i="0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/>
          <p:nvPr/>
        </p:nvSpPr>
        <p:spPr>
          <a:xfrm>
            <a:off x="1979194" y="610834"/>
            <a:ext cx="14329611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Presentación de estudiantes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ronómetro" id="161" name="Google Shape;16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0295" y="2141158"/>
            <a:ext cx="1797798" cy="1797798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3"/>
          <p:cNvSpPr txBox="1"/>
          <p:nvPr/>
        </p:nvSpPr>
        <p:spPr>
          <a:xfrm>
            <a:off x="3028950" y="2531888"/>
            <a:ext cx="9144000" cy="1652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49237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estudiantes al azar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9237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Tiempo: 25 minutos </a:t>
            </a:r>
            <a:endParaRPr/>
          </a:p>
          <a:p>
            <a:pPr indent="-249237" lvl="0" marL="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Preguntas a responder: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3" name="Google Shape;163;p23" title="Gemini_Generated_Image_k3gbyrk3gbyrk3gb.png"/>
          <p:cNvPicPr preferRelativeResize="0"/>
          <p:nvPr/>
        </p:nvPicPr>
        <p:blipFill rotWithShape="1">
          <a:blip r:embed="rId4">
            <a:alphaModFix/>
          </a:blip>
          <a:srcRect b="-1" l="18100" r="17229" t="0"/>
          <a:stretch/>
        </p:blipFill>
        <p:spPr>
          <a:xfrm>
            <a:off x="11716670" y="3217246"/>
            <a:ext cx="6436112" cy="6195407"/>
          </a:xfrm>
          <a:custGeom>
            <a:rect b="b" l="l" r="r" t="t"/>
            <a:pathLst>
              <a:path extrusionOk="0" h="4130271" w="429074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1" y="751286"/>
                </a:lnTo>
                <a:lnTo>
                  <a:pt x="4290741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  <a:noFill/>
          <a:ln>
            <a:noFill/>
          </a:ln>
        </p:spPr>
      </p:pic>
      <p:grpSp>
        <p:nvGrpSpPr>
          <p:cNvPr id="164" name="Google Shape;164;p23"/>
          <p:cNvGrpSpPr/>
          <p:nvPr/>
        </p:nvGrpSpPr>
        <p:grpSpPr>
          <a:xfrm>
            <a:off x="2878093" y="4939926"/>
            <a:ext cx="11048222" cy="4472727"/>
            <a:chOff x="0" y="41632"/>
            <a:chExt cx="13907728" cy="6642000"/>
          </a:xfrm>
        </p:grpSpPr>
        <p:sp>
          <p:nvSpPr>
            <p:cNvPr id="165" name="Google Shape;165;p23"/>
            <p:cNvSpPr/>
            <p:nvPr/>
          </p:nvSpPr>
          <p:spPr>
            <a:xfrm>
              <a:off x="0" y="484432"/>
              <a:ext cx="13907728" cy="756000"/>
            </a:xfrm>
            <a:prstGeom prst="rect">
              <a:avLst/>
            </a:prstGeom>
            <a:solidFill>
              <a:schemeClr val="lt1">
                <a:alpha val="89411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23"/>
            <p:cNvSpPr/>
            <p:nvPr/>
          </p:nvSpPr>
          <p:spPr>
            <a:xfrm>
              <a:off x="695386" y="41632"/>
              <a:ext cx="9735409" cy="8856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23"/>
            <p:cNvSpPr txBox="1"/>
            <p:nvPr/>
          </p:nvSpPr>
          <p:spPr>
            <a:xfrm>
              <a:off x="738617" y="84863"/>
              <a:ext cx="9648947" cy="7991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367975" spcFirstLastPara="1" rIns="3679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¿Cuál es tu nombre?</a:t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23"/>
            <p:cNvSpPr/>
            <p:nvPr/>
          </p:nvSpPr>
          <p:spPr>
            <a:xfrm>
              <a:off x="0" y="1845232"/>
              <a:ext cx="13907728" cy="756000"/>
            </a:xfrm>
            <a:prstGeom prst="rect">
              <a:avLst/>
            </a:prstGeom>
            <a:solidFill>
              <a:schemeClr val="lt1">
                <a:alpha val="89411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23"/>
            <p:cNvSpPr/>
            <p:nvPr/>
          </p:nvSpPr>
          <p:spPr>
            <a:xfrm>
              <a:off x="695386" y="1402432"/>
              <a:ext cx="9735409" cy="8856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23"/>
            <p:cNvSpPr txBox="1"/>
            <p:nvPr/>
          </p:nvSpPr>
          <p:spPr>
            <a:xfrm>
              <a:off x="738617" y="1445662"/>
              <a:ext cx="9403205" cy="799138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367975" spcFirstLastPara="1" rIns="3679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¿Cuáles son tus intereses sobre el curso?</a:t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23"/>
            <p:cNvSpPr/>
            <p:nvPr/>
          </p:nvSpPr>
          <p:spPr>
            <a:xfrm>
              <a:off x="0" y="3206032"/>
              <a:ext cx="13907728" cy="756000"/>
            </a:xfrm>
            <a:prstGeom prst="rect">
              <a:avLst/>
            </a:prstGeom>
            <a:solidFill>
              <a:schemeClr val="lt1">
                <a:alpha val="89411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23"/>
            <p:cNvSpPr/>
            <p:nvPr/>
          </p:nvSpPr>
          <p:spPr>
            <a:xfrm>
              <a:off x="695386" y="2763232"/>
              <a:ext cx="9735409" cy="8856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23"/>
            <p:cNvSpPr txBox="1"/>
            <p:nvPr/>
          </p:nvSpPr>
          <p:spPr>
            <a:xfrm>
              <a:off x="738617" y="2806463"/>
              <a:ext cx="9403205" cy="799138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367975" spcFirstLastPara="1" rIns="3679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¿Cuáles son tus expectativas sobre el curso?</a:t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23"/>
            <p:cNvSpPr/>
            <p:nvPr/>
          </p:nvSpPr>
          <p:spPr>
            <a:xfrm>
              <a:off x="0" y="4566832"/>
              <a:ext cx="13907728" cy="756000"/>
            </a:xfrm>
            <a:prstGeom prst="rect">
              <a:avLst/>
            </a:prstGeom>
            <a:solidFill>
              <a:schemeClr val="lt1">
                <a:alpha val="89411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23"/>
            <p:cNvSpPr/>
            <p:nvPr/>
          </p:nvSpPr>
          <p:spPr>
            <a:xfrm>
              <a:off x="695386" y="4124032"/>
              <a:ext cx="9735409" cy="8856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23"/>
            <p:cNvSpPr txBox="1"/>
            <p:nvPr/>
          </p:nvSpPr>
          <p:spPr>
            <a:xfrm>
              <a:off x="738617" y="4167264"/>
              <a:ext cx="9605717" cy="79913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367975" spcFirstLastPara="1" rIns="3679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¿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Tienes experiencia previa relacionada con este curso?</a:t>
              </a:r>
              <a:endPara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23"/>
            <p:cNvSpPr/>
            <p:nvPr/>
          </p:nvSpPr>
          <p:spPr>
            <a:xfrm>
              <a:off x="0" y="5927632"/>
              <a:ext cx="13907728" cy="756000"/>
            </a:xfrm>
            <a:prstGeom prst="rect">
              <a:avLst/>
            </a:prstGeom>
            <a:solidFill>
              <a:schemeClr val="lt1">
                <a:alpha val="89411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23"/>
            <p:cNvSpPr/>
            <p:nvPr/>
          </p:nvSpPr>
          <p:spPr>
            <a:xfrm>
              <a:off x="695386" y="5484832"/>
              <a:ext cx="9735409" cy="8856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23"/>
            <p:cNvSpPr txBox="1"/>
            <p:nvPr/>
          </p:nvSpPr>
          <p:spPr>
            <a:xfrm>
              <a:off x="695386" y="5484832"/>
              <a:ext cx="9648947" cy="7991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367975" spcFirstLastPara="1" rIns="3679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Cuéntanos un dato curioso sobre ti. </a:t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"/>
          <p:cNvSpPr/>
          <p:nvPr/>
        </p:nvSpPr>
        <p:spPr>
          <a:xfrm>
            <a:off x="395248" y="0"/>
            <a:ext cx="18283428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4"/>
          <p:cNvSpPr txBox="1"/>
          <p:nvPr/>
        </p:nvSpPr>
        <p:spPr>
          <a:xfrm>
            <a:off x="2452475" y="1703354"/>
            <a:ext cx="14168973" cy="18094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DIAGNÓSTICO DE CONOCIMIENTOS PREVIOS DEL CURSO ANTERIOR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ronómetro" id="186" name="Google Shape;18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422" y="4041027"/>
            <a:ext cx="1797798" cy="1797798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4"/>
          <p:cNvSpPr txBox="1"/>
          <p:nvPr/>
        </p:nvSpPr>
        <p:spPr>
          <a:xfrm>
            <a:off x="3256982" y="4296041"/>
            <a:ext cx="8702875" cy="30855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9237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Realizar el examen cargado en UEDI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9237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Tiempo: 15 minutos </a:t>
            </a:r>
            <a:endParaRPr/>
          </a:p>
          <a:p>
            <a:pPr indent="-249237" lvl="0" marL="0" marR="0" rtl="0" algn="l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Clr>
                <a:srgbClr val="000000"/>
              </a:buClr>
              <a:buSzPts val="3925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Link: </a:t>
            </a:r>
            <a:r>
              <a:rPr b="0" i="0" lang="en-US" sz="32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https://create.kahoot.it/details/35588f45-084a-4af1-9fac-be52b0c6cd22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ronómetro" id="188" name="Google Shape;188;p4"/>
          <p:cNvPicPr preferRelativeResize="0"/>
          <p:nvPr/>
        </p:nvPicPr>
        <p:blipFill rotWithShape="1">
          <a:blip r:embed="rId3">
            <a:alphaModFix amt="15000"/>
          </a:blip>
          <a:srcRect b="0" l="0" r="0" t="0"/>
          <a:stretch/>
        </p:blipFill>
        <p:spPr>
          <a:xfrm>
            <a:off x="10450009" y="1451895"/>
            <a:ext cx="7837991" cy="7837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4"/>
          <p:cNvSpPr/>
          <p:nvPr/>
        </p:nvSpPr>
        <p:spPr>
          <a:xfrm>
            <a:off x="395248" y="0"/>
            <a:ext cx="18283428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4"/>
          <p:cNvSpPr txBox="1"/>
          <p:nvPr/>
        </p:nvSpPr>
        <p:spPr>
          <a:xfrm>
            <a:off x="3469321" y="2656213"/>
            <a:ext cx="11349357" cy="18094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PROGRAMA DEL CURSO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ronómetro" id="195" name="Google Shape;19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422" y="4041027"/>
            <a:ext cx="1797798" cy="1797798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4"/>
          <p:cNvSpPr/>
          <p:nvPr/>
        </p:nvSpPr>
        <p:spPr>
          <a:xfrm>
            <a:off x="12550022" y="3309218"/>
            <a:ext cx="5401830" cy="6352675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4"/>
          <p:cNvSpPr txBox="1"/>
          <p:nvPr/>
        </p:nvSpPr>
        <p:spPr>
          <a:xfrm>
            <a:off x="3281046" y="5143500"/>
            <a:ext cx="8702875" cy="30855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9237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Programa cargado en uedi.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9237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3925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Tiempo: 20 minutos </a:t>
            </a:r>
            <a:endParaRPr/>
          </a:p>
        </p:txBody>
      </p:sp>
      <p:sp>
        <p:nvSpPr>
          <p:cNvPr id="198" name="Google Shape;198;p24"/>
          <p:cNvSpPr/>
          <p:nvPr/>
        </p:nvSpPr>
        <p:spPr>
          <a:xfrm flipH="1">
            <a:off x="9174858" y="0"/>
            <a:ext cx="9503818" cy="10287000"/>
          </a:xfrm>
          <a:custGeom>
            <a:rect b="b" l="l" r="r" t="t"/>
            <a:pathLst>
              <a:path extrusionOk="0" h="6879321" w="6116569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  <a:solidFill>
            <a:schemeClr val="dk2">
              <a:alpha val="4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2"/>
          <p:cNvSpPr/>
          <p:nvPr/>
        </p:nvSpPr>
        <p:spPr>
          <a:xfrm>
            <a:off x="0" y="0"/>
            <a:ext cx="18283428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2"/>
          <p:cNvSpPr txBox="1"/>
          <p:nvPr/>
        </p:nvSpPr>
        <p:spPr>
          <a:xfrm>
            <a:off x="9372600" y="547687"/>
            <a:ext cx="7658097" cy="2929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DIAGNÓSTICO DEL NUEVO LABORATORIO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2"/>
          <p:cNvSpPr/>
          <p:nvPr/>
        </p:nvSpPr>
        <p:spPr>
          <a:xfrm>
            <a:off x="4" y="0"/>
            <a:ext cx="9174854" cy="10287000"/>
          </a:xfrm>
          <a:custGeom>
            <a:rect b="b" l="l" r="r" t="t"/>
            <a:pathLst>
              <a:path extrusionOk="0" h="6879321" w="6116569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  <a:solidFill>
            <a:schemeClr val="dk2">
              <a:alpha val="4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ronómetro" id="206" name="Google Shape;20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1701" y="2877161"/>
            <a:ext cx="4792806" cy="4792806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2"/>
          <p:cNvSpPr txBox="1"/>
          <p:nvPr/>
        </p:nvSpPr>
        <p:spPr>
          <a:xfrm>
            <a:off x="9372600" y="4647116"/>
            <a:ext cx="8458200" cy="30228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49237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Char char="•"/>
            </a:pPr>
            <a:r>
              <a:rPr b="0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Realizar el examen en kahoot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9237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Char char="•"/>
            </a:pPr>
            <a:r>
              <a:rPr b="0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Tiempo: 15 minutos </a:t>
            </a:r>
            <a:endParaRPr/>
          </a:p>
          <a:p>
            <a:pPr indent="-249237" lvl="0" marL="0" marR="0" rtl="0" algn="l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Clr>
                <a:srgbClr val="000000"/>
              </a:buClr>
              <a:buSzPts val="3925"/>
              <a:buFont typeface="Arial"/>
              <a:buChar char="•"/>
            </a:pPr>
            <a:r>
              <a:rPr b="0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Link:</a:t>
            </a:r>
            <a:r>
              <a:rPr b="0" i="0" lang="en-US" sz="4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https://create.kahoot.it/details/2504c4b2-3f7f-4fa2-8173-5f7486a57970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64afea4f63_0_141"/>
          <p:cNvSpPr txBox="1"/>
          <p:nvPr/>
        </p:nvSpPr>
        <p:spPr>
          <a:xfrm>
            <a:off x="5791489" y="6796953"/>
            <a:ext cx="6705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 ¿?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" name="Google Shape;213;g364afea4f63_0_141" title="Gemini_Generated_Image_1od44x1od44x1od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6287" y="699975"/>
            <a:ext cx="9135424" cy="569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"/>
          <p:cNvSpPr txBox="1"/>
          <p:nvPr/>
        </p:nvSpPr>
        <p:spPr>
          <a:xfrm>
            <a:off x="4571995" y="5176054"/>
            <a:ext cx="8658900" cy="29284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7765363" y="5966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Carlos José Blanco Guzmán</dc:creator>
</cp:coreProperties>
</file>