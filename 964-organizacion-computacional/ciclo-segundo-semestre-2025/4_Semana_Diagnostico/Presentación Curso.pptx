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embeddedFontLst>
    <p:embeddedFont>
      <p:font typeface="Pacifico"/>
      <p:regular r:id="rId16"/>
    </p:embeddedFont>
    <p:embeddedFont>
      <p:font typeface="Proxima Nova Semibold"/>
      <p:regular r:id="rId17"/>
      <p:bold r:id="rId18"/>
      <p:boldItalic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jrFqFkUmjFt5aRAmYFgHNVqHOz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regular.fntdata"/><Relationship Id="rId11" Type="http://schemas.openxmlformats.org/officeDocument/2006/relationships/slide" Target="slides/slide6.xml"/><Relationship Id="rId22" Type="http://schemas.openxmlformats.org/officeDocument/2006/relationships/font" Target="fonts/OpenSans-italic.fntdata"/><Relationship Id="rId10" Type="http://schemas.openxmlformats.org/officeDocument/2006/relationships/slide" Target="slides/slide5.xml"/><Relationship Id="rId21" Type="http://schemas.openxmlformats.org/officeDocument/2006/relationships/font" Target="fonts/OpenSans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Open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roximaNovaSemibold-regular.fntdata"/><Relationship Id="rId16" Type="http://schemas.openxmlformats.org/officeDocument/2006/relationships/font" Target="fonts/Pacific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roximaNovaSemibold-boldItalic.fntdata"/><Relationship Id="rId6" Type="http://schemas.openxmlformats.org/officeDocument/2006/relationships/slide" Target="slides/slide1.xml"/><Relationship Id="rId18" Type="http://schemas.openxmlformats.org/officeDocument/2006/relationships/font" Target="fonts/ProximaNova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4afea4f6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64afea4f6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4afea4f63_0_1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64afea4f63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b2abf07db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bb2abf07d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64afea4f6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364afea4f63_0_0"/>
          <p:cNvSpPr/>
          <p:nvPr/>
        </p:nvSpPr>
        <p:spPr>
          <a:xfrm>
            <a:off x="884025" y="4493125"/>
            <a:ext cx="12756900" cy="432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4200">
                <a:latin typeface="Proxima Nova Semibold"/>
                <a:ea typeface="Proxima Nova Semibold"/>
                <a:cs typeface="Proxima Nova Semibold"/>
                <a:sym typeface="Proxima Nova Semibold"/>
              </a:rPr>
              <a:t>Edgar Terre - 201318661</a:t>
            </a:r>
            <a:endParaRPr sz="420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4200">
                <a:latin typeface="Proxima Nova Semibold"/>
                <a:ea typeface="Proxima Nova Semibold"/>
                <a:cs typeface="Proxima Nova Semibold"/>
                <a:sym typeface="Proxima Nova Semibold"/>
              </a:rPr>
              <a:t>Ana Aguilar - 201801382</a:t>
            </a:r>
            <a:endParaRPr sz="420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4200">
                <a:latin typeface="Proxima Nova Semibold"/>
                <a:ea typeface="Proxima Nova Semibold"/>
                <a:cs typeface="Proxima Nova Semibold"/>
                <a:sym typeface="Proxima Nova Semibold"/>
              </a:rPr>
              <a:t>Josue Córdova - 202202044</a:t>
            </a:r>
            <a:endParaRPr sz="420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4200">
                <a:latin typeface="Proxima Nova Semibold"/>
                <a:ea typeface="Proxima Nova Semibold"/>
                <a:cs typeface="Proxima Nova Semibold"/>
                <a:sym typeface="Proxima Nova Semibold"/>
              </a:rPr>
              <a:t>Gerardo Quiñónez - 202209129</a:t>
            </a:r>
            <a:endParaRPr sz="420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4200">
                <a:latin typeface="Proxima Nova Semibold"/>
                <a:ea typeface="Proxima Nova Semibold"/>
                <a:cs typeface="Proxima Nova Semibold"/>
                <a:sym typeface="Proxima Nova Semibold"/>
              </a:rPr>
              <a:t>Yesus Espinoza - 201020621</a:t>
            </a:r>
            <a:endParaRPr sz="420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86" name="Google Shape;86;g364afea4f63_0_0"/>
          <p:cNvSpPr/>
          <p:nvPr/>
        </p:nvSpPr>
        <p:spPr>
          <a:xfrm>
            <a:off x="1199550" y="1979225"/>
            <a:ext cx="7087200" cy="7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US" sz="4000">
                <a:latin typeface="Calibri"/>
                <a:ea typeface="Calibri"/>
                <a:cs typeface="Calibri"/>
                <a:sym typeface="Calibri"/>
              </a:rPr>
              <a:t>ASISTENCIA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64afea4f63_0_0"/>
          <p:cNvSpPr/>
          <p:nvPr/>
        </p:nvSpPr>
        <p:spPr>
          <a:xfrm>
            <a:off x="13640938" y="1924978"/>
            <a:ext cx="4396339" cy="832969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US" sz="3100">
                <a:latin typeface="Calibri"/>
                <a:ea typeface="Calibri"/>
                <a:cs typeface="Calibri"/>
                <a:sym typeface="Calibri"/>
              </a:rPr>
              <a:t>24/01/2026</a:t>
            </a:r>
            <a:endParaRPr b="0" i="0" sz="3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64afea4f63_0_0"/>
          <p:cNvSpPr/>
          <p:nvPr/>
        </p:nvSpPr>
        <p:spPr>
          <a:xfrm>
            <a:off x="13640950" y="2757950"/>
            <a:ext cx="4322100" cy="78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US" sz="3100">
                <a:latin typeface="Calibri"/>
                <a:ea typeface="Calibri"/>
                <a:cs typeface="Calibri"/>
                <a:sym typeface="Calibri"/>
              </a:rPr>
              <a:t>10:30</a:t>
            </a:r>
            <a:endParaRPr b="0" i="0" sz="3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890249" y="7555025"/>
            <a:ext cx="974333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Organización Computacional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2591255" y="2167474"/>
            <a:ext cx="12375000" cy="1982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Semana Diagnostico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4675" y="0"/>
            <a:ext cx="10243325" cy="1067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2"/>
          <p:cNvGrpSpPr/>
          <p:nvPr/>
        </p:nvGrpSpPr>
        <p:grpSpPr>
          <a:xfrm>
            <a:off x="1628532" y="4544825"/>
            <a:ext cx="4613551" cy="845385"/>
            <a:chOff x="0" y="-76200"/>
            <a:chExt cx="1964221" cy="359923"/>
          </a:xfrm>
        </p:grpSpPr>
        <p:sp>
          <p:nvSpPr>
            <p:cNvPr id="104" name="Google Shape;104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del Auxiliar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" name="Google Shape;106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" name="Google Shape;107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" name="Google Shape;110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5288849" y="490900"/>
            <a:ext cx="77103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grpSp>
        <p:nvGrpSpPr>
          <p:cNvPr id="112" name="Google Shape;112;p2"/>
          <p:cNvGrpSpPr/>
          <p:nvPr/>
        </p:nvGrpSpPr>
        <p:grpSpPr>
          <a:xfrm>
            <a:off x="-135900" y="5517306"/>
            <a:ext cx="8025492" cy="845385"/>
            <a:chOff x="0" y="-76200"/>
            <a:chExt cx="2719601" cy="359923"/>
          </a:xfrm>
        </p:grpSpPr>
        <p:sp>
          <p:nvSpPr>
            <p:cNvPr id="113" name="Google Shape;113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"/>
            <p:cNvSpPr txBox="1"/>
            <p:nvPr/>
          </p:nvSpPr>
          <p:spPr>
            <a:xfrm>
              <a:off x="580867" y="-76200"/>
              <a:ext cx="2138734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Cuestionario Conocimientos Previos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" name="Google Shape;115;p2"/>
          <p:cNvGrpSpPr/>
          <p:nvPr/>
        </p:nvGrpSpPr>
        <p:grpSpPr>
          <a:xfrm>
            <a:off x="1774777" y="6464977"/>
            <a:ext cx="4613551" cy="845385"/>
            <a:chOff x="0" y="-76200"/>
            <a:chExt cx="1964221" cy="359923"/>
          </a:xfrm>
        </p:grpSpPr>
        <p:sp>
          <p:nvSpPr>
            <p:cNvPr id="116" name="Google Shape;116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Conociendo al estudiante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" name="Google Shape;118;p2"/>
          <p:cNvGrpSpPr/>
          <p:nvPr/>
        </p:nvGrpSpPr>
        <p:grpSpPr>
          <a:xfrm>
            <a:off x="176619" y="7373020"/>
            <a:ext cx="6960952" cy="845385"/>
            <a:chOff x="0" y="-66168"/>
            <a:chExt cx="2963628" cy="359923"/>
          </a:xfrm>
        </p:grpSpPr>
        <p:sp>
          <p:nvSpPr>
            <p:cNvPr id="119" name="Google Shape;11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491909" y="-66168"/>
              <a:ext cx="2471719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Cuestionario Conocimientos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176619" y="8412915"/>
            <a:ext cx="4758213" cy="845385"/>
            <a:chOff x="0" y="-76200"/>
            <a:chExt cx="2025811" cy="359923"/>
          </a:xfrm>
        </p:grpSpPr>
        <p:sp>
          <p:nvSpPr>
            <p:cNvPr id="122" name="Google Shape;122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17589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Votación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4" name="Google Shape;124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/>
          <p:nvPr/>
        </p:nvSpPr>
        <p:spPr>
          <a:xfrm>
            <a:off x="6907696" y="4923181"/>
            <a:ext cx="4472609" cy="4114800"/>
          </a:xfrm>
          <a:custGeom>
            <a:rect b="b" l="l" r="r" t="t"/>
            <a:pathLst>
              <a:path extrusionOk="0" h="4114800" w="4472609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6103279" y="529309"/>
            <a:ext cx="6081441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QUIEN SOY?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4" name="Google Shape;134;p5"/>
          <p:cNvGrpSpPr/>
          <p:nvPr/>
        </p:nvGrpSpPr>
        <p:grpSpPr>
          <a:xfrm>
            <a:off x="2583875" y="2073226"/>
            <a:ext cx="13434865" cy="6416172"/>
            <a:chOff x="0" y="41632"/>
            <a:chExt cx="13907728" cy="6642000"/>
          </a:xfrm>
        </p:grpSpPr>
        <p:sp>
          <p:nvSpPr>
            <p:cNvPr id="135" name="Google Shape;135;p5"/>
            <p:cNvSpPr/>
            <p:nvPr/>
          </p:nvSpPr>
          <p:spPr>
            <a:xfrm>
              <a:off x="0" y="484432"/>
              <a:ext cx="13907728" cy="756000"/>
            </a:xfrm>
            <a:prstGeom prst="rect">
              <a:avLst/>
            </a:prstGeom>
            <a:solidFill>
              <a:schemeClr val="lt1">
                <a:alpha val="89411"/>
              </a:schemeClr>
            </a:solidFill>
            <a:ln cap="flat" cmpd="sng" w="245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8325" lIns="88325" spcFirstLastPara="1" rIns="88325" wrap="square" tIns="8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2"/>
                <a:buFont typeface="Arial"/>
                <a:buNone/>
              </a:pPr>
              <a:r>
                <a:t/>
              </a:r>
              <a:endParaRPr b="0" i="0" sz="13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695386" y="41632"/>
              <a:ext cx="9735409" cy="8856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45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8325" lIns="88325" spcFirstLastPara="1" rIns="88325" wrap="square" tIns="8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2"/>
                <a:buFont typeface="Arial"/>
                <a:buNone/>
              </a:pPr>
              <a:r>
                <a:t/>
              </a:r>
              <a:endParaRPr b="0" i="0" sz="13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5"/>
            <p:cNvSpPr txBox="1"/>
            <p:nvPr/>
          </p:nvSpPr>
          <p:spPr>
            <a:xfrm>
              <a:off x="738617" y="84863"/>
              <a:ext cx="9648947" cy="7991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355475" spcFirstLastPara="1" rIns="3554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98"/>
                <a:buFont typeface="Arial"/>
                <a:buNone/>
              </a:pPr>
              <a:r>
                <a:rPr b="1" i="0" lang="en-US" sz="2897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Mi nombre es...</a:t>
              </a:r>
              <a:endParaRPr b="0" i="0" sz="289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0" y="1845232"/>
              <a:ext cx="13907728" cy="756000"/>
            </a:xfrm>
            <a:prstGeom prst="rect">
              <a:avLst/>
            </a:prstGeom>
            <a:solidFill>
              <a:schemeClr val="lt1">
                <a:alpha val="89411"/>
              </a:schemeClr>
            </a:solidFill>
            <a:ln cap="flat" cmpd="sng" w="245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8325" lIns="88325" spcFirstLastPara="1" rIns="88325" wrap="square" tIns="8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2"/>
                <a:buFont typeface="Arial"/>
                <a:buNone/>
              </a:pPr>
              <a:r>
                <a:t/>
              </a:r>
              <a:endParaRPr b="0" i="0" sz="13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695386" y="1402432"/>
              <a:ext cx="9735409" cy="8856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45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8325" lIns="88325" spcFirstLastPara="1" rIns="88325" wrap="square" tIns="8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2"/>
                <a:buFont typeface="Arial"/>
                <a:buNone/>
              </a:pPr>
              <a:r>
                <a:t/>
              </a:r>
              <a:endParaRPr b="0" i="0" sz="13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5"/>
            <p:cNvSpPr txBox="1"/>
            <p:nvPr/>
          </p:nvSpPr>
          <p:spPr>
            <a:xfrm>
              <a:off x="738617" y="1445663"/>
              <a:ext cx="9648947" cy="7991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355475" spcFirstLastPara="1" rIns="3554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98"/>
                <a:buFont typeface="Arial"/>
                <a:buNone/>
              </a:pPr>
              <a:r>
                <a:rPr b="1" i="0" lang="en-US" sz="2897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Estoy en la carrera de…</a:t>
              </a:r>
              <a:endParaRPr b="0" i="0" sz="289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0" y="3206032"/>
              <a:ext cx="13907728" cy="756000"/>
            </a:xfrm>
            <a:prstGeom prst="rect">
              <a:avLst/>
            </a:prstGeom>
            <a:solidFill>
              <a:schemeClr val="lt1">
                <a:alpha val="89411"/>
              </a:schemeClr>
            </a:solidFill>
            <a:ln cap="flat" cmpd="sng" w="245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8325" lIns="88325" spcFirstLastPara="1" rIns="88325" wrap="square" tIns="8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2"/>
                <a:buFont typeface="Arial"/>
                <a:buNone/>
              </a:pPr>
              <a:r>
                <a:t/>
              </a:r>
              <a:endParaRPr b="0" i="0" sz="13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695386" y="2763232"/>
              <a:ext cx="9735409" cy="8856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45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8325" lIns="88325" spcFirstLastPara="1" rIns="88325" wrap="square" tIns="8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2"/>
                <a:buFont typeface="Arial"/>
                <a:buNone/>
              </a:pPr>
              <a:r>
                <a:t/>
              </a:r>
              <a:endParaRPr b="0" i="0" sz="13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5"/>
            <p:cNvSpPr txBox="1"/>
            <p:nvPr/>
          </p:nvSpPr>
          <p:spPr>
            <a:xfrm>
              <a:off x="738617" y="2806463"/>
              <a:ext cx="9648947" cy="7991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355475" spcFirstLastPara="1" rIns="3554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98"/>
                <a:buFont typeface="Arial"/>
                <a:buNone/>
              </a:pPr>
              <a:r>
                <a:rPr b="1" i="0" lang="en-US" sz="2897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Actualmente curso el semestre…</a:t>
              </a:r>
              <a:endParaRPr b="0" i="0" sz="289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0" y="4566832"/>
              <a:ext cx="13907728" cy="756000"/>
            </a:xfrm>
            <a:prstGeom prst="rect">
              <a:avLst/>
            </a:prstGeom>
            <a:solidFill>
              <a:schemeClr val="lt1">
                <a:alpha val="89411"/>
              </a:schemeClr>
            </a:solidFill>
            <a:ln cap="flat" cmpd="sng" w="245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8325" lIns="88325" spcFirstLastPara="1" rIns="88325" wrap="square" tIns="8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2"/>
                <a:buFont typeface="Arial"/>
                <a:buNone/>
              </a:pPr>
              <a:r>
                <a:t/>
              </a:r>
              <a:endParaRPr b="0" i="0" sz="13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695386" y="4124032"/>
              <a:ext cx="9735409" cy="8856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45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8325" lIns="88325" spcFirstLastPara="1" rIns="88325" wrap="square" tIns="8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2"/>
                <a:buFont typeface="Arial"/>
                <a:buNone/>
              </a:pPr>
              <a:r>
                <a:t/>
              </a:r>
              <a:endParaRPr b="0" i="0" sz="13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5"/>
            <p:cNvSpPr txBox="1"/>
            <p:nvPr/>
          </p:nvSpPr>
          <p:spPr>
            <a:xfrm>
              <a:off x="738617" y="4167263"/>
              <a:ext cx="9648947" cy="7991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355475" spcFirstLastPara="1" rIns="3554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98"/>
                <a:buFont typeface="Arial"/>
                <a:buNone/>
              </a:pPr>
              <a:r>
                <a:rPr b="1" i="0" lang="en-US" sz="2897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Elegi ser auxiliar de este curso por…</a:t>
              </a:r>
              <a:endParaRPr b="0" i="0" sz="289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0" y="5927632"/>
              <a:ext cx="13907728" cy="756000"/>
            </a:xfrm>
            <a:prstGeom prst="rect">
              <a:avLst/>
            </a:prstGeom>
            <a:solidFill>
              <a:schemeClr val="lt1">
                <a:alpha val="89411"/>
              </a:schemeClr>
            </a:solidFill>
            <a:ln cap="flat" cmpd="sng" w="245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8325" lIns="88325" spcFirstLastPara="1" rIns="88325" wrap="square" tIns="8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2"/>
                <a:buFont typeface="Arial"/>
                <a:buNone/>
              </a:pPr>
              <a:r>
                <a:t/>
              </a:r>
              <a:endParaRPr b="0" i="0" sz="13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695386" y="5484832"/>
              <a:ext cx="9735409" cy="8856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45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8325" lIns="88325" spcFirstLastPara="1" rIns="88325" wrap="square" tIns="8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2"/>
                <a:buFont typeface="Arial"/>
                <a:buNone/>
              </a:pPr>
              <a:r>
                <a:t/>
              </a:r>
              <a:endParaRPr b="0" i="0" sz="13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5"/>
            <p:cNvSpPr txBox="1"/>
            <p:nvPr/>
          </p:nvSpPr>
          <p:spPr>
            <a:xfrm>
              <a:off x="738617" y="5528063"/>
              <a:ext cx="9648947" cy="7991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355475" spcFirstLastPara="1" rIns="3554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98"/>
                <a:buFont typeface="Arial"/>
                <a:buNone/>
              </a:pPr>
              <a:r>
                <a:rPr b="1" i="0" lang="en-US" sz="2897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Mi perspectiva de la educación es…</a:t>
              </a:r>
              <a:endParaRPr b="0" i="0" sz="289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"/>
          <p:cNvSpPr/>
          <p:nvPr/>
        </p:nvSpPr>
        <p:spPr>
          <a:xfrm>
            <a:off x="0" y="0"/>
            <a:ext cx="182835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2686775" y="3769126"/>
            <a:ext cx="8703000" cy="208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DIAGNÓSTICO DE CONOCIMIENTOS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ronómetro" id="156" name="Google Shape;15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022" y="4052702"/>
            <a:ext cx="1797798" cy="179779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4"/>
          <p:cNvSpPr txBox="1"/>
          <p:nvPr/>
        </p:nvSpPr>
        <p:spPr>
          <a:xfrm>
            <a:off x="2434821" y="6072041"/>
            <a:ext cx="8703000" cy="30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9237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Realizar </a:t>
            </a:r>
            <a:r>
              <a:rPr lang="en-US" sz="3000">
                <a:solidFill>
                  <a:schemeClr val="dk1"/>
                </a:solidFill>
              </a:rPr>
              <a:t>la evaluación.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9237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3925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Tiempo: 15 minutos 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4" title="0MLIwH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99325" y="2507338"/>
            <a:ext cx="6093476" cy="6093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"/>
          <p:cNvSpPr txBox="1"/>
          <p:nvPr/>
        </p:nvSpPr>
        <p:spPr>
          <a:xfrm>
            <a:off x="5969307" y="654364"/>
            <a:ext cx="6349385" cy="1060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CUÉNTAME SOBRE TI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5740975" y="1714781"/>
            <a:ext cx="10600237" cy="8063399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3" title="Gemini_Generated_Image_sfb0qdsfb0qdsfb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17" y="3113989"/>
            <a:ext cx="5234360" cy="7173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3" title="forms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21900" y="2116100"/>
            <a:ext cx="6985677" cy="6985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"/>
          <p:cNvSpPr/>
          <p:nvPr/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960120" y="493776"/>
            <a:ext cx="10341864" cy="2674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0" i="0" lang="en-US" sz="7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Horarios de calificación Practicas/Proyecto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1138428" y="3593592"/>
            <a:ext cx="6365383" cy="27432"/>
          </a:xfrm>
          <a:custGeom>
            <a:rect b="b" l="l" r="r" t="t"/>
            <a:pathLst>
              <a:path extrusionOk="0" fill="none" h="27432" w="6365383">
                <a:moveTo>
                  <a:pt x="0" y="0"/>
                </a:moveTo>
                <a:cubicBezTo>
                  <a:pt x="164014" y="-28800"/>
                  <a:pt x="392589" y="16597"/>
                  <a:pt x="636538" y="0"/>
                </a:cubicBezTo>
                <a:cubicBezTo>
                  <a:pt x="880487" y="-16597"/>
                  <a:pt x="1095224" y="-7871"/>
                  <a:pt x="1336730" y="0"/>
                </a:cubicBezTo>
                <a:cubicBezTo>
                  <a:pt x="1578236" y="7871"/>
                  <a:pt x="1649337" y="-22384"/>
                  <a:pt x="1909615" y="0"/>
                </a:cubicBezTo>
                <a:cubicBezTo>
                  <a:pt x="2169893" y="22384"/>
                  <a:pt x="2279697" y="7436"/>
                  <a:pt x="2418846" y="0"/>
                </a:cubicBezTo>
                <a:cubicBezTo>
                  <a:pt x="2557995" y="-7436"/>
                  <a:pt x="2719158" y="24395"/>
                  <a:pt x="2928076" y="0"/>
                </a:cubicBezTo>
                <a:cubicBezTo>
                  <a:pt x="3136994" y="-24395"/>
                  <a:pt x="3236398" y="-16046"/>
                  <a:pt x="3373653" y="0"/>
                </a:cubicBezTo>
                <a:cubicBezTo>
                  <a:pt x="3510908" y="16046"/>
                  <a:pt x="3933654" y="-18835"/>
                  <a:pt x="4137499" y="0"/>
                </a:cubicBezTo>
                <a:cubicBezTo>
                  <a:pt x="4341344" y="18835"/>
                  <a:pt x="4634949" y="16518"/>
                  <a:pt x="4901345" y="0"/>
                </a:cubicBezTo>
                <a:cubicBezTo>
                  <a:pt x="5167741" y="-16518"/>
                  <a:pt x="5482502" y="-23233"/>
                  <a:pt x="5665191" y="0"/>
                </a:cubicBezTo>
                <a:cubicBezTo>
                  <a:pt x="5847880" y="23233"/>
                  <a:pt x="6038909" y="-19558"/>
                  <a:pt x="6365383" y="0"/>
                </a:cubicBezTo>
                <a:cubicBezTo>
                  <a:pt x="6366317" y="12270"/>
                  <a:pt x="6364320" y="20068"/>
                  <a:pt x="6365383" y="27432"/>
                </a:cubicBezTo>
                <a:cubicBezTo>
                  <a:pt x="6160909" y="45028"/>
                  <a:pt x="5918554" y="42323"/>
                  <a:pt x="5728845" y="27432"/>
                </a:cubicBezTo>
                <a:cubicBezTo>
                  <a:pt x="5539136" y="12541"/>
                  <a:pt x="5172149" y="23835"/>
                  <a:pt x="5028653" y="27432"/>
                </a:cubicBezTo>
                <a:cubicBezTo>
                  <a:pt x="4885157" y="31029"/>
                  <a:pt x="4768966" y="33290"/>
                  <a:pt x="4583076" y="27432"/>
                </a:cubicBezTo>
                <a:cubicBezTo>
                  <a:pt x="4397186" y="21574"/>
                  <a:pt x="4295537" y="38724"/>
                  <a:pt x="4137499" y="27432"/>
                </a:cubicBezTo>
                <a:cubicBezTo>
                  <a:pt x="3979461" y="16140"/>
                  <a:pt x="3895902" y="23317"/>
                  <a:pt x="3691922" y="27432"/>
                </a:cubicBezTo>
                <a:cubicBezTo>
                  <a:pt x="3487942" y="31547"/>
                  <a:pt x="3348597" y="42606"/>
                  <a:pt x="3182692" y="27432"/>
                </a:cubicBezTo>
                <a:cubicBezTo>
                  <a:pt x="3016787" y="12259"/>
                  <a:pt x="2922425" y="45987"/>
                  <a:pt x="2673461" y="27432"/>
                </a:cubicBezTo>
                <a:cubicBezTo>
                  <a:pt x="2424497" y="8877"/>
                  <a:pt x="2406338" y="46461"/>
                  <a:pt x="2164230" y="27432"/>
                </a:cubicBezTo>
                <a:cubicBezTo>
                  <a:pt x="1922122" y="8403"/>
                  <a:pt x="1843534" y="2368"/>
                  <a:pt x="1655000" y="27432"/>
                </a:cubicBezTo>
                <a:cubicBezTo>
                  <a:pt x="1466466" y="52497"/>
                  <a:pt x="1384300" y="39658"/>
                  <a:pt x="1145769" y="27432"/>
                </a:cubicBezTo>
                <a:cubicBezTo>
                  <a:pt x="907238" y="15206"/>
                  <a:pt x="344177" y="36391"/>
                  <a:pt x="0" y="27432"/>
                </a:cubicBezTo>
                <a:cubicBezTo>
                  <a:pt x="-1194" y="21937"/>
                  <a:pt x="1202" y="7917"/>
                  <a:pt x="0" y="0"/>
                </a:cubicBezTo>
                <a:close/>
              </a:path>
              <a:path extrusionOk="0" h="27432" w="6365383">
                <a:moveTo>
                  <a:pt x="0" y="0"/>
                </a:moveTo>
                <a:cubicBezTo>
                  <a:pt x="152654" y="12967"/>
                  <a:pt x="297359" y="-4977"/>
                  <a:pt x="509231" y="0"/>
                </a:cubicBezTo>
                <a:cubicBezTo>
                  <a:pt x="721103" y="4977"/>
                  <a:pt x="792740" y="-12744"/>
                  <a:pt x="954807" y="0"/>
                </a:cubicBezTo>
                <a:cubicBezTo>
                  <a:pt x="1116874" y="12744"/>
                  <a:pt x="1322429" y="24743"/>
                  <a:pt x="1464038" y="0"/>
                </a:cubicBezTo>
                <a:cubicBezTo>
                  <a:pt x="1605647" y="-24743"/>
                  <a:pt x="1947393" y="-20672"/>
                  <a:pt x="2100576" y="0"/>
                </a:cubicBezTo>
                <a:cubicBezTo>
                  <a:pt x="2253759" y="20672"/>
                  <a:pt x="2622231" y="-30966"/>
                  <a:pt x="2800769" y="0"/>
                </a:cubicBezTo>
                <a:cubicBezTo>
                  <a:pt x="2979307" y="30966"/>
                  <a:pt x="3356872" y="-13631"/>
                  <a:pt x="3564614" y="0"/>
                </a:cubicBezTo>
                <a:cubicBezTo>
                  <a:pt x="3772356" y="13631"/>
                  <a:pt x="4163183" y="-4973"/>
                  <a:pt x="4328460" y="0"/>
                </a:cubicBezTo>
                <a:cubicBezTo>
                  <a:pt x="4493737" y="4973"/>
                  <a:pt x="4672761" y="-9287"/>
                  <a:pt x="4901345" y="0"/>
                </a:cubicBezTo>
                <a:cubicBezTo>
                  <a:pt x="5129930" y="9287"/>
                  <a:pt x="5395146" y="9436"/>
                  <a:pt x="5601537" y="0"/>
                </a:cubicBezTo>
                <a:cubicBezTo>
                  <a:pt x="5807928" y="-9436"/>
                  <a:pt x="5983747" y="-13862"/>
                  <a:pt x="6365383" y="0"/>
                </a:cubicBezTo>
                <a:cubicBezTo>
                  <a:pt x="6365699" y="13405"/>
                  <a:pt x="6365869" y="14360"/>
                  <a:pt x="6365383" y="27432"/>
                </a:cubicBezTo>
                <a:cubicBezTo>
                  <a:pt x="6195306" y="29393"/>
                  <a:pt x="5872535" y="56613"/>
                  <a:pt x="5728845" y="27432"/>
                </a:cubicBezTo>
                <a:cubicBezTo>
                  <a:pt x="5585155" y="-1749"/>
                  <a:pt x="5272464" y="11679"/>
                  <a:pt x="5028653" y="27432"/>
                </a:cubicBezTo>
                <a:cubicBezTo>
                  <a:pt x="4784842" y="43185"/>
                  <a:pt x="4688244" y="28658"/>
                  <a:pt x="4455768" y="27432"/>
                </a:cubicBezTo>
                <a:cubicBezTo>
                  <a:pt x="4223293" y="26206"/>
                  <a:pt x="4032880" y="15477"/>
                  <a:pt x="3882884" y="27432"/>
                </a:cubicBezTo>
                <a:cubicBezTo>
                  <a:pt x="3732888" y="39387"/>
                  <a:pt x="3278726" y="-7170"/>
                  <a:pt x="3119038" y="27432"/>
                </a:cubicBezTo>
                <a:cubicBezTo>
                  <a:pt x="2959350" y="62034"/>
                  <a:pt x="2786856" y="40315"/>
                  <a:pt x="2609807" y="27432"/>
                </a:cubicBezTo>
                <a:cubicBezTo>
                  <a:pt x="2432758" y="14549"/>
                  <a:pt x="2064373" y="16547"/>
                  <a:pt x="1909615" y="27432"/>
                </a:cubicBezTo>
                <a:cubicBezTo>
                  <a:pt x="1754857" y="38317"/>
                  <a:pt x="1663685" y="27374"/>
                  <a:pt x="1464038" y="27432"/>
                </a:cubicBezTo>
                <a:cubicBezTo>
                  <a:pt x="1264391" y="27490"/>
                  <a:pt x="1071013" y="1487"/>
                  <a:pt x="827500" y="27432"/>
                </a:cubicBezTo>
                <a:cubicBezTo>
                  <a:pt x="583987" y="53377"/>
                  <a:pt x="349818" y="3910"/>
                  <a:pt x="0" y="27432"/>
                </a:cubicBezTo>
                <a:cubicBezTo>
                  <a:pt x="-116" y="21844"/>
                  <a:pt x="591" y="653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902208" y="5595366"/>
            <a:ext cx="10341864" cy="2264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0088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Char char="•"/>
            </a:pPr>
            <a:r>
              <a:rPr b="0" i="0" lang="en-US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Listado de horarios, propuestos por los estudiantes: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200088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b="0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0088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3151"/>
              <a:buFont typeface="Arial"/>
              <a:buChar char="•"/>
            </a:pPr>
            <a:r>
              <a:rPr b="0" i="0" lang="en-US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Listado de Horarios propuestos por el auxiliar: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6" title="Gemini_Generated_Image_u2i06ou2i06ou2i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28514" y="493774"/>
            <a:ext cx="3755815" cy="51449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a página en un planificador" id="176" name="Google Shape;176;p6"/>
          <p:cNvPicPr preferRelativeResize="0"/>
          <p:nvPr/>
        </p:nvPicPr>
        <p:blipFill rotWithShape="1">
          <a:blip r:embed="rId4">
            <a:alphaModFix/>
          </a:blip>
          <a:srcRect b="0" l="13945" r="26789" t="0"/>
          <a:stretch/>
        </p:blipFill>
        <p:spPr>
          <a:xfrm>
            <a:off x="12146280" y="4770331"/>
            <a:ext cx="4095603" cy="4612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64afea4f63_0_141"/>
          <p:cNvSpPr txBox="1"/>
          <p:nvPr/>
        </p:nvSpPr>
        <p:spPr>
          <a:xfrm>
            <a:off x="5791489" y="6796953"/>
            <a:ext cx="6705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g364afea4f63_0_141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6287" y="699975"/>
            <a:ext cx="9135424" cy="56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 txBox="1"/>
          <p:nvPr/>
        </p:nvSpPr>
        <p:spPr>
          <a:xfrm>
            <a:off x="4571995" y="517605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7765363" y="5966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g3bb2abf07db_0_2" title="Asistenci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9050" y="1219275"/>
            <a:ext cx="7848448" cy="7848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