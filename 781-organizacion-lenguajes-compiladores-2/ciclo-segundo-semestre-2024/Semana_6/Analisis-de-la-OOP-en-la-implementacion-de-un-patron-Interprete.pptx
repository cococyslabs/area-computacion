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atrick Hand"/>
      <p:regular r:id="rId17"/>
    </p:embeddedFont>
    <p:embeddedFont>
      <p:font typeface="Patrick Hand"/>
      <p:regular r:id="rId18"/>
    </p:embeddedFont>
    <p:embeddedFont>
      <p:font typeface="Patrick Hand"/>
      <p:regular r:id="rId19"/>
    </p:embeddedFont>
    <p:embeddedFont>
      <p:font typeface="Patrick Han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67652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Análisis de la OOP en la implementación de un patrón Intérprete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3772138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Exploraremos cómo los principios de la Programación Orientada a Objetos (OOP) se aplican al diseño e implementación del patrón de diseño Intérprete. Aprenderemos sobre las clases y objetos clave, los entornos de ejecución y los principios de diseño fundamentales.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5648444"/>
            <a:ext cx="394930" cy="394930"/>
          </a:xfrm>
          <a:prstGeom prst="roundRect">
            <a:avLst>
              <a:gd name="adj" fmla="val 23151155"/>
            </a:avLst>
          </a:prstGeom>
          <a:solidFill>
            <a:srgbClr val="FD618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7983" y="5797153"/>
            <a:ext cx="10691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Patrick Hand Medium" pitchFamily="34" charset="0"/>
                <a:ea typeface="Patrick Hand Medium" pitchFamily="34" charset="-122"/>
                <a:cs typeface="Patrick Hand Medium" pitchFamily="34" charset="-120"/>
              </a:rPr>
              <a:t>CC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382316" y="5629989"/>
            <a:ext cx="2273022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 Bold" pitchFamily="34" charset="0"/>
                <a:ea typeface="Patrick Hand Bold" pitchFamily="34" charset="-122"/>
                <a:cs typeface="Patrick Hand Bold" pitchFamily="34" charset="-120"/>
              </a:rPr>
              <a:t>por Compi2 Cococys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78173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Introducción al tema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350437" y="284321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4274" y="2972753"/>
            <a:ext cx="10763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152680" y="284321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Patrón Intérprete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52680" y="3299936"/>
            <a:ext cx="27823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patrón Intérprete es un patrón de diseño que se utiliza para implementar un lenguaje específico del dominio.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868" y="284321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90227" y="2972753"/>
            <a:ext cx="13870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984111" y="284321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Objetivos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984111" y="3299936"/>
            <a:ext cx="27823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Comprender cómo la OOP facilita la implementación del patrón Intérprete y las ventajas de este enfoque.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540460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61773" y="5534144"/>
            <a:ext cx="13275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152680" y="54046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Aplicaciones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152680" y="5861328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patrón Intérprete se usa en compiladores, motores de reglas, procesamiento de lenguaje natural y más.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121218"/>
            <a:ext cx="5392817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¿Qué es un patrón Intérprete?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33554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Definición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910846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patrón Intérprete define una representación gramatical para un lenguaje simple y una interpretación que evalúa las sentencias de ese lenguaje.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3554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Estructura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695" y="3910846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Incluye una jerarquía de clases que representan la gramática del lenguaje, una clase Contexto que mantiene el estado, y una clase Intérprete que implementa la lógica de interpretación.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554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Aplicaciones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81354" y="3910846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Útil para implementar lenguajes específicos del dominio, expresiones regulares, fórmulas matemáticas y más.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0700" y="854273"/>
            <a:ext cx="7010043" cy="60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Clases y Objetos en el patrón Intérprete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185743" y="1814989"/>
            <a:ext cx="30480" cy="5560219"/>
          </a:xfrm>
          <a:prstGeom prst="roundRect">
            <a:avLst>
              <a:gd name="adj" fmla="val 331005"/>
            </a:avLst>
          </a:prstGeom>
          <a:solidFill>
            <a:srgbClr val="CCCCCC"/>
          </a:solidFill>
          <a:ln/>
        </p:spPr>
      </p:sp>
      <p:sp>
        <p:nvSpPr>
          <p:cNvPr id="5" name="Shape 2"/>
          <p:cNvSpPr/>
          <p:nvPr/>
        </p:nvSpPr>
        <p:spPr>
          <a:xfrm>
            <a:off x="1440716" y="2340054"/>
            <a:ext cx="840700" cy="30480"/>
          </a:xfrm>
          <a:prstGeom prst="roundRect">
            <a:avLst>
              <a:gd name="adj" fmla="val 331005"/>
            </a:avLst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930771" y="2085142"/>
            <a:ext cx="540425" cy="540425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8655" y="2211229"/>
            <a:ext cx="104656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522101" y="2055138"/>
            <a:ext cx="2402086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Jerarquía de Expresiones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2522101" y="2499479"/>
            <a:ext cx="5781199" cy="76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Clases que representan los elementos gramaticales del lenguaje, como Expresión, ExpresionTerminal y ExpresionNoTerminal.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440716" y="4273510"/>
            <a:ext cx="840700" cy="30480"/>
          </a:xfrm>
          <a:prstGeom prst="roundRect">
            <a:avLst>
              <a:gd name="adj" fmla="val 331005"/>
            </a:avLst>
          </a:prstGeom>
          <a:solidFill>
            <a:srgbClr val="CCCCCC"/>
          </a:solidFill>
          <a:ln/>
        </p:spPr>
      </p:sp>
      <p:sp>
        <p:nvSpPr>
          <p:cNvPr id="11" name="Shape 8"/>
          <p:cNvSpPr/>
          <p:nvPr/>
        </p:nvSpPr>
        <p:spPr>
          <a:xfrm>
            <a:off x="930771" y="4018598"/>
            <a:ext cx="540425" cy="540425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535" y="4144685"/>
            <a:ext cx="134898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2522101" y="3988594"/>
            <a:ext cx="2402086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Contexto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2522101" y="4432935"/>
            <a:ext cx="5781199" cy="76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Clase que mantiene el estado y el contexto necesarios para la interpretación.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1440716" y="6206966"/>
            <a:ext cx="840700" cy="30480"/>
          </a:xfrm>
          <a:prstGeom prst="roundRect">
            <a:avLst>
              <a:gd name="adj" fmla="val 331005"/>
            </a:avLst>
          </a:prstGeom>
          <a:solidFill>
            <a:srgbClr val="CCCCCC"/>
          </a:solidFill>
          <a:ln/>
        </p:spPr>
      </p:sp>
      <p:sp>
        <p:nvSpPr>
          <p:cNvPr id="16" name="Shape 13"/>
          <p:cNvSpPr/>
          <p:nvPr/>
        </p:nvSpPr>
        <p:spPr>
          <a:xfrm>
            <a:off x="930771" y="5952053"/>
            <a:ext cx="540425" cy="540425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6392" y="6078141"/>
            <a:ext cx="12918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522101" y="5922050"/>
            <a:ext cx="2402086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Intérprete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2522101" y="6366391"/>
            <a:ext cx="5781199" cy="76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Clase principal que implementa la lógica de interpretación, utilizando las expresiones y el contexto.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31714"/>
            <a:ext cx="727995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Implementación de entornos de ejecución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350437" y="2319099"/>
            <a:ext cx="3584615" cy="2165985"/>
          </a:xfrm>
          <a:prstGeom prst="roundRect">
            <a:avLst>
              <a:gd name="adj" fmla="val 478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493" y="258115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Entorno de Evaluación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612493" y="3037880"/>
            <a:ext cx="30605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Proporciona un contexto y mecanismos para evaluar las expresiones del lenguaje.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2319099"/>
            <a:ext cx="3584615" cy="2165985"/>
          </a:xfrm>
          <a:prstGeom prst="roundRect">
            <a:avLst>
              <a:gd name="adj" fmla="val 478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3924" y="258115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Gestión de Errores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443924" y="3037880"/>
            <a:ext cx="30605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Maneja excepciones y errores que puedan ocurrir durante la interpretación.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4731901"/>
            <a:ext cx="3584615" cy="2165985"/>
          </a:xfrm>
          <a:prstGeom prst="roundRect">
            <a:avLst>
              <a:gd name="adj" fmla="val 478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2493" y="499395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Extensibilidad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12493" y="5450681"/>
            <a:ext cx="30605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Permite agregar nuevas expresiones y funcionalidades al lenguaje con facilidad.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181868" y="4731901"/>
            <a:ext cx="3584615" cy="2165985"/>
          </a:xfrm>
          <a:prstGeom prst="roundRect">
            <a:avLst>
              <a:gd name="adj" fmla="val 478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43924" y="499395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Rendimiento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443924" y="5450681"/>
            <a:ext cx="30605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Optimiza la velocidad y eficiencia de la interpretación de las expresiones.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6508" y="675799"/>
            <a:ext cx="7381756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Estructura básica de un patrón Intérprete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508" y="1658779"/>
            <a:ext cx="1228725" cy="1965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43850" y="1904524"/>
            <a:ext cx="24574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Expresión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943850" y="2359104"/>
            <a:ext cx="5826443" cy="39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Representa los elementos gramaticales del lenguaje.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508" y="3624739"/>
            <a:ext cx="1228725" cy="19659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43850" y="3870484"/>
            <a:ext cx="24574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Contexto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943850" y="4325064"/>
            <a:ext cx="5826443" cy="78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Mantiene el estado y la información necesarios para la interpretación.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508" y="5590699"/>
            <a:ext cx="1228725" cy="19659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43850" y="5836444"/>
            <a:ext cx="24574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Intérprete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943850" y="6291024"/>
            <a:ext cx="5826443" cy="78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 la lógica de interpretación, utilizando las expresiones y el contexto.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831413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Principios de diseño de la OOP en el patrón Intérprete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7" y="2435900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329993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Abstracción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64037" y="3756660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Separar la implementación de la interpretación de las expresiones.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142" y="2435900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7142" y="329993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Encapsulación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4757142" y="3756660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Ocultar detalles de implementación y exponer solo la interfaz necesaria.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5287328"/>
            <a:ext cx="617220" cy="617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4037" y="615136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Herencia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864037" y="6608088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Crear una jerarquía de clases que represente la gramática del lenguaje.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142" y="5287328"/>
            <a:ext cx="617220" cy="6172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57142" y="615136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Polimorfismo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4757142" y="6608088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Permitir que diferentes expresiones se interpreten de manera uniforme.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97931"/>
            <a:ext cx="7354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Ventajas y desafíos del patrón Intérprete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373213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Ventajas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28756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Fácil de entender y modificar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76892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Extensible y mantenible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25029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Permite crear lenguajes específicos del dominio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73213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Desafíos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28756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Complejidad de la jerarquía de clases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76892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Rendimiento para lenguajes complejos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25029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Dificultad en el manejo de errores y excepciones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23868"/>
            <a:ext cx="6154222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Casos de uso del patrón Intérprete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64037" y="2688908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7874" y="2818448"/>
            <a:ext cx="10763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66280" y="268890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Compiladores e Intérpretes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66280" y="3145631"/>
            <a:ext cx="27823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Implementación de lenguajes de programación, como Java, Python y C++.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95468" y="2688908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03827" y="2818448"/>
            <a:ext cx="13870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497711" y="2688908"/>
            <a:ext cx="278237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Lenguajes Específicos del Dominio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97711" y="3454241"/>
            <a:ext cx="27823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Crear lenguajes personalizados para aplicaciones en áreas específicas.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4037" y="516386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5373" y="5293400"/>
            <a:ext cx="13275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666280" y="5163860"/>
            <a:ext cx="26974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Procesamiento de Expresiones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666280" y="5620583"/>
            <a:ext cx="27823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Evaluación de fórmulas matemáticas, consultas SQL y expresiones regulares.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4695468" y="516386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7519" y="5293400"/>
            <a:ext cx="11120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5497711" y="516386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Motores de Reglas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97711" y="5620583"/>
            <a:ext cx="27823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Implementación de sistemas basados en reglas, como sistemas de negocio.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883581"/>
            <a:ext cx="5788343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Conclusiones y recomendaciones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64037" y="4870966"/>
            <a:ext cx="4136231" cy="2561034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6093" y="513302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Resumen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6093" y="5589746"/>
            <a:ext cx="36121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patrón Intérprete es una solución elegante para implementar lenguajes específicos del dominio, aprovechando los principios de la OOP.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7084" y="4870966"/>
            <a:ext cx="4136231" cy="2561034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09141" y="513302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Recomendaciones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09141" y="5589746"/>
            <a:ext cx="36121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Considerar el patrón Intérprete cuando se necesite crear lenguajes personalizados o procesar expresiones complejas.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0132" y="4870966"/>
            <a:ext cx="4136231" cy="2561034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92189" y="513302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Próximos Pasos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892189" y="5589746"/>
            <a:ext cx="36121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Explorar implementaciones prácticas del patrón Intérprete en proyectos de desarrollo de software.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2024-11-04T05:05:57Z</dcterms:created>
  <dcterms:modified xsi:type="dcterms:W3CDTF">2024-11-04T05:05:57Z</dcterms:modified>
</cp:coreProperties>
</file>