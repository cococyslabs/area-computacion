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8274050"/>
  <p:notesSz cx="11430000" cy="82740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2771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434975"/>
            <a:ext cx="10180241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700" y="2400299"/>
            <a:ext cx="5848350" cy="299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879" y="1186497"/>
            <a:ext cx="5186045" cy="221170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ts val="5780"/>
              </a:lnSpc>
              <a:spcBef>
                <a:spcPts val="130"/>
              </a:spcBef>
            </a:pPr>
            <a:r>
              <a:rPr dirty="0" sz="4650" spc="-450">
                <a:latin typeface="Tahoma"/>
                <a:cs typeface="Tahoma"/>
              </a:rPr>
              <a:t>R</a:t>
            </a:r>
            <a:r>
              <a:rPr dirty="0" sz="4650" spc="-229">
                <a:latin typeface="Tahoma"/>
                <a:cs typeface="Tahoma"/>
              </a:rPr>
              <a:t>e</a:t>
            </a:r>
            <a:r>
              <a:rPr dirty="0" sz="4650" spc="-85">
                <a:latin typeface="Tahoma"/>
                <a:cs typeface="Tahoma"/>
              </a:rPr>
              <a:t>c</a:t>
            </a:r>
            <a:r>
              <a:rPr dirty="0" sz="4650" spc="-375">
                <a:latin typeface="Tahoma"/>
                <a:cs typeface="Tahoma"/>
              </a:rPr>
              <a:t>o</a:t>
            </a:r>
            <a:r>
              <a:rPr dirty="0" sz="4650" spc="-190">
                <a:latin typeface="Tahoma"/>
                <a:cs typeface="Tahoma"/>
              </a:rPr>
              <a:t>l</a:t>
            </a:r>
            <a:r>
              <a:rPr dirty="0" sz="4650" spc="-229">
                <a:latin typeface="Tahoma"/>
                <a:cs typeface="Tahoma"/>
              </a:rPr>
              <a:t>e</a:t>
            </a:r>
            <a:r>
              <a:rPr dirty="0" sz="4650" spc="-85">
                <a:latin typeface="Tahoma"/>
                <a:cs typeface="Tahoma"/>
              </a:rPr>
              <a:t>c</a:t>
            </a:r>
            <a:r>
              <a:rPr dirty="0" sz="4650" spc="-75">
                <a:latin typeface="Tahoma"/>
                <a:cs typeface="Tahoma"/>
              </a:rPr>
              <a:t>c</a:t>
            </a:r>
            <a:r>
              <a:rPr dirty="0" sz="4650" spc="-229">
                <a:latin typeface="Tahoma"/>
                <a:cs typeface="Tahoma"/>
              </a:rPr>
              <a:t>i</a:t>
            </a:r>
            <a:r>
              <a:rPr dirty="0" sz="4650" spc="-375">
                <a:latin typeface="Tahoma"/>
                <a:cs typeface="Tahoma"/>
              </a:rPr>
              <a:t>ó</a:t>
            </a:r>
            <a:r>
              <a:rPr dirty="0" sz="4650" spc="-220">
                <a:latin typeface="Tahoma"/>
                <a:cs typeface="Tahoma"/>
              </a:rPr>
              <a:t>n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380">
                <a:latin typeface="Tahoma"/>
                <a:cs typeface="Tahoma"/>
              </a:rPr>
              <a:t>d</a:t>
            </a:r>
            <a:r>
              <a:rPr dirty="0" sz="4650" spc="-114">
                <a:latin typeface="Tahoma"/>
                <a:cs typeface="Tahoma"/>
              </a:rPr>
              <a:t>e  </a:t>
            </a:r>
            <a:r>
              <a:rPr dirty="0" sz="4650" spc="-85">
                <a:latin typeface="Tahoma"/>
                <a:cs typeface="Tahoma"/>
              </a:rPr>
              <a:t>B</a:t>
            </a:r>
            <a:r>
              <a:rPr dirty="0" sz="4650" spc="-330">
                <a:latin typeface="Tahoma"/>
                <a:cs typeface="Tahoma"/>
              </a:rPr>
              <a:t>a</a:t>
            </a:r>
            <a:r>
              <a:rPr dirty="0" sz="4650" spc="-290">
                <a:latin typeface="Tahoma"/>
                <a:cs typeface="Tahoma"/>
              </a:rPr>
              <a:t>s</a:t>
            </a:r>
            <a:r>
              <a:rPr dirty="0" sz="4650" spc="-360">
                <a:latin typeface="Tahoma"/>
                <a:cs typeface="Tahoma"/>
              </a:rPr>
              <a:t>u</a:t>
            </a:r>
            <a:r>
              <a:rPr dirty="0" sz="4650" spc="-275">
                <a:latin typeface="Tahoma"/>
                <a:cs typeface="Tahoma"/>
              </a:rPr>
              <a:t>r</a:t>
            </a:r>
            <a:r>
              <a:rPr dirty="0" sz="4650" spc="-190">
                <a:latin typeface="Tahoma"/>
                <a:cs typeface="Tahoma"/>
              </a:rPr>
              <a:t>a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35">
                <a:latin typeface="Tahoma"/>
                <a:cs typeface="Tahoma"/>
              </a:rPr>
              <a:t>y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440">
                <a:latin typeface="Tahoma"/>
                <a:cs typeface="Tahoma"/>
              </a:rPr>
              <a:t>G</a:t>
            </a:r>
            <a:r>
              <a:rPr dirty="0" sz="4650" spc="-355">
                <a:latin typeface="Tahoma"/>
                <a:cs typeface="Tahoma"/>
              </a:rPr>
              <a:t>e</a:t>
            </a:r>
            <a:r>
              <a:rPr dirty="0" sz="4650" spc="-310">
                <a:latin typeface="Tahoma"/>
                <a:cs typeface="Tahoma"/>
              </a:rPr>
              <a:t>s</a:t>
            </a:r>
            <a:r>
              <a:rPr dirty="0" sz="4650" spc="-340">
                <a:latin typeface="Tahoma"/>
                <a:cs typeface="Tahoma"/>
              </a:rPr>
              <a:t>t</a:t>
            </a:r>
            <a:r>
              <a:rPr dirty="0" sz="4650" spc="-229">
                <a:latin typeface="Tahoma"/>
                <a:cs typeface="Tahoma"/>
              </a:rPr>
              <a:t>i</a:t>
            </a:r>
            <a:r>
              <a:rPr dirty="0" sz="4650" spc="-375">
                <a:latin typeface="Tahoma"/>
                <a:cs typeface="Tahoma"/>
              </a:rPr>
              <a:t>ó</a:t>
            </a:r>
            <a:r>
              <a:rPr dirty="0" sz="4650" spc="-220">
                <a:latin typeface="Tahoma"/>
                <a:cs typeface="Tahoma"/>
              </a:rPr>
              <a:t>n</a:t>
            </a:r>
            <a:r>
              <a:rPr dirty="0" sz="4650" spc="-480">
                <a:latin typeface="Tahoma"/>
                <a:cs typeface="Tahoma"/>
              </a:rPr>
              <a:t> </a:t>
            </a:r>
            <a:r>
              <a:rPr dirty="0" sz="4650" spc="-380">
                <a:latin typeface="Tahoma"/>
                <a:cs typeface="Tahoma"/>
              </a:rPr>
              <a:t>d</a:t>
            </a:r>
            <a:r>
              <a:rPr dirty="0" sz="4650" spc="-170">
                <a:latin typeface="Tahoma"/>
                <a:cs typeface="Tahoma"/>
              </a:rPr>
              <a:t>e</a:t>
            </a:r>
            <a:endParaRPr sz="4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650" spc="-340">
                <a:latin typeface="Tahoma"/>
                <a:cs typeface="Tahoma"/>
              </a:rPr>
              <a:t>Memoria</a:t>
            </a:r>
            <a:endParaRPr sz="4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79" y="3681323"/>
            <a:ext cx="5516880" cy="1435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90"/>
              </a:spcBef>
            </a:pP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La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gestión </a:t>
            </a:r>
            <a:r>
              <a:rPr dirty="0" sz="1400" spc="-15">
                <a:solidFill>
                  <a:srgbClr val="E5E0DF"/>
                </a:solidFill>
                <a:latin typeface="Trebuchet MS"/>
                <a:cs typeface="Trebuchet MS"/>
              </a:rPr>
              <a:t>eficiente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memoria 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es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crucial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para 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el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rendimiento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del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software.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Este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documento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explora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técnicas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mejores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prácticas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para </a:t>
            </a:r>
            <a:r>
              <a:rPr dirty="0" sz="1400" spc="-40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optimizar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el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rebuchet MS"/>
                <a:cs typeface="Trebuchet MS"/>
              </a:rPr>
              <a:t>uso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del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heap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prevenir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fugas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memoria.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Trebuchet MS"/>
              <a:cs typeface="Trebuchet MS"/>
            </a:endParaRPr>
          </a:p>
          <a:p>
            <a:pPr marL="394970">
              <a:lnSpc>
                <a:spcPct val="100000"/>
              </a:lnSpc>
            </a:pPr>
            <a:r>
              <a:rPr dirty="0" sz="1800" spc="-90" b="1">
                <a:solidFill>
                  <a:srgbClr val="E5E0DF"/>
                </a:solidFill>
                <a:latin typeface="Tahoma"/>
                <a:cs typeface="Tahoma"/>
              </a:rPr>
              <a:t>p</a:t>
            </a:r>
            <a:r>
              <a:rPr dirty="0" sz="1800" spc="-120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800" spc="-35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800" spc="-8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800" spc="-90" b="1">
                <a:solidFill>
                  <a:srgbClr val="E5E0DF"/>
                </a:solidFill>
                <a:latin typeface="Tahoma"/>
                <a:cs typeface="Tahoma"/>
              </a:rPr>
              <a:t>H</a:t>
            </a:r>
            <a:r>
              <a:rPr dirty="0" sz="1800" spc="-7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800" spc="-85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800" spc="-20" b="1">
                <a:solidFill>
                  <a:srgbClr val="E5E0DF"/>
                </a:solidFill>
                <a:latin typeface="Tahoma"/>
                <a:cs typeface="Tahoma"/>
              </a:rPr>
              <a:t>r</a:t>
            </a:r>
            <a:r>
              <a:rPr dirty="0" sz="1800" spc="-20" b="1">
                <a:solidFill>
                  <a:srgbClr val="E5E0DF"/>
                </a:solidFill>
                <a:latin typeface="Tahoma"/>
                <a:cs typeface="Tahoma"/>
              </a:rPr>
              <a:t>y</a:t>
            </a:r>
            <a:r>
              <a:rPr dirty="0" sz="1800" spc="-8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800" spc="-165" b="1">
                <a:solidFill>
                  <a:srgbClr val="E5E0DF"/>
                </a:solidFill>
                <a:latin typeface="Tahoma"/>
                <a:cs typeface="Tahoma"/>
              </a:rPr>
              <a:t>M</a:t>
            </a:r>
            <a:r>
              <a:rPr dirty="0" sz="1800" spc="-70" b="1">
                <a:solidFill>
                  <a:srgbClr val="E5E0DF"/>
                </a:solidFill>
                <a:latin typeface="Tahoma"/>
                <a:cs typeface="Tahoma"/>
              </a:rPr>
              <a:t>e</a:t>
            </a:r>
            <a:r>
              <a:rPr dirty="0" sz="1800" spc="-90" b="1">
                <a:solidFill>
                  <a:srgbClr val="E5E0DF"/>
                </a:solidFill>
                <a:latin typeface="Tahoma"/>
                <a:cs typeface="Tahoma"/>
              </a:rPr>
              <a:t>n</a:t>
            </a:r>
            <a:r>
              <a:rPr dirty="0" sz="1800" spc="-105" b="1">
                <a:solidFill>
                  <a:srgbClr val="E5E0DF"/>
                </a:solidFill>
                <a:latin typeface="Tahoma"/>
                <a:cs typeface="Tahoma"/>
              </a:rPr>
              <a:t>d</a:t>
            </a:r>
            <a:r>
              <a:rPr dirty="0" sz="1800" spc="-120" b="1">
                <a:solidFill>
                  <a:srgbClr val="E5E0DF"/>
                </a:solidFill>
                <a:latin typeface="Tahoma"/>
                <a:cs typeface="Tahoma"/>
              </a:rPr>
              <a:t>o</a:t>
            </a:r>
            <a:r>
              <a:rPr dirty="0" sz="1800" spc="20" b="1">
                <a:solidFill>
                  <a:srgbClr val="E5E0DF"/>
                </a:solidFill>
                <a:latin typeface="Tahoma"/>
                <a:cs typeface="Tahoma"/>
              </a:rPr>
              <a:t>z</a:t>
            </a:r>
            <a:r>
              <a:rPr dirty="0" sz="1800" spc="-80" b="1">
                <a:solidFill>
                  <a:srgbClr val="E5E0DF"/>
                </a:solidFill>
                <a:latin typeface="Tahoma"/>
                <a:cs typeface="Tahoma"/>
              </a:rPr>
              <a:t>a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175" y="4857750"/>
            <a:ext cx="295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9572" y="3159125"/>
            <a:ext cx="6966584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3350" spc="-12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3350" spc="-6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35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3350" spc="-14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350" spc="-140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3350" spc="-12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3350" spc="-12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3350" spc="21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35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-10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3350" spc="-5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35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7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350" spc="-9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35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3350" spc="-9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3350" spc="-114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3350" spc="-9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35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3350" spc="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3350" spc="-15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3350" spc="-90" b="1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dirty="0" sz="3350" spc="2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335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-10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3350" spc="-5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3350" spc="-3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254" b="1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3350" spc="-1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350" spc="8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3350" spc="-85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3350" spc="-17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335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335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8700" y="4238625"/>
            <a:ext cx="409575" cy="409575"/>
            <a:chOff x="1028700" y="4238625"/>
            <a:chExt cx="409575" cy="409575"/>
          </a:xfrm>
        </p:grpSpPr>
        <p:sp>
          <p:nvSpPr>
            <p:cNvPr id="4" name="object 4"/>
            <p:cNvSpPr/>
            <p:nvPr/>
          </p:nvSpPr>
          <p:spPr>
            <a:xfrm>
              <a:off x="1033462" y="42433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19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19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33462" y="42433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4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19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6" y="398919"/>
                  </a:lnTo>
                  <a:lnTo>
                    <a:pt x="43685" y="398157"/>
                  </a:lnTo>
                  <a:lnTo>
                    <a:pt x="39994" y="397040"/>
                  </a:lnTo>
                  <a:lnTo>
                    <a:pt x="36418" y="395554"/>
                  </a:lnTo>
                  <a:lnTo>
                    <a:pt x="32840" y="394068"/>
                  </a:lnTo>
                  <a:lnTo>
                    <a:pt x="29438" y="392252"/>
                  </a:lnTo>
                  <a:lnTo>
                    <a:pt x="26219" y="390105"/>
                  </a:lnTo>
                  <a:lnTo>
                    <a:pt x="22998" y="387959"/>
                  </a:lnTo>
                  <a:lnTo>
                    <a:pt x="20017" y="385508"/>
                  </a:lnTo>
                  <a:lnTo>
                    <a:pt x="17278" y="382765"/>
                  </a:lnTo>
                  <a:lnTo>
                    <a:pt x="14540" y="380034"/>
                  </a:lnTo>
                  <a:lnTo>
                    <a:pt x="12094" y="377050"/>
                  </a:lnTo>
                  <a:lnTo>
                    <a:pt x="9941" y="373824"/>
                  </a:lnTo>
                  <a:lnTo>
                    <a:pt x="7788" y="370611"/>
                  </a:lnTo>
                  <a:lnTo>
                    <a:pt x="5972" y="367207"/>
                  </a:lnTo>
                  <a:lnTo>
                    <a:pt x="4489" y="363626"/>
                  </a:lnTo>
                  <a:lnTo>
                    <a:pt x="3006" y="360045"/>
                  </a:lnTo>
                  <a:lnTo>
                    <a:pt x="1889" y="356362"/>
                  </a:lnTo>
                  <a:lnTo>
                    <a:pt x="1131" y="352564"/>
                  </a:lnTo>
                  <a:lnTo>
                    <a:pt x="377" y="348767"/>
                  </a:lnTo>
                  <a:lnTo>
                    <a:pt x="0" y="344919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76883" y="4235450"/>
            <a:ext cx="1282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65" b="1">
                <a:solidFill>
                  <a:srgbClr val="E5E0D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1610" y="4192587"/>
            <a:ext cx="2107565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Definición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Proceso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automático de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o 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z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 spc="105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55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195">
                <a:solidFill>
                  <a:srgbClr val="E5E0D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19575" y="4238625"/>
            <a:ext cx="409575" cy="409575"/>
            <a:chOff x="4219575" y="4238625"/>
            <a:chExt cx="409575" cy="409575"/>
          </a:xfrm>
        </p:grpSpPr>
        <p:sp>
          <p:nvSpPr>
            <p:cNvPr id="9" name="object 9"/>
            <p:cNvSpPr/>
            <p:nvPr/>
          </p:nvSpPr>
          <p:spPr>
            <a:xfrm>
              <a:off x="4224337" y="42433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19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19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24337" y="42433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52" y="29438"/>
                  </a:lnTo>
                  <a:lnTo>
                    <a:pt x="394081" y="32842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19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92252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6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24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19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332185" y="4235450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 b="1">
                <a:solidFill>
                  <a:srgbClr val="E5E0D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4148" y="4192587"/>
            <a:ext cx="2066925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E5E0DF"/>
                </a:solidFill>
                <a:latin typeface="Trebuchet MS"/>
                <a:cs typeface="Trebuchet MS"/>
              </a:rPr>
              <a:t>Propósito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dirty="0" sz="1400" spc="114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v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55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 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recursos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mantiene </a:t>
            </a:r>
            <a:r>
              <a:rPr dirty="0" sz="1400" spc="-15">
                <a:solidFill>
                  <a:srgbClr val="E5E0DF"/>
                </a:solidFill>
                <a:latin typeface="Trebuchet MS"/>
                <a:cs typeface="Trebuchet MS"/>
              </a:rPr>
              <a:t>la 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estabilidad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del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sistema.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00925" y="4238625"/>
            <a:ext cx="409575" cy="409575"/>
            <a:chOff x="7400925" y="4238625"/>
            <a:chExt cx="409575" cy="409575"/>
          </a:xfrm>
        </p:grpSpPr>
        <p:sp>
          <p:nvSpPr>
            <p:cNvPr id="14" name="object 14"/>
            <p:cNvSpPr/>
            <p:nvPr/>
          </p:nvSpPr>
          <p:spPr>
            <a:xfrm>
              <a:off x="7405687" y="42433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19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19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405687" y="42433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79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87959" y="22999"/>
                  </a:lnTo>
                  <a:lnTo>
                    <a:pt x="390105" y="26225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19"/>
                  </a:lnTo>
                  <a:lnTo>
                    <a:pt x="399669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24"/>
                  </a:lnTo>
                  <a:lnTo>
                    <a:pt x="387959" y="377050"/>
                  </a:lnTo>
                  <a:lnTo>
                    <a:pt x="385508" y="380034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23" y="395554"/>
                  </a:lnTo>
                  <a:lnTo>
                    <a:pt x="32842" y="39406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12090" y="377050"/>
                  </a:lnTo>
                  <a:lnTo>
                    <a:pt x="9944" y="373824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79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19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516215" y="4235450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0" b="1">
                <a:solidFill>
                  <a:srgbClr val="E5E0D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76689" y="4192587"/>
            <a:ext cx="2332355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Importancia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740"/>
              </a:spcBef>
            </a:pP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F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n  </a:t>
            </a:r>
            <a:r>
              <a:rPr dirty="0" sz="1400" spc="-2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f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n 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lenguajes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alto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Trebuchet MS"/>
                <a:cs typeface="Trebuchet MS"/>
              </a:rPr>
              <a:t>nivel.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1463675"/>
            <a:ext cx="833755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30"/>
              <a:t>M</a:t>
            </a:r>
            <a:r>
              <a:rPr dirty="0" spc="-95"/>
              <a:t>e</a:t>
            </a:r>
            <a:r>
              <a:rPr dirty="0" spc="-10"/>
              <a:t>c</a:t>
            </a:r>
            <a:r>
              <a:rPr dirty="0" spc="10"/>
              <a:t>a</a:t>
            </a:r>
            <a:r>
              <a:rPr dirty="0" spc="-85"/>
              <a:t>n</a:t>
            </a:r>
            <a:r>
              <a:rPr dirty="0" spc="-150"/>
              <a:t>i</a:t>
            </a:r>
            <a:r>
              <a:rPr dirty="0" spc="110"/>
              <a:t>s</a:t>
            </a:r>
            <a:r>
              <a:rPr dirty="0" spc="-10"/>
              <a:t>m</a:t>
            </a:r>
            <a:r>
              <a:rPr dirty="0" spc="-120"/>
              <a:t>o</a:t>
            </a:r>
            <a:r>
              <a:rPr dirty="0" spc="215"/>
              <a:t>s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45"/>
              <a:t>I</a:t>
            </a:r>
            <a:r>
              <a:rPr dirty="0" spc="-10"/>
              <a:t>m</a:t>
            </a:r>
            <a:r>
              <a:rPr dirty="0" spc="-110"/>
              <a:t>p</a:t>
            </a:r>
            <a:r>
              <a:rPr dirty="0" spc="-114"/>
              <a:t>l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40"/>
              <a:t>e</a:t>
            </a:r>
            <a:r>
              <a:rPr dirty="0" spc="-135"/>
              <a:t>n</a:t>
            </a:r>
            <a:r>
              <a:rPr dirty="0" spc="-125"/>
              <a:t>t</a:t>
            </a:r>
            <a:r>
              <a:rPr dirty="0" spc="10"/>
              <a:t>a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55"/>
              <a:t>G</a:t>
            </a:r>
            <a:r>
              <a:rPr dirty="0" spc="10"/>
              <a:t>a</a:t>
            </a:r>
            <a:r>
              <a:rPr dirty="0" spc="-150"/>
              <a:t>r</a:t>
            </a:r>
            <a:r>
              <a:rPr dirty="0" spc="-95"/>
              <a:t>b</a:t>
            </a:r>
            <a:r>
              <a:rPr dirty="0" spc="10"/>
              <a:t>a</a:t>
            </a:r>
            <a:r>
              <a:rPr dirty="0" spc="130"/>
              <a:t>g</a:t>
            </a:r>
            <a:r>
              <a:rPr dirty="0" spc="-35"/>
              <a:t>e  </a:t>
            </a:r>
            <a:r>
              <a:rPr dirty="0" spc="-10"/>
              <a:t>C</a:t>
            </a:r>
            <a:r>
              <a:rPr dirty="0" spc="-90"/>
              <a:t>o</a:t>
            </a:r>
            <a:r>
              <a:rPr dirty="0" spc="-30">
                <a:latin typeface="Tahoma"/>
                <a:cs typeface="Tahoma"/>
              </a:rPr>
              <a:t>l</a:t>
            </a:r>
            <a:r>
              <a:rPr dirty="0" spc="-204">
                <a:latin typeface="Tahoma"/>
                <a:cs typeface="Tahoma"/>
              </a:rPr>
              <a:t> </a:t>
            </a:r>
            <a:r>
              <a:rPr dirty="0" spc="-95"/>
              <a:t>e</a:t>
            </a:r>
            <a:r>
              <a:rPr dirty="0" spc="-10"/>
              <a:t>c</a:t>
            </a:r>
            <a:r>
              <a:rPr dirty="0" spc="-175"/>
              <a:t>t</a:t>
            </a:r>
            <a:r>
              <a:rPr dirty="0" spc="-150"/>
              <a:t>i</a:t>
            </a:r>
            <a:r>
              <a:rPr dirty="0" spc="-120"/>
              <a:t>o</a:t>
            </a:r>
            <a:r>
              <a:rPr dirty="0" spc="2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572" y="3049587"/>
            <a:ext cx="2815590" cy="1609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-10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75" b="1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140" b="1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-8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-6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4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650" spc="2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900"/>
              </a:lnSpc>
              <a:spcBef>
                <a:spcPts val="1250"/>
              </a:spcBef>
            </a:pP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j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cc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Lucida Sans Unicode"/>
                <a:cs typeface="Lucida Sans Unicode"/>
              </a:rPr>
              <a:t>y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a 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8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f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  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1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,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u</a:t>
            </a:r>
            <a:r>
              <a:rPr dirty="0" sz="1400" spc="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f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g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r  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h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8696" y="3049587"/>
            <a:ext cx="2813050" cy="1314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-5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cc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650" spc="-5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-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-45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6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1265"/>
              </a:spcBef>
            </a:pP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j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v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v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un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u</a:t>
            </a: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v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a 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g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ó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60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á</a:t>
            </a: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,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u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á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s 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memoria.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77835" y="3049587"/>
            <a:ext cx="2761615" cy="1314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-5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cc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50" spc="-15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1650" spc="-5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-2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650" spc="-7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650" spc="1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650" spc="-7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650" spc="-5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650" spc="-2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1265"/>
              </a:spcBef>
            </a:pP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v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j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z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a 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ó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j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  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v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53325"/>
          </a:xfrm>
          <a:custGeom>
            <a:avLst/>
            <a:gdLst/>
            <a:ahLst/>
            <a:cxnLst/>
            <a:rect l="l" t="t" r="r" b="b"/>
            <a:pathLst>
              <a:path w="11430000" h="7553325">
                <a:moveTo>
                  <a:pt x="11430000" y="0"/>
                </a:moveTo>
                <a:lnTo>
                  <a:pt x="0" y="0"/>
                </a:lnTo>
                <a:lnTo>
                  <a:pt x="0" y="7553325"/>
                </a:lnTo>
                <a:lnTo>
                  <a:pt x="11430000" y="75533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2764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711450"/>
            <a:ext cx="60845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80"/>
              <a:t>P</a:t>
            </a:r>
            <a:r>
              <a:rPr dirty="0" spc="-220"/>
              <a:t>r</a:t>
            </a:r>
            <a:r>
              <a:rPr dirty="0" spc="-90"/>
              <a:t>o</a:t>
            </a:r>
            <a:r>
              <a:rPr dirty="0" spc="-110"/>
              <a:t>b</a:t>
            </a:r>
            <a:r>
              <a:rPr dirty="0" spc="-114"/>
              <a:t>l</a:t>
            </a:r>
            <a:r>
              <a:rPr dirty="0" spc="-140"/>
              <a:t>e</a:t>
            </a:r>
            <a:r>
              <a:rPr dirty="0" spc="-25"/>
              <a:t>m</a:t>
            </a:r>
            <a:r>
              <a:rPr dirty="0" spc="-10"/>
              <a:t>a</a:t>
            </a:r>
            <a:r>
              <a:rPr dirty="0" spc="215"/>
              <a:t>s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420"/>
              <a:t>F</a:t>
            </a:r>
            <a:r>
              <a:rPr dirty="0" spc="-120"/>
              <a:t>u</a:t>
            </a:r>
            <a:r>
              <a:rPr dirty="0" spc="165"/>
              <a:t>g</a:t>
            </a:r>
            <a:r>
              <a:rPr dirty="0" spc="-10"/>
              <a:t>a</a:t>
            </a:r>
            <a:r>
              <a:rPr dirty="0" spc="215"/>
              <a:t>s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130"/>
              <a:t>M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20"/>
              <a:t>o</a:t>
            </a:r>
            <a:r>
              <a:rPr dirty="0" spc="-150"/>
              <a:t>r</a:t>
            </a:r>
            <a:r>
              <a:rPr dirty="0" spc="-150"/>
              <a:t>i</a:t>
            </a:r>
            <a:r>
              <a:rPr dirty="0" spc="95"/>
              <a:t>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099988" y="3590925"/>
            <a:ext cx="1028700" cy="3457575"/>
            <a:chOff x="1099988" y="3590925"/>
            <a:chExt cx="1028700" cy="3457575"/>
          </a:xfrm>
        </p:grpSpPr>
        <p:sp>
          <p:nvSpPr>
            <p:cNvPr id="6" name="object 6"/>
            <p:cNvSpPr/>
            <p:nvPr/>
          </p:nvSpPr>
          <p:spPr>
            <a:xfrm>
              <a:off x="1295400" y="3590925"/>
              <a:ext cx="833755" cy="3457575"/>
            </a:xfrm>
            <a:custGeom>
              <a:avLst/>
              <a:gdLst/>
              <a:ahLst/>
              <a:cxnLst/>
              <a:rect l="l" t="t" r="r" b="b"/>
              <a:pathLst>
                <a:path w="833755" h="3457575">
                  <a:moveTo>
                    <a:pt x="19050" y="6896"/>
                  </a:moveTo>
                  <a:lnTo>
                    <a:pt x="18122" y="4648"/>
                  </a:lnTo>
                  <a:lnTo>
                    <a:pt x="14389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3448050"/>
                  </a:lnTo>
                  <a:lnTo>
                    <a:pt x="0" y="3450691"/>
                  </a:lnTo>
                  <a:lnTo>
                    <a:pt x="927" y="3452926"/>
                  </a:lnTo>
                  <a:lnTo>
                    <a:pt x="4648" y="3456648"/>
                  </a:lnTo>
                  <a:lnTo>
                    <a:pt x="6896" y="3457575"/>
                  </a:lnTo>
                  <a:lnTo>
                    <a:pt x="12153" y="3457575"/>
                  </a:lnTo>
                  <a:lnTo>
                    <a:pt x="14389" y="3456648"/>
                  </a:lnTo>
                  <a:lnTo>
                    <a:pt x="18122" y="3452926"/>
                  </a:lnTo>
                  <a:lnTo>
                    <a:pt x="19050" y="3450691"/>
                  </a:lnTo>
                  <a:lnTo>
                    <a:pt x="19050" y="6896"/>
                  </a:lnTo>
                  <a:close/>
                </a:path>
                <a:path w="833755" h="3457575">
                  <a:moveTo>
                    <a:pt x="833285" y="406946"/>
                  </a:moveTo>
                  <a:lnTo>
                    <a:pt x="832358" y="404698"/>
                  </a:lnTo>
                  <a:lnTo>
                    <a:pt x="828636" y="400977"/>
                  </a:lnTo>
                  <a:lnTo>
                    <a:pt x="826389" y="400050"/>
                  </a:lnTo>
                  <a:lnTo>
                    <a:pt x="202006" y="400050"/>
                  </a:lnTo>
                  <a:lnTo>
                    <a:pt x="199758" y="400977"/>
                  </a:lnTo>
                  <a:lnTo>
                    <a:pt x="196024" y="404698"/>
                  </a:lnTo>
                  <a:lnTo>
                    <a:pt x="195110" y="406946"/>
                  </a:lnTo>
                  <a:lnTo>
                    <a:pt x="195110" y="409575"/>
                  </a:lnTo>
                  <a:lnTo>
                    <a:pt x="195110" y="412203"/>
                  </a:lnTo>
                  <a:lnTo>
                    <a:pt x="196024" y="414451"/>
                  </a:lnTo>
                  <a:lnTo>
                    <a:pt x="199758" y="418172"/>
                  </a:lnTo>
                  <a:lnTo>
                    <a:pt x="202006" y="419100"/>
                  </a:lnTo>
                  <a:lnTo>
                    <a:pt x="826389" y="419100"/>
                  </a:lnTo>
                  <a:lnTo>
                    <a:pt x="828636" y="418172"/>
                  </a:lnTo>
                  <a:lnTo>
                    <a:pt x="832358" y="414451"/>
                  </a:lnTo>
                  <a:lnTo>
                    <a:pt x="833285" y="412203"/>
                  </a:lnTo>
                  <a:lnTo>
                    <a:pt x="833285" y="406946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04751" y="37957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4" y="380034"/>
                  </a:lnTo>
                  <a:lnTo>
                    <a:pt x="400046" y="344932"/>
                  </a:lnTo>
                  <a:lnTo>
                    <a:pt x="400046" y="55118"/>
                  </a:lnTo>
                  <a:lnTo>
                    <a:pt x="380030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04751" y="37957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0" y="1130"/>
                  </a:lnTo>
                  <a:lnTo>
                    <a:pt x="356358" y="1892"/>
                  </a:lnTo>
                  <a:lnTo>
                    <a:pt x="360053" y="3009"/>
                  </a:lnTo>
                  <a:lnTo>
                    <a:pt x="363635" y="4495"/>
                  </a:lnTo>
                  <a:lnTo>
                    <a:pt x="367203" y="5969"/>
                  </a:lnTo>
                  <a:lnTo>
                    <a:pt x="390102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3" y="36423"/>
                  </a:lnTo>
                  <a:lnTo>
                    <a:pt x="397048" y="39992"/>
                  </a:lnTo>
                  <a:lnTo>
                    <a:pt x="398153" y="43688"/>
                  </a:lnTo>
                  <a:lnTo>
                    <a:pt x="398915" y="47485"/>
                  </a:lnTo>
                  <a:lnTo>
                    <a:pt x="399677" y="51282"/>
                  </a:lnTo>
                  <a:lnTo>
                    <a:pt x="400046" y="55118"/>
                  </a:lnTo>
                  <a:lnTo>
                    <a:pt x="400046" y="58991"/>
                  </a:lnTo>
                  <a:lnTo>
                    <a:pt x="400046" y="341058"/>
                  </a:lnTo>
                  <a:lnTo>
                    <a:pt x="400046" y="344932"/>
                  </a:lnTo>
                  <a:lnTo>
                    <a:pt x="399677" y="348767"/>
                  </a:lnTo>
                  <a:lnTo>
                    <a:pt x="398915" y="352564"/>
                  </a:lnTo>
                  <a:lnTo>
                    <a:pt x="398153" y="356362"/>
                  </a:lnTo>
                  <a:lnTo>
                    <a:pt x="397048" y="360057"/>
                  </a:lnTo>
                  <a:lnTo>
                    <a:pt x="395563" y="363626"/>
                  </a:lnTo>
                  <a:lnTo>
                    <a:pt x="394077" y="367207"/>
                  </a:lnTo>
                  <a:lnTo>
                    <a:pt x="392261" y="370611"/>
                  </a:lnTo>
                  <a:lnTo>
                    <a:pt x="390102" y="373824"/>
                  </a:lnTo>
                  <a:lnTo>
                    <a:pt x="387955" y="377050"/>
                  </a:lnTo>
                  <a:lnTo>
                    <a:pt x="385504" y="380034"/>
                  </a:lnTo>
                  <a:lnTo>
                    <a:pt x="382774" y="382765"/>
                  </a:lnTo>
                  <a:lnTo>
                    <a:pt x="380030" y="385508"/>
                  </a:lnTo>
                  <a:lnTo>
                    <a:pt x="363635" y="395554"/>
                  </a:lnTo>
                  <a:lnTo>
                    <a:pt x="360053" y="397040"/>
                  </a:lnTo>
                  <a:lnTo>
                    <a:pt x="356358" y="398157"/>
                  </a:lnTo>
                  <a:lnTo>
                    <a:pt x="352560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17278" y="382765"/>
                  </a:lnTo>
                  <a:lnTo>
                    <a:pt x="14540" y="380034"/>
                  </a:lnTo>
                  <a:lnTo>
                    <a:pt x="12094" y="377050"/>
                  </a:lnTo>
                  <a:lnTo>
                    <a:pt x="9941" y="373824"/>
                  </a:lnTo>
                  <a:lnTo>
                    <a:pt x="7788" y="370611"/>
                  </a:lnTo>
                  <a:lnTo>
                    <a:pt x="5972" y="367207"/>
                  </a:lnTo>
                  <a:lnTo>
                    <a:pt x="4489" y="363626"/>
                  </a:lnTo>
                  <a:lnTo>
                    <a:pt x="3006" y="360057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5195" y="3787775"/>
            <a:ext cx="1282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65" b="1">
                <a:solidFill>
                  <a:srgbClr val="E5E0D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4731" y="3725862"/>
            <a:ext cx="6843395" cy="657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Definición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Ocurren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cuando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la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memoria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asignada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no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se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libera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correctamente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después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su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uso.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99988" y="5010150"/>
            <a:ext cx="1028700" cy="409575"/>
            <a:chOff x="1099988" y="5010150"/>
            <a:chExt cx="1028700" cy="409575"/>
          </a:xfrm>
        </p:grpSpPr>
        <p:sp>
          <p:nvSpPr>
            <p:cNvPr id="12" name="object 12"/>
            <p:cNvSpPr/>
            <p:nvPr/>
          </p:nvSpPr>
          <p:spPr>
            <a:xfrm>
              <a:off x="1490510" y="5200650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53"/>
                  </a:lnTo>
                  <a:lnTo>
                    <a:pt x="638175" y="6896"/>
                  </a:lnTo>
                  <a:lnTo>
                    <a:pt x="637247" y="4648"/>
                  </a:lnTo>
                  <a:lnTo>
                    <a:pt x="633526" y="927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04751" y="50149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7" y="385508"/>
                  </a:lnTo>
                  <a:lnTo>
                    <a:pt x="55120" y="400050"/>
                  </a:lnTo>
                  <a:lnTo>
                    <a:pt x="344928" y="400050"/>
                  </a:lnTo>
                  <a:lnTo>
                    <a:pt x="385504" y="380034"/>
                  </a:lnTo>
                  <a:lnTo>
                    <a:pt x="400046" y="344932"/>
                  </a:lnTo>
                  <a:lnTo>
                    <a:pt x="400046" y="55118"/>
                  </a:lnTo>
                  <a:lnTo>
                    <a:pt x="380030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04751" y="50149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0" y="1130"/>
                  </a:lnTo>
                  <a:lnTo>
                    <a:pt x="356358" y="1892"/>
                  </a:lnTo>
                  <a:lnTo>
                    <a:pt x="360053" y="3009"/>
                  </a:lnTo>
                  <a:lnTo>
                    <a:pt x="363635" y="4495"/>
                  </a:lnTo>
                  <a:lnTo>
                    <a:pt x="367203" y="5969"/>
                  </a:lnTo>
                  <a:lnTo>
                    <a:pt x="390102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3" y="36423"/>
                  </a:lnTo>
                  <a:lnTo>
                    <a:pt x="397048" y="39992"/>
                  </a:lnTo>
                  <a:lnTo>
                    <a:pt x="398153" y="43688"/>
                  </a:lnTo>
                  <a:lnTo>
                    <a:pt x="398915" y="47485"/>
                  </a:lnTo>
                  <a:lnTo>
                    <a:pt x="399677" y="51282"/>
                  </a:lnTo>
                  <a:lnTo>
                    <a:pt x="400046" y="55118"/>
                  </a:lnTo>
                  <a:lnTo>
                    <a:pt x="400046" y="58991"/>
                  </a:lnTo>
                  <a:lnTo>
                    <a:pt x="400046" y="341058"/>
                  </a:lnTo>
                  <a:lnTo>
                    <a:pt x="400046" y="344932"/>
                  </a:lnTo>
                  <a:lnTo>
                    <a:pt x="399677" y="348767"/>
                  </a:lnTo>
                  <a:lnTo>
                    <a:pt x="398915" y="352564"/>
                  </a:lnTo>
                  <a:lnTo>
                    <a:pt x="398153" y="356362"/>
                  </a:lnTo>
                  <a:lnTo>
                    <a:pt x="397048" y="360057"/>
                  </a:lnTo>
                  <a:lnTo>
                    <a:pt x="395563" y="363626"/>
                  </a:lnTo>
                  <a:lnTo>
                    <a:pt x="394077" y="367207"/>
                  </a:lnTo>
                  <a:lnTo>
                    <a:pt x="392261" y="370611"/>
                  </a:lnTo>
                  <a:lnTo>
                    <a:pt x="390102" y="373824"/>
                  </a:lnTo>
                  <a:lnTo>
                    <a:pt x="387955" y="377050"/>
                  </a:lnTo>
                  <a:lnTo>
                    <a:pt x="385504" y="380034"/>
                  </a:lnTo>
                  <a:lnTo>
                    <a:pt x="382774" y="382765"/>
                  </a:lnTo>
                  <a:lnTo>
                    <a:pt x="380030" y="385508"/>
                  </a:lnTo>
                  <a:lnTo>
                    <a:pt x="363635" y="395554"/>
                  </a:lnTo>
                  <a:lnTo>
                    <a:pt x="360053" y="397040"/>
                  </a:lnTo>
                  <a:lnTo>
                    <a:pt x="356358" y="398157"/>
                  </a:lnTo>
                  <a:lnTo>
                    <a:pt x="352560" y="398919"/>
                  </a:lnTo>
                  <a:lnTo>
                    <a:pt x="348763" y="399669"/>
                  </a:lnTo>
                  <a:lnTo>
                    <a:pt x="344928" y="400050"/>
                  </a:lnTo>
                  <a:lnTo>
                    <a:pt x="341054" y="400050"/>
                  </a:lnTo>
                  <a:lnTo>
                    <a:pt x="58995" y="400050"/>
                  </a:lnTo>
                  <a:lnTo>
                    <a:pt x="55120" y="400050"/>
                  </a:lnTo>
                  <a:lnTo>
                    <a:pt x="51286" y="399669"/>
                  </a:lnTo>
                  <a:lnTo>
                    <a:pt x="47485" y="398919"/>
                  </a:lnTo>
                  <a:lnTo>
                    <a:pt x="43685" y="398157"/>
                  </a:lnTo>
                  <a:lnTo>
                    <a:pt x="39999" y="397040"/>
                  </a:lnTo>
                  <a:lnTo>
                    <a:pt x="36418" y="395554"/>
                  </a:lnTo>
                  <a:lnTo>
                    <a:pt x="32840" y="394081"/>
                  </a:lnTo>
                  <a:lnTo>
                    <a:pt x="17278" y="382765"/>
                  </a:lnTo>
                  <a:lnTo>
                    <a:pt x="14540" y="380034"/>
                  </a:lnTo>
                  <a:lnTo>
                    <a:pt x="12094" y="377050"/>
                  </a:lnTo>
                  <a:lnTo>
                    <a:pt x="9941" y="373824"/>
                  </a:lnTo>
                  <a:lnTo>
                    <a:pt x="7788" y="370611"/>
                  </a:lnTo>
                  <a:lnTo>
                    <a:pt x="5972" y="367207"/>
                  </a:lnTo>
                  <a:lnTo>
                    <a:pt x="4489" y="363626"/>
                  </a:lnTo>
                  <a:lnTo>
                    <a:pt x="3006" y="360057"/>
                  </a:lnTo>
                  <a:lnTo>
                    <a:pt x="1889" y="356362"/>
                  </a:lnTo>
                  <a:lnTo>
                    <a:pt x="1130" y="352564"/>
                  </a:lnTo>
                  <a:lnTo>
                    <a:pt x="377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17959" y="5006975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 b="1">
                <a:solidFill>
                  <a:srgbClr val="E5E0D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94731" y="4935537"/>
            <a:ext cx="7428230" cy="666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Causas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Referencias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persistentes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objetos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no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utilizados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errores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en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la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gestión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manual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memoria.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9988" y="6219825"/>
            <a:ext cx="1028700" cy="409575"/>
            <a:chOff x="1099988" y="6219825"/>
            <a:chExt cx="1028700" cy="409575"/>
          </a:xfrm>
        </p:grpSpPr>
        <p:sp>
          <p:nvSpPr>
            <p:cNvPr id="18" name="object 18"/>
            <p:cNvSpPr/>
            <p:nvPr/>
          </p:nvSpPr>
          <p:spPr>
            <a:xfrm>
              <a:off x="1490510" y="6419847"/>
              <a:ext cx="638175" cy="19050"/>
            </a:xfrm>
            <a:custGeom>
              <a:avLst/>
              <a:gdLst/>
              <a:ahLst/>
              <a:cxnLst/>
              <a:rect l="l" t="t" r="r" b="b"/>
              <a:pathLst>
                <a:path w="638175" h="19050">
                  <a:moveTo>
                    <a:pt x="631278" y="0"/>
                  </a:moveTo>
                  <a:lnTo>
                    <a:pt x="6896" y="0"/>
                  </a:lnTo>
                  <a:lnTo>
                    <a:pt x="4648" y="933"/>
                  </a:lnTo>
                  <a:lnTo>
                    <a:pt x="927" y="4653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60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631278" y="19050"/>
                  </a:lnTo>
                  <a:lnTo>
                    <a:pt x="633526" y="18122"/>
                  </a:lnTo>
                  <a:lnTo>
                    <a:pt x="637247" y="14401"/>
                  </a:lnTo>
                  <a:lnTo>
                    <a:pt x="638175" y="12160"/>
                  </a:lnTo>
                  <a:lnTo>
                    <a:pt x="638175" y="6896"/>
                  </a:lnTo>
                  <a:lnTo>
                    <a:pt x="637247" y="4653"/>
                  </a:lnTo>
                  <a:lnTo>
                    <a:pt x="633526" y="933"/>
                  </a:lnTo>
                  <a:lnTo>
                    <a:pt x="631278" y="0"/>
                  </a:lnTo>
                  <a:close/>
                </a:path>
              </a:pathLst>
            </a:custGeom>
            <a:solidFill>
              <a:srgbClr val="961B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04751" y="62245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28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341052"/>
                  </a:lnTo>
                  <a:lnTo>
                    <a:pt x="0" y="344926"/>
                  </a:lnTo>
                  <a:lnTo>
                    <a:pt x="20017" y="385507"/>
                  </a:lnTo>
                  <a:lnTo>
                    <a:pt x="55120" y="400047"/>
                  </a:lnTo>
                  <a:lnTo>
                    <a:pt x="344928" y="400047"/>
                  </a:lnTo>
                  <a:lnTo>
                    <a:pt x="385504" y="380030"/>
                  </a:lnTo>
                  <a:lnTo>
                    <a:pt x="400046" y="344926"/>
                  </a:lnTo>
                  <a:lnTo>
                    <a:pt x="400046" y="55118"/>
                  </a:lnTo>
                  <a:lnTo>
                    <a:pt x="380030" y="14541"/>
                  </a:lnTo>
                  <a:lnTo>
                    <a:pt x="348763" y="381"/>
                  </a:lnTo>
                  <a:lnTo>
                    <a:pt x="344928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04751" y="62245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2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0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5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341054" y="0"/>
                  </a:lnTo>
                  <a:lnTo>
                    <a:pt x="344928" y="0"/>
                  </a:lnTo>
                  <a:lnTo>
                    <a:pt x="348763" y="381"/>
                  </a:lnTo>
                  <a:lnTo>
                    <a:pt x="352560" y="1130"/>
                  </a:lnTo>
                  <a:lnTo>
                    <a:pt x="356358" y="1892"/>
                  </a:lnTo>
                  <a:lnTo>
                    <a:pt x="360053" y="3009"/>
                  </a:lnTo>
                  <a:lnTo>
                    <a:pt x="363635" y="4495"/>
                  </a:lnTo>
                  <a:lnTo>
                    <a:pt x="367203" y="5969"/>
                  </a:lnTo>
                  <a:lnTo>
                    <a:pt x="390102" y="26225"/>
                  </a:lnTo>
                  <a:lnTo>
                    <a:pt x="392261" y="29438"/>
                  </a:lnTo>
                  <a:lnTo>
                    <a:pt x="394077" y="32842"/>
                  </a:lnTo>
                  <a:lnTo>
                    <a:pt x="395563" y="36423"/>
                  </a:lnTo>
                  <a:lnTo>
                    <a:pt x="397048" y="39992"/>
                  </a:lnTo>
                  <a:lnTo>
                    <a:pt x="398153" y="43688"/>
                  </a:lnTo>
                  <a:lnTo>
                    <a:pt x="398915" y="47485"/>
                  </a:lnTo>
                  <a:lnTo>
                    <a:pt x="399677" y="51282"/>
                  </a:lnTo>
                  <a:lnTo>
                    <a:pt x="400046" y="55118"/>
                  </a:lnTo>
                  <a:lnTo>
                    <a:pt x="400046" y="58991"/>
                  </a:lnTo>
                  <a:lnTo>
                    <a:pt x="400046" y="341052"/>
                  </a:lnTo>
                  <a:lnTo>
                    <a:pt x="400046" y="344926"/>
                  </a:lnTo>
                  <a:lnTo>
                    <a:pt x="399677" y="348767"/>
                  </a:lnTo>
                  <a:lnTo>
                    <a:pt x="398915" y="352562"/>
                  </a:lnTo>
                  <a:lnTo>
                    <a:pt x="398153" y="356362"/>
                  </a:lnTo>
                  <a:lnTo>
                    <a:pt x="397048" y="360052"/>
                  </a:lnTo>
                  <a:lnTo>
                    <a:pt x="395563" y="363630"/>
                  </a:lnTo>
                  <a:lnTo>
                    <a:pt x="394077" y="367211"/>
                  </a:lnTo>
                  <a:lnTo>
                    <a:pt x="392261" y="370610"/>
                  </a:lnTo>
                  <a:lnTo>
                    <a:pt x="390102" y="373829"/>
                  </a:lnTo>
                  <a:lnTo>
                    <a:pt x="387955" y="377054"/>
                  </a:lnTo>
                  <a:lnTo>
                    <a:pt x="352560" y="398917"/>
                  </a:lnTo>
                  <a:lnTo>
                    <a:pt x="344928" y="400047"/>
                  </a:lnTo>
                  <a:lnTo>
                    <a:pt x="341054" y="400047"/>
                  </a:lnTo>
                  <a:lnTo>
                    <a:pt x="58995" y="400047"/>
                  </a:lnTo>
                  <a:lnTo>
                    <a:pt x="55120" y="400047"/>
                  </a:lnTo>
                  <a:lnTo>
                    <a:pt x="51286" y="399671"/>
                  </a:lnTo>
                  <a:lnTo>
                    <a:pt x="26217" y="390105"/>
                  </a:lnTo>
                  <a:lnTo>
                    <a:pt x="22998" y="387953"/>
                  </a:lnTo>
                  <a:lnTo>
                    <a:pt x="9941" y="373829"/>
                  </a:lnTo>
                  <a:lnTo>
                    <a:pt x="7788" y="370610"/>
                  </a:lnTo>
                  <a:lnTo>
                    <a:pt x="5972" y="367211"/>
                  </a:lnTo>
                  <a:lnTo>
                    <a:pt x="4489" y="363630"/>
                  </a:lnTo>
                  <a:lnTo>
                    <a:pt x="3006" y="360052"/>
                  </a:lnTo>
                  <a:lnTo>
                    <a:pt x="1889" y="356362"/>
                  </a:lnTo>
                  <a:lnTo>
                    <a:pt x="1130" y="352562"/>
                  </a:lnTo>
                  <a:lnTo>
                    <a:pt x="377" y="348767"/>
                  </a:lnTo>
                  <a:lnTo>
                    <a:pt x="0" y="344926"/>
                  </a:lnTo>
                  <a:lnTo>
                    <a:pt x="0" y="341052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219447" y="6216647"/>
            <a:ext cx="1797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0" b="1">
                <a:solidFill>
                  <a:srgbClr val="E5E0D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94731" y="6154735"/>
            <a:ext cx="7583805" cy="666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" b="1">
                <a:solidFill>
                  <a:srgbClr val="E5E0DF"/>
                </a:solidFill>
                <a:latin typeface="Trebuchet MS"/>
                <a:cs typeface="Trebuchet MS"/>
              </a:rPr>
              <a:t>Impacto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Degradación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del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rendimiento,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aumento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del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consumo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recursos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Lucida Sans Unicode"/>
                <a:cs typeface="Lucida Sans Unicode"/>
              </a:rPr>
              <a:t>y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posibles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fallos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del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sistema.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0416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67700"/>
          </a:xfrm>
          <a:custGeom>
            <a:avLst/>
            <a:gdLst/>
            <a:ahLst/>
            <a:cxnLst/>
            <a:rect l="l" t="t" r="r" b="b"/>
            <a:pathLst>
              <a:path w="11430000" h="8267700">
                <a:moveTo>
                  <a:pt x="11430000" y="0"/>
                </a:moveTo>
                <a:lnTo>
                  <a:pt x="0" y="0"/>
                </a:lnTo>
                <a:lnTo>
                  <a:pt x="0" y="8267700"/>
                </a:lnTo>
                <a:lnTo>
                  <a:pt x="11430000" y="8267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8267700"/>
            <a:chOff x="7143750" y="253"/>
            <a:chExt cx="4286250" cy="8267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82674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7754874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34975"/>
            <a:ext cx="550291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415"/>
              <a:t>T</a:t>
            </a:r>
            <a:r>
              <a:rPr dirty="0" spc="-155"/>
              <a:t>é</a:t>
            </a:r>
            <a:r>
              <a:rPr dirty="0" spc="-10"/>
              <a:t>c</a:t>
            </a:r>
            <a:r>
              <a:rPr dirty="0" spc="-85"/>
              <a:t>n</a:t>
            </a:r>
            <a:r>
              <a:rPr dirty="0" spc="-150"/>
              <a:t>i</a:t>
            </a:r>
            <a:r>
              <a:rPr dirty="0" spc="-10"/>
              <a:t>c</a:t>
            </a:r>
            <a:r>
              <a:rPr dirty="0" spc="-10"/>
              <a:t>a</a:t>
            </a:r>
            <a:r>
              <a:rPr dirty="0" spc="215"/>
              <a:t>s</a:t>
            </a:r>
            <a:r>
              <a:rPr dirty="0" spc="-370"/>
              <a:t> </a:t>
            </a:r>
            <a:r>
              <a:rPr dirty="0" spc="-95"/>
              <a:t>p</a:t>
            </a:r>
            <a:r>
              <a:rPr dirty="0" spc="10"/>
              <a:t>a</a:t>
            </a:r>
            <a:r>
              <a:rPr dirty="0" spc="-170"/>
              <a:t>r</a:t>
            </a:r>
            <a:r>
              <a:rPr dirty="0" spc="95"/>
              <a:t>a</a:t>
            </a:r>
            <a:r>
              <a:rPr dirty="0" spc="-370"/>
              <a:t> </a:t>
            </a:r>
            <a:r>
              <a:rPr dirty="0" spc="80"/>
              <a:t>P</a:t>
            </a:r>
            <a:r>
              <a:rPr dirty="0" spc="-220"/>
              <a:t>r</a:t>
            </a:r>
            <a:r>
              <a:rPr dirty="0" spc="-220"/>
              <a:t>e</a:t>
            </a:r>
            <a:r>
              <a:rPr dirty="0" spc="-35"/>
              <a:t>v</a:t>
            </a:r>
            <a:r>
              <a:rPr dirty="0" spc="-140"/>
              <a:t>e</a:t>
            </a:r>
            <a:r>
              <a:rPr dirty="0" spc="-85"/>
              <a:t>n</a:t>
            </a:r>
            <a:r>
              <a:rPr dirty="0" spc="-150"/>
              <a:t>i</a:t>
            </a:r>
            <a:r>
              <a:rPr dirty="0" spc="-30"/>
              <a:t>r</a:t>
            </a:r>
            <a:r>
              <a:rPr dirty="0" spc="-370"/>
              <a:t> </a:t>
            </a:r>
            <a:r>
              <a:rPr dirty="0" spc="-420"/>
              <a:t>F</a:t>
            </a:r>
            <a:r>
              <a:rPr dirty="0" spc="-120"/>
              <a:t>u</a:t>
            </a:r>
            <a:r>
              <a:rPr dirty="0" spc="165"/>
              <a:t>g</a:t>
            </a:r>
            <a:r>
              <a:rPr dirty="0" spc="-10"/>
              <a:t>a</a:t>
            </a:r>
            <a:r>
              <a:rPr dirty="0" spc="175"/>
              <a:t>s 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130"/>
              <a:t>M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20"/>
              <a:t>o</a:t>
            </a:r>
            <a:r>
              <a:rPr dirty="0" spc="-150"/>
              <a:t>r</a:t>
            </a:r>
            <a:r>
              <a:rPr dirty="0" spc="-150"/>
              <a:t>i</a:t>
            </a:r>
            <a:r>
              <a:rPr dirty="0" spc="95"/>
              <a:t>a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38175" y="1847849"/>
            <a:ext cx="5867400" cy="1343025"/>
            <a:chOff x="638175" y="1847849"/>
            <a:chExt cx="5867400" cy="1343025"/>
          </a:xfrm>
        </p:grpSpPr>
        <p:sp>
          <p:nvSpPr>
            <p:cNvPr id="8" name="object 8"/>
            <p:cNvSpPr/>
            <p:nvPr/>
          </p:nvSpPr>
          <p:spPr>
            <a:xfrm>
              <a:off x="642937" y="1852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5802757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274508"/>
                  </a:lnTo>
                  <a:lnTo>
                    <a:pt x="0" y="1278369"/>
                  </a:lnTo>
                  <a:lnTo>
                    <a:pt x="20017" y="1318958"/>
                  </a:lnTo>
                  <a:lnTo>
                    <a:pt x="55120" y="1333500"/>
                  </a:lnTo>
                  <a:lnTo>
                    <a:pt x="5802757" y="1333500"/>
                  </a:lnTo>
                  <a:lnTo>
                    <a:pt x="5843333" y="1313484"/>
                  </a:lnTo>
                  <a:lnTo>
                    <a:pt x="5857875" y="1278369"/>
                  </a:lnTo>
                  <a:lnTo>
                    <a:pt x="5857875" y="55118"/>
                  </a:lnTo>
                  <a:lnTo>
                    <a:pt x="5837859" y="14541"/>
                  </a:lnTo>
                  <a:lnTo>
                    <a:pt x="5806592" y="381"/>
                  </a:lnTo>
                  <a:lnTo>
                    <a:pt x="580275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2937" y="1852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0" y="12745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5798883" y="0"/>
                  </a:lnTo>
                  <a:lnTo>
                    <a:pt x="5802757" y="0"/>
                  </a:lnTo>
                  <a:lnTo>
                    <a:pt x="5806592" y="381"/>
                  </a:lnTo>
                  <a:lnTo>
                    <a:pt x="5810389" y="1130"/>
                  </a:lnTo>
                  <a:lnTo>
                    <a:pt x="5814187" y="1892"/>
                  </a:lnTo>
                  <a:lnTo>
                    <a:pt x="5817870" y="3009"/>
                  </a:lnTo>
                  <a:lnTo>
                    <a:pt x="5821451" y="4495"/>
                  </a:lnTo>
                  <a:lnTo>
                    <a:pt x="5825032" y="5969"/>
                  </a:lnTo>
                  <a:lnTo>
                    <a:pt x="5828436" y="7785"/>
                  </a:lnTo>
                  <a:lnTo>
                    <a:pt x="5831662" y="9944"/>
                  </a:lnTo>
                  <a:lnTo>
                    <a:pt x="5834875" y="12090"/>
                  </a:lnTo>
                  <a:lnTo>
                    <a:pt x="5837859" y="14541"/>
                  </a:lnTo>
                  <a:lnTo>
                    <a:pt x="5840590" y="17284"/>
                  </a:lnTo>
                  <a:lnTo>
                    <a:pt x="5843333" y="20015"/>
                  </a:lnTo>
                  <a:lnTo>
                    <a:pt x="5845784" y="22999"/>
                  </a:lnTo>
                  <a:lnTo>
                    <a:pt x="5847930" y="26225"/>
                  </a:lnTo>
                  <a:lnTo>
                    <a:pt x="5850089" y="29438"/>
                  </a:lnTo>
                  <a:lnTo>
                    <a:pt x="5851906" y="32842"/>
                  </a:lnTo>
                  <a:lnTo>
                    <a:pt x="5853379" y="36423"/>
                  </a:lnTo>
                  <a:lnTo>
                    <a:pt x="5854865" y="39992"/>
                  </a:lnTo>
                  <a:lnTo>
                    <a:pt x="5855982" y="43688"/>
                  </a:lnTo>
                  <a:lnTo>
                    <a:pt x="5856744" y="47485"/>
                  </a:lnTo>
                  <a:lnTo>
                    <a:pt x="5857494" y="51282"/>
                  </a:lnTo>
                  <a:lnTo>
                    <a:pt x="5857875" y="55118"/>
                  </a:lnTo>
                  <a:lnTo>
                    <a:pt x="5857875" y="58991"/>
                  </a:lnTo>
                  <a:lnTo>
                    <a:pt x="5857875" y="1274508"/>
                  </a:lnTo>
                  <a:lnTo>
                    <a:pt x="5857875" y="1278369"/>
                  </a:lnTo>
                  <a:lnTo>
                    <a:pt x="5857494" y="1282217"/>
                  </a:lnTo>
                  <a:lnTo>
                    <a:pt x="5856744" y="1286014"/>
                  </a:lnTo>
                  <a:lnTo>
                    <a:pt x="5855982" y="1289812"/>
                  </a:lnTo>
                  <a:lnTo>
                    <a:pt x="5854865" y="1293495"/>
                  </a:lnTo>
                  <a:lnTo>
                    <a:pt x="5853379" y="1297076"/>
                  </a:lnTo>
                  <a:lnTo>
                    <a:pt x="5851906" y="1300657"/>
                  </a:lnTo>
                  <a:lnTo>
                    <a:pt x="5850077" y="1304061"/>
                  </a:lnTo>
                  <a:lnTo>
                    <a:pt x="5847930" y="1307274"/>
                  </a:lnTo>
                  <a:lnTo>
                    <a:pt x="5845784" y="1310500"/>
                  </a:lnTo>
                  <a:lnTo>
                    <a:pt x="5821451" y="1329004"/>
                  </a:lnTo>
                  <a:lnTo>
                    <a:pt x="5817870" y="1330490"/>
                  </a:lnTo>
                  <a:lnTo>
                    <a:pt x="5814187" y="1331607"/>
                  </a:lnTo>
                  <a:lnTo>
                    <a:pt x="5810389" y="1332369"/>
                  </a:lnTo>
                  <a:lnTo>
                    <a:pt x="5806592" y="1333119"/>
                  </a:lnTo>
                  <a:lnTo>
                    <a:pt x="5802757" y="1333500"/>
                  </a:lnTo>
                  <a:lnTo>
                    <a:pt x="5798883" y="1333500"/>
                  </a:lnTo>
                  <a:lnTo>
                    <a:pt x="58995" y="1333500"/>
                  </a:lnTo>
                  <a:lnTo>
                    <a:pt x="55120" y="1333500"/>
                  </a:lnTo>
                  <a:lnTo>
                    <a:pt x="51286" y="1333119"/>
                  </a:lnTo>
                  <a:lnTo>
                    <a:pt x="47486" y="1332369"/>
                  </a:lnTo>
                  <a:lnTo>
                    <a:pt x="43685" y="1331607"/>
                  </a:lnTo>
                  <a:lnTo>
                    <a:pt x="39999" y="1330490"/>
                  </a:lnTo>
                  <a:lnTo>
                    <a:pt x="36418" y="1329004"/>
                  </a:lnTo>
                  <a:lnTo>
                    <a:pt x="32840" y="1327531"/>
                  </a:lnTo>
                  <a:lnTo>
                    <a:pt x="29438" y="1325702"/>
                  </a:lnTo>
                  <a:lnTo>
                    <a:pt x="26219" y="1323555"/>
                  </a:lnTo>
                  <a:lnTo>
                    <a:pt x="22998" y="1321409"/>
                  </a:lnTo>
                  <a:lnTo>
                    <a:pt x="9941" y="1307274"/>
                  </a:lnTo>
                  <a:lnTo>
                    <a:pt x="7788" y="1304061"/>
                  </a:lnTo>
                  <a:lnTo>
                    <a:pt x="5972" y="1300657"/>
                  </a:lnTo>
                  <a:lnTo>
                    <a:pt x="4489" y="1297076"/>
                  </a:lnTo>
                  <a:lnTo>
                    <a:pt x="3006" y="1293495"/>
                  </a:lnTo>
                  <a:lnTo>
                    <a:pt x="1889" y="1289812"/>
                  </a:lnTo>
                  <a:lnTo>
                    <a:pt x="1131" y="1286014"/>
                  </a:lnTo>
                  <a:lnTo>
                    <a:pt x="377" y="1282217"/>
                  </a:lnTo>
                  <a:lnTo>
                    <a:pt x="0" y="1278369"/>
                  </a:lnTo>
                  <a:lnTo>
                    <a:pt x="0" y="12745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16570" y="1992312"/>
            <a:ext cx="503745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 b="1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650" spc="-3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75" b="1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9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195">
                <a:solidFill>
                  <a:srgbClr val="E5E0DF"/>
                </a:solidFill>
                <a:latin typeface="Lucida Sans Unicode"/>
                <a:cs typeface="Lucida Sans Unicode"/>
              </a:rPr>
              <a:t>++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,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g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u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á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ó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75">
                <a:solidFill>
                  <a:srgbClr val="E5E0DF"/>
                </a:solidFill>
                <a:latin typeface="Lucida Sans Unicode"/>
                <a:cs typeface="Lucida Sans Unicode"/>
              </a:rPr>
              <a:t>m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a  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u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y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8175" y="3371850"/>
            <a:ext cx="5867400" cy="1343025"/>
            <a:chOff x="638175" y="3371850"/>
            <a:chExt cx="5867400" cy="1343025"/>
          </a:xfrm>
        </p:grpSpPr>
        <p:sp>
          <p:nvSpPr>
            <p:cNvPr id="12" name="object 12"/>
            <p:cNvSpPr/>
            <p:nvPr/>
          </p:nvSpPr>
          <p:spPr>
            <a:xfrm>
              <a:off x="642937" y="3376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5802757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274508"/>
                  </a:lnTo>
                  <a:lnTo>
                    <a:pt x="0" y="1278369"/>
                  </a:lnTo>
                  <a:lnTo>
                    <a:pt x="20017" y="1318958"/>
                  </a:lnTo>
                  <a:lnTo>
                    <a:pt x="55120" y="1333500"/>
                  </a:lnTo>
                  <a:lnTo>
                    <a:pt x="5802757" y="1333500"/>
                  </a:lnTo>
                  <a:lnTo>
                    <a:pt x="5843333" y="1313484"/>
                  </a:lnTo>
                  <a:lnTo>
                    <a:pt x="5857875" y="1278369"/>
                  </a:lnTo>
                  <a:lnTo>
                    <a:pt x="5857875" y="55118"/>
                  </a:lnTo>
                  <a:lnTo>
                    <a:pt x="5837859" y="14541"/>
                  </a:lnTo>
                  <a:lnTo>
                    <a:pt x="5806592" y="381"/>
                  </a:lnTo>
                  <a:lnTo>
                    <a:pt x="580275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2937" y="3376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0" y="12745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5798883" y="0"/>
                  </a:lnTo>
                  <a:lnTo>
                    <a:pt x="5802757" y="0"/>
                  </a:lnTo>
                  <a:lnTo>
                    <a:pt x="5806592" y="381"/>
                  </a:lnTo>
                  <a:lnTo>
                    <a:pt x="5810389" y="1130"/>
                  </a:lnTo>
                  <a:lnTo>
                    <a:pt x="5814187" y="1892"/>
                  </a:lnTo>
                  <a:lnTo>
                    <a:pt x="5817870" y="3009"/>
                  </a:lnTo>
                  <a:lnTo>
                    <a:pt x="5821451" y="4495"/>
                  </a:lnTo>
                  <a:lnTo>
                    <a:pt x="5825032" y="5969"/>
                  </a:lnTo>
                  <a:lnTo>
                    <a:pt x="5828436" y="7785"/>
                  </a:lnTo>
                  <a:lnTo>
                    <a:pt x="5831662" y="9944"/>
                  </a:lnTo>
                  <a:lnTo>
                    <a:pt x="5834875" y="12090"/>
                  </a:lnTo>
                  <a:lnTo>
                    <a:pt x="5837859" y="14541"/>
                  </a:lnTo>
                  <a:lnTo>
                    <a:pt x="5840590" y="17284"/>
                  </a:lnTo>
                  <a:lnTo>
                    <a:pt x="5843333" y="20015"/>
                  </a:lnTo>
                  <a:lnTo>
                    <a:pt x="5845784" y="22999"/>
                  </a:lnTo>
                  <a:lnTo>
                    <a:pt x="5847930" y="26225"/>
                  </a:lnTo>
                  <a:lnTo>
                    <a:pt x="5850089" y="29438"/>
                  </a:lnTo>
                  <a:lnTo>
                    <a:pt x="5851906" y="32842"/>
                  </a:lnTo>
                  <a:lnTo>
                    <a:pt x="5853379" y="36423"/>
                  </a:lnTo>
                  <a:lnTo>
                    <a:pt x="5854865" y="39992"/>
                  </a:lnTo>
                  <a:lnTo>
                    <a:pt x="5855982" y="43688"/>
                  </a:lnTo>
                  <a:lnTo>
                    <a:pt x="5856744" y="47485"/>
                  </a:lnTo>
                  <a:lnTo>
                    <a:pt x="5857494" y="51282"/>
                  </a:lnTo>
                  <a:lnTo>
                    <a:pt x="5857875" y="55118"/>
                  </a:lnTo>
                  <a:lnTo>
                    <a:pt x="5857875" y="58991"/>
                  </a:lnTo>
                  <a:lnTo>
                    <a:pt x="5857875" y="1274508"/>
                  </a:lnTo>
                  <a:lnTo>
                    <a:pt x="5857875" y="1278369"/>
                  </a:lnTo>
                  <a:lnTo>
                    <a:pt x="5857494" y="1282217"/>
                  </a:lnTo>
                  <a:lnTo>
                    <a:pt x="5856744" y="1286014"/>
                  </a:lnTo>
                  <a:lnTo>
                    <a:pt x="5855982" y="1289812"/>
                  </a:lnTo>
                  <a:lnTo>
                    <a:pt x="5854865" y="1293495"/>
                  </a:lnTo>
                  <a:lnTo>
                    <a:pt x="5853379" y="1297076"/>
                  </a:lnTo>
                  <a:lnTo>
                    <a:pt x="5851906" y="1300657"/>
                  </a:lnTo>
                  <a:lnTo>
                    <a:pt x="5850077" y="1304061"/>
                  </a:lnTo>
                  <a:lnTo>
                    <a:pt x="5847930" y="1307274"/>
                  </a:lnTo>
                  <a:lnTo>
                    <a:pt x="5845784" y="1310500"/>
                  </a:lnTo>
                  <a:lnTo>
                    <a:pt x="5810389" y="1332369"/>
                  </a:lnTo>
                  <a:lnTo>
                    <a:pt x="5802757" y="1333500"/>
                  </a:lnTo>
                  <a:lnTo>
                    <a:pt x="5798883" y="1333500"/>
                  </a:lnTo>
                  <a:lnTo>
                    <a:pt x="58995" y="1333500"/>
                  </a:lnTo>
                  <a:lnTo>
                    <a:pt x="55120" y="1333500"/>
                  </a:lnTo>
                  <a:lnTo>
                    <a:pt x="51286" y="1333119"/>
                  </a:lnTo>
                  <a:lnTo>
                    <a:pt x="26219" y="1323555"/>
                  </a:lnTo>
                  <a:lnTo>
                    <a:pt x="22998" y="1321409"/>
                  </a:lnTo>
                  <a:lnTo>
                    <a:pt x="9941" y="1307274"/>
                  </a:lnTo>
                  <a:lnTo>
                    <a:pt x="7788" y="1304061"/>
                  </a:lnTo>
                  <a:lnTo>
                    <a:pt x="5972" y="1300657"/>
                  </a:lnTo>
                  <a:lnTo>
                    <a:pt x="4489" y="1297076"/>
                  </a:lnTo>
                  <a:lnTo>
                    <a:pt x="3006" y="1293495"/>
                  </a:lnTo>
                  <a:lnTo>
                    <a:pt x="1889" y="1289812"/>
                  </a:lnTo>
                  <a:lnTo>
                    <a:pt x="1131" y="1286014"/>
                  </a:lnTo>
                  <a:lnTo>
                    <a:pt x="377" y="1282217"/>
                  </a:lnTo>
                  <a:lnTo>
                    <a:pt x="0" y="1278369"/>
                  </a:lnTo>
                  <a:lnTo>
                    <a:pt x="0" y="12745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16570" y="3516312"/>
            <a:ext cx="530987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5" b="1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4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85" b="1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30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-3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10">
                <a:solidFill>
                  <a:srgbClr val="E5E0DF"/>
                </a:solidFill>
                <a:latin typeface="Lucida Sans Unicode"/>
                <a:cs typeface="Lucida Sans Unicode"/>
              </a:rPr>
              <a:t>En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lenguajes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bajo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nivel,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requiere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un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cuidadoso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seguimiento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 </a:t>
            </a:r>
            <a:r>
              <a:rPr dirty="0" sz="1400" spc="-42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g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Lucida Sans Unicode"/>
                <a:cs typeface="Lucida Sans Unicode"/>
              </a:rPr>
              <a:t>y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b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0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8175" y="4895850"/>
            <a:ext cx="5867400" cy="1343025"/>
            <a:chOff x="638175" y="4895850"/>
            <a:chExt cx="5867400" cy="1343025"/>
          </a:xfrm>
        </p:grpSpPr>
        <p:sp>
          <p:nvSpPr>
            <p:cNvPr id="16" name="object 16"/>
            <p:cNvSpPr/>
            <p:nvPr/>
          </p:nvSpPr>
          <p:spPr>
            <a:xfrm>
              <a:off x="642937" y="4900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5802757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274508"/>
                  </a:lnTo>
                  <a:lnTo>
                    <a:pt x="0" y="1278369"/>
                  </a:lnTo>
                  <a:lnTo>
                    <a:pt x="20017" y="1318958"/>
                  </a:lnTo>
                  <a:lnTo>
                    <a:pt x="55120" y="1333500"/>
                  </a:lnTo>
                  <a:lnTo>
                    <a:pt x="5802757" y="1333500"/>
                  </a:lnTo>
                  <a:lnTo>
                    <a:pt x="5843333" y="1313484"/>
                  </a:lnTo>
                  <a:lnTo>
                    <a:pt x="5857875" y="1278369"/>
                  </a:lnTo>
                  <a:lnTo>
                    <a:pt x="5857875" y="55118"/>
                  </a:lnTo>
                  <a:lnTo>
                    <a:pt x="5837859" y="14541"/>
                  </a:lnTo>
                  <a:lnTo>
                    <a:pt x="5806592" y="381"/>
                  </a:lnTo>
                  <a:lnTo>
                    <a:pt x="580275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2937" y="4900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0" y="12745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5798883" y="0"/>
                  </a:lnTo>
                  <a:lnTo>
                    <a:pt x="5802757" y="0"/>
                  </a:lnTo>
                  <a:lnTo>
                    <a:pt x="5806592" y="381"/>
                  </a:lnTo>
                  <a:lnTo>
                    <a:pt x="5810389" y="1130"/>
                  </a:lnTo>
                  <a:lnTo>
                    <a:pt x="5814187" y="1892"/>
                  </a:lnTo>
                  <a:lnTo>
                    <a:pt x="5817870" y="3009"/>
                  </a:lnTo>
                  <a:lnTo>
                    <a:pt x="5821451" y="4495"/>
                  </a:lnTo>
                  <a:lnTo>
                    <a:pt x="5825032" y="5969"/>
                  </a:lnTo>
                  <a:lnTo>
                    <a:pt x="5828436" y="7785"/>
                  </a:lnTo>
                  <a:lnTo>
                    <a:pt x="5831662" y="9944"/>
                  </a:lnTo>
                  <a:lnTo>
                    <a:pt x="5834875" y="12090"/>
                  </a:lnTo>
                  <a:lnTo>
                    <a:pt x="5837859" y="14541"/>
                  </a:lnTo>
                  <a:lnTo>
                    <a:pt x="5840590" y="17284"/>
                  </a:lnTo>
                  <a:lnTo>
                    <a:pt x="5843333" y="20015"/>
                  </a:lnTo>
                  <a:lnTo>
                    <a:pt x="5845784" y="22999"/>
                  </a:lnTo>
                  <a:lnTo>
                    <a:pt x="5847930" y="26225"/>
                  </a:lnTo>
                  <a:lnTo>
                    <a:pt x="5850089" y="29438"/>
                  </a:lnTo>
                  <a:lnTo>
                    <a:pt x="5851906" y="32842"/>
                  </a:lnTo>
                  <a:lnTo>
                    <a:pt x="5853379" y="36423"/>
                  </a:lnTo>
                  <a:lnTo>
                    <a:pt x="5854865" y="39992"/>
                  </a:lnTo>
                  <a:lnTo>
                    <a:pt x="5855982" y="43688"/>
                  </a:lnTo>
                  <a:lnTo>
                    <a:pt x="5856744" y="47485"/>
                  </a:lnTo>
                  <a:lnTo>
                    <a:pt x="5857494" y="51282"/>
                  </a:lnTo>
                  <a:lnTo>
                    <a:pt x="5857875" y="55118"/>
                  </a:lnTo>
                  <a:lnTo>
                    <a:pt x="5857875" y="58991"/>
                  </a:lnTo>
                  <a:lnTo>
                    <a:pt x="5857875" y="1274508"/>
                  </a:lnTo>
                  <a:lnTo>
                    <a:pt x="5857875" y="1278369"/>
                  </a:lnTo>
                  <a:lnTo>
                    <a:pt x="5857494" y="1282217"/>
                  </a:lnTo>
                  <a:lnTo>
                    <a:pt x="5856744" y="1286014"/>
                  </a:lnTo>
                  <a:lnTo>
                    <a:pt x="5855982" y="1289812"/>
                  </a:lnTo>
                  <a:lnTo>
                    <a:pt x="5854865" y="1293495"/>
                  </a:lnTo>
                  <a:lnTo>
                    <a:pt x="5853379" y="1297076"/>
                  </a:lnTo>
                  <a:lnTo>
                    <a:pt x="5851906" y="1300657"/>
                  </a:lnTo>
                  <a:lnTo>
                    <a:pt x="5850077" y="1304061"/>
                  </a:lnTo>
                  <a:lnTo>
                    <a:pt x="5847930" y="1307274"/>
                  </a:lnTo>
                  <a:lnTo>
                    <a:pt x="5845784" y="1310500"/>
                  </a:lnTo>
                  <a:lnTo>
                    <a:pt x="5821451" y="1329004"/>
                  </a:lnTo>
                  <a:lnTo>
                    <a:pt x="5817870" y="1330490"/>
                  </a:lnTo>
                  <a:lnTo>
                    <a:pt x="5814187" y="1331607"/>
                  </a:lnTo>
                  <a:lnTo>
                    <a:pt x="5810389" y="1332369"/>
                  </a:lnTo>
                  <a:lnTo>
                    <a:pt x="5806592" y="1333119"/>
                  </a:lnTo>
                  <a:lnTo>
                    <a:pt x="5802757" y="1333500"/>
                  </a:lnTo>
                  <a:lnTo>
                    <a:pt x="5798883" y="1333500"/>
                  </a:lnTo>
                  <a:lnTo>
                    <a:pt x="58995" y="1333500"/>
                  </a:lnTo>
                  <a:lnTo>
                    <a:pt x="55120" y="1333500"/>
                  </a:lnTo>
                  <a:lnTo>
                    <a:pt x="51286" y="1333119"/>
                  </a:lnTo>
                  <a:lnTo>
                    <a:pt x="26219" y="1323555"/>
                  </a:lnTo>
                  <a:lnTo>
                    <a:pt x="22998" y="1321409"/>
                  </a:lnTo>
                  <a:lnTo>
                    <a:pt x="9941" y="1307274"/>
                  </a:lnTo>
                  <a:lnTo>
                    <a:pt x="7788" y="1304061"/>
                  </a:lnTo>
                  <a:lnTo>
                    <a:pt x="5972" y="1300657"/>
                  </a:lnTo>
                  <a:lnTo>
                    <a:pt x="4489" y="1297076"/>
                  </a:lnTo>
                  <a:lnTo>
                    <a:pt x="3006" y="1293495"/>
                  </a:lnTo>
                  <a:lnTo>
                    <a:pt x="1889" y="1289812"/>
                  </a:lnTo>
                  <a:lnTo>
                    <a:pt x="1131" y="1286014"/>
                  </a:lnTo>
                  <a:lnTo>
                    <a:pt x="377" y="1282217"/>
                  </a:lnTo>
                  <a:lnTo>
                    <a:pt x="0" y="1278369"/>
                  </a:lnTo>
                  <a:lnTo>
                    <a:pt x="0" y="1274508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16570" y="5040312"/>
            <a:ext cx="540575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25" b="1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z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2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4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á</a:t>
            </a:r>
            <a:r>
              <a:rPr dirty="0" sz="1650" spc="-80" b="1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650" spc="-70" b="1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Herramientas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que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detectan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potenciales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fugas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memoria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durante </a:t>
            </a:r>
            <a:r>
              <a:rPr dirty="0" sz="1400" spc="-43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2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ll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15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ó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80">
                <a:solidFill>
                  <a:srgbClr val="E5E0DF"/>
                </a:solidFill>
                <a:latin typeface="Lucida Sans Unicode"/>
                <a:cs typeface="Lucida Sans Unicode"/>
              </a:rPr>
              <a:t>g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8175" y="6419850"/>
            <a:ext cx="5867400" cy="1343025"/>
            <a:chOff x="638175" y="6419850"/>
            <a:chExt cx="5867400" cy="1343025"/>
          </a:xfrm>
        </p:grpSpPr>
        <p:sp>
          <p:nvSpPr>
            <p:cNvPr id="20" name="object 20"/>
            <p:cNvSpPr/>
            <p:nvPr/>
          </p:nvSpPr>
          <p:spPr>
            <a:xfrm>
              <a:off x="642937" y="6424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5802757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274505"/>
                  </a:lnTo>
                  <a:lnTo>
                    <a:pt x="0" y="1278375"/>
                  </a:lnTo>
                  <a:lnTo>
                    <a:pt x="20017" y="1318955"/>
                  </a:lnTo>
                  <a:lnTo>
                    <a:pt x="55120" y="1333501"/>
                  </a:lnTo>
                  <a:lnTo>
                    <a:pt x="5802757" y="1333501"/>
                  </a:lnTo>
                  <a:lnTo>
                    <a:pt x="5843333" y="1313478"/>
                  </a:lnTo>
                  <a:lnTo>
                    <a:pt x="5857875" y="1278375"/>
                  </a:lnTo>
                  <a:lnTo>
                    <a:pt x="5857875" y="55118"/>
                  </a:lnTo>
                  <a:lnTo>
                    <a:pt x="5837859" y="14541"/>
                  </a:lnTo>
                  <a:lnTo>
                    <a:pt x="5806592" y="381"/>
                  </a:lnTo>
                  <a:lnTo>
                    <a:pt x="5802757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2937" y="6424612"/>
              <a:ext cx="5857875" cy="1333500"/>
            </a:xfrm>
            <a:custGeom>
              <a:avLst/>
              <a:gdLst/>
              <a:ahLst/>
              <a:cxnLst/>
              <a:rect l="l" t="t" r="r" b="b"/>
              <a:pathLst>
                <a:path w="5857875" h="1333500">
                  <a:moveTo>
                    <a:pt x="0" y="1274505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5798883" y="0"/>
                  </a:lnTo>
                  <a:lnTo>
                    <a:pt x="5802757" y="0"/>
                  </a:lnTo>
                  <a:lnTo>
                    <a:pt x="5806592" y="381"/>
                  </a:lnTo>
                  <a:lnTo>
                    <a:pt x="5810389" y="1130"/>
                  </a:lnTo>
                  <a:lnTo>
                    <a:pt x="5814187" y="1892"/>
                  </a:lnTo>
                  <a:lnTo>
                    <a:pt x="5817870" y="3009"/>
                  </a:lnTo>
                  <a:lnTo>
                    <a:pt x="5821451" y="4495"/>
                  </a:lnTo>
                  <a:lnTo>
                    <a:pt x="5825032" y="5969"/>
                  </a:lnTo>
                  <a:lnTo>
                    <a:pt x="5828436" y="7785"/>
                  </a:lnTo>
                  <a:lnTo>
                    <a:pt x="5831662" y="9944"/>
                  </a:lnTo>
                  <a:lnTo>
                    <a:pt x="5834875" y="12090"/>
                  </a:lnTo>
                  <a:lnTo>
                    <a:pt x="5837859" y="14541"/>
                  </a:lnTo>
                  <a:lnTo>
                    <a:pt x="5840590" y="17284"/>
                  </a:lnTo>
                  <a:lnTo>
                    <a:pt x="5843333" y="20015"/>
                  </a:lnTo>
                  <a:lnTo>
                    <a:pt x="5845784" y="22999"/>
                  </a:lnTo>
                  <a:lnTo>
                    <a:pt x="5847930" y="26225"/>
                  </a:lnTo>
                  <a:lnTo>
                    <a:pt x="5850089" y="29438"/>
                  </a:lnTo>
                  <a:lnTo>
                    <a:pt x="5851906" y="32842"/>
                  </a:lnTo>
                  <a:lnTo>
                    <a:pt x="5853379" y="36423"/>
                  </a:lnTo>
                  <a:lnTo>
                    <a:pt x="5854865" y="39992"/>
                  </a:lnTo>
                  <a:lnTo>
                    <a:pt x="5855982" y="43688"/>
                  </a:lnTo>
                  <a:lnTo>
                    <a:pt x="5856744" y="47485"/>
                  </a:lnTo>
                  <a:lnTo>
                    <a:pt x="5857494" y="51282"/>
                  </a:lnTo>
                  <a:lnTo>
                    <a:pt x="5857875" y="55118"/>
                  </a:lnTo>
                  <a:lnTo>
                    <a:pt x="5857875" y="58991"/>
                  </a:lnTo>
                  <a:lnTo>
                    <a:pt x="5857875" y="1274505"/>
                  </a:lnTo>
                  <a:lnTo>
                    <a:pt x="5857875" y="1278375"/>
                  </a:lnTo>
                  <a:lnTo>
                    <a:pt x="5857494" y="1282214"/>
                  </a:lnTo>
                  <a:lnTo>
                    <a:pt x="5856744" y="1286009"/>
                  </a:lnTo>
                  <a:lnTo>
                    <a:pt x="5855982" y="1289809"/>
                  </a:lnTo>
                  <a:lnTo>
                    <a:pt x="5854865" y="1293501"/>
                  </a:lnTo>
                  <a:lnTo>
                    <a:pt x="5853379" y="1297077"/>
                  </a:lnTo>
                  <a:lnTo>
                    <a:pt x="5851906" y="1300659"/>
                  </a:lnTo>
                  <a:lnTo>
                    <a:pt x="5840590" y="1316216"/>
                  </a:lnTo>
                  <a:lnTo>
                    <a:pt x="5837859" y="1318955"/>
                  </a:lnTo>
                  <a:lnTo>
                    <a:pt x="5821451" y="1329006"/>
                  </a:lnTo>
                  <a:lnTo>
                    <a:pt x="5817870" y="1330490"/>
                  </a:lnTo>
                  <a:lnTo>
                    <a:pt x="5814187" y="1331606"/>
                  </a:lnTo>
                  <a:lnTo>
                    <a:pt x="5810389" y="1332364"/>
                  </a:lnTo>
                  <a:lnTo>
                    <a:pt x="5806592" y="1333119"/>
                  </a:lnTo>
                  <a:lnTo>
                    <a:pt x="5802757" y="1333501"/>
                  </a:lnTo>
                  <a:lnTo>
                    <a:pt x="5798883" y="1333501"/>
                  </a:lnTo>
                  <a:lnTo>
                    <a:pt x="58995" y="1333501"/>
                  </a:lnTo>
                  <a:lnTo>
                    <a:pt x="55120" y="1333501"/>
                  </a:lnTo>
                  <a:lnTo>
                    <a:pt x="51286" y="1333119"/>
                  </a:lnTo>
                  <a:lnTo>
                    <a:pt x="17278" y="1316216"/>
                  </a:lnTo>
                  <a:lnTo>
                    <a:pt x="14540" y="1313478"/>
                  </a:lnTo>
                  <a:lnTo>
                    <a:pt x="4489" y="1297077"/>
                  </a:lnTo>
                  <a:lnTo>
                    <a:pt x="3006" y="1293501"/>
                  </a:lnTo>
                  <a:lnTo>
                    <a:pt x="1889" y="1289809"/>
                  </a:lnTo>
                  <a:lnTo>
                    <a:pt x="1131" y="1286009"/>
                  </a:lnTo>
                  <a:lnTo>
                    <a:pt x="377" y="1282214"/>
                  </a:lnTo>
                  <a:lnTo>
                    <a:pt x="0" y="1278375"/>
                  </a:lnTo>
                  <a:lnTo>
                    <a:pt x="0" y="1274505"/>
                  </a:lnTo>
                  <a:close/>
                </a:path>
              </a:pathLst>
            </a:custGeom>
            <a:ln w="952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16570" y="6564312"/>
            <a:ext cx="5151755" cy="962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 b="1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650" spc="-55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-50" b="1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650" spc="-65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b</a:t>
            </a:r>
            <a:r>
              <a:rPr dirty="0" sz="1650" spc="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120" b="1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-40" b="1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650" spc="-10" b="1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650" spc="-180" b="1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650" spc="10" b="1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650" spc="15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650" spc="-100" b="1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650" spc="95" b="1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650" spc="60" b="1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700"/>
              </a:spcBef>
            </a:pPr>
            <a:r>
              <a:rPr dirty="0" sz="1400" spc="-40">
                <a:solidFill>
                  <a:srgbClr val="E5E0DF"/>
                </a:solidFill>
                <a:latin typeface="Lucida Sans Unicode"/>
                <a:cs typeface="Lucida Sans Unicode"/>
              </a:rPr>
              <a:t>Identifican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fugas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sometiendo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E5E0DF"/>
                </a:solidFill>
                <a:latin typeface="Lucida Sans Unicode"/>
                <a:cs typeface="Lucida Sans Unicode"/>
              </a:rPr>
              <a:t>la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aplicación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condiciones</a:t>
            </a:r>
            <a:r>
              <a:rPr dirty="0" sz="1400" spc="-10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10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uso </a:t>
            </a:r>
            <a:r>
              <a:rPr dirty="0" sz="1400" spc="-425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9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t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50">
                <a:solidFill>
                  <a:srgbClr val="E5E0DF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5">
                <a:solidFill>
                  <a:srgbClr val="E5E0DF"/>
                </a:solidFill>
                <a:latin typeface="Lucida Sans Unicode"/>
                <a:cs typeface="Lucida Sans Unicode"/>
              </a:rPr>
              <a:t>v</a:t>
            </a:r>
            <a:r>
              <a:rPr dirty="0" sz="1400" spc="-6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Lucida Sans Unicode"/>
                <a:cs typeface="Lucida Sans Unicode"/>
              </a:rPr>
              <a:t>y</a:t>
            </a:r>
            <a:r>
              <a:rPr dirty="0" sz="1400" spc="-110">
                <a:solidFill>
                  <a:srgbClr val="E5E0D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p</a:t>
            </a:r>
            <a:r>
              <a:rPr dirty="0" sz="1400" spc="-55">
                <a:solidFill>
                  <a:srgbClr val="E5E0DF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35">
                <a:solidFill>
                  <a:srgbClr val="E5E0DF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45">
                <a:solidFill>
                  <a:srgbClr val="E5E0DF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65">
                <a:solidFill>
                  <a:srgbClr val="E5E0DF"/>
                </a:solidFill>
                <a:latin typeface="Lucida Sans Unicode"/>
                <a:cs typeface="Lucida Sans Unicode"/>
              </a:rPr>
              <a:t>g</a:t>
            </a:r>
            <a:r>
              <a:rPr dirty="0" sz="1400">
                <a:solidFill>
                  <a:srgbClr val="E5E0DF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85">
                <a:solidFill>
                  <a:srgbClr val="E5E0DF"/>
                </a:solidFill>
                <a:latin typeface="Lucida Sans Unicode"/>
                <a:cs typeface="Lucida Sans Unicode"/>
              </a:rPr>
              <a:t>d</a:t>
            </a:r>
            <a:r>
              <a:rPr dirty="0" sz="1400" spc="-70">
                <a:solidFill>
                  <a:srgbClr val="E5E0DF"/>
                </a:solidFill>
                <a:latin typeface="Lucida Sans Unicode"/>
                <a:cs typeface="Lucida Sans Unicode"/>
              </a:rPr>
              <a:t>o</a:t>
            </a:r>
            <a:r>
              <a:rPr dirty="0" sz="1400" spc="-125">
                <a:solidFill>
                  <a:srgbClr val="E5E0D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524625"/>
          </a:xfrm>
          <a:custGeom>
            <a:avLst/>
            <a:gdLst/>
            <a:ahLst/>
            <a:cxnLst/>
            <a:rect l="l" t="t" r="r" b="b"/>
            <a:pathLst>
              <a:path w="11430000" h="6524625">
                <a:moveTo>
                  <a:pt x="11430000" y="0"/>
                </a:moveTo>
                <a:lnTo>
                  <a:pt x="0" y="0"/>
                </a:lnTo>
                <a:lnTo>
                  <a:pt x="0" y="6524625"/>
                </a:lnTo>
                <a:lnTo>
                  <a:pt x="11430000" y="6524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2764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711450"/>
            <a:ext cx="58286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05">
                <a:latin typeface="Tahoma"/>
                <a:cs typeface="Tahoma"/>
              </a:rPr>
              <a:t>G</a:t>
            </a:r>
            <a:r>
              <a:rPr dirty="0" spc="-245">
                <a:latin typeface="Tahoma"/>
                <a:cs typeface="Tahoma"/>
              </a:rPr>
              <a:t>e</a:t>
            </a:r>
            <a:r>
              <a:rPr dirty="0" spc="-220">
                <a:latin typeface="Tahoma"/>
                <a:cs typeface="Tahoma"/>
              </a:rPr>
              <a:t>s</a:t>
            </a:r>
            <a:r>
              <a:rPr dirty="0" spc="-240">
                <a:latin typeface="Tahoma"/>
                <a:cs typeface="Tahoma"/>
              </a:rPr>
              <a:t>t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265">
                <a:latin typeface="Tahoma"/>
                <a:cs typeface="Tahoma"/>
              </a:rPr>
              <a:t>ó</a:t>
            </a:r>
            <a:r>
              <a:rPr dirty="0" spc="-150">
                <a:latin typeface="Tahoma"/>
                <a:cs typeface="Tahoma"/>
              </a:rPr>
              <a:t>n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110">
                <a:latin typeface="Tahoma"/>
                <a:cs typeface="Tahoma"/>
              </a:rPr>
              <a:t>e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365">
                <a:latin typeface="Tahoma"/>
                <a:cs typeface="Tahoma"/>
              </a:rPr>
              <a:t>M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325">
                <a:latin typeface="Tahoma"/>
                <a:cs typeface="Tahoma"/>
              </a:rPr>
              <a:t>m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170">
                <a:latin typeface="Tahoma"/>
                <a:cs typeface="Tahoma"/>
              </a:rPr>
              <a:t>r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130">
                <a:latin typeface="Tahoma"/>
                <a:cs typeface="Tahoma"/>
              </a:rPr>
              <a:t>a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00">
                <a:latin typeface="Tahoma"/>
                <a:cs typeface="Tahoma"/>
              </a:rPr>
              <a:t>e</a:t>
            </a:r>
            <a:r>
              <a:rPr dirty="0" spc="-150">
                <a:latin typeface="Tahoma"/>
                <a:cs typeface="Tahoma"/>
              </a:rPr>
              <a:t>n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15">
                <a:latin typeface="Tahoma"/>
                <a:cs typeface="Tahoma"/>
              </a:rPr>
              <a:t>e</a:t>
            </a:r>
            <a:r>
              <a:rPr dirty="0" spc="-30">
                <a:latin typeface="Tahoma"/>
                <a:cs typeface="Tahoma"/>
              </a:rPr>
              <a:t>l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35">
                <a:latin typeface="Tahoma"/>
                <a:cs typeface="Tahoma"/>
              </a:rPr>
              <a:t>H</a:t>
            </a:r>
            <a:r>
              <a:rPr dirty="0" spc="-229">
                <a:latin typeface="Tahoma"/>
                <a:cs typeface="Tahoma"/>
              </a:rPr>
              <a:t>e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160">
                <a:latin typeface="Tahoma"/>
                <a:cs typeface="Tahoma"/>
              </a:rPr>
              <a:t>p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022985" y="3585210"/>
            <a:ext cx="3133725" cy="740410"/>
            <a:chOff x="1022985" y="3585210"/>
            <a:chExt cx="3133725" cy="740410"/>
          </a:xfrm>
        </p:grpSpPr>
        <p:sp>
          <p:nvSpPr>
            <p:cNvPr id="6" name="object 6"/>
            <p:cNvSpPr/>
            <p:nvPr/>
          </p:nvSpPr>
          <p:spPr>
            <a:xfrm>
              <a:off x="1028700" y="3590925"/>
              <a:ext cx="3122295" cy="728980"/>
            </a:xfrm>
            <a:custGeom>
              <a:avLst/>
              <a:gdLst/>
              <a:ahLst/>
              <a:cxnLst/>
              <a:rect l="l" t="t" r="r" b="b"/>
              <a:pathLst>
                <a:path w="3122295" h="728979">
                  <a:moveTo>
                    <a:pt x="2939656" y="0"/>
                  </a:moveTo>
                  <a:lnTo>
                    <a:pt x="0" y="0"/>
                  </a:lnTo>
                  <a:lnTo>
                    <a:pt x="182166" y="364324"/>
                  </a:lnTo>
                  <a:lnTo>
                    <a:pt x="0" y="728662"/>
                  </a:lnTo>
                  <a:lnTo>
                    <a:pt x="2939656" y="728662"/>
                  </a:lnTo>
                  <a:lnTo>
                    <a:pt x="3121825" y="364324"/>
                  </a:lnTo>
                  <a:lnTo>
                    <a:pt x="2939656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28700" y="3590925"/>
              <a:ext cx="3122295" cy="728980"/>
            </a:xfrm>
            <a:custGeom>
              <a:avLst/>
              <a:gdLst/>
              <a:ahLst/>
              <a:cxnLst/>
              <a:rect l="l" t="t" r="r" b="b"/>
              <a:pathLst>
                <a:path w="3122295" h="728979">
                  <a:moveTo>
                    <a:pt x="2939656" y="0"/>
                  </a:moveTo>
                  <a:lnTo>
                    <a:pt x="3121825" y="364324"/>
                  </a:lnTo>
                  <a:lnTo>
                    <a:pt x="2939656" y="728662"/>
                  </a:lnTo>
                  <a:lnTo>
                    <a:pt x="0" y="728662"/>
                  </a:lnTo>
                  <a:lnTo>
                    <a:pt x="182166" y="364324"/>
                  </a:lnTo>
                  <a:lnTo>
                    <a:pt x="0" y="0"/>
                  </a:lnTo>
                  <a:lnTo>
                    <a:pt x="2939656" y="0"/>
                  </a:lnTo>
                  <a:close/>
                </a:path>
              </a:pathLst>
            </a:custGeom>
            <a:ln w="1138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529878" y="3733673"/>
            <a:ext cx="13525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509" b="1">
                <a:solidFill>
                  <a:srgbClr val="E5E0DF"/>
                </a:solidFill>
                <a:latin typeface="Tahoma"/>
                <a:cs typeface="Tahoma"/>
              </a:rPr>
              <a:t>1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1737" y="4545012"/>
            <a:ext cx="2612390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solidFill>
                  <a:srgbClr val="E5E0DF"/>
                </a:solidFill>
                <a:latin typeface="Tahoma"/>
                <a:cs typeface="Tahoma"/>
              </a:rPr>
              <a:t>Asignación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El sistema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reserva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bloques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95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ú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105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10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-1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85">
                <a:solidFill>
                  <a:srgbClr val="E5E0DF"/>
                </a:solidFill>
                <a:latin typeface="Trebuchet MS"/>
                <a:cs typeface="Trebuchet MS"/>
              </a:rPr>
              <a:t>s 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del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programa.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7185" y="3585210"/>
            <a:ext cx="3133725" cy="740410"/>
            <a:chOff x="4147185" y="3585210"/>
            <a:chExt cx="3133725" cy="740410"/>
          </a:xfrm>
        </p:grpSpPr>
        <p:sp>
          <p:nvSpPr>
            <p:cNvPr id="11" name="object 11"/>
            <p:cNvSpPr/>
            <p:nvPr/>
          </p:nvSpPr>
          <p:spPr>
            <a:xfrm>
              <a:off x="4152900" y="3590925"/>
              <a:ext cx="3122295" cy="728980"/>
            </a:xfrm>
            <a:custGeom>
              <a:avLst/>
              <a:gdLst/>
              <a:ahLst/>
              <a:cxnLst/>
              <a:rect l="l" t="t" r="r" b="b"/>
              <a:pathLst>
                <a:path w="3122295" h="728979">
                  <a:moveTo>
                    <a:pt x="2939656" y="0"/>
                  </a:moveTo>
                  <a:lnTo>
                    <a:pt x="0" y="0"/>
                  </a:lnTo>
                  <a:lnTo>
                    <a:pt x="182168" y="364324"/>
                  </a:lnTo>
                  <a:lnTo>
                    <a:pt x="0" y="728662"/>
                  </a:lnTo>
                  <a:lnTo>
                    <a:pt x="2939656" y="728662"/>
                  </a:lnTo>
                  <a:lnTo>
                    <a:pt x="3121825" y="364324"/>
                  </a:lnTo>
                  <a:lnTo>
                    <a:pt x="2939656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52900" y="3590925"/>
              <a:ext cx="3122295" cy="728980"/>
            </a:xfrm>
            <a:custGeom>
              <a:avLst/>
              <a:gdLst/>
              <a:ahLst/>
              <a:cxnLst/>
              <a:rect l="l" t="t" r="r" b="b"/>
              <a:pathLst>
                <a:path w="3122295" h="728979">
                  <a:moveTo>
                    <a:pt x="2939656" y="0"/>
                  </a:moveTo>
                  <a:lnTo>
                    <a:pt x="3121825" y="364324"/>
                  </a:lnTo>
                  <a:lnTo>
                    <a:pt x="2939656" y="728662"/>
                  </a:lnTo>
                  <a:lnTo>
                    <a:pt x="0" y="728662"/>
                  </a:lnTo>
                  <a:lnTo>
                    <a:pt x="182168" y="364324"/>
                  </a:lnTo>
                  <a:lnTo>
                    <a:pt x="0" y="0"/>
                  </a:lnTo>
                  <a:lnTo>
                    <a:pt x="2939656" y="0"/>
                  </a:lnTo>
                  <a:close/>
                </a:path>
              </a:pathLst>
            </a:custGeom>
            <a:ln w="1138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22823" y="3733673"/>
            <a:ext cx="19304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55" b="1">
                <a:solidFill>
                  <a:srgbClr val="E5E0DF"/>
                </a:solidFill>
                <a:latin typeface="Tahoma"/>
                <a:cs typeface="Tahoma"/>
              </a:rPr>
              <a:t>2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23562" y="4545012"/>
            <a:ext cx="2484120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Uso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75">
                <a:solidFill>
                  <a:srgbClr val="E5E0DF"/>
                </a:solidFill>
                <a:latin typeface="Trebuchet MS"/>
                <a:cs typeface="Trebuchet MS"/>
              </a:rPr>
              <a:t>Los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datos 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se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almacenan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5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p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 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10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05">
                <a:solidFill>
                  <a:srgbClr val="E5E0DF"/>
                </a:solidFill>
                <a:latin typeface="Trebuchet MS"/>
                <a:cs typeface="Trebuchet MS"/>
              </a:rPr>
              <a:t>g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-2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30">
                <a:solidFill>
                  <a:srgbClr val="E5E0DF"/>
                </a:solidFill>
                <a:latin typeface="Trebuchet MS"/>
                <a:cs typeface="Trebuchet MS"/>
              </a:rPr>
              <a:t>t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155">
                <a:solidFill>
                  <a:srgbClr val="E5E0DF"/>
                </a:solidFill>
                <a:latin typeface="Trebuchet MS"/>
                <a:cs typeface="Trebuchet MS"/>
              </a:rPr>
              <a:t>j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c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ó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n</a:t>
            </a:r>
            <a:r>
              <a:rPr dirty="0" sz="1400" spc="-195">
                <a:solidFill>
                  <a:srgbClr val="E5E0D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71407" y="3585232"/>
            <a:ext cx="3133725" cy="740410"/>
            <a:chOff x="7271407" y="3585232"/>
            <a:chExt cx="3133725" cy="740410"/>
          </a:xfrm>
        </p:grpSpPr>
        <p:sp>
          <p:nvSpPr>
            <p:cNvPr id="16" name="object 16"/>
            <p:cNvSpPr/>
            <p:nvPr/>
          </p:nvSpPr>
          <p:spPr>
            <a:xfrm>
              <a:off x="7277099" y="3590924"/>
              <a:ext cx="3122295" cy="728980"/>
            </a:xfrm>
            <a:custGeom>
              <a:avLst/>
              <a:gdLst/>
              <a:ahLst/>
              <a:cxnLst/>
              <a:rect l="l" t="t" r="r" b="b"/>
              <a:pathLst>
                <a:path w="3122295" h="728979">
                  <a:moveTo>
                    <a:pt x="2939656" y="0"/>
                  </a:moveTo>
                  <a:lnTo>
                    <a:pt x="0" y="0"/>
                  </a:lnTo>
                  <a:lnTo>
                    <a:pt x="182168" y="364324"/>
                  </a:lnTo>
                  <a:lnTo>
                    <a:pt x="0" y="728662"/>
                  </a:lnTo>
                  <a:lnTo>
                    <a:pt x="2939656" y="728662"/>
                  </a:lnTo>
                  <a:lnTo>
                    <a:pt x="3121825" y="364324"/>
                  </a:lnTo>
                  <a:lnTo>
                    <a:pt x="2939656" y="0"/>
                  </a:lnTo>
                  <a:close/>
                </a:path>
              </a:pathLst>
            </a:custGeom>
            <a:solidFill>
              <a:srgbClr val="7E01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277099" y="3590924"/>
              <a:ext cx="3122295" cy="728980"/>
            </a:xfrm>
            <a:custGeom>
              <a:avLst/>
              <a:gdLst/>
              <a:ahLst/>
              <a:cxnLst/>
              <a:rect l="l" t="t" r="r" b="b"/>
              <a:pathLst>
                <a:path w="3122295" h="728979">
                  <a:moveTo>
                    <a:pt x="2939656" y="0"/>
                  </a:moveTo>
                  <a:lnTo>
                    <a:pt x="3121825" y="364324"/>
                  </a:lnTo>
                  <a:lnTo>
                    <a:pt x="2939656" y="728662"/>
                  </a:lnTo>
                  <a:lnTo>
                    <a:pt x="0" y="728662"/>
                  </a:lnTo>
                  <a:lnTo>
                    <a:pt x="182168" y="364324"/>
                  </a:lnTo>
                  <a:lnTo>
                    <a:pt x="0" y="0"/>
                  </a:lnTo>
                  <a:lnTo>
                    <a:pt x="2939656" y="0"/>
                  </a:lnTo>
                  <a:close/>
                </a:path>
              </a:pathLst>
            </a:custGeom>
            <a:ln w="11385">
              <a:solidFill>
                <a:srgbClr val="961B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746287" y="3733673"/>
            <a:ext cx="1892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80" b="1">
                <a:solidFill>
                  <a:srgbClr val="E5E0DF"/>
                </a:solidFill>
                <a:latin typeface="Tahoma"/>
                <a:cs typeface="Tahoma"/>
              </a:rPr>
              <a:t>3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5375" y="4545012"/>
            <a:ext cx="2172335" cy="1247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Liberación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8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70">
                <a:solidFill>
                  <a:srgbClr val="E5E0DF"/>
                </a:solidFill>
                <a:latin typeface="Trebuchet MS"/>
                <a:cs typeface="Trebuchet MS"/>
              </a:rPr>
              <a:t>m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o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r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i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90">
                <a:solidFill>
                  <a:srgbClr val="E5E0DF"/>
                </a:solidFill>
                <a:latin typeface="Trebuchet MS"/>
                <a:cs typeface="Trebuchet MS"/>
              </a:rPr>
              <a:t>s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d</a:t>
            </a:r>
            <a:r>
              <a:rPr dirty="0" sz="1400" spc="-2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40">
                <a:solidFill>
                  <a:srgbClr val="E5E0DF"/>
                </a:solidFill>
                <a:latin typeface="Trebuchet MS"/>
                <a:cs typeface="Trebuchet MS"/>
              </a:rPr>
              <a:t>v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u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45">
                <a:solidFill>
                  <a:srgbClr val="E5E0DF"/>
                </a:solidFill>
                <a:latin typeface="Trebuchet MS"/>
                <a:cs typeface="Trebuchet MS"/>
              </a:rPr>
              <a:t>l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v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</a:t>
            </a:r>
            <a:r>
              <a:rPr dirty="0" sz="1400" spc="-40">
                <a:solidFill>
                  <a:srgbClr val="E5E0DF"/>
                </a:solidFill>
                <a:latin typeface="Trebuchet MS"/>
                <a:cs typeface="Trebuchet MS"/>
              </a:rPr>
              <a:t>l 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sistema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cuando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ya </a:t>
            </a:r>
            <a:r>
              <a:rPr dirty="0" sz="1400" spc="55">
                <a:solidFill>
                  <a:srgbClr val="E5E0DF"/>
                </a:solidFill>
                <a:latin typeface="Trebuchet MS"/>
                <a:cs typeface="Trebuchet MS"/>
              </a:rPr>
              <a:t>no </a:t>
            </a:r>
            <a:r>
              <a:rPr dirty="0" sz="1400" spc="45">
                <a:solidFill>
                  <a:srgbClr val="E5E0DF"/>
                </a:solidFill>
                <a:latin typeface="Trebuchet MS"/>
                <a:cs typeface="Trebuchet MS"/>
              </a:rPr>
              <a:t>es </a:t>
            </a:r>
            <a:r>
              <a:rPr dirty="0" sz="1400" spc="5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E5E0DF"/>
                </a:solidFill>
                <a:latin typeface="Trebuchet MS"/>
                <a:cs typeface="Trebuchet MS"/>
              </a:rPr>
              <a:t>necesaria.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0144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879" y="939800"/>
            <a:ext cx="575691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245">
                <a:latin typeface="Tahoma"/>
                <a:cs typeface="Tahoma"/>
              </a:rPr>
              <a:t>O</a:t>
            </a:r>
            <a:r>
              <a:rPr dirty="0" spc="-295">
                <a:latin typeface="Tahoma"/>
                <a:cs typeface="Tahoma"/>
              </a:rPr>
              <a:t>p</a:t>
            </a:r>
            <a:r>
              <a:rPr dirty="0" spc="-240">
                <a:latin typeface="Tahoma"/>
                <a:cs typeface="Tahoma"/>
              </a:rPr>
              <a:t>t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345">
                <a:latin typeface="Tahoma"/>
                <a:cs typeface="Tahoma"/>
              </a:rPr>
              <a:t>m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35">
                <a:latin typeface="Tahoma"/>
                <a:cs typeface="Tahoma"/>
              </a:rPr>
              <a:t>z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45">
                <a:latin typeface="Tahoma"/>
                <a:cs typeface="Tahoma"/>
              </a:rPr>
              <a:t>c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265">
                <a:latin typeface="Tahoma"/>
                <a:cs typeface="Tahoma"/>
              </a:rPr>
              <a:t>ó</a:t>
            </a:r>
            <a:r>
              <a:rPr dirty="0" spc="-150">
                <a:latin typeface="Tahoma"/>
                <a:cs typeface="Tahoma"/>
              </a:rPr>
              <a:t>n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215">
                <a:latin typeface="Tahoma"/>
                <a:cs typeface="Tahoma"/>
              </a:rPr>
              <a:t>e</a:t>
            </a:r>
            <a:r>
              <a:rPr dirty="0" spc="-30">
                <a:latin typeface="Tahoma"/>
                <a:cs typeface="Tahoma"/>
              </a:rPr>
              <a:t>l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10">
                <a:latin typeface="Tahoma"/>
                <a:cs typeface="Tahoma"/>
              </a:rPr>
              <a:t>U</a:t>
            </a:r>
            <a:r>
              <a:rPr dirty="0" spc="-200">
                <a:latin typeface="Tahoma"/>
                <a:cs typeface="Tahoma"/>
              </a:rPr>
              <a:t>s</a:t>
            </a:r>
            <a:r>
              <a:rPr dirty="0" spc="-160">
                <a:latin typeface="Tahoma"/>
                <a:cs typeface="Tahoma"/>
              </a:rPr>
              <a:t>o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70">
                <a:latin typeface="Tahoma"/>
                <a:cs typeface="Tahoma"/>
              </a:rPr>
              <a:t>d</a:t>
            </a:r>
            <a:r>
              <a:rPr dirty="0" spc="-215">
                <a:latin typeface="Tahoma"/>
                <a:cs typeface="Tahoma"/>
              </a:rPr>
              <a:t>e</a:t>
            </a:r>
            <a:r>
              <a:rPr dirty="0" spc="-30">
                <a:latin typeface="Tahoma"/>
                <a:cs typeface="Tahoma"/>
              </a:rPr>
              <a:t>l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35">
                <a:latin typeface="Tahoma"/>
                <a:cs typeface="Tahoma"/>
              </a:rPr>
              <a:t>H</a:t>
            </a:r>
            <a:r>
              <a:rPr dirty="0" spc="-229">
                <a:latin typeface="Tahoma"/>
                <a:cs typeface="Tahoma"/>
              </a:rPr>
              <a:t>e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105">
                <a:latin typeface="Tahoma"/>
                <a:cs typeface="Tahoma"/>
              </a:rPr>
              <a:t>p  </a:t>
            </a:r>
            <a:r>
              <a:rPr dirty="0" spc="-50">
                <a:latin typeface="Tahoma"/>
                <a:cs typeface="Tahoma"/>
              </a:rPr>
              <a:t>c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150">
                <a:latin typeface="Tahoma"/>
                <a:cs typeface="Tahoma"/>
              </a:rPr>
              <a:t>n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305">
                <a:latin typeface="Tahoma"/>
                <a:cs typeface="Tahoma"/>
              </a:rPr>
              <a:t>G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170">
                <a:latin typeface="Tahoma"/>
                <a:cs typeface="Tahoma"/>
              </a:rPr>
              <a:t>r</a:t>
            </a:r>
            <a:r>
              <a:rPr dirty="0" spc="-260">
                <a:latin typeface="Tahoma"/>
                <a:cs typeface="Tahoma"/>
              </a:rPr>
              <a:t>b</a:t>
            </a:r>
            <a:r>
              <a:rPr dirty="0" spc="-215">
                <a:latin typeface="Tahoma"/>
                <a:cs typeface="Tahoma"/>
              </a:rPr>
              <a:t>a</a:t>
            </a:r>
            <a:r>
              <a:rPr dirty="0" spc="-295">
                <a:latin typeface="Tahoma"/>
                <a:cs typeface="Tahoma"/>
              </a:rPr>
              <a:t>g</a:t>
            </a:r>
            <a:r>
              <a:rPr dirty="0" spc="-110">
                <a:latin typeface="Tahoma"/>
                <a:cs typeface="Tahoma"/>
              </a:rPr>
              <a:t>e</a:t>
            </a:r>
            <a:r>
              <a:rPr dirty="0" spc="-345">
                <a:latin typeface="Tahoma"/>
                <a:cs typeface="Tahoma"/>
              </a:rPr>
              <a:t> </a:t>
            </a:r>
            <a:r>
              <a:rPr dirty="0" spc="-200">
                <a:latin typeface="Tahoma"/>
                <a:cs typeface="Tahoma"/>
              </a:rPr>
              <a:t>C</a:t>
            </a:r>
            <a:r>
              <a:rPr dirty="0" spc="-265">
                <a:latin typeface="Tahoma"/>
                <a:cs typeface="Tahoma"/>
              </a:rPr>
              <a:t>o</a:t>
            </a:r>
            <a:r>
              <a:rPr dirty="0" spc="-30">
                <a:latin typeface="Tahoma"/>
                <a:cs typeface="Tahoma"/>
              </a:rPr>
              <a:t>l</a:t>
            </a:r>
            <a:r>
              <a:rPr dirty="0" spc="-204">
                <a:latin typeface="Tahoma"/>
                <a:cs typeface="Tahoma"/>
              </a:rPr>
              <a:t> </a:t>
            </a:r>
            <a:r>
              <a:rPr dirty="0" spc="-155">
                <a:latin typeface="Tahoma"/>
                <a:cs typeface="Tahoma"/>
              </a:rPr>
              <a:t>e</a:t>
            </a:r>
            <a:r>
              <a:rPr dirty="0" spc="-60">
                <a:latin typeface="Tahoma"/>
                <a:cs typeface="Tahoma"/>
              </a:rPr>
              <a:t>c</a:t>
            </a:r>
            <a:r>
              <a:rPr dirty="0" spc="-240">
                <a:latin typeface="Tahoma"/>
                <a:cs typeface="Tahoma"/>
              </a:rPr>
              <a:t>t</a:t>
            </a:r>
            <a:r>
              <a:rPr dirty="0" spc="-165">
                <a:latin typeface="Tahoma"/>
                <a:cs typeface="Tahoma"/>
              </a:rPr>
              <a:t>i</a:t>
            </a:r>
            <a:r>
              <a:rPr dirty="0" spc="-295">
                <a:latin typeface="Tahoma"/>
                <a:cs typeface="Tahoma"/>
              </a:rPr>
              <a:t>o</a:t>
            </a:r>
            <a:r>
              <a:rPr dirty="0" spc="-150">
                <a:latin typeface="Tahoma"/>
                <a:cs typeface="Tahoma"/>
              </a:rPr>
              <a:t>n</a:t>
            </a:r>
          </a:p>
        </p:txBody>
      </p:sp>
      <p:sp>
        <p:nvSpPr>
          <p:cNvPr id="6" name="object 6"/>
          <p:cNvSpPr/>
          <p:nvPr/>
        </p:nvSpPr>
        <p:spPr>
          <a:xfrm>
            <a:off x="642937" y="2395537"/>
            <a:ext cx="5857875" cy="3000375"/>
          </a:xfrm>
          <a:custGeom>
            <a:avLst/>
            <a:gdLst/>
            <a:ahLst/>
            <a:cxnLst/>
            <a:rect l="l" t="t" r="r" b="b"/>
            <a:pathLst>
              <a:path w="5857875" h="3000375">
                <a:moveTo>
                  <a:pt x="0" y="2941381"/>
                </a:moveTo>
                <a:lnTo>
                  <a:pt x="0" y="58991"/>
                </a:lnTo>
                <a:lnTo>
                  <a:pt x="0" y="55118"/>
                </a:lnTo>
                <a:lnTo>
                  <a:pt x="377" y="51282"/>
                </a:lnTo>
                <a:lnTo>
                  <a:pt x="1131" y="47485"/>
                </a:lnTo>
                <a:lnTo>
                  <a:pt x="1889" y="43688"/>
                </a:lnTo>
                <a:lnTo>
                  <a:pt x="3006" y="39992"/>
                </a:lnTo>
                <a:lnTo>
                  <a:pt x="4489" y="36423"/>
                </a:lnTo>
                <a:lnTo>
                  <a:pt x="5972" y="32842"/>
                </a:lnTo>
                <a:lnTo>
                  <a:pt x="7788" y="29438"/>
                </a:lnTo>
                <a:lnTo>
                  <a:pt x="9941" y="26225"/>
                </a:lnTo>
                <a:lnTo>
                  <a:pt x="12094" y="22999"/>
                </a:lnTo>
                <a:lnTo>
                  <a:pt x="14540" y="20015"/>
                </a:lnTo>
                <a:lnTo>
                  <a:pt x="17278" y="17284"/>
                </a:lnTo>
                <a:lnTo>
                  <a:pt x="20017" y="14541"/>
                </a:lnTo>
                <a:lnTo>
                  <a:pt x="22998" y="12090"/>
                </a:lnTo>
                <a:lnTo>
                  <a:pt x="26219" y="9944"/>
                </a:lnTo>
                <a:lnTo>
                  <a:pt x="29438" y="7785"/>
                </a:lnTo>
                <a:lnTo>
                  <a:pt x="32840" y="5969"/>
                </a:lnTo>
                <a:lnTo>
                  <a:pt x="36418" y="4495"/>
                </a:lnTo>
                <a:lnTo>
                  <a:pt x="39999" y="3009"/>
                </a:lnTo>
                <a:lnTo>
                  <a:pt x="43685" y="1892"/>
                </a:lnTo>
                <a:lnTo>
                  <a:pt x="47486" y="1130"/>
                </a:lnTo>
                <a:lnTo>
                  <a:pt x="51286" y="381"/>
                </a:lnTo>
                <a:lnTo>
                  <a:pt x="55120" y="0"/>
                </a:lnTo>
                <a:lnTo>
                  <a:pt x="58995" y="0"/>
                </a:lnTo>
                <a:lnTo>
                  <a:pt x="5798883" y="0"/>
                </a:lnTo>
                <a:lnTo>
                  <a:pt x="5802757" y="0"/>
                </a:lnTo>
                <a:lnTo>
                  <a:pt x="5806592" y="381"/>
                </a:lnTo>
                <a:lnTo>
                  <a:pt x="5810389" y="1130"/>
                </a:lnTo>
                <a:lnTo>
                  <a:pt x="5814187" y="1892"/>
                </a:lnTo>
                <a:lnTo>
                  <a:pt x="5817870" y="3009"/>
                </a:lnTo>
                <a:lnTo>
                  <a:pt x="5821451" y="4495"/>
                </a:lnTo>
                <a:lnTo>
                  <a:pt x="5825032" y="5969"/>
                </a:lnTo>
                <a:lnTo>
                  <a:pt x="5828436" y="7785"/>
                </a:lnTo>
                <a:lnTo>
                  <a:pt x="5831662" y="9944"/>
                </a:lnTo>
                <a:lnTo>
                  <a:pt x="5834875" y="12090"/>
                </a:lnTo>
                <a:lnTo>
                  <a:pt x="5837859" y="14541"/>
                </a:lnTo>
                <a:lnTo>
                  <a:pt x="5840590" y="17284"/>
                </a:lnTo>
                <a:lnTo>
                  <a:pt x="5843333" y="20015"/>
                </a:lnTo>
                <a:lnTo>
                  <a:pt x="5845784" y="22999"/>
                </a:lnTo>
                <a:lnTo>
                  <a:pt x="5847930" y="26225"/>
                </a:lnTo>
                <a:lnTo>
                  <a:pt x="5850089" y="29438"/>
                </a:lnTo>
                <a:lnTo>
                  <a:pt x="5851906" y="32842"/>
                </a:lnTo>
                <a:lnTo>
                  <a:pt x="5853379" y="36423"/>
                </a:lnTo>
                <a:lnTo>
                  <a:pt x="5854865" y="39992"/>
                </a:lnTo>
                <a:lnTo>
                  <a:pt x="5855982" y="43688"/>
                </a:lnTo>
                <a:lnTo>
                  <a:pt x="5856744" y="47485"/>
                </a:lnTo>
                <a:lnTo>
                  <a:pt x="5857494" y="51282"/>
                </a:lnTo>
                <a:lnTo>
                  <a:pt x="5857875" y="55118"/>
                </a:lnTo>
                <a:lnTo>
                  <a:pt x="5857875" y="58991"/>
                </a:lnTo>
                <a:lnTo>
                  <a:pt x="5857875" y="2941381"/>
                </a:lnTo>
                <a:lnTo>
                  <a:pt x="5857875" y="2945250"/>
                </a:lnTo>
                <a:lnTo>
                  <a:pt x="5857494" y="2949089"/>
                </a:lnTo>
                <a:lnTo>
                  <a:pt x="5856744" y="2952889"/>
                </a:lnTo>
                <a:lnTo>
                  <a:pt x="5855982" y="2956684"/>
                </a:lnTo>
                <a:lnTo>
                  <a:pt x="5854865" y="2960376"/>
                </a:lnTo>
                <a:lnTo>
                  <a:pt x="5853379" y="2963952"/>
                </a:lnTo>
                <a:lnTo>
                  <a:pt x="5851906" y="2967534"/>
                </a:lnTo>
                <a:lnTo>
                  <a:pt x="5850077" y="2970932"/>
                </a:lnTo>
                <a:lnTo>
                  <a:pt x="5847930" y="2974152"/>
                </a:lnTo>
                <a:lnTo>
                  <a:pt x="5845784" y="2977376"/>
                </a:lnTo>
                <a:lnTo>
                  <a:pt x="5843333" y="2980353"/>
                </a:lnTo>
                <a:lnTo>
                  <a:pt x="5840590" y="2983091"/>
                </a:lnTo>
                <a:lnTo>
                  <a:pt x="5837859" y="2985836"/>
                </a:lnTo>
                <a:lnTo>
                  <a:pt x="5821451" y="2995881"/>
                </a:lnTo>
                <a:lnTo>
                  <a:pt x="5817870" y="2997365"/>
                </a:lnTo>
                <a:lnTo>
                  <a:pt x="5814187" y="2998485"/>
                </a:lnTo>
                <a:lnTo>
                  <a:pt x="5810389" y="2999239"/>
                </a:lnTo>
                <a:lnTo>
                  <a:pt x="5806592" y="2999994"/>
                </a:lnTo>
                <a:lnTo>
                  <a:pt x="5802757" y="3000376"/>
                </a:lnTo>
                <a:lnTo>
                  <a:pt x="5798883" y="3000376"/>
                </a:lnTo>
                <a:lnTo>
                  <a:pt x="58995" y="3000376"/>
                </a:lnTo>
                <a:lnTo>
                  <a:pt x="55120" y="3000376"/>
                </a:lnTo>
                <a:lnTo>
                  <a:pt x="51286" y="2999994"/>
                </a:lnTo>
                <a:lnTo>
                  <a:pt x="47486" y="2999239"/>
                </a:lnTo>
                <a:lnTo>
                  <a:pt x="43685" y="2998485"/>
                </a:lnTo>
                <a:lnTo>
                  <a:pt x="39999" y="2997365"/>
                </a:lnTo>
                <a:lnTo>
                  <a:pt x="36418" y="2995881"/>
                </a:lnTo>
                <a:lnTo>
                  <a:pt x="32840" y="2994403"/>
                </a:lnTo>
                <a:lnTo>
                  <a:pt x="29438" y="2992582"/>
                </a:lnTo>
                <a:lnTo>
                  <a:pt x="26219" y="2990429"/>
                </a:lnTo>
                <a:lnTo>
                  <a:pt x="22998" y="2988280"/>
                </a:lnTo>
                <a:lnTo>
                  <a:pt x="20017" y="2985836"/>
                </a:lnTo>
                <a:lnTo>
                  <a:pt x="17278" y="2983091"/>
                </a:lnTo>
                <a:lnTo>
                  <a:pt x="14540" y="2980353"/>
                </a:lnTo>
                <a:lnTo>
                  <a:pt x="12094" y="2977376"/>
                </a:lnTo>
                <a:lnTo>
                  <a:pt x="9941" y="2974152"/>
                </a:lnTo>
                <a:lnTo>
                  <a:pt x="7788" y="2970932"/>
                </a:lnTo>
                <a:lnTo>
                  <a:pt x="5972" y="2967534"/>
                </a:lnTo>
                <a:lnTo>
                  <a:pt x="4489" y="2963952"/>
                </a:lnTo>
                <a:lnTo>
                  <a:pt x="3006" y="2960376"/>
                </a:lnTo>
                <a:lnTo>
                  <a:pt x="1889" y="2956684"/>
                </a:lnTo>
                <a:lnTo>
                  <a:pt x="1131" y="2952889"/>
                </a:lnTo>
                <a:lnTo>
                  <a:pt x="377" y="2949089"/>
                </a:lnTo>
                <a:lnTo>
                  <a:pt x="0" y="2945250"/>
                </a:lnTo>
                <a:lnTo>
                  <a:pt x="0" y="294138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47700" y="2400299"/>
          <a:ext cx="5848350" cy="2990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/>
                <a:gridCol w="1952625"/>
                <a:gridCol w="1947545"/>
              </a:tblGrid>
              <a:tr h="52387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400" spc="-5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Algoritmo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27000">
                    <a:lnR w="12700">
                      <a:solidFill>
                        <a:srgbClr val="24212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400" spc="-8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Ventajas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27000">
                    <a:lnL w="12700">
                      <a:solidFill>
                        <a:srgbClr val="242121"/>
                      </a:solidFill>
                      <a:prstDash val="solid"/>
                    </a:lnL>
                    <a:lnR w="9525">
                      <a:solidFill>
                        <a:srgbClr val="24212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400" spc="-8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Desventajas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27000">
                    <a:lnL w="9525">
                      <a:solidFill>
                        <a:srgbClr val="24212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2245" marR="784225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-4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4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y  </a:t>
                      </a:r>
                      <a:r>
                        <a:rPr dirty="0" sz="1400" spc="-5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Barrido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R w="12700">
                      <a:solidFill>
                        <a:srgbClr val="24212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8595" marR="79502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  </a:t>
                      </a:r>
                      <a:r>
                        <a:rPr dirty="0" sz="1400" spc="-8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memoria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242121"/>
                      </a:solidFill>
                      <a:prstDash val="solid"/>
                    </a:lnL>
                    <a:lnR w="9525">
                      <a:solidFill>
                        <a:srgbClr val="24212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56134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-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-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400" spc="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 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400" spc="-3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9525">
                      <a:solidFill>
                        <a:srgbClr val="242121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819151">
                <a:tc>
                  <a:txBody>
                    <a:bodyPr/>
                    <a:lstStyle/>
                    <a:p>
                      <a:pPr marL="182245" marR="44323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-4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400" spc="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-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  </a:t>
                      </a:r>
                      <a:r>
                        <a:rPr dirty="0" sz="1400" spc="-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Copia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R w="12700">
                      <a:solidFill>
                        <a:srgbClr val="24212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8595" marR="71120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á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y 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400" spc="-3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400" spc="-3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242121"/>
                      </a:solidFill>
                      <a:prstDash val="solid"/>
                    </a:lnL>
                    <a:lnR w="9525">
                      <a:solidFill>
                        <a:srgbClr val="24212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67818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-4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400" spc="-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  </a:t>
                      </a:r>
                      <a:r>
                        <a:rPr dirty="0" sz="1400" spc="-8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memoria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9525">
                      <a:solidFill>
                        <a:srgbClr val="24212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Generacional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12700">
                      <a:solidFill>
                        <a:srgbClr val="24212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8595" marR="405765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-3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z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 spc="-3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 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3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í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4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242121"/>
                      </a:solidFill>
                      <a:prstDash val="solid"/>
                    </a:lnL>
                    <a:lnR w="9525">
                      <a:solidFill>
                        <a:srgbClr val="24212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709295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dirty="0" sz="1400" spc="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400" spc="-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400" spc="-16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  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400" spc="-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2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400" spc="1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400" spc="-2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400" spc="-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400" spc="15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400">
                          <a:solidFill>
                            <a:srgbClr val="E5E0DF"/>
                          </a:solidFill>
                          <a:latin typeface="Verdana"/>
                          <a:cs typeface="Verdana"/>
                        </a:rPr>
                        <a:t>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4135">
                    <a:lnL w="9525">
                      <a:solidFill>
                        <a:srgbClr val="242121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29600"/>
          </a:xfrm>
          <a:custGeom>
            <a:avLst/>
            <a:gdLst/>
            <a:ahLst/>
            <a:cxnLst/>
            <a:rect l="l" t="t" r="r" b="b"/>
            <a:pathLst>
              <a:path w="11430000" h="8229600">
                <a:moveTo>
                  <a:pt x="11430000" y="0"/>
                </a:moveTo>
                <a:lnTo>
                  <a:pt x="0" y="0"/>
                </a:lnTo>
                <a:lnTo>
                  <a:pt x="0" y="8229600"/>
                </a:lnTo>
                <a:lnTo>
                  <a:pt x="11430000" y="8229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42121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8229600"/>
            <a:chOff x="7143750" y="0"/>
            <a:chExt cx="4286250" cy="8229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8229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77152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34975"/>
            <a:ext cx="573024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85"/>
              <a:t>D</a:t>
            </a:r>
            <a:r>
              <a:rPr dirty="0" spc="-170"/>
              <a:t>e</a:t>
            </a:r>
            <a:r>
              <a:rPr dirty="0" spc="-125"/>
              <a:t>t</a:t>
            </a:r>
            <a:r>
              <a:rPr dirty="0" spc="-95"/>
              <a:t>e</a:t>
            </a:r>
            <a:r>
              <a:rPr dirty="0"/>
              <a:t>c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125"/>
              <a:t>y</a:t>
            </a:r>
            <a:r>
              <a:rPr dirty="0" spc="-370"/>
              <a:t> </a:t>
            </a:r>
            <a:r>
              <a:rPr dirty="0" spc="190"/>
              <a:t>S</a:t>
            </a:r>
            <a:r>
              <a:rPr dirty="0" spc="-90"/>
              <a:t>o</a:t>
            </a:r>
            <a:r>
              <a:rPr dirty="0" spc="-114"/>
              <a:t>l</a:t>
            </a:r>
            <a:r>
              <a:rPr dirty="0" spc="-120"/>
              <a:t>u</a:t>
            </a:r>
            <a:r>
              <a:rPr dirty="0" spc="5"/>
              <a:t>c</a:t>
            </a:r>
            <a:r>
              <a:rPr dirty="0" spc="-150"/>
              <a:t>i</a:t>
            </a:r>
            <a:r>
              <a:rPr dirty="0" spc="-90"/>
              <a:t>ó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-420"/>
              <a:t>F</a:t>
            </a:r>
            <a:r>
              <a:rPr dirty="0" spc="-120"/>
              <a:t>u</a:t>
            </a:r>
            <a:r>
              <a:rPr dirty="0" spc="165"/>
              <a:t>g</a:t>
            </a:r>
            <a:r>
              <a:rPr dirty="0" spc="-10"/>
              <a:t>a</a:t>
            </a:r>
            <a:r>
              <a:rPr dirty="0" spc="175"/>
              <a:t>s  </a:t>
            </a:r>
            <a:r>
              <a:rPr dirty="0" spc="-105"/>
              <a:t>d</a:t>
            </a:r>
            <a:r>
              <a:rPr dirty="0" spc="-50"/>
              <a:t>e</a:t>
            </a:r>
            <a:r>
              <a:rPr dirty="0" spc="-370"/>
              <a:t> </a:t>
            </a:r>
            <a:r>
              <a:rPr dirty="0" spc="130"/>
              <a:t>M</a:t>
            </a:r>
            <a:r>
              <a:rPr dirty="0" spc="-140"/>
              <a:t>e</a:t>
            </a:r>
            <a:r>
              <a:rPr dirty="0" spc="-10"/>
              <a:t>m</a:t>
            </a:r>
            <a:r>
              <a:rPr dirty="0" spc="-120"/>
              <a:t>o</a:t>
            </a:r>
            <a:r>
              <a:rPr dirty="0" spc="-150"/>
              <a:t>r</a:t>
            </a:r>
            <a:r>
              <a:rPr dirty="0" spc="-150"/>
              <a:t>i</a:t>
            </a:r>
            <a:r>
              <a:rPr dirty="0" spc="95"/>
              <a:t>a</a:t>
            </a:r>
            <a:r>
              <a:rPr dirty="0" spc="-370"/>
              <a:t> </a:t>
            </a:r>
            <a:r>
              <a:rPr dirty="0" spc="-140"/>
              <a:t>e</a:t>
            </a:r>
            <a:r>
              <a:rPr dirty="0" spc="20"/>
              <a:t>n</a:t>
            </a:r>
            <a:r>
              <a:rPr dirty="0" spc="-370"/>
              <a:t> </a:t>
            </a:r>
            <a:r>
              <a:rPr dirty="0" spc="175"/>
              <a:t>R</a:t>
            </a:r>
            <a:r>
              <a:rPr dirty="0" spc="-45"/>
              <a:t>I</a:t>
            </a:r>
            <a:r>
              <a:rPr dirty="0" spc="250"/>
              <a:t>S</a:t>
            </a:r>
            <a:r>
              <a:rPr dirty="0" spc="-50"/>
              <a:t>C</a:t>
            </a:r>
            <a:r>
              <a:rPr dirty="0" spc="-120"/>
              <a:t>-</a:t>
            </a:r>
            <a:r>
              <a:rPr dirty="0" spc="215"/>
              <a:t>V</a:t>
            </a:r>
          </a:p>
        </p:txBody>
      </p:sp>
      <p:sp>
        <p:nvSpPr>
          <p:cNvPr id="7" name="object 7"/>
          <p:cNvSpPr/>
          <p:nvPr/>
        </p:nvSpPr>
        <p:spPr>
          <a:xfrm>
            <a:off x="638175" y="18478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30" y="325551"/>
                </a:moveTo>
                <a:lnTo>
                  <a:pt x="305360" y="325551"/>
                </a:lnTo>
                <a:lnTo>
                  <a:pt x="436646" y="456742"/>
                </a:lnTo>
                <a:lnTo>
                  <a:pt x="445720" y="456742"/>
                </a:lnTo>
                <a:lnTo>
                  <a:pt x="456749" y="445719"/>
                </a:lnTo>
                <a:lnTo>
                  <a:pt x="456749" y="436651"/>
                </a:lnTo>
                <a:lnTo>
                  <a:pt x="345730" y="325551"/>
                </a:lnTo>
                <a:close/>
              </a:path>
              <a:path w="457200" h="457200">
                <a:moveTo>
                  <a:pt x="185013" y="0"/>
                </a:moveTo>
                <a:lnTo>
                  <a:pt x="135822" y="6606"/>
                </a:lnTo>
                <a:lnTo>
                  <a:pt x="91624" y="25253"/>
                </a:lnTo>
                <a:lnTo>
                  <a:pt x="54181" y="54178"/>
                </a:lnTo>
                <a:lnTo>
                  <a:pt x="25255" y="91620"/>
                </a:lnTo>
                <a:lnTo>
                  <a:pt x="6607" y="135819"/>
                </a:lnTo>
                <a:lnTo>
                  <a:pt x="0" y="185013"/>
                </a:lnTo>
                <a:lnTo>
                  <a:pt x="6607" y="234203"/>
                </a:lnTo>
                <a:lnTo>
                  <a:pt x="25255" y="278400"/>
                </a:lnTo>
                <a:lnTo>
                  <a:pt x="54181" y="315844"/>
                </a:lnTo>
                <a:lnTo>
                  <a:pt x="91624" y="344771"/>
                </a:lnTo>
                <a:lnTo>
                  <a:pt x="135822" y="363419"/>
                </a:lnTo>
                <a:lnTo>
                  <a:pt x="185013" y="370027"/>
                </a:lnTo>
                <a:lnTo>
                  <a:pt x="218676" y="366980"/>
                </a:lnTo>
                <a:lnTo>
                  <a:pt x="250321" y="358195"/>
                </a:lnTo>
                <a:lnTo>
                  <a:pt x="279400" y="344207"/>
                </a:lnTo>
                <a:lnTo>
                  <a:pt x="283075" y="341566"/>
                </a:lnTo>
                <a:lnTo>
                  <a:pt x="185013" y="341566"/>
                </a:lnTo>
                <a:lnTo>
                  <a:pt x="177322" y="341378"/>
                </a:lnTo>
                <a:lnTo>
                  <a:pt x="139566" y="334822"/>
                </a:lnTo>
                <a:lnTo>
                  <a:pt x="104537" y="319293"/>
                </a:lnTo>
                <a:lnTo>
                  <a:pt x="74315" y="295706"/>
                </a:lnTo>
                <a:lnTo>
                  <a:pt x="50732" y="265484"/>
                </a:lnTo>
                <a:lnTo>
                  <a:pt x="35203" y="230452"/>
                </a:lnTo>
                <a:lnTo>
                  <a:pt x="28649" y="192702"/>
                </a:lnTo>
                <a:lnTo>
                  <a:pt x="28460" y="185013"/>
                </a:lnTo>
                <a:lnTo>
                  <a:pt x="28649" y="177324"/>
                </a:lnTo>
                <a:lnTo>
                  <a:pt x="35203" y="139565"/>
                </a:lnTo>
                <a:lnTo>
                  <a:pt x="50732" y="104542"/>
                </a:lnTo>
                <a:lnTo>
                  <a:pt x="74315" y="74320"/>
                </a:lnTo>
                <a:lnTo>
                  <a:pt x="104537" y="50731"/>
                </a:lnTo>
                <a:lnTo>
                  <a:pt x="139566" y="35204"/>
                </a:lnTo>
                <a:lnTo>
                  <a:pt x="177322" y="28648"/>
                </a:lnTo>
                <a:lnTo>
                  <a:pt x="185013" y="28460"/>
                </a:lnTo>
                <a:lnTo>
                  <a:pt x="282552" y="28460"/>
                </a:lnTo>
                <a:lnTo>
                  <a:pt x="278400" y="25253"/>
                </a:lnTo>
                <a:lnTo>
                  <a:pt x="234203" y="6606"/>
                </a:lnTo>
                <a:lnTo>
                  <a:pt x="185013" y="0"/>
                </a:lnTo>
                <a:close/>
              </a:path>
              <a:path w="457200" h="457200">
                <a:moveTo>
                  <a:pt x="282552" y="28460"/>
                </a:moveTo>
                <a:lnTo>
                  <a:pt x="185013" y="28460"/>
                </a:lnTo>
                <a:lnTo>
                  <a:pt x="192703" y="28648"/>
                </a:lnTo>
                <a:lnTo>
                  <a:pt x="200357" y="29213"/>
                </a:lnTo>
                <a:lnTo>
                  <a:pt x="237744" y="37614"/>
                </a:lnTo>
                <a:lnTo>
                  <a:pt x="271983" y="54851"/>
                </a:lnTo>
                <a:lnTo>
                  <a:pt x="301014" y="79888"/>
                </a:lnTo>
                <a:lnTo>
                  <a:pt x="323077" y="111218"/>
                </a:lnTo>
                <a:lnTo>
                  <a:pt x="336867" y="146962"/>
                </a:lnTo>
                <a:lnTo>
                  <a:pt x="341560" y="185013"/>
                </a:lnTo>
                <a:lnTo>
                  <a:pt x="341372" y="192702"/>
                </a:lnTo>
                <a:lnTo>
                  <a:pt x="334821" y="230452"/>
                </a:lnTo>
                <a:lnTo>
                  <a:pt x="319294" y="265484"/>
                </a:lnTo>
                <a:lnTo>
                  <a:pt x="295706" y="295706"/>
                </a:lnTo>
                <a:lnTo>
                  <a:pt x="265486" y="319293"/>
                </a:lnTo>
                <a:lnTo>
                  <a:pt x="230456" y="334822"/>
                </a:lnTo>
                <a:lnTo>
                  <a:pt x="192703" y="341378"/>
                </a:lnTo>
                <a:lnTo>
                  <a:pt x="185013" y="341566"/>
                </a:lnTo>
                <a:lnTo>
                  <a:pt x="283075" y="341566"/>
                </a:lnTo>
                <a:lnTo>
                  <a:pt x="305360" y="325551"/>
                </a:lnTo>
                <a:lnTo>
                  <a:pt x="345730" y="325551"/>
                </a:lnTo>
                <a:lnTo>
                  <a:pt x="325551" y="305358"/>
                </a:lnTo>
                <a:lnTo>
                  <a:pt x="344207" y="279402"/>
                </a:lnTo>
                <a:lnTo>
                  <a:pt x="358192" y="250324"/>
                </a:lnTo>
                <a:lnTo>
                  <a:pt x="366975" y="218678"/>
                </a:lnTo>
                <a:lnTo>
                  <a:pt x="370020" y="185013"/>
                </a:lnTo>
                <a:lnTo>
                  <a:pt x="363413" y="135819"/>
                </a:lnTo>
                <a:lnTo>
                  <a:pt x="344767" y="91620"/>
                </a:lnTo>
                <a:lnTo>
                  <a:pt x="315842" y="54178"/>
                </a:lnTo>
                <a:lnTo>
                  <a:pt x="282552" y="28460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4879" y="2439987"/>
            <a:ext cx="509524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5E0DF"/>
                </a:solidFill>
                <a:latin typeface="Trebuchet MS"/>
                <a:cs typeface="Trebuchet MS"/>
              </a:rPr>
              <a:t>Identificación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Uso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herramientas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perfilado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memoria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específicas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para </a:t>
            </a:r>
            <a:r>
              <a:rPr dirty="0" sz="1400" spc="-409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arquitecturas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RISC-V.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8241" y="3990975"/>
            <a:ext cx="455930" cy="455930"/>
          </a:xfrm>
          <a:custGeom>
            <a:avLst/>
            <a:gdLst/>
            <a:ahLst/>
            <a:cxnLst/>
            <a:rect l="l" t="t" r="r" b="b"/>
            <a:pathLst>
              <a:path w="455930" h="455929">
                <a:moveTo>
                  <a:pt x="235096" y="0"/>
                </a:moveTo>
                <a:lnTo>
                  <a:pt x="220184" y="0"/>
                </a:lnTo>
                <a:lnTo>
                  <a:pt x="212742" y="368"/>
                </a:lnTo>
                <a:lnTo>
                  <a:pt x="168674" y="7645"/>
                </a:lnTo>
                <a:lnTo>
                  <a:pt x="126879" y="23368"/>
                </a:lnTo>
                <a:lnTo>
                  <a:pt x="88947" y="46951"/>
                </a:lnTo>
                <a:lnTo>
                  <a:pt x="56349" y="77482"/>
                </a:lnTo>
                <a:lnTo>
                  <a:pt x="30300" y="113855"/>
                </a:lnTo>
                <a:lnTo>
                  <a:pt x="11904" y="154470"/>
                </a:lnTo>
                <a:lnTo>
                  <a:pt x="1759" y="197967"/>
                </a:lnTo>
                <a:lnTo>
                  <a:pt x="0" y="236512"/>
                </a:lnTo>
                <a:lnTo>
                  <a:pt x="300" y="242608"/>
                </a:lnTo>
                <a:lnTo>
                  <a:pt x="7573" y="286664"/>
                </a:lnTo>
                <a:lnTo>
                  <a:pt x="23453" y="328752"/>
                </a:lnTo>
                <a:lnTo>
                  <a:pt x="46889" y="366395"/>
                </a:lnTo>
                <a:lnTo>
                  <a:pt x="77418" y="398995"/>
                </a:lnTo>
                <a:lnTo>
                  <a:pt x="113723" y="425005"/>
                </a:lnTo>
                <a:lnTo>
                  <a:pt x="154402" y="443445"/>
                </a:lnTo>
                <a:lnTo>
                  <a:pt x="197899" y="453593"/>
                </a:lnTo>
                <a:lnTo>
                  <a:pt x="220184" y="455409"/>
                </a:lnTo>
                <a:lnTo>
                  <a:pt x="235096" y="455409"/>
                </a:lnTo>
                <a:lnTo>
                  <a:pt x="279378" y="449580"/>
                </a:lnTo>
                <a:lnTo>
                  <a:pt x="321670" y="435229"/>
                </a:lnTo>
                <a:lnTo>
                  <a:pt x="337925" y="426948"/>
                </a:lnTo>
                <a:lnTo>
                  <a:pt x="227640" y="426948"/>
                </a:lnTo>
                <a:lnTo>
                  <a:pt x="181959" y="421685"/>
                </a:lnTo>
                <a:lnTo>
                  <a:pt x="140022" y="406695"/>
                </a:lnTo>
                <a:lnTo>
                  <a:pt x="103027" y="383173"/>
                </a:lnTo>
                <a:lnTo>
                  <a:pt x="72170" y="352317"/>
                </a:lnTo>
                <a:lnTo>
                  <a:pt x="48648" y="315323"/>
                </a:lnTo>
                <a:lnTo>
                  <a:pt x="33657" y="273389"/>
                </a:lnTo>
                <a:lnTo>
                  <a:pt x="28394" y="227711"/>
                </a:lnTo>
                <a:lnTo>
                  <a:pt x="31731" y="191180"/>
                </a:lnTo>
                <a:lnTo>
                  <a:pt x="41348" y="156854"/>
                </a:lnTo>
                <a:lnTo>
                  <a:pt x="56653" y="125333"/>
                </a:lnTo>
                <a:lnTo>
                  <a:pt x="77051" y="97218"/>
                </a:lnTo>
                <a:lnTo>
                  <a:pt x="117258" y="97218"/>
                </a:lnTo>
                <a:lnTo>
                  <a:pt x="97153" y="77114"/>
                </a:lnTo>
                <a:lnTo>
                  <a:pt x="125273" y="56717"/>
                </a:lnTo>
                <a:lnTo>
                  <a:pt x="156793" y="41414"/>
                </a:lnTo>
                <a:lnTo>
                  <a:pt x="191115" y="31798"/>
                </a:lnTo>
                <a:lnTo>
                  <a:pt x="227640" y="28460"/>
                </a:lnTo>
                <a:lnTo>
                  <a:pt x="337925" y="28460"/>
                </a:lnTo>
                <a:lnTo>
                  <a:pt x="328402" y="23368"/>
                </a:lnTo>
                <a:lnTo>
                  <a:pt x="286606" y="7645"/>
                </a:lnTo>
                <a:lnTo>
                  <a:pt x="242537" y="368"/>
                </a:lnTo>
                <a:lnTo>
                  <a:pt x="235096" y="0"/>
                </a:lnTo>
                <a:close/>
              </a:path>
              <a:path w="455930" h="455929">
                <a:moveTo>
                  <a:pt x="117258" y="97218"/>
                </a:moveTo>
                <a:lnTo>
                  <a:pt x="77051" y="97218"/>
                </a:lnTo>
                <a:lnTo>
                  <a:pt x="358128" y="378294"/>
                </a:lnTo>
                <a:lnTo>
                  <a:pt x="330008" y="398691"/>
                </a:lnTo>
                <a:lnTo>
                  <a:pt x="298488" y="413994"/>
                </a:lnTo>
                <a:lnTo>
                  <a:pt x="264165" y="423611"/>
                </a:lnTo>
                <a:lnTo>
                  <a:pt x="227640" y="426948"/>
                </a:lnTo>
                <a:lnTo>
                  <a:pt x="337925" y="426948"/>
                </a:lnTo>
                <a:lnTo>
                  <a:pt x="377862" y="398995"/>
                </a:lnTo>
                <a:lnTo>
                  <a:pt x="408392" y="366395"/>
                </a:lnTo>
                <a:lnTo>
                  <a:pt x="414313" y="358190"/>
                </a:lnTo>
                <a:lnTo>
                  <a:pt x="378229" y="358190"/>
                </a:lnTo>
                <a:lnTo>
                  <a:pt x="298354" y="278320"/>
                </a:lnTo>
                <a:lnTo>
                  <a:pt x="298622" y="275742"/>
                </a:lnTo>
                <a:lnTo>
                  <a:pt x="298779" y="273389"/>
                </a:lnTo>
                <a:lnTo>
                  <a:pt x="298800" y="265150"/>
                </a:lnTo>
                <a:lnTo>
                  <a:pt x="354738" y="265150"/>
                </a:lnTo>
                <a:lnTo>
                  <a:pt x="356593" y="250304"/>
                </a:lnTo>
                <a:lnTo>
                  <a:pt x="270334" y="250304"/>
                </a:lnTo>
                <a:lnTo>
                  <a:pt x="188325" y="168287"/>
                </a:lnTo>
                <a:lnTo>
                  <a:pt x="194731" y="157773"/>
                </a:lnTo>
                <a:lnTo>
                  <a:pt x="203814" y="149563"/>
                </a:lnTo>
                <a:lnTo>
                  <a:pt x="208557" y="147294"/>
                </a:lnTo>
                <a:lnTo>
                  <a:pt x="167336" y="147294"/>
                </a:lnTo>
                <a:lnTo>
                  <a:pt x="117258" y="97218"/>
                </a:lnTo>
                <a:close/>
              </a:path>
              <a:path w="455930" h="455929">
                <a:moveTo>
                  <a:pt x="337925" y="28460"/>
                </a:moveTo>
                <a:lnTo>
                  <a:pt x="227640" y="28460"/>
                </a:lnTo>
                <a:lnTo>
                  <a:pt x="273322" y="33723"/>
                </a:lnTo>
                <a:lnTo>
                  <a:pt x="315258" y="48714"/>
                </a:lnTo>
                <a:lnTo>
                  <a:pt x="352252" y="72236"/>
                </a:lnTo>
                <a:lnTo>
                  <a:pt x="383108" y="103094"/>
                </a:lnTo>
                <a:lnTo>
                  <a:pt x="406629" y="140090"/>
                </a:lnTo>
                <a:lnTo>
                  <a:pt x="421619" y="182027"/>
                </a:lnTo>
                <a:lnTo>
                  <a:pt x="426882" y="227711"/>
                </a:lnTo>
                <a:lnTo>
                  <a:pt x="423545" y="264234"/>
                </a:lnTo>
                <a:lnTo>
                  <a:pt x="413930" y="298556"/>
                </a:lnTo>
                <a:lnTo>
                  <a:pt x="398627" y="330075"/>
                </a:lnTo>
                <a:lnTo>
                  <a:pt x="378229" y="358190"/>
                </a:lnTo>
                <a:lnTo>
                  <a:pt x="414313" y="358190"/>
                </a:lnTo>
                <a:lnTo>
                  <a:pt x="435161" y="321741"/>
                </a:lnTo>
                <a:lnTo>
                  <a:pt x="449518" y="279450"/>
                </a:lnTo>
                <a:lnTo>
                  <a:pt x="455281" y="236512"/>
                </a:lnTo>
                <a:lnTo>
                  <a:pt x="455348" y="220256"/>
                </a:lnTo>
                <a:lnTo>
                  <a:pt x="454980" y="212813"/>
                </a:lnTo>
                <a:lnTo>
                  <a:pt x="447707" y="168744"/>
                </a:lnTo>
                <a:lnTo>
                  <a:pt x="431867" y="126746"/>
                </a:lnTo>
                <a:lnTo>
                  <a:pt x="408392" y="89014"/>
                </a:lnTo>
                <a:lnTo>
                  <a:pt x="377862" y="56413"/>
                </a:lnTo>
                <a:lnTo>
                  <a:pt x="341558" y="30403"/>
                </a:lnTo>
                <a:lnTo>
                  <a:pt x="337925" y="28460"/>
                </a:lnTo>
                <a:close/>
              </a:path>
              <a:path w="455930" h="455929">
                <a:moveTo>
                  <a:pt x="185036" y="265150"/>
                </a:moveTo>
                <a:lnTo>
                  <a:pt x="156481" y="265150"/>
                </a:lnTo>
                <a:lnTo>
                  <a:pt x="156481" y="276987"/>
                </a:lnTo>
                <a:lnTo>
                  <a:pt x="157374" y="283476"/>
                </a:lnTo>
                <a:lnTo>
                  <a:pt x="159060" y="289521"/>
                </a:lnTo>
                <a:lnTo>
                  <a:pt x="113519" y="319862"/>
                </a:lnTo>
                <a:lnTo>
                  <a:pt x="111868" y="328472"/>
                </a:lnTo>
                <a:lnTo>
                  <a:pt x="111890" y="328752"/>
                </a:lnTo>
                <a:lnTo>
                  <a:pt x="120549" y="341833"/>
                </a:lnTo>
                <a:lnTo>
                  <a:pt x="129354" y="343509"/>
                </a:lnTo>
                <a:lnTo>
                  <a:pt x="172226" y="314960"/>
                </a:lnTo>
                <a:lnTo>
                  <a:pt x="254587" y="314960"/>
                </a:lnTo>
                <a:lnTo>
                  <a:pt x="252720" y="313093"/>
                </a:lnTo>
                <a:lnTo>
                  <a:pt x="227729" y="313093"/>
                </a:lnTo>
                <a:lnTo>
                  <a:pt x="211115" y="309738"/>
                </a:lnTo>
                <a:lnTo>
                  <a:pt x="197544" y="300588"/>
                </a:lnTo>
                <a:lnTo>
                  <a:pt x="188392" y="287016"/>
                </a:lnTo>
                <a:lnTo>
                  <a:pt x="185036" y="270395"/>
                </a:lnTo>
                <a:lnTo>
                  <a:pt x="185036" y="265150"/>
                </a:lnTo>
                <a:close/>
              </a:path>
              <a:path w="455930" h="455929">
                <a:moveTo>
                  <a:pt x="254587" y="314960"/>
                </a:moveTo>
                <a:lnTo>
                  <a:pt x="172226" y="314960"/>
                </a:lnTo>
                <a:lnTo>
                  <a:pt x="183212" y="325948"/>
                </a:lnTo>
                <a:lnTo>
                  <a:pt x="196399" y="334335"/>
                </a:lnTo>
                <a:lnTo>
                  <a:pt x="211352" y="339686"/>
                </a:lnTo>
                <a:lnTo>
                  <a:pt x="227640" y="341566"/>
                </a:lnTo>
                <a:lnTo>
                  <a:pt x="238759" y="340701"/>
                </a:lnTo>
                <a:lnTo>
                  <a:pt x="249344" y="338193"/>
                </a:lnTo>
                <a:lnTo>
                  <a:pt x="259262" y="334167"/>
                </a:lnTo>
                <a:lnTo>
                  <a:pt x="268379" y="328752"/>
                </a:lnTo>
                <a:lnTo>
                  <a:pt x="254587" y="314960"/>
                </a:lnTo>
                <a:close/>
              </a:path>
              <a:path w="455930" h="455929">
                <a:moveTo>
                  <a:pt x="247742" y="308114"/>
                </a:moveTo>
                <a:lnTo>
                  <a:pt x="241784" y="311315"/>
                </a:lnTo>
                <a:lnTo>
                  <a:pt x="234933" y="313093"/>
                </a:lnTo>
                <a:lnTo>
                  <a:pt x="252720" y="313093"/>
                </a:lnTo>
                <a:lnTo>
                  <a:pt x="247742" y="308114"/>
                </a:lnTo>
                <a:close/>
              </a:path>
              <a:path w="455930" h="455929">
                <a:moveTo>
                  <a:pt x="156570" y="216852"/>
                </a:moveTo>
                <a:lnTo>
                  <a:pt x="156481" y="236512"/>
                </a:lnTo>
                <a:lnTo>
                  <a:pt x="104182" y="243001"/>
                </a:lnTo>
                <a:lnTo>
                  <a:pt x="98665" y="250126"/>
                </a:lnTo>
                <a:lnTo>
                  <a:pt x="100620" y="265772"/>
                </a:lnTo>
                <a:lnTo>
                  <a:pt x="107740" y="271284"/>
                </a:lnTo>
                <a:lnTo>
                  <a:pt x="156481" y="265150"/>
                </a:lnTo>
                <a:lnTo>
                  <a:pt x="185036" y="265150"/>
                </a:lnTo>
                <a:lnTo>
                  <a:pt x="185036" y="245313"/>
                </a:lnTo>
                <a:lnTo>
                  <a:pt x="156570" y="216852"/>
                </a:lnTo>
                <a:close/>
              </a:path>
              <a:path w="455930" h="455929">
                <a:moveTo>
                  <a:pt x="354738" y="265150"/>
                </a:moveTo>
                <a:lnTo>
                  <a:pt x="298800" y="265150"/>
                </a:lnTo>
                <a:lnTo>
                  <a:pt x="347541" y="271284"/>
                </a:lnTo>
                <a:lnTo>
                  <a:pt x="354661" y="265772"/>
                </a:lnTo>
                <a:lnTo>
                  <a:pt x="354738" y="265150"/>
                </a:lnTo>
                <a:close/>
              </a:path>
              <a:path w="455930" h="455929">
                <a:moveTo>
                  <a:pt x="331578" y="142316"/>
                </a:moveTo>
                <a:lnTo>
                  <a:pt x="227640" y="142316"/>
                </a:lnTo>
                <a:lnTo>
                  <a:pt x="244254" y="145672"/>
                </a:lnTo>
                <a:lnTo>
                  <a:pt x="257825" y="154825"/>
                </a:lnTo>
                <a:lnTo>
                  <a:pt x="266977" y="168398"/>
                </a:lnTo>
                <a:lnTo>
                  <a:pt x="270334" y="185013"/>
                </a:lnTo>
                <a:lnTo>
                  <a:pt x="270334" y="250304"/>
                </a:lnTo>
                <a:lnTo>
                  <a:pt x="356593" y="250304"/>
                </a:lnTo>
                <a:lnTo>
                  <a:pt x="356615" y="250126"/>
                </a:lnTo>
                <a:lnTo>
                  <a:pt x="351098" y="243001"/>
                </a:lnTo>
                <a:lnTo>
                  <a:pt x="298800" y="236512"/>
                </a:lnTo>
                <a:lnTo>
                  <a:pt x="298800" y="217474"/>
                </a:lnTo>
                <a:lnTo>
                  <a:pt x="352611" y="204050"/>
                </a:lnTo>
                <a:lnTo>
                  <a:pt x="357240" y="196303"/>
                </a:lnTo>
                <a:lnTo>
                  <a:pt x="355146" y="188125"/>
                </a:lnTo>
                <a:lnTo>
                  <a:pt x="298800" y="188125"/>
                </a:lnTo>
                <a:lnTo>
                  <a:pt x="298787" y="178346"/>
                </a:lnTo>
                <a:lnTo>
                  <a:pt x="297907" y="171932"/>
                </a:lnTo>
                <a:lnTo>
                  <a:pt x="296220" y="165887"/>
                </a:lnTo>
                <a:lnTo>
                  <a:pt x="331578" y="142316"/>
                </a:lnTo>
                <a:close/>
              </a:path>
              <a:path w="455930" h="455929">
                <a:moveTo>
                  <a:pt x="345675" y="176377"/>
                </a:moveTo>
                <a:lnTo>
                  <a:pt x="298800" y="188125"/>
                </a:lnTo>
                <a:lnTo>
                  <a:pt x="355146" y="188125"/>
                </a:lnTo>
                <a:lnTo>
                  <a:pt x="353326" y="181013"/>
                </a:lnTo>
                <a:lnTo>
                  <a:pt x="345675" y="176377"/>
                </a:lnTo>
                <a:close/>
              </a:path>
              <a:path w="455930" h="455929">
                <a:moveTo>
                  <a:pt x="227640" y="113855"/>
                </a:moveTo>
                <a:lnTo>
                  <a:pt x="209243" y="116255"/>
                </a:lnTo>
                <a:lnTo>
                  <a:pt x="192651" y="123036"/>
                </a:lnTo>
                <a:lnTo>
                  <a:pt x="178472" y="133588"/>
                </a:lnTo>
                <a:lnTo>
                  <a:pt x="167336" y="147294"/>
                </a:lnTo>
                <a:lnTo>
                  <a:pt x="208557" y="147294"/>
                </a:lnTo>
                <a:lnTo>
                  <a:pt x="214981" y="144222"/>
                </a:lnTo>
                <a:lnTo>
                  <a:pt x="227640" y="142316"/>
                </a:lnTo>
                <a:lnTo>
                  <a:pt x="331578" y="142316"/>
                </a:lnTo>
                <a:lnTo>
                  <a:pt x="334379" y="140449"/>
                </a:lnTo>
                <a:lnTo>
                  <a:pt x="283054" y="140449"/>
                </a:lnTo>
                <a:lnTo>
                  <a:pt x="272068" y="129462"/>
                </a:lnTo>
                <a:lnTo>
                  <a:pt x="258882" y="121080"/>
                </a:lnTo>
                <a:lnTo>
                  <a:pt x="243928" y="115733"/>
                </a:lnTo>
                <a:lnTo>
                  <a:pt x="227640" y="113855"/>
                </a:lnTo>
                <a:close/>
              </a:path>
              <a:path w="455930" h="455929">
                <a:moveTo>
                  <a:pt x="325927" y="111899"/>
                </a:moveTo>
                <a:lnTo>
                  <a:pt x="319343" y="116255"/>
                </a:lnTo>
                <a:lnTo>
                  <a:pt x="283054" y="140449"/>
                </a:lnTo>
                <a:lnTo>
                  <a:pt x="334379" y="140449"/>
                </a:lnTo>
                <a:lnTo>
                  <a:pt x="341761" y="135559"/>
                </a:lnTo>
                <a:lnTo>
                  <a:pt x="343448" y="126746"/>
                </a:lnTo>
                <a:lnTo>
                  <a:pt x="334732" y="113588"/>
                </a:lnTo>
                <a:lnTo>
                  <a:pt x="325927" y="111899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24879" y="4583112"/>
            <a:ext cx="524637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5E0DF"/>
                </a:solidFill>
                <a:latin typeface="Trebuchet MS"/>
                <a:cs typeface="Trebuchet MS"/>
              </a:rPr>
              <a:t>Depuración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Análisis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del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0">
                <a:solidFill>
                  <a:srgbClr val="E5E0DF"/>
                </a:solidFill>
                <a:latin typeface="Trebuchet MS"/>
                <a:cs typeface="Trebuchet MS"/>
              </a:rPr>
              <a:t>código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ensamblador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65">
                <a:solidFill>
                  <a:srgbClr val="E5E0DF"/>
                </a:solidFill>
                <a:latin typeface="Trebuchet MS"/>
                <a:cs typeface="Trebuchet MS"/>
              </a:rPr>
              <a:t>y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seguimiento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punteros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para </a:t>
            </a:r>
            <a:r>
              <a:rPr dirty="0" sz="1400" spc="-40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5">
                <a:solidFill>
                  <a:srgbClr val="E5E0DF"/>
                </a:solidFill>
                <a:latin typeface="Trebuchet MS"/>
                <a:cs typeface="Trebuchet MS"/>
              </a:rPr>
              <a:t>localizar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fugas.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6681" y="6178219"/>
            <a:ext cx="458470" cy="367665"/>
          </a:xfrm>
          <a:custGeom>
            <a:avLst/>
            <a:gdLst/>
            <a:ahLst/>
            <a:cxnLst/>
            <a:rect l="l" t="t" r="r" b="b"/>
            <a:pathLst>
              <a:path w="458469" h="367665">
                <a:moveTo>
                  <a:pt x="15012" y="0"/>
                </a:moveTo>
                <a:lnTo>
                  <a:pt x="7828" y="850"/>
                </a:lnTo>
                <a:lnTo>
                  <a:pt x="0" y="10668"/>
                </a:lnTo>
                <a:lnTo>
                  <a:pt x="923" y="17856"/>
                </a:lnTo>
                <a:lnTo>
                  <a:pt x="409522" y="340474"/>
                </a:lnTo>
                <a:lnTo>
                  <a:pt x="443388" y="367245"/>
                </a:lnTo>
                <a:lnTo>
                  <a:pt x="450571" y="366395"/>
                </a:lnTo>
                <a:lnTo>
                  <a:pt x="458401" y="356577"/>
                </a:lnTo>
                <a:lnTo>
                  <a:pt x="457547" y="349389"/>
                </a:lnTo>
                <a:lnTo>
                  <a:pt x="446218" y="340412"/>
                </a:lnTo>
                <a:lnTo>
                  <a:pt x="15012" y="0"/>
                </a:lnTo>
                <a:close/>
              </a:path>
              <a:path w="458469" h="367665">
                <a:moveTo>
                  <a:pt x="122535" y="157403"/>
                </a:moveTo>
                <a:lnTo>
                  <a:pt x="119459" y="164865"/>
                </a:lnTo>
                <a:lnTo>
                  <a:pt x="117205" y="172699"/>
                </a:lnTo>
                <a:lnTo>
                  <a:pt x="115818" y="180854"/>
                </a:lnTo>
                <a:lnTo>
                  <a:pt x="115346" y="189280"/>
                </a:lnTo>
                <a:lnTo>
                  <a:pt x="115346" y="194970"/>
                </a:lnTo>
                <a:lnTo>
                  <a:pt x="52160" y="194970"/>
                </a:lnTo>
                <a:lnTo>
                  <a:pt x="47034" y="200101"/>
                </a:lnTo>
                <a:lnTo>
                  <a:pt x="47034" y="212623"/>
                </a:lnTo>
                <a:lnTo>
                  <a:pt x="52160" y="217741"/>
                </a:lnTo>
                <a:lnTo>
                  <a:pt x="115346" y="217741"/>
                </a:lnTo>
                <a:lnTo>
                  <a:pt x="115346" y="229133"/>
                </a:lnTo>
                <a:lnTo>
                  <a:pt x="116441" y="244959"/>
                </a:lnTo>
                <a:lnTo>
                  <a:pt x="119625" y="260111"/>
                </a:lnTo>
                <a:lnTo>
                  <a:pt x="124743" y="274449"/>
                </a:lnTo>
                <a:lnTo>
                  <a:pt x="131643" y="287832"/>
                </a:lnTo>
                <a:lnTo>
                  <a:pt x="68738" y="350735"/>
                </a:lnTo>
                <a:lnTo>
                  <a:pt x="68738" y="357987"/>
                </a:lnTo>
                <a:lnTo>
                  <a:pt x="77560" y="366814"/>
                </a:lnTo>
                <a:lnTo>
                  <a:pt x="84822" y="366814"/>
                </a:lnTo>
                <a:lnTo>
                  <a:pt x="145445" y="306197"/>
                </a:lnTo>
                <a:lnTo>
                  <a:pt x="182173" y="306197"/>
                </a:lnTo>
                <a:lnTo>
                  <a:pt x="161128" y="289629"/>
                </a:lnTo>
                <a:lnTo>
                  <a:pt x="144256" y="262061"/>
                </a:lnTo>
                <a:lnTo>
                  <a:pt x="138117" y="229133"/>
                </a:lnTo>
                <a:lnTo>
                  <a:pt x="138117" y="183235"/>
                </a:lnTo>
                <a:lnTo>
                  <a:pt x="139184" y="177469"/>
                </a:lnTo>
                <a:lnTo>
                  <a:pt x="141104" y="172059"/>
                </a:lnTo>
                <a:lnTo>
                  <a:pt x="122535" y="157403"/>
                </a:lnTo>
                <a:close/>
              </a:path>
              <a:path w="458469" h="367665">
                <a:moveTo>
                  <a:pt x="182173" y="306197"/>
                </a:moveTo>
                <a:lnTo>
                  <a:pt x="145445" y="306197"/>
                </a:lnTo>
                <a:lnTo>
                  <a:pt x="162636" y="321491"/>
                </a:lnTo>
                <a:lnTo>
                  <a:pt x="182681" y="333073"/>
                </a:lnTo>
                <a:lnTo>
                  <a:pt x="205047" y="340412"/>
                </a:lnTo>
                <a:lnTo>
                  <a:pt x="229200" y="342976"/>
                </a:lnTo>
                <a:lnTo>
                  <a:pt x="253051" y="340474"/>
                </a:lnTo>
                <a:lnTo>
                  <a:pt x="275168" y="333317"/>
                </a:lnTo>
                <a:lnTo>
                  <a:pt x="295043" y="322027"/>
                </a:lnTo>
                <a:lnTo>
                  <a:pt x="297867" y="319570"/>
                </a:lnTo>
                <a:lnTo>
                  <a:pt x="240586" y="319570"/>
                </a:lnTo>
                <a:lnTo>
                  <a:pt x="217815" y="319493"/>
                </a:lnTo>
                <a:lnTo>
                  <a:pt x="186419" y="309539"/>
                </a:lnTo>
                <a:lnTo>
                  <a:pt x="182173" y="306197"/>
                </a:lnTo>
                <a:close/>
              </a:path>
              <a:path w="458469" h="367665">
                <a:moveTo>
                  <a:pt x="294238" y="292950"/>
                </a:moveTo>
                <a:lnTo>
                  <a:pt x="282882" y="302778"/>
                </a:lnTo>
                <a:lnTo>
                  <a:pt x="269999" y="310642"/>
                </a:lnTo>
                <a:lnTo>
                  <a:pt x="255823" y="316314"/>
                </a:lnTo>
                <a:lnTo>
                  <a:pt x="240586" y="319570"/>
                </a:lnTo>
                <a:lnTo>
                  <a:pt x="297867" y="319570"/>
                </a:lnTo>
                <a:lnTo>
                  <a:pt x="312172" y="307124"/>
                </a:lnTo>
                <a:lnTo>
                  <a:pt x="294238" y="292950"/>
                </a:lnTo>
                <a:close/>
              </a:path>
              <a:path w="458469" h="367665">
                <a:moveTo>
                  <a:pt x="217815" y="232613"/>
                </a:moveTo>
                <a:lnTo>
                  <a:pt x="217815" y="319493"/>
                </a:lnTo>
                <a:lnTo>
                  <a:pt x="240586" y="319493"/>
                </a:lnTo>
                <a:lnTo>
                  <a:pt x="240586" y="250621"/>
                </a:lnTo>
                <a:lnTo>
                  <a:pt x="217815" y="232613"/>
                </a:lnTo>
                <a:close/>
              </a:path>
              <a:path w="458469" h="367665">
                <a:moveTo>
                  <a:pt x="269046" y="115277"/>
                </a:moveTo>
                <a:lnTo>
                  <a:pt x="216178" y="115277"/>
                </a:lnTo>
                <a:lnTo>
                  <a:pt x="244995" y="138049"/>
                </a:lnTo>
                <a:lnTo>
                  <a:pt x="269046" y="138049"/>
                </a:lnTo>
                <a:lnTo>
                  <a:pt x="289001" y="142071"/>
                </a:lnTo>
                <a:lnTo>
                  <a:pt x="305286" y="153044"/>
                </a:lnTo>
                <a:lnTo>
                  <a:pt x="316260" y="169327"/>
                </a:lnTo>
                <a:lnTo>
                  <a:pt x="320283" y="189280"/>
                </a:lnTo>
                <a:lnTo>
                  <a:pt x="320283" y="197459"/>
                </a:lnTo>
                <a:lnTo>
                  <a:pt x="345970" y="217741"/>
                </a:lnTo>
                <a:lnTo>
                  <a:pt x="406241" y="217741"/>
                </a:lnTo>
                <a:lnTo>
                  <a:pt x="411365" y="212623"/>
                </a:lnTo>
                <a:lnTo>
                  <a:pt x="411365" y="200101"/>
                </a:lnTo>
                <a:lnTo>
                  <a:pt x="406241" y="194970"/>
                </a:lnTo>
                <a:lnTo>
                  <a:pt x="343053" y="194970"/>
                </a:lnTo>
                <a:lnTo>
                  <a:pt x="343053" y="189280"/>
                </a:lnTo>
                <a:lnTo>
                  <a:pt x="342091" y="177300"/>
                </a:lnTo>
                <a:lnTo>
                  <a:pt x="339300" y="165911"/>
                </a:lnTo>
                <a:lnTo>
                  <a:pt x="334828" y="155281"/>
                </a:lnTo>
                <a:lnTo>
                  <a:pt x="328820" y="145580"/>
                </a:lnTo>
                <a:lnTo>
                  <a:pt x="344901" y="129501"/>
                </a:lnTo>
                <a:lnTo>
                  <a:pt x="312742" y="129501"/>
                </a:lnTo>
                <a:lnTo>
                  <a:pt x="303052" y="123496"/>
                </a:lnTo>
                <a:lnTo>
                  <a:pt x="292443" y="119027"/>
                </a:lnTo>
                <a:lnTo>
                  <a:pt x="281059" y="116239"/>
                </a:lnTo>
                <a:lnTo>
                  <a:pt x="269046" y="115277"/>
                </a:lnTo>
                <a:close/>
              </a:path>
              <a:path w="458469" h="367665">
                <a:moveTo>
                  <a:pt x="380841" y="68668"/>
                </a:moveTo>
                <a:lnTo>
                  <a:pt x="373578" y="68668"/>
                </a:lnTo>
                <a:lnTo>
                  <a:pt x="312742" y="129501"/>
                </a:lnTo>
                <a:lnTo>
                  <a:pt x="344901" y="129501"/>
                </a:lnTo>
                <a:lnTo>
                  <a:pt x="389662" y="84747"/>
                </a:lnTo>
                <a:lnTo>
                  <a:pt x="389662" y="77482"/>
                </a:lnTo>
                <a:lnTo>
                  <a:pt x="380841" y="68668"/>
                </a:lnTo>
                <a:close/>
              </a:path>
              <a:path w="458469" h="367665">
                <a:moveTo>
                  <a:pt x="229200" y="1422"/>
                </a:moveTo>
                <a:lnTo>
                  <a:pt x="202616" y="6792"/>
                </a:lnTo>
                <a:lnTo>
                  <a:pt x="180902" y="21434"/>
                </a:lnTo>
                <a:lnTo>
                  <a:pt x="166259" y="43149"/>
                </a:lnTo>
                <a:lnTo>
                  <a:pt x="160888" y="69735"/>
                </a:lnTo>
                <a:lnTo>
                  <a:pt x="160888" y="71653"/>
                </a:lnTo>
                <a:lnTo>
                  <a:pt x="187360" y="92506"/>
                </a:lnTo>
                <a:lnTo>
                  <a:pt x="277301" y="92506"/>
                </a:lnTo>
                <a:lnTo>
                  <a:pt x="285173" y="90919"/>
                </a:lnTo>
                <a:lnTo>
                  <a:pt x="291596" y="86588"/>
                </a:lnTo>
                <a:lnTo>
                  <a:pt x="295925" y="80162"/>
                </a:lnTo>
                <a:lnTo>
                  <a:pt x="297512" y="72288"/>
                </a:lnTo>
                <a:lnTo>
                  <a:pt x="297512" y="69735"/>
                </a:lnTo>
                <a:lnTo>
                  <a:pt x="183659" y="69735"/>
                </a:lnTo>
                <a:lnTo>
                  <a:pt x="187243" y="52021"/>
                </a:lnTo>
                <a:lnTo>
                  <a:pt x="197011" y="37544"/>
                </a:lnTo>
                <a:lnTo>
                  <a:pt x="211488" y="27776"/>
                </a:lnTo>
                <a:lnTo>
                  <a:pt x="229200" y="24193"/>
                </a:lnTo>
                <a:lnTo>
                  <a:pt x="279359" y="24193"/>
                </a:lnTo>
                <a:lnTo>
                  <a:pt x="277498" y="21434"/>
                </a:lnTo>
                <a:lnTo>
                  <a:pt x="255784" y="6792"/>
                </a:lnTo>
                <a:lnTo>
                  <a:pt x="229200" y="1422"/>
                </a:lnTo>
                <a:close/>
              </a:path>
              <a:path w="458469" h="367665">
                <a:moveTo>
                  <a:pt x="279359" y="24193"/>
                </a:moveTo>
                <a:lnTo>
                  <a:pt x="229200" y="24193"/>
                </a:lnTo>
                <a:lnTo>
                  <a:pt x="246912" y="27776"/>
                </a:lnTo>
                <a:lnTo>
                  <a:pt x="261389" y="37544"/>
                </a:lnTo>
                <a:lnTo>
                  <a:pt x="271157" y="52021"/>
                </a:lnTo>
                <a:lnTo>
                  <a:pt x="274741" y="69735"/>
                </a:lnTo>
                <a:lnTo>
                  <a:pt x="297512" y="69735"/>
                </a:lnTo>
                <a:lnTo>
                  <a:pt x="292142" y="43149"/>
                </a:lnTo>
                <a:lnTo>
                  <a:pt x="279359" y="24193"/>
                </a:lnTo>
                <a:close/>
              </a:path>
            </a:pathLst>
          </a:custGeom>
          <a:solidFill>
            <a:srgbClr val="F203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4879" y="6726237"/>
            <a:ext cx="5440680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5E0DF"/>
                </a:solidFill>
                <a:latin typeface="Trebuchet MS"/>
                <a:cs typeface="Trebuchet MS"/>
              </a:rPr>
              <a:t>Optimización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75"/>
              </a:spcBef>
            </a:pP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Implementación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5">
                <a:solidFill>
                  <a:srgbClr val="E5E0DF"/>
                </a:solidFill>
                <a:latin typeface="Trebuchet MS"/>
                <a:cs typeface="Trebuchet MS"/>
              </a:rPr>
              <a:t>técnicas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gestión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10">
                <a:solidFill>
                  <a:srgbClr val="E5E0DF"/>
                </a:solidFill>
                <a:latin typeface="Trebuchet MS"/>
                <a:cs typeface="Trebuchet MS"/>
              </a:rPr>
              <a:t>de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memoria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-5">
                <a:solidFill>
                  <a:srgbClr val="E5E0DF"/>
                </a:solidFill>
                <a:latin typeface="Trebuchet MS"/>
                <a:cs typeface="Trebuchet MS"/>
              </a:rPr>
              <a:t>eficientes</a:t>
            </a:r>
            <a:r>
              <a:rPr dirty="0" sz="1400" spc="-8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para </a:t>
            </a:r>
            <a:r>
              <a:rPr dirty="0" sz="1400" spc="-40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35">
                <a:solidFill>
                  <a:srgbClr val="E5E0DF"/>
                </a:solidFill>
                <a:latin typeface="Trebuchet MS"/>
                <a:cs typeface="Trebuchet MS"/>
              </a:rPr>
              <a:t>sistemas</a:t>
            </a:r>
            <a:r>
              <a:rPr dirty="0" sz="1400" spc="-95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5">
                <a:solidFill>
                  <a:srgbClr val="E5E0DF"/>
                </a:solidFill>
                <a:latin typeface="Trebuchet MS"/>
                <a:cs typeface="Trebuchet MS"/>
              </a:rPr>
              <a:t>embebidos</a:t>
            </a:r>
            <a:r>
              <a:rPr dirty="0" sz="1400" spc="-90">
                <a:solidFill>
                  <a:srgbClr val="E5E0DF"/>
                </a:solidFill>
                <a:latin typeface="Trebuchet MS"/>
                <a:cs typeface="Trebuchet MS"/>
              </a:rPr>
              <a:t> </a:t>
            </a:r>
            <a:r>
              <a:rPr dirty="0" sz="1400" spc="20">
                <a:solidFill>
                  <a:srgbClr val="E5E0DF"/>
                </a:solidFill>
                <a:latin typeface="Trebuchet MS"/>
                <a:cs typeface="Trebuchet MS"/>
              </a:rPr>
              <a:t>RISC-V.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2024-11-05T16:55:26Z</dcterms:created>
  <dcterms:modified xsi:type="dcterms:W3CDTF">2024-11-05T16:55:26Z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