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8451850"/>
  <p:notesSz cx="11430000" cy="84518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4879" y="1149350"/>
            <a:ext cx="10180241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4879" y="2490698"/>
            <a:ext cx="10180241" cy="2682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2.png"/><Relationship Id="rId4" Type="http://schemas.openxmlformats.org/officeDocument/2006/relationships/hyperlink" Target="https://riscv.org/technical/specifications/" TargetMode="External"/><Relationship Id="rId5" Type="http://schemas.openxmlformats.org/officeDocument/2006/relationships/hyperlink" Target="https://www.nandland.com/articles/risc-v-assembly-language-tutorial.html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4879" y="891222"/>
            <a:ext cx="5677535" cy="221170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650" spc="-1019">
                <a:latin typeface="Tahoma"/>
                <a:cs typeface="Tahoma"/>
              </a:rPr>
              <a:t>I</a:t>
            </a:r>
            <a:r>
              <a:rPr dirty="0" sz="4650" spc="-430">
                <a:latin typeface="Tahoma"/>
                <a:cs typeface="Tahoma"/>
              </a:rPr>
              <a:t>n</a:t>
            </a:r>
            <a:r>
              <a:rPr dirty="0" sz="4650" spc="-434">
                <a:latin typeface="Tahoma"/>
                <a:cs typeface="Tahoma"/>
              </a:rPr>
              <a:t>t</a:t>
            </a:r>
            <a:r>
              <a:rPr dirty="0" sz="4650" spc="-340">
                <a:latin typeface="Tahoma"/>
                <a:cs typeface="Tahoma"/>
              </a:rPr>
              <a:t>r</a:t>
            </a:r>
            <a:r>
              <a:rPr dirty="0" sz="4650" spc="-350">
                <a:latin typeface="Tahoma"/>
                <a:cs typeface="Tahoma"/>
              </a:rPr>
              <a:t>o</a:t>
            </a:r>
            <a:r>
              <a:rPr dirty="0" sz="4650" spc="-380">
                <a:latin typeface="Tahoma"/>
                <a:cs typeface="Tahoma"/>
              </a:rPr>
              <a:t>d</a:t>
            </a:r>
            <a:r>
              <a:rPr dirty="0" sz="4650" spc="-405">
                <a:latin typeface="Tahoma"/>
                <a:cs typeface="Tahoma"/>
              </a:rPr>
              <a:t>u</a:t>
            </a:r>
            <a:r>
              <a:rPr dirty="0" sz="4650" spc="-85">
                <a:latin typeface="Tahoma"/>
                <a:cs typeface="Tahoma"/>
              </a:rPr>
              <a:t>c</a:t>
            </a:r>
            <a:r>
              <a:rPr dirty="0" sz="4650" spc="-75">
                <a:latin typeface="Tahoma"/>
                <a:cs typeface="Tahoma"/>
              </a:rPr>
              <a:t>c</a:t>
            </a:r>
            <a:r>
              <a:rPr dirty="0" sz="4650" spc="-229">
                <a:latin typeface="Tahoma"/>
                <a:cs typeface="Tahoma"/>
              </a:rPr>
              <a:t>i</a:t>
            </a:r>
            <a:r>
              <a:rPr dirty="0" sz="4650" spc="-375">
                <a:latin typeface="Tahoma"/>
                <a:cs typeface="Tahoma"/>
              </a:rPr>
              <a:t>ó</a:t>
            </a:r>
            <a:r>
              <a:rPr dirty="0" sz="4650" spc="-220">
                <a:latin typeface="Tahoma"/>
                <a:cs typeface="Tahoma"/>
              </a:rPr>
              <a:t>n</a:t>
            </a:r>
            <a:r>
              <a:rPr dirty="0" sz="4650" spc="-480">
                <a:latin typeface="Tahoma"/>
                <a:cs typeface="Tahoma"/>
              </a:rPr>
              <a:t> </a:t>
            </a:r>
            <a:r>
              <a:rPr dirty="0" sz="4650" spc="-190">
                <a:latin typeface="Tahoma"/>
                <a:cs typeface="Tahoma"/>
              </a:rPr>
              <a:t>a</a:t>
            </a:r>
            <a:r>
              <a:rPr dirty="0" sz="4650" spc="-480">
                <a:latin typeface="Tahoma"/>
                <a:cs typeface="Tahoma"/>
              </a:rPr>
              <a:t> </a:t>
            </a:r>
            <a:r>
              <a:rPr dirty="0" sz="4650" spc="-190">
                <a:latin typeface="Tahoma"/>
                <a:cs typeface="Tahoma"/>
              </a:rPr>
              <a:t>l</a:t>
            </a:r>
            <a:r>
              <a:rPr dirty="0" sz="4650" spc="-330">
                <a:latin typeface="Tahoma"/>
                <a:cs typeface="Tahoma"/>
              </a:rPr>
              <a:t>a</a:t>
            </a:r>
            <a:r>
              <a:rPr dirty="0" sz="4650" spc="-100">
                <a:latin typeface="Tahoma"/>
                <a:cs typeface="Tahoma"/>
              </a:rPr>
              <a:t>s</a:t>
            </a:r>
            <a:endParaRPr sz="4650">
              <a:latin typeface="Tahoma"/>
              <a:cs typeface="Tahoma"/>
            </a:endParaRPr>
          </a:p>
          <a:p>
            <a:pPr marL="12700" marR="5080">
              <a:lnSpc>
                <a:spcPct val="103499"/>
              </a:lnSpc>
              <a:spcBef>
                <a:spcPts val="75"/>
              </a:spcBef>
            </a:pPr>
            <a:r>
              <a:rPr dirty="0" sz="4650" spc="-315">
                <a:latin typeface="Tahoma"/>
                <a:cs typeface="Tahoma"/>
              </a:rPr>
              <a:t>S</a:t>
            </a:r>
            <a:r>
              <a:rPr dirty="0" sz="4650" spc="-295">
                <a:latin typeface="Tahoma"/>
                <a:cs typeface="Tahoma"/>
              </a:rPr>
              <a:t>e</a:t>
            </a:r>
            <a:r>
              <a:rPr dirty="0" sz="4650" spc="-430">
                <a:latin typeface="Tahoma"/>
                <a:cs typeface="Tahoma"/>
              </a:rPr>
              <a:t>n</a:t>
            </a:r>
            <a:r>
              <a:rPr dirty="0" sz="4650" spc="-270">
                <a:latin typeface="Tahoma"/>
                <a:cs typeface="Tahoma"/>
              </a:rPr>
              <a:t>t</a:t>
            </a:r>
            <a:r>
              <a:rPr dirty="0" sz="4650" spc="-295">
                <a:latin typeface="Tahoma"/>
                <a:cs typeface="Tahoma"/>
              </a:rPr>
              <a:t>e</a:t>
            </a:r>
            <a:r>
              <a:rPr dirty="0" sz="4650" spc="-340">
                <a:latin typeface="Tahoma"/>
                <a:cs typeface="Tahoma"/>
              </a:rPr>
              <a:t>n</a:t>
            </a:r>
            <a:r>
              <a:rPr dirty="0" sz="4650" spc="-75">
                <a:latin typeface="Tahoma"/>
                <a:cs typeface="Tahoma"/>
              </a:rPr>
              <a:t>c</a:t>
            </a:r>
            <a:r>
              <a:rPr dirty="0" sz="4650" spc="-229">
                <a:latin typeface="Tahoma"/>
                <a:cs typeface="Tahoma"/>
              </a:rPr>
              <a:t>i</a:t>
            </a:r>
            <a:r>
              <a:rPr dirty="0" sz="4650" spc="-330">
                <a:latin typeface="Tahoma"/>
                <a:cs typeface="Tahoma"/>
              </a:rPr>
              <a:t>a</a:t>
            </a:r>
            <a:r>
              <a:rPr dirty="0" sz="4650" spc="-100">
                <a:latin typeface="Tahoma"/>
                <a:cs typeface="Tahoma"/>
              </a:rPr>
              <a:t>s</a:t>
            </a:r>
            <a:r>
              <a:rPr dirty="0" sz="4650" spc="-480">
                <a:latin typeface="Tahoma"/>
                <a:cs typeface="Tahoma"/>
              </a:rPr>
              <a:t> </a:t>
            </a:r>
            <a:r>
              <a:rPr dirty="0" sz="4650" spc="-380">
                <a:latin typeface="Tahoma"/>
                <a:cs typeface="Tahoma"/>
              </a:rPr>
              <a:t>d</a:t>
            </a:r>
            <a:r>
              <a:rPr dirty="0" sz="4650" spc="-170">
                <a:latin typeface="Tahoma"/>
                <a:cs typeface="Tahoma"/>
              </a:rPr>
              <a:t>e</a:t>
            </a:r>
            <a:r>
              <a:rPr dirty="0" sz="4650" spc="-480">
                <a:latin typeface="Tahoma"/>
                <a:cs typeface="Tahoma"/>
              </a:rPr>
              <a:t> </a:t>
            </a:r>
            <a:r>
              <a:rPr dirty="0" sz="4650" spc="-290">
                <a:latin typeface="Tahoma"/>
                <a:cs typeface="Tahoma"/>
              </a:rPr>
              <a:t>C</a:t>
            </a:r>
            <a:r>
              <a:rPr dirty="0" sz="4650" spc="-420">
                <a:latin typeface="Tahoma"/>
                <a:cs typeface="Tahoma"/>
              </a:rPr>
              <a:t>o</a:t>
            </a:r>
            <a:r>
              <a:rPr dirty="0" sz="4650" spc="-430">
                <a:latin typeface="Tahoma"/>
                <a:cs typeface="Tahoma"/>
              </a:rPr>
              <a:t>n</a:t>
            </a:r>
            <a:r>
              <a:rPr dirty="0" sz="4650" spc="-434">
                <a:latin typeface="Tahoma"/>
                <a:cs typeface="Tahoma"/>
              </a:rPr>
              <a:t>t</a:t>
            </a:r>
            <a:r>
              <a:rPr dirty="0" sz="4650" spc="-340">
                <a:latin typeface="Tahoma"/>
                <a:cs typeface="Tahoma"/>
              </a:rPr>
              <a:t>r</a:t>
            </a:r>
            <a:r>
              <a:rPr dirty="0" sz="4650" spc="-375">
                <a:latin typeface="Tahoma"/>
                <a:cs typeface="Tahoma"/>
              </a:rPr>
              <a:t>o</a:t>
            </a:r>
            <a:r>
              <a:rPr dirty="0" sz="4650" spc="-50">
                <a:latin typeface="Tahoma"/>
                <a:cs typeface="Tahoma"/>
              </a:rPr>
              <a:t>l  </a:t>
            </a:r>
            <a:r>
              <a:rPr dirty="0" sz="4650" spc="-295">
                <a:latin typeface="Tahoma"/>
                <a:cs typeface="Tahoma"/>
              </a:rPr>
              <a:t>e</a:t>
            </a:r>
            <a:r>
              <a:rPr dirty="0" sz="4650" spc="-220">
                <a:latin typeface="Tahoma"/>
                <a:cs typeface="Tahoma"/>
              </a:rPr>
              <a:t>n</a:t>
            </a:r>
            <a:r>
              <a:rPr dirty="0" sz="4650" spc="-665">
                <a:latin typeface="Tahoma"/>
                <a:cs typeface="Tahoma"/>
              </a:rPr>
              <a:t> </a:t>
            </a:r>
            <a:r>
              <a:rPr dirty="0" sz="4650" spc="-105">
                <a:latin typeface="Tahoma"/>
                <a:cs typeface="Tahoma"/>
              </a:rPr>
              <a:t>A</a:t>
            </a:r>
            <a:r>
              <a:rPr dirty="0" sz="4650" spc="-229">
                <a:latin typeface="Tahoma"/>
                <a:cs typeface="Tahoma"/>
              </a:rPr>
              <a:t>S</a:t>
            </a:r>
            <a:r>
              <a:rPr dirty="0" sz="4650" spc="-385">
                <a:latin typeface="Tahoma"/>
                <a:cs typeface="Tahoma"/>
              </a:rPr>
              <a:t>M</a:t>
            </a:r>
            <a:r>
              <a:rPr dirty="0" sz="4650" spc="-480">
                <a:latin typeface="Tahoma"/>
                <a:cs typeface="Tahoma"/>
              </a:rPr>
              <a:t> </a:t>
            </a:r>
            <a:r>
              <a:rPr dirty="0" sz="4650" spc="-355">
                <a:latin typeface="Tahoma"/>
                <a:cs typeface="Tahoma"/>
              </a:rPr>
              <a:t>p</a:t>
            </a:r>
            <a:r>
              <a:rPr dirty="0" sz="4650" spc="-305">
                <a:latin typeface="Tahoma"/>
                <a:cs typeface="Tahoma"/>
              </a:rPr>
              <a:t>a</a:t>
            </a:r>
            <a:r>
              <a:rPr dirty="0" sz="4650" spc="-275">
                <a:latin typeface="Tahoma"/>
                <a:cs typeface="Tahoma"/>
              </a:rPr>
              <a:t>r</a:t>
            </a:r>
            <a:r>
              <a:rPr dirty="0" sz="4650" spc="-190">
                <a:latin typeface="Tahoma"/>
                <a:cs typeface="Tahoma"/>
              </a:rPr>
              <a:t>a</a:t>
            </a:r>
            <a:r>
              <a:rPr dirty="0" sz="4650" spc="-480">
                <a:latin typeface="Tahoma"/>
                <a:cs typeface="Tahoma"/>
              </a:rPr>
              <a:t> </a:t>
            </a:r>
            <a:r>
              <a:rPr dirty="0" sz="4650" spc="-305">
                <a:latin typeface="Tahoma"/>
                <a:cs typeface="Tahoma"/>
              </a:rPr>
              <a:t>R</a:t>
            </a:r>
            <a:r>
              <a:rPr dirty="0" sz="4650" spc="-1015">
                <a:latin typeface="Tahoma"/>
                <a:cs typeface="Tahoma"/>
              </a:rPr>
              <a:t>I</a:t>
            </a:r>
            <a:r>
              <a:rPr dirty="0" sz="4650" spc="-229">
                <a:latin typeface="Tahoma"/>
                <a:cs typeface="Tahoma"/>
              </a:rPr>
              <a:t>S</a:t>
            </a:r>
            <a:r>
              <a:rPr dirty="0" sz="4650" spc="-340">
                <a:latin typeface="Tahoma"/>
                <a:cs typeface="Tahoma"/>
              </a:rPr>
              <a:t>C</a:t>
            </a:r>
            <a:r>
              <a:rPr dirty="0" sz="4650" spc="-465">
                <a:latin typeface="Tahoma"/>
                <a:cs typeface="Tahoma"/>
              </a:rPr>
              <a:t>-</a:t>
            </a:r>
            <a:r>
              <a:rPr dirty="0" sz="4650" spc="35">
                <a:latin typeface="Tahoma"/>
                <a:cs typeface="Tahoma"/>
              </a:rPr>
              <a:t>V</a:t>
            </a:r>
            <a:endParaRPr sz="46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879" y="3405098"/>
            <a:ext cx="5784215" cy="14732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55"/>
              </a:spcBef>
            </a:pPr>
            <a:r>
              <a:rPr dirty="0" sz="1400" spc="45">
                <a:solidFill>
                  <a:srgbClr val="E5E0DF"/>
                </a:solidFill>
                <a:latin typeface="Tahoma"/>
                <a:cs typeface="Tahoma"/>
              </a:rPr>
              <a:t>En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la programación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de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bajo 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nivel,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las sentencias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de control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son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elementos</a:t>
            </a:r>
            <a:r>
              <a:rPr dirty="0" sz="1400" spc="-10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fundamentales</a:t>
            </a:r>
            <a:r>
              <a:rPr dirty="0" sz="1400" spc="-9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que</a:t>
            </a:r>
            <a:r>
              <a:rPr dirty="0" sz="1400" spc="-10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permiten</a:t>
            </a:r>
            <a:r>
              <a:rPr dirty="0" sz="1400" spc="-9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-10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los</a:t>
            </a:r>
            <a:r>
              <a:rPr dirty="0" sz="1400" spc="-9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desarrolladores</a:t>
            </a:r>
            <a:r>
              <a:rPr dirty="0" sz="1400" spc="-9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controlar </a:t>
            </a:r>
            <a:r>
              <a:rPr dirty="0" sz="1400" spc="-42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el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flujo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de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ejecución</a:t>
            </a:r>
            <a:r>
              <a:rPr dirty="0" sz="1400" spc="-10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de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un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programa.</a:t>
            </a:r>
            <a:r>
              <a:rPr dirty="0" sz="1400" spc="-10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5">
                <a:solidFill>
                  <a:srgbClr val="E5E0DF"/>
                </a:solidFill>
                <a:latin typeface="Tahoma"/>
                <a:cs typeface="Tahoma"/>
              </a:rPr>
              <a:t>En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el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contexto</a:t>
            </a:r>
            <a:r>
              <a:rPr dirty="0" sz="1400" spc="-10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de</a:t>
            </a:r>
            <a:r>
              <a:rPr dirty="0" sz="1400" spc="-16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E5E0DF"/>
                </a:solidFill>
                <a:latin typeface="Tahoma"/>
                <a:cs typeface="Tahoma"/>
              </a:rPr>
              <a:t>ASM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para</a:t>
            </a:r>
            <a:r>
              <a:rPr dirty="0" sz="1400" spc="-10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RISC- </a:t>
            </a:r>
            <a:r>
              <a:rPr dirty="0" sz="1400" spc="-42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Tahoma"/>
                <a:cs typeface="Tahoma"/>
              </a:rPr>
              <a:t>V,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estas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sentencias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son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herramientas clave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para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construir soluciones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más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complejas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E5E0DF"/>
                </a:solidFill>
                <a:latin typeface="Tahoma"/>
                <a:cs typeface="Tahoma"/>
              </a:rPr>
              <a:t>y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eficientes.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367" y="5103177"/>
            <a:ext cx="218757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90" b="1">
                <a:solidFill>
                  <a:srgbClr val="E5E0DF"/>
                </a:solidFill>
                <a:latin typeface="Tahoma"/>
                <a:cs typeface="Tahoma"/>
              </a:rPr>
              <a:t>p</a:t>
            </a:r>
            <a:r>
              <a:rPr dirty="0" sz="1800" spc="-120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800" spc="-35" b="1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800" spc="-8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800" spc="-70" b="1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800" spc="-120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800" spc="-140" b="1">
                <a:solidFill>
                  <a:srgbClr val="E5E0DF"/>
                </a:solidFill>
                <a:latin typeface="Tahoma"/>
                <a:cs typeface="Tahoma"/>
              </a:rPr>
              <a:t>m</a:t>
            </a:r>
            <a:r>
              <a:rPr dirty="0" sz="1800" spc="-105" b="1">
                <a:solidFill>
                  <a:srgbClr val="E5E0DF"/>
                </a:solidFill>
                <a:latin typeface="Tahoma"/>
                <a:cs typeface="Tahoma"/>
              </a:rPr>
              <a:t>p</a:t>
            </a:r>
            <a:r>
              <a:rPr dirty="0" sz="1800" spc="-45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800" spc="-50" b="1">
                <a:solidFill>
                  <a:srgbClr val="E5E0DF"/>
                </a:solidFill>
                <a:latin typeface="Tahoma"/>
                <a:cs typeface="Tahoma"/>
              </a:rPr>
              <a:t>2</a:t>
            </a:r>
            <a:r>
              <a:rPr dirty="0" sz="1800" spc="-8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800" spc="-70" b="1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800" spc="-90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800" spc="15" b="1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800" spc="-90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800" spc="5" b="1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800" spc="-55" b="1">
                <a:solidFill>
                  <a:srgbClr val="E5E0DF"/>
                </a:solidFill>
                <a:latin typeface="Tahoma"/>
                <a:cs typeface="Tahoma"/>
              </a:rPr>
              <a:t>y</a:t>
            </a:r>
            <a:r>
              <a:rPr dirty="0" sz="1800" spc="-45" b="1">
                <a:solidFill>
                  <a:srgbClr val="E5E0DF"/>
                </a:solidFill>
                <a:latin typeface="Tahoma"/>
                <a:cs typeface="Tahoma"/>
              </a:rPr>
              <a:t>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38175" y="5153025"/>
            <a:ext cx="295275" cy="285750"/>
            <a:chOff x="638175" y="5153025"/>
            <a:chExt cx="295275" cy="285750"/>
          </a:xfrm>
        </p:grpSpPr>
        <p:sp>
          <p:nvSpPr>
            <p:cNvPr id="9" name="object 9"/>
            <p:cNvSpPr/>
            <p:nvPr/>
          </p:nvSpPr>
          <p:spPr>
            <a:xfrm>
              <a:off x="642937" y="5157787"/>
              <a:ext cx="285750" cy="276225"/>
            </a:xfrm>
            <a:custGeom>
              <a:avLst/>
              <a:gdLst/>
              <a:ahLst/>
              <a:cxnLst/>
              <a:rect l="l" t="t" r="r" b="b"/>
              <a:pathLst>
                <a:path w="285750" h="276225">
                  <a:moveTo>
                    <a:pt x="147637" y="0"/>
                  </a:moveTo>
                  <a:lnTo>
                    <a:pt x="138112" y="0"/>
                  </a:lnTo>
                  <a:lnTo>
                    <a:pt x="131327" y="166"/>
                  </a:lnTo>
                  <a:lnTo>
                    <a:pt x="91591" y="8067"/>
                  </a:lnTo>
                  <a:lnTo>
                    <a:pt x="55832" y="27181"/>
                  </a:lnTo>
                  <a:lnTo>
                    <a:pt x="27183" y="55828"/>
                  </a:lnTo>
                  <a:lnTo>
                    <a:pt x="8070" y="91591"/>
                  </a:lnTo>
                  <a:lnTo>
                    <a:pt x="165" y="131327"/>
                  </a:lnTo>
                  <a:lnTo>
                    <a:pt x="0" y="138113"/>
                  </a:lnTo>
                  <a:lnTo>
                    <a:pt x="165" y="144898"/>
                  </a:lnTo>
                  <a:lnTo>
                    <a:pt x="8070" y="184632"/>
                  </a:lnTo>
                  <a:lnTo>
                    <a:pt x="27183" y="220389"/>
                  </a:lnTo>
                  <a:lnTo>
                    <a:pt x="55832" y="249040"/>
                  </a:lnTo>
                  <a:lnTo>
                    <a:pt x="91591" y="268153"/>
                  </a:lnTo>
                  <a:lnTo>
                    <a:pt x="131327" y="276059"/>
                  </a:lnTo>
                  <a:lnTo>
                    <a:pt x="138112" y="276226"/>
                  </a:lnTo>
                  <a:lnTo>
                    <a:pt x="147637" y="276226"/>
                  </a:lnTo>
                  <a:lnTo>
                    <a:pt x="187729" y="270278"/>
                  </a:lnTo>
                  <a:lnTo>
                    <a:pt x="224368" y="252949"/>
                  </a:lnTo>
                  <a:lnTo>
                    <a:pt x="254399" y="225728"/>
                  </a:lnTo>
                  <a:lnTo>
                    <a:pt x="275238" y="190962"/>
                  </a:lnTo>
                  <a:lnTo>
                    <a:pt x="285087" y="151650"/>
                  </a:lnTo>
                  <a:lnTo>
                    <a:pt x="285750" y="138113"/>
                  </a:lnTo>
                  <a:lnTo>
                    <a:pt x="285584" y="131327"/>
                  </a:lnTo>
                  <a:lnTo>
                    <a:pt x="277679" y="91591"/>
                  </a:lnTo>
                  <a:lnTo>
                    <a:pt x="258564" y="55828"/>
                  </a:lnTo>
                  <a:lnTo>
                    <a:pt x="229917" y="27181"/>
                  </a:lnTo>
                  <a:lnTo>
                    <a:pt x="194158" y="8067"/>
                  </a:lnTo>
                  <a:lnTo>
                    <a:pt x="154422" y="166"/>
                  </a:lnTo>
                  <a:lnTo>
                    <a:pt x="147637" y="0"/>
                  </a:lnTo>
                  <a:close/>
                </a:path>
              </a:pathLst>
            </a:custGeom>
            <a:solidFill>
              <a:srgbClr val="FD60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2937" y="5157787"/>
              <a:ext cx="285750" cy="276225"/>
            </a:xfrm>
            <a:custGeom>
              <a:avLst/>
              <a:gdLst/>
              <a:ahLst/>
              <a:cxnLst/>
              <a:rect l="l" t="t" r="r" b="b"/>
              <a:pathLst>
                <a:path w="285750" h="276225">
                  <a:moveTo>
                    <a:pt x="0" y="138113"/>
                  </a:moveTo>
                  <a:lnTo>
                    <a:pt x="5946" y="98019"/>
                  </a:lnTo>
                  <a:lnTo>
                    <a:pt x="23276" y="61377"/>
                  </a:lnTo>
                  <a:lnTo>
                    <a:pt x="50494" y="31347"/>
                  </a:lnTo>
                  <a:lnTo>
                    <a:pt x="85258" y="10515"/>
                  </a:lnTo>
                  <a:lnTo>
                    <a:pt x="124575" y="665"/>
                  </a:lnTo>
                  <a:lnTo>
                    <a:pt x="138112" y="0"/>
                  </a:lnTo>
                  <a:lnTo>
                    <a:pt x="147637" y="0"/>
                  </a:lnTo>
                  <a:lnTo>
                    <a:pt x="187729" y="5942"/>
                  </a:lnTo>
                  <a:lnTo>
                    <a:pt x="224368" y="23272"/>
                  </a:lnTo>
                  <a:lnTo>
                    <a:pt x="254399" y="50490"/>
                  </a:lnTo>
                  <a:lnTo>
                    <a:pt x="275238" y="85260"/>
                  </a:lnTo>
                  <a:lnTo>
                    <a:pt x="285087" y="124574"/>
                  </a:lnTo>
                  <a:lnTo>
                    <a:pt x="285750" y="138113"/>
                  </a:lnTo>
                  <a:lnTo>
                    <a:pt x="285584" y="144898"/>
                  </a:lnTo>
                  <a:lnTo>
                    <a:pt x="277679" y="184632"/>
                  </a:lnTo>
                  <a:lnTo>
                    <a:pt x="258564" y="220389"/>
                  </a:lnTo>
                  <a:lnTo>
                    <a:pt x="229917" y="249040"/>
                  </a:lnTo>
                  <a:lnTo>
                    <a:pt x="194158" y="268153"/>
                  </a:lnTo>
                  <a:lnTo>
                    <a:pt x="154422" y="276059"/>
                  </a:lnTo>
                  <a:lnTo>
                    <a:pt x="147637" y="276226"/>
                  </a:lnTo>
                  <a:lnTo>
                    <a:pt x="138112" y="276226"/>
                  </a:lnTo>
                  <a:lnTo>
                    <a:pt x="98020" y="270278"/>
                  </a:lnTo>
                  <a:lnTo>
                    <a:pt x="61381" y="252949"/>
                  </a:lnTo>
                  <a:lnTo>
                    <a:pt x="31348" y="225728"/>
                  </a:lnTo>
                  <a:lnTo>
                    <a:pt x="10511" y="190962"/>
                  </a:lnTo>
                  <a:lnTo>
                    <a:pt x="662" y="151650"/>
                  </a:lnTo>
                  <a:lnTo>
                    <a:pt x="0" y="138113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92597" y="5189856"/>
            <a:ext cx="18161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5">
                <a:solidFill>
                  <a:srgbClr val="3C3737"/>
                </a:solidFill>
                <a:latin typeface="Georgia"/>
                <a:cs typeface="Georgia"/>
              </a:rPr>
              <a:t>C</a:t>
            </a:r>
            <a:r>
              <a:rPr dirty="0" sz="950" spc="5">
                <a:solidFill>
                  <a:srgbClr val="3C3737"/>
                </a:solidFill>
                <a:latin typeface="Georgia"/>
                <a:cs typeface="Georgia"/>
              </a:rPr>
              <a:t>C</a:t>
            </a:r>
            <a:endParaRPr sz="9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562725"/>
          </a:xfrm>
          <a:custGeom>
            <a:avLst/>
            <a:gdLst/>
            <a:ahLst/>
            <a:cxnLst/>
            <a:rect l="l" t="t" r="r" b="b"/>
            <a:pathLst>
              <a:path w="11430000" h="6562725">
                <a:moveTo>
                  <a:pt x="11430000" y="0"/>
                </a:moveTo>
                <a:lnTo>
                  <a:pt x="0" y="0"/>
                </a:lnTo>
                <a:lnTo>
                  <a:pt x="0" y="6562725"/>
                </a:lnTo>
                <a:lnTo>
                  <a:pt x="11430000" y="65627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0"/>
            <a:ext cx="4286250" cy="6562725"/>
            <a:chOff x="7143750" y="0"/>
            <a:chExt cx="4286250" cy="6562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65627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6051042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4879" y="434975"/>
            <a:ext cx="5750560" cy="1606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algn="just" marL="12700" marR="5080">
              <a:lnSpc>
                <a:spcPts val="4200"/>
              </a:lnSpc>
              <a:spcBef>
                <a:spcPts val="50"/>
              </a:spcBef>
            </a:pPr>
            <a:r>
              <a:rPr dirty="0" spc="-45"/>
              <a:t>I</a:t>
            </a:r>
            <a:r>
              <a:rPr dirty="0" spc="-10"/>
              <a:t>m</a:t>
            </a:r>
            <a:r>
              <a:rPr dirty="0" spc="-90"/>
              <a:t>p</a:t>
            </a:r>
            <a:r>
              <a:rPr dirty="0" spc="-120"/>
              <a:t>o</a:t>
            </a:r>
            <a:r>
              <a:rPr dirty="0" spc="-114"/>
              <a:t>r</a:t>
            </a:r>
            <a:r>
              <a:rPr dirty="0" spc="-125"/>
              <a:t>t</a:t>
            </a:r>
            <a:r>
              <a:rPr dirty="0" spc="10"/>
              <a:t>a</a:t>
            </a:r>
            <a:r>
              <a:rPr dirty="0" spc="-65"/>
              <a:t>n</a:t>
            </a:r>
            <a:r>
              <a:rPr dirty="0" spc="5"/>
              <a:t>c</a:t>
            </a:r>
            <a:r>
              <a:rPr dirty="0" spc="-150"/>
              <a:t>i</a:t>
            </a:r>
            <a:r>
              <a:rPr dirty="0" spc="95"/>
              <a:t>a</a:t>
            </a:r>
            <a:r>
              <a:rPr dirty="0" spc="-370"/>
              <a:t> </a:t>
            </a:r>
            <a:r>
              <a:rPr dirty="0" spc="-105"/>
              <a:t>d</a:t>
            </a:r>
            <a:r>
              <a:rPr dirty="0" spc="-50"/>
              <a:t>e</a:t>
            </a:r>
            <a:r>
              <a:rPr dirty="0" spc="-370"/>
              <a:t> </a:t>
            </a:r>
            <a:r>
              <a:rPr dirty="0" spc="-114"/>
              <a:t>l</a:t>
            </a:r>
            <a:r>
              <a:rPr dirty="0" spc="-10"/>
              <a:t>a</a:t>
            </a:r>
            <a:r>
              <a:rPr dirty="0" spc="215"/>
              <a:t>s</a:t>
            </a:r>
            <a:r>
              <a:rPr dirty="0" spc="-370"/>
              <a:t> </a:t>
            </a:r>
            <a:r>
              <a:rPr dirty="0" spc="80"/>
              <a:t>s</a:t>
            </a:r>
            <a:r>
              <a:rPr dirty="0" spc="-140"/>
              <a:t>e</a:t>
            </a:r>
            <a:r>
              <a:rPr dirty="0" spc="-135"/>
              <a:t>n</a:t>
            </a:r>
            <a:r>
              <a:rPr dirty="0" spc="-125"/>
              <a:t>t</a:t>
            </a:r>
            <a:r>
              <a:rPr dirty="0" spc="-140"/>
              <a:t>e</a:t>
            </a:r>
            <a:r>
              <a:rPr dirty="0" spc="-65"/>
              <a:t>n</a:t>
            </a:r>
            <a:r>
              <a:rPr dirty="0" spc="5"/>
              <a:t>c</a:t>
            </a:r>
            <a:r>
              <a:rPr dirty="0" spc="-150"/>
              <a:t>i</a:t>
            </a:r>
            <a:r>
              <a:rPr dirty="0" spc="-10"/>
              <a:t>a</a:t>
            </a:r>
            <a:r>
              <a:rPr dirty="0" spc="175"/>
              <a:t>s  </a:t>
            </a:r>
            <a:r>
              <a:rPr dirty="0" spc="-105"/>
              <a:t>d</a:t>
            </a:r>
            <a:r>
              <a:rPr dirty="0" spc="-50"/>
              <a:t>e</a:t>
            </a:r>
            <a:r>
              <a:rPr dirty="0" spc="-370"/>
              <a:t> </a:t>
            </a:r>
            <a:r>
              <a:rPr dirty="0"/>
              <a:t>c</a:t>
            </a:r>
            <a:r>
              <a:rPr dirty="0" spc="-120"/>
              <a:t>o</a:t>
            </a:r>
            <a:r>
              <a:rPr dirty="0" spc="-135"/>
              <a:t>n</a:t>
            </a:r>
            <a:r>
              <a:rPr dirty="0" spc="-245"/>
              <a:t>t</a:t>
            </a:r>
            <a:r>
              <a:rPr dirty="0" spc="-220"/>
              <a:t>r</a:t>
            </a:r>
            <a:r>
              <a:rPr dirty="0" spc="-90"/>
              <a:t>o</a:t>
            </a:r>
            <a:r>
              <a:rPr dirty="0" spc="-10"/>
              <a:t>l</a:t>
            </a:r>
            <a:r>
              <a:rPr dirty="0" spc="-370"/>
              <a:t> </a:t>
            </a:r>
            <a:r>
              <a:rPr dirty="0" spc="-140"/>
              <a:t>e</a:t>
            </a:r>
            <a:r>
              <a:rPr dirty="0" spc="20"/>
              <a:t>n</a:t>
            </a:r>
            <a:r>
              <a:rPr dirty="0" spc="-370"/>
              <a:t> </a:t>
            </a:r>
            <a:r>
              <a:rPr dirty="0" spc="-140"/>
              <a:t>p</a:t>
            </a:r>
            <a:r>
              <a:rPr dirty="0" spc="-220"/>
              <a:t>r</a:t>
            </a:r>
            <a:r>
              <a:rPr dirty="0" spc="-70"/>
              <a:t>o</a:t>
            </a:r>
            <a:r>
              <a:rPr dirty="0" spc="165"/>
              <a:t>g</a:t>
            </a:r>
            <a:r>
              <a:rPr dirty="0" spc="-170"/>
              <a:t>r</a:t>
            </a:r>
            <a:r>
              <a:rPr dirty="0" spc="10"/>
              <a:t>a</a:t>
            </a:r>
            <a:r>
              <a:rPr dirty="0" spc="-25"/>
              <a:t>m</a:t>
            </a:r>
            <a:r>
              <a:rPr dirty="0" spc="10"/>
              <a:t>a</a:t>
            </a:r>
            <a:r>
              <a:rPr dirty="0" spc="5"/>
              <a:t>c</a:t>
            </a:r>
            <a:r>
              <a:rPr dirty="0" spc="-150"/>
              <a:t>i</a:t>
            </a:r>
            <a:r>
              <a:rPr dirty="0" spc="-90"/>
              <a:t>ó</a:t>
            </a:r>
            <a:r>
              <a:rPr dirty="0" spc="20"/>
              <a:t>n</a:t>
            </a:r>
            <a:r>
              <a:rPr dirty="0" spc="-370"/>
              <a:t> </a:t>
            </a:r>
            <a:r>
              <a:rPr dirty="0" spc="-105"/>
              <a:t>d</a:t>
            </a:r>
            <a:r>
              <a:rPr dirty="0" spc="-35"/>
              <a:t>e  </a:t>
            </a:r>
            <a:r>
              <a:rPr dirty="0" spc="-95"/>
              <a:t>b</a:t>
            </a:r>
            <a:r>
              <a:rPr dirty="0" spc="-15"/>
              <a:t>a</a:t>
            </a:r>
            <a:r>
              <a:rPr dirty="0" spc="-380"/>
              <a:t>j</a:t>
            </a:r>
            <a:r>
              <a:rPr dirty="0" spc="15"/>
              <a:t>o</a:t>
            </a:r>
            <a:r>
              <a:rPr dirty="0" spc="-370"/>
              <a:t> </a:t>
            </a:r>
            <a:r>
              <a:rPr dirty="0" spc="-85"/>
              <a:t>n</a:t>
            </a:r>
            <a:r>
              <a:rPr dirty="0" spc="-150"/>
              <a:t>i</a:t>
            </a:r>
            <a:r>
              <a:rPr dirty="0" spc="-35"/>
              <a:t>v</a:t>
            </a:r>
            <a:r>
              <a:rPr dirty="0" spc="-155"/>
              <a:t>e</a:t>
            </a:r>
            <a:r>
              <a:rPr dirty="0" spc="-10"/>
              <a:t>l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38175" y="2590800"/>
            <a:ext cx="409575" cy="409575"/>
            <a:chOff x="638175" y="2590800"/>
            <a:chExt cx="409575" cy="409575"/>
          </a:xfrm>
        </p:grpSpPr>
        <p:sp>
          <p:nvSpPr>
            <p:cNvPr id="8" name="object 8"/>
            <p:cNvSpPr/>
            <p:nvPr/>
          </p:nvSpPr>
          <p:spPr>
            <a:xfrm>
              <a:off x="642937" y="25955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29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7" y="385508"/>
                  </a:lnTo>
                  <a:lnTo>
                    <a:pt x="55120" y="400050"/>
                  </a:lnTo>
                  <a:lnTo>
                    <a:pt x="344929" y="400050"/>
                  </a:lnTo>
                  <a:lnTo>
                    <a:pt x="385509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2" y="14541"/>
                  </a:lnTo>
                  <a:lnTo>
                    <a:pt x="348763" y="381"/>
                  </a:lnTo>
                  <a:lnTo>
                    <a:pt x="344929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42937" y="25955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1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26219" y="9944"/>
                  </a:lnTo>
                  <a:lnTo>
                    <a:pt x="29438" y="7797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341054" y="0"/>
                  </a:lnTo>
                  <a:lnTo>
                    <a:pt x="344929" y="0"/>
                  </a:lnTo>
                  <a:lnTo>
                    <a:pt x="348763" y="381"/>
                  </a:lnTo>
                  <a:lnTo>
                    <a:pt x="352563" y="1130"/>
                  </a:lnTo>
                  <a:lnTo>
                    <a:pt x="356364" y="1892"/>
                  </a:lnTo>
                  <a:lnTo>
                    <a:pt x="360050" y="3009"/>
                  </a:lnTo>
                  <a:lnTo>
                    <a:pt x="363631" y="4495"/>
                  </a:lnTo>
                  <a:lnTo>
                    <a:pt x="367209" y="5969"/>
                  </a:lnTo>
                  <a:lnTo>
                    <a:pt x="370611" y="7797"/>
                  </a:lnTo>
                  <a:lnTo>
                    <a:pt x="373830" y="9944"/>
                  </a:lnTo>
                  <a:lnTo>
                    <a:pt x="377051" y="12090"/>
                  </a:lnTo>
                  <a:lnTo>
                    <a:pt x="390108" y="26225"/>
                  </a:lnTo>
                  <a:lnTo>
                    <a:pt x="392261" y="29438"/>
                  </a:lnTo>
                  <a:lnTo>
                    <a:pt x="398913" y="47485"/>
                  </a:lnTo>
                  <a:lnTo>
                    <a:pt x="399672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72" y="348767"/>
                  </a:lnTo>
                  <a:lnTo>
                    <a:pt x="398913" y="352564"/>
                  </a:lnTo>
                  <a:lnTo>
                    <a:pt x="398160" y="356362"/>
                  </a:lnTo>
                  <a:lnTo>
                    <a:pt x="397043" y="360057"/>
                  </a:lnTo>
                  <a:lnTo>
                    <a:pt x="395560" y="363626"/>
                  </a:lnTo>
                  <a:lnTo>
                    <a:pt x="394077" y="367207"/>
                  </a:lnTo>
                  <a:lnTo>
                    <a:pt x="392261" y="370611"/>
                  </a:lnTo>
                  <a:lnTo>
                    <a:pt x="390108" y="373824"/>
                  </a:lnTo>
                  <a:lnTo>
                    <a:pt x="387955" y="377050"/>
                  </a:lnTo>
                  <a:lnTo>
                    <a:pt x="385509" y="380034"/>
                  </a:lnTo>
                  <a:lnTo>
                    <a:pt x="382771" y="382765"/>
                  </a:lnTo>
                  <a:lnTo>
                    <a:pt x="380032" y="385508"/>
                  </a:lnTo>
                  <a:lnTo>
                    <a:pt x="377051" y="387946"/>
                  </a:lnTo>
                  <a:lnTo>
                    <a:pt x="373830" y="390105"/>
                  </a:lnTo>
                  <a:lnTo>
                    <a:pt x="370611" y="392264"/>
                  </a:lnTo>
                  <a:lnTo>
                    <a:pt x="367209" y="394081"/>
                  </a:lnTo>
                  <a:lnTo>
                    <a:pt x="363631" y="395554"/>
                  </a:lnTo>
                  <a:lnTo>
                    <a:pt x="360050" y="397040"/>
                  </a:lnTo>
                  <a:lnTo>
                    <a:pt x="356364" y="398157"/>
                  </a:lnTo>
                  <a:lnTo>
                    <a:pt x="352563" y="398919"/>
                  </a:lnTo>
                  <a:lnTo>
                    <a:pt x="348763" y="399669"/>
                  </a:lnTo>
                  <a:lnTo>
                    <a:pt x="344929" y="400050"/>
                  </a:lnTo>
                  <a:lnTo>
                    <a:pt x="341054" y="400050"/>
                  </a:lnTo>
                  <a:lnTo>
                    <a:pt x="58995" y="400050"/>
                  </a:lnTo>
                  <a:lnTo>
                    <a:pt x="55120" y="400050"/>
                  </a:lnTo>
                  <a:lnTo>
                    <a:pt x="51286" y="399669"/>
                  </a:lnTo>
                  <a:lnTo>
                    <a:pt x="47486" y="398919"/>
                  </a:lnTo>
                  <a:lnTo>
                    <a:pt x="43685" y="398157"/>
                  </a:lnTo>
                  <a:lnTo>
                    <a:pt x="39999" y="397040"/>
                  </a:lnTo>
                  <a:lnTo>
                    <a:pt x="36418" y="395554"/>
                  </a:lnTo>
                  <a:lnTo>
                    <a:pt x="32840" y="394081"/>
                  </a:lnTo>
                  <a:lnTo>
                    <a:pt x="29438" y="392264"/>
                  </a:lnTo>
                  <a:lnTo>
                    <a:pt x="26219" y="390105"/>
                  </a:lnTo>
                  <a:lnTo>
                    <a:pt x="22998" y="387946"/>
                  </a:lnTo>
                  <a:lnTo>
                    <a:pt x="20017" y="385508"/>
                  </a:lnTo>
                  <a:lnTo>
                    <a:pt x="17278" y="382765"/>
                  </a:lnTo>
                  <a:lnTo>
                    <a:pt x="14540" y="380034"/>
                  </a:lnTo>
                  <a:lnTo>
                    <a:pt x="12094" y="377050"/>
                  </a:lnTo>
                  <a:lnTo>
                    <a:pt x="9941" y="373824"/>
                  </a:lnTo>
                  <a:lnTo>
                    <a:pt x="7788" y="370611"/>
                  </a:lnTo>
                  <a:lnTo>
                    <a:pt x="5972" y="367207"/>
                  </a:lnTo>
                  <a:lnTo>
                    <a:pt x="4489" y="363626"/>
                  </a:lnTo>
                  <a:lnTo>
                    <a:pt x="3006" y="360057"/>
                  </a:lnTo>
                  <a:lnTo>
                    <a:pt x="1889" y="356362"/>
                  </a:lnTo>
                  <a:lnTo>
                    <a:pt x="1131" y="352564"/>
                  </a:lnTo>
                  <a:lnTo>
                    <a:pt x="377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82190" y="2587625"/>
            <a:ext cx="12827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65" b="1">
                <a:solidFill>
                  <a:srgbClr val="E5E0DF"/>
                </a:solidFill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6917" y="2544762"/>
            <a:ext cx="2080260" cy="211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95" b="1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650" spc="60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-4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1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55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65" b="1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-20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8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120" b="1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600"/>
              </a:lnSpc>
              <a:spcBef>
                <a:spcPts val="655"/>
              </a:spcBef>
            </a:pPr>
            <a:r>
              <a:rPr dirty="0" sz="1400" spc="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0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  </a:t>
            </a:r>
            <a:r>
              <a:rPr dirty="0" sz="1400" spc="-45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15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45">
                <a:solidFill>
                  <a:srgbClr val="E5E0DF"/>
                </a:solidFill>
                <a:latin typeface="Verdana"/>
                <a:cs typeface="Verdana"/>
              </a:rPr>
              <a:t>s 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3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g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4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4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35">
                <a:solidFill>
                  <a:srgbClr val="E5E0DF"/>
                </a:solidFill>
                <a:latin typeface="Verdana"/>
                <a:cs typeface="Verdana"/>
              </a:rPr>
              <a:t>r 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3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45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e 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25">
                <a:solidFill>
                  <a:srgbClr val="E5E0DF"/>
                </a:solidFill>
                <a:latin typeface="Verdana"/>
                <a:cs typeface="Verdana"/>
              </a:rPr>
              <a:t>j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3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ó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b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  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45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í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f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3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90">
                <a:solidFill>
                  <a:srgbClr val="E5E0DF"/>
                </a:solidFill>
                <a:latin typeface="Verdana"/>
                <a:cs typeface="Verdana"/>
              </a:rPr>
              <a:t>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67125" y="2590800"/>
            <a:ext cx="409575" cy="409575"/>
            <a:chOff x="3667125" y="2590800"/>
            <a:chExt cx="409575" cy="409575"/>
          </a:xfrm>
        </p:grpSpPr>
        <p:sp>
          <p:nvSpPr>
            <p:cNvPr id="13" name="object 13"/>
            <p:cNvSpPr/>
            <p:nvPr/>
          </p:nvSpPr>
          <p:spPr>
            <a:xfrm>
              <a:off x="3671887" y="25955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32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5" y="385508"/>
                  </a:lnTo>
                  <a:lnTo>
                    <a:pt x="55118" y="400050"/>
                  </a:lnTo>
                  <a:lnTo>
                    <a:pt x="344932" y="400050"/>
                  </a:lnTo>
                  <a:lnTo>
                    <a:pt x="385508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67" y="381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71887" y="25955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25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72"/>
                  </a:lnTo>
                  <a:lnTo>
                    <a:pt x="20015" y="14541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341058" y="0"/>
                  </a:lnTo>
                  <a:lnTo>
                    <a:pt x="344932" y="0"/>
                  </a:lnTo>
                  <a:lnTo>
                    <a:pt x="348767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45" y="3009"/>
                  </a:lnTo>
                  <a:lnTo>
                    <a:pt x="363626" y="4495"/>
                  </a:lnTo>
                  <a:lnTo>
                    <a:pt x="367207" y="5969"/>
                  </a:lnTo>
                  <a:lnTo>
                    <a:pt x="382765" y="17272"/>
                  </a:lnTo>
                  <a:lnTo>
                    <a:pt x="385508" y="20015"/>
                  </a:lnTo>
                  <a:lnTo>
                    <a:pt x="387959" y="22999"/>
                  </a:lnTo>
                  <a:lnTo>
                    <a:pt x="390105" y="26225"/>
                  </a:lnTo>
                  <a:lnTo>
                    <a:pt x="392264" y="29438"/>
                  </a:lnTo>
                  <a:lnTo>
                    <a:pt x="394081" y="32842"/>
                  </a:lnTo>
                  <a:lnTo>
                    <a:pt x="395554" y="36410"/>
                  </a:lnTo>
                  <a:lnTo>
                    <a:pt x="397040" y="39992"/>
                  </a:lnTo>
                  <a:lnTo>
                    <a:pt x="398157" y="43688"/>
                  </a:lnTo>
                  <a:lnTo>
                    <a:pt x="398919" y="47485"/>
                  </a:lnTo>
                  <a:lnTo>
                    <a:pt x="399669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69" y="348767"/>
                  </a:lnTo>
                  <a:lnTo>
                    <a:pt x="398919" y="352564"/>
                  </a:lnTo>
                  <a:lnTo>
                    <a:pt x="398157" y="356362"/>
                  </a:lnTo>
                  <a:lnTo>
                    <a:pt x="397040" y="360057"/>
                  </a:lnTo>
                  <a:lnTo>
                    <a:pt x="395554" y="363626"/>
                  </a:lnTo>
                  <a:lnTo>
                    <a:pt x="394081" y="367207"/>
                  </a:lnTo>
                  <a:lnTo>
                    <a:pt x="392264" y="370611"/>
                  </a:lnTo>
                  <a:lnTo>
                    <a:pt x="390105" y="373824"/>
                  </a:lnTo>
                  <a:lnTo>
                    <a:pt x="387959" y="377050"/>
                  </a:lnTo>
                  <a:lnTo>
                    <a:pt x="385508" y="380034"/>
                  </a:lnTo>
                  <a:lnTo>
                    <a:pt x="382765" y="382765"/>
                  </a:lnTo>
                  <a:lnTo>
                    <a:pt x="380034" y="385508"/>
                  </a:lnTo>
                  <a:lnTo>
                    <a:pt x="363626" y="395554"/>
                  </a:lnTo>
                  <a:lnTo>
                    <a:pt x="360045" y="397040"/>
                  </a:lnTo>
                  <a:lnTo>
                    <a:pt x="356362" y="398157"/>
                  </a:lnTo>
                  <a:lnTo>
                    <a:pt x="352564" y="398919"/>
                  </a:lnTo>
                  <a:lnTo>
                    <a:pt x="348767" y="399669"/>
                  </a:lnTo>
                  <a:lnTo>
                    <a:pt x="344932" y="400050"/>
                  </a:lnTo>
                  <a:lnTo>
                    <a:pt x="341058" y="400050"/>
                  </a:lnTo>
                  <a:lnTo>
                    <a:pt x="58991" y="400050"/>
                  </a:lnTo>
                  <a:lnTo>
                    <a:pt x="55118" y="400050"/>
                  </a:lnTo>
                  <a:lnTo>
                    <a:pt x="51282" y="399669"/>
                  </a:lnTo>
                  <a:lnTo>
                    <a:pt x="47485" y="398919"/>
                  </a:lnTo>
                  <a:lnTo>
                    <a:pt x="43688" y="398157"/>
                  </a:lnTo>
                  <a:lnTo>
                    <a:pt x="39992" y="397040"/>
                  </a:lnTo>
                  <a:lnTo>
                    <a:pt x="36423" y="395554"/>
                  </a:lnTo>
                  <a:lnTo>
                    <a:pt x="32842" y="394081"/>
                  </a:lnTo>
                  <a:lnTo>
                    <a:pt x="17284" y="382765"/>
                  </a:lnTo>
                  <a:lnTo>
                    <a:pt x="14541" y="380034"/>
                  </a:lnTo>
                  <a:lnTo>
                    <a:pt x="12090" y="377050"/>
                  </a:lnTo>
                  <a:lnTo>
                    <a:pt x="9944" y="373824"/>
                  </a:lnTo>
                  <a:lnTo>
                    <a:pt x="7785" y="370611"/>
                  </a:lnTo>
                  <a:lnTo>
                    <a:pt x="5969" y="367207"/>
                  </a:lnTo>
                  <a:lnTo>
                    <a:pt x="4495" y="363626"/>
                  </a:lnTo>
                  <a:lnTo>
                    <a:pt x="3009" y="360057"/>
                  </a:lnTo>
                  <a:lnTo>
                    <a:pt x="1892" y="356362"/>
                  </a:lnTo>
                  <a:lnTo>
                    <a:pt x="1130" y="352564"/>
                  </a:lnTo>
                  <a:lnTo>
                    <a:pt x="381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780332" y="2587625"/>
            <a:ext cx="1828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65" b="1">
                <a:solidFill>
                  <a:srgbClr val="E5E0DF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42295" y="2544762"/>
            <a:ext cx="2255520" cy="211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75" b="1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650" spc="15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-20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8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120" b="1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75" b="1">
                <a:solidFill>
                  <a:srgbClr val="E5E0DF"/>
                </a:solidFill>
                <a:latin typeface="Trebuchet MS"/>
                <a:cs typeface="Trebuchet MS"/>
              </a:rPr>
              <a:t>y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125" b="1">
                <a:solidFill>
                  <a:srgbClr val="E5E0DF"/>
                </a:solidFill>
                <a:latin typeface="Trebuchet MS"/>
                <a:cs typeface="Trebuchet MS"/>
              </a:rPr>
              <a:t>B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650" spc="-8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120" b="1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600"/>
              </a:lnSpc>
              <a:spcBef>
                <a:spcPts val="655"/>
              </a:spcBef>
            </a:pPr>
            <a:r>
              <a:rPr dirty="0" sz="1400" spc="-120">
                <a:solidFill>
                  <a:srgbClr val="E5E0DF"/>
                </a:solidFill>
                <a:latin typeface="Verdana"/>
                <a:cs typeface="Verdana"/>
              </a:rPr>
              <a:t>F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13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30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ó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 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3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114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125">
                <a:solidFill>
                  <a:srgbClr val="E5E0DF"/>
                </a:solidFill>
                <a:latin typeface="Verdana"/>
                <a:cs typeface="Verdana"/>
              </a:rPr>
              <a:t>v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45">
                <a:solidFill>
                  <a:srgbClr val="E5E0DF"/>
                </a:solidFill>
                <a:latin typeface="Verdana"/>
                <a:cs typeface="Verdana"/>
              </a:rPr>
              <a:t>s  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30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b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85">
                <a:solidFill>
                  <a:srgbClr val="E5E0DF"/>
                </a:solidFill>
                <a:latin typeface="Verdana"/>
                <a:cs typeface="Verdana"/>
              </a:rPr>
              <a:t>,  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f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30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a 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3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114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4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a  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eficiente.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8175" y="5095875"/>
            <a:ext cx="409575" cy="419100"/>
            <a:chOff x="638175" y="5095875"/>
            <a:chExt cx="409575" cy="419100"/>
          </a:xfrm>
        </p:grpSpPr>
        <p:sp>
          <p:nvSpPr>
            <p:cNvPr id="18" name="object 18"/>
            <p:cNvSpPr/>
            <p:nvPr/>
          </p:nvSpPr>
          <p:spPr>
            <a:xfrm>
              <a:off x="642937" y="5100637"/>
              <a:ext cx="400050" cy="409575"/>
            </a:xfrm>
            <a:custGeom>
              <a:avLst/>
              <a:gdLst/>
              <a:ahLst/>
              <a:cxnLst/>
              <a:rect l="l" t="t" r="r" b="b"/>
              <a:pathLst>
                <a:path w="400050" h="409575">
                  <a:moveTo>
                    <a:pt x="344929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350577"/>
                  </a:lnTo>
                  <a:lnTo>
                    <a:pt x="0" y="354451"/>
                  </a:lnTo>
                  <a:lnTo>
                    <a:pt x="20017" y="395032"/>
                  </a:lnTo>
                  <a:lnTo>
                    <a:pt x="55120" y="409572"/>
                  </a:lnTo>
                  <a:lnTo>
                    <a:pt x="344929" y="409572"/>
                  </a:lnTo>
                  <a:lnTo>
                    <a:pt x="385509" y="389555"/>
                  </a:lnTo>
                  <a:lnTo>
                    <a:pt x="400050" y="354451"/>
                  </a:lnTo>
                  <a:lnTo>
                    <a:pt x="400050" y="55118"/>
                  </a:lnTo>
                  <a:lnTo>
                    <a:pt x="380032" y="14541"/>
                  </a:lnTo>
                  <a:lnTo>
                    <a:pt x="348763" y="381"/>
                  </a:lnTo>
                  <a:lnTo>
                    <a:pt x="344929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42937" y="5100637"/>
              <a:ext cx="400050" cy="409575"/>
            </a:xfrm>
            <a:custGeom>
              <a:avLst/>
              <a:gdLst/>
              <a:ahLst/>
              <a:cxnLst/>
              <a:rect l="l" t="t" r="r" b="b"/>
              <a:pathLst>
                <a:path w="400050" h="409575">
                  <a:moveTo>
                    <a:pt x="0" y="350577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20017" y="14541"/>
                  </a:lnTo>
                  <a:lnTo>
                    <a:pt x="26219" y="9944"/>
                  </a:lnTo>
                  <a:lnTo>
                    <a:pt x="29438" y="7797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341054" y="0"/>
                  </a:lnTo>
                  <a:lnTo>
                    <a:pt x="344929" y="0"/>
                  </a:lnTo>
                  <a:lnTo>
                    <a:pt x="348763" y="381"/>
                  </a:lnTo>
                  <a:lnTo>
                    <a:pt x="352563" y="1130"/>
                  </a:lnTo>
                  <a:lnTo>
                    <a:pt x="356364" y="1892"/>
                  </a:lnTo>
                  <a:lnTo>
                    <a:pt x="360050" y="3009"/>
                  </a:lnTo>
                  <a:lnTo>
                    <a:pt x="363631" y="4495"/>
                  </a:lnTo>
                  <a:lnTo>
                    <a:pt x="367209" y="5969"/>
                  </a:lnTo>
                  <a:lnTo>
                    <a:pt x="370611" y="7797"/>
                  </a:lnTo>
                  <a:lnTo>
                    <a:pt x="373830" y="9944"/>
                  </a:lnTo>
                  <a:lnTo>
                    <a:pt x="377051" y="12090"/>
                  </a:lnTo>
                  <a:lnTo>
                    <a:pt x="398913" y="47485"/>
                  </a:lnTo>
                  <a:lnTo>
                    <a:pt x="399672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50577"/>
                  </a:lnTo>
                  <a:lnTo>
                    <a:pt x="400050" y="354451"/>
                  </a:lnTo>
                  <a:lnTo>
                    <a:pt x="399672" y="358292"/>
                  </a:lnTo>
                  <a:lnTo>
                    <a:pt x="398913" y="362087"/>
                  </a:lnTo>
                  <a:lnTo>
                    <a:pt x="398160" y="365887"/>
                  </a:lnTo>
                  <a:lnTo>
                    <a:pt x="397043" y="369577"/>
                  </a:lnTo>
                  <a:lnTo>
                    <a:pt x="395560" y="373155"/>
                  </a:lnTo>
                  <a:lnTo>
                    <a:pt x="394077" y="376736"/>
                  </a:lnTo>
                  <a:lnTo>
                    <a:pt x="373830" y="399630"/>
                  </a:lnTo>
                  <a:lnTo>
                    <a:pt x="370611" y="401784"/>
                  </a:lnTo>
                  <a:lnTo>
                    <a:pt x="352563" y="408442"/>
                  </a:lnTo>
                  <a:lnTo>
                    <a:pt x="348763" y="409196"/>
                  </a:lnTo>
                  <a:lnTo>
                    <a:pt x="344929" y="409572"/>
                  </a:lnTo>
                  <a:lnTo>
                    <a:pt x="341054" y="409572"/>
                  </a:lnTo>
                  <a:lnTo>
                    <a:pt x="58995" y="409572"/>
                  </a:lnTo>
                  <a:lnTo>
                    <a:pt x="55120" y="409572"/>
                  </a:lnTo>
                  <a:lnTo>
                    <a:pt x="51286" y="409196"/>
                  </a:lnTo>
                  <a:lnTo>
                    <a:pt x="47486" y="408442"/>
                  </a:lnTo>
                  <a:lnTo>
                    <a:pt x="43685" y="407687"/>
                  </a:lnTo>
                  <a:lnTo>
                    <a:pt x="26219" y="399630"/>
                  </a:lnTo>
                  <a:lnTo>
                    <a:pt x="22998" y="397478"/>
                  </a:lnTo>
                  <a:lnTo>
                    <a:pt x="4489" y="373155"/>
                  </a:lnTo>
                  <a:lnTo>
                    <a:pt x="3006" y="369577"/>
                  </a:lnTo>
                  <a:lnTo>
                    <a:pt x="1889" y="365887"/>
                  </a:lnTo>
                  <a:lnTo>
                    <a:pt x="1131" y="362087"/>
                  </a:lnTo>
                  <a:lnTo>
                    <a:pt x="377" y="358292"/>
                  </a:lnTo>
                  <a:lnTo>
                    <a:pt x="0" y="354451"/>
                  </a:lnTo>
                  <a:lnTo>
                    <a:pt x="0" y="350577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56443" y="5102222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40" b="1">
                <a:solidFill>
                  <a:srgbClr val="E5E0DF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16917" y="5049835"/>
            <a:ext cx="5001260" cy="9620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F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650" spc="55" b="1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650" spc="-185" b="1">
                <a:solidFill>
                  <a:srgbClr val="E5E0DF"/>
                </a:solidFill>
                <a:latin typeface="Trebuchet MS"/>
                <a:cs typeface="Trebuchet MS"/>
              </a:rPr>
              <a:t>j</a:t>
            </a:r>
            <a:r>
              <a:rPr dirty="0" sz="1650" spc="2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-4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1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11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185" b="1">
                <a:solidFill>
                  <a:srgbClr val="E5E0DF"/>
                </a:solidFill>
                <a:latin typeface="Trebuchet MS"/>
                <a:cs typeface="Trebuchet MS"/>
              </a:rPr>
              <a:t>j</a:t>
            </a: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ó</a:t>
            </a:r>
            <a:r>
              <a:rPr dirty="0" sz="1650" spc="2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8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30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á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2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8400"/>
              </a:lnSpc>
              <a:spcBef>
                <a:spcPts val="700"/>
              </a:spcBef>
            </a:pP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B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f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11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x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b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25">
                <a:solidFill>
                  <a:srgbClr val="E5E0DF"/>
                </a:solidFill>
                <a:latin typeface="Verdana"/>
                <a:cs typeface="Verdana"/>
              </a:rPr>
              <a:t>j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3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ó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 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3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g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4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f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y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q</a:t>
            </a:r>
            <a:r>
              <a:rPr dirty="0" sz="1400" spc="-85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90">
                <a:solidFill>
                  <a:srgbClr val="E5E0DF"/>
                </a:solidFill>
                <a:latin typeface="Verdana"/>
                <a:cs typeface="Verdana"/>
              </a:rPr>
              <a:t>.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4879" y="463550"/>
            <a:ext cx="569658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125">
                <a:latin typeface="Tahoma"/>
                <a:cs typeface="Tahoma"/>
              </a:rPr>
              <a:t>T</a:t>
            </a:r>
            <a:r>
              <a:rPr dirty="0" spc="-165">
                <a:latin typeface="Tahoma"/>
                <a:cs typeface="Tahoma"/>
              </a:rPr>
              <a:t>i</a:t>
            </a:r>
            <a:r>
              <a:rPr dirty="0" spc="-245">
                <a:latin typeface="Tahoma"/>
                <a:cs typeface="Tahoma"/>
              </a:rPr>
              <a:t>p</a:t>
            </a:r>
            <a:r>
              <a:rPr dirty="0" spc="-295">
                <a:latin typeface="Tahoma"/>
                <a:cs typeface="Tahoma"/>
              </a:rPr>
              <a:t>o</a:t>
            </a:r>
            <a:r>
              <a:rPr dirty="0" spc="-65">
                <a:latin typeface="Tahoma"/>
                <a:cs typeface="Tahoma"/>
              </a:rPr>
              <a:t>s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70">
                <a:latin typeface="Tahoma"/>
                <a:cs typeface="Tahoma"/>
              </a:rPr>
              <a:t>d</a:t>
            </a:r>
            <a:r>
              <a:rPr dirty="0" spc="-110">
                <a:latin typeface="Tahoma"/>
                <a:cs typeface="Tahoma"/>
              </a:rPr>
              <a:t>e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00">
                <a:latin typeface="Tahoma"/>
                <a:cs typeface="Tahoma"/>
              </a:rPr>
              <a:t>s</a:t>
            </a:r>
            <a:r>
              <a:rPr dirty="0" spc="-200">
                <a:latin typeface="Tahoma"/>
                <a:cs typeface="Tahoma"/>
              </a:rPr>
              <a:t>e</a:t>
            </a:r>
            <a:r>
              <a:rPr dirty="0" spc="-305">
                <a:latin typeface="Tahoma"/>
                <a:cs typeface="Tahoma"/>
              </a:rPr>
              <a:t>n</a:t>
            </a:r>
            <a:r>
              <a:rPr dirty="0" spc="-190">
                <a:latin typeface="Tahoma"/>
                <a:cs typeface="Tahoma"/>
              </a:rPr>
              <a:t>t</a:t>
            </a:r>
            <a:r>
              <a:rPr dirty="0" spc="-200">
                <a:latin typeface="Tahoma"/>
                <a:cs typeface="Tahoma"/>
              </a:rPr>
              <a:t>e</a:t>
            </a:r>
            <a:r>
              <a:rPr dirty="0" spc="-235">
                <a:latin typeface="Tahoma"/>
                <a:cs typeface="Tahoma"/>
              </a:rPr>
              <a:t>n</a:t>
            </a:r>
            <a:r>
              <a:rPr dirty="0" spc="-45">
                <a:latin typeface="Tahoma"/>
                <a:cs typeface="Tahoma"/>
              </a:rPr>
              <a:t>c</a:t>
            </a:r>
            <a:r>
              <a:rPr dirty="0" spc="-165">
                <a:latin typeface="Tahoma"/>
                <a:cs typeface="Tahoma"/>
              </a:rPr>
              <a:t>i</a:t>
            </a:r>
            <a:r>
              <a:rPr dirty="0" spc="-235">
                <a:latin typeface="Tahoma"/>
                <a:cs typeface="Tahoma"/>
              </a:rPr>
              <a:t>a</a:t>
            </a:r>
            <a:r>
              <a:rPr dirty="0" spc="-65">
                <a:latin typeface="Tahoma"/>
                <a:cs typeface="Tahoma"/>
              </a:rPr>
              <a:t>s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70">
                <a:latin typeface="Tahoma"/>
                <a:cs typeface="Tahoma"/>
              </a:rPr>
              <a:t>d</a:t>
            </a:r>
            <a:r>
              <a:rPr dirty="0" spc="-110">
                <a:latin typeface="Tahoma"/>
                <a:cs typeface="Tahoma"/>
              </a:rPr>
              <a:t>e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50">
                <a:latin typeface="Tahoma"/>
                <a:cs typeface="Tahoma"/>
              </a:rPr>
              <a:t>c</a:t>
            </a:r>
            <a:r>
              <a:rPr dirty="0" spc="-295">
                <a:latin typeface="Tahoma"/>
                <a:cs typeface="Tahoma"/>
              </a:rPr>
              <a:t>o</a:t>
            </a:r>
            <a:r>
              <a:rPr dirty="0" spc="-305">
                <a:latin typeface="Tahoma"/>
                <a:cs typeface="Tahoma"/>
              </a:rPr>
              <a:t>n</a:t>
            </a:r>
            <a:r>
              <a:rPr dirty="0" spc="-310">
                <a:latin typeface="Tahoma"/>
                <a:cs typeface="Tahoma"/>
              </a:rPr>
              <a:t>t</a:t>
            </a:r>
            <a:r>
              <a:rPr dirty="0" spc="-240">
                <a:latin typeface="Tahoma"/>
                <a:cs typeface="Tahoma"/>
              </a:rPr>
              <a:t>r</a:t>
            </a:r>
            <a:r>
              <a:rPr dirty="0" spc="-265">
                <a:latin typeface="Tahoma"/>
                <a:cs typeface="Tahoma"/>
              </a:rPr>
              <a:t>o</a:t>
            </a:r>
            <a:r>
              <a:rPr dirty="0" spc="-30">
                <a:latin typeface="Tahoma"/>
                <a:cs typeface="Tahoma"/>
              </a:rPr>
              <a:t>l  </a:t>
            </a:r>
            <a:r>
              <a:rPr dirty="0" spc="-200">
                <a:latin typeface="Tahoma"/>
                <a:cs typeface="Tahoma"/>
              </a:rPr>
              <a:t>e</a:t>
            </a:r>
            <a:r>
              <a:rPr dirty="0" spc="-150">
                <a:latin typeface="Tahoma"/>
                <a:cs typeface="Tahoma"/>
              </a:rPr>
              <a:t>n</a:t>
            </a:r>
            <a:r>
              <a:rPr dirty="0" spc="-480">
                <a:latin typeface="Tahoma"/>
                <a:cs typeface="Tahoma"/>
              </a:rPr>
              <a:t> </a:t>
            </a:r>
            <a:r>
              <a:rPr dirty="0" spc="-65">
                <a:latin typeface="Tahoma"/>
                <a:cs typeface="Tahoma"/>
              </a:rPr>
              <a:t>A</a:t>
            </a:r>
            <a:r>
              <a:rPr dirty="0" spc="-160">
                <a:latin typeface="Tahoma"/>
                <a:cs typeface="Tahoma"/>
              </a:rPr>
              <a:t>S</a:t>
            </a:r>
            <a:r>
              <a:rPr dirty="0" spc="-260">
                <a:latin typeface="Tahoma"/>
                <a:cs typeface="Tahoma"/>
              </a:rPr>
              <a:t>M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50">
                <a:latin typeface="Tahoma"/>
                <a:cs typeface="Tahoma"/>
              </a:rPr>
              <a:t>p</a:t>
            </a:r>
            <a:r>
              <a:rPr dirty="0" spc="-215">
                <a:latin typeface="Tahoma"/>
                <a:cs typeface="Tahoma"/>
              </a:rPr>
              <a:t>a</a:t>
            </a:r>
            <a:r>
              <a:rPr dirty="0" spc="-190">
                <a:latin typeface="Tahoma"/>
                <a:cs typeface="Tahoma"/>
              </a:rPr>
              <a:t>r</a:t>
            </a:r>
            <a:r>
              <a:rPr dirty="0" spc="-130">
                <a:latin typeface="Tahoma"/>
                <a:cs typeface="Tahoma"/>
              </a:rPr>
              <a:t>a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15">
                <a:latin typeface="Tahoma"/>
                <a:cs typeface="Tahoma"/>
              </a:rPr>
              <a:t>R</a:t>
            </a:r>
            <a:r>
              <a:rPr dirty="0" spc="-730">
                <a:latin typeface="Tahoma"/>
                <a:cs typeface="Tahoma"/>
              </a:rPr>
              <a:t>I</a:t>
            </a:r>
            <a:r>
              <a:rPr dirty="0" spc="-160">
                <a:latin typeface="Tahoma"/>
                <a:cs typeface="Tahoma"/>
              </a:rPr>
              <a:t>S</a:t>
            </a:r>
            <a:r>
              <a:rPr dirty="0" spc="-240">
                <a:latin typeface="Tahoma"/>
                <a:cs typeface="Tahoma"/>
              </a:rPr>
              <a:t>C</a:t>
            </a:r>
            <a:r>
              <a:rPr dirty="0" spc="-335">
                <a:latin typeface="Tahoma"/>
                <a:cs typeface="Tahoma"/>
              </a:rPr>
              <a:t>-</a:t>
            </a:r>
            <a:r>
              <a:rPr dirty="0" spc="40">
                <a:latin typeface="Tahoma"/>
                <a:cs typeface="Tahoma"/>
              </a:rPr>
              <a:t>V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38175" y="1876424"/>
            <a:ext cx="2838450" cy="2219325"/>
            <a:chOff x="638175" y="1876424"/>
            <a:chExt cx="2838450" cy="2219325"/>
          </a:xfrm>
        </p:grpSpPr>
        <p:sp>
          <p:nvSpPr>
            <p:cNvPr id="8" name="object 8"/>
            <p:cNvSpPr/>
            <p:nvPr/>
          </p:nvSpPr>
          <p:spPr>
            <a:xfrm>
              <a:off x="642937" y="1881187"/>
              <a:ext cx="2828925" cy="2209800"/>
            </a:xfrm>
            <a:custGeom>
              <a:avLst/>
              <a:gdLst/>
              <a:ahLst/>
              <a:cxnLst/>
              <a:rect l="l" t="t" r="r" b="b"/>
              <a:pathLst>
                <a:path w="2828925" h="2209800">
                  <a:moveTo>
                    <a:pt x="2773807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2150808"/>
                  </a:lnTo>
                  <a:lnTo>
                    <a:pt x="0" y="2154669"/>
                  </a:lnTo>
                  <a:lnTo>
                    <a:pt x="20017" y="2195258"/>
                  </a:lnTo>
                  <a:lnTo>
                    <a:pt x="55120" y="2209800"/>
                  </a:lnTo>
                  <a:lnTo>
                    <a:pt x="2773807" y="2209800"/>
                  </a:lnTo>
                  <a:lnTo>
                    <a:pt x="2814383" y="2189784"/>
                  </a:lnTo>
                  <a:lnTo>
                    <a:pt x="2828925" y="2154669"/>
                  </a:lnTo>
                  <a:lnTo>
                    <a:pt x="2828925" y="55118"/>
                  </a:lnTo>
                  <a:lnTo>
                    <a:pt x="2808909" y="14541"/>
                  </a:lnTo>
                  <a:lnTo>
                    <a:pt x="2777642" y="381"/>
                  </a:lnTo>
                  <a:lnTo>
                    <a:pt x="2773807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42937" y="1881187"/>
              <a:ext cx="2828925" cy="2209800"/>
            </a:xfrm>
            <a:custGeom>
              <a:avLst/>
              <a:gdLst/>
              <a:ahLst/>
              <a:cxnLst/>
              <a:rect l="l" t="t" r="r" b="b"/>
              <a:pathLst>
                <a:path w="2828925" h="2209800">
                  <a:moveTo>
                    <a:pt x="0" y="215080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1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9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2769933" y="0"/>
                  </a:lnTo>
                  <a:lnTo>
                    <a:pt x="2773807" y="0"/>
                  </a:lnTo>
                  <a:lnTo>
                    <a:pt x="2777642" y="381"/>
                  </a:lnTo>
                  <a:lnTo>
                    <a:pt x="2781439" y="1130"/>
                  </a:lnTo>
                  <a:lnTo>
                    <a:pt x="2785237" y="1892"/>
                  </a:lnTo>
                  <a:lnTo>
                    <a:pt x="2788920" y="3009"/>
                  </a:lnTo>
                  <a:lnTo>
                    <a:pt x="2792501" y="4495"/>
                  </a:lnTo>
                  <a:lnTo>
                    <a:pt x="2796082" y="5969"/>
                  </a:lnTo>
                  <a:lnTo>
                    <a:pt x="2799486" y="7785"/>
                  </a:lnTo>
                  <a:lnTo>
                    <a:pt x="2802712" y="9944"/>
                  </a:lnTo>
                  <a:lnTo>
                    <a:pt x="2805925" y="12090"/>
                  </a:lnTo>
                  <a:lnTo>
                    <a:pt x="2808909" y="14541"/>
                  </a:lnTo>
                  <a:lnTo>
                    <a:pt x="2811640" y="17284"/>
                  </a:lnTo>
                  <a:lnTo>
                    <a:pt x="2814383" y="20015"/>
                  </a:lnTo>
                  <a:lnTo>
                    <a:pt x="2816834" y="22999"/>
                  </a:lnTo>
                  <a:lnTo>
                    <a:pt x="2818980" y="26225"/>
                  </a:lnTo>
                  <a:lnTo>
                    <a:pt x="2821139" y="29438"/>
                  </a:lnTo>
                  <a:lnTo>
                    <a:pt x="2822956" y="32842"/>
                  </a:lnTo>
                  <a:lnTo>
                    <a:pt x="2824429" y="36423"/>
                  </a:lnTo>
                  <a:lnTo>
                    <a:pt x="2825915" y="39992"/>
                  </a:lnTo>
                  <a:lnTo>
                    <a:pt x="2827032" y="43688"/>
                  </a:lnTo>
                  <a:lnTo>
                    <a:pt x="2827794" y="47485"/>
                  </a:lnTo>
                  <a:lnTo>
                    <a:pt x="2828544" y="51282"/>
                  </a:lnTo>
                  <a:lnTo>
                    <a:pt x="2828925" y="55118"/>
                  </a:lnTo>
                  <a:lnTo>
                    <a:pt x="2828925" y="58991"/>
                  </a:lnTo>
                  <a:lnTo>
                    <a:pt x="2828925" y="2150808"/>
                  </a:lnTo>
                  <a:lnTo>
                    <a:pt x="2828925" y="2154669"/>
                  </a:lnTo>
                  <a:lnTo>
                    <a:pt x="2828544" y="2158517"/>
                  </a:lnTo>
                  <a:lnTo>
                    <a:pt x="2827794" y="2162314"/>
                  </a:lnTo>
                  <a:lnTo>
                    <a:pt x="2827032" y="2166112"/>
                  </a:lnTo>
                  <a:lnTo>
                    <a:pt x="2825915" y="2169795"/>
                  </a:lnTo>
                  <a:lnTo>
                    <a:pt x="2824429" y="2173376"/>
                  </a:lnTo>
                  <a:lnTo>
                    <a:pt x="2822956" y="2176957"/>
                  </a:lnTo>
                  <a:lnTo>
                    <a:pt x="2821139" y="2180361"/>
                  </a:lnTo>
                  <a:lnTo>
                    <a:pt x="2818980" y="2183574"/>
                  </a:lnTo>
                  <a:lnTo>
                    <a:pt x="2816834" y="2186800"/>
                  </a:lnTo>
                  <a:lnTo>
                    <a:pt x="2792501" y="2205304"/>
                  </a:lnTo>
                  <a:lnTo>
                    <a:pt x="2788920" y="2206790"/>
                  </a:lnTo>
                  <a:lnTo>
                    <a:pt x="2785237" y="2207907"/>
                  </a:lnTo>
                  <a:lnTo>
                    <a:pt x="2781439" y="2208669"/>
                  </a:lnTo>
                  <a:lnTo>
                    <a:pt x="2777642" y="2209419"/>
                  </a:lnTo>
                  <a:lnTo>
                    <a:pt x="2773807" y="2209800"/>
                  </a:lnTo>
                  <a:lnTo>
                    <a:pt x="2769933" y="2209800"/>
                  </a:lnTo>
                  <a:lnTo>
                    <a:pt x="58995" y="2209800"/>
                  </a:lnTo>
                  <a:lnTo>
                    <a:pt x="55120" y="2209800"/>
                  </a:lnTo>
                  <a:lnTo>
                    <a:pt x="51286" y="2209419"/>
                  </a:lnTo>
                  <a:lnTo>
                    <a:pt x="47486" y="2208669"/>
                  </a:lnTo>
                  <a:lnTo>
                    <a:pt x="43685" y="2207907"/>
                  </a:lnTo>
                  <a:lnTo>
                    <a:pt x="39999" y="2206790"/>
                  </a:lnTo>
                  <a:lnTo>
                    <a:pt x="36418" y="2205304"/>
                  </a:lnTo>
                  <a:lnTo>
                    <a:pt x="32840" y="2203831"/>
                  </a:lnTo>
                  <a:lnTo>
                    <a:pt x="29438" y="2202002"/>
                  </a:lnTo>
                  <a:lnTo>
                    <a:pt x="26219" y="2199855"/>
                  </a:lnTo>
                  <a:lnTo>
                    <a:pt x="22998" y="2197709"/>
                  </a:lnTo>
                  <a:lnTo>
                    <a:pt x="4489" y="2173376"/>
                  </a:lnTo>
                  <a:lnTo>
                    <a:pt x="3006" y="2169795"/>
                  </a:lnTo>
                  <a:lnTo>
                    <a:pt x="1889" y="2166112"/>
                  </a:lnTo>
                  <a:lnTo>
                    <a:pt x="1131" y="2162314"/>
                  </a:lnTo>
                  <a:lnTo>
                    <a:pt x="377" y="2158517"/>
                  </a:lnTo>
                  <a:lnTo>
                    <a:pt x="0" y="2154669"/>
                  </a:lnTo>
                  <a:lnTo>
                    <a:pt x="0" y="215080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16570" y="2020887"/>
            <a:ext cx="2124075" cy="15335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650" spc="-105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650" spc="-85" b="1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650" spc="-16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355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650" spc="-105" b="1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650" spc="-15" b="1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650" spc="-135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650" spc="-105" b="1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650" spc="-120" b="1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650" spc="-15" b="1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650" spc="-135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650" spc="-110" b="1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650" spc="-105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l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400"/>
              </a:lnSpc>
              <a:spcBef>
                <a:spcPts val="750"/>
              </a:spcBef>
            </a:pPr>
            <a:r>
              <a:rPr dirty="0" sz="1400" spc="-12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400" spc="80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65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ó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Tahoma"/>
                <a:cs typeface="Tahoma"/>
              </a:rPr>
              <a:t>'</a:t>
            </a:r>
            <a:r>
              <a:rPr dirty="0" sz="1400" spc="-40">
                <a:solidFill>
                  <a:srgbClr val="E5E0DF"/>
                </a:solidFill>
                <a:latin typeface="Tahoma"/>
                <a:cs typeface="Tahoma"/>
              </a:rPr>
              <a:t>j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'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q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p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m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e 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transferir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el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control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una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80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65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ó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m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m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a 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específica.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67125" y="1876424"/>
            <a:ext cx="2838450" cy="2219325"/>
            <a:chOff x="3667125" y="1876424"/>
            <a:chExt cx="2838450" cy="2219325"/>
          </a:xfrm>
        </p:grpSpPr>
        <p:sp>
          <p:nvSpPr>
            <p:cNvPr id="12" name="object 12"/>
            <p:cNvSpPr/>
            <p:nvPr/>
          </p:nvSpPr>
          <p:spPr>
            <a:xfrm>
              <a:off x="3671887" y="1881187"/>
              <a:ext cx="2828925" cy="2209800"/>
            </a:xfrm>
            <a:custGeom>
              <a:avLst/>
              <a:gdLst/>
              <a:ahLst/>
              <a:cxnLst/>
              <a:rect l="l" t="t" r="r" b="b"/>
              <a:pathLst>
                <a:path w="2828925" h="2209800">
                  <a:moveTo>
                    <a:pt x="2773807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2150808"/>
                  </a:lnTo>
                  <a:lnTo>
                    <a:pt x="0" y="2154669"/>
                  </a:lnTo>
                  <a:lnTo>
                    <a:pt x="20015" y="2195258"/>
                  </a:lnTo>
                  <a:lnTo>
                    <a:pt x="55118" y="2209800"/>
                  </a:lnTo>
                  <a:lnTo>
                    <a:pt x="2773807" y="2209800"/>
                  </a:lnTo>
                  <a:lnTo>
                    <a:pt x="2814383" y="2189784"/>
                  </a:lnTo>
                  <a:lnTo>
                    <a:pt x="2828925" y="2154669"/>
                  </a:lnTo>
                  <a:lnTo>
                    <a:pt x="2828925" y="55118"/>
                  </a:lnTo>
                  <a:lnTo>
                    <a:pt x="2808909" y="14541"/>
                  </a:lnTo>
                  <a:lnTo>
                    <a:pt x="2777642" y="381"/>
                  </a:lnTo>
                  <a:lnTo>
                    <a:pt x="2773807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671887" y="1881187"/>
              <a:ext cx="2828925" cy="2209800"/>
            </a:xfrm>
            <a:custGeom>
              <a:avLst/>
              <a:gdLst/>
              <a:ahLst/>
              <a:cxnLst/>
              <a:rect l="l" t="t" r="r" b="b"/>
              <a:pathLst>
                <a:path w="2828925" h="2209800">
                  <a:moveTo>
                    <a:pt x="0" y="215080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25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2769933" y="0"/>
                  </a:lnTo>
                  <a:lnTo>
                    <a:pt x="2773807" y="0"/>
                  </a:lnTo>
                  <a:lnTo>
                    <a:pt x="2777642" y="381"/>
                  </a:lnTo>
                  <a:lnTo>
                    <a:pt x="2781439" y="1130"/>
                  </a:lnTo>
                  <a:lnTo>
                    <a:pt x="2785237" y="1892"/>
                  </a:lnTo>
                  <a:lnTo>
                    <a:pt x="2788920" y="3009"/>
                  </a:lnTo>
                  <a:lnTo>
                    <a:pt x="2792501" y="4495"/>
                  </a:lnTo>
                  <a:lnTo>
                    <a:pt x="2796082" y="5969"/>
                  </a:lnTo>
                  <a:lnTo>
                    <a:pt x="2799486" y="7785"/>
                  </a:lnTo>
                  <a:lnTo>
                    <a:pt x="2802712" y="9944"/>
                  </a:lnTo>
                  <a:lnTo>
                    <a:pt x="2805925" y="12090"/>
                  </a:lnTo>
                  <a:lnTo>
                    <a:pt x="2808909" y="14541"/>
                  </a:lnTo>
                  <a:lnTo>
                    <a:pt x="2811640" y="17284"/>
                  </a:lnTo>
                  <a:lnTo>
                    <a:pt x="2814383" y="20015"/>
                  </a:lnTo>
                  <a:lnTo>
                    <a:pt x="2816834" y="22999"/>
                  </a:lnTo>
                  <a:lnTo>
                    <a:pt x="2818980" y="26225"/>
                  </a:lnTo>
                  <a:lnTo>
                    <a:pt x="2821139" y="29438"/>
                  </a:lnTo>
                  <a:lnTo>
                    <a:pt x="2822956" y="32842"/>
                  </a:lnTo>
                  <a:lnTo>
                    <a:pt x="2824429" y="36423"/>
                  </a:lnTo>
                  <a:lnTo>
                    <a:pt x="2825915" y="39992"/>
                  </a:lnTo>
                  <a:lnTo>
                    <a:pt x="2827032" y="43688"/>
                  </a:lnTo>
                  <a:lnTo>
                    <a:pt x="2827794" y="47485"/>
                  </a:lnTo>
                  <a:lnTo>
                    <a:pt x="2828544" y="51282"/>
                  </a:lnTo>
                  <a:lnTo>
                    <a:pt x="2828925" y="55118"/>
                  </a:lnTo>
                  <a:lnTo>
                    <a:pt x="2828925" y="58991"/>
                  </a:lnTo>
                  <a:lnTo>
                    <a:pt x="2828925" y="2150808"/>
                  </a:lnTo>
                  <a:lnTo>
                    <a:pt x="2828925" y="2154669"/>
                  </a:lnTo>
                  <a:lnTo>
                    <a:pt x="2828544" y="2158517"/>
                  </a:lnTo>
                  <a:lnTo>
                    <a:pt x="2827794" y="2162314"/>
                  </a:lnTo>
                  <a:lnTo>
                    <a:pt x="2827032" y="2166112"/>
                  </a:lnTo>
                  <a:lnTo>
                    <a:pt x="2825915" y="2169795"/>
                  </a:lnTo>
                  <a:lnTo>
                    <a:pt x="2824429" y="2173376"/>
                  </a:lnTo>
                  <a:lnTo>
                    <a:pt x="2822956" y="2176957"/>
                  </a:lnTo>
                  <a:lnTo>
                    <a:pt x="2821127" y="2180361"/>
                  </a:lnTo>
                  <a:lnTo>
                    <a:pt x="2818980" y="2183574"/>
                  </a:lnTo>
                  <a:lnTo>
                    <a:pt x="2816834" y="2186800"/>
                  </a:lnTo>
                  <a:lnTo>
                    <a:pt x="2792501" y="2205304"/>
                  </a:lnTo>
                  <a:lnTo>
                    <a:pt x="2788920" y="2206790"/>
                  </a:lnTo>
                  <a:lnTo>
                    <a:pt x="2785237" y="2207907"/>
                  </a:lnTo>
                  <a:lnTo>
                    <a:pt x="2781439" y="2208669"/>
                  </a:lnTo>
                  <a:lnTo>
                    <a:pt x="2777642" y="2209419"/>
                  </a:lnTo>
                  <a:lnTo>
                    <a:pt x="2773807" y="2209800"/>
                  </a:lnTo>
                  <a:lnTo>
                    <a:pt x="2769933" y="2209800"/>
                  </a:lnTo>
                  <a:lnTo>
                    <a:pt x="58991" y="2209800"/>
                  </a:lnTo>
                  <a:lnTo>
                    <a:pt x="55118" y="2209800"/>
                  </a:lnTo>
                  <a:lnTo>
                    <a:pt x="51282" y="2209419"/>
                  </a:lnTo>
                  <a:lnTo>
                    <a:pt x="47485" y="2208669"/>
                  </a:lnTo>
                  <a:lnTo>
                    <a:pt x="43688" y="2207907"/>
                  </a:lnTo>
                  <a:lnTo>
                    <a:pt x="39992" y="2206790"/>
                  </a:lnTo>
                  <a:lnTo>
                    <a:pt x="36423" y="2205304"/>
                  </a:lnTo>
                  <a:lnTo>
                    <a:pt x="32842" y="2203831"/>
                  </a:lnTo>
                  <a:lnTo>
                    <a:pt x="9944" y="2183587"/>
                  </a:lnTo>
                  <a:lnTo>
                    <a:pt x="7785" y="2180361"/>
                  </a:lnTo>
                  <a:lnTo>
                    <a:pt x="5969" y="2176957"/>
                  </a:lnTo>
                  <a:lnTo>
                    <a:pt x="4495" y="2173376"/>
                  </a:lnTo>
                  <a:lnTo>
                    <a:pt x="3009" y="2169795"/>
                  </a:lnTo>
                  <a:lnTo>
                    <a:pt x="1892" y="2166112"/>
                  </a:lnTo>
                  <a:lnTo>
                    <a:pt x="1130" y="2162314"/>
                  </a:lnTo>
                  <a:lnTo>
                    <a:pt x="381" y="2158517"/>
                  </a:lnTo>
                  <a:lnTo>
                    <a:pt x="0" y="2154669"/>
                  </a:lnTo>
                  <a:lnTo>
                    <a:pt x="0" y="215080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841953" y="2020887"/>
            <a:ext cx="2306955" cy="1828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650" spc="-105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650" spc="-85" b="1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650" spc="-16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85" b="1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650" spc="-135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650" spc="-105" b="1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650" spc="-120" b="1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650" spc="-15" b="1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650" spc="-135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650" spc="-110" b="1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650" spc="-105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l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6200"/>
              </a:lnSpc>
              <a:spcBef>
                <a:spcPts val="740"/>
              </a:spcBef>
            </a:pPr>
            <a:r>
              <a:rPr dirty="0" sz="1400" spc="-12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400" spc="80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65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45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45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m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Tahoma"/>
                <a:cs typeface="Tahoma"/>
              </a:rPr>
              <a:t>'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b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q</a:t>
            </a:r>
            <a:r>
              <a:rPr dirty="0" sz="1400" spc="5">
                <a:solidFill>
                  <a:srgbClr val="E5E0DF"/>
                </a:solidFill>
                <a:latin typeface="Tahoma"/>
                <a:cs typeface="Tahoma"/>
              </a:rPr>
              <a:t>'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,  </a:t>
            </a:r>
            <a:r>
              <a:rPr dirty="0" sz="1400">
                <a:solidFill>
                  <a:srgbClr val="E5E0DF"/>
                </a:solidFill>
                <a:latin typeface="Tahoma"/>
                <a:cs typeface="Tahoma"/>
              </a:rPr>
              <a:t>'bne',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Tahoma"/>
                <a:cs typeface="Tahoma"/>
              </a:rPr>
              <a:t>'blt',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E5E0DF"/>
                </a:solidFill>
                <a:latin typeface="Tahoma"/>
                <a:cs typeface="Tahoma"/>
              </a:rPr>
              <a:t>'bge',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Tahoma"/>
                <a:cs typeface="Tahoma"/>
              </a:rPr>
              <a:t>'bltu',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'bgeu' </a:t>
            </a:r>
            <a:r>
              <a:rPr dirty="0" sz="1400" spc="-42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q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p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m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un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a 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80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65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ó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g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ú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o 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de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una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comparación.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8175" y="4276725"/>
            <a:ext cx="2838450" cy="1628775"/>
            <a:chOff x="638175" y="4276725"/>
            <a:chExt cx="2838450" cy="1628775"/>
          </a:xfrm>
        </p:grpSpPr>
        <p:sp>
          <p:nvSpPr>
            <p:cNvPr id="16" name="object 16"/>
            <p:cNvSpPr/>
            <p:nvPr/>
          </p:nvSpPr>
          <p:spPr>
            <a:xfrm>
              <a:off x="642937" y="4281487"/>
              <a:ext cx="2828925" cy="1619250"/>
            </a:xfrm>
            <a:custGeom>
              <a:avLst/>
              <a:gdLst/>
              <a:ahLst/>
              <a:cxnLst/>
              <a:rect l="l" t="t" r="r" b="b"/>
              <a:pathLst>
                <a:path w="2828925" h="1619250">
                  <a:moveTo>
                    <a:pt x="2773807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1560255"/>
                  </a:lnTo>
                  <a:lnTo>
                    <a:pt x="0" y="1564125"/>
                  </a:lnTo>
                  <a:lnTo>
                    <a:pt x="20017" y="1604711"/>
                  </a:lnTo>
                  <a:lnTo>
                    <a:pt x="55120" y="1619246"/>
                  </a:lnTo>
                  <a:lnTo>
                    <a:pt x="2773807" y="1619246"/>
                  </a:lnTo>
                  <a:lnTo>
                    <a:pt x="2814383" y="1599228"/>
                  </a:lnTo>
                  <a:lnTo>
                    <a:pt x="2828925" y="1564125"/>
                  </a:lnTo>
                  <a:lnTo>
                    <a:pt x="2828925" y="55118"/>
                  </a:lnTo>
                  <a:lnTo>
                    <a:pt x="2808909" y="14541"/>
                  </a:lnTo>
                  <a:lnTo>
                    <a:pt x="2777642" y="381"/>
                  </a:lnTo>
                  <a:lnTo>
                    <a:pt x="2773807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42937" y="4281487"/>
              <a:ext cx="2828925" cy="1619250"/>
            </a:xfrm>
            <a:custGeom>
              <a:avLst/>
              <a:gdLst/>
              <a:ahLst/>
              <a:cxnLst/>
              <a:rect l="l" t="t" r="r" b="b"/>
              <a:pathLst>
                <a:path w="2828925" h="1619250">
                  <a:moveTo>
                    <a:pt x="0" y="1560255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1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9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2769933" y="0"/>
                  </a:lnTo>
                  <a:lnTo>
                    <a:pt x="2773807" y="0"/>
                  </a:lnTo>
                  <a:lnTo>
                    <a:pt x="2777642" y="381"/>
                  </a:lnTo>
                  <a:lnTo>
                    <a:pt x="2781439" y="1130"/>
                  </a:lnTo>
                  <a:lnTo>
                    <a:pt x="2785237" y="1892"/>
                  </a:lnTo>
                  <a:lnTo>
                    <a:pt x="2788920" y="3009"/>
                  </a:lnTo>
                  <a:lnTo>
                    <a:pt x="2792501" y="4495"/>
                  </a:lnTo>
                  <a:lnTo>
                    <a:pt x="2796082" y="5969"/>
                  </a:lnTo>
                  <a:lnTo>
                    <a:pt x="2799486" y="7785"/>
                  </a:lnTo>
                  <a:lnTo>
                    <a:pt x="2802712" y="9944"/>
                  </a:lnTo>
                  <a:lnTo>
                    <a:pt x="2805925" y="12090"/>
                  </a:lnTo>
                  <a:lnTo>
                    <a:pt x="2808909" y="14541"/>
                  </a:lnTo>
                  <a:lnTo>
                    <a:pt x="2811640" y="17284"/>
                  </a:lnTo>
                  <a:lnTo>
                    <a:pt x="2814383" y="20015"/>
                  </a:lnTo>
                  <a:lnTo>
                    <a:pt x="2816834" y="22999"/>
                  </a:lnTo>
                  <a:lnTo>
                    <a:pt x="2818980" y="26225"/>
                  </a:lnTo>
                  <a:lnTo>
                    <a:pt x="2821139" y="29438"/>
                  </a:lnTo>
                  <a:lnTo>
                    <a:pt x="2822956" y="32842"/>
                  </a:lnTo>
                  <a:lnTo>
                    <a:pt x="2824429" y="36423"/>
                  </a:lnTo>
                  <a:lnTo>
                    <a:pt x="2825915" y="39992"/>
                  </a:lnTo>
                  <a:lnTo>
                    <a:pt x="2827032" y="43688"/>
                  </a:lnTo>
                  <a:lnTo>
                    <a:pt x="2827794" y="47485"/>
                  </a:lnTo>
                  <a:lnTo>
                    <a:pt x="2828544" y="51282"/>
                  </a:lnTo>
                  <a:lnTo>
                    <a:pt x="2828925" y="55118"/>
                  </a:lnTo>
                  <a:lnTo>
                    <a:pt x="2828925" y="58991"/>
                  </a:lnTo>
                  <a:lnTo>
                    <a:pt x="2828925" y="1560255"/>
                  </a:lnTo>
                  <a:lnTo>
                    <a:pt x="2828925" y="1564125"/>
                  </a:lnTo>
                  <a:lnTo>
                    <a:pt x="2828544" y="1567964"/>
                  </a:lnTo>
                  <a:lnTo>
                    <a:pt x="2827794" y="1571764"/>
                  </a:lnTo>
                  <a:lnTo>
                    <a:pt x="2827032" y="1575559"/>
                  </a:lnTo>
                  <a:lnTo>
                    <a:pt x="2825915" y="1579251"/>
                  </a:lnTo>
                  <a:lnTo>
                    <a:pt x="2824429" y="1582827"/>
                  </a:lnTo>
                  <a:lnTo>
                    <a:pt x="2822956" y="1586409"/>
                  </a:lnTo>
                  <a:lnTo>
                    <a:pt x="2821139" y="1589807"/>
                  </a:lnTo>
                  <a:lnTo>
                    <a:pt x="2818980" y="1593027"/>
                  </a:lnTo>
                  <a:lnTo>
                    <a:pt x="2816834" y="1596251"/>
                  </a:lnTo>
                  <a:lnTo>
                    <a:pt x="2814383" y="1599228"/>
                  </a:lnTo>
                  <a:lnTo>
                    <a:pt x="2811640" y="1601966"/>
                  </a:lnTo>
                  <a:lnTo>
                    <a:pt x="2808909" y="1604711"/>
                  </a:lnTo>
                  <a:lnTo>
                    <a:pt x="2769933" y="1619251"/>
                  </a:lnTo>
                  <a:lnTo>
                    <a:pt x="58995" y="1619251"/>
                  </a:lnTo>
                  <a:lnTo>
                    <a:pt x="55120" y="1619246"/>
                  </a:lnTo>
                  <a:lnTo>
                    <a:pt x="51286" y="1618869"/>
                  </a:lnTo>
                  <a:lnTo>
                    <a:pt x="47486" y="1618114"/>
                  </a:lnTo>
                  <a:lnTo>
                    <a:pt x="43685" y="1617360"/>
                  </a:lnTo>
                  <a:lnTo>
                    <a:pt x="26219" y="1609304"/>
                  </a:lnTo>
                  <a:lnTo>
                    <a:pt x="22998" y="1607155"/>
                  </a:lnTo>
                  <a:lnTo>
                    <a:pt x="20017" y="1604711"/>
                  </a:lnTo>
                  <a:lnTo>
                    <a:pt x="17278" y="1601966"/>
                  </a:lnTo>
                  <a:lnTo>
                    <a:pt x="14540" y="1599228"/>
                  </a:lnTo>
                  <a:lnTo>
                    <a:pt x="12094" y="1596251"/>
                  </a:lnTo>
                  <a:lnTo>
                    <a:pt x="9941" y="1593027"/>
                  </a:lnTo>
                  <a:lnTo>
                    <a:pt x="7788" y="1589807"/>
                  </a:lnTo>
                  <a:lnTo>
                    <a:pt x="5972" y="1586409"/>
                  </a:lnTo>
                  <a:lnTo>
                    <a:pt x="4489" y="1582827"/>
                  </a:lnTo>
                  <a:lnTo>
                    <a:pt x="3006" y="1579251"/>
                  </a:lnTo>
                  <a:lnTo>
                    <a:pt x="1889" y="1575559"/>
                  </a:lnTo>
                  <a:lnTo>
                    <a:pt x="1131" y="1571764"/>
                  </a:lnTo>
                  <a:lnTo>
                    <a:pt x="377" y="1567964"/>
                  </a:lnTo>
                  <a:lnTo>
                    <a:pt x="0" y="1564125"/>
                  </a:lnTo>
                  <a:lnTo>
                    <a:pt x="0" y="1560255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16570" y="4421187"/>
            <a:ext cx="2287270" cy="1247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5" b="1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650" spc="-95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650" spc="-150" b="1">
                <a:solidFill>
                  <a:srgbClr val="E5E0DF"/>
                </a:solidFill>
                <a:latin typeface="Tahoma"/>
                <a:cs typeface="Tahoma"/>
              </a:rPr>
              <a:t>m</a:t>
            </a:r>
            <a:r>
              <a:rPr dirty="0" sz="1650" spc="-95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650" spc="-120" b="1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650" spc="-50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650" spc="-16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650" spc="-16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650" spc="-114" b="1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650" spc="-140" b="1">
                <a:solidFill>
                  <a:srgbClr val="E5E0DF"/>
                </a:solidFill>
                <a:latin typeface="Tahoma"/>
                <a:cs typeface="Tahoma"/>
              </a:rPr>
              <a:t>b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650" spc="-114" b="1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650" spc="-110" b="1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650" spc="-110" b="1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650" spc="-105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650" spc="-20" b="1">
                <a:solidFill>
                  <a:srgbClr val="E5E0DF"/>
                </a:solidFill>
                <a:latin typeface="Tahoma"/>
                <a:cs typeface="Tahoma"/>
              </a:rPr>
              <a:t>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8400"/>
              </a:lnSpc>
              <a:spcBef>
                <a:spcPts val="625"/>
              </a:spcBef>
            </a:pPr>
            <a:r>
              <a:rPr dirty="0" sz="1400" spc="-12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400" spc="80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65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45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45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Tahoma"/>
                <a:cs typeface="Tahoma"/>
              </a:rPr>
              <a:t>'</a:t>
            </a:r>
            <a:r>
              <a:rPr dirty="0" sz="1400" spc="-40">
                <a:solidFill>
                  <a:srgbClr val="E5E0DF"/>
                </a:solidFill>
                <a:latin typeface="Tahoma"/>
                <a:cs typeface="Tahoma"/>
              </a:rPr>
              <a:t>j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'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E5E0DF"/>
                </a:solidFill>
                <a:latin typeface="Tahoma"/>
                <a:cs typeface="Tahoma"/>
              </a:rPr>
              <a:t>y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Tahoma"/>
                <a:cs typeface="Tahoma"/>
              </a:rPr>
              <a:t>'</a:t>
            </a:r>
            <a:r>
              <a:rPr dirty="0" sz="1400" spc="-40">
                <a:solidFill>
                  <a:srgbClr val="E5E0DF"/>
                </a:solidFill>
                <a:latin typeface="Tahoma"/>
                <a:cs typeface="Tahoma"/>
              </a:rPr>
              <a:t>j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45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'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q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e 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f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65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-40">
                <a:solidFill>
                  <a:srgbClr val="E5E0DF"/>
                </a:solidFill>
                <a:latin typeface="Tahoma"/>
                <a:cs typeface="Tahoma"/>
              </a:rPr>
              <a:t>j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400" spc="65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ó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e 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b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p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6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g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m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45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Tahoma"/>
                <a:cs typeface="Tahoma"/>
              </a:rPr>
              <a:t>f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400" spc="45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65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45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667125" y="4276725"/>
            <a:ext cx="2838450" cy="1628775"/>
            <a:chOff x="3667125" y="4276725"/>
            <a:chExt cx="2838450" cy="1628775"/>
          </a:xfrm>
        </p:grpSpPr>
        <p:sp>
          <p:nvSpPr>
            <p:cNvPr id="20" name="object 20"/>
            <p:cNvSpPr/>
            <p:nvPr/>
          </p:nvSpPr>
          <p:spPr>
            <a:xfrm>
              <a:off x="3671887" y="4281487"/>
              <a:ext cx="2828925" cy="1619250"/>
            </a:xfrm>
            <a:custGeom>
              <a:avLst/>
              <a:gdLst/>
              <a:ahLst/>
              <a:cxnLst/>
              <a:rect l="l" t="t" r="r" b="b"/>
              <a:pathLst>
                <a:path w="2828925" h="1619250">
                  <a:moveTo>
                    <a:pt x="2773807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1560255"/>
                  </a:lnTo>
                  <a:lnTo>
                    <a:pt x="0" y="1564125"/>
                  </a:lnTo>
                  <a:lnTo>
                    <a:pt x="20015" y="1604711"/>
                  </a:lnTo>
                  <a:lnTo>
                    <a:pt x="55118" y="1619246"/>
                  </a:lnTo>
                  <a:lnTo>
                    <a:pt x="2773807" y="1619246"/>
                  </a:lnTo>
                  <a:lnTo>
                    <a:pt x="2814383" y="1599228"/>
                  </a:lnTo>
                  <a:lnTo>
                    <a:pt x="2828925" y="1564125"/>
                  </a:lnTo>
                  <a:lnTo>
                    <a:pt x="2828925" y="55118"/>
                  </a:lnTo>
                  <a:lnTo>
                    <a:pt x="2808909" y="14541"/>
                  </a:lnTo>
                  <a:lnTo>
                    <a:pt x="2777642" y="381"/>
                  </a:lnTo>
                  <a:lnTo>
                    <a:pt x="2773807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671887" y="4281487"/>
              <a:ext cx="2828925" cy="1619250"/>
            </a:xfrm>
            <a:custGeom>
              <a:avLst/>
              <a:gdLst/>
              <a:ahLst/>
              <a:cxnLst/>
              <a:rect l="l" t="t" r="r" b="b"/>
              <a:pathLst>
                <a:path w="2828925" h="1619250">
                  <a:moveTo>
                    <a:pt x="0" y="1560255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25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2769933" y="0"/>
                  </a:lnTo>
                  <a:lnTo>
                    <a:pt x="2773807" y="0"/>
                  </a:lnTo>
                  <a:lnTo>
                    <a:pt x="2777642" y="381"/>
                  </a:lnTo>
                  <a:lnTo>
                    <a:pt x="2781439" y="1130"/>
                  </a:lnTo>
                  <a:lnTo>
                    <a:pt x="2785237" y="1892"/>
                  </a:lnTo>
                  <a:lnTo>
                    <a:pt x="2788920" y="3009"/>
                  </a:lnTo>
                  <a:lnTo>
                    <a:pt x="2792501" y="4495"/>
                  </a:lnTo>
                  <a:lnTo>
                    <a:pt x="2796082" y="5969"/>
                  </a:lnTo>
                  <a:lnTo>
                    <a:pt x="2799486" y="7785"/>
                  </a:lnTo>
                  <a:lnTo>
                    <a:pt x="2802712" y="9944"/>
                  </a:lnTo>
                  <a:lnTo>
                    <a:pt x="2805925" y="12090"/>
                  </a:lnTo>
                  <a:lnTo>
                    <a:pt x="2808909" y="14541"/>
                  </a:lnTo>
                  <a:lnTo>
                    <a:pt x="2811640" y="17284"/>
                  </a:lnTo>
                  <a:lnTo>
                    <a:pt x="2814383" y="20015"/>
                  </a:lnTo>
                  <a:lnTo>
                    <a:pt x="2816834" y="22999"/>
                  </a:lnTo>
                  <a:lnTo>
                    <a:pt x="2818980" y="26225"/>
                  </a:lnTo>
                  <a:lnTo>
                    <a:pt x="2821139" y="29438"/>
                  </a:lnTo>
                  <a:lnTo>
                    <a:pt x="2822956" y="32842"/>
                  </a:lnTo>
                  <a:lnTo>
                    <a:pt x="2824429" y="36423"/>
                  </a:lnTo>
                  <a:lnTo>
                    <a:pt x="2825915" y="39992"/>
                  </a:lnTo>
                  <a:lnTo>
                    <a:pt x="2827032" y="43688"/>
                  </a:lnTo>
                  <a:lnTo>
                    <a:pt x="2827794" y="47485"/>
                  </a:lnTo>
                  <a:lnTo>
                    <a:pt x="2828544" y="51282"/>
                  </a:lnTo>
                  <a:lnTo>
                    <a:pt x="2828925" y="55118"/>
                  </a:lnTo>
                  <a:lnTo>
                    <a:pt x="2828925" y="58991"/>
                  </a:lnTo>
                  <a:lnTo>
                    <a:pt x="2828925" y="1560255"/>
                  </a:lnTo>
                  <a:lnTo>
                    <a:pt x="2828925" y="1564125"/>
                  </a:lnTo>
                  <a:lnTo>
                    <a:pt x="2828544" y="1567964"/>
                  </a:lnTo>
                  <a:lnTo>
                    <a:pt x="2827794" y="1571764"/>
                  </a:lnTo>
                  <a:lnTo>
                    <a:pt x="2827032" y="1575559"/>
                  </a:lnTo>
                  <a:lnTo>
                    <a:pt x="2825915" y="1579251"/>
                  </a:lnTo>
                  <a:lnTo>
                    <a:pt x="2824429" y="1582827"/>
                  </a:lnTo>
                  <a:lnTo>
                    <a:pt x="2822956" y="1586409"/>
                  </a:lnTo>
                  <a:lnTo>
                    <a:pt x="2821127" y="1589807"/>
                  </a:lnTo>
                  <a:lnTo>
                    <a:pt x="2818980" y="1593027"/>
                  </a:lnTo>
                  <a:lnTo>
                    <a:pt x="2816834" y="1596251"/>
                  </a:lnTo>
                  <a:lnTo>
                    <a:pt x="2814383" y="1599228"/>
                  </a:lnTo>
                  <a:lnTo>
                    <a:pt x="2811640" y="1601966"/>
                  </a:lnTo>
                  <a:lnTo>
                    <a:pt x="2808909" y="1604711"/>
                  </a:lnTo>
                  <a:lnTo>
                    <a:pt x="2792501" y="1614756"/>
                  </a:lnTo>
                  <a:lnTo>
                    <a:pt x="2788920" y="1616240"/>
                  </a:lnTo>
                  <a:lnTo>
                    <a:pt x="2769933" y="1619251"/>
                  </a:lnTo>
                  <a:lnTo>
                    <a:pt x="58991" y="1619251"/>
                  </a:lnTo>
                  <a:lnTo>
                    <a:pt x="36423" y="1614756"/>
                  </a:lnTo>
                  <a:lnTo>
                    <a:pt x="32842" y="1613273"/>
                  </a:lnTo>
                  <a:lnTo>
                    <a:pt x="17284" y="1601966"/>
                  </a:lnTo>
                  <a:lnTo>
                    <a:pt x="14541" y="1599228"/>
                  </a:lnTo>
                  <a:lnTo>
                    <a:pt x="12090" y="1596251"/>
                  </a:lnTo>
                  <a:lnTo>
                    <a:pt x="9944" y="1593027"/>
                  </a:lnTo>
                  <a:lnTo>
                    <a:pt x="7785" y="1589807"/>
                  </a:lnTo>
                  <a:lnTo>
                    <a:pt x="5969" y="1586409"/>
                  </a:lnTo>
                  <a:lnTo>
                    <a:pt x="4495" y="1582827"/>
                  </a:lnTo>
                  <a:lnTo>
                    <a:pt x="3009" y="1579251"/>
                  </a:lnTo>
                  <a:lnTo>
                    <a:pt x="1892" y="1575559"/>
                  </a:lnTo>
                  <a:lnTo>
                    <a:pt x="1130" y="1571764"/>
                  </a:lnTo>
                  <a:lnTo>
                    <a:pt x="381" y="1567964"/>
                  </a:lnTo>
                  <a:lnTo>
                    <a:pt x="0" y="1564125"/>
                  </a:lnTo>
                  <a:lnTo>
                    <a:pt x="0" y="1560255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841953" y="4421187"/>
            <a:ext cx="2407920" cy="1247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40" b="1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650" spc="-100" b="1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650" spc="-85" b="1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650" spc="-135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650" spc="-90" b="1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650" spc="-105" b="1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650" spc="-16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20" b="1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650" spc="-40" b="1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650" spc="-16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650" spc="-114" b="1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650" spc="-140" b="1">
                <a:solidFill>
                  <a:srgbClr val="E5E0DF"/>
                </a:solidFill>
                <a:latin typeface="Tahoma"/>
                <a:cs typeface="Tahoma"/>
              </a:rPr>
              <a:t>b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650" spc="-114" b="1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650" spc="-110" b="1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650" spc="-110" b="1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650" spc="-105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650" spc="-20" b="1">
                <a:solidFill>
                  <a:srgbClr val="E5E0DF"/>
                </a:solidFill>
                <a:latin typeface="Tahoma"/>
                <a:cs typeface="Tahoma"/>
              </a:rPr>
              <a:t>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8400"/>
              </a:lnSpc>
              <a:spcBef>
                <a:spcPts val="625"/>
              </a:spcBef>
            </a:pP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Instrucción 'ret'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que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permite </a:t>
            </a:r>
            <a:r>
              <a:rPr dirty="0" sz="1400" spc="-42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v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v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p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400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ll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m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e 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una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subrutina.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4879" y="454025"/>
            <a:ext cx="370649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45"/>
              <a:t>I</a:t>
            </a:r>
            <a:r>
              <a:rPr dirty="0" spc="-85"/>
              <a:t>n</a:t>
            </a:r>
            <a:r>
              <a:rPr dirty="0" spc="60"/>
              <a:t>s</a:t>
            </a:r>
            <a:r>
              <a:rPr dirty="0" spc="-245"/>
              <a:t>t</a:t>
            </a:r>
            <a:r>
              <a:rPr dirty="0" spc="-130"/>
              <a:t>r</a:t>
            </a:r>
            <a:r>
              <a:rPr dirty="0" spc="-120"/>
              <a:t>u</a:t>
            </a:r>
            <a:r>
              <a:rPr dirty="0"/>
              <a:t>c</a:t>
            </a:r>
            <a:r>
              <a:rPr dirty="0" spc="5"/>
              <a:t>c</a:t>
            </a:r>
            <a:r>
              <a:rPr dirty="0" spc="-150"/>
              <a:t>i</a:t>
            </a:r>
            <a:r>
              <a:rPr dirty="0" spc="-90"/>
              <a:t>ó</a:t>
            </a:r>
            <a:r>
              <a:rPr dirty="0" spc="20"/>
              <a:t>n</a:t>
            </a:r>
            <a:r>
              <a:rPr dirty="0" spc="-370"/>
              <a:t> </a:t>
            </a:r>
            <a:r>
              <a:rPr dirty="0" spc="-105"/>
              <a:t>d</a:t>
            </a:r>
            <a:r>
              <a:rPr dirty="0" spc="-50"/>
              <a:t>e</a:t>
            </a:r>
            <a:r>
              <a:rPr dirty="0" spc="-370"/>
              <a:t> </a:t>
            </a:r>
            <a:r>
              <a:rPr dirty="0" spc="80"/>
              <a:t>s</a:t>
            </a:r>
            <a:r>
              <a:rPr dirty="0" spc="-10"/>
              <a:t>a</a:t>
            </a:r>
            <a:r>
              <a:rPr dirty="0" spc="-114"/>
              <a:t>l</a:t>
            </a:r>
            <a:r>
              <a:rPr dirty="0" spc="-125"/>
              <a:t>t</a:t>
            </a:r>
            <a:r>
              <a:rPr dirty="0" spc="10"/>
              <a:t>o  </a:t>
            </a:r>
            <a:r>
              <a:rPr dirty="0" spc="-150"/>
              <a:t>i</a:t>
            </a:r>
            <a:r>
              <a:rPr dirty="0" spc="-65"/>
              <a:t>n</a:t>
            </a:r>
            <a:r>
              <a:rPr dirty="0"/>
              <a:t>c</a:t>
            </a:r>
            <a:r>
              <a:rPr dirty="0" spc="-120"/>
              <a:t>o</a:t>
            </a:r>
            <a:r>
              <a:rPr dirty="0" spc="-65"/>
              <a:t>n</a:t>
            </a:r>
            <a:r>
              <a:rPr dirty="0" spc="-105"/>
              <a:t>d</a:t>
            </a:r>
            <a:r>
              <a:rPr dirty="0" spc="-150"/>
              <a:t>i</a:t>
            </a:r>
            <a:r>
              <a:rPr dirty="0" spc="5"/>
              <a:t>c</a:t>
            </a:r>
            <a:r>
              <a:rPr dirty="0" spc="-150"/>
              <a:t>i</a:t>
            </a:r>
            <a:r>
              <a:rPr dirty="0" spc="-120"/>
              <a:t>o</a:t>
            </a:r>
            <a:r>
              <a:rPr dirty="0" spc="-80"/>
              <a:t>n</a:t>
            </a:r>
            <a:r>
              <a:rPr dirty="0" spc="-10"/>
              <a:t>a</a:t>
            </a:r>
            <a:r>
              <a:rPr dirty="0" spc="-10"/>
              <a:t>l</a:t>
            </a:r>
            <a:r>
              <a:rPr dirty="0" spc="-370"/>
              <a:t> </a:t>
            </a:r>
            <a:r>
              <a:rPr dirty="0" spc="229"/>
              <a:t>(</a:t>
            </a:r>
            <a:r>
              <a:rPr dirty="0" spc="-380"/>
              <a:t>j</a:t>
            </a:r>
            <a:r>
              <a:rPr dirty="0" spc="25"/>
              <a:t>)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09463" y="1866899"/>
            <a:ext cx="1028700" cy="4048125"/>
            <a:chOff x="709463" y="1866899"/>
            <a:chExt cx="1028700" cy="4048125"/>
          </a:xfrm>
        </p:grpSpPr>
        <p:sp>
          <p:nvSpPr>
            <p:cNvPr id="7" name="object 7"/>
            <p:cNvSpPr/>
            <p:nvPr/>
          </p:nvSpPr>
          <p:spPr>
            <a:xfrm>
              <a:off x="904875" y="1866899"/>
              <a:ext cx="833755" cy="4048125"/>
            </a:xfrm>
            <a:custGeom>
              <a:avLst/>
              <a:gdLst/>
              <a:ahLst/>
              <a:cxnLst/>
              <a:rect l="l" t="t" r="r" b="b"/>
              <a:pathLst>
                <a:path w="833755" h="4048125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4038612"/>
                  </a:lnTo>
                  <a:lnTo>
                    <a:pt x="0" y="4041241"/>
                  </a:lnTo>
                  <a:lnTo>
                    <a:pt x="927" y="4043476"/>
                  </a:lnTo>
                  <a:lnTo>
                    <a:pt x="4648" y="4047198"/>
                  </a:lnTo>
                  <a:lnTo>
                    <a:pt x="6896" y="4048125"/>
                  </a:lnTo>
                  <a:lnTo>
                    <a:pt x="12153" y="4048125"/>
                  </a:lnTo>
                  <a:lnTo>
                    <a:pt x="14401" y="4047198"/>
                  </a:lnTo>
                  <a:lnTo>
                    <a:pt x="18122" y="4043476"/>
                  </a:lnTo>
                  <a:lnTo>
                    <a:pt x="19050" y="4041241"/>
                  </a:lnTo>
                  <a:lnTo>
                    <a:pt x="19050" y="6896"/>
                  </a:lnTo>
                  <a:close/>
                </a:path>
                <a:path w="833755" h="4048125">
                  <a:moveTo>
                    <a:pt x="833285" y="406946"/>
                  </a:moveTo>
                  <a:lnTo>
                    <a:pt x="832358" y="404698"/>
                  </a:lnTo>
                  <a:lnTo>
                    <a:pt x="828636" y="400977"/>
                  </a:lnTo>
                  <a:lnTo>
                    <a:pt x="826389" y="400050"/>
                  </a:lnTo>
                  <a:lnTo>
                    <a:pt x="202006" y="400050"/>
                  </a:lnTo>
                  <a:lnTo>
                    <a:pt x="199758" y="400977"/>
                  </a:lnTo>
                  <a:lnTo>
                    <a:pt x="196037" y="404698"/>
                  </a:lnTo>
                  <a:lnTo>
                    <a:pt x="195110" y="406946"/>
                  </a:lnTo>
                  <a:lnTo>
                    <a:pt x="195110" y="409575"/>
                  </a:lnTo>
                  <a:lnTo>
                    <a:pt x="195110" y="412203"/>
                  </a:lnTo>
                  <a:lnTo>
                    <a:pt x="196037" y="414451"/>
                  </a:lnTo>
                  <a:lnTo>
                    <a:pt x="199758" y="418172"/>
                  </a:lnTo>
                  <a:lnTo>
                    <a:pt x="202006" y="419100"/>
                  </a:lnTo>
                  <a:lnTo>
                    <a:pt x="826389" y="419100"/>
                  </a:lnTo>
                  <a:lnTo>
                    <a:pt x="828636" y="418172"/>
                  </a:lnTo>
                  <a:lnTo>
                    <a:pt x="832358" y="414451"/>
                  </a:lnTo>
                  <a:lnTo>
                    <a:pt x="833285" y="412203"/>
                  </a:lnTo>
                  <a:lnTo>
                    <a:pt x="833285" y="406946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14226" y="208121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28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7" y="385508"/>
                  </a:lnTo>
                  <a:lnTo>
                    <a:pt x="55120" y="400050"/>
                  </a:lnTo>
                  <a:lnTo>
                    <a:pt x="344928" y="400050"/>
                  </a:lnTo>
                  <a:lnTo>
                    <a:pt x="385509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2" y="14541"/>
                  </a:lnTo>
                  <a:lnTo>
                    <a:pt x="348763" y="381"/>
                  </a:lnTo>
                  <a:lnTo>
                    <a:pt x="344928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14226" y="208121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0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7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5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341054" y="0"/>
                  </a:lnTo>
                  <a:lnTo>
                    <a:pt x="344928" y="0"/>
                  </a:lnTo>
                  <a:lnTo>
                    <a:pt x="348763" y="381"/>
                  </a:lnTo>
                  <a:lnTo>
                    <a:pt x="352563" y="1130"/>
                  </a:lnTo>
                  <a:lnTo>
                    <a:pt x="356363" y="1892"/>
                  </a:lnTo>
                  <a:lnTo>
                    <a:pt x="360050" y="3009"/>
                  </a:lnTo>
                  <a:lnTo>
                    <a:pt x="363631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0" y="9944"/>
                  </a:lnTo>
                  <a:lnTo>
                    <a:pt x="377050" y="12090"/>
                  </a:lnTo>
                  <a:lnTo>
                    <a:pt x="380032" y="14541"/>
                  </a:lnTo>
                  <a:lnTo>
                    <a:pt x="382770" y="17284"/>
                  </a:lnTo>
                  <a:lnTo>
                    <a:pt x="385509" y="20015"/>
                  </a:lnTo>
                  <a:lnTo>
                    <a:pt x="387954" y="22999"/>
                  </a:lnTo>
                  <a:lnTo>
                    <a:pt x="390108" y="26225"/>
                  </a:lnTo>
                  <a:lnTo>
                    <a:pt x="392261" y="29438"/>
                  </a:lnTo>
                  <a:lnTo>
                    <a:pt x="394077" y="32842"/>
                  </a:lnTo>
                  <a:lnTo>
                    <a:pt x="395560" y="36423"/>
                  </a:lnTo>
                  <a:lnTo>
                    <a:pt x="397043" y="39992"/>
                  </a:lnTo>
                  <a:lnTo>
                    <a:pt x="398160" y="43688"/>
                  </a:lnTo>
                  <a:lnTo>
                    <a:pt x="398913" y="47485"/>
                  </a:lnTo>
                  <a:lnTo>
                    <a:pt x="399672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72" y="348767"/>
                  </a:lnTo>
                  <a:lnTo>
                    <a:pt x="398913" y="352564"/>
                  </a:lnTo>
                  <a:lnTo>
                    <a:pt x="398160" y="356362"/>
                  </a:lnTo>
                  <a:lnTo>
                    <a:pt x="397043" y="360045"/>
                  </a:lnTo>
                  <a:lnTo>
                    <a:pt x="395560" y="363626"/>
                  </a:lnTo>
                  <a:lnTo>
                    <a:pt x="394077" y="367207"/>
                  </a:lnTo>
                  <a:lnTo>
                    <a:pt x="373830" y="390105"/>
                  </a:lnTo>
                  <a:lnTo>
                    <a:pt x="370611" y="392252"/>
                  </a:lnTo>
                  <a:lnTo>
                    <a:pt x="367207" y="394081"/>
                  </a:lnTo>
                  <a:lnTo>
                    <a:pt x="363631" y="395554"/>
                  </a:lnTo>
                  <a:lnTo>
                    <a:pt x="360050" y="397040"/>
                  </a:lnTo>
                  <a:lnTo>
                    <a:pt x="356363" y="398157"/>
                  </a:lnTo>
                  <a:lnTo>
                    <a:pt x="352563" y="398919"/>
                  </a:lnTo>
                  <a:lnTo>
                    <a:pt x="348763" y="399669"/>
                  </a:lnTo>
                  <a:lnTo>
                    <a:pt x="344928" y="400050"/>
                  </a:lnTo>
                  <a:lnTo>
                    <a:pt x="341054" y="400050"/>
                  </a:lnTo>
                  <a:lnTo>
                    <a:pt x="58995" y="400050"/>
                  </a:lnTo>
                  <a:lnTo>
                    <a:pt x="55120" y="400050"/>
                  </a:lnTo>
                  <a:lnTo>
                    <a:pt x="51286" y="399669"/>
                  </a:lnTo>
                  <a:lnTo>
                    <a:pt x="47485" y="398919"/>
                  </a:lnTo>
                  <a:lnTo>
                    <a:pt x="43685" y="398157"/>
                  </a:lnTo>
                  <a:lnTo>
                    <a:pt x="39999" y="397040"/>
                  </a:lnTo>
                  <a:lnTo>
                    <a:pt x="36418" y="395554"/>
                  </a:lnTo>
                  <a:lnTo>
                    <a:pt x="32840" y="394081"/>
                  </a:lnTo>
                  <a:lnTo>
                    <a:pt x="4489" y="363626"/>
                  </a:lnTo>
                  <a:lnTo>
                    <a:pt x="3006" y="360045"/>
                  </a:lnTo>
                  <a:lnTo>
                    <a:pt x="1889" y="356362"/>
                  </a:lnTo>
                  <a:lnTo>
                    <a:pt x="1130" y="352564"/>
                  </a:lnTo>
                  <a:lnTo>
                    <a:pt x="377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50503" y="2073275"/>
            <a:ext cx="12827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65" b="1">
                <a:solidFill>
                  <a:srgbClr val="E5E0DF"/>
                </a:solidFill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0039" y="2001837"/>
            <a:ext cx="4211320" cy="9620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Definición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8400"/>
              </a:lnSpc>
              <a:spcBef>
                <a:spcPts val="700"/>
              </a:spcBef>
            </a:pPr>
            <a:r>
              <a:rPr dirty="0" sz="1400" spc="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8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ó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'</a:t>
            </a:r>
            <a:r>
              <a:rPr dirty="0" sz="1400" spc="-125">
                <a:solidFill>
                  <a:srgbClr val="E5E0DF"/>
                </a:solidFill>
                <a:latin typeface="Verdana"/>
                <a:cs typeface="Verdana"/>
              </a:rPr>
              <a:t>j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'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z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0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un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a 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ó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30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30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45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í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f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3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8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90">
                <a:solidFill>
                  <a:srgbClr val="E5E0DF"/>
                </a:solidFill>
                <a:latin typeface="Verdana"/>
                <a:cs typeface="Verdana"/>
              </a:rPr>
              <a:t>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09463" y="3581400"/>
            <a:ext cx="1028700" cy="409575"/>
            <a:chOff x="709463" y="3581400"/>
            <a:chExt cx="1028700" cy="409575"/>
          </a:xfrm>
        </p:grpSpPr>
        <p:sp>
          <p:nvSpPr>
            <p:cNvPr id="13" name="object 13"/>
            <p:cNvSpPr/>
            <p:nvPr/>
          </p:nvSpPr>
          <p:spPr>
            <a:xfrm>
              <a:off x="1099988" y="3771900"/>
              <a:ext cx="638175" cy="19050"/>
            </a:xfrm>
            <a:custGeom>
              <a:avLst/>
              <a:gdLst/>
              <a:ahLst/>
              <a:cxnLst/>
              <a:rect l="l" t="t" r="r" b="b"/>
              <a:pathLst>
                <a:path w="638175" h="19050">
                  <a:moveTo>
                    <a:pt x="63127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31275" y="19050"/>
                  </a:lnTo>
                  <a:lnTo>
                    <a:pt x="633522" y="18122"/>
                  </a:lnTo>
                  <a:lnTo>
                    <a:pt x="637244" y="14401"/>
                  </a:lnTo>
                  <a:lnTo>
                    <a:pt x="638171" y="12153"/>
                  </a:lnTo>
                  <a:lnTo>
                    <a:pt x="638171" y="6896"/>
                  </a:lnTo>
                  <a:lnTo>
                    <a:pt x="637244" y="4648"/>
                  </a:lnTo>
                  <a:lnTo>
                    <a:pt x="633522" y="927"/>
                  </a:lnTo>
                  <a:lnTo>
                    <a:pt x="631275" y="0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14226" y="35861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28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7" y="385508"/>
                  </a:lnTo>
                  <a:lnTo>
                    <a:pt x="55120" y="400050"/>
                  </a:lnTo>
                  <a:lnTo>
                    <a:pt x="344928" y="400050"/>
                  </a:lnTo>
                  <a:lnTo>
                    <a:pt x="385509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2" y="14541"/>
                  </a:lnTo>
                  <a:lnTo>
                    <a:pt x="348763" y="381"/>
                  </a:lnTo>
                  <a:lnTo>
                    <a:pt x="344928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14226" y="35861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0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7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5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341054" y="0"/>
                  </a:lnTo>
                  <a:lnTo>
                    <a:pt x="344928" y="0"/>
                  </a:lnTo>
                  <a:lnTo>
                    <a:pt x="348763" y="381"/>
                  </a:lnTo>
                  <a:lnTo>
                    <a:pt x="352563" y="1130"/>
                  </a:lnTo>
                  <a:lnTo>
                    <a:pt x="356363" y="1892"/>
                  </a:lnTo>
                  <a:lnTo>
                    <a:pt x="360050" y="3009"/>
                  </a:lnTo>
                  <a:lnTo>
                    <a:pt x="363631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0" y="9944"/>
                  </a:lnTo>
                  <a:lnTo>
                    <a:pt x="377050" y="12090"/>
                  </a:lnTo>
                  <a:lnTo>
                    <a:pt x="380032" y="14541"/>
                  </a:lnTo>
                  <a:lnTo>
                    <a:pt x="382770" y="17284"/>
                  </a:lnTo>
                  <a:lnTo>
                    <a:pt x="385509" y="20015"/>
                  </a:lnTo>
                  <a:lnTo>
                    <a:pt x="387954" y="22999"/>
                  </a:lnTo>
                  <a:lnTo>
                    <a:pt x="390108" y="26225"/>
                  </a:lnTo>
                  <a:lnTo>
                    <a:pt x="392261" y="29438"/>
                  </a:lnTo>
                  <a:lnTo>
                    <a:pt x="394077" y="32842"/>
                  </a:lnTo>
                  <a:lnTo>
                    <a:pt x="395560" y="36423"/>
                  </a:lnTo>
                  <a:lnTo>
                    <a:pt x="397043" y="39992"/>
                  </a:lnTo>
                  <a:lnTo>
                    <a:pt x="398160" y="43688"/>
                  </a:lnTo>
                  <a:lnTo>
                    <a:pt x="398913" y="47485"/>
                  </a:lnTo>
                  <a:lnTo>
                    <a:pt x="399672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72" y="348767"/>
                  </a:lnTo>
                  <a:lnTo>
                    <a:pt x="398913" y="352564"/>
                  </a:lnTo>
                  <a:lnTo>
                    <a:pt x="398160" y="356362"/>
                  </a:lnTo>
                  <a:lnTo>
                    <a:pt x="397043" y="360045"/>
                  </a:lnTo>
                  <a:lnTo>
                    <a:pt x="395560" y="363626"/>
                  </a:lnTo>
                  <a:lnTo>
                    <a:pt x="394077" y="367207"/>
                  </a:lnTo>
                  <a:lnTo>
                    <a:pt x="363631" y="395554"/>
                  </a:lnTo>
                  <a:lnTo>
                    <a:pt x="360050" y="397040"/>
                  </a:lnTo>
                  <a:lnTo>
                    <a:pt x="356363" y="398157"/>
                  </a:lnTo>
                  <a:lnTo>
                    <a:pt x="352563" y="398919"/>
                  </a:lnTo>
                  <a:lnTo>
                    <a:pt x="348763" y="399669"/>
                  </a:lnTo>
                  <a:lnTo>
                    <a:pt x="344928" y="400050"/>
                  </a:lnTo>
                  <a:lnTo>
                    <a:pt x="341054" y="400050"/>
                  </a:lnTo>
                  <a:lnTo>
                    <a:pt x="58995" y="400050"/>
                  </a:lnTo>
                  <a:lnTo>
                    <a:pt x="55120" y="400050"/>
                  </a:lnTo>
                  <a:lnTo>
                    <a:pt x="51286" y="399669"/>
                  </a:lnTo>
                  <a:lnTo>
                    <a:pt x="47485" y="398919"/>
                  </a:lnTo>
                  <a:lnTo>
                    <a:pt x="43685" y="398157"/>
                  </a:lnTo>
                  <a:lnTo>
                    <a:pt x="39999" y="397040"/>
                  </a:lnTo>
                  <a:lnTo>
                    <a:pt x="36418" y="395554"/>
                  </a:lnTo>
                  <a:lnTo>
                    <a:pt x="32840" y="394081"/>
                  </a:lnTo>
                  <a:lnTo>
                    <a:pt x="4489" y="363626"/>
                  </a:lnTo>
                  <a:lnTo>
                    <a:pt x="3006" y="360045"/>
                  </a:lnTo>
                  <a:lnTo>
                    <a:pt x="1889" y="356362"/>
                  </a:lnTo>
                  <a:lnTo>
                    <a:pt x="1130" y="352564"/>
                  </a:lnTo>
                  <a:lnTo>
                    <a:pt x="377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823267" y="3578225"/>
            <a:ext cx="1828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65" b="1">
                <a:solidFill>
                  <a:srgbClr val="E5E0DF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00039" y="3516312"/>
            <a:ext cx="790575" cy="6572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E5E0DF"/>
                </a:solidFill>
                <a:latin typeface="Trebuchet MS"/>
                <a:cs typeface="Trebuchet MS"/>
              </a:rPr>
              <a:t>Sintaxis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1400" spc="-120">
                <a:solidFill>
                  <a:srgbClr val="E5E0DF"/>
                </a:solidFill>
                <a:latin typeface="Verdana"/>
                <a:cs typeface="Verdana"/>
              </a:rPr>
              <a:t>j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20">
                <a:solidFill>
                  <a:srgbClr val="E5E0DF"/>
                </a:solidFill>
                <a:latin typeface="Verdana"/>
                <a:cs typeface="Verdana"/>
              </a:rPr>
              <a:t>j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09463" y="4791075"/>
            <a:ext cx="1028700" cy="409575"/>
            <a:chOff x="709463" y="4791075"/>
            <a:chExt cx="1028700" cy="409575"/>
          </a:xfrm>
        </p:grpSpPr>
        <p:sp>
          <p:nvSpPr>
            <p:cNvPr id="19" name="object 19"/>
            <p:cNvSpPr/>
            <p:nvPr/>
          </p:nvSpPr>
          <p:spPr>
            <a:xfrm>
              <a:off x="1099988" y="4991100"/>
              <a:ext cx="638175" cy="19050"/>
            </a:xfrm>
            <a:custGeom>
              <a:avLst/>
              <a:gdLst/>
              <a:ahLst/>
              <a:cxnLst/>
              <a:rect l="l" t="t" r="r" b="b"/>
              <a:pathLst>
                <a:path w="638175" h="19050">
                  <a:moveTo>
                    <a:pt x="63127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31275" y="19050"/>
                  </a:lnTo>
                  <a:lnTo>
                    <a:pt x="633522" y="18122"/>
                  </a:lnTo>
                  <a:lnTo>
                    <a:pt x="637244" y="14401"/>
                  </a:lnTo>
                  <a:lnTo>
                    <a:pt x="638171" y="12153"/>
                  </a:lnTo>
                  <a:lnTo>
                    <a:pt x="638171" y="6896"/>
                  </a:lnTo>
                  <a:lnTo>
                    <a:pt x="637244" y="4648"/>
                  </a:lnTo>
                  <a:lnTo>
                    <a:pt x="633522" y="927"/>
                  </a:lnTo>
                  <a:lnTo>
                    <a:pt x="631275" y="0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14226" y="479583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28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7" y="385511"/>
                  </a:lnTo>
                  <a:lnTo>
                    <a:pt x="55120" y="400051"/>
                  </a:lnTo>
                  <a:lnTo>
                    <a:pt x="344928" y="400051"/>
                  </a:lnTo>
                  <a:lnTo>
                    <a:pt x="385509" y="380028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2" y="14541"/>
                  </a:lnTo>
                  <a:lnTo>
                    <a:pt x="348763" y="381"/>
                  </a:lnTo>
                  <a:lnTo>
                    <a:pt x="344928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14226" y="479583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0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7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5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341054" y="0"/>
                  </a:lnTo>
                  <a:lnTo>
                    <a:pt x="344928" y="0"/>
                  </a:lnTo>
                  <a:lnTo>
                    <a:pt x="348763" y="381"/>
                  </a:lnTo>
                  <a:lnTo>
                    <a:pt x="352563" y="1130"/>
                  </a:lnTo>
                  <a:lnTo>
                    <a:pt x="356363" y="1892"/>
                  </a:lnTo>
                  <a:lnTo>
                    <a:pt x="360050" y="3009"/>
                  </a:lnTo>
                  <a:lnTo>
                    <a:pt x="363631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0" y="9944"/>
                  </a:lnTo>
                  <a:lnTo>
                    <a:pt x="377050" y="12090"/>
                  </a:lnTo>
                  <a:lnTo>
                    <a:pt x="380032" y="14541"/>
                  </a:lnTo>
                  <a:lnTo>
                    <a:pt x="382770" y="17284"/>
                  </a:lnTo>
                  <a:lnTo>
                    <a:pt x="385509" y="20015"/>
                  </a:lnTo>
                  <a:lnTo>
                    <a:pt x="387954" y="22999"/>
                  </a:lnTo>
                  <a:lnTo>
                    <a:pt x="390108" y="26225"/>
                  </a:lnTo>
                  <a:lnTo>
                    <a:pt x="392261" y="29438"/>
                  </a:lnTo>
                  <a:lnTo>
                    <a:pt x="394077" y="32842"/>
                  </a:lnTo>
                  <a:lnTo>
                    <a:pt x="395560" y="36423"/>
                  </a:lnTo>
                  <a:lnTo>
                    <a:pt x="397043" y="39992"/>
                  </a:lnTo>
                  <a:lnTo>
                    <a:pt x="398160" y="43688"/>
                  </a:lnTo>
                  <a:lnTo>
                    <a:pt x="398913" y="47485"/>
                  </a:lnTo>
                  <a:lnTo>
                    <a:pt x="399672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72" y="348767"/>
                  </a:lnTo>
                  <a:lnTo>
                    <a:pt x="398913" y="352564"/>
                  </a:lnTo>
                  <a:lnTo>
                    <a:pt x="398160" y="356362"/>
                  </a:lnTo>
                  <a:lnTo>
                    <a:pt x="397043" y="360045"/>
                  </a:lnTo>
                  <a:lnTo>
                    <a:pt x="395560" y="363626"/>
                  </a:lnTo>
                  <a:lnTo>
                    <a:pt x="394077" y="367207"/>
                  </a:lnTo>
                  <a:lnTo>
                    <a:pt x="363631" y="395556"/>
                  </a:lnTo>
                  <a:lnTo>
                    <a:pt x="360050" y="397040"/>
                  </a:lnTo>
                  <a:lnTo>
                    <a:pt x="356363" y="398160"/>
                  </a:lnTo>
                  <a:lnTo>
                    <a:pt x="352563" y="398914"/>
                  </a:lnTo>
                  <a:lnTo>
                    <a:pt x="348763" y="399669"/>
                  </a:lnTo>
                  <a:lnTo>
                    <a:pt x="344928" y="400051"/>
                  </a:lnTo>
                  <a:lnTo>
                    <a:pt x="341054" y="400051"/>
                  </a:lnTo>
                  <a:lnTo>
                    <a:pt x="58995" y="400051"/>
                  </a:lnTo>
                  <a:lnTo>
                    <a:pt x="55120" y="400051"/>
                  </a:lnTo>
                  <a:lnTo>
                    <a:pt x="51286" y="399669"/>
                  </a:lnTo>
                  <a:lnTo>
                    <a:pt x="47485" y="398914"/>
                  </a:lnTo>
                  <a:lnTo>
                    <a:pt x="43685" y="398160"/>
                  </a:lnTo>
                  <a:lnTo>
                    <a:pt x="39999" y="397040"/>
                  </a:lnTo>
                  <a:lnTo>
                    <a:pt x="36418" y="395556"/>
                  </a:lnTo>
                  <a:lnTo>
                    <a:pt x="32840" y="394078"/>
                  </a:lnTo>
                  <a:lnTo>
                    <a:pt x="4489" y="363626"/>
                  </a:lnTo>
                  <a:lnTo>
                    <a:pt x="3006" y="360045"/>
                  </a:lnTo>
                  <a:lnTo>
                    <a:pt x="1889" y="356362"/>
                  </a:lnTo>
                  <a:lnTo>
                    <a:pt x="1130" y="352564"/>
                  </a:lnTo>
                  <a:lnTo>
                    <a:pt x="377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24755" y="4787900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40" b="1">
                <a:solidFill>
                  <a:srgbClr val="E5E0DF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00039" y="4725987"/>
            <a:ext cx="4074160" cy="95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30" b="1">
                <a:solidFill>
                  <a:srgbClr val="E5E0DF"/>
                </a:solidFill>
                <a:latin typeface="Trebuchet MS"/>
                <a:cs typeface="Trebuchet MS"/>
              </a:rPr>
              <a:t>Usos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dirty="0" sz="1400" spc="55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15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13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30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3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0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0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30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o 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saltos,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desvíos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y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transferencia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de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control.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45"/>
              <a:t>I</a:t>
            </a:r>
            <a:r>
              <a:rPr dirty="0" spc="-85"/>
              <a:t>n</a:t>
            </a:r>
            <a:r>
              <a:rPr dirty="0" spc="60"/>
              <a:t>s</a:t>
            </a:r>
            <a:r>
              <a:rPr dirty="0" spc="-245"/>
              <a:t>t</a:t>
            </a:r>
            <a:r>
              <a:rPr dirty="0" spc="-130"/>
              <a:t>r</a:t>
            </a:r>
            <a:r>
              <a:rPr dirty="0" spc="-120"/>
              <a:t>u</a:t>
            </a:r>
            <a:r>
              <a:rPr dirty="0"/>
              <a:t>c</a:t>
            </a:r>
            <a:r>
              <a:rPr dirty="0" spc="5"/>
              <a:t>c</a:t>
            </a:r>
            <a:r>
              <a:rPr dirty="0" spc="-150"/>
              <a:t>i</a:t>
            </a:r>
            <a:r>
              <a:rPr dirty="0" spc="-120"/>
              <a:t>o</a:t>
            </a:r>
            <a:r>
              <a:rPr dirty="0" spc="-65"/>
              <a:t>n</a:t>
            </a:r>
            <a:r>
              <a:rPr dirty="0" spc="-185"/>
              <a:t>e</a:t>
            </a:r>
            <a:r>
              <a:rPr dirty="0" spc="215"/>
              <a:t>s</a:t>
            </a:r>
            <a:r>
              <a:rPr dirty="0" spc="-370"/>
              <a:t> </a:t>
            </a:r>
            <a:r>
              <a:rPr dirty="0" spc="-105"/>
              <a:t>d</a:t>
            </a:r>
            <a:r>
              <a:rPr dirty="0" spc="-50"/>
              <a:t>e</a:t>
            </a:r>
            <a:r>
              <a:rPr dirty="0" spc="-370"/>
              <a:t> </a:t>
            </a:r>
            <a:r>
              <a:rPr dirty="0" spc="80"/>
              <a:t>s</a:t>
            </a:r>
            <a:r>
              <a:rPr dirty="0" spc="-10"/>
              <a:t>a</a:t>
            </a:r>
            <a:r>
              <a:rPr dirty="0" spc="-114"/>
              <a:t>l</a:t>
            </a:r>
            <a:r>
              <a:rPr dirty="0" spc="-125"/>
              <a:t>t</a:t>
            </a:r>
            <a:r>
              <a:rPr dirty="0" spc="15"/>
              <a:t>o</a:t>
            </a:r>
            <a:r>
              <a:rPr dirty="0" spc="-370"/>
              <a:t> </a:t>
            </a:r>
            <a:r>
              <a:rPr dirty="0"/>
              <a:t>c</a:t>
            </a:r>
            <a:r>
              <a:rPr dirty="0" spc="-120"/>
              <a:t>o</a:t>
            </a:r>
            <a:r>
              <a:rPr dirty="0" spc="-65"/>
              <a:t>n</a:t>
            </a:r>
            <a:r>
              <a:rPr dirty="0" spc="-105"/>
              <a:t>d</a:t>
            </a:r>
            <a:r>
              <a:rPr dirty="0" spc="-150"/>
              <a:t>i</a:t>
            </a:r>
            <a:r>
              <a:rPr dirty="0" spc="5"/>
              <a:t>c</a:t>
            </a:r>
            <a:r>
              <a:rPr dirty="0" spc="-150"/>
              <a:t>i</a:t>
            </a:r>
            <a:r>
              <a:rPr dirty="0" spc="-120"/>
              <a:t>o</a:t>
            </a:r>
            <a:r>
              <a:rPr dirty="0" spc="-80"/>
              <a:t>n</a:t>
            </a:r>
            <a:r>
              <a:rPr dirty="0" spc="-10"/>
              <a:t>a</a:t>
            </a:r>
            <a:r>
              <a:rPr dirty="0" spc="-10"/>
              <a:t>l</a:t>
            </a:r>
            <a:r>
              <a:rPr dirty="0" spc="-370"/>
              <a:t> </a:t>
            </a:r>
            <a:r>
              <a:rPr dirty="0" spc="-80"/>
              <a:t>(</a:t>
            </a:r>
            <a:r>
              <a:rPr dirty="0" spc="-90"/>
              <a:t>b</a:t>
            </a:r>
            <a:r>
              <a:rPr dirty="0" spc="-95"/>
              <a:t>e</a:t>
            </a:r>
            <a:r>
              <a:rPr dirty="0" spc="-80"/>
              <a:t>q</a:t>
            </a:r>
            <a:r>
              <a:rPr dirty="0" spc="-390"/>
              <a:t>,</a:t>
            </a:r>
            <a:r>
              <a:rPr dirty="0" spc="-370"/>
              <a:t> </a:t>
            </a:r>
            <a:r>
              <a:rPr dirty="0" spc="-140"/>
              <a:t>b</a:t>
            </a:r>
            <a:r>
              <a:rPr dirty="0" spc="-65"/>
              <a:t>n</a:t>
            </a:r>
            <a:r>
              <a:rPr dirty="0" spc="-180"/>
              <a:t>e</a:t>
            </a:r>
            <a:r>
              <a:rPr dirty="0" spc="-390"/>
              <a:t>,</a:t>
            </a:r>
            <a:r>
              <a:rPr dirty="0" spc="-370"/>
              <a:t> </a:t>
            </a:r>
            <a:r>
              <a:rPr dirty="0" spc="-110"/>
              <a:t>b</a:t>
            </a:r>
            <a:r>
              <a:rPr dirty="0" spc="-114"/>
              <a:t>l</a:t>
            </a:r>
            <a:r>
              <a:rPr dirty="0" spc="-175"/>
              <a:t>t</a:t>
            </a:r>
            <a:r>
              <a:rPr dirty="0" spc="-390"/>
              <a:t>,</a:t>
            </a:r>
            <a:r>
              <a:rPr dirty="0" spc="-370"/>
              <a:t> </a:t>
            </a:r>
            <a:r>
              <a:rPr dirty="0" spc="-90"/>
              <a:t>b</a:t>
            </a:r>
            <a:r>
              <a:rPr dirty="0" spc="130"/>
              <a:t>g</a:t>
            </a:r>
            <a:r>
              <a:rPr dirty="0" spc="-180"/>
              <a:t>e</a:t>
            </a:r>
            <a:r>
              <a:rPr dirty="0" spc="-345"/>
              <a:t>,  </a:t>
            </a:r>
            <a:r>
              <a:rPr dirty="0" spc="-110"/>
              <a:t>b</a:t>
            </a:r>
            <a:r>
              <a:rPr dirty="0" spc="-114"/>
              <a:t>l</a:t>
            </a:r>
            <a:r>
              <a:rPr dirty="0" spc="-65"/>
              <a:t>t</a:t>
            </a:r>
            <a:r>
              <a:rPr dirty="0" spc="-55"/>
              <a:t>u</a:t>
            </a:r>
            <a:r>
              <a:rPr dirty="0" spc="-390"/>
              <a:t>,</a:t>
            </a:r>
            <a:r>
              <a:rPr dirty="0" spc="-370"/>
              <a:t> </a:t>
            </a:r>
            <a:r>
              <a:rPr dirty="0" spc="-90"/>
              <a:t>b</a:t>
            </a:r>
            <a:r>
              <a:rPr dirty="0" spc="130"/>
              <a:t>g</a:t>
            </a:r>
            <a:r>
              <a:rPr dirty="0" spc="-155"/>
              <a:t>e</a:t>
            </a:r>
            <a:r>
              <a:rPr dirty="0" spc="-210"/>
              <a:t>u</a:t>
            </a:r>
            <a:r>
              <a:rPr dirty="0" spc="25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879" y="2678112"/>
            <a:ext cx="3053080" cy="1019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650" spc="-5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650" spc="15" b="1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1650" spc="-35" b="1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1650" spc="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50" spc="-7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650" spc="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50" spc="1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650" spc="-7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650" spc="-35" b="1">
                <a:solidFill>
                  <a:srgbClr val="FFFFFF"/>
                </a:solidFill>
                <a:latin typeface="Trebuchet MS"/>
                <a:cs typeface="Trebuchet MS"/>
              </a:rPr>
              <a:t>ó</a:t>
            </a:r>
            <a:r>
              <a:rPr dirty="0" sz="1650" spc="25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65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50" spc="-40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650" spc="-1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65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50" spc="-2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650" spc="90" b="1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dirty="0" sz="1650" spc="-30" b="1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1650" spc="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50" spc="-55" b="1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1650" spc="-40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650" spc="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50" spc="15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1300"/>
              </a:spcBef>
            </a:pPr>
            <a:r>
              <a:rPr dirty="0" sz="1400" spc="50">
                <a:solidFill>
                  <a:srgbClr val="E5E0DF"/>
                </a:solidFill>
                <a:latin typeface="Trebuchet MS"/>
                <a:cs typeface="Trebuchet MS"/>
              </a:rPr>
              <a:t>La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instrucción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50">
                <a:solidFill>
                  <a:srgbClr val="E5E0DF"/>
                </a:solidFill>
                <a:latin typeface="Trebuchet MS"/>
                <a:cs typeface="Trebuchet MS"/>
              </a:rPr>
              <a:t>'beq'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Trebuchet MS"/>
                <a:cs typeface="Trebuchet MS"/>
              </a:rPr>
              <a:t>realiza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rebuchet MS"/>
                <a:cs typeface="Trebuchet MS"/>
              </a:rPr>
              <a:t>un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salto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si </a:t>
            </a:r>
            <a:r>
              <a:rPr dirty="0" sz="1400" spc="-409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los</a:t>
            </a:r>
            <a:r>
              <a:rPr dirty="0" sz="1400" spc="-10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registros</a:t>
            </a:r>
            <a:r>
              <a:rPr dirty="0" sz="1400" spc="-10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rebuchet MS"/>
                <a:cs typeface="Trebuchet MS"/>
              </a:rPr>
              <a:t>comparados</a:t>
            </a:r>
            <a:r>
              <a:rPr dirty="0" sz="1400" spc="-10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55">
                <a:solidFill>
                  <a:srgbClr val="E5E0DF"/>
                </a:solidFill>
                <a:latin typeface="Trebuchet MS"/>
                <a:cs typeface="Trebuchet MS"/>
              </a:rPr>
              <a:t>son</a:t>
            </a:r>
            <a:r>
              <a:rPr dirty="0" sz="1400" spc="-10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Trebuchet MS"/>
                <a:cs typeface="Trebuchet MS"/>
              </a:rPr>
              <a:t>iguales.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879" y="3833723"/>
            <a:ext cx="2375535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8400"/>
              </a:lnSpc>
              <a:spcBef>
                <a:spcPts val="90"/>
              </a:spcBef>
            </a:pP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'bne'</a:t>
            </a:r>
            <a:r>
              <a:rPr dirty="0" sz="1400" spc="-10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salta</a:t>
            </a:r>
            <a:r>
              <a:rPr dirty="0" sz="1400" spc="-10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si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los</a:t>
            </a:r>
            <a:r>
              <a:rPr dirty="0" sz="1400" spc="-10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registros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55">
                <a:solidFill>
                  <a:srgbClr val="E5E0DF"/>
                </a:solidFill>
                <a:latin typeface="Trebuchet MS"/>
                <a:cs typeface="Trebuchet MS"/>
              </a:rPr>
              <a:t>son </a:t>
            </a:r>
            <a:r>
              <a:rPr dirty="0" sz="1400" spc="-409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E5E0DF"/>
                </a:solidFill>
                <a:latin typeface="Trebuchet MS"/>
                <a:cs typeface="Trebuchet MS"/>
              </a:rPr>
              <a:t>diferentes.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66984" y="2678112"/>
            <a:ext cx="3058795" cy="1314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650" spc="-5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650" spc="15" b="1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1650" spc="-35" b="1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1650" spc="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50" spc="-7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650" spc="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50" spc="1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650" spc="-7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650" spc="-35" b="1">
                <a:solidFill>
                  <a:srgbClr val="FFFFFF"/>
                </a:solidFill>
                <a:latin typeface="Trebuchet MS"/>
                <a:cs typeface="Trebuchet MS"/>
              </a:rPr>
              <a:t>ó</a:t>
            </a:r>
            <a:r>
              <a:rPr dirty="0" sz="1650" spc="25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65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50" spc="-40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650" spc="-1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65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50" spc="85" b="1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1650" spc="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50" spc="95" b="1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dirty="0" sz="1650" spc="-3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650" spc="-7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650" spc="-25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650" spc="-50" b="1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1650" spc="15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200"/>
              </a:lnSpc>
              <a:spcBef>
                <a:spcPts val="1265"/>
              </a:spcBef>
            </a:pP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'blt'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65">
                <a:solidFill>
                  <a:srgbClr val="E5E0DF"/>
                </a:solidFill>
                <a:latin typeface="Trebuchet MS"/>
                <a:cs typeface="Trebuchet MS"/>
              </a:rPr>
              <a:t>y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'bltu'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saltan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si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E5E0DF"/>
                </a:solidFill>
                <a:latin typeface="Trebuchet MS"/>
                <a:cs typeface="Trebuchet MS"/>
              </a:rPr>
              <a:t>el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primer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registro </a:t>
            </a:r>
            <a:r>
              <a:rPr dirty="0" sz="1400" spc="-409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105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70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60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q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90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95">
                <a:solidFill>
                  <a:srgbClr val="E5E0DF"/>
                </a:solidFill>
                <a:latin typeface="Trebuchet MS"/>
                <a:cs typeface="Trebuchet MS"/>
              </a:rPr>
              <a:t>g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400" spc="60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30">
                <a:solidFill>
                  <a:srgbClr val="E5E0DF"/>
                </a:solidFill>
                <a:latin typeface="Trebuchet MS"/>
                <a:cs typeface="Trebuchet MS"/>
              </a:rPr>
              <a:t>(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400" spc="40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65">
                <a:solidFill>
                  <a:srgbClr val="E5E0DF"/>
                </a:solidFill>
                <a:latin typeface="Trebuchet MS"/>
                <a:cs typeface="Trebuchet MS"/>
              </a:rPr>
              <a:t>y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0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n  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signo).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66984" y="4138523"/>
            <a:ext cx="2839085" cy="8921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55"/>
              </a:spcBef>
            </a:pPr>
            <a:r>
              <a:rPr dirty="0" sz="1400" spc="75">
                <a:solidFill>
                  <a:srgbClr val="E5E0DF"/>
                </a:solidFill>
                <a:latin typeface="Trebuchet MS"/>
                <a:cs typeface="Trebuchet MS"/>
              </a:rPr>
              <a:t>'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b</a:t>
            </a:r>
            <a:r>
              <a:rPr dirty="0" sz="1400" spc="90">
                <a:solidFill>
                  <a:srgbClr val="E5E0DF"/>
                </a:solidFill>
                <a:latin typeface="Trebuchet MS"/>
                <a:cs typeface="Trebuchet MS"/>
              </a:rPr>
              <a:t>g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80">
                <a:solidFill>
                  <a:srgbClr val="E5E0DF"/>
                </a:solidFill>
                <a:latin typeface="Trebuchet MS"/>
                <a:cs typeface="Trebuchet MS"/>
              </a:rPr>
              <a:t>'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65">
                <a:solidFill>
                  <a:srgbClr val="E5E0DF"/>
                </a:solidFill>
                <a:latin typeface="Trebuchet MS"/>
                <a:cs typeface="Trebuchet MS"/>
              </a:rPr>
              <a:t>y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75">
                <a:solidFill>
                  <a:srgbClr val="E5E0DF"/>
                </a:solidFill>
                <a:latin typeface="Trebuchet MS"/>
                <a:cs typeface="Trebuchet MS"/>
              </a:rPr>
              <a:t>'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b</a:t>
            </a:r>
            <a:r>
              <a:rPr dirty="0" sz="1400" spc="90">
                <a:solidFill>
                  <a:srgbClr val="E5E0DF"/>
                </a:solidFill>
                <a:latin typeface="Trebuchet MS"/>
                <a:cs typeface="Trebuchet MS"/>
              </a:rPr>
              <a:t>g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400" spc="80">
                <a:solidFill>
                  <a:srgbClr val="E5E0DF"/>
                </a:solidFill>
                <a:latin typeface="Trebuchet MS"/>
                <a:cs typeface="Trebuchet MS"/>
              </a:rPr>
              <a:t>'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90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-30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40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0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-35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p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70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r 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registro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es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mayor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igual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(con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65">
                <a:solidFill>
                  <a:srgbClr val="E5E0DF"/>
                </a:solidFill>
                <a:latin typeface="Trebuchet MS"/>
                <a:cs typeface="Trebuchet MS"/>
              </a:rPr>
              <a:t>y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sin </a:t>
            </a:r>
            <a:r>
              <a:rPr dirty="0" sz="1400" spc="-409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signo).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09103" y="2678112"/>
            <a:ext cx="2886710" cy="1314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FFFFFF"/>
                </a:solidFill>
                <a:latin typeface="Trebuchet MS"/>
                <a:cs typeface="Trebuchet MS"/>
              </a:rPr>
              <a:t>Aplicaciones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200"/>
              </a:lnSpc>
              <a:spcBef>
                <a:spcPts val="1265"/>
              </a:spcBef>
            </a:pPr>
            <a:r>
              <a:rPr dirty="0" sz="1400" spc="50">
                <a:solidFill>
                  <a:srgbClr val="E5E0DF"/>
                </a:solidFill>
                <a:latin typeface="Trebuchet MS"/>
                <a:cs typeface="Trebuchet MS"/>
              </a:rPr>
              <a:t>Estas 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instrucciones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permiten 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implementar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estructuras</a:t>
            </a:r>
            <a:r>
              <a:rPr dirty="0" sz="1400" spc="-8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de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Trebuchet MS"/>
                <a:cs typeface="Trebuchet MS"/>
              </a:rPr>
              <a:t>control </a:t>
            </a:r>
            <a:r>
              <a:rPr dirty="0" sz="1400" spc="-40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400" spc="70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f</a:t>
            </a:r>
            <a:r>
              <a:rPr dirty="0" sz="1400" spc="60">
                <a:solidFill>
                  <a:srgbClr val="E5E0DF"/>
                </a:solidFill>
                <a:latin typeface="Trebuchet MS"/>
                <a:cs typeface="Trebuchet MS"/>
              </a:rPr>
              <a:t>-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90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-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195">
                <a:solidFill>
                  <a:srgbClr val="E5E0DF"/>
                </a:solidFill>
                <a:latin typeface="Trebuchet MS"/>
                <a:cs typeface="Trebuchet MS"/>
              </a:rPr>
              <a:t>,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90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-25">
                <a:solidFill>
                  <a:srgbClr val="E5E0DF"/>
                </a:solidFill>
                <a:latin typeface="Trebuchet MS"/>
                <a:cs typeface="Trebuchet MS"/>
              </a:rPr>
              <a:t>w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-30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h</a:t>
            </a:r>
            <a:r>
              <a:rPr dirty="0" sz="1400" spc="60">
                <a:solidFill>
                  <a:srgbClr val="E5E0DF"/>
                </a:solidFill>
                <a:latin typeface="Trebuchet MS"/>
                <a:cs typeface="Trebuchet MS"/>
              </a:rPr>
              <a:t>-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90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65">
                <a:solidFill>
                  <a:srgbClr val="E5E0DF"/>
                </a:solidFill>
                <a:latin typeface="Trebuchet MS"/>
                <a:cs typeface="Trebuchet MS"/>
              </a:rPr>
              <a:t>y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b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-1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100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-195">
                <a:solidFill>
                  <a:srgbClr val="E5E0DF"/>
                </a:solidFill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258050"/>
          </a:xfrm>
          <a:custGeom>
            <a:avLst/>
            <a:gdLst/>
            <a:ahLst/>
            <a:cxnLst/>
            <a:rect l="l" t="t" r="r" b="b"/>
            <a:pathLst>
              <a:path w="11430000" h="7258050">
                <a:moveTo>
                  <a:pt x="11430000" y="0"/>
                </a:moveTo>
                <a:lnTo>
                  <a:pt x="0" y="0"/>
                </a:lnTo>
                <a:lnTo>
                  <a:pt x="0" y="7258050"/>
                </a:lnTo>
                <a:lnTo>
                  <a:pt x="11430000" y="72580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253"/>
            <a:ext cx="4286250" cy="7258050"/>
            <a:chOff x="7143750" y="253"/>
            <a:chExt cx="4286250" cy="7258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72577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674903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4879" y="434974"/>
            <a:ext cx="5499100" cy="1606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200"/>
              <a:t>E</a:t>
            </a:r>
            <a:r>
              <a:rPr dirty="0" spc="-380"/>
              <a:t>j</a:t>
            </a:r>
            <a:r>
              <a:rPr dirty="0" spc="-140"/>
              <a:t>e</a:t>
            </a:r>
            <a:r>
              <a:rPr dirty="0" spc="-10"/>
              <a:t>m</a:t>
            </a:r>
            <a:r>
              <a:rPr dirty="0" spc="-110"/>
              <a:t>p</a:t>
            </a:r>
            <a:r>
              <a:rPr dirty="0" spc="-114"/>
              <a:t>l</a:t>
            </a:r>
            <a:r>
              <a:rPr dirty="0" spc="15"/>
              <a:t>o</a:t>
            </a:r>
            <a:r>
              <a:rPr dirty="0" spc="-370"/>
              <a:t> </a:t>
            </a:r>
            <a:r>
              <a:rPr dirty="0" spc="-140"/>
              <a:t>p</a:t>
            </a:r>
            <a:r>
              <a:rPr dirty="0" spc="-135"/>
              <a:t>r</a:t>
            </a:r>
            <a:r>
              <a:rPr dirty="0" spc="-10"/>
              <a:t>á</a:t>
            </a:r>
            <a:r>
              <a:rPr dirty="0" spc="-10"/>
              <a:t>c</a:t>
            </a:r>
            <a:r>
              <a:rPr dirty="0" spc="-175"/>
              <a:t>t</a:t>
            </a:r>
            <a:r>
              <a:rPr dirty="0" spc="-150"/>
              <a:t>i</a:t>
            </a:r>
            <a:r>
              <a:rPr dirty="0"/>
              <a:t>c</a:t>
            </a:r>
            <a:r>
              <a:rPr dirty="0" spc="-90"/>
              <a:t>o</a:t>
            </a:r>
            <a:r>
              <a:rPr dirty="0" spc="-365"/>
              <a:t>:  </a:t>
            </a:r>
            <a:r>
              <a:rPr dirty="0" spc="-45"/>
              <a:t>I</a:t>
            </a:r>
            <a:r>
              <a:rPr dirty="0" spc="-10"/>
              <a:t>m</a:t>
            </a:r>
            <a:r>
              <a:rPr dirty="0" spc="-110"/>
              <a:t>p</a:t>
            </a:r>
            <a:r>
              <a:rPr dirty="0" spc="-114"/>
              <a:t>l</a:t>
            </a:r>
            <a:r>
              <a:rPr dirty="0" spc="-140"/>
              <a:t>e</a:t>
            </a:r>
            <a:r>
              <a:rPr dirty="0" spc="-10"/>
              <a:t>m</a:t>
            </a:r>
            <a:r>
              <a:rPr dirty="0" spc="-140"/>
              <a:t>e</a:t>
            </a:r>
            <a:r>
              <a:rPr dirty="0" spc="-135"/>
              <a:t>n</a:t>
            </a:r>
            <a:r>
              <a:rPr dirty="0" spc="-125"/>
              <a:t>t</a:t>
            </a:r>
            <a:r>
              <a:rPr dirty="0" spc="10"/>
              <a:t>a</a:t>
            </a:r>
            <a:r>
              <a:rPr dirty="0" spc="5"/>
              <a:t>c</a:t>
            </a:r>
            <a:r>
              <a:rPr dirty="0" spc="-150"/>
              <a:t>i</a:t>
            </a:r>
            <a:r>
              <a:rPr dirty="0" spc="-90"/>
              <a:t>ó</a:t>
            </a:r>
            <a:r>
              <a:rPr dirty="0" spc="20"/>
              <a:t>n</a:t>
            </a:r>
            <a:r>
              <a:rPr dirty="0" spc="-370"/>
              <a:t> </a:t>
            </a:r>
            <a:r>
              <a:rPr dirty="0" spc="-105"/>
              <a:t>d</a:t>
            </a:r>
            <a:r>
              <a:rPr dirty="0" spc="-50"/>
              <a:t>e</a:t>
            </a:r>
            <a:r>
              <a:rPr dirty="0" spc="-370"/>
              <a:t> </a:t>
            </a:r>
            <a:r>
              <a:rPr dirty="0" spc="-85"/>
              <a:t>u</a:t>
            </a:r>
            <a:r>
              <a:rPr dirty="0" spc="20"/>
              <a:t>n</a:t>
            </a:r>
            <a:r>
              <a:rPr dirty="0" spc="-370"/>
              <a:t> </a:t>
            </a:r>
            <a:r>
              <a:rPr dirty="0" spc="-150"/>
              <a:t>i</a:t>
            </a:r>
            <a:r>
              <a:rPr dirty="0" spc="-125"/>
              <a:t>f</a:t>
            </a:r>
            <a:r>
              <a:rPr dirty="0" spc="80"/>
              <a:t>-</a:t>
            </a:r>
            <a:r>
              <a:rPr dirty="0" spc="-155"/>
              <a:t>e</a:t>
            </a:r>
            <a:r>
              <a:rPr dirty="0" spc="-114"/>
              <a:t>l</a:t>
            </a:r>
            <a:r>
              <a:rPr dirty="0" spc="80"/>
              <a:t>s</a:t>
            </a:r>
            <a:r>
              <a:rPr dirty="0" spc="-35"/>
              <a:t>e  </a:t>
            </a:r>
            <a:r>
              <a:rPr dirty="0" spc="-55"/>
              <a:t>simple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32459" y="2375534"/>
            <a:ext cx="922655" cy="1468755"/>
            <a:chOff x="632459" y="2375534"/>
            <a:chExt cx="922655" cy="1468755"/>
          </a:xfrm>
        </p:grpSpPr>
        <p:sp>
          <p:nvSpPr>
            <p:cNvPr id="8" name="object 8"/>
            <p:cNvSpPr/>
            <p:nvPr/>
          </p:nvSpPr>
          <p:spPr>
            <a:xfrm>
              <a:off x="638174" y="2381249"/>
              <a:ext cx="911225" cy="1457325"/>
            </a:xfrm>
            <a:custGeom>
              <a:avLst/>
              <a:gdLst/>
              <a:ahLst/>
              <a:cxnLst/>
              <a:rect l="l" t="t" r="r" b="b"/>
              <a:pathLst>
                <a:path w="911225" h="1457325">
                  <a:moveTo>
                    <a:pt x="910831" y="0"/>
                  </a:moveTo>
                  <a:lnTo>
                    <a:pt x="455414" y="182168"/>
                  </a:lnTo>
                  <a:lnTo>
                    <a:pt x="0" y="0"/>
                  </a:lnTo>
                  <a:lnTo>
                    <a:pt x="0" y="1275156"/>
                  </a:lnTo>
                  <a:lnTo>
                    <a:pt x="455414" y="1457325"/>
                  </a:lnTo>
                  <a:lnTo>
                    <a:pt x="910831" y="1275156"/>
                  </a:lnTo>
                  <a:lnTo>
                    <a:pt x="910831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38174" y="2381249"/>
              <a:ext cx="911225" cy="1457325"/>
            </a:xfrm>
            <a:custGeom>
              <a:avLst/>
              <a:gdLst/>
              <a:ahLst/>
              <a:cxnLst/>
              <a:rect l="l" t="t" r="r" b="b"/>
              <a:pathLst>
                <a:path w="911225" h="1457325">
                  <a:moveTo>
                    <a:pt x="0" y="1275156"/>
                  </a:moveTo>
                  <a:lnTo>
                    <a:pt x="455414" y="1457325"/>
                  </a:lnTo>
                  <a:lnTo>
                    <a:pt x="910831" y="1275156"/>
                  </a:lnTo>
                  <a:lnTo>
                    <a:pt x="910831" y="0"/>
                  </a:lnTo>
                  <a:lnTo>
                    <a:pt x="455414" y="182168"/>
                  </a:lnTo>
                  <a:lnTo>
                    <a:pt x="0" y="0"/>
                  </a:lnTo>
                  <a:lnTo>
                    <a:pt x="0" y="1275156"/>
                  </a:lnTo>
                  <a:close/>
                </a:path>
              </a:pathLst>
            </a:custGeom>
            <a:ln w="1138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029691" y="2885947"/>
            <a:ext cx="13525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400" b="1">
                <a:solidFill>
                  <a:srgbClr val="E5E0DF"/>
                </a:solidFill>
                <a:latin typeface="Trebuchet MS"/>
                <a:cs typeface="Trebuchet MS"/>
              </a:rPr>
              <a:t>1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08956" y="2516187"/>
            <a:ext cx="159321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15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spc="-100" b="1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650" spc="95" b="1">
                <a:solidFill>
                  <a:srgbClr val="E5E0DF"/>
                </a:solidFill>
                <a:latin typeface="Trebuchet MS"/>
                <a:cs typeface="Trebuchet MS"/>
              </a:rPr>
              <a:t>g</a:t>
            </a:r>
            <a:r>
              <a:rPr dirty="0" sz="1650" spc="60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-4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1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245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V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-100" b="1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650" spc="-8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120" b="1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8956" y="2938906"/>
            <a:ext cx="4017010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13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g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E5E0DF"/>
                </a:solidFill>
                <a:latin typeface="Verdana"/>
                <a:cs typeface="Verdana"/>
              </a:rPr>
              <a:t>v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3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g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90">
                <a:solidFill>
                  <a:srgbClr val="E5E0DF"/>
                </a:solidFill>
                <a:latin typeface="Verdana"/>
                <a:cs typeface="Verdana"/>
              </a:rPr>
              <a:t>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2459" y="3832859"/>
            <a:ext cx="922655" cy="1468755"/>
            <a:chOff x="632459" y="3832859"/>
            <a:chExt cx="922655" cy="1468755"/>
          </a:xfrm>
        </p:grpSpPr>
        <p:sp>
          <p:nvSpPr>
            <p:cNvPr id="14" name="object 14"/>
            <p:cNvSpPr/>
            <p:nvPr/>
          </p:nvSpPr>
          <p:spPr>
            <a:xfrm>
              <a:off x="638174" y="3838574"/>
              <a:ext cx="911225" cy="1457325"/>
            </a:xfrm>
            <a:custGeom>
              <a:avLst/>
              <a:gdLst/>
              <a:ahLst/>
              <a:cxnLst/>
              <a:rect l="l" t="t" r="r" b="b"/>
              <a:pathLst>
                <a:path w="911225" h="1457325">
                  <a:moveTo>
                    <a:pt x="910831" y="0"/>
                  </a:moveTo>
                  <a:lnTo>
                    <a:pt x="455414" y="182168"/>
                  </a:lnTo>
                  <a:lnTo>
                    <a:pt x="0" y="0"/>
                  </a:lnTo>
                  <a:lnTo>
                    <a:pt x="0" y="1275156"/>
                  </a:lnTo>
                  <a:lnTo>
                    <a:pt x="455414" y="1457325"/>
                  </a:lnTo>
                  <a:lnTo>
                    <a:pt x="910831" y="1275156"/>
                  </a:lnTo>
                  <a:lnTo>
                    <a:pt x="910831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38174" y="3838574"/>
              <a:ext cx="911225" cy="1457325"/>
            </a:xfrm>
            <a:custGeom>
              <a:avLst/>
              <a:gdLst/>
              <a:ahLst/>
              <a:cxnLst/>
              <a:rect l="l" t="t" r="r" b="b"/>
              <a:pathLst>
                <a:path w="911225" h="1457325">
                  <a:moveTo>
                    <a:pt x="0" y="1275156"/>
                  </a:moveTo>
                  <a:lnTo>
                    <a:pt x="455414" y="1457325"/>
                  </a:lnTo>
                  <a:lnTo>
                    <a:pt x="910831" y="1275156"/>
                  </a:lnTo>
                  <a:lnTo>
                    <a:pt x="910831" y="0"/>
                  </a:lnTo>
                  <a:lnTo>
                    <a:pt x="455414" y="182168"/>
                  </a:lnTo>
                  <a:lnTo>
                    <a:pt x="0" y="0"/>
                  </a:lnTo>
                  <a:lnTo>
                    <a:pt x="0" y="1275156"/>
                  </a:lnTo>
                  <a:close/>
                </a:path>
              </a:pathLst>
            </a:custGeom>
            <a:ln w="1138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000819" y="4343272"/>
            <a:ext cx="19304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55" b="1">
                <a:solidFill>
                  <a:srgbClr val="E5E0DF"/>
                </a:solidFill>
                <a:latin typeface="Trebuchet MS"/>
                <a:cs typeface="Trebuchet MS"/>
              </a:rPr>
              <a:t>2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08956" y="3973512"/>
            <a:ext cx="4637405" cy="666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5" b="1">
                <a:solidFill>
                  <a:srgbClr val="E5E0DF"/>
                </a:solidFill>
                <a:latin typeface="Trebuchet MS"/>
                <a:cs typeface="Trebuchet MS"/>
              </a:rPr>
              <a:t>Comparación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400" spc="-100">
                <a:solidFill>
                  <a:srgbClr val="E5E0DF"/>
                </a:solidFill>
                <a:latin typeface="Verdana"/>
                <a:cs typeface="Verdana"/>
              </a:rPr>
              <a:t>Se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Verdana"/>
                <a:cs typeface="Verdana"/>
              </a:rPr>
              <a:t>utiliza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la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instrucción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'beq'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para</a:t>
            </a:r>
            <a:r>
              <a:rPr dirty="0" sz="1400" spc="-15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comparar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Verdana"/>
                <a:cs typeface="Verdana"/>
              </a:rPr>
              <a:t>los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registros.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32482" y="5290206"/>
            <a:ext cx="922655" cy="1468755"/>
            <a:chOff x="632482" y="5290206"/>
            <a:chExt cx="922655" cy="1468755"/>
          </a:xfrm>
        </p:grpSpPr>
        <p:sp>
          <p:nvSpPr>
            <p:cNvPr id="19" name="object 19"/>
            <p:cNvSpPr/>
            <p:nvPr/>
          </p:nvSpPr>
          <p:spPr>
            <a:xfrm>
              <a:off x="638174" y="5295899"/>
              <a:ext cx="911225" cy="1457325"/>
            </a:xfrm>
            <a:custGeom>
              <a:avLst/>
              <a:gdLst/>
              <a:ahLst/>
              <a:cxnLst/>
              <a:rect l="l" t="t" r="r" b="b"/>
              <a:pathLst>
                <a:path w="911225" h="1457325">
                  <a:moveTo>
                    <a:pt x="910831" y="0"/>
                  </a:moveTo>
                  <a:lnTo>
                    <a:pt x="455414" y="182168"/>
                  </a:lnTo>
                  <a:lnTo>
                    <a:pt x="0" y="0"/>
                  </a:lnTo>
                  <a:lnTo>
                    <a:pt x="0" y="1275160"/>
                  </a:lnTo>
                  <a:lnTo>
                    <a:pt x="455414" y="1457326"/>
                  </a:lnTo>
                  <a:lnTo>
                    <a:pt x="910831" y="1275160"/>
                  </a:lnTo>
                  <a:lnTo>
                    <a:pt x="910831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38174" y="5295899"/>
              <a:ext cx="911225" cy="1457325"/>
            </a:xfrm>
            <a:custGeom>
              <a:avLst/>
              <a:gdLst/>
              <a:ahLst/>
              <a:cxnLst/>
              <a:rect l="l" t="t" r="r" b="b"/>
              <a:pathLst>
                <a:path w="911225" h="1457325">
                  <a:moveTo>
                    <a:pt x="0" y="1275160"/>
                  </a:moveTo>
                  <a:lnTo>
                    <a:pt x="455414" y="1457326"/>
                  </a:lnTo>
                  <a:lnTo>
                    <a:pt x="910831" y="1275160"/>
                  </a:lnTo>
                  <a:lnTo>
                    <a:pt x="910831" y="0"/>
                  </a:lnTo>
                  <a:lnTo>
                    <a:pt x="455414" y="182168"/>
                  </a:lnTo>
                  <a:lnTo>
                    <a:pt x="0" y="0"/>
                  </a:lnTo>
                  <a:lnTo>
                    <a:pt x="0" y="1275160"/>
                  </a:lnTo>
                  <a:close/>
                </a:path>
              </a:pathLst>
            </a:custGeom>
            <a:ln w="1138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002456" y="5800599"/>
            <a:ext cx="18923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25" b="1">
                <a:solidFill>
                  <a:srgbClr val="E5E0DF"/>
                </a:solidFill>
                <a:latin typeface="Trebuchet MS"/>
                <a:cs typeface="Trebuchet MS"/>
              </a:rPr>
              <a:t>3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08956" y="5430838"/>
            <a:ext cx="4587240" cy="9620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5" b="1">
                <a:solidFill>
                  <a:srgbClr val="E5E0DF"/>
                </a:solidFill>
                <a:latin typeface="Trebuchet MS"/>
                <a:cs typeface="Trebuchet MS"/>
              </a:rPr>
              <a:t>Ramificación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8400"/>
              </a:lnSpc>
              <a:spcBef>
                <a:spcPts val="700"/>
              </a:spcBef>
            </a:pP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Dependiendo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del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resultado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de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la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comparación,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se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salta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 </a:t>
            </a:r>
            <a:r>
              <a:rPr dirty="0" sz="1400" spc="-48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q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45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90">
                <a:solidFill>
                  <a:srgbClr val="E5E0DF"/>
                </a:solidFill>
                <a:latin typeface="Verdana"/>
                <a:cs typeface="Verdana"/>
              </a:rPr>
              <a:t>.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8439150"/>
          </a:xfrm>
          <a:custGeom>
            <a:avLst/>
            <a:gdLst/>
            <a:ahLst/>
            <a:cxnLst/>
            <a:rect l="l" t="t" r="r" b="b"/>
            <a:pathLst>
              <a:path w="11430000" h="8439150">
                <a:moveTo>
                  <a:pt x="11430000" y="0"/>
                </a:moveTo>
                <a:lnTo>
                  <a:pt x="0" y="0"/>
                </a:lnTo>
                <a:lnTo>
                  <a:pt x="0" y="8439150"/>
                </a:lnTo>
                <a:lnTo>
                  <a:pt x="11430000" y="84391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7"/>
            <a:ext cx="4286250" cy="843864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11128" y="434975"/>
            <a:ext cx="5351145" cy="1606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200"/>
              <a:t>E</a:t>
            </a:r>
            <a:r>
              <a:rPr dirty="0" spc="-380"/>
              <a:t>j</a:t>
            </a:r>
            <a:r>
              <a:rPr dirty="0" spc="-140"/>
              <a:t>e</a:t>
            </a:r>
            <a:r>
              <a:rPr dirty="0" spc="-10"/>
              <a:t>m</a:t>
            </a:r>
            <a:r>
              <a:rPr dirty="0" spc="-110"/>
              <a:t>p</a:t>
            </a:r>
            <a:r>
              <a:rPr dirty="0" spc="-114"/>
              <a:t>l</a:t>
            </a:r>
            <a:r>
              <a:rPr dirty="0" spc="15"/>
              <a:t>o</a:t>
            </a:r>
            <a:r>
              <a:rPr dirty="0" spc="-370"/>
              <a:t> </a:t>
            </a:r>
            <a:r>
              <a:rPr dirty="0" spc="-140"/>
              <a:t>p</a:t>
            </a:r>
            <a:r>
              <a:rPr dirty="0" spc="-135"/>
              <a:t>r</a:t>
            </a:r>
            <a:r>
              <a:rPr dirty="0" spc="-10"/>
              <a:t>á</a:t>
            </a:r>
            <a:r>
              <a:rPr dirty="0" spc="-10"/>
              <a:t>c</a:t>
            </a:r>
            <a:r>
              <a:rPr dirty="0" spc="-175"/>
              <a:t>t</a:t>
            </a:r>
            <a:r>
              <a:rPr dirty="0" spc="-150"/>
              <a:t>i</a:t>
            </a:r>
            <a:r>
              <a:rPr dirty="0"/>
              <a:t>c</a:t>
            </a:r>
            <a:r>
              <a:rPr dirty="0" spc="-90"/>
              <a:t>o</a:t>
            </a:r>
            <a:r>
              <a:rPr dirty="0" spc="-365"/>
              <a:t>:  </a:t>
            </a:r>
            <a:r>
              <a:rPr dirty="0" spc="-45"/>
              <a:t>I</a:t>
            </a:r>
            <a:r>
              <a:rPr dirty="0" spc="-10"/>
              <a:t>m</a:t>
            </a:r>
            <a:r>
              <a:rPr dirty="0" spc="-110"/>
              <a:t>p</a:t>
            </a:r>
            <a:r>
              <a:rPr dirty="0" spc="-114"/>
              <a:t>l</a:t>
            </a:r>
            <a:r>
              <a:rPr dirty="0" spc="-140"/>
              <a:t>e</a:t>
            </a:r>
            <a:r>
              <a:rPr dirty="0" spc="-10"/>
              <a:t>m</a:t>
            </a:r>
            <a:r>
              <a:rPr dirty="0" spc="-140"/>
              <a:t>e</a:t>
            </a:r>
            <a:r>
              <a:rPr dirty="0" spc="-135"/>
              <a:t>n</a:t>
            </a:r>
            <a:r>
              <a:rPr dirty="0" spc="-125"/>
              <a:t>t</a:t>
            </a:r>
            <a:r>
              <a:rPr dirty="0" spc="10"/>
              <a:t>a</a:t>
            </a:r>
            <a:r>
              <a:rPr dirty="0" spc="5"/>
              <a:t>c</a:t>
            </a:r>
            <a:r>
              <a:rPr dirty="0" spc="-150"/>
              <a:t>i</a:t>
            </a:r>
            <a:r>
              <a:rPr dirty="0" spc="-90"/>
              <a:t>ó</a:t>
            </a:r>
            <a:r>
              <a:rPr dirty="0" spc="20"/>
              <a:t>n</a:t>
            </a:r>
            <a:r>
              <a:rPr dirty="0" spc="-370"/>
              <a:t> </a:t>
            </a:r>
            <a:r>
              <a:rPr dirty="0" spc="-105"/>
              <a:t>d</a:t>
            </a:r>
            <a:r>
              <a:rPr dirty="0" spc="-50"/>
              <a:t>e</a:t>
            </a:r>
            <a:r>
              <a:rPr dirty="0" spc="-370"/>
              <a:t> </a:t>
            </a:r>
            <a:r>
              <a:rPr dirty="0" spc="-85"/>
              <a:t>u</a:t>
            </a:r>
            <a:r>
              <a:rPr dirty="0" spc="20"/>
              <a:t>n</a:t>
            </a:r>
            <a:r>
              <a:rPr dirty="0" spc="-370"/>
              <a:t> </a:t>
            </a:r>
            <a:r>
              <a:rPr dirty="0" spc="-110"/>
              <a:t>b</a:t>
            </a:r>
            <a:r>
              <a:rPr dirty="0" spc="-120"/>
              <a:t>u</a:t>
            </a:r>
            <a:r>
              <a:rPr dirty="0" spc="5"/>
              <a:t>c</a:t>
            </a:r>
            <a:r>
              <a:rPr dirty="0" spc="-114"/>
              <a:t>l</a:t>
            </a:r>
            <a:r>
              <a:rPr dirty="0" spc="-35"/>
              <a:t>e  </a:t>
            </a:r>
            <a:r>
              <a:rPr dirty="0" spc="-125"/>
              <a:t>while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995710" y="2381249"/>
            <a:ext cx="1028700" cy="5553075"/>
            <a:chOff x="4995710" y="2381249"/>
            <a:chExt cx="1028700" cy="5553075"/>
          </a:xfrm>
        </p:grpSpPr>
        <p:sp>
          <p:nvSpPr>
            <p:cNvPr id="6" name="object 6"/>
            <p:cNvSpPr/>
            <p:nvPr/>
          </p:nvSpPr>
          <p:spPr>
            <a:xfrm>
              <a:off x="5191125" y="2381262"/>
              <a:ext cx="833755" cy="5553075"/>
            </a:xfrm>
            <a:custGeom>
              <a:avLst/>
              <a:gdLst/>
              <a:ahLst/>
              <a:cxnLst/>
              <a:rect l="l" t="t" r="r" b="b"/>
              <a:pathLst>
                <a:path w="833754" h="5553075">
                  <a:moveTo>
                    <a:pt x="19050" y="6883"/>
                  </a:moveTo>
                  <a:lnTo>
                    <a:pt x="18122" y="4635"/>
                  </a:lnTo>
                  <a:lnTo>
                    <a:pt x="14401" y="914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14"/>
                  </a:lnTo>
                  <a:lnTo>
                    <a:pt x="927" y="4635"/>
                  </a:lnTo>
                  <a:lnTo>
                    <a:pt x="0" y="6883"/>
                  </a:lnTo>
                  <a:lnTo>
                    <a:pt x="0" y="5543537"/>
                  </a:lnTo>
                  <a:lnTo>
                    <a:pt x="0" y="5546179"/>
                  </a:lnTo>
                  <a:lnTo>
                    <a:pt x="927" y="5548414"/>
                  </a:lnTo>
                  <a:lnTo>
                    <a:pt x="4648" y="5552135"/>
                  </a:lnTo>
                  <a:lnTo>
                    <a:pt x="6896" y="5553062"/>
                  </a:lnTo>
                  <a:lnTo>
                    <a:pt x="12153" y="5553062"/>
                  </a:lnTo>
                  <a:lnTo>
                    <a:pt x="14401" y="5552135"/>
                  </a:lnTo>
                  <a:lnTo>
                    <a:pt x="18122" y="5548414"/>
                  </a:lnTo>
                  <a:lnTo>
                    <a:pt x="19050" y="5546179"/>
                  </a:lnTo>
                  <a:lnTo>
                    <a:pt x="19050" y="6883"/>
                  </a:lnTo>
                  <a:close/>
                </a:path>
                <a:path w="833754" h="5553075">
                  <a:moveTo>
                    <a:pt x="833285" y="406933"/>
                  </a:moveTo>
                  <a:lnTo>
                    <a:pt x="832345" y="404685"/>
                  </a:lnTo>
                  <a:lnTo>
                    <a:pt x="828636" y="400964"/>
                  </a:lnTo>
                  <a:lnTo>
                    <a:pt x="826389" y="400050"/>
                  </a:lnTo>
                  <a:lnTo>
                    <a:pt x="202006" y="400050"/>
                  </a:lnTo>
                  <a:lnTo>
                    <a:pt x="199758" y="400964"/>
                  </a:lnTo>
                  <a:lnTo>
                    <a:pt x="196024" y="404685"/>
                  </a:lnTo>
                  <a:lnTo>
                    <a:pt x="195110" y="406933"/>
                  </a:lnTo>
                  <a:lnTo>
                    <a:pt x="195110" y="409575"/>
                  </a:lnTo>
                  <a:lnTo>
                    <a:pt x="195110" y="412191"/>
                  </a:lnTo>
                  <a:lnTo>
                    <a:pt x="196024" y="414439"/>
                  </a:lnTo>
                  <a:lnTo>
                    <a:pt x="199758" y="418160"/>
                  </a:lnTo>
                  <a:lnTo>
                    <a:pt x="202006" y="419100"/>
                  </a:lnTo>
                  <a:lnTo>
                    <a:pt x="826389" y="419100"/>
                  </a:lnTo>
                  <a:lnTo>
                    <a:pt x="828636" y="418160"/>
                  </a:lnTo>
                  <a:lnTo>
                    <a:pt x="832345" y="414439"/>
                  </a:lnTo>
                  <a:lnTo>
                    <a:pt x="833285" y="412191"/>
                  </a:lnTo>
                  <a:lnTo>
                    <a:pt x="833285" y="406933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00472" y="25955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32" y="0"/>
                  </a:moveTo>
                  <a:lnTo>
                    <a:pt x="55130" y="0"/>
                  </a:lnTo>
                  <a:lnTo>
                    <a:pt x="51295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5" y="385508"/>
                  </a:lnTo>
                  <a:lnTo>
                    <a:pt x="55130" y="400050"/>
                  </a:lnTo>
                  <a:lnTo>
                    <a:pt x="344932" y="400050"/>
                  </a:lnTo>
                  <a:lnTo>
                    <a:pt x="385508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67" y="381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00472" y="25955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81" y="32842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25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40005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95" y="381"/>
                  </a:lnTo>
                  <a:lnTo>
                    <a:pt x="55130" y="0"/>
                  </a:lnTo>
                  <a:lnTo>
                    <a:pt x="59004" y="0"/>
                  </a:lnTo>
                  <a:lnTo>
                    <a:pt x="341058" y="0"/>
                  </a:lnTo>
                  <a:lnTo>
                    <a:pt x="344932" y="0"/>
                  </a:lnTo>
                  <a:lnTo>
                    <a:pt x="348767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57" y="3009"/>
                  </a:lnTo>
                  <a:lnTo>
                    <a:pt x="363639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7" y="9944"/>
                  </a:lnTo>
                  <a:lnTo>
                    <a:pt x="377050" y="12090"/>
                  </a:lnTo>
                  <a:lnTo>
                    <a:pt x="380034" y="14541"/>
                  </a:lnTo>
                  <a:lnTo>
                    <a:pt x="382778" y="17284"/>
                  </a:lnTo>
                  <a:lnTo>
                    <a:pt x="385508" y="20015"/>
                  </a:lnTo>
                  <a:lnTo>
                    <a:pt x="387959" y="22999"/>
                  </a:lnTo>
                  <a:lnTo>
                    <a:pt x="390105" y="26225"/>
                  </a:lnTo>
                  <a:lnTo>
                    <a:pt x="392264" y="29438"/>
                  </a:lnTo>
                  <a:lnTo>
                    <a:pt x="394081" y="32842"/>
                  </a:lnTo>
                  <a:lnTo>
                    <a:pt x="395566" y="36423"/>
                  </a:lnTo>
                  <a:lnTo>
                    <a:pt x="397052" y="39992"/>
                  </a:lnTo>
                  <a:lnTo>
                    <a:pt x="398157" y="43688"/>
                  </a:lnTo>
                  <a:lnTo>
                    <a:pt x="398919" y="47485"/>
                  </a:lnTo>
                  <a:lnTo>
                    <a:pt x="399681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81" y="348767"/>
                  </a:lnTo>
                  <a:lnTo>
                    <a:pt x="398919" y="352564"/>
                  </a:lnTo>
                  <a:lnTo>
                    <a:pt x="398157" y="356362"/>
                  </a:lnTo>
                  <a:lnTo>
                    <a:pt x="397052" y="360057"/>
                  </a:lnTo>
                  <a:lnTo>
                    <a:pt x="395566" y="363626"/>
                  </a:lnTo>
                  <a:lnTo>
                    <a:pt x="394081" y="367207"/>
                  </a:lnTo>
                  <a:lnTo>
                    <a:pt x="392264" y="370611"/>
                  </a:lnTo>
                  <a:lnTo>
                    <a:pt x="390105" y="373824"/>
                  </a:lnTo>
                  <a:lnTo>
                    <a:pt x="387959" y="377050"/>
                  </a:lnTo>
                  <a:lnTo>
                    <a:pt x="385508" y="380034"/>
                  </a:lnTo>
                  <a:lnTo>
                    <a:pt x="382778" y="382765"/>
                  </a:lnTo>
                  <a:lnTo>
                    <a:pt x="380034" y="385508"/>
                  </a:lnTo>
                  <a:lnTo>
                    <a:pt x="363639" y="395554"/>
                  </a:lnTo>
                  <a:lnTo>
                    <a:pt x="360057" y="397040"/>
                  </a:lnTo>
                  <a:lnTo>
                    <a:pt x="356362" y="398157"/>
                  </a:lnTo>
                  <a:lnTo>
                    <a:pt x="352564" y="398919"/>
                  </a:lnTo>
                  <a:lnTo>
                    <a:pt x="348767" y="399669"/>
                  </a:lnTo>
                  <a:lnTo>
                    <a:pt x="344932" y="400050"/>
                  </a:lnTo>
                  <a:lnTo>
                    <a:pt x="341058" y="400050"/>
                  </a:lnTo>
                  <a:lnTo>
                    <a:pt x="59004" y="400050"/>
                  </a:lnTo>
                  <a:lnTo>
                    <a:pt x="55130" y="400050"/>
                  </a:lnTo>
                  <a:lnTo>
                    <a:pt x="51295" y="399669"/>
                  </a:lnTo>
                  <a:lnTo>
                    <a:pt x="47485" y="398919"/>
                  </a:lnTo>
                  <a:lnTo>
                    <a:pt x="43688" y="398157"/>
                  </a:lnTo>
                  <a:lnTo>
                    <a:pt x="40005" y="397040"/>
                  </a:lnTo>
                  <a:lnTo>
                    <a:pt x="36423" y="395554"/>
                  </a:lnTo>
                  <a:lnTo>
                    <a:pt x="32842" y="394081"/>
                  </a:lnTo>
                  <a:lnTo>
                    <a:pt x="29438" y="392252"/>
                  </a:lnTo>
                  <a:lnTo>
                    <a:pt x="26225" y="390105"/>
                  </a:lnTo>
                  <a:lnTo>
                    <a:pt x="22999" y="387959"/>
                  </a:lnTo>
                  <a:lnTo>
                    <a:pt x="20015" y="385508"/>
                  </a:lnTo>
                  <a:lnTo>
                    <a:pt x="17284" y="382765"/>
                  </a:lnTo>
                  <a:lnTo>
                    <a:pt x="14541" y="380034"/>
                  </a:lnTo>
                  <a:lnTo>
                    <a:pt x="4495" y="363626"/>
                  </a:lnTo>
                  <a:lnTo>
                    <a:pt x="3009" y="360057"/>
                  </a:lnTo>
                  <a:lnTo>
                    <a:pt x="1892" y="356362"/>
                  </a:lnTo>
                  <a:lnTo>
                    <a:pt x="1130" y="352564"/>
                  </a:lnTo>
                  <a:lnTo>
                    <a:pt x="381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136756" y="2587624"/>
            <a:ext cx="12827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65" b="1">
                <a:solidFill>
                  <a:srgbClr val="E5E0DF"/>
                </a:solidFill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6291" y="2516187"/>
            <a:ext cx="4481195" cy="666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5" b="1">
                <a:solidFill>
                  <a:srgbClr val="E5E0DF"/>
                </a:solidFill>
                <a:latin typeface="Trebuchet MS"/>
                <a:cs typeface="Trebuchet MS"/>
              </a:rPr>
              <a:t>Inicialización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Se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establece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el</a:t>
            </a:r>
            <a:r>
              <a:rPr dirty="0" sz="1400" spc="-10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valor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inicial</a:t>
            </a:r>
            <a:r>
              <a:rPr dirty="0" sz="1400" spc="-10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del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contador</a:t>
            </a:r>
            <a:r>
              <a:rPr dirty="0" sz="1400" spc="-10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en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un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registro.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95710" y="3800474"/>
            <a:ext cx="1028700" cy="409575"/>
            <a:chOff x="4995710" y="3800474"/>
            <a:chExt cx="1028700" cy="409575"/>
          </a:xfrm>
        </p:grpSpPr>
        <p:sp>
          <p:nvSpPr>
            <p:cNvPr id="12" name="object 12"/>
            <p:cNvSpPr/>
            <p:nvPr/>
          </p:nvSpPr>
          <p:spPr>
            <a:xfrm>
              <a:off x="5386235" y="4000499"/>
              <a:ext cx="638175" cy="19050"/>
            </a:xfrm>
            <a:custGeom>
              <a:avLst/>
              <a:gdLst/>
              <a:ahLst/>
              <a:cxnLst/>
              <a:rect l="l" t="t" r="r" b="b"/>
              <a:pathLst>
                <a:path w="638175" h="19050">
                  <a:moveTo>
                    <a:pt x="63127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31278" y="19050"/>
                  </a:lnTo>
                  <a:lnTo>
                    <a:pt x="633526" y="18122"/>
                  </a:lnTo>
                  <a:lnTo>
                    <a:pt x="637247" y="14401"/>
                  </a:lnTo>
                  <a:lnTo>
                    <a:pt x="638175" y="12153"/>
                  </a:lnTo>
                  <a:lnTo>
                    <a:pt x="638175" y="6896"/>
                  </a:lnTo>
                  <a:lnTo>
                    <a:pt x="637247" y="4648"/>
                  </a:lnTo>
                  <a:lnTo>
                    <a:pt x="633526" y="927"/>
                  </a:lnTo>
                  <a:lnTo>
                    <a:pt x="631278" y="0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000472" y="380523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32" y="0"/>
                  </a:moveTo>
                  <a:lnTo>
                    <a:pt x="55130" y="0"/>
                  </a:lnTo>
                  <a:lnTo>
                    <a:pt x="51295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5" y="385508"/>
                  </a:lnTo>
                  <a:lnTo>
                    <a:pt x="55130" y="400050"/>
                  </a:lnTo>
                  <a:lnTo>
                    <a:pt x="344932" y="400050"/>
                  </a:lnTo>
                  <a:lnTo>
                    <a:pt x="385508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67" y="381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000472" y="380523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81" y="32842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25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40005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95" y="381"/>
                  </a:lnTo>
                  <a:lnTo>
                    <a:pt x="55130" y="0"/>
                  </a:lnTo>
                  <a:lnTo>
                    <a:pt x="59004" y="0"/>
                  </a:lnTo>
                  <a:lnTo>
                    <a:pt x="341058" y="0"/>
                  </a:lnTo>
                  <a:lnTo>
                    <a:pt x="344932" y="0"/>
                  </a:lnTo>
                  <a:lnTo>
                    <a:pt x="348767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57" y="3009"/>
                  </a:lnTo>
                  <a:lnTo>
                    <a:pt x="363639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7" y="9944"/>
                  </a:lnTo>
                  <a:lnTo>
                    <a:pt x="377050" y="12090"/>
                  </a:lnTo>
                  <a:lnTo>
                    <a:pt x="380034" y="14541"/>
                  </a:lnTo>
                  <a:lnTo>
                    <a:pt x="382778" y="17284"/>
                  </a:lnTo>
                  <a:lnTo>
                    <a:pt x="385508" y="20015"/>
                  </a:lnTo>
                  <a:lnTo>
                    <a:pt x="387959" y="22999"/>
                  </a:lnTo>
                  <a:lnTo>
                    <a:pt x="390105" y="26225"/>
                  </a:lnTo>
                  <a:lnTo>
                    <a:pt x="392264" y="29438"/>
                  </a:lnTo>
                  <a:lnTo>
                    <a:pt x="394081" y="32842"/>
                  </a:lnTo>
                  <a:lnTo>
                    <a:pt x="395566" y="36423"/>
                  </a:lnTo>
                  <a:lnTo>
                    <a:pt x="397052" y="39992"/>
                  </a:lnTo>
                  <a:lnTo>
                    <a:pt x="398157" y="43688"/>
                  </a:lnTo>
                  <a:lnTo>
                    <a:pt x="398919" y="47485"/>
                  </a:lnTo>
                  <a:lnTo>
                    <a:pt x="399681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81" y="348767"/>
                  </a:lnTo>
                  <a:lnTo>
                    <a:pt x="398919" y="352564"/>
                  </a:lnTo>
                  <a:lnTo>
                    <a:pt x="398157" y="356362"/>
                  </a:lnTo>
                  <a:lnTo>
                    <a:pt x="397052" y="360057"/>
                  </a:lnTo>
                  <a:lnTo>
                    <a:pt x="395566" y="363626"/>
                  </a:lnTo>
                  <a:lnTo>
                    <a:pt x="394081" y="367207"/>
                  </a:lnTo>
                  <a:lnTo>
                    <a:pt x="392264" y="370611"/>
                  </a:lnTo>
                  <a:lnTo>
                    <a:pt x="390105" y="373824"/>
                  </a:lnTo>
                  <a:lnTo>
                    <a:pt x="387959" y="377050"/>
                  </a:lnTo>
                  <a:lnTo>
                    <a:pt x="385508" y="380034"/>
                  </a:lnTo>
                  <a:lnTo>
                    <a:pt x="382778" y="382765"/>
                  </a:lnTo>
                  <a:lnTo>
                    <a:pt x="380034" y="385508"/>
                  </a:lnTo>
                  <a:lnTo>
                    <a:pt x="344932" y="400050"/>
                  </a:lnTo>
                  <a:lnTo>
                    <a:pt x="341058" y="400050"/>
                  </a:lnTo>
                  <a:lnTo>
                    <a:pt x="59004" y="400050"/>
                  </a:lnTo>
                  <a:lnTo>
                    <a:pt x="55130" y="400050"/>
                  </a:lnTo>
                  <a:lnTo>
                    <a:pt x="51295" y="399669"/>
                  </a:lnTo>
                  <a:lnTo>
                    <a:pt x="47485" y="398919"/>
                  </a:lnTo>
                  <a:lnTo>
                    <a:pt x="43688" y="398157"/>
                  </a:lnTo>
                  <a:lnTo>
                    <a:pt x="40005" y="397040"/>
                  </a:lnTo>
                  <a:lnTo>
                    <a:pt x="36423" y="395554"/>
                  </a:lnTo>
                  <a:lnTo>
                    <a:pt x="32842" y="394068"/>
                  </a:lnTo>
                  <a:lnTo>
                    <a:pt x="29438" y="392252"/>
                  </a:lnTo>
                  <a:lnTo>
                    <a:pt x="26225" y="390105"/>
                  </a:lnTo>
                  <a:lnTo>
                    <a:pt x="22999" y="387959"/>
                  </a:lnTo>
                  <a:lnTo>
                    <a:pt x="20015" y="385508"/>
                  </a:lnTo>
                  <a:lnTo>
                    <a:pt x="17284" y="382765"/>
                  </a:lnTo>
                  <a:lnTo>
                    <a:pt x="14541" y="380034"/>
                  </a:lnTo>
                  <a:lnTo>
                    <a:pt x="4495" y="363626"/>
                  </a:lnTo>
                  <a:lnTo>
                    <a:pt x="3009" y="360057"/>
                  </a:lnTo>
                  <a:lnTo>
                    <a:pt x="1892" y="356362"/>
                  </a:lnTo>
                  <a:lnTo>
                    <a:pt x="1130" y="352564"/>
                  </a:lnTo>
                  <a:lnTo>
                    <a:pt x="381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109514" y="3797299"/>
            <a:ext cx="1828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65" b="1">
                <a:solidFill>
                  <a:srgbClr val="E5E0DF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6286" y="3735387"/>
            <a:ext cx="4371340" cy="95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5" b="1">
                <a:solidFill>
                  <a:srgbClr val="E5E0DF"/>
                </a:solidFill>
                <a:latin typeface="Trebuchet MS"/>
                <a:cs typeface="Trebuchet MS"/>
              </a:rPr>
              <a:t>V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65" b="1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f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15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ó</a:t>
            </a:r>
            <a:r>
              <a:rPr dirty="0" sz="1650" spc="2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-4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1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-20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4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ó</a:t>
            </a:r>
            <a:r>
              <a:rPr dirty="0" sz="1650" spc="2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Se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utiliza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'bge'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para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5">
                <a:solidFill>
                  <a:srgbClr val="E5E0DF"/>
                </a:solidFill>
                <a:latin typeface="Tahoma"/>
                <a:cs typeface="Tahoma"/>
              </a:rPr>
              <a:t>comparar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el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contador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5">
                <a:solidFill>
                  <a:srgbClr val="E5E0DF"/>
                </a:solidFill>
                <a:latin typeface="Tahoma"/>
                <a:cs typeface="Tahoma"/>
              </a:rPr>
              <a:t>con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el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valor </a:t>
            </a:r>
            <a:r>
              <a:rPr dirty="0" sz="1400" spc="-42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límite.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995710" y="5314949"/>
            <a:ext cx="1028700" cy="409575"/>
            <a:chOff x="4995710" y="5314949"/>
            <a:chExt cx="1028700" cy="409575"/>
          </a:xfrm>
        </p:grpSpPr>
        <p:sp>
          <p:nvSpPr>
            <p:cNvPr id="18" name="object 18"/>
            <p:cNvSpPr/>
            <p:nvPr/>
          </p:nvSpPr>
          <p:spPr>
            <a:xfrm>
              <a:off x="5386235" y="5505449"/>
              <a:ext cx="638175" cy="19050"/>
            </a:xfrm>
            <a:custGeom>
              <a:avLst/>
              <a:gdLst/>
              <a:ahLst/>
              <a:cxnLst/>
              <a:rect l="l" t="t" r="r" b="b"/>
              <a:pathLst>
                <a:path w="638175" h="19050">
                  <a:moveTo>
                    <a:pt x="63127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31278" y="19050"/>
                  </a:lnTo>
                  <a:lnTo>
                    <a:pt x="633526" y="18122"/>
                  </a:lnTo>
                  <a:lnTo>
                    <a:pt x="637247" y="14401"/>
                  </a:lnTo>
                  <a:lnTo>
                    <a:pt x="638175" y="12153"/>
                  </a:lnTo>
                  <a:lnTo>
                    <a:pt x="638175" y="6896"/>
                  </a:lnTo>
                  <a:lnTo>
                    <a:pt x="637247" y="4648"/>
                  </a:lnTo>
                  <a:lnTo>
                    <a:pt x="633526" y="927"/>
                  </a:lnTo>
                  <a:lnTo>
                    <a:pt x="631278" y="0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000472" y="531971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32" y="0"/>
                  </a:moveTo>
                  <a:lnTo>
                    <a:pt x="55130" y="0"/>
                  </a:lnTo>
                  <a:lnTo>
                    <a:pt x="51295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5" y="385508"/>
                  </a:lnTo>
                  <a:lnTo>
                    <a:pt x="55130" y="400050"/>
                  </a:lnTo>
                  <a:lnTo>
                    <a:pt x="344932" y="400050"/>
                  </a:lnTo>
                  <a:lnTo>
                    <a:pt x="385508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67" y="381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000472" y="531971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81" y="32842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25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40005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95" y="381"/>
                  </a:lnTo>
                  <a:lnTo>
                    <a:pt x="55130" y="0"/>
                  </a:lnTo>
                  <a:lnTo>
                    <a:pt x="59004" y="0"/>
                  </a:lnTo>
                  <a:lnTo>
                    <a:pt x="341058" y="0"/>
                  </a:lnTo>
                  <a:lnTo>
                    <a:pt x="344932" y="0"/>
                  </a:lnTo>
                  <a:lnTo>
                    <a:pt x="348767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57" y="3009"/>
                  </a:lnTo>
                  <a:lnTo>
                    <a:pt x="363639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7" y="9944"/>
                  </a:lnTo>
                  <a:lnTo>
                    <a:pt x="377050" y="12090"/>
                  </a:lnTo>
                  <a:lnTo>
                    <a:pt x="380034" y="14541"/>
                  </a:lnTo>
                  <a:lnTo>
                    <a:pt x="382778" y="17284"/>
                  </a:lnTo>
                  <a:lnTo>
                    <a:pt x="385508" y="20015"/>
                  </a:lnTo>
                  <a:lnTo>
                    <a:pt x="387959" y="22999"/>
                  </a:lnTo>
                  <a:lnTo>
                    <a:pt x="390105" y="26225"/>
                  </a:lnTo>
                  <a:lnTo>
                    <a:pt x="392264" y="29438"/>
                  </a:lnTo>
                  <a:lnTo>
                    <a:pt x="394081" y="32842"/>
                  </a:lnTo>
                  <a:lnTo>
                    <a:pt x="395566" y="36423"/>
                  </a:lnTo>
                  <a:lnTo>
                    <a:pt x="397052" y="39992"/>
                  </a:lnTo>
                  <a:lnTo>
                    <a:pt x="398157" y="43688"/>
                  </a:lnTo>
                  <a:lnTo>
                    <a:pt x="398919" y="47485"/>
                  </a:lnTo>
                  <a:lnTo>
                    <a:pt x="399681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81" y="348767"/>
                  </a:lnTo>
                  <a:lnTo>
                    <a:pt x="398919" y="352564"/>
                  </a:lnTo>
                  <a:lnTo>
                    <a:pt x="398157" y="356362"/>
                  </a:lnTo>
                  <a:lnTo>
                    <a:pt x="397052" y="360057"/>
                  </a:lnTo>
                  <a:lnTo>
                    <a:pt x="395566" y="363626"/>
                  </a:lnTo>
                  <a:lnTo>
                    <a:pt x="394081" y="367207"/>
                  </a:lnTo>
                  <a:lnTo>
                    <a:pt x="392264" y="370611"/>
                  </a:lnTo>
                  <a:lnTo>
                    <a:pt x="390105" y="373824"/>
                  </a:lnTo>
                  <a:lnTo>
                    <a:pt x="387959" y="377050"/>
                  </a:lnTo>
                  <a:lnTo>
                    <a:pt x="385508" y="380034"/>
                  </a:lnTo>
                  <a:lnTo>
                    <a:pt x="382778" y="382765"/>
                  </a:lnTo>
                  <a:lnTo>
                    <a:pt x="380034" y="385508"/>
                  </a:lnTo>
                  <a:lnTo>
                    <a:pt x="344932" y="400050"/>
                  </a:lnTo>
                  <a:lnTo>
                    <a:pt x="341058" y="400050"/>
                  </a:lnTo>
                  <a:lnTo>
                    <a:pt x="59004" y="400050"/>
                  </a:lnTo>
                  <a:lnTo>
                    <a:pt x="55130" y="400050"/>
                  </a:lnTo>
                  <a:lnTo>
                    <a:pt x="51295" y="399669"/>
                  </a:lnTo>
                  <a:lnTo>
                    <a:pt x="26225" y="390105"/>
                  </a:lnTo>
                  <a:lnTo>
                    <a:pt x="22999" y="387959"/>
                  </a:lnTo>
                  <a:lnTo>
                    <a:pt x="20015" y="385508"/>
                  </a:lnTo>
                  <a:lnTo>
                    <a:pt x="17284" y="382765"/>
                  </a:lnTo>
                  <a:lnTo>
                    <a:pt x="14541" y="380034"/>
                  </a:lnTo>
                  <a:lnTo>
                    <a:pt x="4495" y="363626"/>
                  </a:lnTo>
                  <a:lnTo>
                    <a:pt x="3009" y="360057"/>
                  </a:lnTo>
                  <a:lnTo>
                    <a:pt x="1892" y="356362"/>
                  </a:lnTo>
                  <a:lnTo>
                    <a:pt x="1130" y="352564"/>
                  </a:lnTo>
                  <a:lnTo>
                    <a:pt x="381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111000" y="5311775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40" b="1">
                <a:solidFill>
                  <a:srgbClr val="E5E0DF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86284" y="5240337"/>
            <a:ext cx="4594225" cy="95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185" b="1">
                <a:solidFill>
                  <a:srgbClr val="E5E0DF"/>
                </a:solidFill>
                <a:latin typeface="Trebuchet MS"/>
                <a:cs typeface="Trebuchet MS"/>
              </a:rPr>
              <a:t>j</a:t>
            </a: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ó</a:t>
            </a:r>
            <a:r>
              <a:rPr dirty="0" sz="1650" spc="2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-4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6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b="1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125" b="1">
                <a:solidFill>
                  <a:srgbClr val="E5E0DF"/>
                </a:solidFill>
                <a:latin typeface="Trebuchet MS"/>
                <a:cs typeface="Trebuchet MS"/>
              </a:rPr>
              <a:t>B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650" spc="-1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Si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se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cumple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la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condición,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se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ejecuta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el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bloque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de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código </a:t>
            </a:r>
            <a:r>
              <a:rPr dirty="0" sz="1400" spc="-42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del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bucle.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95710" y="6819900"/>
            <a:ext cx="1028700" cy="409575"/>
            <a:chOff x="4995710" y="6819900"/>
            <a:chExt cx="1028700" cy="409575"/>
          </a:xfrm>
        </p:grpSpPr>
        <p:sp>
          <p:nvSpPr>
            <p:cNvPr id="24" name="object 24"/>
            <p:cNvSpPr/>
            <p:nvPr/>
          </p:nvSpPr>
          <p:spPr>
            <a:xfrm>
              <a:off x="5386235" y="7010400"/>
              <a:ext cx="638175" cy="19050"/>
            </a:xfrm>
            <a:custGeom>
              <a:avLst/>
              <a:gdLst/>
              <a:ahLst/>
              <a:cxnLst/>
              <a:rect l="l" t="t" r="r" b="b"/>
              <a:pathLst>
                <a:path w="638175" h="19050">
                  <a:moveTo>
                    <a:pt x="63127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31278" y="19050"/>
                  </a:lnTo>
                  <a:lnTo>
                    <a:pt x="633526" y="18122"/>
                  </a:lnTo>
                  <a:lnTo>
                    <a:pt x="637247" y="14401"/>
                  </a:lnTo>
                  <a:lnTo>
                    <a:pt x="638175" y="12153"/>
                  </a:lnTo>
                  <a:lnTo>
                    <a:pt x="638175" y="6896"/>
                  </a:lnTo>
                  <a:lnTo>
                    <a:pt x="637247" y="4648"/>
                  </a:lnTo>
                  <a:lnTo>
                    <a:pt x="633526" y="927"/>
                  </a:lnTo>
                  <a:lnTo>
                    <a:pt x="631278" y="0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000472" y="68246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32" y="0"/>
                  </a:moveTo>
                  <a:lnTo>
                    <a:pt x="55130" y="0"/>
                  </a:lnTo>
                  <a:lnTo>
                    <a:pt x="51295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5" y="385511"/>
                  </a:lnTo>
                  <a:lnTo>
                    <a:pt x="55130" y="400052"/>
                  </a:lnTo>
                  <a:lnTo>
                    <a:pt x="344932" y="400052"/>
                  </a:lnTo>
                  <a:lnTo>
                    <a:pt x="385508" y="380029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67" y="381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000472" y="68246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81" y="32842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25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40005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95" y="381"/>
                  </a:lnTo>
                  <a:lnTo>
                    <a:pt x="55130" y="0"/>
                  </a:lnTo>
                  <a:lnTo>
                    <a:pt x="59004" y="0"/>
                  </a:lnTo>
                  <a:lnTo>
                    <a:pt x="341058" y="0"/>
                  </a:lnTo>
                  <a:lnTo>
                    <a:pt x="344932" y="0"/>
                  </a:lnTo>
                  <a:lnTo>
                    <a:pt x="348767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57" y="3009"/>
                  </a:lnTo>
                  <a:lnTo>
                    <a:pt x="363639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7" y="9944"/>
                  </a:lnTo>
                  <a:lnTo>
                    <a:pt x="377050" y="12090"/>
                  </a:lnTo>
                  <a:lnTo>
                    <a:pt x="380034" y="14541"/>
                  </a:lnTo>
                  <a:lnTo>
                    <a:pt x="382778" y="17284"/>
                  </a:lnTo>
                  <a:lnTo>
                    <a:pt x="385508" y="20015"/>
                  </a:lnTo>
                  <a:lnTo>
                    <a:pt x="387959" y="22999"/>
                  </a:lnTo>
                  <a:lnTo>
                    <a:pt x="390105" y="26225"/>
                  </a:lnTo>
                  <a:lnTo>
                    <a:pt x="392264" y="29438"/>
                  </a:lnTo>
                  <a:lnTo>
                    <a:pt x="394081" y="32842"/>
                  </a:lnTo>
                  <a:lnTo>
                    <a:pt x="395566" y="36423"/>
                  </a:lnTo>
                  <a:lnTo>
                    <a:pt x="397052" y="39992"/>
                  </a:lnTo>
                  <a:lnTo>
                    <a:pt x="398157" y="43688"/>
                  </a:lnTo>
                  <a:lnTo>
                    <a:pt x="398919" y="47485"/>
                  </a:lnTo>
                  <a:lnTo>
                    <a:pt x="399681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81" y="348767"/>
                  </a:lnTo>
                  <a:lnTo>
                    <a:pt x="398919" y="352565"/>
                  </a:lnTo>
                  <a:lnTo>
                    <a:pt x="398157" y="356360"/>
                  </a:lnTo>
                  <a:lnTo>
                    <a:pt x="397052" y="360051"/>
                  </a:lnTo>
                  <a:lnTo>
                    <a:pt x="395566" y="363628"/>
                  </a:lnTo>
                  <a:lnTo>
                    <a:pt x="394081" y="367210"/>
                  </a:lnTo>
                  <a:lnTo>
                    <a:pt x="392264" y="370608"/>
                  </a:lnTo>
                  <a:lnTo>
                    <a:pt x="390105" y="373828"/>
                  </a:lnTo>
                  <a:lnTo>
                    <a:pt x="387959" y="377052"/>
                  </a:lnTo>
                  <a:lnTo>
                    <a:pt x="352564" y="398915"/>
                  </a:lnTo>
                  <a:lnTo>
                    <a:pt x="348767" y="399670"/>
                  </a:lnTo>
                  <a:lnTo>
                    <a:pt x="344932" y="400052"/>
                  </a:lnTo>
                  <a:lnTo>
                    <a:pt x="341058" y="400052"/>
                  </a:lnTo>
                  <a:lnTo>
                    <a:pt x="59004" y="400052"/>
                  </a:lnTo>
                  <a:lnTo>
                    <a:pt x="55130" y="400052"/>
                  </a:lnTo>
                  <a:lnTo>
                    <a:pt x="51295" y="399670"/>
                  </a:lnTo>
                  <a:lnTo>
                    <a:pt x="47485" y="398915"/>
                  </a:lnTo>
                  <a:lnTo>
                    <a:pt x="43688" y="398161"/>
                  </a:lnTo>
                  <a:lnTo>
                    <a:pt x="40005" y="397040"/>
                  </a:lnTo>
                  <a:lnTo>
                    <a:pt x="36423" y="395556"/>
                  </a:lnTo>
                  <a:lnTo>
                    <a:pt x="32842" y="394074"/>
                  </a:lnTo>
                  <a:lnTo>
                    <a:pt x="29438" y="392258"/>
                  </a:lnTo>
                  <a:lnTo>
                    <a:pt x="26225" y="390105"/>
                  </a:lnTo>
                  <a:lnTo>
                    <a:pt x="22999" y="387957"/>
                  </a:lnTo>
                  <a:lnTo>
                    <a:pt x="20015" y="385511"/>
                  </a:lnTo>
                  <a:lnTo>
                    <a:pt x="17284" y="382767"/>
                  </a:lnTo>
                  <a:lnTo>
                    <a:pt x="14541" y="380029"/>
                  </a:lnTo>
                  <a:lnTo>
                    <a:pt x="4495" y="363628"/>
                  </a:lnTo>
                  <a:lnTo>
                    <a:pt x="3009" y="360051"/>
                  </a:lnTo>
                  <a:lnTo>
                    <a:pt x="1892" y="356360"/>
                  </a:lnTo>
                  <a:lnTo>
                    <a:pt x="1130" y="352565"/>
                  </a:lnTo>
                  <a:lnTo>
                    <a:pt x="381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105501" y="6816725"/>
            <a:ext cx="19113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25" b="1">
                <a:solidFill>
                  <a:srgbClr val="E5E0DF"/>
                </a:solidFill>
                <a:latin typeface="Trebuchet MS"/>
                <a:cs typeface="Trebuchet MS"/>
              </a:rPr>
              <a:t>4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86291" y="6745287"/>
            <a:ext cx="4241800" cy="95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20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100" b="1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15" b="1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650" spc="2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-4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6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b="1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650" spc="15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spc="-4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-5" b="1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Finalmente,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se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incrementa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el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valor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del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contador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E5E0DF"/>
                </a:solidFill>
                <a:latin typeface="Tahoma"/>
                <a:cs typeface="Tahoma"/>
              </a:rPr>
              <a:t>y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se </a:t>
            </a:r>
            <a:r>
              <a:rPr dirty="0" sz="1400" spc="-42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vuelve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verificar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la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condición.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7931657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6915150"/>
          </a:xfrm>
          <a:custGeom>
            <a:avLst/>
            <a:gdLst/>
            <a:ahLst/>
            <a:cxnLst/>
            <a:rect l="l" t="t" r="r" b="b"/>
            <a:pathLst>
              <a:path w="11430000" h="6915150">
                <a:moveTo>
                  <a:pt x="11430000" y="0"/>
                </a:moveTo>
                <a:lnTo>
                  <a:pt x="0" y="0"/>
                </a:lnTo>
                <a:lnTo>
                  <a:pt x="0" y="6915150"/>
                </a:lnTo>
                <a:lnTo>
                  <a:pt x="11430000" y="69151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7"/>
            <a:ext cx="4286250" cy="691464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11128" y="434974"/>
            <a:ext cx="5351145" cy="1606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200"/>
              <a:t>E</a:t>
            </a:r>
            <a:r>
              <a:rPr dirty="0" spc="-380"/>
              <a:t>j</a:t>
            </a:r>
            <a:r>
              <a:rPr dirty="0" spc="-140"/>
              <a:t>e</a:t>
            </a:r>
            <a:r>
              <a:rPr dirty="0" spc="-10"/>
              <a:t>m</a:t>
            </a:r>
            <a:r>
              <a:rPr dirty="0" spc="-110"/>
              <a:t>p</a:t>
            </a:r>
            <a:r>
              <a:rPr dirty="0" spc="-114"/>
              <a:t>l</a:t>
            </a:r>
            <a:r>
              <a:rPr dirty="0" spc="15"/>
              <a:t>o</a:t>
            </a:r>
            <a:r>
              <a:rPr dirty="0" spc="-370"/>
              <a:t> </a:t>
            </a:r>
            <a:r>
              <a:rPr dirty="0" spc="-140"/>
              <a:t>p</a:t>
            </a:r>
            <a:r>
              <a:rPr dirty="0" spc="-135"/>
              <a:t>r</a:t>
            </a:r>
            <a:r>
              <a:rPr dirty="0" spc="-10"/>
              <a:t>á</a:t>
            </a:r>
            <a:r>
              <a:rPr dirty="0" spc="-10"/>
              <a:t>c</a:t>
            </a:r>
            <a:r>
              <a:rPr dirty="0" spc="-175"/>
              <a:t>t</a:t>
            </a:r>
            <a:r>
              <a:rPr dirty="0" spc="-150"/>
              <a:t>i</a:t>
            </a:r>
            <a:r>
              <a:rPr dirty="0"/>
              <a:t>c</a:t>
            </a:r>
            <a:r>
              <a:rPr dirty="0" spc="-90"/>
              <a:t>o</a:t>
            </a:r>
            <a:r>
              <a:rPr dirty="0" spc="-365"/>
              <a:t>:  </a:t>
            </a:r>
            <a:r>
              <a:rPr dirty="0" spc="-45"/>
              <a:t>I</a:t>
            </a:r>
            <a:r>
              <a:rPr dirty="0" spc="-10"/>
              <a:t>m</a:t>
            </a:r>
            <a:r>
              <a:rPr dirty="0" spc="-110"/>
              <a:t>p</a:t>
            </a:r>
            <a:r>
              <a:rPr dirty="0" spc="-114"/>
              <a:t>l</a:t>
            </a:r>
            <a:r>
              <a:rPr dirty="0" spc="-140"/>
              <a:t>e</a:t>
            </a:r>
            <a:r>
              <a:rPr dirty="0" spc="-10"/>
              <a:t>m</a:t>
            </a:r>
            <a:r>
              <a:rPr dirty="0" spc="-140"/>
              <a:t>e</a:t>
            </a:r>
            <a:r>
              <a:rPr dirty="0" spc="-135"/>
              <a:t>n</a:t>
            </a:r>
            <a:r>
              <a:rPr dirty="0" spc="-125"/>
              <a:t>t</a:t>
            </a:r>
            <a:r>
              <a:rPr dirty="0" spc="10"/>
              <a:t>a</a:t>
            </a:r>
            <a:r>
              <a:rPr dirty="0" spc="5"/>
              <a:t>c</a:t>
            </a:r>
            <a:r>
              <a:rPr dirty="0" spc="-150"/>
              <a:t>i</a:t>
            </a:r>
            <a:r>
              <a:rPr dirty="0" spc="-90"/>
              <a:t>ó</a:t>
            </a:r>
            <a:r>
              <a:rPr dirty="0" spc="20"/>
              <a:t>n</a:t>
            </a:r>
            <a:r>
              <a:rPr dirty="0" spc="-370"/>
              <a:t> </a:t>
            </a:r>
            <a:r>
              <a:rPr dirty="0" spc="-105"/>
              <a:t>d</a:t>
            </a:r>
            <a:r>
              <a:rPr dirty="0" spc="-50"/>
              <a:t>e</a:t>
            </a:r>
            <a:r>
              <a:rPr dirty="0" spc="-370"/>
              <a:t> </a:t>
            </a:r>
            <a:r>
              <a:rPr dirty="0" spc="-85"/>
              <a:t>u</a:t>
            </a:r>
            <a:r>
              <a:rPr dirty="0" spc="20"/>
              <a:t>n</a:t>
            </a:r>
            <a:r>
              <a:rPr dirty="0" spc="-370"/>
              <a:t> </a:t>
            </a:r>
            <a:r>
              <a:rPr dirty="0" spc="-110"/>
              <a:t>b</a:t>
            </a:r>
            <a:r>
              <a:rPr dirty="0" spc="-120"/>
              <a:t>u</a:t>
            </a:r>
            <a:r>
              <a:rPr dirty="0" spc="5"/>
              <a:t>c</a:t>
            </a:r>
            <a:r>
              <a:rPr dirty="0" spc="-114"/>
              <a:t>l</a:t>
            </a:r>
            <a:r>
              <a:rPr dirty="0" spc="-35"/>
              <a:t>e  </a:t>
            </a:r>
            <a:r>
              <a:rPr dirty="0" spc="-114"/>
              <a:t>for</a:t>
            </a:r>
          </a:p>
        </p:txBody>
      </p:sp>
      <p:sp>
        <p:nvSpPr>
          <p:cNvPr id="5" name="object 5"/>
          <p:cNvSpPr/>
          <p:nvPr/>
        </p:nvSpPr>
        <p:spPr>
          <a:xfrm>
            <a:off x="4926601" y="2384675"/>
            <a:ext cx="450215" cy="450215"/>
          </a:xfrm>
          <a:custGeom>
            <a:avLst/>
            <a:gdLst/>
            <a:ahLst/>
            <a:cxnLst/>
            <a:rect l="l" t="t" r="r" b="b"/>
            <a:pathLst>
              <a:path w="450214" h="450214">
                <a:moveTo>
                  <a:pt x="353659" y="0"/>
                </a:moveTo>
                <a:lnTo>
                  <a:pt x="332244" y="4169"/>
                </a:lnTo>
                <a:lnTo>
                  <a:pt x="313418" y="16678"/>
                </a:lnTo>
                <a:lnTo>
                  <a:pt x="246603" y="83480"/>
                </a:lnTo>
                <a:lnTo>
                  <a:pt x="124213" y="116830"/>
                </a:lnTo>
                <a:lnTo>
                  <a:pt x="82115" y="148513"/>
                </a:lnTo>
                <a:lnTo>
                  <a:pt x="1290" y="409832"/>
                </a:lnTo>
                <a:lnTo>
                  <a:pt x="0" y="418129"/>
                </a:lnTo>
                <a:lnTo>
                  <a:pt x="968" y="426329"/>
                </a:lnTo>
                <a:lnTo>
                  <a:pt x="31671" y="449819"/>
                </a:lnTo>
                <a:lnTo>
                  <a:pt x="39987" y="448516"/>
                </a:lnTo>
                <a:lnTo>
                  <a:pt x="155090" y="414010"/>
                </a:lnTo>
                <a:lnTo>
                  <a:pt x="55900" y="414010"/>
                </a:lnTo>
                <a:lnTo>
                  <a:pt x="76007" y="393906"/>
                </a:lnTo>
                <a:lnTo>
                  <a:pt x="35809" y="393906"/>
                </a:lnTo>
                <a:lnTo>
                  <a:pt x="102077" y="173231"/>
                </a:lnTo>
                <a:lnTo>
                  <a:pt x="131694" y="144313"/>
                </a:lnTo>
                <a:lnTo>
                  <a:pt x="249746" y="112137"/>
                </a:lnTo>
                <a:lnTo>
                  <a:pt x="290022" y="112118"/>
                </a:lnTo>
                <a:lnTo>
                  <a:pt x="274148" y="96242"/>
                </a:lnTo>
                <a:lnTo>
                  <a:pt x="333509" y="36871"/>
                </a:lnTo>
                <a:lnTo>
                  <a:pt x="342848" y="30613"/>
                </a:lnTo>
                <a:lnTo>
                  <a:pt x="353574" y="28527"/>
                </a:lnTo>
                <a:lnTo>
                  <a:pt x="405760" y="28527"/>
                </a:lnTo>
                <a:lnTo>
                  <a:pt x="393910" y="16678"/>
                </a:lnTo>
                <a:lnTo>
                  <a:pt x="375077" y="4169"/>
                </a:lnTo>
                <a:lnTo>
                  <a:pt x="353659" y="0"/>
                </a:lnTo>
                <a:close/>
              </a:path>
              <a:path w="450214" h="450214">
                <a:moveTo>
                  <a:pt x="290022" y="112118"/>
                </a:moveTo>
                <a:lnTo>
                  <a:pt x="249816" y="112118"/>
                </a:lnTo>
                <a:lnTo>
                  <a:pt x="337688" y="200091"/>
                </a:lnTo>
                <a:lnTo>
                  <a:pt x="305493" y="318214"/>
                </a:lnTo>
                <a:lnTo>
                  <a:pt x="276588" y="347830"/>
                </a:lnTo>
                <a:lnTo>
                  <a:pt x="55900" y="414010"/>
                </a:lnTo>
                <a:lnTo>
                  <a:pt x="155090" y="414010"/>
                </a:lnTo>
                <a:lnTo>
                  <a:pt x="284767" y="375135"/>
                </a:lnTo>
                <a:lnTo>
                  <a:pt x="326020" y="342390"/>
                </a:lnTo>
                <a:lnTo>
                  <a:pt x="366339" y="203203"/>
                </a:lnTo>
                <a:lnTo>
                  <a:pt x="393822" y="175720"/>
                </a:lnTo>
                <a:lnTo>
                  <a:pt x="353613" y="175720"/>
                </a:lnTo>
                <a:lnTo>
                  <a:pt x="290022" y="112118"/>
                </a:lnTo>
                <a:close/>
              </a:path>
              <a:path w="450214" h="450214">
                <a:moveTo>
                  <a:pt x="182836" y="210048"/>
                </a:moveTo>
                <a:lnTo>
                  <a:pt x="160698" y="214527"/>
                </a:lnTo>
                <a:lnTo>
                  <a:pt x="142603" y="226737"/>
                </a:lnTo>
                <a:lnTo>
                  <a:pt x="130394" y="244836"/>
                </a:lnTo>
                <a:lnTo>
                  <a:pt x="125915" y="266982"/>
                </a:lnTo>
                <a:lnTo>
                  <a:pt x="126449" y="274772"/>
                </a:lnTo>
                <a:lnTo>
                  <a:pt x="127999" y="282230"/>
                </a:lnTo>
                <a:lnTo>
                  <a:pt x="130485" y="289290"/>
                </a:lnTo>
                <a:lnTo>
                  <a:pt x="133827" y="295887"/>
                </a:lnTo>
                <a:lnTo>
                  <a:pt x="35809" y="393906"/>
                </a:lnTo>
                <a:lnTo>
                  <a:pt x="76007" y="393906"/>
                </a:lnTo>
                <a:lnTo>
                  <a:pt x="153931" y="315991"/>
                </a:lnTo>
                <a:lnTo>
                  <a:pt x="210063" y="315991"/>
                </a:lnTo>
                <a:lnTo>
                  <a:pt x="223070" y="307216"/>
                </a:lnTo>
                <a:lnTo>
                  <a:pt x="231013" y="295443"/>
                </a:lnTo>
                <a:lnTo>
                  <a:pt x="179065" y="295443"/>
                </a:lnTo>
                <a:lnTo>
                  <a:pt x="175432" y="294719"/>
                </a:lnTo>
                <a:lnTo>
                  <a:pt x="154376" y="270754"/>
                </a:lnTo>
                <a:lnTo>
                  <a:pt x="154376" y="263197"/>
                </a:lnTo>
                <a:lnTo>
                  <a:pt x="179065" y="238509"/>
                </a:lnTo>
                <a:lnTo>
                  <a:pt x="231010" y="238509"/>
                </a:lnTo>
                <a:lnTo>
                  <a:pt x="223070" y="226737"/>
                </a:lnTo>
                <a:lnTo>
                  <a:pt x="204975" y="214527"/>
                </a:lnTo>
                <a:lnTo>
                  <a:pt x="182836" y="210048"/>
                </a:lnTo>
                <a:close/>
              </a:path>
              <a:path w="450214" h="450214">
                <a:moveTo>
                  <a:pt x="210063" y="315991"/>
                </a:moveTo>
                <a:lnTo>
                  <a:pt x="153931" y="315991"/>
                </a:lnTo>
                <a:lnTo>
                  <a:pt x="160521" y="319365"/>
                </a:lnTo>
                <a:lnTo>
                  <a:pt x="167579" y="321848"/>
                </a:lnTo>
                <a:lnTo>
                  <a:pt x="175039" y="323380"/>
                </a:lnTo>
                <a:lnTo>
                  <a:pt x="182836" y="323903"/>
                </a:lnTo>
                <a:lnTo>
                  <a:pt x="204975" y="319424"/>
                </a:lnTo>
                <a:lnTo>
                  <a:pt x="210063" y="315991"/>
                </a:lnTo>
                <a:close/>
              </a:path>
              <a:path w="450214" h="450214">
                <a:moveTo>
                  <a:pt x="231010" y="238509"/>
                </a:moveTo>
                <a:lnTo>
                  <a:pt x="186608" y="238509"/>
                </a:lnTo>
                <a:lnTo>
                  <a:pt x="190241" y="239233"/>
                </a:lnTo>
                <a:lnTo>
                  <a:pt x="197213" y="242128"/>
                </a:lnTo>
                <a:lnTo>
                  <a:pt x="211297" y="263197"/>
                </a:lnTo>
                <a:lnTo>
                  <a:pt x="211297" y="270754"/>
                </a:lnTo>
                <a:lnTo>
                  <a:pt x="186608" y="295443"/>
                </a:lnTo>
                <a:lnTo>
                  <a:pt x="231013" y="295443"/>
                </a:lnTo>
                <a:lnTo>
                  <a:pt x="235279" y="289121"/>
                </a:lnTo>
                <a:lnTo>
                  <a:pt x="239758" y="266982"/>
                </a:lnTo>
                <a:lnTo>
                  <a:pt x="235279" y="244836"/>
                </a:lnTo>
                <a:lnTo>
                  <a:pt x="231010" y="238509"/>
                </a:lnTo>
                <a:close/>
              </a:path>
              <a:path w="450214" h="450214">
                <a:moveTo>
                  <a:pt x="405760" y="28527"/>
                </a:moveTo>
                <a:lnTo>
                  <a:pt x="353574" y="28527"/>
                </a:lnTo>
                <a:lnTo>
                  <a:pt x="364297" y="30613"/>
                </a:lnTo>
                <a:lnTo>
                  <a:pt x="373717" y="36871"/>
                </a:lnTo>
                <a:lnTo>
                  <a:pt x="412948" y="76088"/>
                </a:lnTo>
                <a:lnTo>
                  <a:pt x="419199" y="85516"/>
                </a:lnTo>
                <a:lnTo>
                  <a:pt x="421282" y="96242"/>
                </a:lnTo>
                <a:lnTo>
                  <a:pt x="419199" y="106965"/>
                </a:lnTo>
                <a:lnTo>
                  <a:pt x="412948" y="116385"/>
                </a:lnTo>
                <a:lnTo>
                  <a:pt x="353613" y="175720"/>
                </a:lnTo>
                <a:lnTo>
                  <a:pt x="393822" y="175720"/>
                </a:lnTo>
                <a:lnTo>
                  <a:pt x="433141" y="136401"/>
                </a:lnTo>
                <a:lnTo>
                  <a:pt x="445642" y="117568"/>
                </a:lnTo>
                <a:lnTo>
                  <a:pt x="449810" y="96150"/>
                </a:lnTo>
                <a:lnTo>
                  <a:pt x="445642" y="74734"/>
                </a:lnTo>
                <a:lnTo>
                  <a:pt x="433141" y="55908"/>
                </a:lnTo>
                <a:lnTo>
                  <a:pt x="405760" y="28527"/>
                </a:lnTo>
                <a:close/>
              </a:path>
              <a:path w="450214" h="450214">
                <a:moveTo>
                  <a:pt x="249816" y="112118"/>
                </a:moveTo>
                <a:close/>
              </a:path>
            </a:pathLst>
          </a:custGeom>
          <a:solidFill>
            <a:srgbClr val="F203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911128" y="2973387"/>
            <a:ext cx="2500630" cy="95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5" b="1">
                <a:solidFill>
                  <a:srgbClr val="E5E0DF"/>
                </a:solidFill>
                <a:latin typeface="Trebuchet MS"/>
                <a:cs typeface="Trebuchet MS"/>
              </a:rPr>
              <a:t>Inicialización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dirty="0" sz="1400" spc="45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b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80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Tahoma"/>
                <a:cs typeface="Tahoma"/>
              </a:rPr>
              <a:t>v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65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65">
                <a:solidFill>
                  <a:srgbClr val="E5E0DF"/>
                </a:solidFill>
                <a:latin typeface="Tahoma"/>
                <a:cs typeface="Tahoma"/>
              </a:rPr>
              <a:t>l 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contador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en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un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registro.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91475" y="2406548"/>
            <a:ext cx="455930" cy="405130"/>
          </a:xfrm>
          <a:custGeom>
            <a:avLst/>
            <a:gdLst/>
            <a:ahLst/>
            <a:cxnLst/>
            <a:rect l="l" t="t" r="r" b="b"/>
            <a:pathLst>
              <a:path w="455929" h="405130">
                <a:moveTo>
                  <a:pt x="404812" y="0"/>
                </a:moveTo>
                <a:lnTo>
                  <a:pt x="50596" y="0"/>
                </a:lnTo>
                <a:lnTo>
                  <a:pt x="30919" y="3982"/>
                </a:lnTo>
                <a:lnTo>
                  <a:pt x="14835" y="14836"/>
                </a:lnTo>
                <a:lnTo>
                  <a:pt x="3982" y="30925"/>
                </a:lnTo>
                <a:lnTo>
                  <a:pt x="0" y="50609"/>
                </a:lnTo>
                <a:lnTo>
                  <a:pt x="0" y="151803"/>
                </a:lnTo>
                <a:lnTo>
                  <a:pt x="3982" y="171487"/>
                </a:lnTo>
                <a:lnTo>
                  <a:pt x="14835" y="187575"/>
                </a:lnTo>
                <a:lnTo>
                  <a:pt x="30919" y="198430"/>
                </a:lnTo>
                <a:lnTo>
                  <a:pt x="50596" y="202412"/>
                </a:lnTo>
                <a:lnTo>
                  <a:pt x="404812" y="202412"/>
                </a:lnTo>
                <a:lnTo>
                  <a:pt x="424494" y="198430"/>
                </a:lnTo>
                <a:lnTo>
                  <a:pt x="440578" y="187575"/>
                </a:lnTo>
                <a:lnTo>
                  <a:pt x="447634" y="177114"/>
                </a:lnTo>
                <a:lnTo>
                  <a:pt x="50596" y="177114"/>
                </a:lnTo>
                <a:lnTo>
                  <a:pt x="40739" y="175127"/>
                </a:lnTo>
                <a:lnTo>
                  <a:pt x="32699" y="169706"/>
                </a:lnTo>
                <a:lnTo>
                  <a:pt x="27283" y="161662"/>
                </a:lnTo>
                <a:lnTo>
                  <a:pt x="25298" y="151803"/>
                </a:lnTo>
                <a:lnTo>
                  <a:pt x="25298" y="50609"/>
                </a:lnTo>
                <a:lnTo>
                  <a:pt x="27283" y="40752"/>
                </a:lnTo>
                <a:lnTo>
                  <a:pt x="32699" y="32712"/>
                </a:lnTo>
                <a:lnTo>
                  <a:pt x="40739" y="27295"/>
                </a:lnTo>
                <a:lnTo>
                  <a:pt x="50596" y="25311"/>
                </a:lnTo>
                <a:lnTo>
                  <a:pt x="447642" y="25311"/>
                </a:lnTo>
                <a:lnTo>
                  <a:pt x="440578" y="14836"/>
                </a:lnTo>
                <a:lnTo>
                  <a:pt x="424494" y="3982"/>
                </a:lnTo>
                <a:lnTo>
                  <a:pt x="404812" y="0"/>
                </a:lnTo>
                <a:close/>
              </a:path>
              <a:path w="455929" h="405130">
                <a:moveTo>
                  <a:pt x="447642" y="25311"/>
                </a:moveTo>
                <a:lnTo>
                  <a:pt x="404812" y="25311"/>
                </a:lnTo>
                <a:lnTo>
                  <a:pt x="414669" y="27295"/>
                </a:lnTo>
                <a:lnTo>
                  <a:pt x="422709" y="32712"/>
                </a:lnTo>
                <a:lnTo>
                  <a:pt x="428126" y="40752"/>
                </a:lnTo>
                <a:lnTo>
                  <a:pt x="430110" y="50609"/>
                </a:lnTo>
                <a:lnTo>
                  <a:pt x="430110" y="151803"/>
                </a:lnTo>
                <a:lnTo>
                  <a:pt x="428126" y="161662"/>
                </a:lnTo>
                <a:lnTo>
                  <a:pt x="422709" y="169706"/>
                </a:lnTo>
                <a:lnTo>
                  <a:pt x="414669" y="175127"/>
                </a:lnTo>
                <a:lnTo>
                  <a:pt x="404812" y="177114"/>
                </a:lnTo>
                <a:lnTo>
                  <a:pt x="447634" y="177114"/>
                </a:lnTo>
                <a:lnTo>
                  <a:pt x="451429" y="171487"/>
                </a:lnTo>
                <a:lnTo>
                  <a:pt x="455409" y="151803"/>
                </a:lnTo>
                <a:lnTo>
                  <a:pt x="455409" y="50609"/>
                </a:lnTo>
                <a:lnTo>
                  <a:pt x="451429" y="30925"/>
                </a:lnTo>
                <a:lnTo>
                  <a:pt x="447642" y="25311"/>
                </a:lnTo>
                <a:close/>
              </a:path>
              <a:path w="455929" h="405130">
                <a:moveTo>
                  <a:pt x="373811" y="101206"/>
                </a:moveTo>
                <a:lnTo>
                  <a:pt x="81597" y="101206"/>
                </a:lnTo>
                <a:lnTo>
                  <a:pt x="75907" y="106895"/>
                </a:lnTo>
                <a:lnTo>
                  <a:pt x="75907" y="120815"/>
                </a:lnTo>
                <a:lnTo>
                  <a:pt x="81597" y="126504"/>
                </a:lnTo>
                <a:lnTo>
                  <a:pt x="373811" y="126504"/>
                </a:lnTo>
                <a:lnTo>
                  <a:pt x="379514" y="120815"/>
                </a:lnTo>
                <a:lnTo>
                  <a:pt x="379514" y="106895"/>
                </a:lnTo>
                <a:lnTo>
                  <a:pt x="373811" y="101206"/>
                </a:lnTo>
                <a:close/>
              </a:path>
              <a:path w="455929" h="405130">
                <a:moveTo>
                  <a:pt x="113538" y="283298"/>
                </a:moveTo>
                <a:lnTo>
                  <a:pt x="84632" y="309479"/>
                </a:lnTo>
                <a:lnTo>
                  <a:pt x="75907" y="341566"/>
                </a:lnTo>
                <a:lnTo>
                  <a:pt x="80875" y="366188"/>
                </a:lnTo>
                <a:lnTo>
                  <a:pt x="94424" y="386291"/>
                </a:lnTo>
                <a:lnTo>
                  <a:pt x="114527" y="399843"/>
                </a:lnTo>
                <a:lnTo>
                  <a:pt x="139153" y="404812"/>
                </a:lnTo>
                <a:lnTo>
                  <a:pt x="163782" y="399843"/>
                </a:lnTo>
                <a:lnTo>
                  <a:pt x="183889" y="386291"/>
                </a:lnTo>
                <a:lnTo>
                  <a:pt x="188458" y="379514"/>
                </a:lnTo>
                <a:lnTo>
                  <a:pt x="139230" y="379514"/>
                </a:lnTo>
                <a:lnTo>
                  <a:pt x="124460" y="376529"/>
                </a:lnTo>
                <a:lnTo>
                  <a:pt x="112398" y="368393"/>
                </a:lnTo>
                <a:lnTo>
                  <a:pt x="104265" y="356330"/>
                </a:lnTo>
                <a:lnTo>
                  <a:pt x="101282" y="341566"/>
                </a:lnTo>
                <a:lnTo>
                  <a:pt x="102646" y="331412"/>
                </a:lnTo>
                <a:lnTo>
                  <a:pt x="106502" y="322300"/>
                </a:lnTo>
                <a:lnTo>
                  <a:pt x="112491" y="314598"/>
                </a:lnTo>
                <a:lnTo>
                  <a:pt x="120256" y="308673"/>
                </a:lnTo>
                <a:lnTo>
                  <a:pt x="126263" y="305117"/>
                </a:lnTo>
                <a:lnTo>
                  <a:pt x="128397" y="297370"/>
                </a:lnTo>
                <a:lnTo>
                  <a:pt x="121285" y="285343"/>
                </a:lnTo>
                <a:lnTo>
                  <a:pt x="113538" y="283298"/>
                </a:lnTo>
                <a:close/>
              </a:path>
              <a:path w="455929" h="405130">
                <a:moveTo>
                  <a:pt x="202412" y="227711"/>
                </a:moveTo>
                <a:lnTo>
                  <a:pt x="177190" y="227711"/>
                </a:lnTo>
                <a:lnTo>
                  <a:pt x="177190" y="341566"/>
                </a:lnTo>
                <a:lnTo>
                  <a:pt x="174205" y="356330"/>
                </a:lnTo>
                <a:lnTo>
                  <a:pt x="166068" y="368393"/>
                </a:lnTo>
                <a:lnTo>
                  <a:pt x="154001" y="376529"/>
                </a:lnTo>
                <a:lnTo>
                  <a:pt x="139230" y="379514"/>
                </a:lnTo>
                <a:lnTo>
                  <a:pt x="188458" y="379514"/>
                </a:lnTo>
                <a:lnTo>
                  <a:pt x="197443" y="366188"/>
                </a:lnTo>
                <a:lnTo>
                  <a:pt x="202412" y="341566"/>
                </a:lnTo>
                <a:lnTo>
                  <a:pt x="202412" y="227711"/>
                </a:lnTo>
                <a:close/>
              </a:path>
              <a:path w="455929" h="405130">
                <a:moveTo>
                  <a:pt x="278307" y="227711"/>
                </a:moveTo>
                <a:lnTo>
                  <a:pt x="253009" y="227711"/>
                </a:lnTo>
                <a:lnTo>
                  <a:pt x="253009" y="316268"/>
                </a:lnTo>
                <a:lnTo>
                  <a:pt x="258054" y="340889"/>
                </a:lnTo>
                <a:lnTo>
                  <a:pt x="271608" y="360992"/>
                </a:lnTo>
                <a:lnTo>
                  <a:pt x="291715" y="374545"/>
                </a:lnTo>
                <a:lnTo>
                  <a:pt x="316344" y="379514"/>
                </a:lnTo>
                <a:lnTo>
                  <a:pt x="340965" y="374545"/>
                </a:lnTo>
                <a:lnTo>
                  <a:pt x="361068" y="360992"/>
                </a:lnTo>
                <a:lnTo>
                  <a:pt x="365637" y="354215"/>
                </a:lnTo>
                <a:lnTo>
                  <a:pt x="316255" y="354215"/>
                </a:lnTo>
                <a:lnTo>
                  <a:pt x="301485" y="351231"/>
                </a:lnTo>
                <a:lnTo>
                  <a:pt x="289423" y="343095"/>
                </a:lnTo>
                <a:lnTo>
                  <a:pt x="281290" y="331032"/>
                </a:lnTo>
                <a:lnTo>
                  <a:pt x="278307" y="316268"/>
                </a:lnTo>
                <a:lnTo>
                  <a:pt x="278307" y="227711"/>
                </a:lnTo>
                <a:close/>
              </a:path>
              <a:path w="455929" h="405130">
                <a:moveTo>
                  <a:pt x="341884" y="257911"/>
                </a:moveTo>
                <a:lnTo>
                  <a:pt x="334213" y="259969"/>
                </a:lnTo>
                <a:lnTo>
                  <a:pt x="327088" y="272135"/>
                </a:lnTo>
                <a:lnTo>
                  <a:pt x="329222" y="279895"/>
                </a:lnTo>
                <a:lnTo>
                  <a:pt x="335229" y="283375"/>
                </a:lnTo>
                <a:lnTo>
                  <a:pt x="343001" y="289311"/>
                </a:lnTo>
                <a:lnTo>
                  <a:pt x="348994" y="297030"/>
                </a:lnTo>
                <a:lnTo>
                  <a:pt x="352851" y="306145"/>
                </a:lnTo>
                <a:lnTo>
                  <a:pt x="354215" y="316268"/>
                </a:lnTo>
                <a:lnTo>
                  <a:pt x="351231" y="331032"/>
                </a:lnTo>
                <a:lnTo>
                  <a:pt x="343093" y="343095"/>
                </a:lnTo>
                <a:lnTo>
                  <a:pt x="331027" y="351231"/>
                </a:lnTo>
                <a:lnTo>
                  <a:pt x="316255" y="354215"/>
                </a:lnTo>
                <a:lnTo>
                  <a:pt x="365637" y="354215"/>
                </a:lnTo>
                <a:lnTo>
                  <a:pt x="374621" y="340889"/>
                </a:lnTo>
                <a:lnTo>
                  <a:pt x="379590" y="316268"/>
                </a:lnTo>
                <a:lnTo>
                  <a:pt x="377306" y="299365"/>
                </a:lnTo>
                <a:lnTo>
                  <a:pt x="370865" y="284181"/>
                </a:lnTo>
                <a:lnTo>
                  <a:pt x="360880" y="271341"/>
                </a:lnTo>
                <a:lnTo>
                  <a:pt x="347967" y="261467"/>
                </a:lnTo>
                <a:lnTo>
                  <a:pt x="341884" y="257911"/>
                </a:lnTo>
                <a:close/>
              </a:path>
            </a:pathLst>
          </a:custGeom>
          <a:solidFill>
            <a:srgbClr val="F203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982051" y="2973387"/>
            <a:ext cx="2536825" cy="95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5" b="1">
                <a:solidFill>
                  <a:srgbClr val="E5E0DF"/>
                </a:solidFill>
                <a:latin typeface="Trebuchet MS"/>
                <a:cs typeface="Trebuchet MS"/>
              </a:rPr>
              <a:t>V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65" b="1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f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15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ó</a:t>
            </a:r>
            <a:r>
              <a:rPr dirty="0" sz="1650" spc="2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-4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1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-20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4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ó</a:t>
            </a:r>
            <a:r>
              <a:rPr dirty="0" sz="1650" spc="2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dirty="0" sz="1400" spc="45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95">
                <a:solidFill>
                  <a:srgbClr val="E5E0DF"/>
                </a:solidFill>
                <a:latin typeface="Tahoma"/>
                <a:cs typeface="Tahoma"/>
              </a:rPr>
              <a:t>z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Tahoma"/>
                <a:cs typeface="Tahoma"/>
              </a:rPr>
              <a:t>'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b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65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'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p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m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p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65">
                <a:solidFill>
                  <a:srgbClr val="E5E0DF"/>
                </a:solidFill>
                <a:latin typeface="Tahoma"/>
                <a:cs typeface="Tahoma"/>
              </a:rPr>
              <a:t>l  </a:t>
            </a:r>
            <a:r>
              <a:rPr dirty="0" sz="1400" spc="80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Tahoma"/>
                <a:cs typeface="Tahoma"/>
              </a:rPr>
              <a:t>v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í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m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23269" y="4552835"/>
            <a:ext cx="456565" cy="398780"/>
          </a:xfrm>
          <a:custGeom>
            <a:avLst/>
            <a:gdLst/>
            <a:ahLst/>
            <a:cxnLst/>
            <a:rect l="l" t="t" r="r" b="b"/>
            <a:pathLst>
              <a:path w="456564" h="398779">
                <a:moveTo>
                  <a:pt x="228866" y="0"/>
                </a:moveTo>
                <a:lnTo>
                  <a:pt x="176620" y="4890"/>
                </a:lnTo>
                <a:lnTo>
                  <a:pt x="128677" y="18817"/>
                </a:lnTo>
                <a:lnTo>
                  <a:pt x="86399" y="40668"/>
                </a:lnTo>
                <a:lnTo>
                  <a:pt x="51147" y="69327"/>
                </a:lnTo>
                <a:lnTo>
                  <a:pt x="24281" y="103680"/>
                </a:lnTo>
                <a:lnTo>
                  <a:pt x="7164" y="142614"/>
                </a:lnTo>
                <a:lnTo>
                  <a:pt x="1155" y="185013"/>
                </a:lnTo>
                <a:lnTo>
                  <a:pt x="4267" y="215072"/>
                </a:lnTo>
                <a:lnTo>
                  <a:pt x="12976" y="243012"/>
                </a:lnTo>
                <a:lnTo>
                  <a:pt x="26337" y="268750"/>
                </a:lnTo>
                <a:lnTo>
                  <a:pt x="43408" y="292201"/>
                </a:lnTo>
                <a:lnTo>
                  <a:pt x="43497" y="292379"/>
                </a:lnTo>
                <a:lnTo>
                  <a:pt x="31572" y="335188"/>
                </a:lnTo>
                <a:lnTo>
                  <a:pt x="10486" y="368538"/>
                </a:lnTo>
                <a:lnTo>
                  <a:pt x="1244" y="378383"/>
                </a:lnTo>
                <a:lnTo>
                  <a:pt x="0" y="384530"/>
                </a:lnTo>
                <a:lnTo>
                  <a:pt x="4445" y="395020"/>
                </a:lnTo>
                <a:lnTo>
                  <a:pt x="9601" y="398487"/>
                </a:lnTo>
                <a:lnTo>
                  <a:pt x="15392" y="398487"/>
                </a:lnTo>
                <a:lnTo>
                  <a:pt x="53249" y="393376"/>
                </a:lnTo>
                <a:lnTo>
                  <a:pt x="100550" y="375398"/>
                </a:lnTo>
                <a:lnTo>
                  <a:pt x="113721" y="368249"/>
                </a:lnTo>
                <a:lnTo>
                  <a:pt x="82283" y="368249"/>
                </a:lnTo>
                <a:lnTo>
                  <a:pt x="81043" y="365404"/>
                </a:lnTo>
                <a:lnTo>
                  <a:pt x="47498" y="365404"/>
                </a:lnTo>
                <a:lnTo>
                  <a:pt x="47942" y="364693"/>
                </a:lnTo>
                <a:lnTo>
                  <a:pt x="48475" y="363893"/>
                </a:lnTo>
                <a:lnTo>
                  <a:pt x="48920" y="363093"/>
                </a:lnTo>
                <a:lnTo>
                  <a:pt x="68835" y="312983"/>
                </a:lnTo>
                <a:lnTo>
                  <a:pt x="72669" y="287121"/>
                </a:lnTo>
                <a:lnTo>
                  <a:pt x="69824" y="279565"/>
                </a:lnTo>
                <a:lnTo>
                  <a:pt x="65201" y="273964"/>
                </a:lnTo>
                <a:lnTo>
                  <a:pt x="50447" y="253675"/>
                </a:lnTo>
                <a:lnTo>
                  <a:pt x="39236" y="232060"/>
                </a:lnTo>
                <a:lnTo>
                  <a:pt x="32111" y="209159"/>
                </a:lnTo>
                <a:lnTo>
                  <a:pt x="29616" y="185013"/>
                </a:lnTo>
                <a:lnTo>
                  <a:pt x="36333" y="145191"/>
                </a:lnTo>
                <a:lnTo>
                  <a:pt x="55538" y="108299"/>
                </a:lnTo>
                <a:lnTo>
                  <a:pt x="85812" y="76258"/>
                </a:lnTo>
                <a:lnTo>
                  <a:pt x="125737" y="50992"/>
                </a:lnTo>
                <a:lnTo>
                  <a:pt x="173895" y="34423"/>
                </a:lnTo>
                <a:lnTo>
                  <a:pt x="228866" y="28473"/>
                </a:lnTo>
                <a:lnTo>
                  <a:pt x="347729" y="28473"/>
                </a:lnTo>
                <a:lnTo>
                  <a:pt x="329047" y="18817"/>
                </a:lnTo>
                <a:lnTo>
                  <a:pt x="281108" y="4890"/>
                </a:lnTo>
                <a:lnTo>
                  <a:pt x="228866" y="0"/>
                </a:lnTo>
                <a:close/>
              </a:path>
              <a:path w="456564" h="398779">
                <a:moveTo>
                  <a:pt x="319399" y="354012"/>
                </a:moveTo>
                <a:lnTo>
                  <a:pt x="136359" y="354012"/>
                </a:lnTo>
                <a:lnTo>
                  <a:pt x="136537" y="354101"/>
                </a:lnTo>
                <a:lnTo>
                  <a:pt x="159063" y="360819"/>
                </a:lnTo>
                <a:lnTo>
                  <a:pt x="181797" y="365802"/>
                </a:lnTo>
                <a:lnTo>
                  <a:pt x="205092" y="368940"/>
                </a:lnTo>
                <a:lnTo>
                  <a:pt x="228866" y="370027"/>
                </a:lnTo>
                <a:lnTo>
                  <a:pt x="281108" y="365137"/>
                </a:lnTo>
                <a:lnTo>
                  <a:pt x="319399" y="354012"/>
                </a:lnTo>
                <a:close/>
              </a:path>
              <a:path w="456564" h="398779">
                <a:moveTo>
                  <a:pt x="138934" y="325671"/>
                </a:moveTo>
                <a:lnTo>
                  <a:pt x="132186" y="325862"/>
                </a:lnTo>
                <a:lnTo>
                  <a:pt x="125654" y="327588"/>
                </a:lnTo>
                <a:lnTo>
                  <a:pt x="119634" y="330796"/>
                </a:lnTo>
                <a:lnTo>
                  <a:pt x="109252" y="337698"/>
                </a:lnTo>
                <a:lnTo>
                  <a:pt x="98640" y="344087"/>
                </a:lnTo>
                <a:lnTo>
                  <a:pt x="87762" y="349924"/>
                </a:lnTo>
                <a:lnTo>
                  <a:pt x="76581" y="355168"/>
                </a:lnTo>
                <a:lnTo>
                  <a:pt x="82283" y="368249"/>
                </a:lnTo>
                <a:lnTo>
                  <a:pt x="113721" y="368249"/>
                </a:lnTo>
                <a:lnTo>
                  <a:pt x="124481" y="361772"/>
                </a:lnTo>
                <a:lnTo>
                  <a:pt x="135915" y="354190"/>
                </a:lnTo>
                <a:lnTo>
                  <a:pt x="136093" y="354101"/>
                </a:lnTo>
                <a:lnTo>
                  <a:pt x="136359" y="354012"/>
                </a:lnTo>
                <a:lnTo>
                  <a:pt x="319399" y="354012"/>
                </a:lnTo>
                <a:lnTo>
                  <a:pt x="329047" y="351209"/>
                </a:lnTo>
                <a:lnTo>
                  <a:pt x="347704" y="341566"/>
                </a:lnTo>
                <a:lnTo>
                  <a:pt x="228866" y="341566"/>
                </a:lnTo>
                <a:lnTo>
                  <a:pt x="207672" y="340600"/>
                </a:lnTo>
                <a:lnTo>
                  <a:pt x="186764" y="337781"/>
                </a:lnTo>
                <a:lnTo>
                  <a:pt x="166092" y="333229"/>
                </a:lnTo>
                <a:lnTo>
                  <a:pt x="145605" y="327063"/>
                </a:lnTo>
                <a:lnTo>
                  <a:pt x="138934" y="325671"/>
                </a:lnTo>
                <a:close/>
              </a:path>
              <a:path w="456564" h="398779">
                <a:moveTo>
                  <a:pt x="76581" y="355168"/>
                </a:moveTo>
                <a:lnTo>
                  <a:pt x="69488" y="358092"/>
                </a:lnTo>
                <a:lnTo>
                  <a:pt x="62244" y="360819"/>
                </a:lnTo>
                <a:lnTo>
                  <a:pt x="54897" y="363279"/>
                </a:lnTo>
                <a:lnTo>
                  <a:pt x="47498" y="365404"/>
                </a:lnTo>
                <a:lnTo>
                  <a:pt x="81043" y="365404"/>
                </a:lnTo>
                <a:lnTo>
                  <a:pt x="76581" y="355168"/>
                </a:lnTo>
                <a:close/>
              </a:path>
              <a:path w="456564" h="398779">
                <a:moveTo>
                  <a:pt x="347729" y="28473"/>
                </a:moveTo>
                <a:lnTo>
                  <a:pt x="228866" y="28473"/>
                </a:lnTo>
                <a:lnTo>
                  <a:pt x="283832" y="34423"/>
                </a:lnTo>
                <a:lnTo>
                  <a:pt x="331986" y="50992"/>
                </a:lnTo>
                <a:lnTo>
                  <a:pt x="371909" y="76258"/>
                </a:lnTo>
                <a:lnTo>
                  <a:pt x="402183" y="108299"/>
                </a:lnTo>
                <a:lnTo>
                  <a:pt x="421387" y="145191"/>
                </a:lnTo>
                <a:lnTo>
                  <a:pt x="428104" y="185013"/>
                </a:lnTo>
                <a:lnTo>
                  <a:pt x="421387" y="224841"/>
                </a:lnTo>
                <a:lnTo>
                  <a:pt x="402183" y="261737"/>
                </a:lnTo>
                <a:lnTo>
                  <a:pt x="371909" y="293779"/>
                </a:lnTo>
                <a:lnTo>
                  <a:pt x="331986" y="319046"/>
                </a:lnTo>
                <a:lnTo>
                  <a:pt x="283832" y="335616"/>
                </a:lnTo>
                <a:lnTo>
                  <a:pt x="228866" y="341566"/>
                </a:lnTo>
                <a:lnTo>
                  <a:pt x="347704" y="341566"/>
                </a:lnTo>
                <a:lnTo>
                  <a:pt x="406574" y="300699"/>
                </a:lnTo>
                <a:lnTo>
                  <a:pt x="433439" y="266346"/>
                </a:lnTo>
                <a:lnTo>
                  <a:pt x="450556" y="227412"/>
                </a:lnTo>
                <a:lnTo>
                  <a:pt x="456565" y="185013"/>
                </a:lnTo>
                <a:lnTo>
                  <a:pt x="450556" y="142614"/>
                </a:lnTo>
                <a:lnTo>
                  <a:pt x="433439" y="103680"/>
                </a:lnTo>
                <a:lnTo>
                  <a:pt x="406574" y="69327"/>
                </a:lnTo>
                <a:lnTo>
                  <a:pt x="371323" y="40668"/>
                </a:lnTo>
                <a:lnTo>
                  <a:pt x="347729" y="28473"/>
                </a:lnTo>
                <a:close/>
              </a:path>
            </a:pathLst>
          </a:custGeom>
          <a:solidFill>
            <a:srgbClr val="F203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911128" y="5116512"/>
            <a:ext cx="2813050" cy="1247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20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100" b="1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15" b="1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650" spc="2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-4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6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b="1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650" spc="15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spc="-4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-5" b="1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200"/>
              </a:lnSpc>
              <a:spcBef>
                <a:spcPts val="740"/>
              </a:spcBef>
            </a:pP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Finalmente,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se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incrementa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el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valor </a:t>
            </a:r>
            <a:r>
              <a:rPr dirty="0" sz="1400" spc="-42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del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contador </a:t>
            </a:r>
            <a:r>
              <a:rPr dirty="0" sz="1400" spc="60">
                <a:solidFill>
                  <a:srgbClr val="E5E0DF"/>
                </a:solidFill>
                <a:latin typeface="Tahoma"/>
                <a:cs typeface="Tahoma"/>
              </a:rPr>
              <a:t>y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se vuelve 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a 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verificar</a:t>
            </a:r>
            <a:r>
              <a:rPr dirty="0" sz="1400" spc="-11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la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condición.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19936" y="4524374"/>
            <a:ext cx="398780" cy="455930"/>
          </a:xfrm>
          <a:custGeom>
            <a:avLst/>
            <a:gdLst/>
            <a:ahLst/>
            <a:cxnLst/>
            <a:rect l="l" t="t" r="r" b="b"/>
            <a:pathLst>
              <a:path w="398779" h="455929">
                <a:moveTo>
                  <a:pt x="392087" y="142316"/>
                </a:moveTo>
                <a:lnTo>
                  <a:pt x="6400" y="142316"/>
                </a:lnTo>
                <a:lnTo>
                  <a:pt x="0" y="148717"/>
                </a:lnTo>
                <a:lnTo>
                  <a:pt x="0" y="164376"/>
                </a:lnTo>
                <a:lnTo>
                  <a:pt x="6400" y="170776"/>
                </a:lnTo>
                <a:lnTo>
                  <a:pt x="392087" y="170776"/>
                </a:lnTo>
                <a:lnTo>
                  <a:pt x="398487" y="164376"/>
                </a:lnTo>
                <a:lnTo>
                  <a:pt x="398487" y="148717"/>
                </a:lnTo>
                <a:lnTo>
                  <a:pt x="392087" y="142316"/>
                </a:lnTo>
                <a:close/>
              </a:path>
              <a:path w="398779" h="455929">
                <a:moveTo>
                  <a:pt x="191414" y="28460"/>
                </a:moveTo>
                <a:lnTo>
                  <a:pt x="149428" y="28460"/>
                </a:lnTo>
                <a:lnTo>
                  <a:pt x="121729" y="34051"/>
                </a:lnTo>
                <a:lnTo>
                  <a:pt x="99115" y="49299"/>
                </a:lnTo>
                <a:lnTo>
                  <a:pt x="83871" y="71917"/>
                </a:lnTo>
                <a:lnTo>
                  <a:pt x="78282" y="99618"/>
                </a:lnTo>
                <a:lnTo>
                  <a:pt x="78282" y="142316"/>
                </a:lnTo>
                <a:lnTo>
                  <a:pt x="106743" y="142316"/>
                </a:lnTo>
                <a:lnTo>
                  <a:pt x="106743" y="99618"/>
                </a:lnTo>
                <a:lnTo>
                  <a:pt x="110100" y="83005"/>
                </a:lnTo>
                <a:lnTo>
                  <a:pt x="119251" y="69437"/>
                </a:lnTo>
                <a:lnTo>
                  <a:pt x="132819" y="60288"/>
                </a:lnTo>
                <a:lnTo>
                  <a:pt x="149428" y="56934"/>
                </a:lnTo>
                <a:lnTo>
                  <a:pt x="191414" y="56934"/>
                </a:lnTo>
                <a:lnTo>
                  <a:pt x="185013" y="50520"/>
                </a:lnTo>
                <a:lnTo>
                  <a:pt x="185013" y="34861"/>
                </a:lnTo>
                <a:lnTo>
                  <a:pt x="191414" y="28460"/>
                </a:lnTo>
                <a:close/>
              </a:path>
              <a:path w="398779" h="455929">
                <a:moveTo>
                  <a:pt x="256171" y="0"/>
                </a:moveTo>
                <a:lnTo>
                  <a:pt x="199250" y="0"/>
                </a:lnTo>
                <a:lnTo>
                  <a:pt x="185935" y="2119"/>
                </a:lnTo>
                <a:lnTo>
                  <a:pt x="174329" y="8024"/>
                </a:lnTo>
                <a:lnTo>
                  <a:pt x="165110" y="17032"/>
                </a:lnTo>
                <a:lnTo>
                  <a:pt x="158953" y="28460"/>
                </a:lnTo>
                <a:lnTo>
                  <a:pt x="264007" y="28460"/>
                </a:lnTo>
                <a:lnTo>
                  <a:pt x="270408" y="34861"/>
                </a:lnTo>
                <a:lnTo>
                  <a:pt x="270408" y="50520"/>
                </a:lnTo>
                <a:lnTo>
                  <a:pt x="264007" y="56934"/>
                </a:lnTo>
                <a:lnTo>
                  <a:pt x="158953" y="56934"/>
                </a:lnTo>
                <a:lnTo>
                  <a:pt x="165110" y="68356"/>
                </a:lnTo>
                <a:lnTo>
                  <a:pt x="174329" y="77365"/>
                </a:lnTo>
                <a:lnTo>
                  <a:pt x="185935" y="83273"/>
                </a:lnTo>
                <a:lnTo>
                  <a:pt x="199250" y="85394"/>
                </a:lnTo>
                <a:lnTo>
                  <a:pt x="256171" y="85394"/>
                </a:lnTo>
                <a:lnTo>
                  <a:pt x="272787" y="82038"/>
                </a:lnTo>
                <a:lnTo>
                  <a:pt x="286359" y="72885"/>
                </a:lnTo>
                <a:lnTo>
                  <a:pt x="295512" y="59312"/>
                </a:lnTo>
                <a:lnTo>
                  <a:pt x="298869" y="42697"/>
                </a:lnTo>
                <a:lnTo>
                  <a:pt x="295512" y="26081"/>
                </a:lnTo>
                <a:lnTo>
                  <a:pt x="286359" y="12509"/>
                </a:lnTo>
                <a:lnTo>
                  <a:pt x="272787" y="3356"/>
                </a:lnTo>
                <a:lnTo>
                  <a:pt x="256171" y="0"/>
                </a:lnTo>
                <a:close/>
              </a:path>
              <a:path w="398779" h="455929">
                <a:moveTo>
                  <a:pt x="70713" y="199237"/>
                </a:moveTo>
                <a:lnTo>
                  <a:pt x="42075" y="199237"/>
                </a:lnTo>
                <a:lnTo>
                  <a:pt x="65379" y="404888"/>
                </a:lnTo>
                <a:lnTo>
                  <a:pt x="71528" y="424909"/>
                </a:lnTo>
                <a:lnTo>
                  <a:pt x="84023" y="440932"/>
                </a:lnTo>
                <a:lnTo>
                  <a:pt x="101337" y="451567"/>
                </a:lnTo>
                <a:lnTo>
                  <a:pt x="121945" y="455422"/>
                </a:lnTo>
                <a:lnTo>
                  <a:pt x="276542" y="455422"/>
                </a:lnTo>
                <a:lnTo>
                  <a:pt x="297133" y="451567"/>
                </a:lnTo>
                <a:lnTo>
                  <a:pt x="314431" y="440966"/>
                </a:lnTo>
                <a:lnTo>
                  <a:pt x="325383" y="426948"/>
                </a:lnTo>
                <a:lnTo>
                  <a:pt x="121945" y="426948"/>
                </a:lnTo>
                <a:lnTo>
                  <a:pt x="111637" y="425028"/>
                </a:lnTo>
                <a:lnTo>
                  <a:pt x="102970" y="419723"/>
                </a:lnTo>
                <a:lnTo>
                  <a:pt x="96719" y="411716"/>
                </a:lnTo>
                <a:lnTo>
                  <a:pt x="93662" y="401688"/>
                </a:lnTo>
                <a:lnTo>
                  <a:pt x="70713" y="199237"/>
                </a:lnTo>
                <a:close/>
              </a:path>
              <a:path w="398779" h="455929">
                <a:moveTo>
                  <a:pt x="356412" y="199237"/>
                </a:moveTo>
                <a:lnTo>
                  <a:pt x="327774" y="199237"/>
                </a:lnTo>
                <a:lnTo>
                  <a:pt x="304825" y="401688"/>
                </a:lnTo>
                <a:lnTo>
                  <a:pt x="301768" y="411716"/>
                </a:lnTo>
                <a:lnTo>
                  <a:pt x="295517" y="419723"/>
                </a:lnTo>
                <a:lnTo>
                  <a:pt x="286849" y="425028"/>
                </a:lnTo>
                <a:lnTo>
                  <a:pt x="276542" y="426948"/>
                </a:lnTo>
                <a:lnTo>
                  <a:pt x="325383" y="426948"/>
                </a:lnTo>
                <a:lnTo>
                  <a:pt x="326882" y="425028"/>
                </a:lnTo>
                <a:lnTo>
                  <a:pt x="333108" y="404888"/>
                </a:lnTo>
                <a:lnTo>
                  <a:pt x="356412" y="199237"/>
                </a:lnTo>
                <a:close/>
              </a:path>
              <a:path w="398779" h="455929">
                <a:moveTo>
                  <a:pt x="259087" y="356946"/>
                </a:moveTo>
                <a:lnTo>
                  <a:pt x="199250" y="356946"/>
                </a:lnTo>
                <a:lnTo>
                  <a:pt x="228955" y="374383"/>
                </a:lnTo>
                <a:lnTo>
                  <a:pt x="241217" y="377299"/>
                </a:lnTo>
                <a:lnTo>
                  <a:pt x="251658" y="372987"/>
                </a:lnTo>
                <a:lnTo>
                  <a:pt x="258396" y="363858"/>
                </a:lnTo>
                <a:lnTo>
                  <a:pt x="259087" y="356946"/>
                </a:lnTo>
                <a:close/>
              </a:path>
              <a:path w="398779" h="455929">
                <a:moveTo>
                  <a:pt x="199332" y="206406"/>
                </a:moveTo>
                <a:lnTo>
                  <a:pt x="188421" y="209507"/>
                </a:lnTo>
                <a:lnTo>
                  <a:pt x="180479" y="218808"/>
                </a:lnTo>
                <a:lnTo>
                  <a:pt x="166065" y="251548"/>
                </a:lnTo>
                <a:lnTo>
                  <a:pt x="132092" y="255727"/>
                </a:lnTo>
                <a:lnTo>
                  <a:pt x="120888" y="260653"/>
                </a:lnTo>
                <a:lnTo>
                  <a:pt x="114912" y="270190"/>
                </a:lnTo>
                <a:lnTo>
                  <a:pt x="114680" y="278320"/>
                </a:lnTo>
                <a:lnTo>
                  <a:pt x="114640" y="281567"/>
                </a:lnTo>
                <a:lnTo>
                  <a:pt x="120345" y="291655"/>
                </a:lnTo>
                <a:lnTo>
                  <a:pt x="145872" y="316382"/>
                </a:lnTo>
                <a:lnTo>
                  <a:pt x="138938" y="352234"/>
                </a:lnTo>
                <a:lnTo>
                  <a:pt x="140092" y="363819"/>
                </a:lnTo>
                <a:lnTo>
                  <a:pt x="146834" y="372965"/>
                </a:lnTo>
                <a:lnTo>
                  <a:pt x="157276" y="377260"/>
                </a:lnTo>
                <a:lnTo>
                  <a:pt x="169532" y="374294"/>
                </a:lnTo>
                <a:lnTo>
                  <a:pt x="199250" y="356946"/>
                </a:lnTo>
                <a:lnTo>
                  <a:pt x="259087" y="356946"/>
                </a:lnTo>
                <a:lnTo>
                  <a:pt x="259549" y="352323"/>
                </a:lnTo>
                <a:lnTo>
                  <a:pt x="257438" y="341122"/>
                </a:lnTo>
                <a:lnTo>
                  <a:pt x="228511" y="341122"/>
                </a:lnTo>
                <a:lnTo>
                  <a:pt x="228338" y="341020"/>
                </a:lnTo>
                <a:lnTo>
                  <a:pt x="170065" y="341020"/>
                </a:lnTo>
                <a:lnTo>
                  <a:pt x="174790" y="316382"/>
                </a:lnTo>
                <a:lnTo>
                  <a:pt x="175856" y="310959"/>
                </a:lnTo>
                <a:lnTo>
                  <a:pt x="173634" y="303669"/>
                </a:lnTo>
                <a:lnTo>
                  <a:pt x="151218" y="282054"/>
                </a:lnTo>
                <a:lnTo>
                  <a:pt x="181279" y="278320"/>
                </a:lnTo>
                <a:lnTo>
                  <a:pt x="187413" y="273418"/>
                </a:lnTo>
                <a:lnTo>
                  <a:pt x="190258" y="266941"/>
                </a:lnTo>
                <a:lnTo>
                  <a:pt x="199339" y="246570"/>
                </a:lnTo>
                <a:lnTo>
                  <a:pt x="230408" y="246570"/>
                </a:lnTo>
                <a:lnTo>
                  <a:pt x="218186" y="218808"/>
                </a:lnTo>
                <a:lnTo>
                  <a:pt x="210244" y="209507"/>
                </a:lnTo>
                <a:lnTo>
                  <a:pt x="199332" y="206406"/>
                </a:lnTo>
                <a:close/>
              </a:path>
              <a:path w="398779" h="455929">
                <a:moveTo>
                  <a:pt x="230408" y="246570"/>
                </a:moveTo>
                <a:lnTo>
                  <a:pt x="199339" y="246570"/>
                </a:lnTo>
                <a:lnTo>
                  <a:pt x="211162" y="273507"/>
                </a:lnTo>
                <a:lnTo>
                  <a:pt x="217220" y="278320"/>
                </a:lnTo>
                <a:lnTo>
                  <a:pt x="247370" y="282143"/>
                </a:lnTo>
                <a:lnTo>
                  <a:pt x="224955" y="303758"/>
                </a:lnTo>
                <a:lnTo>
                  <a:pt x="222821" y="311048"/>
                </a:lnTo>
                <a:lnTo>
                  <a:pt x="224066" y="317893"/>
                </a:lnTo>
                <a:lnTo>
                  <a:pt x="228511" y="341122"/>
                </a:lnTo>
                <a:lnTo>
                  <a:pt x="257438" y="341122"/>
                </a:lnTo>
                <a:lnTo>
                  <a:pt x="252793" y="316471"/>
                </a:lnTo>
                <a:lnTo>
                  <a:pt x="278320" y="291744"/>
                </a:lnTo>
                <a:lnTo>
                  <a:pt x="284080" y="281567"/>
                </a:lnTo>
                <a:lnTo>
                  <a:pt x="283759" y="270279"/>
                </a:lnTo>
                <a:lnTo>
                  <a:pt x="277784" y="260742"/>
                </a:lnTo>
                <a:lnTo>
                  <a:pt x="266585" y="255816"/>
                </a:lnTo>
                <a:lnTo>
                  <a:pt x="232600" y="251637"/>
                </a:lnTo>
                <a:lnTo>
                  <a:pt x="230408" y="246570"/>
                </a:lnTo>
                <a:close/>
              </a:path>
              <a:path w="398779" h="455929">
                <a:moveTo>
                  <a:pt x="203161" y="326263"/>
                </a:moveTo>
                <a:lnTo>
                  <a:pt x="195326" y="326263"/>
                </a:lnTo>
                <a:lnTo>
                  <a:pt x="170065" y="341020"/>
                </a:lnTo>
                <a:lnTo>
                  <a:pt x="228338" y="341020"/>
                </a:lnTo>
                <a:lnTo>
                  <a:pt x="203161" y="326263"/>
                </a:lnTo>
                <a:close/>
              </a:path>
              <a:path w="398779" h="455929">
                <a:moveTo>
                  <a:pt x="190381" y="266941"/>
                </a:moveTo>
                <a:close/>
              </a:path>
            </a:pathLst>
          </a:custGeom>
          <a:solidFill>
            <a:srgbClr val="F203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982051" y="5116512"/>
            <a:ext cx="2534920" cy="1247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185" b="1">
                <a:solidFill>
                  <a:srgbClr val="E5E0DF"/>
                </a:solidFill>
                <a:latin typeface="Trebuchet MS"/>
                <a:cs typeface="Trebuchet MS"/>
              </a:rPr>
              <a:t>j</a:t>
            </a: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ó</a:t>
            </a:r>
            <a:r>
              <a:rPr dirty="0" sz="1650" spc="2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-4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6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b="1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125" b="1">
                <a:solidFill>
                  <a:srgbClr val="E5E0DF"/>
                </a:solidFill>
                <a:latin typeface="Trebuchet MS"/>
                <a:cs typeface="Trebuchet MS"/>
              </a:rPr>
              <a:t>B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650" spc="-1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200"/>
              </a:lnSpc>
              <a:spcBef>
                <a:spcPts val="740"/>
              </a:spcBef>
            </a:pP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Si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se 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cumple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la 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condición, se 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-40">
                <a:solidFill>
                  <a:srgbClr val="E5E0DF"/>
                </a:solidFill>
                <a:latin typeface="Tahoma"/>
                <a:cs typeface="Tahoma"/>
              </a:rPr>
              <a:t>j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55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b</a:t>
            </a:r>
            <a:r>
              <a:rPr dirty="0" sz="1400" spc="50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400" spc="6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q</a:t>
            </a:r>
            <a:r>
              <a:rPr dirty="0" sz="1400" spc="15">
                <a:solidFill>
                  <a:srgbClr val="E5E0DF"/>
                </a:solidFill>
                <a:latin typeface="Tahoma"/>
                <a:cs typeface="Tahoma"/>
              </a:rPr>
              <a:t>u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400" spc="30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ó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400" spc="35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400" spc="20">
                <a:solidFill>
                  <a:srgbClr val="E5E0DF"/>
                </a:solidFill>
                <a:latin typeface="Tahoma"/>
                <a:cs typeface="Tahoma"/>
              </a:rPr>
              <a:t>g</a:t>
            </a:r>
            <a:r>
              <a:rPr dirty="0" sz="1400" spc="40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400" spc="-105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400" spc="25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400" spc="65">
                <a:solidFill>
                  <a:srgbClr val="E5E0DF"/>
                </a:solidFill>
                <a:latin typeface="Tahoma"/>
                <a:cs typeface="Tahoma"/>
              </a:rPr>
              <a:t>l  </a:t>
            </a:r>
            <a:r>
              <a:rPr dirty="0" sz="1400" spc="10">
                <a:solidFill>
                  <a:srgbClr val="E5E0DF"/>
                </a:solidFill>
                <a:latin typeface="Tahoma"/>
                <a:cs typeface="Tahoma"/>
              </a:rPr>
              <a:t>bucle.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407657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858000"/>
          </a:xfrm>
          <a:custGeom>
            <a:avLst/>
            <a:gdLst/>
            <a:ahLst/>
            <a:cxnLst/>
            <a:rect l="l" t="t" r="r" b="b"/>
            <a:pathLst>
              <a:path w="11430000" h="6858000">
                <a:moveTo>
                  <a:pt x="1143000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000" y="68580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11128" y="434975"/>
            <a:ext cx="5330825" cy="1606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algn="just" marL="12700" marR="5080">
              <a:lnSpc>
                <a:spcPts val="4200"/>
              </a:lnSpc>
              <a:spcBef>
                <a:spcPts val="50"/>
              </a:spcBef>
            </a:pPr>
            <a:r>
              <a:rPr dirty="0" spc="-200">
                <a:latin typeface="Tahoma"/>
                <a:cs typeface="Tahoma"/>
              </a:rPr>
              <a:t>C</a:t>
            </a:r>
            <a:r>
              <a:rPr dirty="0" spc="-295">
                <a:latin typeface="Tahoma"/>
                <a:cs typeface="Tahoma"/>
              </a:rPr>
              <a:t>o</a:t>
            </a:r>
            <a:r>
              <a:rPr dirty="0" spc="-254">
                <a:latin typeface="Tahoma"/>
                <a:cs typeface="Tahoma"/>
              </a:rPr>
              <a:t>n</a:t>
            </a:r>
            <a:r>
              <a:rPr dirty="0" spc="-200">
                <a:latin typeface="Tahoma"/>
                <a:cs typeface="Tahoma"/>
              </a:rPr>
              <a:t>s</a:t>
            </a:r>
            <a:r>
              <a:rPr dirty="0" spc="-215">
                <a:latin typeface="Tahoma"/>
                <a:cs typeface="Tahoma"/>
              </a:rPr>
              <a:t>e</a:t>
            </a:r>
            <a:r>
              <a:rPr dirty="0" spc="-370">
                <a:latin typeface="Tahoma"/>
                <a:cs typeface="Tahoma"/>
              </a:rPr>
              <a:t>j</a:t>
            </a:r>
            <a:r>
              <a:rPr dirty="0" spc="-295">
                <a:latin typeface="Tahoma"/>
                <a:cs typeface="Tahoma"/>
              </a:rPr>
              <a:t>o</a:t>
            </a:r>
            <a:r>
              <a:rPr dirty="0" spc="-65">
                <a:latin typeface="Tahoma"/>
                <a:cs typeface="Tahoma"/>
              </a:rPr>
              <a:t>s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15">
                <a:latin typeface="Tahoma"/>
                <a:cs typeface="Tahoma"/>
              </a:rPr>
              <a:t>y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75">
                <a:latin typeface="Tahoma"/>
                <a:cs typeface="Tahoma"/>
              </a:rPr>
              <a:t>b</a:t>
            </a:r>
            <a:r>
              <a:rPr dirty="0" spc="-285">
                <a:latin typeface="Tahoma"/>
                <a:cs typeface="Tahoma"/>
              </a:rPr>
              <a:t>u</a:t>
            </a:r>
            <a:r>
              <a:rPr dirty="0" spc="-200">
                <a:latin typeface="Tahoma"/>
                <a:cs typeface="Tahoma"/>
              </a:rPr>
              <a:t>e</a:t>
            </a:r>
            <a:r>
              <a:rPr dirty="0" spc="-250">
                <a:latin typeface="Tahoma"/>
                <a:cs typeface="Tahoma"/>
              </a:rPr>
              <a:t>n</a:t>
            </a:r>
            <a:r>
              <a:rPr dirty="0" spc="-235">
                <a:latin typeface="Tahoma"/>
                <a:cs typeface="Tahoma"/>
              </a:rPr>
              <a:t>a</a:t>
            </a:r>
            <a:r>
              <a:rPr dirty="0" spc="-65">
                <a:latin typeface="Tahoma"/>
                <a:cs typeface="Tahoma"/>
              </a:rPr>
              <a:t>s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95">
                <a:latin typeface="Tahoma"/>
                <a:cs typeface="Tahoma"/>
              </a:rPr>
              <a:t>p</a:t>
            </a:r>
            <a:r>
              <a:rPr dirty="0" spc="-155">
                <a:latin typeface="Tahoma"/>
                <a:cs typeface="Tahoma"/>
              </a:rPr>
              <a:t>r</a:t>
            </a:r>
            <a:r>
              <a:rPr dirty="0" spc="-235">
                <a:latin typeface="Tahoma"/>
                <a:cs typeface="Tahoma"/>
              </a:rPr>
              <a:t>á</a:t>
            </a:r>
            <a:r>
              <a:rPr dirty="0" spc="-60">
                <a:latin typeface="Tahoma"/>
                <a:cs typeface="Tahoma"/>
              </a:rPr>
              <a:t>c</a:t>
            </a:r>
            <a:r>
              <a:rPr dirty="0" spc="-240">
                <a:latin typeface="Tahoma"/>
                <a:cs typeface="Tahoma"/>
              </a:rPr>
              <a:t>t</a:t>
            </a:r>
            <a:r>
              <a:rPr dirty="0" spc="-165">
                <a:latin typeface="Tahoma"/>
                <a:cs typeface="Tahoma"/>
              </a:rPr>
              <a:t>i</a:t>
            </a:r>
            <a:r>
              <a:rPr dirty="0" spc="-60">
                <a:latin typeface="Tahoma"/>
                <a:cs typeface="Tahoma"/>
              </a:rPr>
              <a:t>c</a:t>
            </a:r>
            <a:r>
              <a:rPr dirty="0" spc="-235">
                <a:latin typeface="Tahoma"/>
                <a:cs typeface="Tahoma"/>
              </a:rPr>
              <a:t>a</a:t>
            </a:r>
            <a:r>
              <a:rPr dirty="0" spc="-45">
                <a:latin typeface="Tahoma"/>
                <a:cs typeface="Tahoma"/>
              </a:rPr>
              <a:t>s  </a:t>
            </a:r>
            <a:r>
              <a:rPr dirty="0" spc="-250">
                <a:latin typeface="Tahoma"/>
                <a:cs typeface="Tahoma"/>
              </a:rPr>
              <a:t>p</a:t>
            </a:r>
            <a:r>
              <a:rPr dirty="0" spc="-215">
                <a:latin typeface="Tahoma"/>
                <a:cs typeface="Tahoma"/>
              </a:rPr>
              <a:t>a</a:t>
            </a:r>
            <a:r>
              <a:rPr dirty="0" spc="-190">
                <a:latin typeface="Tahoma"/>
                <a:cs typeface="Tahoma"/>
              </a:rPr>
              <a:t>r</a:t>
            </a:r>
            <a:r>
              <a:rPr dirty="0" spc="-130">
                <a:latin typeface="Tahoma"/>
                <a:cs typeface="Tahoma"/>
              </a:rPr>
              <a:t>a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15">
                <a:latin typeface="Tahoma"/>
                <a:cs typeface="Tahoma"/>
              </a:rPr>
              <a:t>e</a:t>
            </a:r>
            <a:r>
              <a:rPr dirty="0" spc="-30">
                <a:latin typeface="Tahoma"/>
                <a:cs typeface="Tahoma"/>
              </a:rPr>
              <a:t>l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54">
                <a:latin typeface="Tahoma"/>
                <a:cs typeface="Tahoma"/>
              </a:rPr>
              <a:t>u</a:t>
            </a:r>
            <a:r>
              <a:rPr dirty="0" spc="-200">
                <a:latin typeface="Tahoma"/>
                <a:cs typeface="Tahoma"/>
              </a:rPr>
              <a:t>s</a:t>
            </a:r>
            <a:r>
              <a:rPr dirty="0" spc="-160">
                <a:latin typeface="Tahoma"/>
                <a:cs typeface="Tahoma"/>
              </a:rPr>
              <a:t>o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70">
                <a:latin typeface="Tahoma"/>
                <a:cs typeface="Tahoma"/>
              </a:rPr>
              <a:t>d</a:t>
            </a:r>
            <a:r>
              <a:rPr dirty="0" spc="-110">
                <a:latin typeface="Tahoma"/>
                <a:cs typeface="Tahoma"/>
              </a:rPr>
              <a:t>e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00">
                <a:latin typeface="Tahoma"/>
                <a:cs typeface="Tahoma"/>
              </a:rPr>
              <a:t>s</a:t>
            </a:r>
            <a:r>
              <a:rPr dirty="0" spc="-200">
                <a:latin typeface="Tahoma"/>
                <a:cs typeface="Tahoma"/>
              </a:rPr>
              <a:t>e</a:t>
            </a:r>
            <a:r>
              <a:rPr dirty="0" spc="-305">
                <a:latin typeface="Tahoma"/>
                <a:cs typeface="Tahoma"/>
              </a:rPr>
              <a:t>n</a:t>
            </a:r>
            <a:r>
              <a:rPr dirty="0" spc="-190">
                <a:latin typeface="Tahoma"/>
                <a:cs typeface="Tahoma"/>
              </a:rPr>
              <a:t>t</a:t>
            </a:r>
            <a:r>
              <a:rPr dirty="0" spc="-200">
                <a:latin typeface="Tahoma"/>
                <a:cs typeface="Tahoma"/>
              </a:rPr>
              <a:t>e</a:t>
            </a:r>
            <a:r>
              <a:rPr dirty="0" spc="-235">
                <a:latin typeface="Tahoma"/>
                <a:cs typeface="Tahoma"/>
              </a:rPr>
              <a:t>n</a:t>
            </a:r>
            <a:r>
              <a:rPr dirty="0" spc="-45">
                <a:latin typeface="Tahoma"/>
                <a:cs typeface="Tahoma"/>
              </a:rPr>
              <a:t>c</a:t>
            </a:r>
            <a:r>
              <a:rPr dirty="0" spc="-165">
                <a:latin typeface="Tahoma"/>
                <a:cs typeface="Tahoma"/>
              </a:rPr>
              <a:t>i</a:t>
            </a:r>
            <a:r>
              <a:rPr dirty="0" spc="-235">
                <a:latin typeface="Tahoma"/>
                <a:cs typeface="Tahoma"/>
              </a:rPr>
              <a:t>a</a:t>
            </a:r>
            <a:r>
              <a:rPr dirty="0" spc="-65">
                <a:latin typeface="Tahoma"/>
                <a:cs typeface="Tahoma"/>
              </a:rPr>
              <a:t>s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70">
                <a:latin typeface="Tahoma"/>
                <a:cs typeface="Tahoma"/>
              </a:rPr>
              <a:t>d</a:t>
            </a:r>
            <a:r>
              <a:rPr dirty="0" spc="-75">
                <a:latin typeface="Tahoma"/>
                <a:cs typeface="Tahoma"/>
              </a:rPr>
              <a:t>e  </a:t>
            </a:r>
            <a:r>
              <a:rPr dirty="0" spc="-215">
                <a:latin typeface="Tahoma"/>
                <a:cs typeface="Tahoma"/>
              </a:rPr>
              <a:t>control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924425" y="2590800"/>
            <a:ext cx="409575" cy="409575"/>
            <a:chOff x="4924425" y="2590800"/>
            <a:chExt cx="409575" cy="409575"/>
          </a:xfrm>
        </p:grpSpPr>
        <p:sp>
          <p:nvSpPr>
            <p:cNvPr id="6" name="object 6"/>
            <p:cNvSpPr/>
            <p:nvPr/>
          </p:nvSpPr>
          <p:spPr>
            <a:xfrm>
              <a:off x="4929187" y="25955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32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5" y="385508"/>
                  </a:lnTo>
                  <a:lnTo>
                    <a:pt x="55118" y="400050"/>
                  </a:lnTo>
                  <a:lnTo>
                    <a:pt x="344932" y="400050"/>
                  </a:lnTo>
                  <a:lnTo>
                    <a:pt x="385508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67" y="381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929187" y="25955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12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341058" y="0"/>
                  </a:lnTo>
                  <a:lnTo>
                    <a:pt x="344932" y="0"/>
                  </a:lnTo>
                  <a:lnTo>
                    <a:pt x="348767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45" y="3009"/>
                  </a:lnTo>
                  <a:lnTo>
                    <a:pt x="363626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7" y="9944"/>
                  </a:lnTo>
                  <a:lnTo>
                    <a:pt x="377050" y="12090"/>
                  </a:lnTo>
                  <a:lnTo>
                    <a:pt x="380034" y="14541"/>
                  </a:lnTo>
                  <a:lnTo>
                    <a:pt x="382765" y="17284"/>
                  </a:lnTo>
                  <a:lnTo>
                    <a:pt x="385508" y="20015"/>
                  </a:lnTo>
                  <a:lnTo>
                    <a:pt x="387959" y="22999"/>
                  </a:lnTo>
                  <a:lnTo>
                    <a:pt x="390105" y="26212"/>
                  </a:lnTo>
                  <a:lnTo>
                    <a:pt x="392264" y="29438"/>
                  </a:lnTo>
                  <a:lnTo>
                    <a:pt x="394081" y="32842"/>
                  </a:lnTo>
                  <a:lnTo>
                    <a:pt x="395554" y="36423"/>
                  </a:lnTo>
                  <a:lnTo>
                    <a:pt x="397040" y="39992"/>
                  </a:lnTo>
                  <a:lnTo>
                    <a:pt x="398157" y="43688"/>
                  </a:lnTo>
                  <a:lnTo>
                    <a:pt x="398919" y="47485"/>
                  </a:lnTo>
                  <a:lnTo>
                    <a:pt x="399669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69" y="348767"/>
                  </a:lnTo>
                  <a:lnTo>
                    <a:pt x="398919" y="352564"/>
                  </a:lnTo>
                  <a:lnTo>
                    <a:pt x="398157" y="356362"/>
                  </a:lnTo>
                  <a:lnTo>
                    <a:pt x="397040" y="360045"/>
                  </a:lnTo>
                  <a:lnTo>
                    <a:pt x="395554" y="363626"/>
                  </a:lnTo>
                  <a:lnTo>
                    <a:pt x="394081" y="367207"/>
                  </a:lnTo>
                  <a:lnTo>
                    <a:pt x="392264" y="370611"/>
                  </a:lnTo>
                  <a:lnTo>
                    <a:pt x="390105" y="373837"/>
                  </a:lnTo>
                  <a:lnTo>
                    <a:pt x="387959" y="377050"/>
                  </a:lnTo>
                  <a:lnTo>
                    <a:pt x="385508" y="380034"/>
                  </a:lnTo>
                  <a:lnTo>
                    <a:pt x="382765" y="382765"/>
                  </a:lnTo>
                  <a:lnTo>
                    <a:pt x="380034" y="385508"/>
                  </a:lnTo>
                  <a:lnTo>
                    <a:pt x="363626" y="395554"/>
                  </a:lnTo>
                  <a:lnTo>
                    <a:pt x="360045" y="397040"/>
                  </a:lnTo>
                  <a:lnTo>
                    <a:pt x="356362" y="398157"/>
                  </a:lnTo>
                  <a:lnTo>
                    <a:pt x="352564" y="398919"/>
                  </a:lnTo>
                  <a:lnTo>
                    <a:pt x="348767" y="399669"/>
                  </a:lnTo>
                  <a:lnTo>
                    <a:pt x="344932" y="400050"/>
                  </a:lnTo>
                  <a:lnTo>
                    <a:pt x="341058" y="400050"/>
                  </a:lnTo>
                  <a:lnTo>
                    <a:pt x="58991" y="400050"/>
                  </a:lnTo>
                  <a:lnTo>
                    <a:pt x="55118" y="400050"/>
                  </a:lnTo>
                  <a:lnTo>
                    <a:pt x="51282" y="399669"/>
                  </a:lnTo>
                  <a:lnTo>
                    <a:pt x="47485" y="398919"/>
                  </a:lnTo>
                  <a:lnTo>
                    <a:pt x="43688" y="398157"/>
                  </a:lnTo>
                  <a:lnTo>
                    <a:pt x="39992" y="397040"/>
                  </a:lnTo>
                  <a:lnTo>
                    <a:pt x="36423" y="395554"/>
                  </a:lnTo>
                  <a:lnTo>
                    <a:pt x="32842" y="394081"/>
                  </a:lnTo>
                  <a:lnTo>
                    <a:pt x="17284" y="382765"/>
                  </a:lnTo>
                  <a:lnTo>
                    <a:pt x="14541" y="380034"/>
                  </a:lnTo>
                  <a:lnTo>
                    <a:pt x="12090" y="377050"/>
                  </a:lnTo>
                  <a:lnTo>
                    <a:pt x="9944" y="373837"/>
                  </a:lnTo>
                  <a:lnTo>
                    <a:pt x="7785" y="370611"/>
                  </a:lnTo>
                  <a:lnTo>
                    <a:pt x="5969" y="367207"/>
                  </a:lnTo>
                  <a:lnTo>
                    <a:pt x="4495" y="363626"/>
                  </a:lnTo>
                  <a:lnTo>
                    <a:pt x="3009" y="360045"/>
                  </a:lnTo>
                  <a:lnTo>
                    <a:pt x="1892" y="356362"/>
                  </a:lnTo>
                  <a:lnTo>
                    <a:pt x="1130" y="352564"/>
                  </a:lnTo>
                  <a:lnTo>
                    <a:pt x="381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068442" y="2587625"/>
            <a:ext cx="12827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65" b="1">
                <a:solidFill>
                  <a:srgbClr val="E5E0DF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03170" y="2544762"/>
            <a:ext cx="2245360" cy="1828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650" spc="-95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650" spc="-75" b="1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650" spc="-120" b="1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650" spc="-95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650" spc="-16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5" b="1">
                <a:solidFill>
                  <a:srgbClr val="E5E0DF"/>
                </a:solidFill>
                <a:latin typeface="Tahoma"/>
                <a:cs typeface="Tahoma"/>
              </a:rPr>
              <a:t>y</a:t>
            </a:r>
            <a:r>
              <a:rPr dirty="0" sz="1650" spc="-16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45" b="1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650" spc="-120" b="1">
                <a:solidFill>
                  <a:srgbClr val="E5E0DF"/>
                </a:solidFill>
                <a:latin typeface="Tahoma"/>
                <a:cs typeface="Tahoma"/>
              </a:rPr>
              <a:t>g</a:t>
            </a: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650" spc="-125" b="1">
                <a:solidFill>
                  <a:srgbClr val="E5E0DF"/>
                </a:solidFill>
                <a:latin typeface="Tahoma"/>
                <a:cs typeface="Tahoma"/>
              </a:rPr>
              <a:t>b</a:t>
            </a: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l</a:t>
            </a: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650" spc="-120" b="1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650" spc="-95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d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7300"/>
              </a:lnSpc>
              <a:spcBef>
                <a:spcPts val="645"/>
              </a:spcBef>
            </a:pPr>
            <a:r>
              <a:rPr dirty="0" sz="1400" spc="-45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z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q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45">
                <a:solidFill>
                  <a:srgbClr val="E5E0DF"/>
                </a:solidFill>
                <a:latin typeface="Verdana"/>
                <a:cs typeface="Verdana"/>
              </a:rPr>
              <a:t>s 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125">
                <a:solidFill>
                  <a:srgbClr val="E5E0DF"/>
                </a:solidFill>
                <a:latin typeface="Verdana"/>
                <a:cs typeface="Verdana"/>
              </a:rPr>
              <a:t>v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y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00">
                <a:solidFill>
                  <a:srgbClr val="E5E0DF"/>
                </a:solidFill>
                <a:latin typeface="Verdana"/>
                <a:cs typeface="Verdana"/>
              </a:rPr>
              <a:t>v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45">
                <a:solidFill>
                  <a:srgbClr val="E5E0DF"/>
                </a:solidFill>
                <a:latin typeface="Verdana"/>
                <a:cs typeface="Verdana"/>
              </a:rPr>
              <a:t>s  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a  </a:t>
            </a:r>
            <a:r>
              <a:rPr dirty="0" sz="1400" spc="-14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0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ó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g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y  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f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á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10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85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190">
                <a:solidFill>
                  <a:srgbClr val="E5E0DF"/>
                </a:solidFill>
                <a:latin typeface="Verdana"/>
                <a:cs typeface="Verdana"/>
              </a:rPr>
              <a:t>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53375" y="2590800"/>
            <a:ext cx="409575" cy="409575"/>
            <a:chOff x="7953375" y="2590800"/>
            <a:chExt cx="409575" cy="409575"/>
          </a:xfrm>
        </p:grpSpPr>
        <p:sp>
          <p:nvSpPr>
            <p:cNvPr id="11" name="object 11"/>
            <p:cNvSpPr/>
            <p:nvPr/>
          </p:nvSpPr>
          <p:spPr>
            <a:xfrm>
              <a:off x="7958137" y="25955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32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5" y="385508"/>
                  </a:lnTo>
                  <a:lnTo>
                    <a:pt x="55118" y="400050"/>
                  </a:lnTo>
                  <a:lnTo>
                    <a:pt x="344932" y="400050"/>
                  </a:lnTo>
                  <a:lnTo>
                    <a:pt x="385508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67" y="381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958137" y="25955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12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341058" y="0"/>
                  </a:lnTo>
                  <a:lnTo>
                    <a:pt x="344932" y="0"/>
                  </a:lnTo>
                  <a:lnTo>
                    <a:pt x="348767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45" y="3009"/>
                  </a:lnTo>
                  <a:lnTo>
                    <a:pt x="363626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7" y="9944"/>
                  </a:lnTo>
                  <a:lnTo>
                    <a:pt x="377050" y="12090"/>
                  </a:lnTo>
                  <a:lnTo>
                    <a:pt x="380034" y="14541"/>
                  </a:lnTo>
                  <a:lnTo>
                    <a:pt x="382765" y="17284"/>
                  </a:lnTo>
                  <a:lnTo>
                    <a:pt x="385508" y="20015"/>
                  </a:lnTo>
                  <a:lnTo>
                    <a:pt x="395554" y="36423"/>
                  </a:lnTo>
                  <a:lnTo>
                    <a:pt x="397040" y="39992"/>
                  </a:lnTo>
                  <a:lnTo>
                    <a:pt x="398157" y="43688"/>
                  </a:lnTo>
                  <a:lnTo>
                    <a:pt x="398919" y="47485"/>
                  </a:lnTo>
                  <a:lnTo>
                    <a:pt x="399669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69" y="348767"/>
                  </a:lnTo>
                  <a:lnTo>
                    <a:pt x="398919" y="352564"/>
                  </a:lnTo>
                  <a:lnTo>
                    <a:pt x="398157" y="356362"/>
                  </a:lnTo>
                  <a:lnTo>
                    <a:pt x="397040" y="360045"/>
                  </a:lnTo>
                  <a:lnTo>
                    <a:pt x="395554" y="363626"/>
                  </a:lnTo>
                  <a:lnTo>
                    <a:pt x="394081" y="367207"/>
                  </a:lnTo>
                  <a:lnTo>
                    <a:pt x="382765" y="382765"/>
                  </a:lnTo>
                  <a:lnTo>
                    <a:pt x="380034" y="385508"/>
                  </a:lnTo>
                  <a:lnTo>
                    <a:pt x="363626" y="395554"/>
                  </a:lnTo>
                  <a:lnTo>
                    <a:pt x="360045" y="397040"/>
                  </a:lnTo>
                  <a:lnTo>
                    <a:pt x="356362" y="398157"/>
                  </a:lnTo>
                  <a:lnTo>
                    <a:pt x="352564" y="398919"/>
                  </a:lnTo>
                  <a:lnTo>
                    <a:pt x="348767" y="399669"/>
                  </a:lnTo>
                  <a:lnTo>
                    <a:pt x="344932" y="400050"/>
                  </a:lnTo>
                  <a:lnTo>
                    <a:pt x="341058" y="400050"/>
                  </a:lnTo>
                  <a:lnTo>
                    <a:pt x="58991" y="400050"/>
                  </a:lnTo>
                  <a:lnTo>
                    <a:pt x="55118" y="400050"/>
                  </a:lnTo>
                  <a:lnTo>
                    <a:pt x="51282" y="399669"/>
                  </a:lnTo>
                  <a:lnTo>
                    <a:pt x="47485" y="398919"/>
                  </a:lnTo>
                  <a:lnTo>
                    <a:pt x="43688" y="398157"/>
                  </a:lnTo>
                  <a:lnTo>
                    <a:pt x="39992" y="397040"/>
                  </a:lnTo>
                  <a:lnTo>
                    <a:pt x="36423" y="395554"/>
                  </a:lnTo>
                  <a:lnTo>
                    <a:pt x="32842" y="394081"/>
                  </a:lnTo>
                  <a:lnTo>
                    <a:pt x="17284" y="382765"/>
                  </a:lnTo>
                  <a:lnTo>
                    <a:pt x="14541" y="380034"/>
                  </a:lnTo>
                  <a:lnTo>
                    <a:pt x="12090" y="377050"/>
                  </a:lnTo>
                  <a:lnTo>
                    <a:pt x="9944" y="373837"/>
                  </a:lnTo>
                  <a:lnTo>
                    <a:pt x="7785" y="370611"/>
                  </a:lnTo>
                  <a:lnTo>
                    <a:pt x="5969" y="367207"/>
                  </a:lnTo>
                  <a:lnTo>
                    <a:pt x="4495" y="363626"/>
                  </a:lnTo>
                  <a:lnTo>
                    <a:pt x="3009" y="360045"/>
                  </a:lnTo>
                  <a:lnTo>
                    <a:pt x="1892" y="356362"/>
                  </a:lnTo>
                  <a:lnTo>
                    <a:pt x="1130" y="352564"/>
                  </a:lnTo>
                  <a:lnTo>
                    <a:pt x="381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8066582" y="2587625"/>
            <a:ext cx="1828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0" b="1">
                <a:solidFill>
                  <a:srgbClr val="E5E0DF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28545" y="2544762"/>
            <a:ext cx="2272030" cy="151447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716915">
              <a:lnSpc>
                <a:spcPct val="106100"/>
              </a:lnSpc>
              <a:spcBef>
                <a:spcPts val="15"/>
              </a:spcBef>
            </a:pPr>
            <a:r>
              <a:rPr dirty="0" sz="1650" spc="-105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650" spc="-135" b="1">
                <a:solidFill>
                  <a:srgbClr val="E5E0DF"/>
                </a:solidFill>
                <a:latin typeface="Tahoma"/>
                <a:cs typeface="Tahoma"/>
              </a:rPr>
              <a:t>p</a:t>
            </a:r>
            <a:r>
              <a:rPr dirty="0" sz="1650" spc="-110" b="1">
                <a:solidFill>
                  <a:srgbClr val="E5E0DF"/>
                </a:solidFill>
                <a:latin typeface="Tahoma"/>
                <a:cs typeface="Tahoma"/>
              </a:rPr>
              <a:t>t</a:t>
            </a: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650" spc="-155" b="1">
                <a:solidFill>
                  <a:srgbClr val="E5E0DF"/>
                </a:solidFill>
                <a:latin typeface="Tahoma"/>
                <a:cs typeface="Tahoma"/>
              </a:rPr>
              <a:t>m</a:t>
            </a: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z</a:t>
            </a:r>
            <a:r>
              <a:rPr dirty="0" sz="1650" spc="-95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650" spc="-15" b="1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650" spc="-120" b="1">
                <a:solidFill>
                  <a:srgbClr val="E5E0DF"/>
                </a:solidFill>
                <a:latin typeface="Tahoma"/>
                <a:cs typeface="Tahoma"/>
              </a:rPr>
              <a:t>ó</a:t>
            </a:r>
            <a:r>
              <a:rPr dirty="0" sz="1650" spc="-60" b="1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650" spc="-16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20" b="1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650" spc="-30" b="1">
                <a:solidFill>
                  <a:srgbClr val="E5E0DF"/>
                </a:solidFill>
                <a:latin typeface="Tahoma"/>
                <a:cs typeface="Tahoma"/>
              </a:rPr>
              <a:t>e  </a:t>
            </a:r>
            <a:r>
              <a:rPr dirty="0" sz="1650" spc="-85" b="1">
                <a:solidFill>
                  <a:srgbClr val="E5E0DF"/>
                </a:solidFill>
                <a:latin typeface="Tahoma"/>
                <a:cs typeface="Tahoma"/>
              </a:rPr>
              <a:t>Recursos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6200"/>
              </a:lnSpc>
              <a:spcBef>
                <a:spcPts val="735"/>
              </a:spcBef>
            </a:pPr>
            <a:r>
              <a:rPr dirty="0" sz="1400" spc="-3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g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8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e 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5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á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f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g</a:t>
            </a:r>
            <a:r>
              <a:rPr dirty="0" sz="1400" spc="-85">
                <a:solidFill>
                  <a:srgbClr val="E5E0DF"/>
                </a:solidFill>
                <a:latin typeface="Verdana"/>
                <a:cs typeface="Verdana"/>
              </a:rPr>
              <a:t>ú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  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q</a:t>
            </a:r>
            <a:r>
              <a:rPr dirty="0" sz="1400" spc="-85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0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3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g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4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8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90">
                <a:solidFill>
                  <a:srgbClr val="E5E0DF"/>
                </a:solidFill>
                <a:latin typeface="Verdana"/>
                <a:cs typeface="Verdana"/>
              </a:rPr>
              <a:t>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24425" y="4810125"/>
            <a:ext cx="409575" cy="409575"/>
            <a:chOff x="4924425" y="4810125"/>
            <a:chExt cx="409575" cy="409575"/>
          </a:xfrm>
        </p:grpSpPr>
        <p:sp>
          <p:nvSpPr>
            <p:cNvPr id="16" name="object 16"/>
            <p:cNvSpPr/>
            <p:nvPr/>
          </p:nvSpPr>
          <p:spPr>
            <a:xfrm>
              <a:off x="4929187" y="48148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32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5" y="385508"/>
                  </a:lnTo>
                  <a:lnTo>
                    <a:pt x="55118" y="400050"/>
                  </a:lnTo>
                  <a:lnTo>
                    <a:pt x="344932" y="400050"/>
                  </a:lnTo>
                  <a:lnTo>
                    <a:pt x="385508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67" y="381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929187" y="48148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12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341058" y="0"/>
                  </a:lnTo>
                  <a:lnTo>
                    <a:pt x="344932" y="0"/>
                  </a:lnTo>
                  <a:lnTo>
                    <a:pt x="348767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45" y="3009"/>
                  </a:lnTo>
                  <a:lnTo>
                    <a:pt x="363626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7" y="9944"/>
                  </a:lnTo>
                  <a:lnTo>
                    <a:pt x="377050" y="12090"/>
                  </a:lnTo>
                  <a:lnTo>
                    <a:pt x="380034" y="14541"/>
                  </a:lnTo>
                  <a:lnTo>
                    <a:pt x="382765" y="17284"/>
                  </a:lnTo>
                  <a:lnTo>
                    <a:pt x="385508" y="20015"/>
                  </a:lnTo>
                  <a:lnTo>
                    <a:pt x="387959" y="22999"/>
                  </a:lnTo>
                  <a:lnTo>
                    <a:pt x="390105" y="26212"/>
                  </a:lnTo>
                  <a:lnTo>
                    <a:pt x="392264" y="29438"/>
                  </a:lnTo>
                  <a:lnTo>
                    <a:pt x="394081" y="32842"/>
                  </a:lnTo>
                  <a:lnTo>
                    <a:pt x="395554" y="36423"/>
                  </a:lnTo>
                  <a:lnTo>
                    <a:pt x="397040" y="39992"/>
                  </a:lnTo>
                  <a:lnTo>
                    <a:pt x="398157" y="43688"/>
                  </a:lnTo>
                  <a:lnTo>
                    <a:pt x="398919" y="47485"/>
                  </a:lnTo>
                  <a:lnTo>
                    <a:pt x="399669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69" y="348767"/>
                  </a:lnTo>
                  <a:lnTo>
                    <a:pt x="398919" y="352564"/>
                  </a:lnTo>
                  <a:lnTo>
                    <a:pt x="398157" y="356362"/>
                  </a:lnTo>
                  <a:lnTo>
                    <a:pt x="397040" y="360045"/>
                  </a:lnTo>
                  <a:lnTo>
                    <a:pt x="395554" y="363626"/>
                  </a:lnTo>
                  <a:lnTo>
                    <a:pt x="394081" y="367207"/>
                  </a:lnTo>
                  <a:lnTo>
                    <a:pt x="392264" y="370611"/>
                  </a:lnTo>
                  <a:lnTo>
                    <a:pt x="390105" y="373837"/>
                  </a:lnTo>
                  <a:lnTo>
                    <a:pt x="387959" y="377050"/>
                  </a:lnTo>
                  <a:lnTo>
                    <a:pt x="385508" y="380034"/>
                  </a:lnTo>
                  <a:lnTo>
                    <a:pt x="382765" y="382765"/>
                  </a:lnTo>
                  <a:lnTo>
                    <a:pt x="380034" y="385508"/>
                  </a:lnTo>
                  <a:lnTo>
                    <a:pt x="363626" y="395554"/>
                  </a:lnTo>
                  <a:lnTo>
                    <a:pt x="360045" y="397040"/>
                  </a:lnTo>
                  <a:lnTo>
                    <a:pt x="356362" y="398157"/>
                  </a:lnTo>
                  <a:lnTo>
                    <a:pt x="352564" y="398919"/>
                  </a:lnTo>
                  <a:lnTo>
                    <a:pt x="348767" y="399669"/>
                  </a:lnTo>
                  <a:lnTo>
                    <a:pt x="344932" y="400050"/>
                  </a:lnTo>
                  <a:lnTo>
                    <a:pt x="341058" y="400050"/>
                  </a:lnTo>
                  <a:lnTo>
                    <a:pt x="58991" y="400050"/>
                  </a:lnTo>
                  <a:lnTo>
                    <a:pt x="55118" y="400050"/>
                  </a:lnTo>
                  <a:lnTo>
                    <a:pt x="51282" y="399669"/>
                  </a:lnTo>
                  <a:lnTo>
                    <a:pt x="47485" y="398919"/>
                  </a:lnTo>
                  <a:lnTo>
                    <a:pt x="43688" y="398157"/>
                  </a:lnTo>
                  <a:lnTo>
                    <a:pt x="39992" y="397040"/>
                  </a:lnTo>
                  <a:lnTo>
                    <a:pt x="36423" y="395554"/>
                  </a:lnTo>
                  <a:lnTo>
                    <a:pt x="32842" y="394081"/>
                  </a:lnTo>
                  <a:lnTo>
                    <a:pt x="17284" y="382765"/>
                  </a:lnTo>
                  <a:lnTo>
                    <a:pt x="14541" y="380034"/>
                  </a:lnTo>
                  <a:lnTo>
                    <a:pt x="12090" y="377050"/>
                  </a:lnTo>
                  <a:lnTo>
                    <a:pt x="9944" y="373837"/>
                  </a:lnTo>
                  <a:lnTo>
                    <a:pt x="7785" y="370611"/>
                  </a:lnTo>
                  <a:lnTo>
                    <a:pt x="5969" y="367207"/>
                  </a:lnTo>
                  <a:lnTo>
                    <a:pt x="4495" y="363626"/>
                  </a:lnTo>
                  <a:lnTo>
                    <a:pt x="3009" y="360045"/>
                  </a:lnTo>
                  <a:lnTo>
                    <a:pt x="1892" y="356362"/>
                  </a:lnTo>
                  <a:lnTo>
                    <a:pt x="1130" y="352564"/>
                  </a:lnTo>
                  <a:lnTo>
                    <a:pt x="381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042699" y="4806950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60" b="1">
                <a:solidFill>
                  <a:srgbClr val="E5E0DF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03174" y="4764087"/>
            <a:ext cx="2231390" cy="15335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60" b="1">
                <a:solidFill>
                  <a:srgbClr val="E5E0DF"/>
                </a:solidFill>
                <a:latin typeface="Tahoma"/>
                <a:cs typeface="Tahoma"/>
              </a:rPr>
              <a:t>M</a:t>
            </a:r>
            <a:r>
              <a:rPr dirty="0" sz="1650" spc="-95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r>
              <a:rPr dirty="0" sz="1650" spc="-105" b="1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650" spc="-95" b="1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650" spc="-180" b="1">
                <a:solidFill>
                  <a:srgbClr val="E5E0DF"/>
                </a:solidFill>
                <a:latin typeface="Tahoma"/>
                <a:cs typeface="Tahoma"/>
              </a:rPr>
              <a:t>j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650" spc="-16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20" b="1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650" spc="-40" b="1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650" spc="-16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650" spc="-120" b="1">
                <a:solidFill>
                  <a:srgbClr val="E5E0DF"/>
                </a:solidFill>
                <a:latin typeface="Tahoma"/>
                <a:cs typeface="Tahoma"/>
              </a:rPr>
              <a:t>x</a:t>
            </a:r>
            <a:r>
              <a:rPr dirty="0" sz="1650" spc="-15" b="1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650" spc="-85" b="1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650" spc="-110" b="1">
                <a:solidFill>
                  <a:srgbClr val="E5E0DF"/>
                </a:solidFill>
                <a:latin typeface="Tahoma"/>
                <a:cs typeface="Tahoma"/>
              </a:rPr>
              <a:t>p</a:t>
            </a:r>
            <a:r>
              <a:rPr dirty="0" sz="1650" spc="-15" b="1">
                <a:solidFill>
                  <a:srgbClr val="E5E0DF"/>
                </a:solidFill>
                <a:latin typeface="Tahoma"/>
                <a:cs typeface="Tahoma"/>
              </a:rPr>
              <a:t>c</a:t>
            </a: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i</a:t>
            </a:r>
            <a:r>
              <a:rPr dirty="0" sz="1650" spc="-135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650" spc="-105" b="1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650" spc="-110" b="1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650" spc="-20" b="1">
                <a:solidFill>
                  <a:srgbClr val="E5E0DF"/>
                </a:solidFill>
                <a:latin typeface="Tahoma"/>
                <a:cs typeface="Tahoma"/>
              </a:rPr>
              <a:t>s</a:t>
            </a:r>
            <a:endParaRPr sz="1650">
              <a:latin typeface="Tahoma"/>
              <a:cs typeface="Tahoma"/>
            </a:endParaRPr>
          </a:p>
          <a:p>
            <a:pPr marL="12700" marR="59690">
              <a:lnSpc>
                <a:spcPct val="135400"/>
              </a:lnSpc>
              <a:spcBef>
                <a:spcPts val="750"/>
              </a:spcBef>
            </a:pP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Implementar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3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u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30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0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4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25">
                <a:solidFill>
                  <a:srgbClr val="E5E0DF"/>
                </a:solidFill>
                <a:latin typeface="Verdana"/>
                <a:cs typeface="Verdana"/>
              </a:rPr>
              <a:t>j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o 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y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9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45">
                <a:solidFill>
                  <a:srgbClr val="E5E0DF"/>
                </a:solidFill>
                <a:latin typeface="Verdana"/>
                <a:cs typeface="Verdana"/>
              </a:rPr>
              <a:t>s  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especiales.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953375" y="4810125"/>
            <a:ext cx="409575" cy="409575"/>
            <a:chOff x="7953375" y="4810125"/>
            <a:chExt cx="409575" cy="409575"/>
          </a:xfrm>
        </p:grpSpPr>
        <p:sp>
          <p:nvSpPr>
            <p:cNvPr id="21" name="object 21"/>
            <p:cNvSpPr/>
            <p:nvPr/>
          </p:nvSpPr>
          <p:spPr>
            <a:xfrm>
              <a:off x="7958137" y="48148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32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5" y="385508"/>
                  </a:lnTo>
                  <a:lnTo>
                    <a:pt x="55118" y="400050"/>
                  </a:lnTo>
                  <a:lnTo>
                    <a:pt x="344932" y="400050"/>
                  </a:lnTo>
                  <a:lnTo>
                    <a:pt x="385508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67" y="381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958137" y="48148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12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341058" y="0"/>
                  </a:lnTo>
                  <a:lnTo>
                    <a:pt x="344932" y="0"/>
                  </a:lnTo>
                  <a:lnTo>
                    <a:pt x="348767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45" y="3009"/>
                  </a:lnTo>
                  <a:lnTo>
                    <a:pt x="363626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7" y="9944"/>
                  </a:lnTo>
                  <a:lnTo>
                    <a:pt x="377050" y="12090"/>
                  </a:lnTo>
                  <a:lnTo>
                    <a:pt x="380034" y="14541"/>
                  </a:lnTo>
                  <a:lnTo>
                    <a:pt x="382765" y="17284"/>
                  </a:lnTo>
                  <a:lnTo>
                    <a:pt x="385508" y="20015"/>
                  </a:lnTo>
                  <a:lnTo>
                    <a:pt x="395554" y="36423"/>
                  </a:lnTo>
                  <a:lnTo>
                    <a:pt x="397040" y="39992"/>
                  </a:lnTo>
                  <a:lnTo>
                    <a:pt x="398157" y="43688"/>
                  </a:lnTo>
                  <a:lnTo>
                    <a:pt x="398919" y="47485"/>
                  </a:lnTo>
                  <a:lnTo>
                    <a:pt x="399669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69" y="348767"/>
                  </a:lnTo>
                  <a:lnTo>
                    <a:pt x="398919" y="352564"/>
                  </a:lnTo>
                  <a:lnTo>
                    <a:pt x="398157" y="356362"/>
                  </a:lnTo>
                  <a:lnTo>
                    <a:pt x="397040" y="360045"/>
                  </a:lnTo>
                  <a:lnTo>
                    <a:pt x="395554" y="363626"/>
                  </a:lnTo>
                  <a:lnTo>
                    <a:pt x="394081" y="367207"/>
                  </a:lnTo>
                  <a:lnTo>
                    <a:pt x="382765" y="382765"/>
                  </a:lnTo>
                  <a:lnTo>
                    <a:pt x="380034" y="385508"/>
                  </a:lnTo>
                  <a:lnTo>
                    <a:pt x="363626" y="395554"/>
                  </a:lnTo>
                  <a:lnTo>
                    <a:pt x="360045" y="397040"/>
                  </a:lnTo>
                  <a:lnTo>
                    <a:pt x="356362" y="398157"/>
                  </a:lnTo>
                  <a:lnTo>
                    <a:pt x="352564" y="398919"/>
                  </a:lnTo>
                  <a:lnTo>
                    <a:pt x="348767" y="399669"/>
                  </a:lnTo>
                  <a:lnTo>
                    <a:pt x="344932" y="400050"/>
                  </a:lnTo>
                  <a:lnTo>
                    <a:pt x="341058" y="400050"/>
                  </a:lnTo>
                  <a:lnTo>
                    <a:pt x="58991" y="400050"/>
                  </a:lnTo>
                  <a:lnTo>
                    <a:pt x="55118" y="400050"/>
                  </a:lnTo>
                  <a:lnTo>
                    <a:pt x="51282" y="399669"/>
                  </a:lnTo>
                  <a:lnTo>
                    <a:pt x="47485" y="398919"/>
                  </a:lnTo>
                  <a:lnTo>
                    <a:pt x="43688" y="398157"/>
                  </a:lnTo>
                  <a:lnTo>
                    <a:pt x="39992" y="397040"/>
                  </a:lnTo>
                  <a:lnTo>
                    <a:pt x="36423" y="395554"/>
                  </a:lnTo>
                  <a:lnTo>
                    <a:pt x="32842" y="394081"/>
                  </a:lnTo>
                  <a:lnTo>
                    <a:pt x="17284" y="382765"/>
                  </a:lnTo>
                  <a:lnTo>
                    <a:pt x="14541" y="380034"/>
                  </a:lnTo>
                  <a:lnTo>
                    <a:pt x="12090" y="377050"/>
                  </a:lnTo>
                  <a:lnTo>
                    <a:pt x="9944" y="373837"/>
                  </a:lnTo>
                  <a:lnTo>
                    <a:pt x="7785" y="370611"/>
                  </a:lnTo>
                  <a:lnTo>
                    <a:pt x="5969" y="367207"/>
                  </a:lnTo>
                  <a:lnTo>
                    <a:pt x="4495" y="363626"/>
                  </a:lnTo>
                  <a:lnTo>
                    <a:pt x="3009" y="360045"/>
                  </a:lnTo>
                  <a:lnTo>
                    <a:pt x="1892" y="356362"/>
                  </a:lnTo>
                  <a:lnTo>
                    <a:pt x="1130" y="352564"/>
                  </a:lnTo>
                  <a:lnTo>
                    <a:pt x="381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062569" y="4806950"/>
            <a:ext cx="19113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25" b="1">
                <a:solidFill>
                  <a:srgbClr val="E5E0DF"/>
                </a:solidFill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28550" y="4764087"/>
            <a:ext cx="2263140" cy="15335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90" b="1">
                <a:solidFill>
                  <a:srgbClr val="E5E0DF"/>
                </a:solidFill>
                <a:latin typeface="Tahoma"/>
                <a:cs typeface="Tahoma"/>
              </a:rPr>
              <a:t>Documentación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400"/>
              </a:lnSpc>
              <a:spcBef>
                <a:spcPts val="750"/>
              </a:spcBef>
            </a:pPr>
            <a:r>
              <a:rPr dirty="0" sz="1400" spc="-4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30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0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ó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d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g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a  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f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20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Verdana"/>
                <a:cs typeface="Verdana"/>
              </a:rPr>
              <a:t>c</a:t>
            </a:r>
            <a:r>
              <a:rPr dirty="0" sz="1400" spc="-6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3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p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8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65">
                <a:solidFill>
                  <a:srgbClr val="E5E0DF"/>
                </a:solidFill>
                <a:latin typeface="Verdana"/>
                <a:cs typeface="Verdana"/>
              </a:rPr>
              <a:t>s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ó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y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  </a:t>
            </a:r>
            <a:r>
              <a:rPr dirty="0" sz="1400" spc="-14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0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8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155">
                <a:solidFill>
                  <a:srgbClr val="E5E0DF"/>
                </a:solidFill>
                <a:latin typeface="Verdana"/>
                <a:cs typeface="Verdana"/>
              </a:rPr>
              <a:t>m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i</a:t>
            </a:r>
            <a:r>
              <a:rPr dirty="0" sz="1400" spc="-55">
                <a:solidFill>
                  <a:srgbClr val="E5E0DF"/>
                </a:solidFill>
                <a:latin typeface="Verdana"/>
                <a:cs typeface="Verdana"/>
              </a:rPr>
              <a:t>e</a:t>
            </a:r>
            <a:r>
              <a:rPr dirty="0" sz="1400" spc="-105">
                <a:solidFill>
                  <a:srgbClr val="E5E0DF"/>
                </a:solidFill>
                <a:latin typeface="Verdana"/>
                <a:cs typeface="Verdana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Verdana"/>
                <a:cs typeface="Verdana"/>
              </a:rPr>
              <a:t>t</a:t>
            </a:r>
            <a:r>
              <a:rPr dirty="0" sz="1400" spc="-50">
                <a:solidFill>
                  <a:srgbClr val="E5E0DF"/>
                </a:solidFill>
                <a:latin typeface="Verdana"/>
                <a:cs typeface="Verdana"/>
              </a:rPr>
              <a:t>o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400" spc="-15">
                <a:solidFill>
                  <a:srgbClr val="E5E0DF"/>
                </a:solidFill>
                <a:latin typeface="Verdana"/>
                <a:cs typeface="Verdana"/>
              </a:rPr>
              <a:t>l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400" spc="-80">
                <a:solidFill>
                  <a:srgbClr val="E5E0DF"/>
                </a:solidFill>
                <a:latin typeface="Verdana"/>
                <a:cs typeface="Verdana"/>
              </a:rPr>
              <a:t>r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g</a:t>
            </a:r>
            <a:r>
              <a:rPr dirty="0" sz="1400" spc="-40">
                <a:solidFill>
                  <a:srgbClr val="E5E0DF"/>
                </a:solidFill>
                <a:latin typeface="Verdana"/>
                <a:cs typeface="Verdana"/>
              </a:rPr>
              <a:t>o  </a:t>
            </a:r>
            <a:r>
              <a:rPr dirty="0" sz="1400" spc="-75">
                <a:solidFill>
                  <a:srgbClr val="E5E0DF"/>
                </a:solidFill>
                <a:latin typeface="Verdana"/>
                <a:cs typeface="Verdana"/>
              </a:rPr>
              <a:t>plazo.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4879" y="1149350"/>
            <a:ext cx="416242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10"/>
              <a:t>C</a:t>
            </a:r>
            <a:r>
              <a:rPr dirty="0" spc="-120"/>
              <a:t>o</a:t>
            </a:r>
            <a:r>
              <a:rPr dirty="0" spc="-65"/>
              <a:t>n</a:t>
            </a:r>
            <a:r>
              <a:rPr dirty="0" spc="5"/>
              <a:t>c</a:t>
            </a:r>
            <a:r>
              <a:rPr dirty="0" spc="-114"/>
              <a:t>l</a:t>
            </a:r>
            <a:r>
              <a:rPr dirty="0" spc="-90"/>
              <a:t>u</a:t>
            </a:r>
            <a:r>
              <a:rPr dirty="0" spc="110"/>
              <a:t>s</a:t>
            </a:r>
            <a:r>
              <a:rPr dirty="0" spc="-150"/>
              <a:t>i</a:t>
            </a:r>
            <a:r>
              <a:rPr dirty="0" spc="-90"/>
              <a:t>ó</a:t>
            </a:r>
            <a:r>
              <a:rPr dirty="0" spc="20"/>
              <a:t>n</a:t>
            </a:r>
            <a:r>
              <a:rPr dirty="0" spc="-370"/>
              <a:t> </a:t>
            </a:r>
            <a:r>
              <a:rPr dirty="0" spc="125"/>
              <a:t>y</a:t>
            </a:r>
            <a:r>
              <a:rPr dirty="0" spc="-370"/>
              <a:t> </a:t>
            </a:r>
            <a:r>
              <a:rPr dirty="0" spc="-220"/>
              <a:t>r</a:t>
            </a:r>
            <a:r>
              <a:rPr dirty="0" spc="-95"/>
              <a:t>e</a:t>
            </a:r>
            <a:r>
              <a:rPr dirty="0" spc="-10"/>
              <a:t>c</a:t>
            </a:r>
            <a:r>
              <a:rPr dirty="0" spc="-85"/>
              <a:t>u</a:t>
            </a:r>
            <a:r>
              <a:rPr dirty="0" spc="-165"/>
              <a:t>r</a:t>
            </a:r>
            <a:r>
              <a:rPr dirty="0" spc="80"/>
              <a:t>s</a:t>
            </a:r>
            <a:r>
              <a:rPr dirty="0" spc="-120"/>
              <a:t>o</a:t>
            </a:r>
            <a:r>
              <a:rPr dirty="0" spc="175"/>
              <a:t>s  </a:t>
            </a:r>
            <a:r>
              <a:rPr dirty="0" spc="-65"/>
              <a:t>adicionales</a:t>
            </a:r>
          </a:p>
        </p:txBody>
      </p:sp>
      <p:sp>
        <p:nvSpPr>
          <p:cNvPr id="6" name="object 6"/>
          <p:cNvSpPr/>
          <p:nvPr/>
        </p:nvSpPr>
        <p:spPr>
          <a:xfrm>
            <a:off x="685800" y="43338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5800" y="4695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12705" y="4781550"/>
            <a:ext cx="26670" cy="9525"/>
          </a:xfrm>
          <a:custGeom>
            <a:avLst/>
            <a:gdLst/>
            <a:ahLst/>
            <a:cxnLst/>
            <a:rect l="l" t="t" r="r" b="b"/>
            <a:pathLst>
              <a:path w="26670" h="9525">
                <a:moveTo>
                  <a:pt x="26107" y="0"/>
                </a:moveTo>
                <a:lnTo>
                  <a:pt x="0" y="0"/>
                </a:lnTo>
                <a:lnTo>
                  <a:pt x="0" y="9525"/>
                </a:lnTo>
                <a:lnTo>
                  <a:pt x="26107" y="9525"/>
                </a:lnTo>
                <a:lnTo>
                  <a:pt x="26107" y="0"/>
                </a:lnTo>
                <a:close/>
              </a:path>
            </a:pathLst>
          </a:custGeom>
          <a:solidFill>
            <a:srgbClr val="F203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5800" y="50482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24879" y="2490698"/>
            <a:ext cx="5807075" cy="26828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55"/>
              </a:spcBef>
            </a:pPr>
            <a:r>
              <a:rPr dirty="0" sz="1400" spc="-15">
                <a:solidFill>
                  <a:srgbClr val="E5E0DF"/>
                </a:solidFill>
                <a:latin typeface="Arial MT"/>
                <a:cs typeface="Arial MT"/>
              </a:rPr>
              <a:t>Las </a:t>
            </a:r>
            <a:r>
              <a:rPr dirty="0" sz="1400" spc="15">
                <a:solidFill>
                  <a:srgbClr val="E5E0DF"/>
                </a:solidFill>
                <a:latin typeface="Arial MT"/>
                <a:cs typeface="Arial MT"/>
              </a:rPr>
              <a:t>sentencias </a:t>
            </a:r>
            <a:r>
              <a:rPr dirty="0" sz="1400" spc="5">
                <a:solidFill>
                  <a:srgbClr val="E5E0DF"/>
                </a:solidFill>
                <a:latin typeface="Arial MT"/>
                <a:cs typeface="Arial MT"/>
              </a:rPr>
              <a:t>de </a:t>
            </a:r>
            <a:r>
              <a:rPr dirty="0" sz="1400" spc="35">
                <a:solidFill>
                  <a:srgbClr val="E5E0DF"/>
                </a:solidFill>
                <a:latin typeface="Arial MT"/>
                <a:cs typeface="Arial MT"/>
              </a:rPr>
              <a:t>control </a:t>
            </a:r>
            <a:r>
              <a:rPr dirty="0" sz="1400" spc="-5">
                <a:solidFill>
                  <a:srgbClr val="E5E0DF"/>
                </a:solidFill>
                <a:latin typeface="Arial MT"/>
                <a:cs typeface="Arial MT"/>
              </a:rPr>
              <a:t>son </a:t>
            </a:r>
            <a:r>
              <a:rPr dirty="0" sz="1400" spc="25">
                <a:solidFill>
                  <a:srgbClr val="E5E0DF"/>
                </a:solidFill>
                <a:latin typeface="Arial MT"/>
                <a:cs typeface="Arial MT"/>
              </a:rPr>
              <a:t>elementos fundamentales </a:t>
            </a:r>
            <a:r>
              <a:rPr dirty="0" sz="1400" spc="15">
                <a:solidFill>
                  <a:srgbClr val="E5E0DF"/>
                </a:solidFill>
                <a:latin typeface="Arial MT"/>
                <a:cs typeface="Arial MT"/>
              </a:rPr>
              <a:t>en la </a:t>
            </a:r>
            <a:r>
              <a:rPr dirty="0" sz="1400" spc="20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Arial MT"/>
                <a:cs typeface="Arial MT"/>
              </a:rPr>
              <a:t>programación</a:t>
            </a:r>
            <a:r>
              <a:rPr dirty="0" sz="1400" spc="-55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Arial MT"/>
                <a:cs typeface="Arial MT"/>
              </a:rPr>
              <a:t>de</a:t>
            </a:r>
            <a:r>
              <a:rPr dirty="0" sz="1400" spc="-50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Arial MT"/>
                <a:cs typeface="Arial MT"/>
              </a:rPr>
              <a:t>bajo</a:t>
            </a:r>
            <a:r>
              <a:rPr dirty="0" sz="1400" spc="-50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Arial MT"/>
                <a:cs typeface="Arial MT"/>
              </a:rPr>
              <a:t>nivel</a:t>
            </a:r>
            <a:r>
              <a:rPr dirty="0" sz="1400" spc="-50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Arial MT"/>
                <a:cs typeface="Arial MT"/>
              </a:rPr>
              <a:t>con</a:t>
            </a:r>
            <a:r>
              <a:rPr dirty="0" sz="1400" spc="-105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-30">
                <a:solidFill>
                  <a:srgbClr val="E5E0DF"/>
                </a:solidFill>
                <a:latin typeface="Arial MT"/>
                <a:cs typeface="Arial MT"/>
              </a:rPr>
              <a:t>ASM</a:t>
            </a:r>
            <a:r>
              <a:rPr dirty="0" sz="1400" spc="-50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Arial MT"/>
                <a:cs typeface="Arial MT"/>
              </a:rPr>
              <a:t>para</a:t>
            </a:r>
            <a:r>
              <a:rPr dirty="0" sz="1400" spc="-55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-60">
                <a:solidFill>
                  <a:srgbClr val="E5E0DF"/>
                </a:solidFill>
                <a:latin typeface="Arial MT"/>
                <a:cs typeface="Arial MT"/>
              </a:rPr>
              <a:t>RISC-V.</a:t>
            </a:r>
            <a:r>
              <a:rPr dirty="0" sz="1400" spc="-50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-30">
                <a:solidFill>
                  <a:srgbClr val="E5E0DF"/>
                </a:solidFill>
                <a:latin typeface="Arial MT"/>
                <a:cs typeface="Arial MT"/>
              </a:rPr>
              <a:t>Su</a:t>
            </a:r>
            <a:r>
              <a:rPr dirty="0" sz="1400" spc="-50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Arial MT"/>
                <a:cs typeface="Arial MT"/>
              </a:rPr>
              <a:t>dominio</a:t>
            </a:r>
            <a:r>
              <a:rPr dirty="0" sz="1400" spc="-50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E5E0DF"/>
                </a:solidFill>
                <a:latin typeface="Arial MT"/>
                <a:cs typeface="Arial MT"/>
              </a:rPr>
              <a:t>permite</a:t>
            </a:r>
            <a:r>
              <a:rPr dirty="0" sz="1400" spc="-50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E5E0DF"/>
                </a:solidFill>
                <a:latin typeface="Arial MT"/>
                <a:cs typeface="Arial MT"/>
              </a:rPr>
              <a:t>a </a:t>
            </a:r>
            <a:r>
              <a:rPr dirty="0" sz="1400" spc="-375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Arial MT"/>
                <a:cs typeface="Arial MT"/>
              </a:rPr>
              <a:t>los </a:t>
            </a:r>
            <a:r>
              <a:rPr dirty="0" sz="1400" spc="15">
                <a:solidFill>
                  <a:srgbClr val="E5E0DF"/>
                </a:solidFill>
                <a:latin typeface="Arial MT"/>
                <a:cs typeface="Arial MT"/>
              </a:rPr>
              <a:t>desarrolladores </a:t>
            </a:r>
            <a:r>
              <a:rPr dirty="0" sz="1400" spc="35">
                <a:solidFill>
                  <a:srgbClr val="E5E0DF"/>
                </a:solidFill>
                <a:latin typeface="Arial MT"/>
                <a:cs typeface="Arial MT"/>
              </a:rPr>
              <a:t>construir </a:t>
            </a:r>
            <a:r>
              <a:rPr dirty="0" sz="1400" spc="10">
                <a:solidFill>
                  <a:srgbClr val="E5E0DF"/>
                </a:solidFill>
                <a:latin typeface="Arial MT"/>
                <a:cs typeface="Arial MT"/>
              </a:rPr>
              <a:t>soluciones </a:t>
            </a:r>
            <a:r>
              <a:rPr dirty="0" sz="1400" spc="-5">
                <a:solidFill>
                  <a:srgbClr val="E5E0DF"/>
                </a:solidFill>
                <a:latin typeface="Arial MT"/>
                <a:cs typeface="Arial MT"/>
              </a:rPr>
              <a:t>más </a:t>
            </a:r>
            <a:r>
              <a:rPr dirty="0" sz="1400" spc="5">
                <a:solidFill>
                  <a:srgbClr val="E5E0DF"/>
                </a:solidFill>
                <a:latin typeface="Arial MT"/>
                <a:cs typeface="Arial MT"/>
              </a:rPr>
              <a:t>robustas, </a:t>
            </a:r>
            <a:r>
              <a:rPr dirty="0" sz="1400" spc="25">
                <a:solidFill>
                  <a:srgbClr val="E5E0DF"/>
                </a:solidFill>
                <a:latin typeface="Arial MT"/>
                <a:cs typeface="Arial MT"/>
              </a:rPr>
              <a:t>eficientes </a:t>
            </a:r>
            <a:r>
              <a:rPr dirty="0" sz="1400" spc="55">
                <a:solidFill>
                  <a:srgbClr val="E5E0DF"/>
                </a:solidFill>
                <a:latin typeface="Arial MT"/>
                <a:cs typeface="Arial MT"/>
              </a:rPr>
              <a:t>y </a:t>
            </a:r>
            <a:r>
              <a:rPr dirty="0" sz="1400" spc="60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Arial MT"/>
                <a:cs typeface="Arial MT"/>
              </a:rPr>
              <a:t>adaptables. </a:t>
            </a:r>
            <a:r>
              <a:rPr dirty="0" sz="1400" spc="-10">
                <a:solidFill>
                  <a:srgbClr val="E5E0DF"/>
                </a:solidFill>
                <a:latin typeface="Arial MT"/>
                <a:cs typeface="Arial MT"/>
              </a:rPr>
              <a:t>Para </a:t>
            </a:r>
            <a:r>
              <a:rPr dirty="0" sz="1400" spc="35">
                <a:solidFill>
                  <a:srgbClr val="E5E0DF"/>
                </a:solidFill>
                <a:latin typeface="Arial MT"/>
                <a:cs typeface="Arial MT"/>
              </a:rPr>
              <a:t>profundizar </a:t>
            </a:r>
            <a:r>
              <a:rPr dirty="0" sz="1400" spc="15">
                <a:solidFill>
                  <a:srgbClr val="E5E0DF"/>
                </a:solidFill>
                <a:latin typeface="Arial MT"/>
                <a:cs typeface="Arial MT"/>
              </a:rPr>
              <a:t>en este </a:t>
            </a:r>
            <a:r>
              <a:rPr dirty="0" sz="1400" spc="25">
                <a:solidFill>
                  <a:srgbClr val="E5E0DF"/>
                </a:solidFill>
                <a:latin typeface="Arial MT"/>
                <a:cs typeface="Arial MT"/>
              </a:rPr>
              <a:t>tema, </a:t>
            </a:r>
            <a:r>
              <a:rPr dirty="0" sz="1400" spc="-25">
                <a:solidFill>
                  <a:srgbClr val="E5E0DF"/>
                </a:solidFill>
                <a:latin typeface="Arial MT"/>
                <a:cs typeface="Arial MT"/>
              </a:rPr>
              <a:t>se </a:t>
            </a:r>
            <a:r>
              <a:rPr dirty="0" sz="1400" spc="25">
                <a:solidFill>
                  <a:srgbClr val="E5E0DF"/>
                </a:solidFill>
                <a:latin typeface="Arial MT"/>
                <a:cs typeface="Arial MT"/>
              </a:rPr>
              <a:t>recomiendan </a:t>
            </a:r>
            <a:r>
              <a:rPr dirty="0" sz="1400" spc="10">
                <a:solidFill>
                  <a:srgbClr val="E5E0DF"/>
                </a:solidFill>
                <a:latin typeface="Arial MT"/>
                <a:cs typeface="Arial MT"/>
              </a:rPr>
              <a:t>los </a:t>
            </a:r>
            <a:r>
              <a:rPr dirty="0" sz="1400" spc="15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Arial MT"/>
                <a:cs typeface="Arial MT"/>
              </a:rPr>
              <a:t>siguientes</a:t>
            </a:r>
            <a:r>
              <a:rPr dirty="0" sz="1400" spc="-60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Arial MT"/>
                <a:cs typeface="Arial MT"/>
              </a:rPr>
              <a:t>recursos:</a:t>
            </a:r>
            <a:endParaRPr sz="1400">
              <a:latin typeface="Arial MT"/>
              <a:cs typeface="Arial MT"/>
            </a:endParaRPr>
          </a:p>
          <a:p>
            <a:pPr marL="303530" marR="2672080">
              <a:lnSpc>
                <a:spcPct val="167400"/>
              </a:lnSpc>
              <a:spcBef>
                <a:spcPts val="1085"/>
              </a:spcBef>
            </a:pPr>
            <a:r>
              <a:rPr dirty="0" u="sng" sz="1400" spc="2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4"/>
              </a:rPr>
              <a:t>Documentación </a:t>
            </a:r>
            <a:r>
              <a:rPr dirty="0" u="sng" sz="1400" spc="10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4"/>
              </a:rPr>
              <a:t>oficial </a:t>
            </a:r>
            <a:r>
              <a:rPr dirty="0" u="sng" sz="1400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4"/>
              </a:rPr>
              <a:t>de </a:t>
            </a:r>
            <a:r>
              <a:rPr dirty="0" u="sng" sz="1400" spc="7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4"/>
              </a:rPr>
              <a:t>RISC-V </a:t>
            </a:r>
            <a:r>
              <a:rPr dirty="0" sz="1400" spc="-409" b="1">
                <a:solidFill>
                  <a:srgbClr val="F20373"/>
                </a:solidFill>
                <a:latin typeface="Trebuchet MS"/>
                <a:cs typeface="Trebuchet MS"/>
              </a:rPr>
              <a:t> </a:t>
            </a:r>
            <a:r>
              <a:rPr dirty="0" u="sng" sz="1400" spc="-9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T</a:t>
            </a:r>
            <a:r>
              <a:rPr dirty="0" u="sng" sz="1400" spc="1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u</a:t>
            </a:r>
            <a:r>
              <a:rPr dirty="0" u="sng" sz="1400" spc="-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t</a:t>
            </a:r>
            <a:r>
              <a:rPr dirty="0" u="sng" sz="1400" spc="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o</a:t>
            </a:r>
            <a:r>
              <a:rPr dirty="0" u="sng" sz="1400" spc="-1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r</a:t>
            </a:r>
            <a:r>
              <a:rPr dirty="0" u="sng" sz="1400" spc="-20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i</a:t>
            </a:r>
            <a:r>
              <a:rPr dirty="0" u="sng" sz="1400" spc="4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a</a:t>
            </a:r>
            <a:r>
              <a:rPr dirty="0" u="sng" sz="1400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l</a:t>
            </a:r>
            <a:r>
              <a:rPr dirty="0" u="sng" sz="1400" spc="-6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dirty="0" u="sng" sz="1400" spc="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d</a:t>
            </a:r>
            <a:r>
              <a:rPr dirty="0" u="sng" sz="1400" spc="-10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e</a:t>
            </a:r>
            <a:r>
              <a:rPr dirty="0" u="sng" sz="1400" spc="-6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dirty="0" u="sng" sz="1400" spc="12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R</a:t>
            </a:r>
            <a:r>
              <a:rPr dirty="0" u="sng" sz="1400" spc="2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I</a:t>
            </a:r>
            <a:r>
              <a:rPr dirty="0" u="sng" sz="1400" spc="15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S</a:t>
            </a:r>
            <a:r>
              <a:rPr dirty="0" u="sng" sz="1400" spc="30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C</a:t>
            </a:r>
            <a:r>
              <a:rPr dirty="0" u="sng" sz="1400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-</a:t>
            </a:r>
            <a:r>
              <a:rPr dirty="0" u="sng" sz="1400" spc="10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V</a:t>
            </a:r>
            <a:r>
              <a:rPr dirty="0" u="sng" sz="1400" spc="-180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dirty="0" u="sng" sz="1400" spc="12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A</a:t>
            </a:r>
            <a:r>
              <a:rPr dirty="0" u="sng" sz="1400" spc="9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s</a:t>
            </a:r>
            <a:r>
              <a:rPr dirty="0" u="sng" sz="1400" spc="8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s</a:t>
            </a:r>
            <a:r>
              <a:rPr dirty="0" u="sng" sz="1400" spc="-10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e</a:t>
            </a:r>
            <a:r>
              <a:rPr dirty="0" u="sng" sz="1400" spc="4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m</a:t>
            </a:r>
            <a:r>
              <a:rPr dirty="0" u="sng" sz="1400" spc="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b</a:t>
            </a:r>
            <a:r>
              <a:rPr dirty="0" u="sng" sz="1400" spc="-5" b="1">
                <a:solidFill>
                  <a:srgbClr val="F20373"/>
                </a:solidFill>
                <a:uFill>
                  <a:solidFill>
                    <a:srgbClr val="F20373"/>
                  </a:solidFill>
                </a:uFill>
                <a:latin typeface="Trebuchet MS"/>
                <a:cs typeface="Trebuchet MS"/>
                <a:hlinkClick r:id="rId5"/>
              </a:rPr>
              <a:t>l</a:t>
            </a:r>
            <a:r>
              <a:rPr dirty="0" sz="1400" spc="50" b="1">
                <a:solidFill>
                  <a:srgbClr val="F20373"/>
                </a:solidFill>
                <a:latin typeface="Trebuchet MS"/>
                <a:cs typeface="Trebuchet MS"/>
                <a:hlinkClick r:id="rId5"/>
              </a:rPr>
              <a:t>y </a:t>
            </a:r>
            <a:r>
              <a:rPr dirty="0" sz="1400" spc="35" b="1">
                <a:solidFill>
                  <a:srgbClr val="F20373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Arial MT"/>
                <a:cs typeface="Arial MT"/>
              </a:rPr>
              <a:t>I</a:t>
            </a:r>
            <a:r>
              <a:rPr dirty="0" sz="1400">
                <a:solidFill>
                  <a:srgbClr val="E5E0DF"/>
                </a:solidFill>
                <a:latin typeface="Arial MT"/>
                <a:cs typeface="Arial MT"/>
              </a:rPr>
              <a:t>n</a:t>
            </a:r>
            <a:r>
              <a:rPr dirty="0" sz="1400" spc="90">
                <a:solidFill>
                  <a:srgbClr val="E5E0DF"/>
                </a:solidFill>
                <a:latin typeface="Arial MT"/>
                <a:cs typeface="Arial MT"/>
              </a:rPr>
              <a:t>t</a:t>
            </a:r>
            <a:r>
              <a:rPr dirty="0" sz="1400" spc="50">
                <a:solidFill>
                  <a:srgbClr val="E5E0DF"/>
                </a:solidFill>
                <a:latin typeface="Arial MT"/>
                <a:cs typeface="Arial MT"/>
              </a:rPr>
              <a:t>r</a:t>
            </a:r>
            <a:r>
              <a:rPr dirty="0" sz="1400" spc="40">
                <a:solidFill>
                  <a:srgbClr val="E5E0DF"/>
                </a:solidFill>
                <a:latin typeface="Arial MT"/>
                <a:cs typeface="Arial MT"/>
              </a:rPr>
              <a:t>o</a:t>
            </a:r>
            <a:r>
              <a:rPr dirty="0" sz="1400" spc="20">
                <a:solidFill>
                  <a:srgbClr val="E5E0DF"/>
                </a:solidFill>
                <a:latin typeface="Arial MT"/>
                <a:cs typeface="Arial MT"/>
              </a:rPr>
              <a:t>d</a:t>
            </a:r>
            <a:r>
              <a:rPr dirty="0" sz="1400" spc="15">
                <a:solidFill>
                  <a:srgbClr val="E5E0DF"/>
                </a:solidFill>
                <a:latin typeface="Arial MT"/>
                <a:cs typeface="Arial MT"/>
              </a:rPr>
              <a:t>u</a:t>
            </a:r>
            <a:r>
              <a:rPr dirty="0" sz="1400" spc="25">
                <a:solidFill>
                  <a:srgbClr val="E5E0DF"/>
                </a:solidFill>
                <a:latin typeface="Arial MT"/>
                <a:cs typeface="Arial MT"/>
              </a:rPr>
              <a:t>c</a:t>
            </a:r>
            <a:r>
              <a:rPr dirty="0" sz="1400" spc="10">
                <a:solidFill>
                  <a:srgbClr val="E5E0DF"/>
                </a:solidFill>
                <a:latin typeface="Arial MT"/>
                <a:cs typeface="Arial MT"/>
              </a:rPr>
              <a:t>c</a:t>
            </a:r>
            <a:r>
              <a:rPr dirty="0" sz="1400" spc="45">
                <a:solidFill>
                  <a:srgbClr val="E5E0DF"/>
                </a:solidFill>
                <a:latin typeface="Arial MT"/>
                <a:cs typeface="Arial MT"/>
              </a:rPr>
              <a:t>i</a:t>
            </a:r>
            <a:r>
              <a:rPr dirty="0" sz="1400" spc="15">
                <a:solidFill>
                  <a:srgbClr val="E5E0DF"/>
                </a:solidFill>
                <a:latin typeface="Arial MT"/>
                <a:cs typeface="Arial MT"/>
              </a:rPr>
              <a:t>ó</a:t>
            </a:r>
            <a:r>
              <a:rPr dirty="0" sz="1400" spc="25">
                <a:solidFill>
                  <a:srgbClr val="E5E0DF"/>
                </a:solidFill>
                <a:latin typeface="Arial MT"/>
                <a:cs typeface="Arial MT"/>
              </a:rPr>
              <a:t>n</a:t>
            </a:r>
            <a:r>
              <a:rPr dirty="0" sz="1400" spc="-55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E5E0DF"/>
                </a:solidFill>
                <a:latin typeface="Arial MT"/>
                <a:cs typeface="Arial MT"/>
              </a:rPr>
              <a:t>a</a:t>
            </a:r>
            <a:r>
              <a:rPr dirty="0" sz="1400" spc="-55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-65">
                <a:solidFill>
                  <a:srgbClr val="E5E0DF"/>
                </a:solidFill>
                <a:latin typeface="Arial MT"/>
                <a:cs typeface="Arial MT"/>
              </a:rPr>
              <a:t>R</a:t>
            </a:r>
            <a:r>
              <a:rPr dirty="0" sz="1400" spc="10">
                <a:solidFill>
                  <a:srgbClr val="E5E0DF"/>
                </a:solidFill>
                <a:latin typeface="Arial MT"/>
                <a:cs typeface="Arial MT"/>
              </a:rPr>
              <a:t>I</a:t>
            </a:r>
            <a:r>
              <a:rPr dirty="0" sz="1400" spc="-80">
                <a:solidFill>
                  <a:srgbClr val="E5E0DF"/>
                </a:solidFill>
                <a:latin typeface="Arial MT"/>
                <a:cs typeface="Arial MT"/>
              </a:rPr>
              <a:t>S</a:t>
            </a:r>
            <a:r>
              <a:rPr dirty="0" sz="1400" spc="-110">
                <a:solidFill>
                  <a:srgbClr val="E5E0DF"/>
                </a:solidFill>
                <a:latin typeface="Arial MT"/>
                <a:cs typeface="Arial MT"/>
              </a:rPr>
              <a:t>C</a:t>
            </a:r>
            <a:r>
              <a:rPr dirty="0" sz="1400" spc="25">
                <a:solidFill>
                  <a:srgbClr val="E5E0DF"/>
                </a:solidFill>
                <a:latin typeface="Arial MT"/>
                <a:cs typeface="Arial MT"/>
              </a:rPr>
              <a:t>-</a:t>
            </a:r>
            <a:r>
              <a:rPr dirty="0" sz="1400">
                <a:solidFill>
                  <a:srgbClr val="E5E0DF"/>
                </a:solidFill>
                <a:latin typeface="Arial MT"/>
                <a:cs typeface="Arial MT"/>
              </a:rPr>
              <a:t>V</a:t>
            </a:r>
            <a:r>
              <a:rPr dirty="0" sz="1400" spc="-114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Arial MT"/>
                <a:cs typeface="Arial MT"/>
              </a:rPr>
              <a:t>(</a:t>
            </a:r>
            <a:r>
              <a:rPr dirty="0" sz="1400">
                <a:solidFill>
                  <a:srgbClr val="E5E0DF"/>
                </a:solidFill>
                <a:latin typeface="Arial MT"/>
                <a:cs typeface="Arial MT"/>
              </a:rPr>
              <a:t>e</a:t>
            </a:r>
            <a:r>
              <a:rPr dirty="0" sz="1400" spc="25">
                <a:solidFill>
                  <a:srgbClr val="E5E0DF"/>
                </a:solidFill>
                <a:latin typeface="Arial MT"/>
                <a:cs typeface="Arial MT"/>
              </a:rPr>
              <a:t>n</a:t>
            </a:r>
            <a:r>
              <a:rPr dirty="0" sz="1400" spc="-55">
                <a:solidFill>
                  <a:srgbClr val="E5E0DF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E5E0DF"/>
                </a:solidFill>
                <a:latin typeface="Arial MT"/>
                <a:cs typeface="Arial MT"/>
              </a:rPr>
              <a:t>e</a:t>
            </a:r>
            <a:r>
              <a:rPr dirty="0" sz="1400" spc="-35">
                <a:solidFill>
                  <a:srgbClr val="E5E0DF"/>
                </a:solidFill>
                <a:latin typeface="Arial MT"/>
                <a:cs typeface="Arial MT"/>
              </a:rPr>
              <a:t>s</a:t>
            </a:r>
            <a:r>
              <a:rPr dirty="0" sz="1400" spc="45">
                <a:solidFill>
                  <a:srgbClr val="E5E0DF"/>
                </a:solidFill>
                <a:latin typeface="Arial MT"/>
                <a:cs typeface="Arial MT"/>
              </a:rPr>
              <a:t>p</a:t>
            </a:r>
            <a:r>
              <a:rPr dirty="0" sz="1400" spc="-10">
                <a:solidFill>
                  <a:srgbClr val="E5E0DF"/>
                </a:solidFill>
                <a:latin typeface="Arial MT"/>
                <a:cs typeface="Arial MT"/>
              </a:rPr>
              <a:t>a</a:t>
            </a:r>
            <a:r>
              <a:rPr dirty="0" sz="1400" spc="20">
                <a:solidFill>
                  <a:srgbClr val="E5E0DF"/>
                </a:solidFill>
                <a:latin typeface="Arial MT"/>
                <a:cs typeface="Arial MT"/>
              </a:rPr>
              <a:t>ñ</a:t>
            </a:r>
            <a:r>
              <a:rPr dirty="0" sz="1400" spc="15">
                <a:solidFill>
                  <a:srgbClr val="E5E0DF"/>
                </a:solidFill>
                <a:latin typeface="Arial MT"/>
                <a:cs typeface="Arial MT"/>
              </a:rPr>
              <a:t>o</a:t>
            </a:r>
            <a:r>
              <a:rPr dirty="0" sz="1400" spc="55">
                <a:solidFill>
                  <a:srgbClr val="E5E0DF"/>
                </a:solidFill>
                <a:latin typeface="Arial MT"/>
                <a:cs typeface="Arial MT"/>
              </a:rPr>
              <a:t>l</a:t>
            </a:r>
            <a:r>
              <a:rPr dirty="0" sz="1400" spc="25">
                <a:solidFill>
                  <a:srgbClr val="E5E0DF"/>
                </a:solidFill>
                <a:latin typeface="Arial MT"/>
                <a:cs typeface="Arial MT"/>
              </a:rPr>
              <a:t>)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2037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2024-11-05T05:31:02Z</dcterms:created>
  <dcterms:modified xsi:type="dcterms:W3CDTF">2024-11-05T05:31:02Z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