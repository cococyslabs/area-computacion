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6902450"/>
  <p:notesSz cx="11430000" cy="69024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9897F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9897F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9897F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82C3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82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17860" y="539750"/>
            <a:ext cx="3394278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9897F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025" y="2657474"/>
            <a:ext cx="5981700" cy="190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43564" y="1253172"/>
            <a:ext cx="5690235" cy="344042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ts val="5780"/>
              </a:lnSpc>
              <a:spcBef>
                <a:spcPts val="130"/>
              </a:spcBef>
            </a:pPr>
            <a:r>
              <a:rPr dirty="0" sz="4650" spc="-395" b="1">
                <a:solidFill>
                  <a:srgbClr val="9897FF"/>
                </a:solidFill>
                <a:latin typeface="Tahoma"/>
                <a:cs typeface="Tahoma"/>
              </a:rPr>
              <a:t>T</a:t>
            </a:r>
            <a:r>
              <a:rPr dirty="0" sz="4650" spc="-265" b="1">
                <a:solidFill>
                  <a:srgbClr val="9897FF"/>
                </a:solidFill>
                <a:latin typeface="Tahoma"/>
                <a:cs typeface="Tahoma"/>
              </a:rPr>
              <a:t>r</a:t>
            </a:r>
            <a:r>
              <a:rPr dirty="0" sz="4650" spc="-330" b="1">
                <a:solidFill>
                  <a:srgbClr val="9897FF"/>
                </a:solidFill>
                <a:latin typeface="Tahoma"/>
                <a:cs typeface="Tahoma"/>
              </a:rPr>
              <a:t>a</a:t>
            </a:r>
            <a:r>
              <a:rPr dirty="0" sz="4650" spc="-300" b="1">
                <a:solidFill>
                  <a:srgbClr val="9897FF"/>
                </a:solidFill>
                <a:latin typeface="Tahoma"/>
                <a:cs typeface="Tahoma"/>
              </a:rPr>
              <a:t>d</a:t>
            </a:r>
            <a:r>
              <a:rPr dirty="0" sz="4650" spc="-445" b="1">
                <a:solidFill>
                  <a:srgbClr val="9897FF"/>
                </a:solidFill>
                <a:latin typeface="Tahoma"/>
                <a:cs typeface="Tahoma"/>
              </a:rPr>
              <a:t>u</a:t>
            </a:r>
            <a:r>
              <a:rPr dirty="0" sz="4650" spc="15" b="1">
                <a:solidFill>
                  <a:srgbClr val="9897FF"/>
                </a:solidFill>
                <a:latin typeface="Tahoma"/>
                <a:cs typeface="Tahoma"/>
              </a:rPr>
              <a:t>c</a:t>
            </a:r>
            <a:r>
              <a:rPr dirty="0" sz="4650" spc="40" b="1">
                <a:solidFill>
                  <a:srgbClr val="9897FF"/>
                </a:solidFill>
                <a:latin typeface="Tahoma"/>
                <a:cs typeface="Tahoma"/>
              </a:rPr>
              <a:t>c</a:t>
            </a:r>
            <a:r>
              <a:rPr dirty="0" sz="4650" spc="-225" b="1">
                <a:solidFill>
                  <a:srgbClr val="9897FF"/>
                </a:solidFill>
                <a:latin typeface="Tahoma"/>
                <a:cs typeface="Tahoma"/>
              </a:rPr>
              <a:t>i</a:t>
            </a:r>
            <a:r>
              <a:rPr dirty="0" sz="4650" spc="-320" b="1">
                <a:solidFill>
                  <a:srgbClr val="9897FF"/>
                </a:solidFill>
                <a:latin typeface="Tahoma"/>
                <a:cs typeface="Tahoma"/>
              </a:rPr>
              <a:t>ó</a:t>
            </a:r>
            <a:r>
              <a:rPr dirty="0" sz="4650" spc="-430" b="1">
                <a:solidFill>
                  <a:srgbClr val="9897FF"/>
                </a:solidFill>
                <a:latin typeface="Tahoma"/>
                <a:cs typeface="Tahoma"/>
              </a:rPr>
              <a:t>n</a:t>
            </a:r>
            <a:r>
              <a:rPr dirty="0" sz="4650" spc="-434" b="1">
                <a:solidFill>
                  <a:srgbClr val="9897FF"/>
                </a:solidFill>
                <a:latin typeface="Tahoma"/>
                <a:cs typeface="Tahoma"/>
              </a:rPr>
              <a:t> </a:t>
            </a:r>
            <a:r>
              <a:rPr dirty="0" sz="4650" spc="-300" b="1">
                <a:solidFill>
                  <a:srgbClr val="9897FF"/>
                </a:solidFill>
                <a:latin typeface="Tahoma"/>
                <a:cs typeface="Tahoma"/>
              </a:rPr>
              <a:t>d</a:t>
            </a:r>
            <a:r>
              <a:rPr dirty="0" sz="4650" spc="-145" b="1">
                <a:solidFill>
                  <a:srgbClr val="9897FF"/>
                </a:solidFill>
                <a:latin typeface="Tahoma"/>
                <a:cs typeface="Tahoma"/>
              </a:rPr>
              <a:t>e  </a:t>
            </a:r>
            <a:r>
              <a:rPr dirty="0" sz="4650" spc="-265" b="1">
                <a:solidFill>
                  <a:srgbClr val="9897FF"/>
                </a:solidFill>
                <a:latin typeface="Tahoma"/>
                <a:cs typeface="Tahoma"/>
              </a:rPr>
              <a:t>F</a:t>
            </a:r>
            <a:r>
              <a:rPr dirty="0" sz="4650" spc="-445" b="1">
                <a:solidFill>
                  <a:srgbClr val="9897FF"/>
                </a:solidFill>
                <a:latin typeface="Tahoma"/>
                <a:cs typeface="Tahoma"/>
              </a:rPr>
              <a:t>u</a:t>
            </a:r>
            <a:r>
              <a:rPr dirty="0" sz="4650" spc="-445" b="1">
                <a:solidFill>
                  <a:srgbClr val="9897FF"/>
                </a:solidFill>
                <a:latin typeface="Tahoma"/>
                <a:cs typeface="Tahoma"/>
              </a:rPr>
              <a:t>n</a:t>
            </a:r>
            <a:r>
              <a:rPr dirty="0" sz="4650" spc="40" b="1">
                <a:solidFill>
                  <a:srgbClr val="9897FF"/>
                </a:solidFill>
                <a:latin typeface="Tahoma"/>
                <a:cs typeface="Tahoma"/>
              </a:rPr>
              <a:t>c</a:t>
            </a:r>
            <a:r>
              <a:rPr dirty="0" sz="4650" spc="-225" b="1">
                <a:solidFill>
                  <a:srgbClr val="9897FF"/>
                </a:solidFill>
                <a:latin typeface="Tahoma"/>
                <a:cs typeface="Tahoma"/>
              </a:rPr>
              <a:t>i</a:t>
            </a:r>
            <a:r>
              <a:rPr dirty="0" sz="4650" spc="-285" b="1">
                <a:solidFill>
                  <a:srgbClr val="9897FF"/>
                </a:solidFill>
                <a:latin typeface="Tahoma"/>
                <a:cs typeface="Tahoma"/>
              </a:rPr>
              <a:t>o</a:t>
            </a:r>
            <a:r>
              <a:rPr dirty="0" sz="4650" spc="-445" b="1">
                <a:solidFill>
                  <a:srgbClr val="9897FF"/>
                </a:solidFill>
                <a:latin typeface="Tahoma"/>
                <a:cs typeface="Tahoma"/>
              </a:rPr>
              <a:t>n</a:t>
            </a:r>
            <a:r>
              <a:rPr dirty="0" sz="4650" spc="-254" b="1">
                <a:solidFill>
                  <a:srgbClr val="9897FF"/>
                </a:solidFill>
                <a:latin typeface="Tahoma"/>
                <a:cs typeface="Tahoma"/>
              </a:rPr>
              <a:t>e</a:t>
            </a:r>
            <a:r>
              <a:rPr dirty="0" sz="4650" spc="-55" b="1">
                <a:solidFill>
                  <a:srgbClr val="9897FF"/>
                </a:solidFill>
                <a:latin typeface="Tahoma"/>
                <a:cs typeface="Tahoma"/>
              </a:rPr>
              <a:t>s</a:t>
            </a:r>
            <a:r>
              <a:rPr dirty="0" sz="4650" spc="-434" b="1">
                <a:solidFill>
                  <a:srgbClr val="9897FF"/>
                </a:solidFill>
                <a:latin typeface="Tahoma"/>
                <a:cs typeface="Tahoma"/>
              </a:rPr>
              <a:t> </a:t>
            </a:r>
            <a:r>
              <a:rPr dirty="0" sz="4650" spc="-300" b="1">
                <a:solidFill>
                  <a:srgbClr val="9897FF"/>
                </a:solidFill>
                <a:latin typeface="Tahoma"/>
                <a:cs typeface="Tahoma"/>
              </a:rPr>
              <a:t>d</a:t>
            </a:r>
            <a:r>
              <a:rPr dirty="0" sz="4650" spc="-220" b="1">
                <a:solidFill>
                  <a:srgbClr val="9897FF"/>
                </a:solidFill>
                <a:latin typeface="Tahoma"/>
                <a:cs typeface="Tahoma"/>
              </a:rPr>
              <a:t>e</a:t>
            </a:r>
            <a:r>
              <a:rPr dirty="0" sz="4650" spc="-434" b="1">
                <a:solidFill>
                  <a:srgbClr val="9897FF"/>
                </a:solidFill>
                <a:latin typeface="Tahoma"/>
                <a:cs typeface="Tahoma"/>
              </a:rPr>
              <a:t> </a:t>
            </a:r>
            <a:r>
              <a:rPr dirty="0" sz="4650" spc="-285" b="1">
                <a:solidFill>
                  <a:srgbClr val="9897FF"/>
                </a:solidFill>
                <a:latin typeface="Tahoma"/>
                <a:cs typeface="Tahoma"/>
              </a:rPr>
              <a:t>P</a:t>
            </a:r>
            <a:r>
              <a:rPr dirty="0" sz="4650" spc="-240" b="1">
                <a:solidFill>
                  <a:srgbClr val="9897FF"/>
                </a:solidFill>
                <a:latin typeface="Tahoma"/>
                <a:cs typeface="Tahoma"/>
              </a:rPr>
              <a:t>r</a:t>
            </a:r>
            <a:r>
              <a:rPr dirty="0" sz="4650" spc="-225" b="1">
                <a:solidFill>
                  <a:srgbClr val="9897FF"/>
                </a:solidFill>
                <a:latin typeface="Tahoma"/>
                <a:cs typeface="Tahoma"/>
              </a:rPr>
              <a:t>i</a:t>
            </a:r>
            <a:r>
              <a:rPr dirty="0" sz="4650" spc="-565" b="1">
                <a:solidFill>
                  <a:srgbClr val="9897FF"/>
                </a:solidFill>
                <a:latin typeface="Tahoma"/>
                <a:cs typeface="Tahoma"/>
              </a:rPr>
              <a:t>m</a:t>
            </a:r>
            <a:r>
              <a:rPr dirty="0" sz="4650" spc="-225" b="1">
                <a:solidFill>
                  <a:srgbClr val="9897FF"/>
                </a:solidFill>
                <a:latin typeface="Tahoma"/>
                <a:cs typeface="Tahoma"/>
              </a:rPr>
              <a:t>e</a:t>
            </a:r>
            <a:r>
              <a:rPr dirty="0" sz="4650" spc="-265" b="1">
                <a:solidFill>
                  <a:srgbClr val="9897FF"/>
                </a:solidFill>
                <a:latin typeface="Tahoma"/>
                <a:cs typeface="Tahoma"/>
              </a:rPr>
              <a:t>r</a:t>
            </a:r>
            <a:r>
              <a:rPr dirty="0" sz="4650" spc="-325" b="1">
                <a:solidFill>
                  <a:srgbClr val="9897FF"/>
                </a:solidFill>
                <a:latin typeface="Tahoma"/>
                <a:cs typeface="Tahoma"/>
              </a:rPr>
              <a:t>a</a:t>
            </a:r>
            <a:endParaRPr sz="4650">
              <a:latin typeface="Tahoma"/>
              <a:cs typeface="Tahoma"/>
            </a:endParaRPr>
          </a:p>
          <a:p>
            <a:pPr marL="12700" marR="2652395">
              <a:lnSpc>
                <a:spcPts val="5850"/>
              </a:lnSpc>
              <a:spcBef>
                <a:spcPts val="10"/>
              </a:spcBef>
            </a:pPr>
            <a:r>
              <a:rPr dirty="0" sz="4650" spc="-280" b="1">
                <a:solidFill>
                  <a:srgbClr val="9897FF"/>
                </a:solidFill>
                <a:latin typeface="Tahoma"/>
                <a:cs typeface="Tahoma"/>
              </a:rPr>
              <a:t>C</a:t>
            </a:r>
            <a:r>
              <a:rPr dirty="0" sz="4650" spc="-275" b="1">
                <a:solidFill>
                  <a:srgbClr val="9897FF"/>
                </a:solidFill>
                <a:latin typeface="Tahoma"/>
                <a:cs typeface="Tahoma"/>
              </a:rPr>
              <a:t>l</a:t>
            </a:r>
            <a:r>
              <a:rPr dirty="0" sz="4650" spc="-330" b="1">
                <a:solidFill>
                  <a:srgbClr val="9897FF"/>
                </a:solidFill>
                <a:latin typeface="Tahoma"/>
                <a:cs typeface="Tahoma"/>
              </a:rPr>
              <a:t>a</a:t>
            </a:r>
            <a:r>
              <a:rPr dirty="0" sz="4650" spc="-60" b="1">
                <a:solidFill>
                  <a:srgbClr val="9897FF"/>
                </a:solidFill>
                <a:latin typeface="Tahoma"/>
                <a:cs typeface="Tahoma"/>
              </a:rPr>
              <a:t>s</a:t>
            </a:r>
            <a:r>
              <a:rPr dirty="0" sz="4650" spc="-220" b="1">
                <a:solidFill>
                  <a:srgbClr val="9897FF"/>
                </a:solidFill>
                <a:latin typeface="Tahoma"/>
                <a:cs typeface="Tahoma"/>
              </a:rPr>
              <a:t>e</a:t>
            </a:r>
            <a:r>
              <a:rPr dirty="0" sz="4650" spc="-434" b="1">
                <a:solidFill>
                  <a:srgbClr val="9897FF"/>
                </a:solidFill>
                <a:latin typeface="Tahoma"/>
                <a:cs typeface="Tahoma"/>
              </a:rPr>
              <a:t> </a:t>
            </a:r>
            <a:r>
              <a:rPr dirty="0" sz="4650" spc="-225" b="1">
                <a:solidFill>
                  <a:srgbClr val="9897FF"/>
                </a:solidFill>
                <a:latin typeface="Tahoma"/>
                <a:cs typeface="Tahoma"/>
              </a:rPr>
              <a:t>e</a:t>
            </a:r>
            <a:r>
              <a:rPr dirty="0" sz="4650" spc="-430" b="1">
                <a:solidFill>
                  <a:srgbClr val="9897FF"/>
                </a:solidFill>
                <a:latin typeface="Tahoma"/>
                <a:cs typeface="Tahoma"/>
              </a:rPr>
              <a:t>n</a:t>
            </a:r>
            <a:r>
              <a:rPr dirty="0" sz="4650" spc="-434" b="1">
                <a:solidFill>
                  <a:srgbClr val="9897FF"/>
                </a:solidFill>
                <a:latin typeface="Tahoma"/>
                <a:cs typeface="Tahoma"/>
              </a:rPr>
              <a:t> </a:t>
            </a:r>
            <a:r>
              <a:rPr dirty="0" sz="4650" spc="-445" b="1">
                <a:solidFill>
                  <a:srgbClr val="9897FF"/>
                </a:solidFill>
                <a:latin typeface="Tahoma"/>
                <a:cs typeface="Tahoma"/>
              </a:rPr>
              <a:t>u</a:t>
            </a:r>
            <a:r>
              <a:rPr dirty="0" sz="4650" spc="-275" b="1">
                <a:solidFill>
                  <a:srgbClr val="9897FF"/>
                </a:solidFill>
                <a:latin typeface="Tahoma"/>
                <a:cs typeface="Tahoma"/>
              </a:rPr>
              <a:t>n  </a:t>
            </a:r>
            <a:r>
              <a:rPr dirty="0" sz="4650" spc="-280" b="1">
                <a:solidFill>
                  <a:srgbClr val="9897FF"/>
                </a:solidFill>
                <a:latin typeface="Tahoma"/>
                <a:cs typeface="Tahoma"/>
              </a:rPr>
              <a:t>C</a:t>
            </a:r>
            <a:r>
              <a:rPr dirty="0" sz="4650" spc="-285" b="1">
                <a:solidFill>
                  <a:srgbClr val="9897FF"/>
                </a:solidFill>
                <a:latin typeface="Tahoma"/>
                <a:cs typeface="Tahoma"/>
              </a:rPr>
              <a:t>o</a:t>
            </a:r>
            <a:r>
              <a:rPr dirty="0" sz="4650" spc="-555" b="1">
                <a:solidFill>
                  <a:srgbClr val="9897FF"/>
                </a:solidFill>
                <a:latin typeface="Tahoma"/>
                <a:cs typeface="Tahoma"/>
              </a:rPr>
              <a:t>m</a:t>
            </a:r>
            <a:r>
              <a:rPr dirty="0" sz="4650" spc="-290" b="1">
                <a:solidFill>
                  <a:srgbClr val="9897FF"/>
                </a:solidFill>
                <a:latin typeface="Tahoma"/>
                <a:cs typeface="Tahoma"/>
              </a:rPr>
              <a:t>p</a:t>
            </a:r>
            <a:r>
              <a:rPr dirty="0" sz="4650" spc="-225" b="1">
                <a:solidFill>
                  <a:srgbClr val="9897FF"/>
                </a:solidFill>
                <a:latin typeface="Tahoma"/>
                <a:cs typeface="Tahoma"/>
              </a:rPr>
              <a:t>i</a:t>
            </a:r>
            <a:r>
              <a:rPr dirty="0" sz="4650" spc="-275" b="1">
                <a:solidFill>
                  <a:srgbClr val="9897FF"/>
                </a:solidFill>
                <a:latin typeface="Tahoma"/>
                <a:cs typeface="Tahoma"/>
              </a:rPr>
              <a:t>l</a:t>
            </a:r>
            <a:r>
              <a:rPr dirty="0" sz="4650" spc="-330" b="1">
                <a:solidFill>
                  <a:srgbClr val="9897FF"/>
                </a:solidFill>
                <a:latin typeface="Tahoma"/>
                <a:cs typeface="Tahoma"/>
              </a:rPr>
              <a:t>a</a:t>
            </a:r>
            <a:r>
              <a:rPr dirty="0" sz="4650" spc="-300" b="1">
                <a:solidFill>
                  <a:srgbClr val="9897FF"/>
                </a:solidFill>
                <a:latin typeface="Tahoma"/>
                <a:cs typeface="Tahoma"/>
              </a:rPr>
              <a:t>d</a:t>
            </a:r>
            <a:r>
              <a:rPr dirty="0" sz="4650" spc="-285" b="1">
                <a:solidFill>
                  <a:srgbClr val="9897FF"/>
                </a:solidFill>
                <a:latin typeface="Tahoma"/>
                <a:cs typeface="Tahoma"/>
              </a:rPr>
              <a:t>o</a:t>
            </a:r>
            <a:r>
              <a:rPr dirty="0" sz="4650" spc="-235" b="1">
                <a:solidFill>
                  <a:srgbClr val="9897FF"/>
                </a:solidFill>
                <a:latin typeface="Tahoma"/>
                <a:cs typeface="Tahoma"/>
              </a:rPr>
              <a:t>r</a:t>
            </a:r>
            <a:endParaRPr sz="4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dirty="0" sz="1250" spc="35">
                <a:solidFill>
                  <a:srgbClr val="EEEFF5"/>
                </a:solidFill>
                <a:latin typeface="Verdana"/>
                <a:cs typeface="Verdana"/>
              </a:rPr>
              <a:t>Implementación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de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funciones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EEEFF5"/>
                </a:solidFill>
                <a:latin typeface="Verdana"/>
                <a:cs typeface="Verdana"/>
              </a:rPr>
              <a:t>y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manejo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EEEFF5"/>
                </a:solidFill>
                <a:latin typeface="Verdana"/>
                <a:cs typeface="Verdana"/>
              </a:rPr>
              <a:t>call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EEEFF5"/>
                </a:solidFill>
                <a:latin typeface="Verdana"/>
                <a:cs typeface="Verdana"/>
              </a:rPr>
              <a:t>frames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EEEFF5"/>
                </a:solidFill>
                <a:latin typeface="Verdana"/>
                <a:cs typeface="Verdana"/>
              </a:rPr>
              <a:t>en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60">
                <a:solidFill>
                  <a:srgbClr val="EEEFF5"/>
                </a:solidFill>
                <a:latin typeface="Verdana"/>
                <a:cs typeface="Verdana"/>
              </a:rPr>
              <a:t>RISC-V.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85574" y="4889150"/>
            <a:ext cx="212090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0" b="1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600" spc="-55" b="1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600" spc="-105" b="1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600" spc="-95" b="1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600" spc="-50" b="1">
                <a:solidFill>
                  <a:srgbClr val="EEEFF5"/>
                </a:solidFill>
                <a:latin typeface="Verdana"/>
                <a:cs typeface="Verdana"/>
              </a:rPr>
              <a:t>H</a:t>
            </a:r>
            <a:r>
              <a:rPr dirty="0" sz="1600" spc="-60" b="1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600" spc="-40" b="1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600" spc="-85" b="1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600" spc="-85" b="1">
                <a:solidFill>
                  <a:srgbClr val="EEEFF5"/>
                </a:solidFill>
                <a:latin typeface="Verdana"/>
                <a:cs typeface="Verdana"/>
              </a:rPr>
              <a:t>y</a:t>
            </a:r>
            <a:r>
              <a:rPr dirty="0" sz="1600" spc="-95" b="1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600" spc="5" b="1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600" spc="-60" b="1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600" spc="-30" b="1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600" spc="-15" b="1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600" spc="-65" b="1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600" spc="-90" b="1">
                <a:solidFill>
                  <a:srgbClr val="EEEFF5"/>
                </a:solidFill>
                <a:latin typeface="Verdana"/>
                <a:cs typeface="Verdana"/>
              </a:rPr>
              <a:t>z</a:t>
            </a:r>
            <a:r>
              <a:rPr dirty="0" sz="1600" spc="-80" b="1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7750" y="4914900"/>
            <a:ext cx="257175" cy="2571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1235075"/>
            <a:ext cx="52571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85"/>
              <a:t>F</a:t>
            </a:r>
            <a:r>
              <a:rPr dirty="0" spc="-305"/>
              <a:t>u</a:t>
            </a:r>
            <a:r>
              <a:rPr dirty="0" spc="-320"/>
              <a:t>n</a:t>
            </a:r>
            <a:r>
              <a:rPr dirty="0" spc="-140"/>
              <a:t>cio</a:t>
            </a:r>
            <a:r>
              <a:rPr dirty="0" spc="-200"/>
              <a:t>n</a:t>
            </a:r>
            <a:r>
              <a:rPr dirty="0" spc="-175"/>
              <a:t>e</a:t>
            </a:r>
            <a:r>
              <a:rPr dirty="0" spc="-30"/>
              <a:t>s</a:t>
            </a:r>
            <a:r>
              <a:rPr dirty="0" spc="-310"/>
              <a:t> </a:t>
            </a:r>
            <a:r>
              <a:rPr dirty="0" spc="-175"/>
              <a:t>de</a:t>
            </a:r>
            <a:r>
              <a:rPr dirty="0" spc="-310"/>
              <a:t> </a:t>
            </a:r>
            <a:r>
              <a:rPr dirty="0" spc="-175"/>
              <a:t>Pri</a:t>
            </a:r>
            <a:r>
              <a:rPr dirty="0" spc="-370"/>
              <a:t>m</a:t>
            </a:r>
            <a:r>
              <a:rPr dirty="0" spc="-180"/>
              <a:t>e</a:t>
            </a:r>
            <a:r>
              <a:rPr dirty="0" spc="-155"/>
              <a:t>r</a:t>
            </a:r>
            <a:r>
              <a:rPr dirty="0" spc="-225"/>
              <a:t>a</a:t>
            </a:r>
            <a:r>
              <a:rPr dirty="0" spc="-310"/>
              <a:t> </a:t>
            </a:r>
            <a:r>
              <a:rPr dirty="0" spc="-155"/>
              <a:t>Clase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71499" y="2019299"/>
            <a:ext cx="6000750" cy="952500"/>
            <a:chOff x="571499" y="2019299"/>
            <a:chExt cx="6000750" cy="952500"/>
          </a:xfrm>
        </p:grpSpPr>
        <p:sp>
          <p:nvSpPr>
            <p:cNvPr id="7" name="object 7"/>
            <p:cNvSpPr/>
            <p:nvPr/>
          </p:nvSpPr>
          <p:spPr>
            <a:xfrm>
              <a:off x="571499" y="2019299"/>
              <a:ext cx="6000750" cy="952500"/>
            </a:xfrm>
            <a:custGeom>
              <a:avLst/>
              <a:gdLst/>
              <a:ahLst/>
              <a:cxnLst/>
              <a:rect l="l" t="t" r="r" b="b"/>
              <a:pathLst>
                <a:path w="6000750" h="952500">
                  <a:moveTo>
                    <a:pt x="5886615" y="0"/>
                  </a:moveTo>
                  <a:lnTo>
                    <a:pt x="114136" y="0"/>
                  </a:lnTo>
                  <a:lnTo>
                    <a:pt x="106193" y="774"/>
                  </a:lnTo>
                  <a:lnTo>
                    <a:pt x="67999" y="12369"/>
                  </a:lnTo>
                  <a:lnTo>
                    <a:pt x="30107" y="41452"/>
                  </a:lnTo>
                  <a:lnTo>
                    <a:pt x="6230" y="82816"/>
                  </a:lnTo>
                  <a:lnTo>
                    <a:pt x="0" y="114134"/>
                  </a:lnTo>
                  <a:lnTo>
                    <a:pt x="0" y="830338"/>
                  </a:lnTo>
                  <a:lnTo>
                    <a:pt x="0" y="838365"/>
                  </a:lnTo>
                  <a:lnTo>
                    <a:pt x="12367" y="884504"/>
                  </a:lnTo>
                  <a:lnTo>
                    <a:pt x="41448" y="922388"/>
                  </a:lnTo>
                  <a:lnTo>
                    <a:pt x="82823" y="946264"/>
                  </a:lnTo>
                  <a:lnTo>
                    <a:pt x="114136" y="952500"/>
                  </a:lnTo>
                  <a:lnTo>
                    <a:pt x="5886615" y="952500"/>
                  </a:lnTo>
                  <a:lnTo>
                    <a:pt x="5932754" y="940130"/>
                  </a:lnTo>
                  <a:lnTo>
                    <a:pt x="5970638" y="911047"/>
                  </a:lnTo>
                  <a:lnTo>
                    <a:pt x="5994514" y="869683"/>
                  </a:lnTo>
                  <a:lnTo>
                    <a:pt x="6000750" y="838365"/>
                  </a:lnTo>
                  <a:lnTo>
                    <a:pt x="6000750" y="114134"/>
                  </a:lnTo>
                  <a:lnTo>
                    <a:pt x="5988380" y="67995"/>
                  </a:lnTo>
                  <a:lnTo>
                    <a:pt x="5959297" y="30111"/>
                  </a:lnTo>
                  <a:lnTo>
                    <a:pt x="5917933" y="6223"/>
                  </a:lnTo>
                  <a:lnTo>
                    <a:pt x="5894552" y="774"/>
                  </a:lnTo>
                  <a:lnTo>
                    <a:pt x="5886615" y="0"/>
                  </a:lnTo>
                  <a:close/>
                </a:path>
              </a:pathLst>
            </a:custGeom>
            <a:solidFill>
              <a:srgbClr val="28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71499" y="2019300"/>
              <a:ext cx="6000750" cy="952500"/>
            </a:xfrm>
            <a:custGeom>
              <a:avLst/>
              <a:gdLst/>
              <a:ahLst/>
              <a:cxnLst/>
              <a:rect l="l" t="t" r="r" b="b"/>
              <a:pathLst>
                <a:path w="6000750" h="952500">
                  <a:moveTo>
                    <a:pt x="5878588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830338"/>
                  </a:lnTo>
                  <a:lnTo>
                    <a:pt x="9296" y="877087"/>
                  </a:lnTo>
                  <a:lnTo>
                    <a:pt x="35778" y="916711"/>
                  </a:lnTo>
                  <a:lnTo>
                    <a:pt x="75411" y="943203"/>
                  </a:lnTo>
                  <a:lnTo>
                    <a:pt x="122158" y="952499"/>
                  </a:lnTo>
                  <a:lnTo>
                    <a:pt x="5878588" y="952499"/>
                  </a:lnTo>
                  <a:lnTo>
                    <a:pt x="5925337" y="943203"/>
                  </a:lnTo>
                  <a:lnTo>
                    <a:pt x="5964973" y="916711"/>
                  </a:lnTo>
                  <a:lnTo>
                    <a:pt x="5991453" y="877087"/>
                  </a:lnTo>
                  <a:lnTo>
                    <a:pt x="6000749" y="830338"/>
                  </a:lnTo>
                  <a:lnTo>
                    <a:pt x="6000749" y="122161"/>
                  </a:lnTo>
                  <a:lnTo>
                    <a:pt x="5991453" y="75412"/>
                  </a:lnTo>
                  <a:lnTo>
                    <a:pt x="5964973" y="35775"/>
                  </a:lnTo>
                  <a:lnTo>
                    <a:pt x="5925337" y="9296"/>
                  </a:lnTo>
                  <a:lnTo>
                    <a:pt x="5878588" y="0"/>
                  </a:lnTo>
                  <a:close/>
                </a:path>
              </a:pathLst>
            </a:custGeom>
            <a:solidFill>
              <a:srgbClr val="000000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71499" y="2019300"/>
              <a:ext cx="6000750" cy="952500"/>
            </a:xfrm>
            <a:custGeom>
              <a:avLst/>
              <a:gdLst/>
              <a:ahLst/>
              <a:cxnLst/>
              <a:rect l="l" t="t" r="r" b="b"/>
              <a:pathLst>
                <a:path w="6000750" h="952500">
                  <a:moveTo>
                    <a:pt x="5878588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830338"/>
                  </a:lnTo>
                  <a:lnTo>
                    <a:pt x="9296" y="877087"/>
                  </a:lnTo>
                  <a:lnTo>
                    <a:pt x="35778" y="916711"/>
                  </a:lnTo>
                  <a:lnTo>
                    <a:pt x="75411" y="943203"/>
                  </a:lnTo>
                  <a:lnTo>
                    <a:pt x="122158" y="952499"/>
                  </a:lnTo>
                  <a:lnTo>
                    <a:pt x="5878588" y="952499"/>
                  </a:lnTo>
                  <a:lnTo>
                    <a:pt x="5925337" y="943203"/>
                  </a:lnTo>
                  <a:lnTo>
                    <a:pt x="5964973" y="916711"/>
                  </a:lnTo>
                  <a:lnTo>
                    <a:pt x="5991453" y="877087"/>
                  </a:lnTo>
                  <a:lnTo>
                    <a:pt x="6000749" y="830338"/>
                  </a:lnTo>
                  <a:lnTo>
                    <a:pt x="6000749" y="122161"/>
                  </a:lnTo>
                  <a:lnTo>
                    <a:pt x="5991453" y="75412"/>
                  </a:lnTo>
                  <a:lnTo>
                    <a:pt x="5964973" y="35775"/>
                  </a:lnTo>
                  <a:lnTo>
                    <a:pt x="5925337" y="9296"/>
                  </a:lnTo>
                  <a:lnTo>
                    <a:pt x="5878588" y="0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20129" y="2173287"/>
            <a:ext cx="2803525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 b="1">
                <a:solidFill>
                  <a:srgbClr val="EEEFF5"/>
                </a:solidFill>
                <a:latin typeface="Tahoma"/>
                <a:cs typeface="Tahoma"/>
              </a:rPr>
              <a:t>Almacenamiento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Pueden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almacenarse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EEEFF5"/>
                </a:solidFill>
                <a:latin typeface="Verdana"/>
                <a:cs typeface="Verdana"/>
              </a:rPr>
              <a:t>en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EEEFF5"/>
                </a:solidFill>
                <a:latin typeface="Verdana"/>
                <a:cs typeface="Verdana"/>
              </a:rPr>
              <a:t>variables.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1499" y="3133724"/>
            <a:ext cx="6000750" cy="952500"/>
            <a:chOff x="571499" y="3133724"/>
            <a:chExt cx="6000750" cy="952500"/>
          </a:xfrm>
        </p:grpSpPr>
        <p:sp>
          <p:nvSpPr>
            <p:cNvPr id="12" name="object 12"/>
            <p:cNvSpPr/>
            <p:nvPr/>
          </p:nvSpPr>
          <p:spPr>
            <a:xfrm>
              <a:off x="571499" y="3133724"/>
              <a:ext cx="6000750" cy="952500"/>
            </a:xfrm>
            <a:custGeom>
              <a:avLst/>
              <a:gdLst/>
              <a:ahLst/>
              <a:cxnLst/>
              <a:rect l="l" t="t" r="r" b="b"/>
              <a:pathLst>
                <a:path w="6000750" h="952500">
                  <a:moveTo>
                    <a:pt x="5886615" y="0"/>
                  </a:moveTo>
                  <a:lnTo>
                    <a:pt x="114136" y="0"/>
                  </a:lnTo>
                  <a:lnTo>
                    <a:pt x="106193" y="774"/>
                  </a:lnTo>
                  <a:lnTo>
                    <a:pt x="67999" y="12369"/>
                  </a:lnTo>
                  <a:lnTo>
                    <a:pt x="30107" y="41452"/>
                  </a:lnTo>
                  <a:lnTo>
                    <a:pt x="6230" y="82816"/>
                  </a:lnTo>
                  <a:lnTo>
                    <a:pt x="0" y="114134"/>
                  </a:lnTo>
                  <a:lnTo>
                    <a:pt x="0" y="830338"/>
                  </a:lnTo>
                  <a:lnTo>
                    <a:pt x="0" y="838365"/>
                  </a:lnTo>
                  <a:lnTo>
                    <a:pt x="12367" y="884504"/>
                  </a:lnTo>
                  <a:lnTo>
                    <a:pt x="41448" y="922388"/>
                  </a:lnTo>
                  <a:lnTo>
                    <a:pt x="82823" y="946264"/>
                  </a:lnTo>
                  <a:lnTo>
                    <a:pt x="114136" y="952500"/>
                  </a:lnTo>
                  <a:lnTo>
                    <a:pt x="5886615" y="952500"/>
                  </a:lnTo>
                  <a:lnTo>
                    <a:pt x="5932754" y="940130"/>
                  </a:lnTo>
                  <a:lnTo>
                    <a:pt x="5970638" y="911047"/>
                  </a:lnTo>
                  <a:lnTo>
                    <a:pt x="5994514" y="869683"/>
                  </a:lnTo>
                  <a:lnTo>
                    <a:pt x="6000750" y="838365"/>
                  </a:lnTo>
                  <a:lnTo>
                    <a:pt x="6000750" y="114134"/>
                  </a:lnTo>
                  <a:lnTo>
                    <a:pt x="5988380" y="67995"/>
                  </a:lnTo>
                  <a:lnTo>
                    <a:pt x="5959297" y="30111"/>
                  </a:lnTo>
                  <a:lnTo>
                    <a:pt x="5917933" y="6223"/>
                  </a:lnTo>
                  <a:lnTo>
                    <a:pt x="5894552" y="774"/>
                  </a:lnTo>
                  <a:lnTo>
                    <a:pt x="5886615" y="0"/>
                  </a:lnTo>
                  <a:close/>
                </a:path>
              </a:pathLst>
            </a:custGeom>
            <a:solidFill>
              <a:srgbClr val="28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1499" y="3133725"/>
              <a:ext cx="6000750" cy="952500"/>
            </a:xfrm>
            <a:custGeom>
              <a:avLst/>
              <a:gdLst/>
              <a:ahLst/>
              <a:cxnLst/>
              <a:rect l="l" t="t" r="r" b="b"/>
              <a:pathLst>
                <a:path w="6000750" h="952500">
                  <a:moveTo>
                    <a:pt x="5878588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830338"/>
                  </a:lnTo>
                  <a:lnTo>
                    <a:pt x="9296" y="877087"/>
                  </a:lnTo>
                  <a:lnTo>
                    <a:pt x="35778" y="916711"/>
                  </a:lnTo>
                  <a:lnTo>
                    <a:pt x="75411" y="943203"/>
                  </a:lnTo>
                  <a:lnTo>
                    <a:pt x="122158" y="952499"/>
                  </a:lnTo>
                  <a:lnTo>
                    <a:pt x="5878588" y="952499"/>
                  </a:lnTo>
                  <a:lnTo>
                    <a:pt x="5925337" y="943203"/>
                  </a:lnTo>
                  <a:lnTo>
                    <a:pt x="5964973" y="916711"/>
                  </a:lnTo>
                  <a:lnTo>
                    <a:pt x="5991453" y="877087"/>
                  </a:lnTo>
                  <a:lnTo>
                    <a:pt x="6000749" y="830338"/>
                  </a:lnTo>
                  <a:lnTo>
                    <a:pt x="6000749" y="122161"/>
                  </a:lnTo>
                  <a:lnTo>
                    <a:pt x="5991453" y="75412"/>
                  </a:lnTo>
                  <a:lnTo>
                    <a:pt x="5964973" y="35775"/>
                  </a:lnTo>
                  <a:lnTo>
                    <a:pt x="5925337" y="9296"/>
                  </a:lnTo>
                  <a:lnTo>
                    <a:pt x="5878588" y="0"/>
                  </a:lnTo>
                  <a:close/>
                </a:path>
              </a:pathLst>
            </a:custGeom>
            <a:solidFill>
              <a:srgbClr val="000000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1499" y="3133725"/>
              <a:ext cx="6000750" cy="952500"/>
            </a:xfrm>
            <a:custGeom>
              <a:avLst/>
              <a:gdLst/>
              <a:ahLst/>
              <a:cxnLst/>
              <a:rect l="l" t="t" r="r" b="b"/>
              <a:pathLst>
                <a:path w="6000750" h="952500">
                  <a:moveTo>
                    <a:pt x="5878588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830338"/>
                  </a:lnTo>
                  <a:lnTo>
                    <a:pt x="9296" y="877087"/>
                  </a:lnTo>
                  <a:lnTo>
                    <a:pt x="35778" y="916711"/>
                  </a:lnTo>
                  <a:lnTo>
                    <a:pt x="75411" y="943203"/>
                  </a:lnTo>
                  <a:lnTo>
                    <a:pt x="122158" y="952499"/>
                  </a:lnTo>
                  <a:lnTo>
                    <a:pt x="5878588" y="952499"/>
                  </a:lnTo>
                  <a:lnTo>
                    <a:pt x="5925337" y="943203"/>
                  </a:lnTo>
                  <a:lnTo>
                    <a:pt x="5964973" y="916711"/>
                  </a:lnTo>
                  <a:lnTo>
                    <a:pt x="5991453" y="877087"/>
                  </a:lnTo>
                  <a:lnTo>
                    <a:pt x="6000749" y="830338"/>
                  </a:lnTo>
                  <a:lnTo>
                    <a:pt x="6000749" y="122161"/>
                  </a:lnTo>
                  <a:lnTo>
                    <a:pt x="5991453" y="75412"/>
                  </a:lnTo>
                  <a:lnTo>
                    <a:pt x="5964973" y="35775"/>
                  </a:lnTo>
                  <a:lnTo>
                    <a:pt x="5925337" y="9296"/>
                  </a:lnTo>
                  <a:lnTo>
                    <a:pt x="5878588" y="0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20129" y="3287712"/>
            <a:ext cx="3714750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 b="1">
                <a:solidFill>
                  <a:srgbClr val="EEEFF5"/>
                </a:solidFill>
                <a:latin typeface="Tahoma"/>
                <a:cs typeface="Tahoma"/>
              </a:rPr>
              <a:t>Argumentos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14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90">
                <a:solidFill>
                  <a:srgbClr val="EEEFF5"/>
                </a:solidFill>
                <a:latin typeface="Verdana"/>
                <a:cs typeface="Verdana"/>
              </a:rPr>
              <a:t>g</a:t>
            </a:r>
            <a:r>
              <a:rPr dirty="0" sz="1250" spc="65">
                <a:solidFill>
                  <a:srgbClr val="EEEFF5"/>
                </a:solidFill>
                <a:latin typeface="Verdana"/>
                <a:cs typeface="Verdana"/>
              </a:rPr>
              <a:t>u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-8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EEEFF5"/>
                </a:solidFill>
                <a:latin typeface="Verdana"/>
                <a:cs typeface="Verdana"/>
              </a:rPr>
              <a:t>f</a:t>
            </a:r>
            <a:r>
              <a:rPr dirty="0" sz="1250" spc="65">
                <a:solidFill>
                  <a:srgbClr val="EEEFF5"/>
                </a:solidFill>
                <a:latin typeface="Verdana"/>
                <a:cs typeface="Verdana"/>
              </a:rPr>
              <a:t>u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1499" y="4248150"/>
            <a:ext cx="6000750" cy="952500"/>
            <a:chOff x="571499" y="4248150"/>
            <a:chExt cx="6000750" cy="952500"/>
          </a:xfrm>
        </p:grpSpPr>
        <p:sp>
          <p:nvSpPr>
            <p:cNvPr id="17" name="object 17"/>
            <p:cNvSpPr/>
            <p:nvPr/>
          </p:nvSpPr>
          <p:spPr>
            <a:xfrm>
              <a:off x="571499" y="4248150"/>
              <a:ext cx="6000750" cy="952500"/>
            </a:xfrm>
            <a:custGeom>
              <a:avLst/>
              <a:gdLst/>
              <a:ahLst/>
              <a:cxnLst/>
              <a:rect l="l" t="t" r="r" b="b"/>
              <a:pathLst>
                <a:path w="6000750" h="952500">
                  <a:moveTo>
                    <a:pt x="5886615" y="0"/>
                  </a:moveTo>
                  <a:lnTo>
                    <a:pt x="114136" y="0"/>
                  </a:lnTo>
                  <a:lnTo>
                    <a:pt x="106193" y="774"/>
                  </a:lnTo>
                  <a:lnTo>
                    <a:pt x="67999" y="12369"/>
                  </a:lnTo>
                  <a:lnTo>
                    <a:pt x="30107" y="41452"/>
                  </a:lnTo>
                  <a:lnTo>
                    <a:pt x="6230" y="82816"/>
                  </a:lnTo>
                  <a:lnTo>
                    <a:pt x="0" y="114134"/>
                  </a:lnTo>
                  <a:lnTo>
                    <a:pt x="0" y="830338"/>
                  </a:lnTo>
                  <a:lnTo>
                    <a:pt x="0" y="838365"/>
                  </a:lnTo>
                  <a:lnTo>
                    <a:pt x="12367" y="884491"/>
                  </a:lnTo>
                  <a:lnTo>
                    <a:pt x="41448" y="922393"/>
                  </a:lnTo>
                  <a:lnTo>
                    <a:pt x="82823" y="946270"/>
                  </a:lnTo>
                  <a:lnTo>
                    <a:pt x="114136" y="952501"/>
                  </a:lnTo>
                  <a:lnTo>
                    <a:pt x="5886615" y="952501"/>
                  </a:lnTo>
                  <a:lnTo>
                    <a:pt x="5932754" y="940128"/>
                  </a:lnTo>
                  <a:lnTo>
                    <a:pt x="5970638" y="911047"/>
                  </a:lnTo>
                  <a:lnTo>
                    <a:pt x="5994514" y="869683"/>
                  </a:lnTo>
                  <a:lnTo>
                    <a:pt x="6000750" y="838365"/>
                  </a:lnTo>
                  <a:lnTo>
                    <a:pt x="6000750" y="114134"/>
                  </a:lnTo>
                  <a:lnTo>
                    <a:pt x="5988380" y="67995"/>
                  </a:lnTo>
                  <a:lnTo>
                    <a:pt x="5959297" y="30111"/>
                  </a:lnTo>
                  <a:lnTo>
                    <a:pt x="5917933" y="6223"/>
                  </a:lnTo>
                  <a:lnTo>
                    <a:pt x="5894552" y="774"/>
                  </a:lnTo>
                  <a:lnTo>
                    <a:pt x="5886615" y="0"/>
                  </a:lnTo>
                  <a:close/>
                </a:path>
              </a:pathLst>
            </a:custGeom>
            <a:solidFill>
              <a:srgbClr val="28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1499" y="4248150"/>
              <a:ext cx="6000750" cy="952500"/>
            </a:xfrm>
            <a:custGeom>
              <a:avLst/>
              <a:gdLst/>
              <a:ahLst/>
              <a:cxnLst/>
              <a:rect l="l" t="t" r="r" b="b"/>
              <a:pathLst>
                <a:path w="6000750" h="952500">
                  <a:moveTo>
                    <a:pt x="5878588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830338"/>
                  </a:lnTo>
                  <a:lnTo>
                    <a:pt x="9296" y="877087"/>
                  </a:lnTo>
                  <a:lnTo>
                    <a:pt x="35778" y="916711"/>
                  </a:lnTo>
                  <a:lnTo>
                    <a:pt x="75411" y="943199"/>
                  </a:lnTo>
                  <a:lnTo>
                    <a:pt x="122158" y="952501"/>
                  </a:lnTo>
                  <a:lnTo>
                    <a:pt x="5878588" y="952501"/>
                  </a:lnTo>
                  <a:lnTo>
                    <a:pt x="5925337" y="943199"/>
                  </a:lnTo>
                  <a:lnTo>
                    <a:pt x="5964973" y="916711"/>
                  </a:lnTo>
                  <a:lnTo>
                    <a:pt x="5991453" y="877087"/>
                  </a:lnTo>
                  <a:lnTo>
                    <a:pt x="6000749" y="830338"/>
                  </a:lnTo>
                  <a:lnTo>
                    <a:pt x="6000749" y="122161"/>
                  </a:lnTo>
                  <a:lnTo>
                    <a:pt x="5991453" y="75412"/>
                  </a:lnTo>
                  <a:lnTo>
                    <a:pt x="5964973" y="35775"/>
                  </a:lnTo>
                  <a:lnTo>
                    <a:pt x="5925337" y="9296"/>
                  </a:lnTo>
                  <a:lnTo>
                    <a:pt x="5878588" y="0"/>
                  </a:lnTo>
                  <a:close/>
                </a:path>
              </a:pathLst>
            </a:custGeom>
            <a:solidFill>
              <a:srgbClr val="000000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71499" y="4248150"/>
              <a:ext cx="6000750" cy="952500"/>
            </a:xfrm>
            <a:custGeom>
              <a:avLst/>
              <a:gdLst/>
              <a:ahLst/>
              <a:cxnLst/>
              <a:rect l="l" t="t" r="r" b="b"/>
              <a:pathLst>
                <a:path w="6000750" h="952500">
                  <a:moveTo>
                    <a:pt x="5878588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830338"/>
                  </a:lnTo>
                  <a:lnTo>
                    <a:pt x="9296" y="877087"/>
                  </a:lnTo>
                  <a:lnTo>
                    <a:pt x="35778" y="916711"/>
                  </a:lnTo>
                  <a:lnTo>
                    <a:pt x="75411" y="943199"/>
                  </a:lnTo>
                  <a:lnTo>
                    <a:pt x="122158" y="952501"/>
                  </a:lnTo>
                  <a:lnTo>
                    <a:pt x="5878588" y="952501"/>
                  </a:lnTo>
                  <a:lnTo>
                    <a:pt x="5925337" y="943199"/>
                  </a:lnTo>
                  <a:lnTo>
                    <a:pt x="5964973" y="916711"/>
                  </a:lnTo>
                  <a:lnTo>
                    <a:pt x="5991453" y="877087"/>
                  </a:lnTo>
                  <a:lnTo>
                    <a:pt x="6000749" y="830338"/>
                  </a:lnTo>
                  <a:lnTo>
                    <a:pt x="6000749" y="122161"/>
                  </a:lnTo>
                  <a:lnTo>
                    <a:pt x="5991453" y="75412"/>
                  </a:lnTo>
                  <a:lnTo>
                    <a:pt x="5964973" y="35775"/>
                  </a:lnTo>
                  <a:lnTo>
                    <a:pt x="5925337" y="9296"/>
                  </a:lnTo>
                  <a:lnTo>
                    <a:pt x="5878588" y="0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20129" y="4402137"/>
            <a:ext cx="3655060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0" b="1">
                <a:solidFill>
                  <a:srgbClr val="EEEFF5"/>
                </a:solidFill>
                <a:latin typeface="Tahoma"/>
                <a:cs typeface="Tahoma"/>
              </a:rPr>
              <a:t>Retorno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5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70">
                <a:solidFill>
                  <a:srgbClr val="EEEFF5"/>
                </a:solidFill>
                <a:latin typeface="Verdana"/>
                <a:cs typeface="Verdana"/>
              </a:rPr>
              <a:t>v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-8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EEEFF5"/>
                </a:solidFill>
                <a:latin typeface="Verdana"/>
                <a:cs typeface="Verdana"/>
              </a:rPr>
              <a:t>f</a:t>
            </a:r>
            <a:r>
              <a:rPr dirty="0" sz="1250" spc="65">
                <a:solidFill>
                  <a:srgbClr val="EEEFF5"/>
                </a:solidFill>
                <a:latin typeface="Verdana"/>
                <a:cs typeface="Verdana"/>
              </a:rPr>
              <a:t>u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1235075"/>
            <a:ext cx="39598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5"/>
              <a:t>P</a:t>
            </a:r>
            <a:r>
              <a:rPr dirty="0" spc="-150"/>
              <a:t>aso</a:t>
            </a:r>
            <a:r>
              <a:rPr dirty="0" spc="-310"/>
              <a:t> </a:t>
            </a:r>
            <a:r>
              <a:rPr dirty="0" spc="-175"/>
              <a:t>de</a:t>
            </a:r>
            <a:r>
              <a:rPr dirty="0" spc="-310"/>
              <a:t> </a:t>
            </a:r>
            <a:r>
              <a:rPr dirty="0" spc="-120"/>
              <a:t>A</a:t>
            </a:r>
            <a:r>
              <a:rPr dirty="0" spc="-155"/>
              <a:t>r</a:t>
            </a:r>
            <a:r>
              <a:rPr dirty="0" spc="-265"/>
              <a:t>gu</a:t>
            </a:r>
            <a:r>
              <a:rPr dirty="0" spc="-409"/>
              <a:t>m</a:t>
            </a:r>
            <a:r>
              <a:rPr dirty="0" spc="-210"/>
              <a:t>en</a:t>
            </a:r>
            <a:r>
              <a:rPr dirty="0" spc="-165"/>
              <a:t>t</a:t>
            </a:r>
            <a:r>
              <a:rPr dirty="0" spc="-110"/>
              <a:t>os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26417" y="2019299"/>
            <a:ext cx="923925" cy="3181350"/>
            <a:chOff x="626417" y="2019299"/>
            <a:chExt cx="923925" cy="3181350"/>
          </a:xfrm>
        </p:grpSpPr>
        <p:sp>
          <p:nvSpPr>
            <p:cNvPr id="7" name="object 7"/>
            <p:cNvSpPr/>
            <p:nvPr/>
          </p:nvSpPr>
          <p:spPr>
            <a:xfrm>
              <a:off x="800100" y="2019299"/>
              <a:ext cx="750570" cy="3181985"/>
            </a:xfrm>
            <a:custGeom>
              <a:avLst/>
              <a:gdLst/>
              <a:ahLst/>
              <a:cxnLst/>
              <a:rect l="l" t="t" r="r" b="b"/>
              <a:pathLst>
                <a:path w="750569" h="3181985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3171837"/>
                  </a:lnTo>
                  <a:lnTo>
                    <a:pt x="0" y="3174466"/>
                  </a:lnTo>
                  <a:lnTo>
                    <a:pt x="927" y="3176701"/>
                  </a:lnTo>
                  <a:lnTo>
                    <a:pt x="4648" y="3180423"/>
                  </a:lnTo>
                  <a:lnTo>
                    <a:pt x="6883" y="3181362"/>
                  </a:lnTo>
                  <a:lnTo>
                    <a:pt x="12153" y="3181362"/>
                  </a:lnTo>
                  <a:lnTo>
                    <a:pt x="14401" y="3180423"/>
                  </a:lnTo>
                  <a:lnTo>
                    <a:pt x="18122" y="3176701"/>
                  </a:lnTo>
                  <a:lnTo>
                    <a:pt x="19050" y="3174466"/>
                  </a:lnTo>
                  <a:lnTo>
                    <a:pt x="19050" y="6896"/>
                  </a:lnTo>
                  <a:close/>
                </a:path>
                <a:path w="750569" h="3181985">
                  <a:moveTo>
                    <a:pt x="750239" y="359321"/>
                  </a:moveTo>
                  <a:lnTo>
                    <a:pt x="749312" y="357073"/>
                  </a:lnTo>
                  <a:lnTo>
                    <a:pt x="745591" y="353352"/>
                  </a:lnTo>
                  <a:lnTo>
                    <a:pt x="743343" y="352425"/>
                  </a:lnTo>
                  <a:lnTo>
                    <a:pt x="185635" y="352425"/>
                  </a:lnTo>
                  <a:lnTo>
                    <a:pt x="183388" y="353352"/>
                  </a:lnTo>
                  <a:lnTo>
                    <a:pt x="179666" y="357073"/>
                  </a:lnTo>
                  <a:lnTo>
                    <a:pt x="178739" y="359321"/>
                  </a:lnTo>
                  <a:lnTo>
                    <a:pt x="178739" y="361950"/>
                  </a:lnTo>
                  <a:lnTo>
                    <a:pt x="178739" y="364578"/>
                  </a:lnTo>
                  <a:lnTo>
                    <a:pt x="179666" y="366826"/>
                  </a:lnTo>
                  <a:lnTo>
                    <a:pt x="183388" y="370547"/>
                  </a:lnTo>
                  <a:lnTo>
                    <a:pt x="185635" y="371475"/>
                  </a:lnTo>
                  <a:lnTo>
                    <a:pt x="743343" y="371475"/>
                  </a:lnTo>
                  <a:lnTo>
                    <a:pt x="745591" y="370547"/>
                  </a:lnTo>
                  <a:lnTo>
                    <a:pt x="749312" y="366826"/>
                  </a:lnTo>
                  <a:lnTo>
                    <a:pt x="750239" y="364578"/>
                  </a:lnTo>
                  <a:lnTo>
                    <a:pt x="750239" y="359321"/>
                  </a:lnTo>
                  <a:close/>
                </a:path>
              </a:pathLst>
            </a:custGeom>
            <a:solidFill>
              <a:srgbClr val="5F6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6417" y="2200274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257338" y="0"/>
                  </a:moveTo>
                  <a:lnTo>
                    <a:pt x="114136" y="0"/>
                  </a:lnTo>
                  <a:lnTo>
                    <a:pt x="106193" y="774"/>
                  </a:lnTo>
                  <a:lnTo>
                    <a:pt x="67999" y="12369"/>
                  </a:lnTo>
                  <a:lnTo>
                    <a:pt x="30107" y="41452"/>
                  </a:lnTo>
                  <a:lnTo>
                    <a:pt x="6230" y="82816"/>
                  </a:lnTo>
                  <a:lnTo>
                    <a:pt x="0" y="114134"/>
                  </a:lnTo>
                  <a:lnTo>
                    <a:pt x="0" y="249313"/>
                  </a:lnTo>
                  <a:lnTo>
                    <a:pt x="0" y="257340"/>
                  </a:lnTo>
                  <a:lnTo>
                    <a:pt x="12367" y="303479"/>
                  </a:lnTo>
                  <a:lnTo>
                    <a:pt x="41448" y="341363"/>
                  </a:lnTo>
                  <a:lnTo>
                    <a:pt x="82823" y="365239"/>
                  </a:lnTo>
                  <a:lnTo>
                    <a:pt x="114136" y="371475"/>
                  </a:lnTo>
                  <a:lnTo>
                    <a:pt x="257338" y="371475"/>
                  </a:lnTo>
                  <a:lnTo>
                    <a:pt x="303475" y="359105"/>
                  </a:lnTo>
                  <a:lnTo>
                    <a:pt x="341367" y="330022"/>
                  </a:lnTo>
                  <a:lnTo>
                    <a:pt x="365244" y="288658"/>
                  </a:lnTo>
                  <a:lnTo>
                    <a:pt x="371475" y="257340"/>
                  </a:lnTo>
                  <a:lnTo>
                    <a:pt x="371475" y="114134"/>
                  </a:lnTo>
                  <a:lnTo>
                    <a:pt x="359107" y="67995"/>
                  </a:lnTo>
                  <a:lnTo>
                    <a:pt x="330026" y="30111"/>
                  </a:lnTo>
                  <a:lnTo>
                    <a:pt x="288651" y="6223"/>
                  </a:lnTo>
                  <a:lnTo>
                    <a:pt x="265281" y="774"/>
                  </a:lnTo>
                  <a:lnTo>
                    <a:pt x="257338" y="0"/>
                  </a:lnTo>
                  <a:close/>
                </a:path>
              </a:pathLst>
            </a:custGeom>
            <a:solidFill>
              <a:srgbClr val="28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6417" y="220027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249317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80" y="44696"/>
                  </a:lnTo>
                  <a:lnTo>
                    <a:pt x="5230" y="86749"/>
                  </a:lnTo>
                  <a:lnTo>
                    <a:pt x="0" y="122161"/>
                  </a:lnTo>
                  <a:lnTo>
                    <a:pt x="0" y="249313"/>
                  </a:lnTo>
                  <a:lnTo>
                    <a:pt x="9297" y="296062"/>
                  </a:lnTo>
                  <a:lnTo>
                    <a:pt x="35778" y="335686"/>
                  </a:lnTo>
                  <a:lnTo>
                    <a:pt x="75411" y="362178"/>
                  </a:lnTo>
                  <a:lnTo>
                    <a:pt x="122158" y="371474"/>
                  </a:lnTo>
                  <a:lnTo>
                    <a:pt x="249317" y="371474"/>
                  </a:lnTo>
                  <a:lnTo>
                    <a:pt x="296063" y="362178"/>
                  </a:lnTo>
                  <a:lnTo>
                    <a:pt x="335696" y="335686"/>
                  </a:lnTo>
                  <a:lnTo>
                    <a:pt x="362178" y="296062"/>
                  </a:lnTo>
                  <a:lnTo>
                    <a:pt x="371474" y="249313"/>
                  </a:lnTo>
                  <a:lnTo>
                    <a:pt x="371474" y="122161"/>
                  </a:lnTo>
                  <a:lnTo>
                    <a:pt x="362178" y="75412"/>
                  </a:lnTo>
                  <a:lnTo>
                    <a:pt x="335696" y="35775"/>
                  </a:lnTo>
                  <a:lnTo>
                    <a:pt x="296063" y="9296"/>
                  </a:lnTo>
                  <a:lnTo>
                    <a:pt x="249317" y="0"/>
                  </a:lnTo>
                  <a:close/>
                </a:path>
              </a:pathLst>
            </a:custGeom>
            <a:solidFill>
              <a:srgbClr val="000000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6417" y="220027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249317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80" y="44696"/>
                  </a:lnTo>
                  <a:lnTo>
                    <a:pt x="5230" y="86749"/>
                  </a:lnTo>
                  <a:lnTo>
                    <a:pt x="0" y="122161"/>
                  </a:lnTo>
                  <a:lnTo>
                    <a:pt x="0" y="249313"/>
                  </a:lnTo>
                  <a:lnTo>
                    <a:pt x="9297" y="296062"/>
                  </a:lnTo>
                  <a:lnTo>
                    <a:pt x="35778" y="335686"/>
                  </a:lnTo>
                  <a:lnTo>
                    <a:pt x="75411" y="362178"/>
                  </a:lnTo>
                  <a:lnTo>
                    <a:pt x="122158" y="371474"/>
                  </a:lnTo>
                  <a:lnTo>
                    <a:pt x="249317" y="371474"/>
                  </a:lnTo>
                  <a:lnTo>
                    <a:pt x="296063" y="362178"/>
                  </a:lnTo>
                  <a:lnTo>
                    <a:pt x="335696" y="335686"/>
                  </a:lnTo>
                  <a:lnTo>
                    <a:pt x="362178" y="296062"/>
                  </a:lnTo>
                  <a:lnTo>
                    <a:pt x="371474" y="249313"/>
                  </a:lnTo>
                  <a:lnTo>
                    <a:pt x="371474" y="122161"/>
                  </a:lnTo>
                  <a:lnTo>
                    <a:pt x="362178" y="75412"/>
                  </a:lnTo>
                  <a:lnTo>
                    <a:pt x="335696" y="35775"/>
                  </a:lnTo>
                  <a:lnTo>
                    <a:pt x="296063" y="9296"/>
                  </a:lnTo>
                  <a:lnTo>
                    <a:pt x="249317" y="0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55996" y="2216150"/>
            <a:ext cx="116839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60" b="1">
                <a:solidFill>
                  <a:srgbClr val="EEEFF5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7334" y="2173287"/>
            <a:ext cx="3652520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solidFill>
                  <a:srgbClr val="EEEFF5"/>
                </a:solidFill>
                <a:latin typeface="Tahoma"/>
                <a:cs typeface="Tahoma"/>
              </a:rPr>
              <a:t>Registros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90">
                <a:solidFill>
                  <a:srgbClr val="EEEFF5"/>
                </a:solidFill>
                <a:latin typeface="Verdana"/>
                <a:cs typeface="Verdana"/>
              </a:rPr>
              <a:t>g</a:t>
            </a:r>
            <a:r>
              <a:rPr dirty="0" sz="1250" spc="65">
                <a:solidFill>
                  <a:srgbClr val="EEEFF5"/>
                </a:solidFill>
                <a:latin typeface="Verdana"/>
                <a:cs typeface="Verdana"/>
              </a:rPr>
              <a:t>u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90">
                <a:solidFill>
                  <a:srgbClr val="EEEFF5"/>
                </a:solidFill>
                <a:latin typeface="Verdana"/>
                <a:cs typeface="Verdana"/>
              </a:rPr>
              <a:t>g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35">
                <a:solidFill>
                  <a:srgbClr val="EEEFF5"/>
                </a:solidFill>
                <a:latin typeface="Verdana"/>
                <a:cs typeface="Verdana"/>
              </a:rPr>
              <a:t>0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,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340">
                <a:solidFill>
                  <a:srgbClr val="EEEFF5"/>
                </a:solidFill>
                <a:latin typeface="Verdana"/>
                <a:cs typeface="Verdana"/>
              </a:rPr>
              <a:t>1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,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9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6417" y="3314700"/>
            <a:ext cx="923925" cy="371475"/>
            <a:chOff x="626417" y="3314700"/>
            <a:chExt cx="923925" cy="371475"/>
          </a:xfrm>
        </p:grpSpPr>
        <p:sp>
          <p:nvSpPr>
            <p:cNvPr id="14" name="object 14"/>
            <p:cNvSpPr/>
            <p:nvPr/>
          </p:nvSpPr>
          <p:spPr>
            <a:xfrm>
              <a:off x="978842" y="3486150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564601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8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8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64601" y="19050"/>
                  </a:lnTo>
                  <a:lnTo>
                    <a:pt x="566849" y="18122"/>
                  </a:lnTo>
                  <a:lnTo>
                    <a:pt x="570570" y="14401"/>
                  </a:lnTo>
                  <a:lnTo>
                    <a:pt x="571497" y="12153"/>
                  </a:lnTo>
                  <a:lnTo>
                    <a:pt x="571497" y="6896"/>
                  </a:lnTo>
                  <a:lnTo>
                    <a:pt x="570570" y="4648"/>
                  </a:lnTo>
                  <a:lnTo>
                    <a:pt x="566849" y="927"/>
                  </a:lnTo>
                  <a:lnTo>
                    <a:pt x="564601" y="0"/>
                  </a:lnTo>
                  <a:close/>
                </a:path>
              </a:pathLst>
            </a:custGeom>
            <a:solidFill>
              <a:srgbClr val="5F6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6417" y="3314700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257338" y="0"/>
                  </a:moveTo>
                  <a:lnTo>
                    <a:pt x="114136" y="0"/>
                  </a:lnTo>
                  <a:lnTo>
                    <a:pt x="106193" y="774"/>
                  </a:lnTo>
                  <a:lnTo>
                    <a:pt x="67999" y="12369"/>
                  </a:lnTo>
                  <a:lnTo>
                    <a:pt x="30107" y="41452"/>
                  </a:lnTo>
                  <a:lnTo>
                    <a:pt x="6230" y="82816"/>
                  </a:lnTo>
                  <a:lnTo>
                    <a:pt x="0" y="114134"/>
                  </a:lnTo>
                  <a:lnTo>
                    <a:pt x="0" y="249313"/>
                  </a:lnTo>
                  <a:lnTo>
                    <a:pt x="0" y="257340"/>
                  </a:lnTo>
                  <a:lnTo>
                    <a:pt x="12367" y="303479"/>
                  </a:lnTo>
                  <a:lnTo>
                    <a:pt x="41448" y="341363"/>
                  </a:lnTo>
                  <a:lnTo>
                    <a:pt x="82823" y="365239"/>
                  </a:lnTo>
                  <a:lnTo>
                    <a:pt x="114136" y="371475"/>
                  </a:lnTo>
                  <a:lnTo>
                    <a:pt x="257338" y="371475"/>
                  </a:lnTo>
                  <a:lnTo>
                    <a:pt x="303475" y="359105"/>
                  </a:lnTo>
                  <a:lnTo>
                    <a:pt x="341367" y="330022"/>
                  </a:lnTo>
                  <a:lnTo>
                    <a:pt x="365244" y="288658"/>
                  </a:lnTo>
                  <a:lnTo>
                    <a:pt x="371475" y="257340"/>
                  </a:lnTo>
                  <a:lnTo>
                    <a:pt x="371475" y="114134"/>
                  </a:lnTo>
                  <a:lnTo>
                    <a:pt x="359107" y="67995"/>
                  </a:lnTo>
                  <a:lnTo>
                    <a:pt x="330026" y="30111"/>
                  </a:lnTo>
                  <a:lnTo>
                    <a:pt x="288651" y="6223"/>
                  </a:lnTo>
                  <a:lnTo>
                    <a:pt x="265281" y="774"/>
                  </a:lnTo>
                  <a:lnTo>
                    <a:pt x="257338" y="0"/>
                  </a:lnTo>
                  <a:close/>
                </a:path>
              </a:pathLst>
            </a:custGeom>
            <a:solidFill>
              <a:srgbClr val="28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6417" y="3314700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249317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80" y="44696"/>
                  </a:lnTo>
                  <a:lnTo>
                    <a:pt x="5230" y="86749"/>
                  </a:lnTo>
                  <a:lnTo>
                    <a:pt x="0" y="122161"/>
                  </a:lnTo>
                  <a:lnTo>
                    <a:pt x="0" y="249313"/>
                  </a:lnTo>
                  <a:lnTo>
                    <a:pt x="9297" y="296062"/>
                  </a:lnTo>
                  <a:lnTo>
                    <a:pt x="35778" y="335686"/>
                  </a:lnTo>
                  <a:lnTo>
                    <a:pt x="75411" y="362178"/>
                  </a:lnTo>
                  <a:lnTo>
                    <a:pt x="122158" y="371474"/>
                  </a:lnTo>
                  <a:lnTo>
                    <a:pt x="249317" y="371474"/>
                  </a:lnTo>
                  <a:lnTo>
                    <a:pt x="296063" y="362178"/>
                  </a:lnTo>
                  <a:lnTo>
                    <a:pt x="335696" y="335686"/>
                  </a:lnTo>
                  <a:lnTo>
                    <a:pt x="362178" y="296062"/>
                  </a:lnTo>
                  <a:lnTo>
                    <a:pt x="371474" y="249313"/>
                  </a:lnTo>
                  <a:lnTo>
                    <a:pt x="371474" y="122161"/>
                  </a:lnTo>
                  <a:lnTo>
                    <a:pt x="362178" y="75412"/>
                  </a:lnTo>
                  <a:lnTo>
                    <a:pt x="335696" y="35775"/>
                  </a:lnTo>
                  <a:lnTo>
                    <a:pt x="296063" y="9296"/>
                  </a:lnTo>
                  <a:lnTo>
                    <a:pt x="249317" y="0"/>
                  </a:lnTo>
                  <a:close/>
                </a:path>
              </a:pathLst>
            </a:custGeom>
            <a:solidFill>
              <a:srgbClr val="000000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26417" y="3314700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249317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80" y="44696"/>
                  </a:lnTo>
                  <a:lnTo>
                    <a:pt x="5230" y="86749"/>
                  </a:lnTo>
                  <a:lnTo>
                    <a:pt x="0" y="122161"/>
                  </a:lnTo>
                  <a:lnTo>
                    <a:pt x="0" y="249313"/>
                  </a:lnTo>
                  <a:lnTo>
                    <a:pt x="9297" y="296062"/>
                  </a:lnTo>
                  <a:lnTo>
                    <a:pt x="35778" y="335686"/>
                  </a:lnTo>
                  <a:lnTo>
                    <a:pt x="75411" y="362178"/>
                  </a:lnTo>
                  <a:lnTo>
                    <a:pt x="122158" y="371474"/>
                  </a:lnTo>
                  <a:lnTo>
                    <a:pt x="249317" y="371474"/>
                  </a:lnTo>
                  <a:lnTo>
                    <a:pt x="296063" y="362178"/>
                  </a:lnTo>
                  <a:lnTo>
                    <a:pt x="335696" y="335686"/>
                  </a:lnTo>
                  <a:lnTo>
                    <a:pt x="362178" y="296062"/>
                  </a:lnTo>
                  <a:lnTo>
                    <a:pt x="371474" y="249313"/>
                  </a:lnTo>
                  <a:lnTo>
                    <a:pt x="371474" y="122161"/>
                  </a:lnTo>
                  <a:lnTo>
                    <a:pt x="362178" y="75412"/>
                  </a:lnTo>
                  <a:lnTo>
                    <a:pt x="335696" y="35775"/>
                  </a:lnTo>
                  <a:lnTo>
                    <a:pt x="296063" y="9296"/>
                  </a:lnTo>
                  <a:lnTo>
                    <a:pt x="249317" y="0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29505" y="3330575"/>
            <a:ext cx="1695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40" b="1">
                <a:solidFill>
                  <a:srgbClr val="EEEFF5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97334" y="3287712"/>
            <a:ext cx="3766185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 b="1">
                <a:solidFill>
                  <a:srgbClr val="EEEFF5"/>
                </a:solidFill>
                <a:latin typeface="Tahoma"/>
                <a:cs typeface="Tahoma"/>
              </a:rPr>
              <a:t>Pila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Argumentos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adicionales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manejados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EEEFF5"/>
                </a:solidFill>
                <a:latin typeface="Verdana"/>
                <a:cs typeface="Verdana"/>
              </a:rPr>
              <a:t>en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la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EEEFF5"/>
                </a:solidFill>
                <a:latin typeface="Verdana"/>
                <a:cs typeface="Verdana"/>
              </a:rPr>
              <a:t>pila.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6417" y="4429125"/>
            <a:ext cx="923925" cy="371475"/>
            <a:chOff x="626417" y="4429125"/>
            <a:chExt cx="923925" cy="371475"/>
          </a:xfrm>
        </p:grpSpPr>
        <p:sp>
          <p:nvSpPr>
            <p:cNvPr id="21" name="object 21"/>
            <p:cNvSpPr/>
            <p:nvPr/>
          </p:nvSpPr>
          <p:spPr>
            <a:xfrm>
              <a:off x="978842" y="4600575"/>
              <a:ext cx="571500" cy="19050"/>
            </a:xfrm>
            <a:custGeom>
              <a:avLst/>
              <a:gdLst/>
              <a:ahLst/>
              <a:cxnLst/>
              <a:rect l="l" t="t" r="r" b="b"/>
              <a:pathLst>
                <a:path w="571500" h="19050">
                  <a:moveTo>
                    <a:pt x="564601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8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8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64601" y="19050"/>
                  </a:lnTo>
                  <a:lnTo>
                    <a:pt x="566849" y="18122"/>
                  </a:lnTo>
                  <a:lnTo>
                    <a:pt x="570570" y="14401"/>
                  </a:lnTo>
                  <a:lnTo>
                    <a:pt x="571497" y="12153"/>
                  </a:lnTo>
                  <a:lnTo>
                    <a:pt x="571497" y="6896"/>
                  </a:lnTo>
                  <a:lnTo>
                    <a:pt x="570570" y="4648"/>
                  </a:lnTo>
                  <a:lnTo>
                    <a:pt x="566849" y="927"/>
                  </a:lnTo>
                  <a:lnTo>
                    <a:pt x="564601" y="0"/>
                  </a:lnTo>
                  <a:close/>
                </a:path>
              </a:pathLst>
            </a:custGeom>
            <a:solidFill>
              <a:srgbClr val="5F6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6417" y="442912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257338" y="0"/>
                  </a:moveTo>
                  <a:lnTo>
                    <a:pt x="114136" y="0"/>
                  </a:lnTo>
                  <a:lnTo>
                    <a:pt x="106193" y="774"/>
                  </a:lnTo>
                  <a:lnTo>
                    <a:pt x="67999" y="12369"/>
                  </a:lnTo>
                  <a:lnTo>
                    <a:pt x="30107" y="41452"/>
                  </a:lnTo>
                  <a:lnTo>
                    <a:pt x="6230" y="82816"/>
                  </a:lnTo>
                  <a:lnTo>
                    <a:pt x="0" y="114134"/>
                  </a:lnTo>
                  <a:lnTo>
                    <a:pt x="0" y="249313"/>
                  </a:lnTo>
                  <a:lnTo>
                    <a:pt x="0" y="257340"/>
                  </a:lnTo>
                  <a:lnTo>
                    <a:pt x="12367" y="303479"/>
                  </a:lnTo>
                  <a:lnTo>
                    <a:pt x="41448" y="341363"/>
                  </a:lnTo>
                  <a:lnTo>
                    <a:pt x="82823" y="365239"/>
                  </a:lnTo>
                  <a:lnTo>
                    <a:pt x="114136" y="371475"/>
                  </a:lnTo>
                  <a:lnTo>
                    <a:pt x="257338" y="371475"/>
                  </a:lnTo>
                  <a:lnTo>
                    <a:pt x="303475" y="359105"/>
                  </a:lnTo>
                  <a:lnTo>
                    <a:pt x="341367" y="330022"/>
                  </a:lnTo>
                  <a:lnTo>
                    <a:pt x="365244" y="288658"/>
                  </a:lnTo>
                  <a:lnTo>
                    <a:pt x="371475" y="257340"/>
                  </a:lnTo>
                  <a:lnTo>
                    <a:pt x="371475" y="114134"/>
                  </a:lnTo>
                  <a:lnTo>
                    <a:pt x="359107" y="67995"/>
                  </a:lnTo>
                  <a:lnTo>
                    <a:pt x="330026" y="30111"/>
                  </a:lnTo>
                  <a:lnTo>
                    <a:pt x="288651" y="6223"/>
                  </a:lnTo>
                  <a:lnTo>
                    <a:pt x="265281" y="774"/>
                  </a:lnTo>
                  <a:lnTo>
                    <a:pt x="257338" y="0"/>
                  </a:lnTo>
                  <a:close/>
                </a:path>
              </a:pathLst>
            </a:custGeom>
            <a:solidFill>
              <a:srgbClr val="28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6417" y="442912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249317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80" y="44696"/>
                  </a:lnTo>
                  <a:lnTo>
                    <a:pt x="5230" y="86749"/>
                  </a:lnTo>
                  <a:lnTo>
                    <a:pt x="0" y="122161"/>
                  </a:lnTo>
                  <a:lnTo>
                    <a:pt x="0" y="249313"/>
                  </a:lnTo>
                  <a:lnTo>
                    <a:pt x="9297" y="296062"/>
                  </a:lnTo>
                  <a:lnTo>
                    <a:pt x="35778" y="335686"/>
                  </a:lnTo>
                  <a:lnTo>
                    <a:pt x="75411" y="362178"/>
                  </a:lnTo>
                  <a:lnTo>
                    <a:pt x="122158" y="371474"/>
                  </a:lnTo>
                  <a:lnTo>
                    <a:pt x="249317" y="371474"/>
                  </a:lnTo>
                  <a:lnTo>
                    <a:pt x="296063" y="362178"/>
                  </a:lnTo>
                  <a:lnTo>
                    <a:pt x="335696" y="335686"/>
                  </a:lnTo>
                  <a:lnTo>
                    <a:pt x="362178" y="296062"/>
                  </a:lnTo>
                  <a:lnTo>
                    <a:pt x="371474" y="249313"/>
                  </a:lnTo>
                  <a:lnTo>
                    <a:pt x="371474" y="122161"/>
                  </a:lnTo>
                  <a:lnTo>
                    <a:pt x="362178" y="75412"/>
                  </a:lnTo>
                  <a:lnTo>
                    <a:pt x="335696" y="35775"/>
                  </a:lnTo>
                  <a:lnTo>
                    <a:pt x="296063" y="9296"/>
                  </a:lnTo>
                  <a:lnTo>
                    <a:pt x="249317" y="0"/>
                  </a:lnTo>
                  <a:close/>
                </a:path>
              </a:pathLst>
            </a:custGeom>
            <a:solidFill>
              <a:srgbClr val="000000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6417" y="442912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249317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80" y="44696"/>
                  </a:lnTo>
                  <a:lnTo>
                    <a:pt x="5230" y="86749"/>
                  </a:lnTo>
                  <a:lnTo>
                    <a:pt x="0" y="122161"/>
                  </a:lnTo>
                  <a:lnTo>
                    <a:pt x="0" y="249313"/>
                  </a:lnTo>
                  <a:lnTo>
                    <a:pt x="9297" y="296062"/>
                  </a:lnTo>
                  <a:lnTo>
                    <a:pt x="35778" y="335686"/>
                  </a:lnTo>
                  <a:lnTo>
                    <a:pt x="75411" y="362178"/>
                  </a:lnTo>
                  <a:lnTo>
                    <a:pt x="122158" y="371474"/>
                  </a:lnTo>
                  <a:lnTo>
                    <a:pt x="249317" y="371474"/>
                  </a:lnTo>
                  <a:lnTo>
                    <a:pt x="296063" y="362178"/>
                  </a:lnTo>
                  <a:lnTo>
                    <a:pt x="335696" y="335686"/>
                  </a:lnTo>
                  <a:lnTo>
                    <a:pt x="362178" y="296062"/>
                  </a:lnTo>
                  <a:lnTo>
                    <a:pt x="371474" y="249313"/>
                  </a:lnTo>
                  <a:lnTo>
                    <a:pt x="371474" y="122161"/>
                  </a:lnTo>
                  <a:lnTo>
                    <a:pt x="362178" y="75412"/>
                  </a:lnTo>
                  <a:lnTo>
                    <a:pt x="335696" y="35775"/>
                  </a:lnTo>
                  <a:lnTo>
                    <a:pt x="296063" y="9296"/>
                  </a:lnTo>
                  <a:lnTo>
                    <a:pt x="249317" y="0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32035" y="4445000"/>
            <a:ext cx="16446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80" b="1">
                <a:solidFill>
                  <a:srgbClr val="EEEFF5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7334" y="4402137"/>
            <a:ext cx="3679190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 b="1">
                <a:solidFill>
                  <a:srgbClr val="EEEFF5"/>
                </a:solidFill>
                <a:latin typeface="Tahoma"/>
                <a:cs typeface="Tahoma"/>
              </a:rPr>
              <a:t>Traducción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90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90">
                <a:solidFill>
                  <a:srgbClr val="EEEFF5"/>
                </a:solidFill>
                <a:latin typeface="Verdana"/>
                <a:cs typeface="Verdana"/>
              </a:rPr>
              <a:t>g</a:t>
            </a:r>
            <a:r>
              <a:rPr dirty="0" sz="1250" spc="65">
                <a:solidFill>
                  <a:srgbClr val="EEEFF5"/>
                </a:solidFill>
                <a:latin typeface="Verdana"/>
                <a:cs typeface="Verdana"/>
              </a:rPr>
              <a:t>u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85">
                <a:solidFill>
                  <a:srgbClr val="EEEFF5"/>
                </a:solidFill>
                <a:latin typeface="Verdana"/>
                <a:cs typeface="Verdana"/>
              </a:rPr>
              <a:t>j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-65">
                <a:solidFill>
                  <a:srgbClr val="EEEFF5"/>
                </a:solidFill>
                <a:latin typeface="Verdana"/>
                <a:cs typeface="Verdana"/>
              </a:rPr>
              <a:t>v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b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-14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-7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-110">
                <a:solidFill>
                  <a:srgbClr val="EEEFF5"/>
                </a:solidFill>
                <a:latin typeface="Verdana"/>
                <a:cs typeface="Verdana"/>
              </a:rPr>
              <a:t>-</a:t>
            </a:r>
            <a:r>
              <a:rPr dirty="0" sz="1250" spc="-10">
                <a:solidFill>
                  <a:srgbClr val="EEEFF5"/>
                </a:solidFill>
                <a:latin typeface="Verdana"/>
                <a:cs typeface="Verdana"/>
              </a:rPr>
              <a:t>V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896100"/>
          </a:xfrm>
          <a:custGeom>
            <a:avLst/>
            <a:gdLst/>
            <a:ahLst/>
            <a:cxnLst/>
            <a:rect l="l" t="t" r="r" b="b"/>
            <a:pathLst>
              <a:path w="11430000" h="6896100">
                <a:moveTo>
                  <a:pt x="11430000" y="0"/>
                </a:moveTo>
                <a:lnTo>
                  <a:pt x="0" y="0"/>
                </a:lnTo>
                <a:lnTo>
                  <a:pt x="0" y="6896100"/>
                </a:lnTo>
                <a:lnTo>
                  <a:pt x="11430000" y="6896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82C3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8958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43564" y="444500"/>
            <a:ext cx="4805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0"/>
              <a:t>E</a:t>
            </a:r>
            <a:r>
              <a:rPr dirty="0" spc="-60"/>
              <a:t>s</a:t>
            </a:r>
            <a:r>
              <a:rPr dirty="0" spc="-165"/>
              <a:t>tructu</a:t>
            </a:r>
            <a:r>
              <a:rPr dirty="0" spc="-165"/>
              <a:t>r</a:t>
            </a:r>
            <a:r>
              <a:rPr dirty="0" spc="-225"/>
              <a:t>a</a:t>
            </a:r>
            <a:r>
              <a:rPr dirty="0" spc="-310"/>
              <a:t> </a:t>
            </a:r>
            <a:r>
              <a:rPr dirty="0" spc="-180"/>
              <a:t>del</a:t>
            </a:r>
            <a:r>
              <a:rPr dirty="0" spc="-310"/>
              <a:t> </a:t>
            </a:r>
            <a:r>
              <a:rPr dirty="0" spc="-200"/>
              <a:t>C</a:t>
            </a:r>
            <a:r>
              <a:rPr dirty="0" spc="-200"/>
              <a:t>all</a:t>
            </a:r>
            <a:r>
              <a:rPr dirty="0" spc="-310"/>
              <a:t> </a:t>
            </a:r>
            <a:r>
              <a:rPr dirty="0" spc="-160"/>
              <a:t>F</a:t>
            </a:r>
            <a:r>
              <a:rPr dirty="0" spc="-185"/>
              <a:t>r</a:t>
            </a:r>
            <a:r>
              <a:rPr dirty="0" spc="-235"/>
              <a:t>a</a:t>
            </a:r>
            <a:r>
              <a:rPr dirty="0" spc="-385"/>
              <a:t>m</a:t>
            </a:r>
            <a:r>
              <a:rPr dirty="0" spc="-150"/>
              <a:t>e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5464" y="1228343"/>
            <a:ext cx="822960" cy="13075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07444" y="1724183"/>
            <a:ext cx="112395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530" b="1">
                <a:solidFill>
                  <a:srgbClr val="EEEFF5"/>
                </a:solidFill>
                <a:latin typeface="Tahoma"/>
                <a:cs typeface="Tahoma"/>
              </a:rPr>
              <a:t>1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2173" y="1382712"/>
            <a:ext cx="201358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25" b="1">
                <a:solidFill>
                  <a:srgbClr val="EEEFF5"/>
                </a:solidFill>
                <a:latin typeface="Tahoma"/>
                <a:cs typeface="Tahoma"/>
              </a:rPr>
              <a:t>Di</a:t>
            </a:r>
            <a:r>
              <a:rPr dirty="0" sz="1650" spc="-125" b="1">
                <a:solidFill>
                  <a:srgbClr val="EEEFF5"/>
                </a:solidFill>
                <a:latin typeface="Tahoma"/>
                <a:cs typeface="Tahoma"/>
              </a:rPr>
              <a:t>r</a:t>
            </a:r>
            <a:r>
              <a:rPr dirty="0" sz="1650" spc="-15" b="1">
                <a:solidFill>
                  <a:srgbClr val="EEEFF5"/>
                </a:solidFill>
                <a:latin typeface="Tahoma"/>
                <a:cs typeface="Tahoma"/>
              </a:rPr>
              <a:t>e</a:t>
            </a:r>
            <a:r>
              <a:rPr dirty="0" sz="1650" spc="-30" b="1">
                <a:solidFill>
                  <a:srgbClr val="EEEFF5"/>
                </a:solidFill>
                <a:latin typeface="Tahoma"/>
                <a:cs typeface="Tahoma"/>
              </a:rPr>
              <a:t>c</a:t>
            </a:r>
            <a:r>
              <a:rPr dirty="0" sz="1650" spc="-65" b="1">
                <a:solidFill>
                  <a:srgbClr val="EEEFF5"/>
                </a:solidFill>
                <a:latin typeface="Tahoma"/>
                <a:cs typeface="Tahoma"/>
              </a:rPr>
              <a:t>ción</a:t>
            </a:r>
            <a:r>
              <a:rPr dirty="0" sz="1650" spc="-150" b="1">
                <a:solidFill>
                  <a:srgbClr val="EEEFF5"/>
                </a:solidFill>
                <a:latin typeface="Tahoma"/>
                <a:cs typeface="Tahoma"/>
              </a:rPr>
              <a:t> </a:t>
            </a:r>
            <a:r>
              <a:rPr dirty="0" sz="1650" spc="-75" b="1">
                <a:solidFill>
                  <a:srgbClr val="EEEFF5"/>
                </a:solidFill>
                <a:latin typeface="Tahoma"/>
                <a:cs typeface="Tahoma"/>
              </a:rPr>
              <a:t>de</a:t>
            </a:r>
            <a:r>
              <a:rPr dirty="0" sz="1650" spc="-150" b="1">
                <a:solidFill>
                  <a:srgbClr val="EEEFF5"/>
                </a:solidFill>
                <a:latin typeface="Tahoma"/>
                <a:cs typeface="Tahoma"/>
              </a:rPr>
              <a:t> </a:t>
            </a:r>
            <a:r>
              <a:rPr dirty="0" sz="1650" spc="-180" b="1">
                <a:solidFill>
                  <a:srgbClr val="EEEFF5"/>
                </a:solidFill>
                <a:latin typeface="Tahoma"/>
                <a:cs typeface="Tahoma"/>
              </a:rPr>
              <a:t>R</a:t>
            </a:r>
            <a:r>
              <a:rPr dirty="0" sz="1650" spc="-85" b="1">
                <a:solidFill>
                  <a:srgbClr val="EEEFF5"/>
                </a:solidFill>
                <a:latin typeface="Tahoma"/>
                <a:cs typeface="Tahoma"/>
              </a:rPr>
              <a:t>e</a:t>
            </a:r>
            <a:r>
              <a:rPr dirty="0" sz="1650" spc="-60" b="1">
                <a:solidFill>
                  <a:srgbClr val="EEEFF5"/>
                </a:solidFill>
                <a:latin typeface="Tahoma"/>
                <a:cs typeface="Tahoma"/>
              </a:rPr>
              <a:t>t</a:t>
            </a:r>
            <a:r>
              <a:rPr dirty="0" sz="1650" spc="-90" b="1">
                <a:solidFill>
                  <a:srgbClr val="EEEFF5"/>
                </a:solidFill>
                <a:latin typeface="Tahoma"/>
                <a:cs typeface="Tahoma"/>
              </a:rPr>
              <a:t>or</a:t>
            </a:r>
            <a:r>
              <a:rPr dirty="0" sz="1650" spc="-120" b="1">
                <a:solidFill>
                  <a:srgbClr val="EEEFF5"/>
                </a:solidFill>
                <a:latin typeface="Tahoma"/>
                <a:cs typeface="Tahoma"/>
              </a:rPr>
              <a:t>n</a:t>
            </a:r>
            <a:r>
              <a:rPr dirty="0" sz="1650" spc="-80" b="1">
                <a:solidFill>
                  <a:srgbClr val="EEEFF5"/>
                </a:solidFill>
                <a:latin typeface="Tahoma"/>
                <a:cs typeface="Tahoma"/>
              </a:rPr>
              <a:t>o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02173" y="1777047"/>
            <a:ext cx="336232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6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 spc="65">
                <a:solidFill>
                  <a:srgbClr val="EEEFF5"/>
                </a:solidFill>
                <a:latin typeface="Verdana"/>
                <a:cs typeface="Verdana"/>
              </a:rPr>
              <a:t>u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-8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ll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55464" y="2532888"/>
            <a:ext cx="822960" cy="13075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182298" y="3029108"/>
            <a:ext cx="162560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135" b="1">
                <a:solidFill>
                  <a:srgbClr val="EEEFF5"/>
                </a:solidFill>
                <a:latin typeface="Tahoma"/>
                <a:cs typeface="Tahoma"/>
              </a:rPr>
              <a:t>2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02180" y="2687637"/>
            <a:ext cx="3410585" cy="6153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80" b="1">
                <a:solidFill>
                  <a:srgbClr val="EEEFF5"/>
                </a:solidFill>
                <a:latin typeface="Tahoma"/>
                <a:cs typeface="Tahoma"/>
              </a:rPr>
              <a:t>R</a:t>
            </a:r>
            <a:r>
              <a:rPr dirty="0" sz="1650" spc="-60" b="1">
                <a:solidFill>
                  <a:srgbClr val="EEEFF5"/>
                </a:solidFill>
                <a:latin typeface="Tahoma"/>
                <a:cs typeface="Tahoma"/>
              </a:rPr>
              <a:t>egi</a:t>
            </a:r>
            <a:r>
              <a:rPr dirty="0" sz="1650" spc="-65" b="1">
                <a:solidFill>
                  <a:srgbClr val="EEEFF5"/>
                </a:solidFill>
                <a:latin typeface="Tahoma"/>
                <a:cs typeface="Tahoma"/>
              </a:rPr>
              <a:t>s</a:t>
            </a:r>
            <a:r>
              <a:rPr dirty="0" sz="1650" spc="-60" b="1">
                <a:solidFill>
                  <a:srgbClr val="EEEFF5"/>
                </a:solidFill>
                <a:latin typeface="Tahoma"/>
                <a:cs typeface="Tahoma"/>
              </a:rPr>
              <a:t>t</a:t>
            </a:r>
            <a:r>
              <a:rPr dirty="0" sz="1650" spc="-85" b="1">
                <a:solidFill>
                  <a:srgbClr val="EEEFF5"/>
                </a:solidFill>
                <a:latin typeface="Tahoma"/>
                <a:cs typeface="Tahoma"/>
              </a:rPr>
              <a:t>r</a:t>
            </a:r>
            <a:r>
              <a:rPr dirty="0" sz="1650" spc="-45" b="1">
                <a:solidFill>
                  <a:srgbClr val="EEEFF5"/>
                </a:solidFill>
                <a:latin typeface="Tahoma"/>
                <a:cs typeface="Tahoma"/>
              </a:rPr>
              <a:t>os</a:t>
            </a:r>
            <a:r>
              <a:rPr dirty="0" sz="1650" spc="-150" b="1">
                <a:solidFill>
                  <a:srgbClr val="EEEFF5"/>
                </a:solidFill>
                <a:latin typeface="Tahoma"/>
                <a:cs typeface="Tahoma"/>
              </a:rPr>
              <a:t> </a:t>
            </a:r>
            <a:r>
              <a:rPr dirty="0" sz="1650" spc="-140" b="1">
                <a:solidFill>
                  <a:srgbClr val="EEEFF5"/>
                </a:solidFill>
                <a:latin typeface="Tahoma"/>
                <a:cs typeface="Tahoma"/>
              </a:rPr>
              <a:t>Gua</a:t>
            </a:r>
            <a:r>
              <a:rPr dirty="0" sz="1650" spc="-114" b="1">
                <a:solidFill>
                  <a:srgbClr val="EEEFF5"/>
                </a:solidFill>
                <a:latin typeface="Tahoma"/>
                <a:cs typeface="Tahoma"/>
              </a:rPr>
              <a:t>r</a:t>
            </a:r>
            <a:r>
              <a:rPr dirty="0" sz="1650" spc="-70" b="1">
                <a:solidFill>
                  <a:srgbClr val="EEEFF5"/>
                </a:solidFill>
                <a:latin typeface="Tahoma"/>
                <a:cs typeface="Tahoma"/>
              </a:rPr>
              <a:t>dados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-70">
                <a:solidFill>
                  <a:srgbClr val="EEEFF5"/>
                </a:solidFill>
                <a:latin typeface="Verdana"/>
                <a:cs typeface="Verdana"/>
              </a:rPr>
              <a:t>v</a:t>
            </a:r>
            <a:r>
              <a:rPr dirty="0" sz="1250" spc="5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90">
                <a:solidFill>
                  <a:srgbClr val="EEEFF5"/>
                </a:solidFill>
                <a:latin typeface="Verdana"/>
                <a:cs typeface="Verdana"/>
              </a:rPr>
              <a:t>g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5464" y="3837432"/>
            <a:ext cx="822960" cy="13075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184673" y="4334033"/>
            <a:ext cx="157480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175" b="1">
                <a:solidFill>
                  <a:srgbClr val="EEEFF5"/>
                </a:solidFill>
                <a:latin typeface="Tahoma"/>
                <a:cs typeface="Tahoma"/>
              </a:rPr>
              <a:t>3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02173" y="3992562"/>
            <a:ext cx="2949575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70" b="1">
                <a:solidFill>
                  <a:srgbClr val="EEEFF5"/>
                </a:solidFill>
                <a:latin typeface="Tahoma"/>
                <a:cs typeface="Tahoma"/>
              </a:rPr>
              <a:t>V</a:t>
            </a:r>
            <a:r>
              <a:rPr dirty="0" sz="1650" spc="-80" b="1">
                <a:solidFill>
                  <a:srgbClr val="EEEFF5"/>
                </a:solidFill>
                <a:latin typeface="Tahoma"/>
                <a:cs typeface="Tahoma"/>
              </a:rPr>
              <a:t>ariabl</a:t>
            </a:r>
            <a:r>
              <a:rPr dirty="0" sz="1650" spc="-114" b="1">
                <a:solidFill>
                  <a:srgbClr val="EEEFF5"/>
                </a:solidFill>
                <a:latin typeface="Tahoma"/>
                <a:cs typeface="Tahoma"/>
              </a:rPr>
              <a:t>e</a:t>
            </a:r>
            <a:r>
              <a:rPr dirty="0" sz="1650" spc="-5" b="1">
                <a:solidFill>
                  <a:srgbClr val="EEEFF5"/>
                </a:solidFill>
                <a:latin typeface="Tahoma"/>
                <a:cs typeface="Tahoma"/>
              </a:rPr>
              <a:t>s</a:t>
            </a:r>
            <a:r>
              <a:rPr dirty="0" sz="1650" spc="-150" b="1">
                <a:solidFill>
                  <a:srgbClr val="EEEFF5"/>
                </a:solidFill>
                <a:latin typeface="Tahoma"/>
                <a:cs typeface="Tahoma"/>
              </a:rPr>
              <a:t> </a:t>
            </a:r>
            <a:r>
              <a:rPr dirty="0" sz="1650" spc="-45" b="1">
                <a:solidFill>
                  <a:srgbClr val="EEEFF5"/>
                </a:solidFill>
                <a:latin typeface="Tahoma"/>
                <a:cs typeface="Tahoma"/>
              </a:rPr>
              <a:t>Local</a:t>
            </a:r>
            <a:r>
              <a:rPr dirty="0" sz="1650" spc="-65" b="1">
                <a:solidFill>
                  <a:srgbClr val="EEEFF5"/>
                </a:solidFill>
                <a:latin typeface="Tahoma"/>
                <a:cs typeface="Tahoma"/>
              </a:rPr>
              <a:t>e</a:t>
            </a:r>
            <a:r>
              <a:rPr dirty="0" sz="1650" spc="-5" b="1">
                <a:solidFill>
                  <a:srgbClr val="EEEFF5"/>
                </a:solidFill>
                <a:latin typeface="Tahoma"/>
                <a:cs typeface="Tahoma"/>
              </a:rPr>
              <a:t>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Espacio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para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variables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de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la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EEEFF5"/>
                </a:solidFill>
                <a:latin typeface="Verdana"/>
                <a:cs typeface="Verdana"/>
              </a:rPr>
              <a:t>función.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5464" y="5141976"/>
            <a:ext cx="822960" cy="130759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176786" y="5629435"/>
            <a:ext cx="173355" cy="318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-50" b="1">
                <a:solidFill>
                  <a:srgbClr val="EEEFF5"/>
                </a:solidFill>
                <a:latin typeface="Tahoma"/>
                <a:cs typeface="Tahoma"/>
              </a:rPr>
              <a:t>4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02175" y="5297488"/>
            <a:ext cx="3117215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70" b="1">
                <a:solidFill>
                  <a:srgbClr val="EEEFF5"/>
                </a:solidFill>
                <a:latin typeface="Tahoma"/>
                <a:cs typeface="Tahoma"/>
              </a:rPr>
              <a:t>Ma</a:t>
            </a:r>
            <a:r>
              <a:rPr dirty="0" sz="1650" spc="-125" b="1">
                <a:solidFill>
                  <a:srgbClr val="EEEFF5"/>
                </a:solidFill>
                <a:latin typeface="Tahoma"/>
                <a:cs typeface="Tahoma"/>
              </a:rPr>
              <a:t>r</a:t>
            </a:r>
            <a:r>
              <a:rPr dirty="0" sz="1650" spc="20" b="1">
                <a:solidFill>
                  <a:srgbClr val="EEEFF5"/>
                </a:solidFill>
                <a:latin typeface="Tahoma"/>
                <a:cs typeface="Tahoma"/>
              </a:rPr>
              <a:t>c</a:t>
            </a:r>
            <a:r>
              <a:rPr dirty="0" sz="1650" spc="-80" b="1">
                <a:solidFill>
                  <a:srgbClr val="EEEFF5"/>
                </a:solidFill>
                <a:latin typeface="Tahoma"/>
                <a:cs typeface="Tahoma"/>
              </a:rPr>
              <a:t>o</a:t>
            </a:r>
            <a:r>
              <a:rPr dirty="0" sz="1650" spc="-150" b="1">
                <a:solidFill>
                  <a:srgbClr val="EEEFF5"/>
                </a:solidFill>
                <a:latin typeface="Tahoma"/>
                <a:cs typeface="Tahoma"/>
              </a:rPr>
              <a:t> </a:t>
            </a:r>
            <a:r>
              <a:rPr dirty="0" sz="1650" spc="-75" b="1">
                <a:solidFill>
                  <a:srgbClr val="EEEFF5"/>
                </a:solidFill>
                <a:latin typeface="Tahoma"/>
                <a:cs typeface="Tahoma"/>
              </a:rPr>
              <a:t>de</a:t>
            </a:r>
            <a:r>
              <a:rPr dirty="0" sz="1650" spc="-150" b="1">
                <a:solidFill>
                  <a:srgbClr val="EEEFF5"/>
                </a:solidFill>
                <a:latin typeface="Tahoma"/>
                <a:cs typeface="Tahoma"/>
              </a:rPr>
              <a:t> </a:t>
            </a:r>
            <a:r>
              <a:rPr dirty="0" sz="1650" spc="-85" b="1">
                <a:solidFill>
                  <a:srgbClr val="EEEFF5"/>
                </a:solidFill>
                <a:latin typeface="Tahoma"/>
                <a:cs typeface="Tahoma"/>
              </a:rPr>
              <a:t>Pila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Delimita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EEEFF5"/>
                </a:solidFill>
                <a:latin typeface="Verdana"/>
                <a:cs typeface="Verdana"/>
              </a:rPr>
              <a:t>área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de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trabajo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de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la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EEEFF5"/>
                </a:solidFill>
                <a:latin typeface="Verdana"/>
                <a:cs typeface="Verdana"/>
              </a:rPr>
              <a:t>función.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63832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1454150"/>
            <a:ext cx="56083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85"/>
              <a:t>Ma</a:t>
            </a:r>
            <a:r>
              <a:rPr dirty="0" spc="-350"/>
              <a:t>n</a:t>
            </a:r>
            <a:r>
              <a:rPr dirty="0" spc="-235"/>
              <a:t>ejo</a:t>
            </a:r>
            <a:r>
              <a:rPr dirty="0" spc="-310"/>
              <a:t> </a:t>
            </a:r>
            <a:r>
              <a:rPr dirty="0" spc="-175"/>
              <a:t>de</a:t>
            </a:r>
            <a:r>
              <a:rPr dirty="0" spc="-310"/>
              <a:t> </a:t>
            </a:r>
            <a:r>
              <a:rPr dirty="0" spc="-370"/>
              <a:t>V</a:t>
            </a:r>
            <a:r>
              <a:rPr dirty="0" spc="-200"/>
              <a:t>alo</a:t>
            </a:r>
            <a:r>
              <a:rPr dirty="0" spc="-215"/>
              <a:t>r</a:t>
            </a:r>
            <a:r>
              <a:rPr dirty="0" spc="-175"/>
              <a:t>e</a:t>
            </a:r>
            <a:r>
              <a:rPr dirty="0" spc="-30"/>
              <a:t>s</a:t>
            </a:r>
            <a:r>
              <a:rPr dirty="0" spc="-310"/>
              <a:t> </a:t>
            </a:r>
            <a:r>
              <a:rPr dirty="0" spc="-175"/>
              <a:t>de</a:t>
            </a:r>
            <a:r>
              <a:rPr dirty="0" spc="-310"/>
              <a:t> </a:t>
            </a:r>
            <a:r>
              <a:rPr dirty="0" spc="-390"/>
              <a:t>R</a:t>
            </a:r>
            <a:r>
              <a:rPr dirty="0" spc="-195"/>
              <a:t>e</a:t>
            </a:r>
            <a:r>
              <a:rPr dirty="0" spc="-135"/>
              <a:t>t</a:t>
            </a:r>
            <a:r>
              <a:rPr dirty="0" spc="-204"/>
              <a:t>or</a:t>
            </a:r>
            <a:r>
              <a:rPr dirty="0" spc="-260"/>
              <a:t>n</a:t>
            </a:r>
            <a:r>
              <a:rPr dirty="0" spc="-190"/>
              <a:t>o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71499" y="2419349"/>
            <a:ext cx="361950" cy="361950"/>
            <a:chOff x="571499" y="2419349"/>
            <a:chExt cx="361950" cy="361950"/>
          </a:xfrm>
        </p:grpSpPr>
        <p:sp>
          <p:nvSpPr>
            <p:cNvPr id="7" name="object 7"/>
            <p:cNvSpPr/>
            <p:nvPr/>
          </p:nvSpPr>
          <p:spPr>
            <a:xfrm>
              <a:off x="571499" y="241934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47813" y="0"/>
                  </a:moveTo>
                  <a:lnTo>
                    <a:pt x="114136" y="0"/>
                  </a:lnTo>
                  <a:lnTo>
                    <a:pt x="106193" y="774"/>
                  </a:lnTo>
                  <a:lnTo>
                    <a:pt x="67999" y="12369"/>
                  </a:lnTo>
                  <a:lnTo>
                    <a:pt x="30107" y="41452"/>
                  </a:lnTo>
                  <a:lnTo>
                    <a:pt x="6230" y="82816"/>
                  </a:lnTo>
                  <a:lnTo>
                    <a:pt x="0" y="114134"/>
                  </a:lnTo>
                  <a:lnTo>
                    <a:pt x="0" y="239788"/>
                  </a:lnTo>
                  <a:lnTo>
                    <a:pt x="0" y="247815"/>
                  </a:lnTo>
                  <a:lnTo>
                    <a:pt x="12367" y="293941"/>
                  </a:lnTo>
                  <a:lnTo>
                    <a:pt x="41448" y="331838"/>
                  </a:lnTo>
                  <a:lnTo>
                    <a:pt x="82823" y="355714"/>
                  </a:lnTo>
                  <a:lnTo>
                    <a:pt x="114136" y="361950"/>
                  </a:lnTo>
                  <a:lnTo>
                    <a:pt x="247813" y="361950"/>
                  </a:lnTo>
                  <a:lnTo>
                    <a:pt x="293950" y="349580"/>
                  </a:lnTo>
                  <a:lnTo>
                    <a:pt x="331842" y="320497"/>
                  </a:lnTo>
                  <a:lnTo>
                    <a:pt x="355719" y="279133"/>
                  </a:lnTo>
                  <a:lnTo>
                    <a:pt x="361950" y="247815"/>
                  </a:lnTo>
                  <a:lnTo>
                    <a:pt x="361950" y="114134"/>
                  </a:lnTo>
                  <a:lnTo>
                    <a:pt x="349582" y="67995"/>
                  </a:lnTo>
                  <a:lnTo>
                    <a:pt x="320501" y="30111"/>
                  </a:lnTo>
                  <a:lnTo>
                    <a:pt x="279126" y="6223"/>
                  </a:lnTo>
                  <a:lnTo>
                    <a:pt x="255756" y="774"/>
                  </a:lnTo>
                  <a:lnTo>
                    <a:pt x="247813" y="0"/>
                  </a:lnTo>
                  <a:close/>
                </a:path>
              </a:pathLst>
            </a:custGeom>
            <a:solidFill>
              <a:srgbClr val="28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71499" y="24193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39792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39788"/>
                  </a:lnTo>
                  <a:lnTo>
                    <a:pt x="9296" y="286537"/>
                  </a:lnTo>
                  <a:lnTo>
                    <a:pt x="35778" y="326161"/>
                  </a:lnTo>
                  <a:lnTo>
                    <a:pt x="75411" y="352653"/>
                  </a:lnTo>
                  <a:lnTo>
                    <a:pt x="122158" y="361949"/>
                  </a:lnTo>
                  <a:lnTo>
                    <a:pt x="239792" y="361949"/>
                  </a:lnTo>
                  <a:lnTo>
                    <a:pt x="286538" y="352653"/>
                  </a:lnTo>
                  <a:lnTo>
                    <a:pt x="326171" y="326161"/>
                  </a:lnTo>
                  <a:lnTo>
                    <a:pt x="352653" y="286537"/>
                  </a:lnTo>
                  <a:lnTo>
                    <a:pt x="361949" y="239788"/>
                  </a:lnTo>
                  <a:lnTo>
                    <a:pt x="361949" y="122161"/>
                  </a:lnTo>
                  <a:lnTo>
                    <a:pt x="352653" y="75412"/>
                  </a:lnTo>
                  <a:lnTo>
                    <a:pt x="326171" y="35775"/>
                  </a:lnTo>
                  <a:lnTo>
                    <a:pt x="286538" y="9296"/>
                  </a:lnTo>
                  <a:lnTo>
                    <a:pt x="239792" y="0"/>
                  </a:lnTo>
                  <a:close/>
                </a:path>
              </a:pathLst>
            </a:custGeom>
            <a:solidFill>
              <a:srgbClr val="000000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71499" y="24193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39792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39788"/>
                  </a:lnTo>
                  <a:lnTo>
                    <a:pt x="9296" y="286537"/>
                  </a:lnTo>
                  <a:lnTo>
                    <a:pt x="35778" y="326161"/>
                  </a:lnTo>
                  <a:lnTo>
                    <a:pt x="75411" y="352653"/>
                  </a:lnTo>
                  <a:lnTo>
                    <a:pt x="122158" y="361949"/>
                  </a:lnTo>
                  <a:lnTo>
                    <a:pt x="239792" y="361949"/>
                  </a:lnTo>
                  <a:lnTo>
                    <a:pt x="286538" y="352653"/>
                  </a:lnTo>
                  <a:lnTo>
                    <a:pt x="326171" y="326161"/>
                  </a:lnTo>
                  <a:lnTo>
                    <a:pt x="352653" y="286537"/>
                  </a:lnTo>
                  <a:lnTo>
                    <a:pt x="361949" y="239788"/>
                  </a:lnTo>
                  <a:lnTo>
                    <a:pt x="361949" y="122161"/>
                  </a:lnTo>
                  <a:lnTo>
                    <a:pt x="352653" y="75412"/>
                  </a:lnTo>
                  <a:lnTo>
                    <a:pt x="326171" y="35775"/>
                  </a:lnTo>
                  <a:lnTo>
                    <a:pt x="286538" y="9296"/>
                  </a:lnTo>
                  <a:lnTo>
                    <a:pt x="239792" y="0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94978" y="2425700"/>
            <a:ext cx="116839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60" b="1">
                <a:solidFill>
                  <a:srgbClr val="EEEFF5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6544" y="2411412"/>
            <a:ext cx="3452495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80" b="1">
                <a:solidFill>
                  <a:srgbClr val="EEEFF5"/>
                </a:solidFill>
                <a:latin typeface="Tahoma"/>
                <a:cs typeface="Tahoma"/>
              </a:rPr>
              <a:t>R</a:t>
            </a:r>
            <a:r>
              <a:rPr dirty="0" sz="1650" spc="-60" b="1">
                <a:solidFill>
                  <a:srgbClr val="EEEFF5"/>
                </a:solidFill>
                <a:latin typeface="Tahoma"/>
                <a:cs typeface="Tahoma"/>
              </a:rPr>
              <a:t>egi</a:t>
            </a:r>
            <a:r>
              <a:rPr dirty="0" sz="1650" spc="-65" b="1">
                <a:solidFill>
                  <a:srgbClr val="EEEFF5"/>
                </a:solidFill>
                <a:latin typeface="Tahoma"/>
                <a:cs typeface="Tahoma"/>
              </a:rPr>
              <a:t>s</a:t>
            </a:r>
            <a:r>
              <a:rPr dirty="0" sz="1650" spc="-60" b="1">
                <a:solidFill>
                  <a:srgbClr val="EEEFF5"/>
                </a:solidFill>
                <a:latin typeface="Tahoma"/>
                <a:cs typeface="Tahoma"/>
              </a:rPr>
              <a:t>t</a:t>
            </a:r>
            <a:r>
              <a:rPr dirty="0" sz="1650" spc="-85" b="1">
                <a:solidFill>
                  <a:srgbClr val="EEEFF5"/>
                </a:solidFill>
                <a:latin typeface="Tahoma"/>
                <a:cs typeface="Tahoma"/>
              </a:rPr>
              <a:t>r</a:t>
            </a:r>
            <a:r>
              <a:rPr dirty="0" sz="1650" spc="-80" b="1">
                <a:solidFill>
                  <a:srgbClr val="EEEFF5"/>
                </a:solidFill>
                <a:latin typeface="Tahoma"/>
                <a:cs typeface="Tahoma"/>
              </a:rPr>
              <a:t>o</a:t>
            </a:r>
            <a:r>
              <a:rPr dirty="0" sz="1650" spc="-150" b="1">
                <a:solidFill>
                  <a:srgbClr val="EEEFF5"/>
                </a:solidFill>
                <a:latin typeface="Tahoma"/>
                <a:cs typeface="Tahoma"/>
              </a:rPr>
              <a:t> </a:t>
            </a:r>
            <a:r>
              <a:rPr dirty="0" sz="1650" spc="-95" b="1">
                <a:solidFill>
                  <a:srgbClr val="EEEFF5"/>
                </a:solidFill>
                <a:latin typeface="Tahoma"/>
                <a:cs typeface="Tahoma"/>
              </a:rPr>
              <a:t>a0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95">
                <a:solidFill>
                  <a:srgbClr val="EEEFF5"/>
                </a:solidFill>
                <a:latin typeface="Verdana"/>
                <a:cs typeface="Verdana"/>
              </a:rPr>
              <a:t>U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ili</a:t>
            </a:r>
            <a:r>
              <a:rPr dirty="0" sz="1250" spc="-10">
                <a:solidFill>
                  <a:srgbClr val="EEEFF5"/>
                </a:solidFill>
                <a:latin typeface="Verdana"/>
                <a:cs typeface="Verdana"/>
              </a:rPr>
              <a:t>z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8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5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70">
                <a:solidFill>
                  <a:srgbClr val="EEEFF5"/>
                </a:solidFill>
                <a:latin typeface="Verdana"/>
                <a:cs typeface="Verdana"/>
              </a:rPr>
              <a:t>v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1499" y="3390900"/>
            <a:ext cx="361950" cy="361950"/>
            <a:chOff x="571499" y="3390900"/>
            <a:chExt cx="361950" cy="361950"/>
          </a:xfrm>
        </p:grpSpPr>
        <p:sp>
          <p:nvSpPr>
            <p:cNvPr id="13" name="object 13"/>
            <p:cNvSpPr/>
            <p:nvPr/>
          </p:nvSpPr>
          <p:spPr>
            <a:xfrm>
              <a:off x="571499" y="339090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47813" y="0"/>
                  </a:moveTo>
                  <a:lnTo>
                    <a:pt x="114136" y="0"/>
                  </a:lnTo>
                  <a:lnTo>
                    <a:pt x="106193" y="774"/>
                  </a:lnTo>
                  <a:lnTo>
                    <a:pt x="67999" y="12369"/>
                  </a:lnTo>
                  <a:lnTo>
                    <a:pt x="30107" y="41452"/>
                  </a:lnTo>
                  <a:lnTo>
                    <a:pt x="6230" y="82816"/>
                  </a:lnTo>
                  <a:lnTo>
                    <a:pt x="0" y="114134"/>
                  </a:lnTo>
                  <a:lnTo>
                    <a:pt x="0" y="239788"/>
                  </a:lnTo>
                  <a:lnTo>
                    <a:pt x="0" y="247815"/>
                  </a:lnTo>
                  <a:lnTo>
                    <a:pt x="12367" y="293941"/>
                  </a:lnTo>
                  <a:lnTo>
                    <a:pt x="41448" y="331838"/>
                  </a:lnTo>
                  <a:lnTo>
                    <a:pt x="82823" y="355714"/>
                  </a:lnTo>
                  <a:lnTo>
                    <a:pt x="114136" y="361950"/>
                  </a:lnTo>
                  <a:lnTo>
                    <a:pt x="247813" y="361950"/>
                  </a:lnTo>
                  <a:lnTo>
                    <a:pt x="293950" y="349580"/>
                  </a:lnTo>
                  <a:lnTo>
                    <a:pt x="331842" y="320497"/>
                  </a:lnTo>
                  <a:lnTo>
                    <a:pt x="355719" y="279133"/>
                  </a:lnTo>
                  <a:lnTo>
                    <a:pt x="361950" y="247815"/>
                  </a:lnTo>
                  <a:lnTo>
                    <a:pt x="361950" y="114134"/>
                  </a:lnTo>
                  <a:lnTo>
                    <a:pt x="349582" y="67995"/>
                  </a:lnTo>
                  <a:lnTo>
                    <a:pt x="320501" y="30111"/>
                  </a:lnTo>
                  <a:lnTo>
                    <a:pt x="279126" y="6223"/>
                  </a:lnTo>
                  <a:lnTo>
                    <a:pt x="255756" y="774"/>
                  </a:lnTo>
                  <a:lnTo>
                    <a:pt x="247813" y="0"/>
                  </a:lnTo>
                  <a:close/>
                </a:path>
              </a:pathLst>
            </a:custGeom>
            <a:solidFill>
              <a:srgbClr val="28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71499" y="339090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39792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39788"/>
                  </a:lnTo>
                  <a:lnTo>
                    <a:pt x="9296" y="286537"/>
                  </a:lnTo>
                  <a:lnTo>
                    <a:pt x="35778" y="326161"/>
                  </a:lnTo>
                  <a:lnTo>
                    <a:pt x="75411" y="352653"/>
                  </a:lnTo>
                  <a:lnTo>
                    <a:pt x="122158" y="361949"/>
                  </a:lnTo>
                  <a:lnTo>
                    <a:pt x="239792" y="361949"/>
                  </a:lnTo>
                  <a:lnTo>
                    <a:pt x="286538" y="352653"/>
                  </a:lnTo>
                  <a:lnTo>
                    <a:pt x="326171" y="326161"/>
                  </a:lnTo>
                  <a:lnTo>
                    <a:pt x="352653" y="286537"/>
                  </a:lnTo>
                  <a:lnTo>
                    <a:pt x="361949" y="239788"/>
                  </a:lnTo>
                  <a:lnTo>
                    <a:pt x="361949" y="122161"/>
                  </a:lnTo>
                  <a:lnTo>
                    <a:pt x="352653" y="75412"/>
                  </a:lnTo>
                  <a:lnTo>
                    <a:pt x="326171" y="35775"/>
                  </a:lnTo>
                  <a:lnTo>
                    <a:pt x="286538" y="9296"/>
                  </a:lnTo>
                  <a:lnTo>
                    <a:pt x="239792" y="0"/>
                  </a:lnTo>
                  <a:close/>
                </a:path>
              </a:pathLst>
            </a:custGeom>
            <a:solidFill>
              <a:srgbClr val="000000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1499" y="339090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39792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39788"/>
                  </a:lnTo>
                  <a:lnTo>
                    <a:pt x="9296" y="286537"/>
                  </a:lnTo>
                  <a:lnTo>
                    <a:pt x="35778" y="326161"/>
                  </a:lnTo>
                  <a:lnTo>
                    <a:pt x="75411" y="352653"/>
                  </a:lnTo>
                  <a:lnTo>
                    <a:pt x="122158" y="361949"/>
                  </a:lnTo>
                  <a:lnTo>
                    <a:pt x="239792" y="361949"/>
                  </a:lnTo>
                  <a:lnTo>
                    <a:pt x="286538" y="352653"/>
                  </a:lnTo>
                  <a:lnTo>
                    <a:pt x="326171" y="326161"/>
                  </a:lnTo>
                  <a:lnTo>
                    <a:pt x="352653" y="286537"/>
                  </a:lnTo>
                  <a:lnTo>
                    <a:pt x="361949" y="239788"/>
                  </a:lnTo>
                  <a:lnTo>
                    <a:pt x="361949" y="122161"/>
                  </a:lnTo>
                  <a:lnTo>
                    <a:pt x="352653" y="75412"/>
                  </a:lnTo>
                  <a:lnTo>
                    <a:pt x="326171" y="35775"/>
                  </a:lnTo>
                  <a:lnTo>
                    <a:pt x="286538" y="9296"/>
                  </a:lnTo>
                  <a:lnTo>
                    <a:pt x="239792" y="0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68486" y="3397250"/>
            <a:ext cx="1695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40" b="1">
                <a:solidFill>
                  <a:srgbClr val="EEEFF5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6544" y="3382962"/>
            <a:ext cx="4418965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80" b="1">
                <a:solidFill>
                  <a:srgbClr val="EEEFF5"/>
                </a:solidFill>
                <a:latin typeface="Tahoma"/>
                <a:cs typeface="Tahoma"/>
              </a:rPr>
              <a:t>R</a:t>
            </a:r>
            <a:r>
              <a:rPr dirty="0" sz="1650" spc="-75" b="1">
                <a:solidFill>
                  <a:srgbClr val="EEEFF5"/>
                </a:solidFill>
                <a:latin typeface="Tahoma"/>
                <a:cs typeface="Tahoma"/>
              </a:rPr>
              <a:t>e</a:t>
            </a:r>
            <a:r>
              <a:rPr dirty="0" sz="1650" spc="-10" b="1">
                <a:solidFill>
                  <a:srgbClr val="EEEFF5"/>
                </a:solidFill>
                <a:latin typeface="Tahoma"/>
                <a:cs typeface="Tahoma"/>
              </a:rPr>
              <a:t>s</a:t>
            </a:r>
            <a:r>
              <a:rPr dirty="0" sz="1650" spc="-95" b="1">
                <a:solidFill>
                  <a:srgbClr val="EEEFF5"/>
                </a:solidFill>
                <a:latin typeface="Tahoma"/>
                <a:cs typeface="Tahoma"/>
              </a:rPr>
              <a:t>tau</a:t>
            </a:r>
            <a:r>
              <a:rPr dirty="0" sz="1650" spc="-90" b="1">
                <a:solidFill>
                  <a:srgbClr val="EEEFF5"/>
                </a:solidFill>
                <a:latin typeface="Tahoma"/>
                <a:cs typeface="Tahoma"/>
              </a:rPr>
              <a:t>r</a:t>
            </a:r>
            <a:r>
              <a:rPr dirty="0" sz="1650" spc="-75" b="1">
                <a:solidFill>
                  <a:srgbClr val="EEEFF5"/>
                </a:solidFill>
                <a:latin typeface="Tahoma"/>
                <a:cs typeface="Tahoma"/>
              </a:rPr>
              <a:t>ación</a:t>
            </a:r>
            <a:r>
              <a:rPr dirty="0" sz="1650" spc="-150" b="1">
                <a:solidFill>
                  <a:srgbClr val="EEEFF5"/>
                </a:solidFill>
                <a:latin typeface="Tahoma"/>
                <a:cs typeface="Tahoma"/>
              </a:rPr>
              <a:t> </a:t>
            </a:r>
            <a:r>
              <a:rPr dirty="0" sz="1650" spc="-75" b="1">
                <a:solidFill>
                  <a:srgbClr val="EEEFF5"/>
                </a:solidFill>
                <a:latin typeface="Tahoma"/>
                <a:cs typeface="Tahoma"/>
              </a:rPr>
              <a:t>de</a:t>
            </a:r>
            <a:r>
              <a:rPr dirty="0" sz="1650" spc="-150" b="1">
                <a:solidFill>
                  <a:srgbClr val="EEEFF5"/>
                </a:solidFill>
                <a:latin typeface="Tahoma"/>
                <a:cs typeface="Tahoma"/>
              </a:rPr>
              <a:t> </a:t>
            </a:r>
            <a:r>
              <a:rPr dirty="0" sz="1650" spc="-85" b="1">
                <a:solidFill>
                  <a:srgbClr val="EEEFF5"/>
                </a:solidFill>
                <a:latin typeface="Tahoma"/>
                <a:cs typeface="Tahoma"/>
              </a:rPr>
              <a:t>C</a:t>
            </a:r>
            <a:r>
              <a:rPr dirty="0" sz="1650" spc="-100" b="1">
                <a:solidFill>
                  <a:srgbClr val="EEEFF5"/>
                </a:solidFill>
                <a:latin typeface="Tahoma"/>
                <a:cs typeface="Tahoma"/>
              </a:rPr>
              <a:t>on</a:t>
            </a:r>
            <a:r>
              <a:rPr dirty="0" sz="1650" spc="-80" b="1">
                <a:solidFill>
                  <a:srgbClr val="EEEFF5"/>
                </a:solidFill>
                <a:latin typeface="Tahoma"/>
                <a:cs typeface="Tahoma"/>
              </a:rPr>
              <a:t>t</a:t>
            </a:r>
            <a:r>
              <a:rPr dirty="0" sz="1650" spc="-105" b="1">
                <a:solidFill>
                  <a:srgbClr val="EEEFF5"/>
                </a:solidFill>
                <a:latin typeface="Tahoma"/>
                <a:cs typeface="Tahoma"/>
              </a:rPr>
              <a:t>e</a:t>
            </a:r>
            <a:r>
              <a:rPr dirty="0" sz="1650" spc="-80" b="1">
                <a:solidFill>
                  <a:srgbClr val="EEEFF5"/>
                </a:solidFill>
                <a:latin typeface="Tahoma"/>
                <a:cs typeface="Tahoma"/>
              </a:rPr>
              <a:t>x</a:t>
            </a:r>
            <a:r>
              <a:rPr dirty="0" sz="1650" spc="-70" b="1">
                <a:solidFill>
                  <a:srgbClr val="EEEFF5"/>
                </a:solidFill>
                <a:latin typeface="Tahoma"/>
                <a:cs typeface="Tahoma"/>
              </a:rPr>
              <a:t>t</a:t>
            </a:r>
            <a:r>
              <a:rPr dirty="0" sz="1650" spc="-80" b="1">
                <a:solidFill>
                  <a:srgbClr val="EEEFF5"/>
                </a:solidFill>
                <a:latin typeface="Tahoma"/>
                <a:cs typeface="Tahoma"/>
              </a:rPr>
              <a:t>o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10">
                <a:solidFill>
                  <a:srgbClr val="EEEFF5"/>
                </a:solidFill>
                <a:latin typeface="Verdana"/>
                <a:cs typeface="Verdana"/>
              </a:rPr>
              <a:t>Instrucciones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para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EEEFF5"/>
                </a:solidFill>
                <a:latin typeface="Verdana"/>
                <a:cs typeface="Verdana"/>
              </a:rPr>
              <a:t>recuperar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estado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EEEFF5"/>
                </a:solidFill>
                <a:latin typeface="Verdana"/>
                <a:cs typeface="Verdana"/>
              </a:rPr>
              <a:t>previo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al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EEEFF5"/>
                </a:solidFill>
                <a:latin typeface="Verdana"/>
                <a:cs typeface="Verdana"/>
              </a:rPr>
              <a:t>llamado.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1499" y="4362450"/>
            <a:ext cx="361950" cy="361950"/>
            <a:chOff x="571499" y="4362450"/>
            <a:chExt cx="361950" cy="361950"/>
          </a:xfrm>
        </p:grpSpPr>
        <p:sp>
          <p:nvSpPr>
            <p:cNvPr id="19" name="object 19"/>
            <p:cNvSpPr/>
            <p:nvPr/>
          </p:nvSpPr>
          <p:spPr>
            <a:xfrm>
              <a:off x="571499" y="43624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47813" y="0"/>
                  </a:moveTo>
                  <a:lnTo>
                    <a:pt x="114136" y="0"/>
                  </a:lnTo>
                  <a:lnTo>
                    <a:pt x="106193" y="774"/>
                  </a:lnTo>
                  <a:lnTo>
                    <a:pt x="67999" y="12369"/>
                  </a:lnTo>
                  <a:lnTo>
                    <a:pt x="30107" y="41452"/>
                  </a:lnTo>
                  <a:lnTo>
                    <a:pt x="6230" y="82816"/>
                  </a:lnTo>
                  <a:lnTo>
                    <a:pt x="0" y="114134"/>
                  </a:lnTo>
                  <a:lnTo>
                    <a:pt x="0" y="239788"/>
                  </a:lnTo>
                  <a:lnTo>
                    <a:pt x="0" y="247815"/>
                  </a:lnTo>
                  <a:lnTo>
                    <a:pt x="12367" y="293941"/>
                  </a:lnTo>
                  <a:lnTo>
                    <a:pt x="41448" y="331838"/>
                  </a:lnTo>
                  <a:lnTo>
                    <a:pt x="82823" y="355714"/>
                  </a:lnTo>
                  <a:lnTo>
                    <a:pt x="114136" y="361950"/>
                  </a:lnTo>
                  <a:lnTo>
                    <a:pt x="247813" y="361950"/>
                  </a:lnTo>
                  <a:lnTo>
                    <a:pt x="293950" y="349580"/>
                  </a:lnTo>
                  <a:lnTo>
                    <a:pt x="331842" y="320497"/>
                  </a:lnTo>
                  <a:lnTo>
                    <a:pt x="355719" y="279133"/>
                  </a:lnTo>
                  <a:lnTo>
                    <a:pt x="361950" y="247815"/>
                  </a:lnTo>
                  <a:lnTo>
                    <a:pt x="361950" y="114134"/>
                  </a:lnTo>
                  <a:lnTo>
                    <a:pt x="349582" y="67995"/>
                  </a:lnTo>
                  <a:lnTo>
                    <a:pt x="320501" y="30099"/>
                  </a:lnTo>
                  <a:lnTo>
                    <a:pt x="279126" y="6223"/>
                  </a:lnTo>
                  <a:lnTo>
                    <a:pt x="255756" y="774"/>
                  </a:lnTo>
                  <a:lnTo>
                    <a:pt x="247813" y="0"/>
                  </a:lnTo>
                  <a:close/>
                </a:path>
              </a:pathLst>
            </a:custGeom>
            <a:solidFill>
              <a:srgbClr val="282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71499" y="43624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39792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39788"/>
                  </a:lnTo>
                  <a:lnTo>
                    <a:pt x="9296" y="286537"/>
                  </a:lnTo>
                  <a:lnTo>
                    <a:pt x="35778" y="326161"/>
                  </a:lnTo>
                  <a:lnTo>
                    <a:pt x="75411" y="352653"/>
                  </a:lnTo>
                  <a:lnTo>
                    <a:pt x="122158" y="361949"/>
                  </a:lnTo>
                  <a:lnTo>
                    <a:pt x="239792" y="361949"/>
                  </a:lnTo>
                  <a:lnTo>
                    <a:pt x="286538" y="352653"/>
                  </a:lnTo>
                  <a:lnTo>
                    <a:pt x="326171" y="326161"/>
                  </a:lnTo>
                  <a:lnTo>
                    <a:pt x="352653" y="286537"/>
                  </a:lnTo>
                  <a:lnTo>
                    <a:pt x="361949" y="239788"/>
                  </a:lnTo>
                  <a:lnTo>
                    <a:pt x="361949" y="122161"/>
                  </a:lnTo>
                  <a:lnTo>
                    <a:pt x="352653" y="75412"/>
                  </a:lnTo>
                  <a:lnTo>
                    <a:pt x="326171" y="35775"/>
                  </a:lnTo>
                  <a:lnTo>
                    <a:pt x="286538" y="9296"/>
                  </a:lnTo>
                  <a:lnTo>
                    <a:pt x="239792" y="0"/>
                  </a:lnTo>
                  <a:close/>
                </a:path>
              </a:pathLst>
            </a:custGeom>
            <a:solidFill>
              <a:srgbClr val="000000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71499" y="43624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239792" y="0"/>
                  </a:moveTo>
                  <a:lnTo>
                    <a:pt x="122158" y="0"/>
                  </a:lnTo>
                  <a:lnTo>
                    <a:pt x="110125" y="581"/>
                  </a:lnTo>
                  <a:lnTo>
                    <a:pt x="64515" y="14437"/>
                  </a:lnTo>
                  <a:lnTo>
                    <a:pt x="27679" y="44696"/>
                  </a:lnTo>
                  <a:lnTo>
                    <a:pt x="5229" y="86749"/>
                  </a:lnTo>
                  <a:lnTo>
                    <a:pt x="0" y="122161"/>
                  </a:lnTo>
                  <a:lnTo>
                    <a:pt x="0" y="239788"/>
                  </a:lnTo>
                  <a:lnTo>
                    <a:pt x="9296" y="286537"/>
                  </a:lnTo>
                  <a:lnTo>
                    <a:pt x="35778" y="326161"/>
                  </a:lnTo>
                  <a:lnTo>
                    <a:pt x="75411" y="352653"/>
                  </a:lnTo>
                  <a:lnTo>
                    <a:pt x="122158" y="361949"/>
                  </a:lnTo>
                  <a:lnTo>
                    <a:pt x="239792" y="361949"/>
                  </a:lnTo>
                  <a:lnTo>
                    <a:pt x="286538" y="352653"/>
                  </a:lnTo>
                  <a:lnTo>
                    <a:pt x="326171" y="326161"/>
                  </a:lnTo>
                  <a:lnTo>
                    <a:pt x="352653" y="286537"/>
                  </a:lnTo>
                  <a:lnTo>
                    <a:pt x="361949" y="239788"/>
                  </a:lnTo>
                  <a:lnTo>
                    <a:pt x="361949" y="122161"/>
                  </a:lnTo>
                  <a:lnTo>
                    <a:pt x="352653" y="75412"/>
                  </a:lnTo>
                  <a:lnTo>
                    <a:pt x="326171" y="35775"/>
                  </a:lnTo>
                  <a:lnTo>
                    <a:pt x="286538" y="9296"/>
                  </a:lnTo>
                  <a:lnTo>
                    <a:pt x="239792" y="0"/>
                  </a:lnTo>
                  <a:close/>
                </a:path>
              </a:pathLst>
            </a:custGeom>
            <a:solidFill>
              <a:srgbClr val="FFFFFF">
                <a:alpha val="148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71015" y="4368800"/>
            <a:ext cx="16446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80" b="1">
                <a:solidFill>
                  <a:srgbClr val="EEEFF5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6544" y="4354512"/>
            <a:ext cx="4090670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 b="1">
                <a:solidFill>
                  <a:srgbClr val="EEEFF5"/>
                </a:solidFill>
                <a:latin typeface="Tahoma"/>
                <a:cs typeface="Tahoma"/>
              </a:rPr>
              <a:t>Traducción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35">
                <a:solidFill>
                  <a:srgbClr val="EEEFF5"/>
                </a:solidFill>
                <a:latin typeface="Verdana"/>
                <a:cs typeface="Verdana"/>
              </a:rPr>
              <a:t>Compilador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genera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EEEFF5"/>
                </a:solidFill>
                <a:latin typeface="Verdana"/>
                <a:cs typeface="Verdana"/>
              </a:rPr>
              <a:t>código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para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EEEFF5"/>
                </a:solidFill>
                <a:latin typeface="Verdana"/>
                <a:cs typeface="Verdana"/>
              </a:rPr>
              <a:t>manejar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15">
                <a:solidFill>
                  <a:srgbClr val="EEEFF5"/>
                </a:solidFill>
                <a:latin typeface="Verdana"/>
                <a:cs typeface="Verdana"/>
              </a:rPr>
              <a:t>retornos.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572" y="2197100"/>
            <a:ext cx="795083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85"/>
              <a:t>F</a:t>
            </a:r>
            <a:r>
              <a:rPr dirty="0" spc="-305"/>
              <a:t>u</a:t>
            </a:r>
            <a:r>
              <a:rPr dirty="0" spc="-320"/>
              <a:t>n</a:t>
            </a:r>
            <a:r>
              <a:rPr dirty="0" spc="-140"/>
              <a:t>cio</a:t>
            </a:r>
            <a:r>
              <a:rPr dirty="0" spc="-200"/>
              <a:t>n</a:t>
            </a:r>
            <a:r>
              <a:rPr dirty="0" spc="-175"/>
              <a:t>e</a:t>
            </a:r>
            <a:r>
              <a:rPr dirty="0" spc="-30"/>
              <a:t>s</a:t>
            </a:r>
            <a:r>
              <a:rPr dirty="0" spc="-310"/>
              <a:t> </a:t>
            </a:r>
            <a:r>
              <a:rPr dirty="0" spc="20"/>
              <a:t>c</a:t>
            </a:r>
            <a:r>
              <a:rPr dirty="0" spc="-225"/>
              <a:t>o</a:t>
            </a:r>
            <a:r>
              <a:rPr dirty="0" spc="-360"/>
              <a:t>m</a:t>
            </a:r>
            <a:r>
              <a:rPr dirty="0" spc="-190"/>
              <a:t>o</a:t>
            </a:r>
            <a:r>
              <a:rPr dirty="0" spc="-310"/>
              <a:t> </a:t>
            </a:r>
            <a:r>
              <a:rPr dirty="0" spc="-300"/>
              <a:t>Obj</a:t>
            </a:r>
            <a:r>
              <a:rPr dirty="0" spc="-350"/>
              <a:t>e</a:t>
            </a:r>
            <a:r>
              <a:rPr dirty="0" spc="-135"/>
              <a:t>t</a:t>
            </a:r>
            <a:r>
              <a:rPr dirty="0" spc="-110"/>
              <a:t>os</a:t>
            </a:r>
            <a:r>
              <a:rPr dirty="0" spc="-310"/>
              <a:t> </a:t>
            </a:r>
            <a:r>
              <a:rPr dirty="0" spc="-175"/>
              <a:t>de</a:t>
            </a:r>
            <a:r>
              <a:rPr dirty="0" spc="-310"/>
              <a:t> </a:t>
            </a:r>
            <a:r>
              <a:rPr dirty="0" spc="-175"/>
              <a:t>Pri</a:t>
            </a:r>
            <a:r>
              <a:rPr dirty="0" spc="-370"/>
              <a:t>m</a:t>
            </a:r>
            <a:r>
              <a:rPr dirty="0" spc="-180"/>
              <a:t>e</a:t>
            </a:r>
            <a:r>
              <a:rPr dirty="0" spc="-155"/>
              <a:t>r</a:t>
            </a:r>
            <a:r>
              <a:rPr dirty="0" spc="-225"/>
              <a:t>a</a:t>
            </a:r>
            <a:r>
              <a:rPr dirty="0" spc="-310"/>
              <a:t> </a:t>
            </a:r>
            <a:r>
              <a:rPr dirty="0" spc="-155"/>
              <a:t>Clase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9572" y="3135312"/>
            <a:ext cx="2590165" cy="9296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5" b="1">
                <a:solidFill>
                  <a:srgbClr val="9897FF"/>
                </a:solidFill>
                <a:latin typeface="Tahoma"/>
                <a:cs typeface="Tahoma"/>
              </a:rPr>
              <a:t>Almacenamiento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1045"/>
              </a:spcBef>
            </a:pPr>
            <a:r>
              <a:rPr dirty="0" sz="1250" spc="90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cc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EEEFF5"/>
                </a:solidFill>
                <a:latin typeface="Verdana"/>
                <a:cs typeface="Verdana"/>
              </a:rPr>
              <a:t>f</a:t>
            </a:r>
            <a:r>
              <a:rPr dirty="0" sz="1250" spc="65">
                <a:solidFill>
                  <a:srgbClr val="EEEFF5"/>
                </a:solidFill>
                <a:latin typeface="Verdana"/>
                <a:cs typeface="Verdana"/>
              </a:rPr>
              <a:t>u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o 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 spc="65">
                <a:solidFill>
                  <a:srgbClr val="EEEFF5"/>
                </a:solidFill>
                <a:latin typeface="Verdana"/>
                <a:cs typeface="Verdana"/>
              </a:rPr>
              <a:t>u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90">
                <a:solidFill>
                  <a:srgbClr val="EEEFF5"/>
                </a:solidFill>
                <a:latin typeface="Verdana"/>
                <a:cs typeface="Verdana"/>
              </a:rPr>
              <a:t>g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229">
                <a:solidFill>
                  <a:srgbClr val="EEEFF5"/>
                </a:solidFill>
                <a:latin typeface="Verdana"/>
                <a:cs typeface="Verdana"/>
              </a:rPr>
              <a:t>/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135">
                <a:solidFill>
                  <a:srgbClr val="EEEFF5"/>
                </a:solidFill>
                <a:latin typeface="Verdana"/>
                <a:cs typeface="Verdana"/>
              </a:rPr>
              <a:t>m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82922" y="3135312"/>
            <a:ext cx="2809240" cy="9296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5" b="1">
                <a:solidFill>
                  <a:srgbClr val="9897FF"/>
                </a:solidFill>
                <a:latin typeface="Tahoma"/>
                <a:cs typeface="Tahoma"/>
              </a:rPr>
              <a:t>P</a:t>
            </a:r>
            <a:r>
              <a:rPr dirty="0" sz="1650" spc="-60" b="1">
                <a:solidFill>
                  <a:srgbClr val="9897FF"/>
                </a:solidFill>
                <a:latin typeface="Tahoma"/>
                <a:cs typeface="Tahoma"/>
              </a:rPr>
              <a:t>aso</a:t>
            </a:r>
            <a:r>
              <a:rPr dirty="0" sz="1650" spc="-150" b="1">
                <a:solidFill>
                  <a:srgbClr val="9897FF"/>
                </a:solidFill>
                <a:latin typeface="Tahoma"/>
                <a:cs typeface="Tahoma"/>
              </a:rPr>
              <a:t> </a:t>
            </a:r>
            <a:r>
              <a:rPr dirty="0" sz="1650" spc="20" b="1">
                <a:solidFill>
                  <a:srgbClr val="9897FF"/>
                </a:solidFill>
                <a:latin typeface="Tahoma"/>
                <a:cs typeface="Tahoma"/>
              </a:rPr>
              <a:t>c</a:t>
            </a:r>
            <a:r>
              <a:rPr dirty="0" sz="1650" spc="-100" b="1">
                <a:solidFill>
                  <a:srgbClr val="9897FF"/>
                </a:solidFill>
                <a:latin typeface="Tahoma"/>
                <a:cs typeface="Tahoma"/>
              </a:rPr>
              <a:t>o</a:t>
            </a:r>
            <a:r>
              <a:rPr dirty="0" sz="1650" spc="-155" b="1">
                <a:solidFill>
                  <a:srgbClr val="9897FF"/>
                </a:solidFill>
                <a:latin typeface="Tahoma"/>
                <a:cs typeface="Tahoma"/>
              </a:rPr>
              <a:t>m</a:t>
            </a:r>
            <a:r>
              <a:rPr dirty="0" sz="1650" spc="-80" b="1">
                <a:solidFill>
                  <a:srgbClr val="9897FF"/>
                </a:solidFill>
                <a:latin typeface="Tahoma"/>
                <a:cs typeface="Tahoma"/>
              </a:rPr>
              <a:t>o</a:t>
            </a:r>
            <a:r>
              <a:rPr dirty="0" sz="1650" spc="-150" b="1">
                <a:solidFill>
                  <a:srgbClr val="9897FF"/>
                </a:solidFill>
                <a:latin typeface="Tahoma"/>
                <a:cs typeface="Tahoma"/>
              </a:rPr>
              <a:t> </a:t>
            </a:r>
            <a:r>
              <a:rPr dirty="0" sz="1650" spc="-95" b="1">
                <a:solidFill>
                  <a:srgbClr val="9897FF"/>
                </a:solidFill>
                <a:latin typeface="Tahoma"/>
                <a:cs typeface="Tahoma"/>
              </a:rPr>
              <a:t>P</a:t>
            </a:r>
            <a:r>
              <a:rPr dirty="0" sz="1650" spc="-100" b="1">
                <a:solidFill>
                  <a:srgbClr val="9897FF"/>
                </a:solidFill>
                <a:latin typeface="Tahoma"/>
                <a:cs typeface="Tahoma"/>
              </a:rPr>
              <a:t>a</a:t>
            </a:r>
            <a:r>
              <a:rPr dirty="0" sz="1650" spc="-85" b="1">
                <a:solidFill>
                  <a:srgbClr val="9897FF"/>
                </a:solidFill>
                <a:latin typeface="Tahoma"/>
                <a:cs typeface="Tahoma"/>
              </a:rPr>
              <a:t>r</a:t>
            </a:r>
            <a:r>
              <a:rPr dirty="0" sz="1650" spc="-105" b="1">
                <a:solidFill>
                  <a:srgbClr val="9897FF"/>
                </a:solidFill>
                <a:latin typeface="Tahoma"/>
                <a:cs typeface="Tahoma"/>
              </a:rPr>
              <a:t>á</a:t>
            </a:r>
            <a:r>
              <a:rPr dirty="0" sz="1650" spc="-175" b="1">
                <a:solidFill>
                  <a:srgbClr val="9897FF"/>
                </a:solidFill>
                <a:latin typeface="Tahoma"/>
                <a:cs typeface="Tahoma"/>
              </a:rPr>
              <a:t>m</a:t>
            </a:r>
            <a:r>
              <a:rPr dirty="0" sz="1650" spc="-85" b="1">
                <a:solidFill>
                  <a:srgbClr val="9897FF"/>
                </a:solidFill>
                <a:latin typeface="Tahoma"/>
                <a:cs typeface="Tahoma"/>
              </a:rPr>
              <a:t>e</a:t>
            </a:r>
            <a:r>
              <a:rPr dirty="0" sz="1650" spc="-60" b="1">
                <a:solidFill>
                  <a:srgbClr val="9897FF"/>
                </a:solidFill>
                <a:latin typeface="Tahoma"/>
                <a:cs typeface="Tahoma"/>
              </a:rPr>
              <a:t>t</a:t>
            </a:r>
            <a:r>
              <a:rPr dirty="0" sz="1650" spc="-85" b="1">
                <a:solidFill>
                  <a:srgbClr val="9897FF"/>
                </a:solidFill>
                <a:latin typeface="Tahoma"/>
                <a:cs typeface="Tahoma"/>
              </a:rPr>
              <a:t>r</a:t>
            </a:r>
            <a:r>
              <a:rPr dirty="0" sz="1650" spc="-45" b="1">
                <a:solidFill>
                  <a:srgbClr val="9897FF"/>
                </a:solidFill>
                <a:latin typeface="Tahoma"/>
                <a:cs typeface="Tahoma"/>
              </a:rPr>
              <a:t>os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1045"/>
              </a:spcBef>
            </a:pPr>
            <a:r>
              <a:rPr dirty="0" sz="1250" spc="-55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-8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65">
                <a:solidFill>
                  <a:srgbClr val="EEEFF5"/>
                </a:solidFill>
                <a:latin typeface="Verdana"/>
                <a:cs typeface="Verdana"/>
              </a:rPr>
              <a:t>u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cc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ó</a:t>
            </a:r>
            <a:r>
              <a:rPr dirty="0" sz="1250" spc="75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85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30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o  </a:t>
            </a:r>
            <a:r>
              <a:rPr dirty="0" sz="1250" spc="5">
                <a:solidFill>
                  <a:srgbClr val="EEEFF5"/>
                </a:solidFill>
                <a:latin typeface="Verdana"/>
                <a:cs typeface="Verdana"/>
              </a:rPr>
              <a:t>nivel</a:t>
            </a:r>
            <a:r>
              <a:rPr dirty="0" sz="1250" spc="-11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-11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EEEFF5"/>
                </a:solidFill>
                <a:latin typeface="Verdana"/>
                <a:cs typeface="Verdana"/>
              </a:rPr>
              <a:t>ensamblador.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46276" y="3135312"/>
            <a:ext cx="1995170" cy="9296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0" b="1">
                <a:solidFill>
                  <a:srgbClr val="9897FF"/>
                </a:solidFill>
                <a:latin typeface="Tahoma"/>
                <a:cs typeface="Tahoma"/>
              </a:rPr>
              <a:t>Ejemplo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1045"/>
              </a:spcBef>
            </a:pPr>
            <a:r>
              <a:rPr dirty="0" sz="1250" spc="1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ó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90">
                <a:solidFill>
                  <a:srgbClr val="EEEFF5"/>
                </a:solidFill>
                <a:latin typeface="Verdana"/>
                <a:cs typeface="Verdana"/>
              </a:rPr>
              <a:t>g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d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-65">
                <a:solidFill>
                  <a:srgbClr val="EEEFF5"/>
                </a:solidFill>
                <a:latin typeface="Verdana"/>
                <a:cs typeface="Verdana"/>
              </a:rPr>
              <a:t>v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l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EEEFF5"/>
                </a:solidFill>
                <a:latin typeface="Verdana"/>
                <a:cs typeface="Verdana"/>
              </a:rPr>
              <a:t>y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45">
                <a:solidFill>
                  <a:srgbClr val="EEEFF5"/>
                </a:solidFill>
                <a:latin typeface="Verdana"/>
                <a:cs typeface="Verdana"/>
              </a:rPr>
              <a:t>u  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85">
                <a:solidFill>
                  <a:srgbClr val="EEEFF5"/>
                </a:solidFill>
                <a:latin typeface="Verdana"/>
                <a:cs typeface="Verdana"/>
              </a:rPr>
              <a:t>p</a:t>
            </a:r>
            <a:r>
              <a:rPr dirty="0" sz="1250" spc="-4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-3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a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-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ó</a:t>
            </a:r>
            <a:r>
              <a:rPr dirty="0" sz="1250" spc="75">
                <a:solidFill>
                  <a:srgbClr val="EEEFF5"/>
                </a:solidFill>
                <a:latin typeface="Verdana"/>
                <a:cs typeface="Verdana"/>
              </a:rPr>
              <a:t>n</a:t>
            </a:r>
            <a:r>
              <a:rPr dirty="0" sz="1250" spc="-10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EEEFF5"/>
                </a:solidFill>
                <a:latin typeface="Verdana"/>
                <a:cs typeface="Verdana"/>
              </a:rPr>
              <a:t>R</a:t>
            </a:r>
            <a:r>
              <a:rPr dirty="0" sz="1250" spc="-145">
                <a:solidFill>
                  <a:srgbClr val="EEEFF5"/>
                </a:solidFill>
                <a:latin typeface="Verdana"/>
                <a:cs typeface="Verdana"/>
              </a:rPr>
              <a:t>I</a:t>
            </a:r>
            <a:r>
              <a:rPr dirty="0" sz="1250" spc="-75">
                <a:solidFill>
                  <a:srgbClr val="EEEFF5"/>
                </a:solidFill>
                <a:latin typeface="Verdana"/>
                <a:cs typeface="Verdana"/>
              </a:rPr>
              <a:t>S</a:t>
            </a: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C</a:t>
            </a:r>
            <a:r>
              <a:rPr dirty="0" sz="1250" spc="-110">
                <a:solidFill>
                  <a:srgbClr val="EEEFF5"/>
                </a:solidFill>
                <a:latin typeface="Verdana"/>
                <a:cs typeface="Verdana"/>
              </a:rPr>
              <a:t>-</a:t>
            </a:r>
            <a:r>
              <a:rPr dirty="0" sz="1250" spc="-10">
                <a:solidFill>
                  <a:srgbClr val="EEEFF5"/>
                </a:solidFill>
                <a:latin typeface="Verdana"/>
                <a:cs typeface="Verdana"/>
              </a:rPr>
              <a:t>V</a:t>
            </a:r>
            <a:r>
              <a:rPr dirty="0" sz="1250" spc="-185">
                <a:solidFill>
                  <a:srgbClr val="EEEFF5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1863725"/>
            <a:ext cx="45491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10"/>
              <a:t>Optimización</a:t>
            </a:r>
            <a:r>
              <a:rPr dirty="0" spc="-310"/>
              <a:t> </a:t>
            </a:r>
            <a:r>
              <a:rPr dirty="0" spc="-229"/>
              <a:t>y</a:t>
            </a:r>
            <a:r>
              <a:rPr dirty="0" spc="-310"/>
              <a:t> </a:t>
            </a:r>
            <a:r>
              <a:rPr dirty="0" spc="-335"/>
              <a:t>D</a:t>
            </a:r>
            <a:r>
              <a:rPr dirty="0" spc="-290"/>
              <a:t>e</a:t>
            </a:r>
            <a:r>
              <a:rPr dirty="0" spc="-120"/>
              <a:t>s</a:t>
            </a:r>
            <a:r>
              <a:rPr dirty="0" spc="-180"/>
              <a:t>a</a:t>
            </a:r>
            <a:r>
              <a:rPr dirty="0" spc="-105"/>
              <a:t>fíos</a:t>
            </a:r>
          </a:p>
        </p:txBody>
      </p:sp>
      <p:sp>
        <p:nvSpPr>
          <p:cNvPr id="6" name="object 6"/>
          <p:cNvSpPr/>
          <p:nvPr/>
        </p:nvSpPr>
        <p:spPr>
          <a:xfrm>
            <a:off x="576262" y="2652712"/>
            <a:ext cx="5991225" cy="1914525"/>
          </a:xfrm>
          <a:custGeom>
            <a:avLst/>
            <a:gdLst/>
            <a:ahLst/>
            <a:cxnLst/>
            <a:rect l="l" t="t" r="r" b="b"/>
            <a:pathLst>
              <a:path w="5991225" h="1914525">
                <a:moveTo>
                  <a:pt x="0" y="1797126"/>
                </a:moveTo>
                <a:lnTo>
                  <a:pt x="0" y="117398"/>
                </a:lnTo>
                <a:lnTo>
                  <a:pt x="0" y="109689"/>
                </a:lnTo>
                <a:lnTo>
                  <a:pt x="754" y="102057"/>
                </a:lnTo>
                <a:lnTo>
                  <a:pt x="11885" y="65341"/>
                </a:lnTo>
                <a:lnTo>
                  <a:pt x="34383" y="34378"/>
                </a:lnTo>
                <a:lnTo>
                  <a:pt x="39836" y="28930"/>
                </a:lnTo>
                <a:lnTo>
                  <a:pt x="45764" y="24066"/>
                </a:lnTo>
                <a:lnTo>
                  <a:pt x="52174" y="19786"/>
                </a:lnTo>
                <a:lnTo>
                  <a:pt x="58583" y="15494"/>
                </a:lnTo>
                <a:lnTo>
                  <a:pt x="65350" y="11887"/>
                </a:lnTo>
                <a:lnTo>
                  <a:pt x="72470" y="8940"/>
                </a:lnTo>
                <a:lnTo>
                  <a:pt x="79593" y="5981"/>
                </a:lnTo>
                <a:lnTo>
                  <a:pt x="86930" y="3759"/>
                </a:lnTo>
                <a:lnTo>
                  <a:pt x="94490" y="2247"/>
                </a:lnTo>
                <a:lnTo>
                  <a:pt x="102050" y="749"/>
                </a:lnTo>
                <a:lnTo>
                  <a:pt x="109686" y="0"/>
                </a:lnTo>
                <a:lnTo>
                  <a:pt x="117396" y="0"/>
                </a:lnTo>
                <a:lnTo>
                  <a:pt x="5873826" y="0"/>
                </a:lnTo>
                <a:lnTo>
                  <a:pt x="5881535" y="0"/>
                </a:lnTo>
                <a:lnTo>
                  <a:pt x="5889167" y="749"/>
                </a:lnTo>
                <a:lnTo>
                  <a:pt x="5896724" y="2247"/>
                </a:lnTo>
                <a:lnTo>
                  <a:pt x="5904293" y="3759"/>
                </a:lnTo>
                <a:lnTo>
                  <a:pt x="5911634" y="5981"/>
                </a:lnTo>
                <a:lnTo>
                  <a:pt x="5918758" y="8940"/>
                </a:lnTo>
                <a:lnTo>
                  <a:pt x="5925870" y="11887"/>
                </a:lnTo>
                <a:lnTo>
                  <a:pt x="5932639" y="15494"/>
                </a:lnTo>
                <a:lnTo>
                  <a:pt x="5939053" y="19786"/>
                </a:lnTo>
                <a:lnTo>
                  <a:pt x="5945454" y="24066"/>
                </a:lnTo>
                <a:lnTo>
                  <a:pt x="5971438" y="52171"/>
                </a:lnTo>
                <a:lnTo>
                  <a:pt x="5982284" y="72466"/>
                </a:lnTo>
                <a:lnTo>
                  <a:pt x="5985243" y="79590"/>
                </a:lnTo>
                <a:lnTo>
                  <a:pt x="5987465" y="86931"/>
                </a:lnTo>
                <a:lnTo>
                  <a:pt x="5988964" y="94488"/>
                </a:lnTo>
                <a:lnTo>
                  <a:pt x="5990475" y="102057"/>
                </a:lnTo>
                <a:lnTo>
                  <a:pt x="5991225" y="109689"/>
                </a:lnTo>
                <a:lnTo>
                  <a:pt x="5991225" y="117398"/>
                </a:lnTo>
                <a:lnTo>
                  <a:pt x="5991225" y="1797126"/>
                </a:lnTo>
                <a:lnTo>
                  <a:pt x="5991225" y="1804835"/>
                </a:lnTo>
                <a:lnTo>
                  <a:pt x="5990475" y="1812467"/>
                </a:lnTo>
                <a:lnTo>
                  <a:pt x="5988964" y="1820024"/>
                </a:lnTo>
                <a:lnTo>
                  <a:pt x="5987465" y="1827593"/>
                </a:lnTo>
                <a:lnTo>
                  <a:pt x="5985243" y="1834934"/>
                </a:lnTo>
                <a:lnTo>
                  <a:pt x="5982284" y="1842046"/>
                </a:lnTo>
                <a:lnTo>
                  <a:pt x="5979337" y="1849170"/>
                </a:lnTo>
                <a:lnTo>
                  <a:pt x="5956846" y="1880146"/>
                </a:lnTo>
                <a:lnTo>
                  <a:pt x="5925870" y="1902637"/>
                </a:lnTo>
                <a:lnTo>
                  <a:pt x="5918758" y="1905584"/>
                </a:lnTo>
                <a:lnTo>
                  <a:pt x="5911634" y="1908543"/>
                </a:lnTo>
                <a:lnTo>
                  <a:pt x="5904293" y="1910765"/>
                </a:lnTo>
                <a:lnTo>
                  <a:pt x="5896724" y="1912264"/>
                </a:lnTo>
                <a:lnTo>
                  <a:pt x="5889167" y="1913775"/>
                </a:lnTo>
                <a:lnTo>
                  <a:pt x="5881535" y="1914525"/>
                </a:lnTo>
                <a:lnTo>
                  <a:pt x="5873826" y="1914525"/>
                </a:lnTo>
                <a:lnTo>
                  <a:pt x="117396" y="1914525"/>
                </a:lnTo>
                <a:lnTo>
                  <a:pt x="109686" y="1914525"/>
                </a:lnTo>
                <a:lnTo>
                  <a:pt x="102050" y="1913775"/>
                </a:lnTo>
                <a:lnTo>
                  <a:pt x="94490" y="1912264"/>
                </a:lnTo>
                <a:lnTo>
                  <a:pt x="86930" y="1910765"/>
                </a:lnTo>
                <a:lnTo>
                  <a:pt x="79593" y="1908543"/>
                </a:lnTo>
                <a:lnTo>
                  <a:pt x="72470" y="1905584"/>
                </a:lnTo>
                <a:lnTo>
                  <a:pt x="65350" y="1902637"/>
                </a:lnTo>
                <a:lnTo>
                  <a:pt x="34383" y="1880146"/>
                </a:lnTo>
                <a:lnTo>
                  <a:pt x="11885" y="1849170"/>
                </a:lnTo>
                <a:lnTo>
                  <a:pt x="8934" y="1842046"/>
                </a:lnTo>
                <a:lnTo>
                  <a:pt x="5988" y="1834934"/>
                </a:lnTo>
                <a:lnTo>
                  <a:pt x="3760" y="1827593"/>
                </a:lnTo>
                <a:lnTo>
                  <a:pt x="2256" y="1820024"/>
                </a:lnTo>
                <a:lnTo>
                  <a:pt x="754" y="1812467"/>
                </a:lnTo>
                <a:lnTo>
                  <a:pt x="0" y="1804835"/>
                </a:lnTo>
                <a:lnTo>
                  <a:pt x="0" y="1797126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81025" y="2657474"/>
          <a:ext cx="5981700" cy="190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5170"/>
                <a:gridCol w="1990725"/>
                <a:gridCol w="1995804"/>
              </a:tblGrid>
              <a:tr h="47625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250" spc="1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Técnica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46050">
                    <a:lnR w="9525">
                      <a:solidFill>
                        <a:srgbClr val="282C3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250" spc="3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Beneficio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46050">
                    <a:lnL w="9525">
                      <a:solidFill>
                        <a:srgbClr val="282C31"/>
                      </a:solidFill>
                      <a:prstDash val="solid"/>
                    </a:lnL>
                    <a:lnR w="12700">
                      <a:solidFill>
                        <a:srgbClr val="282C3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250" spc="1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Desafío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282C3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250" spc="-1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cc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ó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250" spc="-10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250" spc="-10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il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282C31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250" spc="-10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dirty="0" sz="1250" spc="-2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250" spc="-2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a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282C31"/>
                      </a:solidFill>
                      <a:prstDash val="solid"/>
                    </a:lnL>
                    <a:lnR w="12700">
                      <a:solidFill>
                        <a:srgbClr val="282C31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50" spc="3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Complejidad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282C31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250" spc="-10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250" spc="-1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250" spc="-2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282C3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250" spc="-10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j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250" spc="-1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ó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n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282C31"/>
                      </a:solidFill>
                      <a:prstDash val="solid"/>
                    </a:lnL>
                    <a:lnR w="12700">
                      <a:solidFill>
                        <a:srgbClr val="282C3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50" spc="-2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250" spc="-1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250" spc="-10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d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s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282C3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G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ó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dirty="0" sz="1250" spc="-10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dirty="0" sz="1250" spc="-10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f</a:t>
                      </a:r>
                      <a:r>
                        <a:rPr dirty="0" sz="1250" spc="-6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R w="9525">
                      <a:solidFill>
                        <a:srgbClr val="282C31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50" spc="-1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v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dirty="0" sz="1250" spc="-10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 spc="-1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250" spc="-2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1250" spc="-2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1250" spc="-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1250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s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282C31"/>
                      </a:solidFill>
                      <a:prstDash val="solid"/>
                    </a:lnL>
                    <a:lnR w="12700">
                      <a:solidFill>
                        <a:srgbClr val="282C31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250" spc="25">
                          <a:solidFill>
                            <a:srgbClr val="EEEFF5"/>
                          </a:solidFill>
                          <a:latin typeface="Verdana"/>
                          <a:cs typeface="Verdana"/>
                        </a:rPr>
                        <a:t>Recursión</a:t>
                      </a:r>
                      <a:endParaRPr sz="1250">
                        <a:latin typeface="Verdana"/>
                        <a:cs typeface="Verdana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282C31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8382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C</a:t>
            </a:r>
            <a:r>
              <a:rPr dirty="0" spc="-240"/>
              <a:t>o</a:t>
            </a:r>
            <a:r>
              <a:rPr dirty="0" spc="-265"/>
              <a:t>n</a:t>
            </a:r>
            <a:r>
              <a:rPr dirty="0" spc="-155"/>
              <a:t>clusio</a:t>
            </a:r>
            <a:r>
              <a:rPr dirty="0" spc="-220"/>
              <a:t>n</a:t>
            </a:r>
            <a:r>
              <a:rPr dirty="0" spc="-175"/>
              <a:t>e</a:t>
            </a:r>
            <a:r>
              <a:rPr dirty="0" spc="-30"/>
              <a:t>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7750" y="1323974"/>
            <a:ext cx="407200" cy="407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43564" y="1887537"/>
            <a:ext cx="5137785" cy="6153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 b="1">
                <a:solidFill>
                  <a:srgbClr val="EEEFF5"/>
                </a:solidFill>
                <a:latin typeface="Tahoma"/>
                <a:cs typeface="Tahoma"/>
              </a:rPr>
              <a:t>Abstracción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250" spc="40">
                <a:solidFill>
                  <a:srgbClr val="EEEFF5"/>
                </a:solidFill>
                <a:latin typeface="Verdana"/>
                <a:cs typeface="Verdana"/>
              </a:rPr>
              <a:t>Funciones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de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EEEFF5"/>
                </a:solidFill>
                <a:latin typeface="Verdana"/>
                <a:cs typeface="Verdana"/>
              </a:rPr>
              <a:t>primera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EEEFF5"/>
                </a:solidFill>
                <a:latin typeface="Verdana"/>
                <a:cs typeface="Verdana"/>
              </a:rPr>
              <a:t>clase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EEEFF5"/>
                </a:solidFill>
                <a:latin typeface="Verdana"/>
                <a:cs typeface="Verdana"/>
              </a:rPr>
              <a:t>permiten</a:t>
            </a:r>
            <a:r>
              <a:rPr dirty="0" sz="1250" spc="-100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EEEFF5"/>
                </a:solidFill>
                <a:latin typeface="Verdana"/>
                <a:cs typeface="Verdana"/>
              </a:rPr>
              <a:t>abstracciones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complejas.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0869" y="3010699"/>
            <a:ext cx="380873" cy="4064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843564" y="3573462"/>
            <a:ext cx="4810760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0" b="1">
                <a:solidFill>
                  <a:srgbClr val="EEEFF5"/>
                </a:solidFill>
                <a:latin typeface="Tahoma"/>
                <a:cs typeface="Tahoma"/>
              </a:rPr>
              <a:t>Implementación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Traducción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EEEFF5"/>
                </a:solidFill>
                <a:latin typeface="Verdana"/>
                <a:cs typeface="Verdana"/>
              </a:rPr>
              <a:t>crucial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EEEFF5"/>
                </a:solidFill>
                <a:latin typeface="Verdana"/>
                <a:cs typeface="Verdana"/>
              </a:rPr>
              <a:t>para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EEEFF5"/>
                </a:solidFill>
                <a:latin typeface="Verdana"/>
                <a:cs typeface="Verdana"/>
              </a:rPr>
              <a:t>ejecución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EEEFF5"/>
                </a:solidFill>
                <a:latin typeface="Verdana"/>
                <a:cs typeface="Verdana"/>
              </a:rPr>
              <a:t>y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EEEFF5"/>
                </a:solidFill>
                <a:latin typeface="Verdana"/>
                <a:cs typeface="Verdana"/>
              </a:rPr>
              <a:t>optimización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EEEFF5"/>
                </a:solidFill>
                <a:latin typeface="Verdana"/>
                <a:cs typeface="Verdana"/>
              </a:rPr>
              <a:t>correctas.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7115" y="4695940"/>
            <a:ext cx="407712" cy="40771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43564" y="5259388"/>
            <a:ext cx="5097145" cy="605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4" b="1">
                <a:solidFill>
                  <a:srgbClr val="EEEFF5"/>
                </a:solidFill>
                <a:latin typeface="Tahoma"/>
                <a:cs typeface="Tahoma"/>
              </a:rPr>
              <a:t>Impacto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250" spc="10">
                <a:solidFill>
                  <a:srgbClr val="EEEFF5"/>
                </a:solidFill>
                <a:latin typeface="Verdana"/>
                <a:cs typeface="Verdana"/>
              </a:rPr>
              <a:t>Mejora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capacidades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de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EEEFF5"/>
                </a:solidFill>
                <a:latin typeface="Verdana"/>
                <a:cs typeface="Verdana"/>
              </a:rPr>
              <a:t>lenguajes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EEEFF5"/>
                </a:solidFill>
                <a:latin typeface="Verdana"/>
                <a:cs typeface="Verdana"/>
              </a:rPr>
              <a:t>de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EEEFF5"/>
                </a:solidFill>
                <a:latin typeface="Verdana"/>
                <a:cs typeface="Verdana"/>
              </a:rPr>
              <a:t>programación</a:t>
            </a:r>
            <a:r>
              <a:rPr dirty="0" sz="1250" spc="-95">
                <a:solidFill>
                  <a:srgbClr val="EEEFF5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EEEFF5"/>
                </a:solidFill>
                <a:latin typeface="Verdana"/>
                <a:cs typeface="Verdana"/>
              </a:rPr>
              <a:t>modernos.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2024-11-05T16:52:54Z</dcterms:created>
  <dcterms:modified xsi:type="dcterms:W3CDTF">2024-11-05T16:52:54Z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