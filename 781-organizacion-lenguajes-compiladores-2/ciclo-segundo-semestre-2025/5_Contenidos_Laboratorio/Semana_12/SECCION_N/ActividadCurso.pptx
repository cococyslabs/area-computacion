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</p:sldIdLst>
  <p:sldSz cy="10287000" cx="18288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A13022-4F86-4D3A-8BDF-674166B9D859}">
  <a:tblStyle styleId="{B7A13022-4F86-4D3A-8BDF-674166B9D85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{B7A13022-4F86-4D3A-8BDF-674166B9D859}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Evaluación Docente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21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Sí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6900" y="4955800"/>
            <a:ext cx="6167400" cy="5487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9520488 Carlos Rios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202006625 Diego Cuestas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202203257 Luis Tapia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202202123 Randall Quinteros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201901403 Isamir Armas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201520557 Carlos Catalan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202200284 - Jancarlo Schwarz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201904024 - Andy Sánchez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202307768 Deyferliz Geobany Oxlaj Reyes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201902234 - Mathus Tumax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202401166 - Jose Antonio Garcia Roca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202004181 Doni Esau Sican Tepeu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201907343 Brayan Estiben Micá Pérez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202001952 José Javier Quan García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202300689 -Josue Daniel Herrera Cotton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201213092 diego Alejandro Culajay Guinac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202400044 - Pablo Daniel Solares Samayoa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wilson wilfredo perez otzoy - 202300697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Kenneth Emanuel Solís Ramírez - 201807102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" name="Google Shape;92;p14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{B7A13022-4F86-4D3A-8BDF-674166B9D859}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6:20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6:30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10</a:t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4"/>
          <p:cNvSpPr txBox="1"/>
          <p:nvPr/>
        </p:nvSpPr>
        <p:spPr>
          <a:xfrm>
            <a:off x="6261600" y="4955800"/>
            <a:ext cx="6167400" cy="908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Mariano Roberto Rac Noguera - 202101149</a:t>
            </a:r>
            <a:endParaRPr sz="17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750">
                <a:solidFill>
                  <a:srgbClr val="E3E3E3"/>
                </a:solidFill>
                <a:highlight>
                  <a:srgbClr val="303030"/>
                </a:highlight>
                <a:latin typeface="Roboto"/>
                <a:ea typeface="Roboto"/>
                <a:cs typeface="Roboto"/>
                <a:sym typeface="Roboto"/>
              </a:rPr>
              <a:t>Angel Emanuel Rodriguez Corado - 202404856</a:t>
            </a:r>
            <a:endParaRPr sz="2450">
              <a:solidFill>
                <a:srgbClr val="E3E3E3"/>
              </a:solidFill>
              <a:highlight>
                <a:srgbClr val="30303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2506300" y="4955800"/>
            <a:ext cx="5764800" cy="96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