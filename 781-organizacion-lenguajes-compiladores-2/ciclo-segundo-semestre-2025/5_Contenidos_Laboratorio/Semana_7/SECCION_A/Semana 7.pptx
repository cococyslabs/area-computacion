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4E4886-AB58-49D3-9902-95C5D80D2BC8}">
  <a:tblStyle styleId="{114E4886-AB58-49D3-9902-95C5D80D2BC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Lato-bold.fntdata"/><Relationship Id="rId10" Type="http://schemas.openxmlformats.org/officeDocument/2006/relationships/slide" Target="slides/slide4.xml"/><Relationship Id="rId21" Type="http://schemas.openxmlformats.org/officeDocument/2006/relationships/font" Target="fonts/Lato-regular.fntdata"/><Relationship Id="rId13" Type="http://schemas.openxmlformats.org/officeDocument/2006/relationships/slide" Target="slides/slide7.xml"/><Relationship Id="rId24" Type="http://schemas.openxmlformats.org/officeDocument/2006/relationships/font" Target="fonts/Lato-boldItalic.fntdata"/><Relationship Id="rId12" Type="http://schemas.openxmlformats.org/officeDocument/2006/relationships/slide" Target="slides/slide6.xml"/><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b55bbfa37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b55bbfa37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55bbfa372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b55bbfa37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b55bbfa372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b55bbfa372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55bbfa372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55bbfa372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55bbfa372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55bbfa372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b55bbfa372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b55bbfa372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ce0359da1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ce0359da1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55bbfa372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b55bbfa372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55bbfa372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b55bbfa372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b55bbfa372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b55bbfa372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b55bbfa372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b55bbfa372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55bbfa372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55bbfa372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ce0359da1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ce0359da1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e0359da1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ce0359da1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300"/>
              <a:buFont typeface="Lato"/>
              <a:buNone/>
              <a:defRPr sz="2300">
                <a:latin typeface="Lato"/>
                <a:ea typeface="Lato"/>
                <a:cs typeface="Lato"/>
                <a:sym typeface="La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p:nvPr/>
        </p:nvSpPr>
        <p:spPr>
          <a:xfrm rot="5400000">
            <a:off x="-530850" y="-675350"/>
            <a:ext cx="2752800" cy="1067700"/>
          </a:xfrm>
          <a:prstGeom prst="chevron">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 name="Google Shape;14;p2"/>
          <p:cNvPicPr preferRelativeResize="0"/>
          <p:nvPr/>
        </p:nvPicPr>
        <p:blipFill>
          <a:blip r:embed="rId2">
            <a:alphaModFix/>
          </a:blip>
          <a:stretch>
            <a:fillRect/>
          </a:stretch>
        </p:blipFill>
        <p:spPr>
          <a:xfrm>
            <a:off x="7015825" y="99800"/>
            <a:ext cx="2005325" cy="531475"/>
          </a:xfrm>
          <a:prstGeom prst="rect">
            <a:avLst/>
          </a:prstGeom>
          <a:noFill/>
          <a:ln>
            <a:noFill/>
          </a:ln>
        </p:spPr>
      </p:pic>
      <p:pic>
        <p:nvPicPr>
          <p:cNvPr id="15" name="Google Shape;15;p2" title="Usac_logo.png"/>
          <p:cNvPicPr preferRelativeResize="0"/>
          <p:nvPr/>
        </p:nvPicPr>
        <p:blipFill>
          <a:blip r:embed="rId3">
            <a:alphaModFix/>
          </a:blip>
          <a:stretch>
            <a:fillRect/>
          </a:stretch>
        </p:blipFill>
        <p:spPr>
          <a:xfrm>
            <a:off x="449247" y="99800"/>
            <a:ext cx="792600" cy="792600"/>
          </a:xfrm>
          <a:prstGeom prst="rect">
            <a:avLst/>
          </a:prstGeom>
          <a:noFill/>
          <a:ln>
            <a:noFill/>
          </a:ln>
        </p:spPr>
      </p:pic>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 name="Google Shape;19;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indent="0" lvl="0" marL="0" marR="0" rtl="0" algn="ctr">
              <a:lnSpc>
                <a:spcPct val="100000"/>
              </a:lnSpc>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pic>
        <p:nvPicPr>
          <p:cNvPr id="21" name="Google Shape;21;p3"/>
          <p:cNvPicPr preferRelativeResize="0"/>
          <p:nvPr/>
        </p:nvPicPr>
        <p:blipFill>
          <a:blip r:embed="rId2">
            <a:alphaModFix/>
          </a:blip>
          <a:stretch>
            <a:fillRect/>
          </a:stretch>
        </p:blipFill>
        <p:spPr>
          <a:xfrm>
            <a:off x="7015825" y="99800"/>
            <a:ext cx="2005325" cy="531475"/>
          </a:xfrm>
          <a:prstGeom prst="rect">
            <a:avLst/>
          </a:prstGeom>
          <a:noFill/>
          <a:ln>
            <a:noFill/>
          </a:ln>
        </p:spPr>
      </p:pic>
      <p:sp>
        <p:nvSpPr>
          <p:cNvPr id="22" name="Google Shape;22;p3"/>
          <p:cNvSpPr/>
          <p:nvPr/>
        </p:nvSpPr>
        <p:spPr>
          <a:xfrm rot="5400000">
            <a:off x="-530850" y="-675350"/>
            <a:ext cx="2752800" cy="1067700"/>
          </a:xfrm>
          <a:prstGeom prst="chevron">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 name="Google Shape;23;p3" title="Usac_logo.png"/>
          <p:cNvPicPr preferRelativeResize="0"/>
          <p:nvPr/>
        </p:nvPicPr>
        <p:blipFill>
          <a:blip r:embed="rId3">
            <a:alphaModFix/>
          </a:blip>
          <a:stretch>
            <a:fillRect/>
          </a:stretch>
        </p:blipFill>
        <p:spPr>
          <a:xfrm>
            <a:off x="449247" y="99800"/>
            <a:ext cx="792600" cy="792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4"/>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 name="Google Shape;26;p4"/>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 name="Google Shape;27;p4"/>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rtl="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Lato"/>
              <a:buChar char="●"/>
              <a:defRPr>
                <a:latin typeface="Lato"/>
                <a:ea typeface="Lato"/>
                <a:cs typeface="Lato"/>
                <a:sym typeface="Lato"/>
              </a:defRPr>
            </a:lvl1pPr>
            <a:lvl2pPr indent="-317500" lvl="1" marL="914400">
              <a:spcBef>
                <a:spcPts val="0"/>
              </a:spcBef>
              <a:spcAft>
                <a:spcPts val="0"/>
              </a:spcAft>
              <a:buSzPts val="1400"/>
              <a:buFont typeface="Lato"/>
              <a:buChar char="○"/>
              <a:defRPr>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 name="Google Shape;3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33" name="Google Shape;3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
        <p:nvSpPr>
          <p:cNvPr id="35" name="Google Shape;35;p5"/>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 name="Google Shape;36;p5"/>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39" name="Google Shape;39;p6"/>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 name="Google Shape;40;p6"/>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Font typeface="Lato"/>
              <a:buNone/>
              <a:defRPr b="1" sz="2400">
                <a:latin typeface="Lato"/>
                <a:ea typeface="Lato"/>
                <a:cs typeface="Lato"/>
                <a:sym typeface="Lato"/>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Font typeface="Lato"/>
              <a:buChar char="●"/>
              <a:defRPr sz="12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44" name="Google Shape;4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AC">
  <p:cSld name="MAIN_POINT">
    <p:spTree>
      <p:nvGrpSpPr>
        <p:cNvPr id="45" name="Shape 45"/>
        <p:cNvGrpSpPr/>
        <p:nvPr/>
      </p:nvGrpSpPr>
      <p:grpSpPr>
        <a:xfrm>
          <a:off x="0" y="0"/>
          <a:ext cx="0" cy="0"/>
          <a:chOff x="0" y="0"/>
          <a:chExt cx="0" cy="0"/>
        </a:xfrm>
      </p:grpSpPr>
      <p:sp>
        <p:nvSpPr>
          <p:cNvPr id="46" name="Google Shape;46;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Font typeface="Lato"/>
              <a:buNone/>
              <a:defRPr b="1" sz="4800">
                <a:latin typeface="Lato"/>
                <a:ea typeface="Lato"/>
                <a:cs typeface="Lato"/>
                <a:sym typeface="Lato"/>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1" name="Google Shape;51;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Lato"/>
              <a:buNone/>
              <a:defRPr sz="2100">
                <a:latin typeface="Lato"/>
                <a:ea typeface="Lato"/>
                <a:cs typeface="Lato"/>
                <a:sym typeface="La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 name="Google Shape;52;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Font typeface="Lato"/>
              <a:buChar char="●"/>
              <a:defRPr b="1">
                <a:solidFill>
                  <a:schemeClr val="lt1"/>
                </a:solidFill>
                <a:latin typeface="Lato"/>
                <a:ea typeface="Lato"/>
                <a:cs typeface="Lato"/>
                <a:sym typeface="Lato"/>
              </a:defRPr>
            </a:lvl1pPr>
            <a:lvl2pPr indent="-317500" lvl="1" marL="914400">
              <a:spcBef>
                <a:spcPts val="0"/>
              </a:spcBef>
              <a:spcAft>
                <a:spcPts val="0"/>
              </a:spcAft>
              <a:buClr>
                <a:schemeClr val="lt1"/>
              </a:buClr>
              <a:buSzPts val="1400"/>
              <a:buFont typeface="Lato"/>
              <a:buChar char="○"/>
              <a:defRPr b="1">
                <a:solidFill>
                  <a:schemeClr val="lt1"/>
                </a:solidFill>
                <a:latin typeface="Lato"/>
                <a:ea typeface="Lato"/>
                <a:cs typeface="Lato"/>
                <a:sym typeface="Lato"/>
              </a:defRPr>
            </a:lvl2pPr>
            <a:lvl3pPr indent="-317500" lvl="2" marL="1371600">
              <a:spcBef>
                <a:spcPts val="0"/>
              </a:spcBef>
              <a:spcAft>
                <a:spcPts val="0"/>
              </a:spcAft>
              <a:buClr>
                <a:schemeClr val="lt1"/>
              </a:buClr>
              <a:buSzPts val="1400"/>
              <a:buFont typeface="Lato"/>
              <a:buChar char="■"/>
              <a:defRPr b="1">
                <a:solidFill>
                  <a:schemeClr val="lt1"/>
                </a:solidFill>
                <a:latin typeface="Lato"/>
                <a:ea typeface="Lato"/>
                <a:cs typeface="Lato"/>
                <a:sym typeface="Lato"/>
              </a:defRPr>
            </a:lvl3pPr>
            <a:lvl4pPr indent="-317500" lvl="3" marL="1828800">
              <a:spcBef>
                <a:spcPts val="0"/>
              </a:spcBef>
              <a:spcAft>
                <a:spcPts val="0"/>
              </a:spcAft>
              <a:buClr>
                <a:schemeClr val="lt1"/>
              </a:buClr>
              <a:buSzPts val="1400"/>
              <a:buFont typeface="Lato"/>
              <a:buChar char="●"/>
              <a:defRPr b="1">
                <a:solidFill>
                  <a:schemeClr val="lt1"/>
                </a:solidFill>
                <a:latin typeface="Lato"/>
                <a:ea typeface="Lato"/>
                <a:cs typeface="Lato"/>
                <a:sym typeface="Lato"/>
              </a:defRPr>
            </a:lvl4pPr>
            <a:lvl5pPr indent="-317500" lvl="4" marL="2286000">
              <a:spcBef>
                <a:spcPts val="0"/>
              </a:spcBef>
              <a:spcAft>
                <a:spcPts val="0"/>
              </a:spcAft>
              <a:buClr>
                <a:schemeClr val="lt1"/>
              </a:buClr>
              <a:buSzPts val="1400"/>
              <a:buFont typeface="Lato"/>
              <a:buChar char="○"/>
              <a:defRPr b="1">
                <a:solidFill>
                  <a:schemeClr val="lt1"/>
                </a:solidFill>
                <a:latin typeface="Lato"/>
                <a:ea typeface="Lato"/>
                <a:cs typeface="Lato"/>
                <a:sym typeface="Lato"/>
              </a:defRPr>
            </a:lvl5pPr>
            <a:lvl6pPr indent="-317500" lvl="5" marL="2743200">
              <a:spcBef>
                <a:spcPts val="0"/>
              </a:spcBef>
              <a:spcAft>
                <a:spcPts val="0"/>
              </a:spcAft>
              <a:buClr>
                <a:schemeClr val="lt1"/>
              </a:buClr>
              <a:buSzPts val="1400"/>
              <a:buFont typeface="Lato"/>
              <a:buChar char="■"/>
              <a:defRPr b="1">
                <a:solidFill>
                  <a:schemeClr val="lt1"/>
                </a:solidFill>
                <a:latin typeface="Lato"/>
                <a:ea typeface="Lato"/>
                <a:cs typeface="Lato"/>
                <a:sym typeface="Lato"/>
              </a:defRPr>
            </a:lvl6pPr>
            <a:lvl7pPr indent="-317500" lvl="6" marL="3200400">
              <a:spcBef>
                <a:spcPts val="0"/>
              </a:spcBef>
              <a:spcAft>
                <a:spcPts val="0"/>
              </a:spcAft>
              <a:buClr>
                <a:schemeClr val="lt1"/>
              </a:buClr>
              <a:buSzPts val="1400"/>
              <a:buFont typeface="Lato"/>
              <a:buChar char="●"/>
              <a:defRPr b="1">
                <a:solidFill>
                  <a:schemeClr val="lt1"/>
                </a:solidFill>
                <a:latin typeface="Lato"/>
                <a:ea typeface="Lato"/>
                <a:cs typeface="Lato"/>
                <a:sym typeface="Lato"/>
              </a:defRPr>
            </a:lvl7pPr>
            <a:lvl8pPr indent="-317500" lvl="7" marL="3657600">
              <a:spcBef>
                <a:spcPts val="0"/>
              </a:spcBef>
              <a:spcAft>
                <a:spcPts val="0"/>
              </a:spcAft>
              <a:buClr>
                <a:schemeClr val="lt1"/>
              </a:buClr>
              <a:buSzPts val="1400"/>
              <a:buFont typeface="Lato"/>
              <a:buChar char="○"/>
              <a:defRPr b="1">
                <a:solidFill>
                  <a:schemeClr val="lt1"/>
                </a:solidFill>
                <a:latin typeface="Lato"/>
                <a:ea typeface="Lato"/>
                <a:cs typeface="Lato"/>
                <a:sym typeface="Lato"/>
              </a:defRPr>
            </a:lvl8pPr>
            <a:lvl9pPr indent="-317500" lvl="8" marL="4114800">
              <a:spcBef>
                <a:spcPts val="0"/>
              </a:spcBef>
              <a:spcAft>
                <a:spcPts val="0"/>
              </a:spcAft>
              <a:buClr>
                <a:schemeClr val="lt1"/>
              </a:buClr>
              <a:buSzPts val="1400"/>
              <a:buFont typeface="Lato"/>
              <a:buChar char="■"/>
              <a:defRPr b="1">
                <a:solidFill>
                  <a:schemeClr val="lt1"/>
                </a:solidFill>
                <a:latin typeface="Lato"/>
                <a:ea typeface="Lato"/>
                <a:cs typeface="Lato"/>
                <a:sym typeface="Lato"/>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56" name="Google Shape;56;p10"/>
          <p:cNvSpPr/>
          <p:nvPr/>
        </p:nvSpPr>
        <p:spPr>
          <a:xfrm>
            <a:off x="771300" y="4101875"/>
            <a:ext cx="7601400" cy="789300"/>
          </a:xfrm>
          <a:prstGeom prst="ellipseRibbon2">
            <a:avLst>
              <a:gd fmla="val 25000" name="adj1"/>
              <a:gd fmla="val 91057" name="adj2"/>
              <a:gd fmla="val 13560" name="adj3"/>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Lato"/>
              <a:ea typeface="Lato"/>
              <a:cs typeface="Lato"/>
              <a:sym typeface="Lato"/>
            </a:endParaRPr>
          </a:p>
        </p:txBody>
      </p:sp>
      <p:sp>
        <p:nvSpPr>
          <p:cNvPr id="57" name="Google Shape;57;p10"/>
          <p:cNvSpPr txBox="1"/>
          <p:nvPr/>
        </p:nvSpPr>
        <p:spPr>
          <a:xfrm>
            <a:off x="1727625" y="4148100"/>
            <a:ext cx="56457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Lato"/>
              <a:buNone/>
              <a:defRPr b="1" sz="12000">
                <a:latin typeface="Lato"/>
                <a:ea typeface="Lato"/>
                <a:cs typeface="Lato"/>
                <a:sym typeface="Lato"/>
              </a:defRPr>
            </a:lvl1pPr>
            <a:lvl2pPr lvl="1" algn="ctr">
              <a:spcBef>
                <a:spcPts val="0"/>
              </a:spcBef>
              <a:spcAft>
                <a:spcPts val="0"/>
              </a:spcAft>
              <a:buSzPts val="12000"/>
              <a:buFont typeface="Lato"/>
              <a:buNone/>
              <a:defRPr b="1" sz="12000">
                <a:latin typeface="Lato"/>
                <a:ea typeface="Lato"/>
                <a:cs typeface="Lato"/>
                <a:sym typeface="Lato"/>
              </a:defRPr>
            </a:lvl2pPr>
            <a:lvl3pPr lvl="2" algn="ctr">
              <a:spcBef>
                <a:spcPts val="0"/>
              </a:spcBef>
              <a:spcAft>
                <a:spcPts val="0"/>
              </a:spcAft>
              <a:buSzPts val="12000"/>
              <a:buFont typeface="Lato"/>
              <a:buNone/>
              <a:defRPr b="1" sz="12000">
                <a:latin typeface="Lato"/>
                <a:ea typeface="Lato"/>
                <a:cs typeface="Lato"/>
                <a:sym typeface="Lato"/>
              </a:defRPr>
            </a:lvl3pPr>
            <a:lvl4pPr lvl="3" algn="ctr">
              <a:spcBef>
                <a:spcPts val="0"/>
              </a:spcBef>
              <a:spcAft>
                <a:spcPts val="0"/>
              </a:spcAft>
              <a:buSzPts val="12000"/>
              <a:buFont typeface="Lato"/>
              <a:buNone/>
              <a:defRPr b="1" sz="12000">
                <a:latin typeface="Lato"/>
                <a:ea typeface="Lato"/>
                <a:cs typeface="Lato"/>
                <a:sym typeface="Lato"/>
              </a:defRPr>
            </a:lvl4pPr>
            <a:lvl5pPr lvl="4" algn="ctr">
              <a:spcBef>
                <a:spcPts val="0"/>
              </a:spcBef>
              <a:spcAft>
                <a:spcPts val="0"/>
              </a:spcAft>
              <a:buSzPts val="12000"/>
              <a:buFont typeface="Lato"/>
              <a:buNone/>
              <a:defRPr b="1" sz="12000">
                <a:latin typeface="Lato"/>
                <a:ea typeface="Lato"/>
                <a:cs typeface="Lato"/>
                <a:sym typeface="Lato"/>
              </a:defRPr>
            </a:lvl5pPr>
            <a:lvl6pPr lvl="5" algn="ctr">
              <a:spcBef>
                <a:spcPts val="0"/>
              </a:spcBef>
              <a:spcAft>
                <a:spcPts val="0"/>
              </a:spcAft>
              <a:buSzPts val="12000"/>
              <a:buFont typeface="Lato"/>
              <a:buNone/>
              <a:defRPr b="1" sz="12000">
                <a:latin typeface="Lato"/>
                <a:ea typeface="Lato"/>
                <a:cs typeface="Lato"/>
                <a:sym typeface="Lato"/>
              </a:defRPr>
            </a:lvl6pPr>
            <a:lvl7pPr lvl="6" algn="ctr">
              <a:spcBef>
                <a:spcPts val="0"/>
              </a:spcBef>
              <a:spcAft>
                <a:spcPts val="0"/>
              </a:spcAft>
              <a:buSzPts val="12000"/>
              <a:buFont typeface="Lato"/>
              <a:buNone/>
              <a:defRPr b="1" sz="12000">
                <a:latin typeface="Lato"/>
                <a:ea typeface="Lato"/>
                <a:cs typeface="Lato"/>
                <a:sym typeface="Lato"/>
              </a:defRPr>
            </a:lvl7pPr>
            <a:lvl8pPr lvl="7" algn="ctr">
              <a:spcBef>
                <a:spcPts val="0"/>
              </a:spcBef>
              <a:spcAft>
                <a:spcPts val="0"/>
              </a:spcAft>
              <a:buSzPts val="12000"/>
              <a:buFont typeface="Lato"/>
              <a:buNone/>
              <a:defRPr b="1" sz="12000">
                <a:latin typeface="Lato"/>
                <a:ea typeface="Lato"/>
                <a:cs typeface="Lato"/>
                <a:sym typeface="Lato"/>
              </a:defRPr>
            </a:lvl8pPr>
            <a:lvl9pPr lvl="8" algn="ctr">
              <a:spcBef>
                <a:spcPts val="0"/>
              </a:spcBef>
              <a:spcAft>
                <a:spcPts val="0"/>
              </a:spcAft>
              <a:buSzPts val="12000"/>
              <a:buFont typeface="Lato"/>
              <a:buNone/>
              <a:defRPr b="1" sz="12000">
                <a:latin typeface="Lato"/>
                <a:ea typeface="Lato"/>
                <a:cs typeface="Lato"/>
                <a:sym typeface="Lato"/>
              </a:defRPr>
            </a:lvl9pPr>
          </a:lstStyle>
          <a:p>
            <a:r>
              <a:t>xx%</a:t>
            </a:r>
          </a:p>
        </p:txBody>
      </p:sp>
      <p:sp>
        <p:nvSpPr>
          <p:cNvPr id="60" name="Google Shape;6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Font typeface="Lato"/>
              <a:buChar char="●"/>
              <a:defRPr>
                <a:latin typeface="Lato"/>
                <a:ea typeface="Lato"/>
                <a:cs typeface="Lato"/>
                <a:sym typeface="Lato"/>
              </a:defRPr>
            </a:lvl1pPr>
            <a:lvl2pPr indent="-317500" lvl="1" marL="914400" algn="ctr">
              <a:spcBef>
                <a:spcPts val="0"/>
              </a:spcBef>
              <a:spcAft>
                <a:spcPts val="0"/>
              </a:spcAft>
              <a:buSzPts val="1400"/>
              <a:buFont typeface="Lato"/>
              <a:buChar char="○"/>
              <a:defRPr>
                <a:latin typeface="Lato"/>
                <a:ea typeface="Lato"/>
                <a:cs typeface="Lato"/>
                <a:sym typeface="Lato"/>
              </a:defRPr>
            </a:lvl2pPr>
            <a:lvl3pPr indent="-317500" lvl="2" marL="1371600" algn="ctr">
              <a:spcBef>
                <a:spcPts val="0"/>
              </a:spcBef>
              <a:spcAft>
                <a:spcPts val="0"/>
              </a:spcAft>
              <a:buSzPts val="1400"/>
              <a:buFont typeface="Lato"/>
              <a:buChar char="■"/>
              <a:defRPr>
                <a:latin typeface="Lato"/>
                <a:ea typeface="Lato"/>
                <a:cs typeface="Lato"/>
                <a:sym typeface="Lato"/>
              </a:defRPr>
            </a:lvl3pPr>
            <a:lvl4pPr indent="-317500" lvl="3" marL="1828800" algn="ctr">
              <a:spcBef>
                <a:spcPts val="0"/>
              </a:spcBef>
              <a:spcAft>
                <a:spcPts val="0"/>
              </a:spcAft>
              <a:buSzPts val="1400"/>
              <a:buFont typeface="Lato"/>
              <a:buChar char="●"/>
              <a:defRPr>
                <a:latin typeface="Lato"/>
                <a:ea typeface="Lato"/>
                <a:cs typeface="Lato"/>
                <a:sym typeface="Lato"/>
              </a:defRPr>
            </a:lvl4pPr>
            <a:lvl5pPr indent="-317500" lvl="4" marL="2286000" algn="ctr">
              <a:spcBef>
                <a:spcPts val="0"/>
              </a:spcBef>
              <a:spcAft>
                <a:spcPts val="0"/>
              </a:spcAft>
              <a:buSzPts val="1400"/>
              <a:buFont typeface="Lato"/>
              <a:buChar char="○"/>
              <a:defRPr>
                <a:latin typeface="Lato"/>
                <a:ea typeface="Lato"/>
                <a:cs typeface="Lato"/>
                <a:sym typeface="Lato"/>
              </a:defRPr>
            </a:lvl5pPr>
            <a:lvl6pPr indent="-317500" lvl="5" marL="2743200" algn="ctr">
              <a:spcBef>
                <a:spcPts val="0"/>
              </a:spcBef>
              <a:spcAft>
                <a:spcPts val="0"/>
              </a:spcAft>
              <a:buSzPts val="1400"/>
              <a:buFont typeface="Lato"/>
              <a:buChar char="■"/>
              <a:defRPr>
                <a:latin typeface="Lato"/>
                <a:ea typeface="Lato"/>
                <a:cs typeface="Lato"/>
                <a:sym typeface="Lato"/>
              </a:defRPr>
            </a:lvl6pPr>
            <a:lvl7pPr indent="-317500" lvl="6" marL="3200400" algn="ctr">
              <a:spcBef>
                <a:spcPts val="0"/>
              </a:spcBef>
              <a:spcAft>
                <a:spcPts val="0"/>
              </a:spcAft>
              <a:buSzPts val="1400"/>
              <a:buFont typeface="Lato"/>
              <a:buChar char="●"/>
              <a:defRPr>
                <a:latin typeface="Lato"/>
                <a:ea typeface="Lato"/>
                <a:cs typeface="Lato"/>
                <a:sym typeface="Lato"/>
              </a:defRPr>
            </a:lvl7pPr>
            <a:lvl8pPr indent="-317500" lvl="7" marL="3657600" algn="ctr">
              <a:spcBef>
                <a:spcPts val="0"/>
              </a:spcBef>
              <a:spcAft>
                <a:spcPts val="0"/>
              </a:spcAft>
              <a:buSzPts val="1400"/>
              <a:buFont typeface="Lato"/>
              <a:buChar char="○"/>
              <a:defRPr>
                <a:latin typeface="Lato"/>
                <a:ea typeface="Lato"/>
                <a:cs typeface="Lato"/>
                <a:sym typeface="Lato"/>
              </a:defRPr>
            </a:lvl8pPr>
            <a:lvl9pPr indent="-317500" lvl="8" marL="4114800" algn="ctr">
              <a:spcBef>
                <a:spcPts val="0"/>
              </a:spcBef>
              <a:spcAft>
                <a:spcPts val="0"/>
              </a:spcAft>
              <a:buSzPts val="1400"/>
              <a:buFont typeface="Lato"/>
              <a:buChar char="■"/>
              <a:defRPr>
                <a:latin typeface="Lato"/>
                <a:ea typeface="Lato"/>
                <a:cs typeface="Lato"/>
                <a:sym typeface="Lato"/>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s://craftinginterpreters.com/" TargetMode="External"/><Relationship Id="rId4" Type="http://schemas.openxmlformats.org/officeDocument/2006/relationships/hyperlink" Target="https://johannst.github.io/notes/arch/arm64.html" TargetMode="External"/><Relationship Id="rId5" Type="http://schemas.openxmlformats.org/officeDocument/2006/relationships/hyperlink" Target="https://godbolt.org/" TargetMode="External"/><Relationship Id="rId6" Type="http://schemas.openxmlformats.org/officeDocument/2006/relationships/hyperlink" Target="https://www.youtube.com/watch?v=5f6djCBK8wc" TargetMode="External"/><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hyperlink" Target="http://www.youtube.com/watch?v=u71Du3nabXI" TargetMode="External"/><Relationship Id="rId4"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3"/>
          <p:cNvPicPr preferRelativeResize="0"/>
          <p:nvPr/>
        </p:nvPicPr>
        <p:blipFill rotWithShape="1">
          <a:blip r:embed="rId3">
            <a:alphaModFix amt="62000"/>
          </a:blip>
          <a:srcRect b="0" l="0" r="0" t="0"/>
          <a:stretch/>
        </p:blipFill>
        <p:spPr>
          <a:xfrm>
            <a:off x="0" y="0"/>
            <a:ext cx="9144000" cy="5153076"/>
          </a:xfrm>
          <a:prstGeom prst="rect">
            <a:avLst/>
          </a:prstGeom>
          <a:noFill/>
          <a:ln>
            <a:noFill/>
          </a:ln>
        </p:spPr>
      </p:pic>
      <p:sp>
        <p:nvSpPr>
          <p:cNvPr id="69" name="Google Shape;69;p13"/>
          <p:cNvSpPr/>
          <p:nvPr/>
        </p:nvSpPr>
        <p:spPr>
          <a:xfrm>
            <a:off x="1266200" y="2220250"/>
            <a:ext cx="5441700" cy="10467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b="0" i="0" lang="es-419" sz="2771" u="none" cap="none" strike="noStrike">
                <a:solidFill>
                  <a:srgbClr val="000000"/>
                </a:solidFill>
                <a:latin typeface="Arial"/>
                <a:ea typeface="Arial"/>
                <a:cs typeface="Arial"/>
                <a:sym typeface="Arial"/>
              </a:rPr>
              <a:t>Organización de Lenguajes y Compiladores 2</a:t>
            </a:r>
            <a:r>
              <a:rPr lang="es-419" sz="2771"/>
              <a:t> Sección A</a:t>
            </a:r>
            <a:endParaRPr b="0" i="0" sz="2771" u="none" cap="none" strike="noStrike">
              <a:solidFill>
                <a:srgbClr val="000000"/>
              </a:solidFill>
              <a:latin typeface="Arial"/>
              <a:ea typeface="Arial"/>
              <a:cs typeface="Arial"/>
              <a:sym typeface="Arial"/>
            </a:endParaRPr>
          </a:p>
        </p:txBody>
      </p:sp>
      <p:sp>
        <p:nvSpPr>
          <p:cNvPr id="70" name="Google Shape;70;p13"/>
          <p:cNvSpPr/>
          <p:nvPr/>
        </p:nvSpPr>
        <p:spPr>
          <a:xfrm>
            <a:off x="1574556" y="3147171"/>
            <a:ext cx="5084700" cy="5406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lang="es-419" sz="2217"/>
              <a:t>Diego Felipe Cali Morales</a:t>
            </a:r>
            <a:endParaRPr b="0" i="0" sz="2217" u="none" cap="none" strike="noStrike">
              <a:solidFill>
                <a:srgbClr val="000000"/>
              </a:solidFill>
              <a:latin typeface="Arial"/>
              <a:ea typeface="Arial"/>
              <a:cs typeface="Arial"/>
              <a:sym typeface="Arial"/>
            </a:endParaRPr>
          </a:p>
        </p:txBody>
      </p:sp>
      <p:graphicFrame>
        <p:nvGraphicFramePr>
          <p:cNvPr id="71" name="Google Shape;71;p13"/>
          <p:cNvGraphicFramePr/>
          <p:nvPr/>
        </p:nvGraphicFramePr>
        <p:xfrm>
          <a:off x="5231045" y="1013300"/>
          <a:ext cx="3000000" cy="3000000"/>
        </p:xfrm>
        <a:graphic>
          <a:graphicData uri="http://schemas.openxmlformats.org/drawingml/2006/table">
            <a:tbl>
              <a:tblPr>
                <a:noFill/>
                <a:tableStyleId>{114E4886-AB58-49D3-9902-95C5D80D2BC8}</a:tableStyleId>
              </a:tblPr>
              <a:tblGrid>
                <a:gridCol w="1504050"/>
                <a:gridCol w="2152100"/>
              </a:tblGrid>
              <a:tr h="385950">
                <a:tc>
                  <a:txBody>
                    <a:bodyPr/>
                    <a:lstStyle/>
                    <a:p>
                      <a:pPr indent="0" lvl="0" marL="0" marR="0" rtl="0" algn="l">
                        <a:lnSpc>
                          <a:spcPct val="100000"/>
                        </a:lnSpc>
                        <a:spcBef>
                          <a:spcPts val="0"/>
                        </a:spcBef>
                        <a:spcAft>
                          <a:spcPts val="0"/>
                        </a:spcAft>
                        <a:buNone/>
                      </a:pPr>
                      <a:r>
                        <a:rPr b="1" lang="es-419" sz="1200" u="none" cap="none" strike="noStrike">
                          <a:solidFill>
                            <a:srgbClr val="000000"/>
                          </a:solidFill>
                          <a:latin typeface="Arial"/>
                          <a:ea typeface="Arial"/>
                          <a:cs typeface="Arial"/>
                          <a:sym typeface="Arial"/>
                        </a:rPr>
                        <a:t>Día, Fecha:</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419" sz="1200" u="none" cap="none" strike="noStrike">
                          <a:solidFill>
                            <a:srgbClr val="000000"/>
                          </a:solidFill>
                          <a:latin typeface="Arial"/>
                          <a:ea typeface="Arial"/>
                          <a:cs typeface="Arial"/>
                          <a:sym typeface="Arial"/>
                        </a:rPr>
                        <a:t>Martes, </a:t>
                      </a:r>
                      <a:r>
                        <a:rPr lang="es-419" sz="1200"/>
                        <a:t>10</a:t>
                      </a:r>
                      <a:r>
                        <a:rPr b="0" lang="es-419" sz="1200" u="none" cap="none" strike="noStrike">
                          <a:solidFill>
                            <a:srgbClr val="000000"/>
                          </a:solidFill>
                          <a:latin typeface="Arial"/>
                          <a:ea typeface="Arial"/>
                          <a:cs typeface="Arial"/>
                          <a:sym typeface="Arial"/>
                        </a:rPr>
                        <a:t>/</a:t>
                      </a:r>
                      <a:r>
                        <a:rPr lang="es-419" sz="1200"/>
                        <a:t>03</a:t>
                      </a:r>
                      <a:r>
                        <a:rPr b="0" lang="es-419" sz="1200" u="none" cap="none" strike="noStrike">
                          <a:solidFill>
                            <a:srgbClr val="000000"/>
                          </a:solidFill>
                          <a:latin typeface="Arial"/>
                          <a:ea typeface="Arial"/>
                          <a:cs typeface="Arial"/>
                          <a:sym typeface="Arial"/>
                        </a:rPr>
                        <a:t>/202</a:t>
                      </a:r>
                      <a:r>
                        <a:rPr lang="es-419" sz="1200"/>
                        <a:t>6</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5950">
                <a:tc>
                  <a:txBody>
                    <a:bodyPr/>
                    <a:lstStyle/>
                    <a:p>
                      <a:pPr indent="0" lvl="0" marL="0" marR="0" rtl="0" algn="l">
                        <a:lnSpc>
                          <a:spcPct val="100000"/>
                        </a:lnSpc>
                        <a:spcBef>
                          <a:spcPts val="0"/>
                        </a:spcBef>
                        <a:spcAft>
                          <a:spcPts val="0"/>
                        </a:spcAft>
                        <a:buNone/>
                      </a:pPr>
                      <a:r>
                        <a:rPr b="1" lang="es-419" sz="1200" u="none" cap="none" strike="noStrike">
                          <a:solidFill>
                            <a:srgbClr val="000000"/>
                          </a:solidFill>
                          <a:latin typeface="Arial"/>
                          <a:ea typeface="Arial"/>
                          <a:cs typeface="Arial"/>
                          <a:sym typeface="Arial"/>
                        </a:rPr>
                        <a:t>Hora de inicio:</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s-419" sz="1200"/>
                        <a:t>17</a:t>
                      </a:r>
                      <a:r>
                        <a:rPr b="0" lang="es-419" sz="1200" u="none" cap="none" strike="noStrike">
                          <a:solidFill>
                            <a:srgbClr val="000000"/>
                          </a:solidFill>
                          <a:latin typeface="Arial"/>
                          <a:ea typeface="Arial"/>
                          <a:cs typeface="Arial"/>
                          <a:sym typeface="Arial"/>
                        </a:rPr>
                        <a:t>:</a:t>
                      </a:r>
                      <a:r>
                        <a:rPr lang="es-419" sz="1200"/>
                        <a:t>20</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Representaciones intermedias y generación de código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Arquitectura front-end/back-end</a:t>
            </a:r>
            <a:endParaRPr/>
          </a:p>
          <a:p>
            <a:pPr indent="-317500" lvl="0" marL="457200" rtl="0" algn="l">
              <a:spcBef>
                <a:spcPts val="0"/>
              </a:spcBef>
              <a:spcAft>
                <a:spcPts val="0"/>
              </a:spcAft>
              <a:buSzPts val="1400"/>
              <a:buChar char="➔"/>
            </a:pPr>
            <a:r>
              <a:rPr lang="es-419"/>
              <a:t>Representación Intermedia</a:t>
            </a:r>
            <a:endParaRPr/>
          </a:p>
          <a:p>
            <a:pPr indent="-317500" lvl="0" marL="457200" rtl="0" algn="l">
              <a:spcBef>
                <a:spcPts val="0"/>
              </a:spcBef>
              <a:spcAft>
                <a:spcPts val="0"/>
              </a:spcAft>
              <a:buSzPts val="1400"/>
              <a:buChar char="➔"/>
            </a:pPr>
            <a:r>
              <a:rPr lang="es-419"/>
              <a:t>Código de 3 direcciones</a:t>
            </a:r>
            <a:endParaRPr/>
          </a:p>
          <a:p>
            <a:pPr indent="-317500" lvl="0" marL="457200" rtl="0" algn="l">
              <a:spcBef>
                <a:spcPts val="0"/>
              </a:spcBef>
              <a:spcAft>
                <a:spcPts val="0"/>
              </a:spcAft>
              <a:buSzPts val="1400"/>
              <a:buChar char="➔"/>
            </a:pPr>
            <a:r>
              <a:rPr lang="es-419"/>
              <a:t>Instrucciones</a:t>
            </a:r>
            <a:endParaRPr/>
          </a:p>
          <a:p>
            <a:pPr indent="-317500" lvl="0" marL="457200" rtl="0" algn="l">
              <a:spcBef>
                <a:spcPts val="0"/>
              </a:spcBef>
              <a:spcAft>
                <a:spcPts val="0"/>
              </a:spcAft>
              <a:buSzPts val="1400"/>
              <a:buChar char="➔"/>
            </a:pPr>
            <a:r>
              <a:rPr lang="es-419"/>
              <a:t>Bytecode</a:t>
            </a:r>
            <a:endParaRPr/>
          </a:p>
          <a:p>
            <a:pPr indent="-317500" lvl="0" marL="457200" rtl="0" algn="l">
              <a:spcBef>
                <a:spcPts val="0"/>
              </a:spcBef>
              <a:spcAft>
                <a:spcPts val="0"/>
              </a:spcAft>
              <a:buSzPts val="1400"/>
              <a:buChar char="➔"/>
            </a:pPr>
            <a:r>
              <a:rPr lang="es-419"/>
              <a:t>Arm64</a:t>
            </a:r>
            <a:endParaRPr/>
          </a:p>
          <a:p>
            <a:pPr indent="-317500" lvl="0" marL="457200" rtl="0" algn="l">
              <a:spcBef>
                <a:spcPts val="0"/>
              </a:spcBef>
              <a:spcAft>
                <a:spcPts val="0"/>
              </a:spcAft>
              <a:buSzPts val="1400"/>
              <a:buChar char="➔"/>
            </a:pPr>
            <a:r>
              <a:rPr lang="es-419"/>
              <a:t>Parte </a:t>
            </a:r>
            <a:r>
              <a:rPr lang="es-419"/>
              <a:t>Práctica</a:t>
            </a:r>
            <a:endParaRPr/>
          </a:p>
          <a:p>
            <a:pPr indent="0" lvl="0" marL="0" rtl="0" algn="l">
              <a:spcBef>
                <a:spcPts val="1200"/>
              </a:spcBef>
              <a:spcAft>
                <a:spcPts val="0"/>
              </a:spcAft>
              <a:buNone/>
            </a:pPr>
            <a:r>
              <a:rPr lang="es-419"/>
              <a:t>Recordatorios:</a:t>
            </a:r>
            <a:endParaRPr/>
          </a:p>
          <a:p>
            <a:pPr indent="-317500" lvl="0" marL="457200" rtl="0" algn="l">
              <a:spcBef>
                <a:spcPts val="1200"/>
              </a:spcBef>
              <a:spcAft>
                <a:spcPts val="0"/>
              </a:spcAft>
              <a:buSzPts val="1400"/>
              <a:buChar char="➔"/>
            </a:pPr>
            <a:r>
              <a:rPr lang="es-419"/>
              <a:t>Enunciado Proyecto 2</a:t>
            </a:r>
            <a:endParaRPr/>
          </a:p>
          <a:p>
            <a:pPr indent="-317500" lvl="0" marL="457200" rtl="0" algn="l">
              <a:spcBef>
                <a:spcPts val="0"/>
              </a:spcBef>
              <a:spcAft>
                <a:spcPts val="0"/>
              </a:spcAft>
              <a:buSzPts val="1400"/>
              <a:buChar char="➔"/>
            </a:pPr>
            <a:r>
              <a:rPr lang="es-419"/>
              <a:t>Foro de esta semana</a:t>
            </a:r>
            <a:endParaRPr/>
          </a:p>
        </p:txBody>
      </p:sp>
      <p:sp>
        <p:nvSpPr>
          <p:cNvPr id="82" name="Google Shape;82;p1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Recursos:</a:t>
            </a:r>
            <a:endParaRPr/>
          </a:p>
          <a:p>
            <a:pPr indent="-317500" lvl="0" marL="457200" rtl="0" algn="l">
              <a:spcBef>
                <a:spcPts val="1200"/>
              </a:spcBef>
              <a:spcAft>
                <a:spcPts val="0"/>
              </a:spcAft>
              <a:buSzPts val="1400"/>
              <a:buChar char="➔"/>
            </a:pPr>
            <a:r>
              <a:rPr lang="es-419" u="sng">
                <a:solidFill>
                  <a:schemeClr val="hlink"/>
                </a:solidFill>
                <a:hlinkClick r:id="rId3"/>
              </a:rPr>
              <a:t>Crafting Interpreters</a:t>
            </a:r>
            <a:endParaRPr/>
          </a:p>
          <a:p>
            <a:pPr indent="-317500" lvl="0" marL="457200" rtl="0" algn="l">
              <a:spcBef>
                <a:spcPts val="0"/>
              </a:spcBef>
              <a:spcAft>
                <a:spcPts val="0"/>
              </a:spcAft>
              <a:buSzPts val="1400"/>
              <a:buChar char="➔"/>
            </a:pPr>
            <a:r>
              <a:rPr lang="es-419" u="sng">
                <a:solidFill>
                  <a:schemeClr val="hlink"/>
                </a:solidFill>
                <a:hlinkClick r:id="rId4"/>
              </a:rPr>
              <a:t>ARM64 Cheat Sheet</a:t>
            </a:r>
            <a:endParaRPr/>
          </a:p>
          <a:p>
            <a:pPr indent="-317500" lvl="0" marL="457200" rtl="0" algn="l">
              <a:spcBef>
                <a:spcPts val="0"/>
              </a:spcBef>
              <a:spcAft>
                <a:spcPts val="0"/>
              </a:spcAft>
              <a:buSzPts val="1400"/>
              <a:buChar char="➔"/>
            </a:pPr>
            <a:r>
              <a:rPr lang="es-419" u="sng">
                <a:solidFill>
                  <a:schemeClr val="hlink"/>
                </a:solidFill>
                <a:hlinkClick r:id="rId5"/>
              </a:rPr>
              <a:t>Disassembler</a:t>
            </a:r>
            <a:endParaRPr/>
          </a:p>
          <a:p>
            <a:pPr indent="-317500" lvl="0" marL="457200" rtl="0" algn="l">
              <a:spcBef>
                <a:spcPts val="0"/>
              </a:spcBef>
              <a:spcAft>
                <a:spcPts val="0"/>
              </a:spcAft>
              <a:buSzPts val="1400"/>
              <a:buChar char="➔"/>
            </a:pPr>
            <a:r>
              <a:rPr lang="es-419" u="sng">
                <a:solidFill>
                  <a:schemeClr val="hlink"/>
                </a:solidFill>
                <a:hlinkClick r:id="rId6"/>
              </a:rPr>
              <a:t>QEMU</a:t>
            </a:r>
            <a:endParaRPr/>
          </a:p>
        </p:txBody>
      </p:sp>
      <p:sp>
        <p:nvSpPr>
          <p:cNvPr id="83" name="Google Shape;83;p15"/>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Agenda</a:t>
            </a:r>
            <a:endParaRPr/>
          </a:p>
        </p:txBody>
      </p:sp>
      <p:sp>
        <p:nvSpPr>
          <p:cNvPr id="84" name="Google Shape;84;p15"/>
          <p:cNvSpPr/>
          <p:nvPr/>
        </p:nvSpPr>
        <p:spPr>
          <a:xfrm>
            <a:off x="3818104" y="115248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7">
              <a:alphaModFix/>
            </a:blip>
            <a:stretch>
              <a:fillRect b="0" l="0" r="0" t="0"/>
            </a:stretch>
          </a:blipFill>
          <a:ln>
            <a:noFill/>
          </a:ln>
        </p:spPr>
      </p:sp>
      <p:sp>
        <p:nvSpPr>
          <p:cNvPr id="85" name="Google Shape;85;p15"/>
          <p:cNvSpPr txBox="1"/>
          <p:nvPr/>
        </p:nvSpPr>
        <p:spPr>
          <a:xfrm>
            <a:off x="4832400" y="2911975"/>
            <a:ext cx="3999900" cy="16248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es-419" sz="1600">
                <a:solidFill>
                  <a:srgbClr val="595959"/>
                </a:solidFill>
                <a:latin typeface="Lato"/>
                <a:ea typeface="Lato"/>
                <a:cs typeface="Lato"/>
                <a:sym typeface="Lato"/>
              </a:rPr>
              <a:t>Valor:</a:t>
            </a:r>
            <a:endParaRPr sz="1600">
              <a:solidFill>
                <a:srgbClr val="595959"/>
              </a:solidFill>
              <a:latin typeface="Lato"/>
              <a:ea typeface="Lato"/>
              <a:cs typeface="Lato"/>
              <a:sym typeface="Lato"/>
            </a:endParaRPr>
          </a:p>
          <a:p>
            <a:pPr indent="0" lvl="0" marL="0" rtl="0" algn="ctr">
              <a:lnSpc>
                <a:spcPct val="115000"/>
              </a:lnSpc>
              <a:spcBef>
                <a:spcPts val="1200"/>
              </a:spcBef>
              <a:spcAft>
                <a:spcPts val="0"/>
              </a:spcAft>
              <a:buNone/>
            </a:pPr>
            <a:r>
              <a:rPr i="1" lang="es-419" sz="1600">
                <a:solidFill>
                  <a:srgbClr val="595959"/>
                </a:solidFill>
                <a:latin typeface="Lato"/>
                <a:ea typeface="Lato"/>
                <a:cs typeface="Lato"/>
                <a:sym typeface="Lato"/>
              </a:rPr>
              <a:t>Pensamiento Abstracto</a:t>
            </a:r>
            <a:endParaRPr i="1" sz="1600">
              <a:solidFill>
                <a:srgbClr val="595959"/>
              </a:solidFill>
              <a:latin typeface="Lato"/>
              <a:ea typeface="Lato"/>
              <a:cs typeface="Lato"/>
              <a:sym typeface="Lato"/>
            </a:endParaRPr>
          </a:p>
          <a:p>
            <a:pPr indent="0" lvl="0" marL="0" rtl="0" algn="l">
              <a:lnSpc>
                <a:spcPct val="115000"/>
              </a:lnSpc>
              <a:spcBef>
                <a:spcPts val="1200"/>
              </a:spcBef>
              <a:spcAft>
                <a:spcPts val="1200"/>
              </a:spcAft>
              <a:buNone/>
            </a:pPr>
            <a:r>
              <a:t/>
            </a:r>
            <a:endParaRPr i="1">
              <a:solidFill>
                <a:srgbClr val="595959"/>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Representación</a:t>
            </a:r>
            <a:r>
              <a:rPr lang="es-419"/>
              <a:t> Intermedia</a:t>
            </a:r>
            <a:endParaRPr/>
          </a:p>
        </p:txBody>
      </p:sp>
      <p:sp>
        <p:nvSpPr>
          <p:cNvPr id="91" name="Google Shape;91;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419"/>
              <a:t>• Sus instrucciones corresponden básicamente a las instrucciones generales de los procesadores.</a:t>
            </a:r>
            <a:endParaRPr/>
          </a:p>
          <a:p>
            <a:pPr indent="0" lvl="0" marL="0" rtl="0" algn="l">
              <a:spcBef>
                <a:spcPts val="1200"/>
              </a:spcBef>
              <a:spcAft>
                <a:spcPts val="0"/>
              </a:spcAft>
              <a:buClr>
                <a:schemeClr val="dk1"/>
              </a:buClr>
              <a:buSzPts val="1100"/>
              <a:buFont typeface="Arial"/>
              <a:buNone/>
            </a:pPr>
            <a:r>
              <a:rPr lang="es-419"/>
              <a:t>• Es independiente de la máquina (hasta cierto punto).</a:t>
            </a:r>
            <a:endParaRPr/>
          </a:p>
          <a:p>
            <a:pPr indent="0" lvl="0" marL="0" rtl="0" algn="l">
              <a:spcBef>
                <a:spcPts val="1200"/>
              </a:spcBef>
              <a:spcAft>
                <a:spcPts val="1200"/>
              </a:spcAft>
              <a:buNone/>
            </a:pPr>
            <a:r>
              <a:rPr lang="es-419"/>
              <a:t>• No tiene en cuenta características como la arquitectura del procesador, el número de registros del procesador o la funcionalidad de estos registros.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a:t>
            </a:r>
            <a:r>
              <a:rPr lang="es-419"/>
              <a:t>ódigo de 3 direcciones</a:t>
            </a:r>
            <a:endParaRPr/>
          </a:p>
        </p:txBody>
      </p:sp>
      <p:sp>
        <p:nvSpPr>
          <p:cNvPr id="97" name="Google Shape;9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s-419"/>
              <a:t>• Se suele tomar como código intermedio.</a:t>
            </a:r>
            <a:endParaRPr/>
          </a:p>
          <a:p>
            <a:pPr indent="0" lvl="0" marL="0" rtl="0" algn="l">
              <a:spcBef>
                <a:spcPts val="1200"/>
              </a:spcBef>
              <a:spcAft>
                <a:spcPts val="0"/>
              </a:spcAft>
              <a:buClr>
                <a:schemeClr val="dk1"/>
              </a:buClr>
              <a:buSzPts val="1100"/>
              <a:buFont typeface="Arial"/>
              <a:buNone/>
            </a:pPr>
            <a:r>
              <a:rPr lang="es-419"/>
              <a:t>• Está formado por instrucciones con un máximo de tres direcciones: operando1, operando2 y resultado.</a:t>
            </a:r>
            <a:endParaRPr/>
          </a:p>
          <a:p>
            <a:pPr indent="0" lvl="0" marL="0" rtl="0" algn="l">
              <a:spcBef>
                <a:spcPts val="1200"/>
              </a:spcBef>
              <a:spcAft>
                <a:spcPts val="0"/>
              </a:spcAft>
              <a:buClr>
                <a:schemeClr val="dk1"/>
              </a:buClr>
              <a:buSzPts val="1100"/>
              <a:buFont typeface="Arial"/>
              <a:buNone/>
            </a:pPr>
            <a:r>
              <a:rPr lang="es-419"/>
              <a:t>• Las instrucciones se representan por cuartetos: (operador, operando1, operando2, resultado).</a:t>
            </a:r>
            <a:endParaRPr/>
          </a:p>
          <a:p>
            <a:pPr indent="0" lvl="0" marL="0" rtl="0" algn="l">
              <a:spcBef>
                <a:spcPts val="1200"/>
              </a:spcBef>
              <a:spcAft>
                <a:spcPts val="0"/>
              </a:spcAft>
              <a:buClr>
                <a:schemeClr val="dk1"/>
              </a:buClr>
              <a:buSzPts val="1100"/>
              <a:buFont typeface="Arial"/>
              <a:buNone/>
            </a:pPr>
            <a:r>
              <a:rPr lang="es-419"/>
              <a:t>• No todas las direcciones deben estar ocupadas. Existen instrucciones con menos direcciones.</a:t>
            </a:r>
            <a:endParaRPr/>
          </a:p>
          <a:p>
            <a:pPr indent="0" lvl="0" marL="0" rtl="0" algn="l">
              <a:spcBef>
                <a:spcPts val="1200"/>
              </a:spcBef>
              <a:spcAft>
                <a:spcPts val="1200"/>
              </a:spcAft>
              <a:buNone/>
            </a:pPr>
            <a:r>
              <a:rPr lang="es-419"/>
              <a:t>• Las instrucciones son muy parecidas a las de cualquier ensamblador: sumas, restas, multiplicaciones, saltos condicionales, saltos incondicionales,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Instrucciones B</a:t>
            </a:r>
            <a:r>
              <a:rPr lang="es-419"/>
              <a:t>ásicas</a:t>
            </a:r>
            <a:endParaRPr/>
          </a:p>
        </p:txBody>
      </p:sp>
      <p:sp>
        <p:nvSpPr>
          <p:cNvPr id="103" name="Google Shape;103;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419"/>
              <a:t>– x := y op z (operación binaria aritmética o lógica)</a:t>
            </a:r>
            <a:endParaRPr/>
          </a:p>
          <a:p>
            <a:pPr indent="0" lvl="0" marL="0" rtl="0" algn="l">
              <a:spcBef>
                <a:spcPts val="1200"/>
              </a:spcBef>
              <a:spcAft>
                <a:spcPts val="0"/>
              </a:spcAft>
              <a:buClr>
                <a:schemeClr val="dk1"/>
              </a:buClr>
              <a:buSzPts val="1100"/>
              <a:buFont typeface="Arial"/>
              <a:buNone/>
            </a:pPr>
            <a:r>
              <a:rPr lang="es-419"/>
              <a:t>– x := op y (operación unaria aritmética o lógica)</a:t>
            </a:r>
            <a:endParaRPr/>
          </a:p>
          <a:p>
            <a:pPr indent="0" lvl="0" marL="0" rtl="0" algn="l">
              <a:spcBef>
                <a:spcPts val="1200"/>
              </a:spcBef>
              <a:spcAft>
                <a:spcPts val="0"/>
              </a:spcAft>
              <a:buClr>
                <a:schemeClr val="dk1"/>
              </a:buClr>
              <a:buSzPts val="1100"/>
              <a:buFont typeface="Arial"/>
              <a:buNone/>
            </a:pPr>
            <a:r>
              <a:rPr lang="es-419"/>
              <a:t>– x := y (asignación simple)</a:t>
            </a:r>
            <a:endParaRPr/>
          </a:p>
          <a:p>
            <a:pPr indent="0" lvl="0" marL="0" rtl="0" algn="l">
              <a:spcBef>
                <a:spcPts val="1200"/>
              </a:spcBef>
              <a:spcAft>
                <a:spcPts val="0"/>
              </a:spcAft>
              <a:buClr>
                <a:schemeClr val="dk1"/>
              </a:buClr>
              <a:buSzPts val="1100"/>
              <a:buFont typeface="Arial"/>
              <a:buNone/>
            </a:pPr>
            <a:r>
              <a:rPr lang="es-419"/>
              <a:t>– goto etiqueta (salto incondicional)</a:t>
            </a:r>
            <a:endParaRPr/>
          </a:p>
          <a:p>
            <a:pPr indent="0" lvl="0" marL="0" rtl="0" algn="l">
              <a:spcBef>
                <a:spcPts val="1200"/>
              </a:spcBef>
              <a:spcAft>
                <a:spcPts val="1200"/>
              </a:spcAft>
              <a:buNone/>
            </a:pPr>
            <a:r>
              <a:rPr lang="es-419"/>
              <a:t>– if x oprelacional y goto etiqueta (salto condicional)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419" sz="1800"/>
              <a:t>Índices:</a:t>
            </a:r>
            <a:endParaRPr b="1" sz="1800"/>
          </a:p>
          <a:p>
            <a:pPr indent="457200" lvl="0" marL="0" rtl="0" algn="l">
              <a:spcBef>
                <a:spcPts val="1200"/>
              </a:spcBef>
              <a:spcAft>
                <a:spcPts val="0"/>
              </a:spcAft>
              <a:buClr>
                <a:schemeClr val="dk1"/>
              </a:buClr>
              <a:buSzPts val="1100"/>
              <a:buFont typeface="Arial"/>
              <a:buNone/>
            </a:pPr>
            <a:r>
              <a:rPr lang="es-419" sz="1800"/>
              <a:t>– x[i] := y</a:t>
            </a:r>
            <a:endParaRPr sz="1800"/>
          </a:p>
          <a:p>
            <a:pPr indent="457200" lvl="0" marL="0" rtl="0" algn="l">
              <a:spcBef>
                <a:spcPts val="1200"/>
              </a:spcBef>
              <a:spcAft>
                <a:spcPts val="0"/>
              </a:spcAft>
              <a:buClr>
                <a:schemeClr val="dk1"/>
              </a:buClr>
              <a:buSzPts val="1100"/>
              <a:buFont typeface="Arial"/>
              <a:buNone/>
            </a:pPr>
            <a:r>
              <a:rPr lang="es-419" sz="1800"/>
              <a:t>– x := y[i]</a:t>
            </a:r>
            <a:endParaRPr sz="1800"/>
          </a:p>
          <a:p>
            <a:pPr indent="0" lvl="0" marL="0" rtl="0" algn="l">
              <a:spcBef>
                <a:spcPts val="1200"/>
              </a:spcBef>
              <a:spcAft>
                <a:spcPts val="0"/>
              </a:spcAft>
              <a:buClr>
                <a:schemeClr val="dk1"/>
              </a:buClr>
              <a:buSzPts val="1100"/>
              <a:buFont typeface="Arial"/>
              <a:buNone/>
            </a:pPr>
            <a:r>
              <a:rPr b="1" lang="es-419" sz="1800"/>
              <a:t>Punteros:</a:t>
            </a:r>
            <a:endParaRPr b="1" sz="1800"/>
          </a:p>
          <a:p>
            <a:pPr indent="0" lvl="0" marL="457200" rtl="0" algn="l">
              <a:spcBef>
                <a:spcPts val="1200"/>
              </a:spcBef>
              <a:spcAft>
                <a:spcPts val="0"/>
              </a:spcAft>
              <a:buClr>
                <a:schemeClr val="dk1"/>
              </a:buClr>
              <a:buSzPts val="1100"/>
              <a:buFont typeface="Arial"/>
              <a:buNone/>
            </a:pPr>
            <a:r>
              <a:rPr lang="es-419" sz="1800"/>
              <a:t>– x := &amp;y</a:t>
            </a:r>
            <a:endParaRPr sz="1800"/>
          </a:p>
          <a:p>
            <a:pPr indent="0" lvl="0" marL="457200" rtl="0" algn="l">
              <a:spcBef>
                <a:spcPts val="1200"/>
              </a:spcBef>
              <a:spcAft>
                <a:spcPts val="0"/>
              </a:spcAft>
              <a:buClr>
                <a:schemeClr val="dk1"/>
              </a:buClr>
              <a:buSzPts val="1100"/>
              <a:buFont typeface="Arial"/>
              <a:buNone/>
            </a:pPr>
            <a:r>
              <a:rPr lang="es-419" sz="1800"/>
              <a:t>– x := *y</a:t>
            </a:r>
            <a:endParaRPr sz="1800"/>
          </a:p>
          <a:p>
            <a:pPr indent="0" lvl="0" marL="457200" rtl="0" algn="l">
              <a:spcBef>
                <a:spcPts val="1200"/>
              </a:spcBef>
              <a:spcAft>
                <a:spcPts val="1200"/>
              </a:spcAft>
              <a:buClr>
                <a:schemeClr val="dk1"/>
              </a:buClr>
              <a:buSzPts val="1100"/>
              <a:buFont typeface="Arial"/>
              <a:buNone/>
            </a:pPr>
            <a:r>
              <a:rPr lang="es-419" sz="1800"/>
              <a:t>– *x := y</a:t>
            </a:r>
            <a:endParaRPr/>
          </a:p>
        </p:txBody>
      </p:sp>
      <p:sp>
        <p:nvSpPr>
          <p:cNvPr id="109" name="Google Shape;109;p1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s-419" sz="1800"/>
              <a:t>Funciones</a:t>
            </a:r>
            <a:endParaRPr b="1" sz="1800"/>
          </a:p>
          <a:p>
            <a:pPr indent="0" lvl="0" marL="0" rtl="0" algn="l">
              <a:spcBef>
                <a:spcPts val="1200"/>
              </a:spcBef>
              <a:spcAft>
                <a:spcPts val="0"/>
              </a:spcAft>
              <a:buClr>
                <a:schemeClr val="dk1"/>
              </a:buClr>
              <a:buSzPts val="1100"/>
              <a:buFont typeface="Arial"/>
              <a:buNone/>
            </a:pPr>
            <a:r>
              <a:rPr lang="es-419" sz="1800"/>
              <a:t>– push x (almacena el parámetro en la pila)</a:t>
            </a:r>
            <a:endParaRPr sz="1800"/>
          </a:p>
          <a:p>
            <a:pPr indent="0" lvl="0" marL="0" rtl="0" algn="l">
              <a:spcBef>
                <a:spcPts val="1200"/>
              </a:spcBef>
              <a:spcAft>
                <a:spcPts val="0"/>
              </a:spcAft>
              <a:buClr>
                <a:schemeClr val="dk1"/>
              </a:buClr>
              <a:buSzPts val="1100"/>
              <a:buFont typeface="Arial"/>
              <a:buNone/>
            </a:pPr>
            <a:r>
              <a:rPr lang="es-419" sz="1800"/>
              <a:t>– pop x (saca el valor de la pila y lo almacena en x)</a:t>
            </a:r>
            <a:endParaRPr sz="1800"/>
          </a:p>
          <a:p>
            <a:pPr indent="0" lvl="0" marL="0" rtl="0" algn="l">
              <a:spcBef>
                <a:spcPts val="1200"/>
              </a:spcBef>
              <a:spcAft>
                <a:spcPts val="0"/>
              </a:spcAft>
              <a:buClr>
                <a:schemeClr val="dk1"/>
              </a:buClr>
              <a:buSzPts val="1100"/>
              <a:buFont typeface="Arial"/>
              <a:buNone/>
            </a:pPr>
            <a:r>
              <a:rPr lang="es-419" sz="1800"/>
              <a:t>– call etiqueta, n (llama a la función que comienza en la etiqueta</a:t>
            </a:r>
            <a:endParaRPr sz="1800"/>
          </a:p>
          <a:p>
            <a:pPr indent="0" lvl="0" marL="0" rtl="0" algn="l">
              <a:spcBef>
                <a:spcPts val="1200"/>
              </a:spcBef>
              <a:spcAft>
                <a:spcPts val="0"/>
              </a:spcAft>
              <a:buClr>
                <a:schemeClr val="dk1"/>
              </a:buClr>
              <a:buSzPts val="1100"/>
              <a:buFont typeface="Arial"/>
              <a:buNone/>
            </a:pPr>
            <a:r>
              <a:rPr lang="es-419" sz="1800"/>
              <a:t> tomando n parámetros de la pila)</a:t>
            </a:r>
            <a:endParaRPr sz="1800"/>
          </a:p>
          <a:p>
            <a:pPr indent="0" lvl="0" marL="0" rtl="0" algn="l">
              <a:spcBef>
                <a:spcPts val="1200"/>
              </a:spcBef>
              <a:spcAft>
                <a:spcPts val="1200"/>
              </a:spcAft>
              <a:buClr>
                <a:schemeClr val="dk1"/>
              </a:buClr>
              <a:buSzPts val="1100"/>
              <a:buFont typeface="Arial"/>
              <a:buNone/>
            </a:pPr>
            <a:r>
              <a:rPr lang="es-419" sz="1800"/>
              <a:t>– return y (devuelve el valor y)</a:t>
            </a:r>
            <a:endParaRPr/>
          </a:p>
        </p:txBody>
      </p:sp>
      <p:sp>
        <p:nvSpPr>
          <p:cNvPr id="110" name="Google Shape;110;p19"/>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Otras Instrucciones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Bytecode</a:t>
            </a:r>
            <a:endParaRPr/>
          </a:p>
        </p:txBody>
      </p:sp>
      <p:sp>
        <p:nvSpPr>
          <p:cNvPr id="116" name="Google Shape;11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El bytecode es una representación intermedia del programa optimizada para su ejecución en una máquina virtual. En lugar de interpretar directamente el AST (Árbol de Sintaxis Abstracta), el programa se transforma en una secuencia de instrucciones más simples que pueden ejecutarse de forma más eficiente por el intérprete.</a:t>
            </a:r>
            <a:endParaRPr/>
          </a:p>
        </p:txBody>
      </p:sp>
      <p:pic>
        <p:nvPicPr>
          <p:cNvPr id="117" name="Google Shape;117;p20"/>
          <p:cNvPicPr preferRelativeResize="0"/>
          <p:nvPr/>
        </p:nvPicPr>
        <p:blipFill>
          <a:blip r:embed="rId3">
            <a:alphaModFix/>
          </a:blip>
          <a:stretch>
            <a:fillRect/>
          </a:stretch>
        </p:blipFill>
        <p:spPr>
          <a:xfrm>
            <a:off x="2420264" y="2571750"/>
            <a:ext cx="3943475" cy="1997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1"/>
          <p:cNvPicPr preferRelativeResize="0"/>
          <p:nvPr/>
        </p:nvPicPr>
        <p:blipFill>
          <a:blip r:embed="rId3">
            <a:alphaModFix/>
          </a:blip>
          <a:stretch>
            <a:fillRect/>
          </a:stretch>
        </p:blipFill>
        <p:spPr>
          <a:xfrm>
            <a:off x="152400" y="663350"/>
            <a:ext cx="8839201" cy="2960233"/>
          </a:xfrm>
          <a:prstGeom prst="rect">
            <a:avLst/>
          </a:prstGeom>
          <a:noFill/>
          <a:ln>
            <a:noFill/>
          </a:ln>
        </p:spPr>
      </p:pic>
      <p:sp>
        <p:nvSpPr>
          <p:cNvPr id="123" name="Google Shape;123;p21"/>
          <p:cNvSpPr txBox="1"/>
          <p:nvPr/>
        </p:nvSpPr>
        <p:spPr>
          <a:xfrm>
            <a:off x="1720675" y="4148150"/>
            <a:ext cx="5688600" cy="56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lt1"/>
                </a:solidFill>
                <a:latin typeface="Lato"/>
                <a:ea typeface="Lato"/>
                <a:cs typeface="Lato"/>
                <a:sym typeface="Lato"/>
              </a:rPr>
              <a:t>Ejemplo de Java bytecode</a:t>
            </a:r>
            <a:endParaRPr sz="1800">
              <a:solidFill>
                <a:schemeClr val="l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ARM64</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¿Qu</a:t>
            </a:r>
            <a:r>
              <a:rPr lang="es-419"/>
              <a:t>é es</a:t>
            </a:r>
            <a:r>
              <a:rPr lang="es-419"/>
              <a:t>?</a:t>
            </a:r>
            <a:endParaRPr/>
          </a:p>
        </p:txBody>
      </p:sp>
      <p:sp>
        <p:nvSpPr>
          <p:cNvPr id="134" name="Google Shape;13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ARM64 (también conocido como AArch64) es una arquitectura de conjunto de instrucciones de 64 bits desarrollada por Arm Ltd. basada en los principios de RISC (Reduced Instruction Set Computer). Está diseñada para ofrecer alto rendimiento y eficiencia energética, por lo que es ampliamente utilizada en dispositivos móviles, sistemas embebidos y servidores modernos.</a:t>
            </a:r>
            <a:endParaRPr/>
          </a:p>
        </p:txBody>
      </p:sp>
      <p:pic>
        <p:nvPicPr>
          <p:cNvPr id="135" name="Google Shape;135;p23"/>
          <p:cNvPicPr preferRelativeResize="0"/>
          <p:nvPr/>
        </p:nvPicPr>
        <p:blipFill>
          <a:blip r:embed="rId3">
            <a:alphaModFix/>
          </a:blip>
          <a:stretch>
            <a:fillRect/>
          </a:stretch>
        </p:blipFill>
        <p:spPr>
          <a:xfrm>
            <a:off x="3381375" y="3398563"/>
            <a:ext cx="2381250" cy="733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Registros e Instrucciones Básicas</a:t>
            </a:r>
            <a:endParaRPr/>
          </a:p>
        </p:txBody>
      </p:sp>
      <p:sp>
        <p:nvSpPr>
          <p:cNvPr id="141" name="Google Shape;14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2" name="Google Shape;142;p24"/>
          <p:cNvPicPr preferRelativeResize="0"/>
          <p:nvPr/>
        </p:nvPicPr>
        <p:blipFill rotWithShape="1">
          <a:blip r:embed="rId3">
            <a:alphaModFix/>
          </a:blip>
          <a:srcRect b="0" l="0" r="43436" t="0"/>
          <a:stretch/>
        </p:blipFill>
        <p:spPr>
          <a:xfrm>
            <a:off x="571295" y="1322388"/>
            <a:ext cx="4121575" cy="3076575"/>
          </a:xfrm>
          <a:prstGeom prst="rect">
            <a:avLst/>
          </a:prstGeom>
          <a:noFill/>
          <a:ln>
            <a:noFill/>
          </a:ln>
        </p:spPr>
      </p:pic>
      <p:pic>
        <p:nvPicPr>
          <p:cNvPr id="143" name="Google Shape;143;p24"/>
          <p:cNvPicPr preferRelativeResize="0"/>
          <p:nvPr/>
        </p:nvPicPr>
        <p:blipFill>
          <a:blip r:embed="rId4">
            <a:alphaModFix/>
          </a:blip>
          <a:stretch>
            <a:fillRect/>
          </a:stretch>
        </p:blipFill>
        <p:spPr>
          <a:xfrm>
            <a:off x="4894625" y="1152475"/>
            <a:ext cx="3692682" cy="3416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descr="La rivalidad entre dos amigos se transforma en el fuego que forjara el procesador más exitoso del mundo.&#10;&#10;Esta es una compilación de videos pasados, re editados, con errores arreglados y nuevos actores de voz.&#10;&#10;Eventos ligeramente ajustados o exagerados por temas narrativos.&#10;&#10;SideQuest es la serie recompensa para Patreon:&#10;La conspiración que acabo con Ferranti, https://www.patreon.com/posts/bonus-que-la-62737885&#10;Como la BBC Micro falló en América en Patreon: https://www.patreon.com/posts/77830116&#10;La entrevista completa a Steve Furber: https://www.patreon.com/posts/77830048&#10;¿Y que le paso a Acorn Computers?: https://www.patreon.com/posts/80825635&#10;&#10;Y para miembros del canal:&#10;La conspiración que acabo con Ferranti: https://www.youtube.com/watch?v=bWpt85_MArE&#10;Como la BBC Micro falló en América: https://youtu.be/piYvYskJmXw&#10;La entrevista completa a Steve Furber: https://youtu.be/URdFK-txUeI&#10;¿Y que le paso a Acorn Computers?: https://www.youtube.com/watch?v=2597W5aihW8&#10;&#10;Social media:&#10;https://twitter.com/lowspec_gamer&#10;https://www.instagram.com/thelowspecgamer&#10;&#10;Créditos:&#10;&#10;Investigación y guion: LowSpecAlex&#10;Voz: LowSpecAlex&#10;Edición: Zave Davey, LowSpecAlex&#10;Edición de audio: Susmit Gupta&#10;Animación 3D: Windy, Divye&#10;Dibujos de Maiku No Koe: https://twitter.com/maiku_no_koe&#10;Miniatura: Maiku no Koe&#10;Traducción de español, Edición de audio, revision: Henrique von Buren&#10;Doblaje de: https://twitter.com/JesusHDoblaje&#10;Invitada especial/Sophie Wilson: Karen Hernández&#10;&#10;Music by Epidemic Sound: http://epidemicsound.com/creator&#10;Stock Footage from Getty&#10;&#10;Fuentes:&#10;The ZX Spectrum Ula: How to Design a Microcomputer de Christopher David Smith&#10;Entrevista con Chris Curry: https://www.youtube.com/watch?v=KrTmvqwpZF8&amp;list=WL&#10;Comentario de Micro Men con Chris Curry, Steve Furber and Hermann Hauser: https://www.youtube.com/watch?v=yaonVYOTSsk&#10;Sobre las fallas de Sinclair reportadas por Acorn: https://sinclairuser.com/035/news.htm&#10;Sobre el diseño del teclado: https://www.bbc.com/news/technology-17776666&#10;Sobre el debate de los juegos en Sinclair: https://www.cnet.com/news/clive-sinclairs-zx-spectrum-this-is-where-the-uk-games-industry-came-from/&#10;On semiconductor manufacture: https://www.youtube.com/watch?v=u3ws0UebnSE&#10;http://archive.computerhistory.org/resources/access/text/2015/04/102739951-05-01-acc.pdf&#10;https://archive.computerhistory.org/resources/access/text/2012/05/102746196-05-01-acc.pdf&#10;https://archive.computerhistory.org/resources/access/text/2012/06/102746190-05-01-acc.pdf&#10;http://archive.computerhistory.org/resources/access/text/2015/04/102739951-05-01-acc.pdf&#10;http://archive.computerhistory.org/resources/access/text/2013/04/102746578-05-01-acc.pdf" id="148" name="Google Shape;148;p25" title="La Guerra Tecnologíca que creo ARM (Remasterizado)">
            <a:hlinkClick r:id="rId3"/>
          </p:cNvPr>
          <p:cNvPicPr preferRelativeResize="0"/>
          <p:nvPr/>
        </p:nvPicPr>
        <p:blipFill>
          <a:blip r:embed="rId4">
            <a:alphaModFix/>
          </a:blip>
          <a:stretch>
            <a:fillRect/>
          </a:stretch>
        </p:blipFill>
        <p:spPr>
          <a:xfrm>
            <a:off x="895150" y="503525"/>
            <a:ext cx="7353700" cy="4136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1000"/>
                                        <p:tgtEl>
                                          <p:spTgt spid="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Práctica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