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3.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Lst>
  <p:sldSz cy="10287000" cx="18288000"/>
  <p:notesSz cx="6858000" cy="9144000"/>
  <p:embeddedFontLst>
    <p:embeddedFont>
      <p:font typeface="Play"/>
      <p:regular r:id="rId30"/>
      <p:bold r:id="rId31"/>
    </p:embeddedFont>
    <p:embeddedFont>
      <p:font typeface="Lato"/>
      <p:regular r:id="rId32"/>
      <p:bold r:id="rId33"/>
      <p:italic r:id="rId34"/>
      <p:boldItalic r:id="rId35"/>
    </p:embeddedFont>
    <p:embeddedFont>
      <p:font typeface="Open Sans"/>
      <p:regular r:id="rId36"/>
      <p:bold r:id="rId37"/>
      <p:italic r:id="rId38"/>
      <p:boldItalic r:id="rId3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GoogleSlidesCustomDataVersion2">
      <go:slidesCustomData xmlns:go="http://customooxmlschemas.google.com/" r:id="rId40" roundtripDataSignature="AMtx7mhh7W15OiNAO7AeiOiEP91QLEJ9y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9FD956A8-A0DB-431A-B9D4-B5711978ADE6}">
  <a:tblStyle styleId="{9FD956A8-A0DB-431A-B9D4-B5711978ADE6}"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customschemas.google.com/relationships/presentationmetadata" Target="metadata"/><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Play-bold.fntdata"/><Relationship Id="rId30" Type="http://schemas.openxmlformats.org/officeDocument/2006/relationships/font" Target="fonts/Play-regular.fntdata"/><Relationship Id="rId11" Type="http://schemas.openxmlformats.org/officeDocument/2006/relationships/slide" Target="slides/slide5.xml"/><Relationship Id="rId33" Type="http://schemas.openxmlformats.org/officeDocument/2006/relationships/font" Target="fonts/Lato-bold.fntdata"/><Relationship Id="rId10" Type="http://schemas.openxmlformats.org/officeDocument/2006/relationships/slide" Target="slides/slide4.xml"/><Relationship Id="rId32" Type="http://schemas.openxmlformats.org/officeDocument/2006/relationships/font" Target="fonts/Lato-regular.fntdata"/><Relationship Id="rId13" Type="http://schemas.openxmlformats.org/officeDocument/2006/relationships/slide" Target="slides/slide7.xml"/><Relationship Id="rId35" Type="http://schemas.openxmlformats.org/officeDocument/2006/relationships/font" Target="fonts/Lato-boldItalic.fntdata"/><Relationship Id="rId12" Type="http://schemas.openxmlformats.org/officeDocument/2006/relationships/slide" Target="slides/slide6.xml"/><Relationship Id="rId34" Type="http://schemas.openxmlformats.org/officeDocument/2006/relationships/font" Target="fonts/Lato-italic.fntdata"/><Relationship Id="rId15" Type="http://schemas.openxmlformats.org/officeDocument/2006/relationships/slide" Target="slides/slide9.xml"/><Relationship Id="rId37" Type="http://schemas.openxmlformats.org/officeDocument/2006/relationships/font" Target="fonts/OpenSans-bold.fntdata"/><Relationship Id="rId14" Type="http://schemas.openxmlformats.org/officeDocument/2006/relationships/slide" Target="slides/slide8.xml"/><Relationship Id="rId36" Type="http://schemas.openxmlformats.org/officeDocument/2006/relationships/font" Target="fonts/OpenSans-regular.fntdata"/><Relationship Id="rId17" Type="http://schemas.openxmlformats.org/officeDocument/2006/relationships/slide" Target="slides/slide11.xml"/><Relationship Id="rId39" Type="http://schemas.openxmlformats.org/officeDocument/2006/relationships/font" Target="fonts/OpenSans-boldItalic.fntdata"/><Relationship Id="rId16" Type="http://schemas.openxmlformats.org/officeDocument/2006/relationships/slide" Target="slides/slide10.xml"/><Relationship Id="rId38" Type="http://schemas.openxmlformats.org/officeDocument/2006/relationships/font" Target="fonts/OpenSans-italic.fntdata"/><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g3cec6d80396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9" name="Google Shape;99;g3cec6d80396_0_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7" name="Google Shape;107;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g3cec6d80396_0_8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17" name="Google Shape;117;g3cec6d80396_0_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23" name="Google Shape;123;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39" name="Google Shape;139;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46" name="Google Shape;146;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53" name="Google Shape;153;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63" name="Google Shape;163;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72" name="Google Shape;172;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84" name="Google Shape;184;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01" name="Google Shape;201;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15" name="Google Shape;215;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20" name="Google Shape;220;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26" name="Google Shape;226;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32" name="Google Shape;232;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g3ce75bb6569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9" name="Google Shape;239;g3ce75bb6569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g3ce75bb6569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46" name="Google Shape;246;g3ce75bb6569_0_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 name="Shape 250"/>
        <p:cNvGrpSpPr/>
        <p:nvPr/>
      </p:nvGrpSpPr>
      <p:grpSpPr>
        <a:xfrm>
          <a:off x="0" y="0"/>
          <a:ext cx="0" cy="0"/>
          <a:chOff x="0" y="0"/>
          <a:chExt cx="0" cy="0"/>
        </a:xfrm>
      </p:grpSpPr>
      <p:sp>
        <p:nvSpPr>
          <p:cNvPr id="251" name="Google Shape;251;g3ce75bb6569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52" name="Google Shape;252;g3ce75bb6569_0_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 name="Shape 255"/>
        <p:cNvGrpSpPr/>
        <p:nvPr/>
      </p:nvGrpSpPr>
      <p:grpSpPr>
        <a:xfrm>
          <a:off x="0" y="0"/>
          <a:ext cx="0" cy="0"/>
          <a:chOff x="0" y="0"/>
          <a:chExt cx="0" cy="0"/>
        </a:xfrm>
      </p:grpSpPr>
      <p:sp>
        <p:nvSpPr>
          <p:cNvPr id="256" name="Google Shape;256;g3ce75bb6569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57" name="Google Shape;257;g3ce75bb6569_0_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g3ce75bb6569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64" name="Google Shape;264;g3ce75bb6569_0_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 name="Shape 270"/>
        <p:cNvGrpSpPr/>
        <p:nvPr/>
      </p:nvGrpSpPr>
      <p:grpSpPr>
        <a:xfrm>
          <a:off x="0" y="0"/>
          <a:ext cx="0" cy="0"/>
          <a:chOff x="0" y="0"/>
          <a:chExt cx="0" cy="0"/>
        </a:xfrm>
      </p:grpSpPr>
      <p:sp>
        <p:nvSpPr>
          <p:cNvPr id="271" name="Google Shape;271;g3ce75bb6569_0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72" name="Google Shape;272;g3ce75bb6569_0_2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5" name="Shape 275"/>
        <p:cNvGrpSpPr/>
        <p:nvPr/>
      </p:nvGrpSpPr>
      <p:grpSpPr>
        <a:xfrm>
          <a:off x="0" y="0"/>
          <a:ext cx="0" cy="0"/>
          <a:chOff x="0" y="0"/>
          <a:chExt cx="0" cy="0"/>
        </a:xfrm>
      </p:grpSpPr>
      <p:sp>
        <p:nvSpPr>
          <p:cNvPr id="276" name="Google Shape;276;p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77" name="Google Shape;277;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1" name="Shape 281"/>
        <p:cNvGrpSpPr/>
        <p:nvPr/>
      </p:nvGrpSpPr>
      <p:grpSpPr>
        <a:xfrm>
          <a:off x="0" y="0"/>
          <a:ext cx="0" cy="0"/>
          <a:chOff x="0" y="0"/>
          <a:chExt cx="0" cy="0"/>
        </a:xfrm>
      </p:grpSpPr>
      <p:sp>
        <p:nvSpPr>
          <p:cNvPr id="282" name="Google Shape;282;p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83" name="Google Shape;283;p1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1.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1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 name="Google Shape;13;p1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 name="Google Shape;14;p1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5" name="Shape 15"/>
        <p:cNvGrpSpPr/>
        <p:nvPr/>
      </p:nvGrpSpPr>
      <p:grpSpPr>
        <a:xfrm>
          <a:off x="0" y="0"/>
          <a:ext cx="0" cy="0"/>
          <a:chOff x="0" y="0"/>
          <a:chExt cx="0" cy="0"/>
        </a:xfrm>
      </p:grpSpPr>
      <p:sp>
        <p:nvSpPr>
          <p:cNvPr id="16" name="Google Shape;16;g3ce75bb6569_0_91"/>
          <p:cNvSpPr/>
          <p:nvPr/>
        </p:nvSpPr>
        <p:spPr>
          <a:xfrm>
            <a:off x="1050" y="9236850"/>
            <a:ext cx="18288000" cy="1063200"/>
          </a:xfrm>
          <a:prstGeom prst="rect">
            <a:avLst/>
          </a:prstGeom>
          <a:solidFill>
            <a:schemeClr val="accent1"/>
          </a:solidFill>
          <a:ln cap="flat" cmpd="sng" w="19050">
            <a:solidFill>
              <a:schemeClr val="dk2"/>
            </a:solidFill>
            <a:prstDash val="solid"/>
            <a:round/>
            <a:headEnd len="sm" w="sm" type="none"/>
            <a:tailEnd len="sm" w="sm" type="none"/>
          </a:ln>
        </p:spPr>
        <p:txBody>
          <a:bodyPr anchorCtr="0" anchor="ctr" bIns="182850" lIns="182850" spcFirstLastPara="1" rIns="182850" wrap="square" tIns="182850">
            <a:noAutofit/>
          </a:bodyPr>
          <a:lstStyle/>
          <a:p>
            <a:pPr indent="0" lvl="0" marL="0" marR="0" rtl="0" algn="ctr">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p:txBody>
      </p:sp>
      <p:sp>
        <p:nvSpPr>
          <p:cNvPr id="17" name="Google Shape;17;g3ce75bb6569_0_91"/>
          <p:cNvSpPr/>
          <p:nvPr/>
        </p:nvSpPr>
        <p:spPr>
          <a:xfrm>
            <a:off x="0" y="890050"/>
            <a:ext cx="17664600" cy="1270200"/>
          </a:xfrm>
          <a:prstGeom prst="homePlate">
            <a:avLst>
              <a:gd fmla="val 50000" name="adj"/>
            </a:avLst>
          </a:prstGeom>
          <a:solidFill>
            <a:schemeClr val="accent1"/>
          </a:solidFill>
          <a:ln cap="flat" cmpd="sng" w="19050">
            <a:solidFill>
              <a:schemeClr val="dk2"/>
            </a:solidFill>
            <a:prstDash val="solid"/>
            <a:round/>
            <a:headEnd len="sm" w="sm" type="none"/>
            <a:tailEnd len="sm" w="sm" type="none"/>
          </a:ln>
        </p:spPr>
        <p:txBody>
          <a:bodyPr anchorCtr="0" anchor="ctr" bIns="182850" lIns="182850" spcFirstLastPara="1" rIns="182850" wrap="square" tIns="182850">
            <a:noAutofit/>
          </a:bodyPr>
          <a:lstStyle/>
          <a:p>
            <a:pPr indent="0" lvl="0" marL="0" marR="0" rtl="0" algn="ctr">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p:txBody>
      </p:sp>
      <p:sp>
        <p:nvSpPr>
          <p:cNvPr id="18" name="Google Shape;18;g3ce75bb6569_0_91"/>
          <p:cNvSpPr txBox="1"/>
          <p:nvPr>
            <p:ph type="title"/>
          </p:nvPr>
        </p:nvSpPr>
        <p:spPr>
          <a:xfrm>
            <a:off x="623400" y="890050"/>
            <a:ext cx="16321200" cy="1145400"/>
          </a:xfrm>
          <a:prstGeom prst="rect">
            <a:avLst/>
          </a:prstGeom>
          <a:noFill/>
          <a:ln>
            <a:noFill/>
          </a:ln>
        </p:spPr>
        <p:txBody>
          <a:bodyPr anchorCtr="0" anchor="ctr" bIns="45700" lIns="91425" spcFirstLastPara="1" rIns="91425" wrap="square" tIns="45700">
            <a:normAutofit/>
          </a:bodyPr>
          <a:lstStyle>
            <a:lvl1pPr lvl="0" marR="0" algn="ctr">
              <a:lnSpc>
                <a:spcPct val="100000"/>
              </a:lnSpc>
              <a:spcBef>
                <a:spcPts val="0"/>
              </a:spcBef>
              <a:spcAft>
                <a:spcPts val="0"/>
              </a:spcAft>
              <a:buClr>
                <a:schemeClr val="lt1"/>
              </a:buClr>
              <a:buSzPts val="5600"/>
              <a:buFont typeface="Lato"/>
              <a:buNone/>
              <a:defRPr b="1">
                <a:solidFill>
                  <a:schemeClr val="lt1"/>
                </a:solidFill>
                <a:latin typeface="Lato"/>
                <a:ea typeface="Lato"/>
                <a:cs typeface="Lato"/>
                <a:sym typeface="Lato"/>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g3ce75bb6569_0_91"/>
          <p:cNvSpPr txBox="1"/>
          <p:nvPr>
            <p:ph idx="1" type="body"/>
          </p:nvPr>
        </p:nvSpPr>
        <p:spPr>
          <a:xfrm>
            <a:off x="623400" y="2304950"/>
            <a:ext cx="17041200" cy="6832800"/>
          </a:xfrm>
          <a:prstGeom prst="rect">
            <a:avLst/>
          </a:prstGeom>
          <a:noFill/>
          <a:ln>
            <a:noFill/>
          </a:ln>
        </p:spPr>
        <p:txBody>
          <a:bodyPr anchorCtr="0" anchor="t" bIns="45700" lIns="91425" spcFirstLastPara="1" rIns="91425" wrap="square" tIns="45700">
            <a:normAutofit/>
          </a:bodyPr>
          <a:lstStyle>
            <a:lvl1pPr indent="-431800" lvl="0" marL="457200" algn="l">
              <a:lnSpc>
                <a:spcPct val="100000"/>
              </a:lnSpc>
              <a:spcBef>
                <a:spcPts val="640"/>
              </a:spcBef>
              <a:spcAft>
                <a:spcPts val="0"/>
              </a:spcAft>
              <a:buSzPts val="3200"/>
              <a:buFont typeface="Lato"/>
              <a:buChar char="•"/>
              <a:defRPr>
                <a:latin typeface="Lato"/>
                <a:ea typeface="Lato"/>
                <a:cs typeface="Lato"/>
                <a:sym typeface="Lato"/>
              </a:defRPr>
            </a:lvl1pPr>
            <a:lvl2pPr indent="-406400" lvl="1" marL="914400" algn="l">
              <a:lnSpc>
                <a:spcPct val="100000"/>
              </a:lnSpc>
              <a:spcBef>
                <a:spcPts val="560"/>
              </a:spcBef>
              <a:spcAft>
                <a:spcPts val="0"/>
              </a:spcAft>
              <a:buSzPts val="2800"/>
              <a:buFont typeface="Lato"/>
              <a:buChar char="–"/>
              <a:defRPr>
                <a:latin typeface="Lato"/>
                <a:ea typeface="Lato"/>
                <a:cs typeface="Lato"/>
                <a:sym typeface="Lato"/>
              </a:defRPr>
            </a:lvl2pPr>
            <a:lvl3pPr indent="-381000" lvl="2" marL="1371600" algn="l">
              <a:lnSpc>
                <a:spcPct val="100000"/>
              </a:lnSpc>
              <a:spcBef>
                <a:spcPts val="480"/>
              </a:spcBef>
              <a:spcAft>
                <a:spcPts val="0"/>
              </a:spcAft>
              <a:buSzPts val="2400"/>
              <a:buFont typeface="Lato"/>
              <a:buChar char="•"/>
              <a:defRPr>
                <a:latin typeface="Lato"/>
                <a:ea typeface="Lato"/>
                <a:cs typeface="Lato"/>
                <a:sym typeface="Lato"/>
              </a:defRPr>
            </a:lvl3pPr>
            <a:lvl4pPr indent="-355600" lvl="3" marL="1828800" algn="l">
              <a:lnSpc>
                <a:spcPct val="100000"/>
              </a:lnSpc>
              <a:spcBef>
                <a:spcPts val="400"/>
              </a:spcBef>
              <a:spcAft>
                <a:spcPts val="0"/>
              </a:spcAft>
              <a:buSzPts val="2000"/>
              <a:buFont typeface="Lato"/>
              <a:buChar char="–"/>
              <a:defRPr>
                <a:latin typeface="Lato"/>
                <a:ea typeface="Lato"/>
                <a:cs typeface="Lato"/>
                <a:sym typeface="Lato"/>
              </a:defRPr>
            </a:lvl4pPr>
            <a:lvl5pPr indent="-355600" lvl="4" marL="2286000" algn="l">
              <a:lnSpc>
                <a:spcPct val="100000"/>
              </a:lnSpc>
              <a:spcBef>
                <a:spcPts val="400"/>
              </a:spcBef>
              <a:spcAft>
                <a:spcPts val="0"/>
              </a:spcAft>
              <a:buSzPts val="2000"/>
              <a:buFont typeface="Lato"/>
              <a:buChar char="»"/>
              <a:defRPr>
                <a:latin typeface="Lato"/>
                <a:ea typeface="Lato"/>
                <a:cs typeface="Lato"/>
                <a:sym typeface="Lato"/>
              </a:defRPr>
            </a:lvl5pPr>
            <a:lvl6pPr indent="-355600" lvl="5" marL="2743200" algn="l">
              <a:lnSpc>
                <a:spcPct val="100000"/>
              </a:lnSpc>
              <a:spcBef>
                <a:spcPts val="400"/>
              </a:spcBef>
              <a:spcAft>
                <a:spcPts val="0"/>
              </a:spcAft>
              <a:buSzPts val="2000"/>
              <a:buFont typeface="Lato"/>
              <a:buChar char="•"/>
              <a:defRPr>
                <a:latin typeface="Lato"/>
                <a:ea typeface="Lato"/>
                <a:cs typeface="Lato"/>
                <a:sym typeface="Lato"/>
              </a:defRPr>
            </a:lvl6pPr>
            <a:lvl7pPr indent="-355600" lvl="6" marL="3200400" algn="l">
              <a:lnSpc>
                <a:spcPct val="100000"/>
              </a:lnSpc>
              <a:spcBef>
                <a:spcPts val="400"/>
              </a:spcBef>
              <a:spcAft>
                <a:spcPts val="0"/>
              </a:spcAft>
              <a:buSzPts val="2000"/>
              <a:buFont typeface="Lato"/>
              <a:buChar char="•"/>
              <a:defRPr>
                <a:latin typeface="Lato"/>
                <a:ea typeface="Lato"/>
                <a:cs typeface="Lato"/>
                <a:sym typeface="Lato"/>
              </a:defRPr>
            </a:lvl7pPr>
            <a:lvl8pPr indent="-355600" lvl="7" marL="3657600" algn="l">
              <a:lnSpc>
                <a:spcPct val="100000"/>
              </a:lnSpc>
              <a:spcBef>
                <a:spcPts val="400"/>
              </a:spcBef>
              <a:spcAft>
                <a:spcPts val="0"/>
              </a:spcAft>
              <a:buSzPts val="2000"/>
              <a:buFont typeface="Lato"/>
              <a:buChar char="•"/>
              <a:defRPr>
                <a:latin typeface="Lato"/>
                <a:ea typeface="Lato"/>
                <a:cs typeface="Lato"/>
                <a:sym typeface="Lato"/>
              </a:defRPr>
            </a:lvl8pPr>
            <a:lvl9pPr indent="-355600" lvl="8" marL="4114800" algn="l">
              <a:lnSpc>
                <a:spcPct val="100000"/>
              </a:lnSpc>
              <a:spcBef>
                <a:spcPts val="400"/>
              </a:spcBef>
              <a:spcAft>
                <a:spcPts val="0"/>
              </a:spcAft>
              <a:buSzPts val="2000"/>
              <a:buFont typeface="Lato"/>
              <a:buChar char="•"/>
              <a:defRPr>
                <a:latin typeface="Lato"/>
                <a:ea typeface="Lato"/>
                <a:cs typeface="Lato"/>
                <a:sym typeface="Lato"/>
              </a:defRPr>
            </a:lvl9pPr>
          </a:lstStyle>
          <a:p/>
        </p:txBody>
      </p:sp>
      <p:sp>
        <p:nvSpPr>
          <p:cNvPr id="20" name="Google Shape;20;g3ce75bb6569_0_91"/>
          <p:cNvSpPr txBox="1"/>
          <p:nvPr>
            <p:ph idx="12" type="sldNum"/>
          </p:nvPr>
        </p:nvSpPr>
        <p:spPr>
          <a:xfrm>
            <a:off x="16944916" y="9326434"/>
            <a:ext cx="1097400" cy="7872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21" name="Shape 21"/>
        <p:cNvGrpSpPr/>
        <p:nvPr/>
      </p:nvGrpSpPr>
      <p:grpSpPr>
        <a:xfrm>
          <a:off x="0" y="0"/>
          <a:ext cx="0" cy="0"/>
          <a:chOff x="0" y="0"/>
          <a:chExt cx="0" cy="0"/>
        </a:xfrm>
      </p:grpSpPr>
      <p:sp>
        <p:nvSpPr>
          <p:cNvPr id="22" name="Google Shape;22;g3ce75bb6569_0_97"/>
          <p:cNvSpPr txBox="1"/>
          <p:nvPr>
            <p:ph idx="12" type="sldNum"/>
          </p:nvPr>
        </p:nvSpPr>
        <p:spPr>
          <a:xfrm>
            <a:off x="16944916" y="9326434"/>
            <a:ext cx="1097400" cy="7872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
        <p:nvSpPr>
          <p:cNvPr id="23" name="Google Shape;23;g3ce75bb6569_0_97"/>
          <p:cNvSpPr/>
          <p:nvPr/>
        </p:nvSpPr>
        <p:spPr>
          <a:xfrm>
            <a:off x="1542600" y="8203750"/>
            <a:ext cx="15202800" cy="1578600"/>
          </a:xfrm>
          <a:prstGeom prst="ellipseRibbon2">
            <a:avLst>
              <a:gd fmla="val 25000" name="adj1"/>
              <a:gd fmla="val 91057" name="adj2"/>
              <a:gd fmla="val 13560" name="adj3"/>
            </a:avLst>
          </a:prstGeom>
          <a:solidFill>
            <a:schemeClr val="accent1"/>
          </a:solidFill>
          <a:ln cap="flat" cmpd="sng" w="19050">
            <a:solidFill>
              <a:schemeClr val="dk2"/>
            </a:solidFill>
            <a:prstDash val="solid"/>
            <a:round/>
            <a:headEnd len="sm" w="sm" type="none"/>
            <a:tailEnd len="sm" w="sm" type="none"/>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2800"/>
              <a:buFont typeface="Arial"/>
              <a:buNone/>
            </a:pPr>
            <a:r>
              <a:t/>
            </a:r>
            <a:endParaRPr b="1" i="0" sz="2800" u="none" cap="none" strike="noStrike">
              <a:solidFill>
                <a:schemeClr val="lt1"/>
              </a:solidFill>
              <a:latin typeface="Lato"/>
              <a:ea typeface="Lato"/>
              <a:cs typeface="Lato"/>
              <a:sym typeface="Lato"/>
            </a:endParaRPr>
          </a:p>
        </p:txBody>
      </p:sp>
      <p:sp>
        <p:nvSpPr>
          <p:cNvPr id="24" name="Google Shape;24;g3ce75bb6569_0_97"/>
          <p:cNvSpPr txBox="1"/>
          <p:nvPr/>
        </p:nvSpPr>
        <p:spPr>
          <a:xfrm>
            <a:off x="3455250" y="8296200"/>
            <a:ext cx="11291400" cy="1030200"/>
          </a:xfrm>
          <a:prstGeom prst="rect">
            <a:avLst/>
          </a:prstGeom>
          <a:noFill/>
          <a:ln>
            <a:noFill/>
          </a:ln>
        </p:spPr>
        <p:txBody>
          <a:bodyPr anchorCtr="0" anchor="t"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lt1"/>
              </a:solidFill>
              <a:latin typeface="Lato"/>
              <a:ea typeface="Lato"/>
              <a:cs typeface="Lato"/>
              <a:sym typeface="Lato"/>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_HEADER_1">
  <p:cSld name="SECTION_HEADER_1">
    <p:spTree>
      <p:nvGrpSpPr>
        <p:cNvPr id="25" name="Shape 25"/>
        <p:cNvGrpSpPr/>
        <p:nvPr/>
      </p:nvGrpSpPr>
      <p:grpSpPr>
        <a:xfrm>
          <a:off x="0" y="0"/>
          <a:ext cx="0" cy="0"/>
          <a:chOff x="0" y="0"/>
          <a:chExt cx="0" cy="0"/>
        </a:xfrm>
      </p:grpSpPr>
      <p:sp>
        <p:nvSpPr>
          <p:cNvPr id="26" name="Google Shape;26;g3ce75bb6569_0_101"/>
          <p:cNvSpPr/>
          <p:nvPr/>
        </p:nvSpPr>
        <p:spPr>
          <a:xfrm>
            <a:off x="1050" y="9236850"/>
            <a:ext cx="18288000" cy="1063200"/>
          </a:xfrm>
          <a:prstGeom prst="rect">
            <a:avLst/>
          </a:prstGeom>
          <a:solidFill>
            <a:schemeClr val="accent1"/>
          </a:solidFill>
          <a:ln cap="flat" cmpd="sng" w="19050">
            <a:solidFill>
              <a:schemeClr val="dk2"/>
            </a:solidFill>
            <a:prstDash val="solid"/>
            <a:round/>
            <a:headEnd len="sm" w="sm" type="none"/>
            <a:tailEnd len="sm" w="sm" type="none"/>
          </a:ln>
        </p:spPr>
        <p:txBody>
          <a:bodyPr anchorCtr="0" anchor="ctr" bIns="182850" lIns="182850" spcFirstLastPara="1" rIns="182850" wrap="square" tIns="182850">
            <a:noAutofit/>
          </a:bodyPr>
          <a:lstStyle/>
          <a:p>
            <a:pPr indent="0" lvl="0" marL="0" marR="0" rtl="0" algn="ctr">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p:txBody>
      </p:sp>
      <p:sp>
        <p:nvSpPr>
          <p:cNvPr id="27" name="Google Shape;27;g3ce75bb6569_0_101"/>
          <p:cNvSpPr txBox="1"/>
          <p:nvPr>
            <p:ph type="title"/>
          </p:nvPr>
        </p:nvSpPr>
        <p:spPr>
          <a:xfrm>
            <a:off x="623400" y="4301700"/>
            <a:ext cx="17041200" cy="1683600"/>
          </a:xfrm>
          <a:prstGeom prst="rect">
            <a:avLst/>
          </a:prstGeom>
          <a:noFill/>
          <a:ln>
            <a:noFill/>
          </a:ln>
        </p:spPr>
        <p:txBody>
          <a:bodyPr anchorCtr="0" anchor="ctr" bIns="45700" lIns="91425" spcFirstLastPara="1" rIns="91425" wrap="square" tIns="45700">
            <a:normAutofit/>
          </a:bodyPr>
          <a:lstStyle>
            <a:lvl1pPr lvl="0" marR="0" algn="ctr">
              <a:lnSpc>
                <a:spcPct val="100000"/>
              </a:lnSpc>
              <a:spcBef>
                <a:spcPts val="0"/>
              </a:spcBef>
              <a:spcAft>
                <a:spcPts val="0"/>
              </a:spcAft>
              <a:buSzPts val="8400"/>
              <a:buFont typeface="Lato"/>
              <a:buNone/>
              <a:defRPr b="1" sz="8400">
                <a:latin typeface="Lato"/>
                <a:ea typeface="Lato"/>
                <a:cs typeface="Lato"/>
                <a:sym typeface="Lato"/>
              </a:defRPr>
            </a:lvl1pPr>
            <a:lvl2pPr lvl="1" algn="ctr">
              <a:lnSpc>
                <a:spcPct val="100000"/>
              </a:lnSpc>
              <a:spcBef>
                <a:spcPts val="0"/>
              </a:spcBef>
              <a:spcAft>
                <a:spcPts val="0"/>
              </a:spcAft>
              <a:buSzPts val="7200"/>
              <a:buNone/>
              <a:defRPr sz="7200"/>
            </a:lvl2pPr>
            <a:lvl3pPr lvl="2" algn="ctr">
              <a:lnSpc>
                <a:spcPct val="100000"/>
              </a:lnSpc>
              <a:spcBef>
                <a:spcPts val="0"/>
              </a:spcBef>
              <a:spcAft>
                <a:spcPts val="0"/>
              </a:spcAft>
              <a:buSzPts val="7200"/>
              <a:buNone/>
              <a:defRPr sz="7200"/>
            </a:lvl3pPr>
            <a:lvl4pPr lvl="3" algn="ctr">
              <a:lnSpc>
                <a:spcPct val="100000"/>
              </a:lnSpc>
              <a:spcBef>
                <a:spcPts val="0"/>
              </a:spcBef>
              <a:spcAft>
                <a:spcPts val="0"/>
              </a:spcAft>
              <a:buSzPts val="7200"/>
              <a:buNone/>
              <a:defRPr sz="7200"/>
            </a:lvl4pPr>
            <a:lvl5pPr lvl="4" algn="ctr">
              <a:lnSpc>
                <a:spcPct val="100000"/>
              </a:lnSpc>
              <a:spcBef>
                <a:spcPts val="0"/>
              </a:spcBef>
              <a:spcAft>
                <a:spcPts val="0"/>
              </a:spcAft>
              <a:buSzPts val="7200"/>
              <a:buNone/>
              <a:defRPr sz="7200"/>
            </a:lvl5pPr>
            <a:lvl6pPr lvl="5" algn="ctr">
              <a:lnSpc>
                <a:spcPct val="100000"/>
              </a:lnSpc>
              <a:spcBef>
                <a:spcPts val="0"/>
              </a:spcBef>
              <a:spcAft>
                <a:spcPts val="0"/>
              </a:spcAft>
              <a:buSzPts val="7200"/>
              <a:buNone/>
              <a:defRPr sz="7200"/>
            </a:lvl6pPr>
            <a:lvl7pPr lvl="6" algn="ctr">
              <a:lnSpc>
                <a:spcPct val="100000"/>
              </a:lnSpc>
              <a:spcBef>
                <a:spcPts val="0"/>
              </a:spcBef>
              <a:spcAft>
                <a:spcPts val="0"/>
              </a:spcAft>
              <a:buSzPts val="7200"/>
              <a:buNone/>
              <a:defRPr sz="7200"/>
            </a:lvl7pPr>
            <a:lvl8pPr lvl="7" algn="ctr">
              <a:lnSpc>
                <a:spcPct val="100000"/>
              </a:lnSpc>
              <a:spcBef>
                <a:spcPts val="0"/>
              </a:spcBef>
              <a:spcAft>
                <a:spcPts val="0"/>
              </a:spcAft>
              <a:buSzPts val="7200"/>
              <a:buNone/>
              <a:defRPr sz="7200"/>
            </a:lvl8pPr>
            <a:lvl9pPr lvl="8" algn="ctr">
              <a:lnSpc>
                <a:spcPct val="100000"/>
              </a:lnSpc>
              <a:spcBef>
                <a:spcPts val="0"/>
              </a:spcBef>
              <a:spcAft>
                <a:spcPts val="0"/>
              </a:spcAft>
              <a:buSzPts val="7200"/>
              <a:buNone/>
              <a:defRPr sz="7200"/>
            </a:lvl9pPr>
          </a:lstStyle>
          <a:p/>
        </p:txBody>
      </p:sp>
      <p:sp>
        <p:nvSpPr>
          <p:cNvPr id="28" name="Google Shape;28;g3ce75bb6569_0_101"/>
          <p:cNvSpPr txBox="1"/>
          <p:nvPr>
            <p:ph idx="12" type="sldNum"/>
          </p:nvPr>
        </p:nvSpPr>
        <p:spPr>
          <a:xfrm>
            <a:off x="16944916" y="9326434"/>
            <a:ext cx="1097400" cy="7872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pic>
        <p:nvPicPr>
          <p:cNvPr id="29" name="Google Shape;29;g3ce75bb6569_0_101"/>
          <p:cNvPicPr preferRelativeResize="0"/>
          <p:nvPr/>
        </p:nvPicPr>
        <p:blipFill rotWithShape="1">
          <a:blip r:embed="rId2">
            <a:alphaModFix/>
          </a:blip>
          <a:srcRect b="0" l="0" r="0" t="0"/>
          <a:stretch/>
        </p:blipFill>
        <p:spPr>
          <a:xfrm>
            <a:off x="14031650" y="199600"/>
            <a:ext cx="4010650" cy="1062950"/>
          </a:xfrm>
          <a:prstGeom prst="rect">
            <a:avLst/>
          </a:prstGeom>
          <a:noFill/>
          <a:ln>
            <a:noFill/>
          </a:ln>
        </p:spPr>
      </p:pic>
      <p:sp>
        <p:nvSpPr>
          <p:cNvPr id="30" name="Google Shape;30;g3ce75bb6569_0_101"/>
          <p:cNvSpPr/>
          <p:nvPr/>
        </p:nvSpPr>
        <p:spPr>
          <a:xfrm rot="5400000">
            <a:off x="-1061700" y="-1350700"/>
            <a:ext cx="5505600" cy="2135400"/>
          </a:xfrm>
          <a:prstGeom prst="chevron">
            <a:avLst>
              <a:gd fmla="val 50000" name="adj"/>
            </a:avLst>
          </a:prstGeom>
          <a:solidFill>
            <a:schemeClr val="accent1"/>
          </a:solidFill>
          <a:ln cap="flat" cmpd="sng" w="19050">
            <a:solidFill>
              <a:schemeClr val="dk2"/>
            </a:solidFill>
            <a:prstDash val="solid"/>
            <a:round/>
            <a:headEnd len="sm" w="sm" type="none"/>
            <a:tailEnd len="sm" w="sm" type="none"/>
          </a:ln>
        </p:spPr>
        <p:txBody>
          <a:bodyPr anchorCtr="0" anchor="ctr" bIns="182850" lIns="182850" spcFirstLastPara="1" rIns="182850" wrap="square" tIns="182850">
            <a:noAutofit/>
          </a:bodyPr>
          <a:lstStyle/>
          <a:p>
            <a:pPr indent="0" lvl="0" marL="0" marR="0" rtl="0" algn="ctr">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p:txBody>
      </p:sp>
      <p:pic>
        <p:nvPicPr>
          <p:cNvPr id="31" name="Google Shape;31;g3ce75bb6569_0_101" title="Usac_logo.png"/>
          <p:cNvPicPr preferRelativeResize="0"/>
          <p:nvPr/>
        </p:nvPicPr>
        <p:blipFill rotWithShape="1">
          <a:blip r:embed="rId3">
            <a:alphaModFix/>
          </a:blip>
          <a:srcRect b="0" l="0" r="0" t="0"/>
          <a:stretch/>
        </p:blipFill>
        <p:spPr>
          <a:xfrm>
            <a:off x="898495" y="199600"/>
            <a:ext cx="1585200" cy="1585200"/>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32" name="Shape 32"/>
        <p:cNvGrpSpPr/>
        <p:nvPr/>
      </p:nvGrpSpPr>
      <p:grpSpPr>
        <a:xfrm>
          <a:off x="0" y="0"/>
          <a:ext cx="0" cy="0"/>
          <a:chOff x="0" y="0"/>
          <a:chExt cx="0" cy="0"/>
        </a:xfrm>
      </p:grpSpPr>
      <p:sp>
        <p:nvSpPr>
          <p:cNvPr id="33" name="Google Shape;33;p18"/>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4" name="Google Shape;34;p18"/>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p:txBody>
      </p:sp>
      <p:sp>
        <p:nvSpPr>
          <p:cNvPr id="35" name="Google Shape;35;p1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6" name="Google Shape;36;p1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7" name="Google Shape;37;p1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38" name="Shape 38"/>
        <p:cNvGrpSpPr/>
        <p:nvPr/>
      </p:nvGrpSpPr>
      <p:grpSpPr>
        <a:xfrm>
          <a:off x="0" y="0"/>
          <a:ext cx="0" cy="0"/>
          <a:chOff x="0" y="0"/>
          <a:chExt cx="0" cy="0"/>
        </a:xfrm>
      </p:grpSpPr>
      <p:sp>
        <p:nvSpPr>
          <p:cNvPr id="39" name="Google Shape;39;p1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0" name="Google Shape;40;p19"/>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41" name="Google Shape;41;p1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1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3" name="Google Shape;43;p1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44" name="Shape 44"/>
        <p:cNvGrpSpPr/>
        <p:nvPr/>
      </p:nvGrpSpPr>
      <p:grpSpPr>
        <a:xfrm>
          <a:off x="0" y="0"/>
          <a:ext cx="0" cy="0"/>
          <a:chOff x="0" y="0"/>
          <a:chExt cx="0" cy="0"/>
        </a:xfrm>
      </p:grpSpPr>
      <p:sp>
        <p:nvSpPr>
          <p:cNvPr id="45" name="Google Shape;45;p20"/>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Clr>
                <a:schemeClr val="dk1"/>
              </a:buClr>
              <a:buSzPts val="4000"/>
              <a:buFont typeface="Calibri"/>
              <a:buNone/>
              <a:defRPr b="1" sz="40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6" name="Google Shape;46;p20"/>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00"/>
              </a:spcBef>
              <a:spcAft>
                <a:spcPts val="0"/>
              </a:spcAft>
              <a:buClr>
                <a:srgbClr val="888888"/>
              </a:buClr>
              <a:buSzPts val="2000"/>
              <a:buNone/>
              <a:defRPr sz="2000">
                <a:solidFill>
                  <a:srgbClr val="888888"/>
                </a:solidFill>
              </a:defRPr>
            </a:lvl1pPr>
            <a:lvl2pPr indent="-228600" lvl="1" marL="914400" algn="l">
              <a:lnSpc>
                <a:spcPct val="100000"/>
              </a:lnSpc>
              <a:spcBef>
                <a:spcPts val="360"/>
              </a:spcBef>
              <a:spcAft>
                <a:spcPts val="0"/>
              </a:spcAft>
              <a:buClr>
                <a:srgbClr val="888888"/>
              </a:buClr>
              <a:buSzPts val="1800"/>
              <a:buNone/>
              <a:defRPr sz="1800">
                <a:solidFill>
                  <a:srgbClr val="888888"/>
                </a:solidFill>
              </a:defRPr>
            </a:lvl2pPr>
            <a:lvl3pPr indent="-228600" lvl="2" marL="1371600" algn="l">
              <a:lnSpc>
                <a:spcPct val="100000"/>
              </a:lnSpc>
              <a:spcBef>
                <a:spcPts val="320"/>
              </a:spcBef>
              <a:spcAft>
                <a:spcPts val="0"/>
              </a:spcAft>
              <a:buClr>
                <a:srgbClr val="888888"/>
              </a:buClr>
              <a:buSzPts val="1600"/>
              <a:buNone/>
              <a:defRPr sz="1600">
                <a:solidFill>
                  <a:srgbClr val="888888"/>
                </a:solidFill>
              </a:defRPr>
            </a:lvl3pPr>
            <a:lvl4pPr indent="-228600" lvl="3" marL="1828800" algn="l">
              <a:lnSpc>
                <a:spcPct val="100000"/>
              </a:lnSpc>
              <a:spcBef>
                <a:spcPts val="280"/>
              </a:spcBef>
              <a:spcAft>
                <a:spcPts val="0"/>
              </a:spcAft>
              <a:buClr>
                <a:srgbClr val="888888"/>
              </a:buClr>
              <a:buSzPts val="1400"/>
              <a:buNone/>
              <a:defRPr sz="1400">
                <a:solidFill>
                  <a:srgbClr val="888888"/>
                </a:solidFill>
              </a:defRPr>
            </a:lvl4pPr>
            <a:lvl5pPr indent="-228600" lvl="4" marL="2286000" algn="l">
              <a:lnSpc>
                <a:spcPct val="100000"/>
              </a:lnSpc>
              <a:spcBef>
                <a:spcPts val="280"/>
              </a:spcBef>
              <a:spcAft>
                <a:spcPts val="0"/>
              </a:spcAft>
              <a:buClr>
                <a:srgbClr val="888888"/>
              </a:buClr>
              <a:buSzPts val="1400"/>
              <a:buNone/>
              <a:defRPr sz="1400">
                <a:solidFill>
                  <a:srgbClr val="888888"/>
                </a:solidFill>
              </a:defRPr>
            </a:lvl5pPr>
            <a:lvl6pPr indent="-228600" lvl="5" marL="2743200" algn="l">
              <a:lnSpc>
                <a:spcPct val="100000"/>
              </a:lnSpc>
              <a:spcBef>
                <a:spcPts val="280"/>
              </a:spcBef>
              <a:spcAft>
                <a:spcPts val="0"/>
              </a:spcAft>
              <a:buClr>
                <a:srgbClr val="888888"/>
              </a:buClr>
              <a:buSzPts val="1400"/>
              <a:buNone/>
              <a:defRPr sz="1400">
                <a:solidFill>
                  <a:srgbClr val="888888"/>
                </a:solidFill>
              </a:defRPr>
            </a:lvl6pPr>
            <a:lvl7pPr indent="-228600" lvl="6" marL="3200400" algn="l">
              <a:lnSpc>
                <a:spcPct val="100000"/>
              </a:lnSpc>
              <a:spcBef>
                <a:spcPts val="280"/>
              </a:spcBef>
              <a:spcAft>
                <a:spcPts val="0"/>
              </a:spcAft>
              <a:buClr>
                <a:srgbClr val="888888"/>
              </a:buClr>
              <a:buSzPts val="1400"/>
              <a:buNone/>
              <a:defRPr sz="1400">
                <a:solidFill>
                  <a:srgbClr val="888888"/>
                </a:solidFill>
              </a:defRPr>
            </a:lvl7pPr>
            <a:lvl8pPr indent="-228600" lvl="7" marL="3657600" algn="l">
              <a:lnSpc>
                <a:spcPct val="100000"/>
              </a:lnSpc>
              <a:spcBef>
                <a:spcPts val="280"/>
              </a:spcBef>
              <a:spcAft>
                <a:spcPts val="0"/>
              </a:spcAft>
              <a:buClr>
                <a:srgbClr val="888888"/>
              </a:buClr>
              <a:buSzPts val="1400"/>
              <a:buNone/>
              <a:defRPr sz="1400">
                <a:solidFill>
                  <a:srgbClr val="888888"/>
                </a:solidFill>
              </a:defRPr>
            </a:lvl8pPr>
            <a:lvl9pPr indent="-228600" lvl="8" marL="4114800" algn="l">
              <a:lnSpc>
                <a:spcPct val="100000"/>
              </a:lnSpc>
              <a:spcBef>
                <a:spcPts val="280"/>
              </a:spcBef>
              <a:spcAft>
                <a:spcPts val="0"/>
              </a:spcAft>
              <a:buClr>
                <a:srgbClr val="888888"/>
              </a:buClr>
              <a:buSzPts val="1400"/>
              <a:buNone/>
              <a:defRPr sz="1400">
                <a:solidFill>
                  <a:srgbClr val="888888"/>
                </a:solidFill>
              </a:defRPr>
            </a:lvl9pPr>
          </a:lstStyle>
          <a:p/>
        </p:txBody>
      </p:sp>
      <p:sp>
        <p:nvSpPr>
          <p:cNvPr id="47" name="Google Shape;47;p2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2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9" name="Google Shape;49;p2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50" name="Shape 50"/>
        <p:cNvGrpSpPr/>
        <p:nvPr/>
      </p:nvGrpSpPr>
      <p:grpSpPr>
        <a:xfrm>
          <a:off x="0" y="0"/>
          <a:ext cx="0" cy="0"/>
          <a:chOff x="0" y="0"/>
          <a:chExt cx="0" cy="0"/>
        </a:xfrm>
      </p:grpSpPr>
      <p:sp>
        <p:nvSpPr>
          <p:cNvPr id="51" name="Google Shape;51;p2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21"/>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53" name="Google Shape;53;p21"/>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54" name="Google Shape;54;p2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5" name="Google Shape;55;p2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2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57" name="Shape 57"/>
        <p:cNvGrpSpPr/>
        <p:nvPr/>
      </p:nvGrpSpPr>
      <p:grpSpPr>
        <a:xfrm>
          <a:off x="0" y="0"/>
          <a:ext cx="0" cy="0"/>
          <a:chOff x="0" y="0"/>
          <a:chExt cx="0" cy="0"/>
        </a:xfrm>
      </p:grpSpPr>
      <p:sp>
        <p:nvSpPr>
          <p:cNvPr id="58" name="Google Shape;58;p2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4400"/>
              <a:buFont typeface="Calibri"/>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9" name="Google Shape;59;p22"/>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60" name="Google Shape;60;p22"/>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61" name="Google Shape;61;p22"/>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62" name="Google Shape;62;p22"/>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63" name="Google Shape;63;p2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2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5" name="Google Shape;65;p2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66" name="Shape 66"/>
        <p:cNvGrpSpPr/>
        <p:nvPr/>
      </p:nvGrpSpPr>
      <p:grpSpPr>
        <a:xfrm>
          <a:off x="0" y="0"/>
          <a:ext cx="0" cy="0"/>
          <a:chOff x="0" y="0"/>
          <a:chExt cx="0" cy="0"/>
        </a:xfrm>
      </p:grpSpPr>
      <p:sp>
        <p:nvSpPr>
          <p:cNvPr id="67" name="Google Shape;67;p2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8" name="Google Shape;68;p2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9" name="Google Shape;69;p2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2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71" name="Shape 71"/>
        <p:cNvGrpSpPr/>
        <p:nvPr/>
      </p:nvGrpSpPr>
      <p:grpSpPr>
        <a:xfrm>
          <a:off x="0" y="0"/>
          <a:ext cx="0" cy="0"/>
          <a:chOff x="0" y="0"/>
          <a:chExt cx="0" cy="0"/>
        </a:xfrm>
      </p:grpSpPr>
      <p:sp>
        <p:nvSpPr>
          <p:cNvPr id="72" name="Google Shape;72;p24"/>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3" name="Google Shape;73;p24"/>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lnSpc>
                <a:spcPct val="100000"/>
              </a:lnSpc>
              <a:spcBef>
                <a:spcPts val="640"/>
              </a:spcBef>
              <a:spcAft>
                <a:spcPts val="0"/>
              </a:spcAft>
              <a:buClr>
                <a:schemeClr val="dk1"/>
              </a:buClr>
              <a:buSzPts val="3200"/>
              <a:buChar char="•"/>
              <a:defRPr sz="3200"/>
            </a:lvl1pPr>
            <a:lvl2pPr indent="-406400" lvl="1" marL="914400" algn="l">
              <a:lnSpc>
                <a:spcPct val="100000"/>
              </a:lnSpc>
              <a:spcBef>
                <a:spcPts val="560"/>
              </a:spcBef>
              <a:spcAft>
                <a:spcPts val="0"/>
              </a:spcAft>
              <a:buClr>
                <a:schemeClr val="dk1"/>
              </a:buClr>
              <a:buSzPts val="2800"/>
              <a:buChar char="–"/>
              <a:defRPr sz="2800"/>
            </a:lvl2pPr>
            <a:lvl3pPr indent="-381000" lvl="2" marL="1371600" algn="l">
              <a:lnSpc>
                <a:spcPct val="100000"/>
              </a:lnSpc>
              <a:spcBef>
                <a:spcPts val="480"/>
              </a:spcBef>
              <a:spcAft>
                <a:spcPts val="0"/>
              </a:spcAft>
              <a:buClr>
                <a:schemeClr val="dk1"/>
              </a:buClr>
              <a:buSzPts val="2400"/>
              <a:buChar char="•"/>
              <a:defRPr sz="2400"/>
            </a:lvl3pPr>
            <a:lvl4pPr indent="-355600" lvl="3" marL="1828800" algn="l">
              <a:lnSpc>
                <a:spcPct val="100000"/>
              </a:lnSpc>
              <a:spcBef>
                <a:spcPts val="400"/>
              </a:spcBef>
              <a:spcAft>
                <a:spcPts val="0"/>
              </a:spcAft>
              <a:buClr>
                <a:schemeClr val="dk1"/>
              </a:buClr>
              <a:buSzPts val="2000"/>
              <a:buChar char="–"/>
              <a:defRPr sz="2000"/>
            </a:lvl4pPr>
            <a:lvl5pPr indent="-355600" lvl="4" marL="2286000" algn="l">
              <a:lnSpc>
                <a:spcPct val="100000"/>
              </a:lnSpc>
              <a:spcBef>
                <a:spcPts val="400"/>
              </a:spcBef>
              <a:spcAft>
                <a:spcPts val="0"/>
              </a:spcAft>
              <a:buClr>
                <a:schemeClr val="dk1"/>
              </a:buClr>
              <a:buSzPts val="2000"/>
              <a:buChar char="»"/>
              <a:defRPr sz="2000"/>
            </a:lvl5pPr>
            <a:lvl6pPr indent="-355600" lvl="5" marL="2743200" algn="l">
              <a:lnSpc>
                <a:spcPct val="100000"/>
              </a:lnSpc>
              <a:spcBef>
                <a:spcPts val="400"/>
              </a:spcBef>
              <a:spcAft>
                <a:spcPts val="0"/>
              </a:spcAft>
              <a:buClr>
                <a:schemeClr val="dk1"/>
              </a:buClr>
              <a:buSzPts val="2000"/>
              <a:buChar char="•"/>
              <a:defRPr sz="2000"/>
            </a:lvl6pPr>
            <a:lvl7pPr indent="-355600" lvl="6" marL="3200400" algn="l">
              <a:lnSpc>
                <a:spcPct val="100000"/>
              </a:lnSpc>
              <a:spcBef>
                <a:spcPts val="400"/>
              </a:spcBef>
              <a:spcAft>
                <a:spcPts val="0"/>
              </a:spcAft>
              <a:buClr>
                <a:schemeClr val="dk1"/>
              </a:buClr>
              <a:buSzPts val="2000"/>
              <a:buChar char="•"/>
              <a:defRPr sz="2000"/>
            </a:lvl7pPr>
            <a:lvl8pPr indent="-355600" lvl="7" marL="3657600" algn="l">
              <a:lnSpc>
                <a:spcPct val="100000"/>
              </a:lnSpc>
              <a:spcBef>
                <a:spcPts val="400"/>
              </a:spcBef>
              <a:spcAft>
                <a:spcPts val="0"/>
              </a:spcAft>
              <a:buClr>
                <a:schemeClr val="dk1"/>
              </a:buClr>
              <a:buSzPts val="2000"/>
              <a:buChar char="•"/>
              <a:defRPr sz="2000"/>
            </a:lvl8pPr>
            <a:lvl9pPr indent="-355600" lvl="8" marL="4114800" algn="l">
              <a:lnSpc>
                <a:spcPct val="100000"/>
              </a:lnSpc>
              <a:spcBef>
                <a:spcPts val="400"/>
              </a:spcBef>
              <a:spcAft>
                <a:spcPts val="0"/>
              </a:spcAft>
              <a:buClr>
                <a:schemeClr val="dk1"/>
              </a:buClr>
              <a:buSzPts val="2000"/>
              <a:buChar char="•"/>
              <a:defRPr sz="2000"/>
            </a:lvl9pPr>
          </a:lstStyle>
          <a:p/>
        </p:txBody>
      </p:sp>
      <p:sp>
        <p:nvSpPr>
          <p:cNvPr id="74" name="Google Shape;74;p24"/>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75" name="Google Shape;75;p2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2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2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78" name="Shape 78"/>
        <p:cNvGrpSpPr/>
        <p:nvPr/>
      </p:nvGrpSpPr>
      <p:grpSpPr>
        <a:xfrm>
          <a:off x="0" y="0"/>
          <a:ext cx="0" cy="0"/>
          <a:chOff x="0" y="0"/>
          <a:chExt cx="0" cy="0"/>
        </a:xfrm>
      </p:grpSpPr>
      <p:sp>
        <p:nvSpPr>
          <p:cNvPr id="79" name="Google Shape;79;p25"/>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0" name="Google Shape;80;p25"/>
          <p:cNvSpPr/>
          <p:nvPr>
            <p:ph idx="2" type="pic"/>
          </p:nvPr>
        </p:nvSpPr>
        <p:spPr>
          <a:xfrm>
            <a:off x="1792288" y="612775"/>
            <a:ext cx="5486400" cy="4114800"/>
          </a:xfrm>
          <a:prstGeom prst="rect">
            <a:avLst/>
          </a:prstGeom>
          <a:noFill/>
          <a:ln>
            <a:noFill/>
          </a:ln>
        </p:spPr>
      </p:sp>
      <p:sp>
        <p:nvSpPr>
          <p:cNvPr id="81" name="Google Shape;81;p25"/>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82" name="Google Shape;82;p2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2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4" name="Google Shape;84;p2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85" name="Shape 85"/>
        <p:cNvGrpSpPr/>
        <p:nvPr/>
      </p:nvGrpSpPr>
      <p:grpSpPr>
        <a:xfrm>
          <a:off x="0" y="0"/>
          <a:ext cx="0" cy="0"/>
          <a:chOff x="0" y="0"/>
          <a:chExt cx="0" cy="0"/>
        </a:xfrm>
      </p:grpSpPr>
      <p:sp>
        <p:nvSpPr>
          <p:cNvPr id="86" name="Google Shape;86;p2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7" name="Google Shape;87;p26"/>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88" name="Google Shape;88;p2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9" name="Google Shape;89;p2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0" name="Google Shape;90;p2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91" name="Shape 91"/>
        <p:cNvGrpSpPr/>
        <p:nvPr/>
      </p:nvGrpSpPr>
      <p:grpSpPr>
        <a:xfrm>
          <a:off x="0" y="0"/>
          <a:ext cx="0" cy="0"/>
          <a:chOff x="0" y="0"/>
          <a:chExt cx="0" cy="0"/>
        </a:xfrm>
      </p:grpSpPr>
      <p:sp>
        <p:nvSpPr>
          <p:cNvPr id="92" name="Google Shape;92;p27"/>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3" name="Google Shape;93;p27"/>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94" name="Google Shape;94;p2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5" name="Google Shape;95;p2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6" name="Google Shape;96;p2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theme" Target="../theme/theme2.xml"/><Relationship Id="rId14" Type="http://schemas.openxmlformats.org/officeDocument/2006/relationships/slideLayout" Target="../slideLayouts/slideLayout1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lnSpc>
                <a:spcPct val="10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 name="Google Shape;7;p16"/>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1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9" name="Google Shape;9;p1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0" name="Google Shape;10;p1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0.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 Id="rId3"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9.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17.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5.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16.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15.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8.png"/><Relationship Id="rId4" Type="http://schemas.openxmlformats.org/officeDocument/2006/relationships/image" Target="../media/image7.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hyperlink" Target="http://www.youtube.com/watch?v=u71Du3nabXI" TargetMode="External"/><Relationship Id="rId4" Type="http://schemas.openxmlformats.org/officeDocument/2006/relationships/image" Target="../media/image12.jp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1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pic>
        <p:nvPicPr>
          <p:cNvPr id="101" name="Google Shape;101;g3cec6d80396_0_1"/>
          <p:cNvPicPr preferRelativeResize="0"/>
          <p:nvPr/>
        </p:nvPicPr>
        <p:blipFill rotWithShape="1">
          <a:blip r:embed="rId3">
            <a:alphaModFix amt="62000"/>
          </a:blip>
          <a:srcRect b="0" l="0" r="0" t="0"/>
          <a:stretch/>
        </p:blipFill>
        <p:spPr>
          <a:xfrm>
            <a:off x="16560" y="0"/>
            <a:ext cx="18253440" cy="10286639"/>
          </a:xfrm>
          <a:prstGeom prst="rect">
            <a:avLst/>
          </a:prstGeom>
          <a:noFill/>
          <a:ln>
            <a:noFill/>
          </a:ln>
        </p:spPr>
      </p:pic>
      <p:graphicFrame>
        <p:nvGraphicFramePr>
          <p:cNvPr id="102" name="Google Shape;102;g3cec6d80396_0_1"/>
          <p:cNvGraphicFramePr/>
          <p:nvPr/>
        </p:nvGraphicFramePr>
        <p:xfrm>
          <a:off x="10656720" y="1940400"/>
          <a:ext cx="3000000" cy="3000000"/>
        </p:xfrm>
        <a:graphic>
          <a:graphicData uri="http://schemas.openxmlformats.org/drawingml/2006/table">
            <a:tbl>
              <a:tblPr>
                <a:noFill/>
                <a:tableStyleId>{9FD956A8-A0DB-431A-B9D4-B5711978ADE6}</a:tableStyleId>
              </a:tblPr>
              <a:tblGrid>
                <a:gridCol w="3036250"/>
                <a:gridCol w="4344500"/>
              </a:tblGrid>
              <a:tr h="644400">
                <a:tc>
                  <a:txBody>
                    <a:bodyPr/>
                    <a:lstStyle/>
                    <a:p>
                      <a:pPr indent="0" lvl="0" marL="0" marR="0" rtl="0" algn="l">
                        <a:lnSpc>
                          <a:spcPct val="100000"/>
                        </a:lnSpc>
                        <a:spcBef>
                          <a:spcPts val="0"/>
                        </a:spcBef>
                        <a:spcAft>
                          <a:spcPts val="0"/>
                        </a:spcAft>
                        <a:buNone/>
                      </a:pPr>
                      <a:r>
                        <a:rPr b="1" lang="en-US" sz="2800" u="none" cap="none" strike="noStrike">
                          <a:solidFill>
                            <a:schemeClr val="dk1"/>
                          </a:solidFill>
                          <a:latin typeface="Arial"/>
                          <a:ea typeface="Arial"/>
                          <a:cs typeface="Arial"/>
                          <a:sym typeface="Arial"/>
                        </a:rPr>
                        <a:t>Día, Fecha:</a:t>
                      </a:r>
                      <a:endParaRPr b="0" sz="2800" u="none" cap="none" strike="noStrike">
                        <a:solidFill>
                          <a:srgbClr val="000000"/>
                        </a:solidFill>
                        <a:latin typeface="Arial"/>
                        <a:ea typeface="Arial"/>
                        <a:cs typeface="Arial"/>
                        <a:sym typeface="Arial"/>
                      </a:endParaRPr>
                    </a:p>
                  </a:txBody>
                  <a:tcPr marT="91450" marB="91450" marR="182150" marL="182150">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rPr b="0" lang="en-US" sz="2800" u="none" cap="none" strike="noStrike">
                          <a:solidFill>
                            <a:srgbClr val="000000"/>
                          </a:solidFill>
                          <a:latin typeface="Arial"/>
                          <a:ea typeface="Arial"/>
                          <a:cs typeface="Arial"/>
                          <a:sym typeface="Arial"/>
                        </a:rPr>
                        <a:t>Martes, </a:t>
                      </a:r>
                      <a:r>
                        <a:rPr lang="en-US" sz="2800"/>
                        <a:t>10</a:t>
                      </a:r>
                      <a:r>
                        <a:rPr b="0" lang="en-US" sz="2800" u="none" cap="none" strike="noStrike">
                          <a:solidFill>
                            <a:srgbClr val="000000"/>
                          </a:solidFill>
                          <a:latin typeface="Arial"/>
                          <a:ea typeface="Arial"/>
                          <a:cs typeface="Arial"/>
                          <a:sym typeface="Arial"/>
                        </a:rPr>
                        <a:t>/</a:t>
                      </a:r>
                      <a:r>
                        <a:rPr lang="en-US" sz="2800"/>
                        <a:t>03</a:t>
                      </a:r>
                      <a:r>
                        <a:rPr b="0" lang="en-US" sz="2800" u="none" cap="none" strike="noStrike">
                          <a:solidFill>
                            <a:srgbClr val="000000"/>
                          </a:solidFill>
                          <a:latin typeface="Arial"/>
                          <a:ea typeface="Arial"/>
                          <a:cs typeface="Arial"/>
                          <a:sym typeface="Arial"/>
                        </a:rPr>
                        <a:t>/202</a:t>
                      </a:r>
                      <a:r>
                        <a:rPr lang="en-US" sz="2800"/>
                        <a:t>6</a:t>
                      </a:r>
                      <a:endParaRPr b="0" sz="2800" u="none" cap="none" strike="noStrike">
                        <a:solidFill>
                          <a:srgbClr val="000000"/>
                        </a:solidFill>
                        <a:latin typeface="Arial"/>
                        <a:ea typeface="Arial"/>
                        <a:cs typeface="Arial"/>
                        <a:sym typeface="Arial"/>
                      </a:endParaRPr>
                    </a:p>
                  </a:txBody>
                  <a:tcPr marT="91450" marB="91450" marR="182150" marL="182150">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r>
              <a:tr h="725750">
                <a:tc>
                  <a:txBody>
                    <a:bodyPr/>
                    <a:lstStyle/>
                    <a:p>
                      <a:pPr indent="0" lvl="0" marL="0" marR="0" rtl="0" algn="l">
                        <a:lnSpc>
                          <a:spcPct val="100000"/>
                        </a:lnSpc>
                        <a:spcBef>
                          <a:spcPts val="0"/>
                        </a:spcBef>
                        <a:spcAft>
                          <a:spcPts val="0"/>
                        </a:spcAft>
                        <a:buNone/>
                      </a:pPr>
                      <a:r>
                        <a:rPr b="1" lang="en-US" sz="2800" u="none" cap="none" strike="noStrike">
                          <a:solidFill>
                            <a:schemeClr val="dk1"/>
                          </a:solidFill>
                          <a:latin typeface="Arial"/>
                          <a:ea typeface="Arial"/>
                          <a:cs typeface="Arial"/>
                          <a:sym typeface="Arial"/>
                        </a:rPr>
                        <a:t>Hora de inicio:</a:t>
                      </a:r>
                      <a:endParaRPr b="0" sz="2800" u="none" cap="none" strike="noStrike">
                        <a:solidFill>
                          <a:srgbClr val="000000"/>
                        </a:solidFill>
                        <a:latin typeface="Arial"/>
                        <a:ea typeface="Arial"/>
                        <a:cs typeface="Arial"/>
                        <a:sym typeface="Arial"/>
                      </a:endParaRPr>
                    </a:p>
                  </a:txBody>
                  <a:tcPr marT="91450" marB="91450" marR="182150" marL="182150">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rPr lang="en-US" sz="2800"/>
                        <a:t>17</a:t>
                      </a:r>
                      <a:r>
                        <a:rPr b="0" lang="en-US" sz="2800" u="none" cap="none" strike="noStrike">
                          <a:solidFill>
                            <a:srgbClr val="000000"/>
                          </a:solidFill>
                          <a:latin typeface="Arial"/>
                          <a:ea typeface="Arial"/>
                          <a:cs typeface="Arial"/>
                          <a:sym typeface="Arial"/>
                        </a:rPr>
                        <a:t>:</a:t>
                      </a:r>
                      <a:r>
                        <a:rPr lang="en-US" sz="2800"/>
                        <a:t>20</a:t>
                      </a:r>
                      <a:endParaRPr b="0" sz="2800" u="none" cap="none" strike="noStrike">
                        <a:solidFill>
                          <a:srgbClr val="000000"/>
                        </a:solidFill>
                        <a:latin typeface="Arial"/>
                        <a:ea typeface="Arial"/>
                        <a:cs typeface="Arial"/>
                        <a:sym typeface="Arial"/>
                      </a:endParaRPr>
                    </a:p>
                  </a:txBody>
                  <a:tcPr marT="91450" marB="91450" marR="182150" marL="182150">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r>
            </a:tbl>
          </a:graphicData>
        </a:graphic>
      </p:graphicFrame>
      <p:sp>
        <p:nvSpPr>
          <p:cNvPr id="103" name="Google Shape;103;g3cec6d80396_0_1"/>
          <p:cNvSpPr/>
          <p:nvPr/>
        </p:nvSpPr>
        <p:spPr>
          <a:xfrm>
            <a:off x="2880000" y="4516560"/>
            <a:ext cx="11956800" cy="1888800"/>
          </a:xfrm>
          <a:prstGeom prst="rect">
            <a:avLst/>
          </a:prstGeom>
          <a:noFill/>
          <a:ln>
            <a:noFill/>
          </a:ln>
        </p:spPr>
        <p:txBody>
          <a:bodyPr anchorCtr="0" anchor="t" bIns="182850" lIns="182850" spcFirstLastPara="1" rIns="182850" wrap="square" tIns="182850">
            <a:noAutofit/>
          </a:bodyPr>
          <a:lstStyle/>
          <a:p>
            <a:pPr indent="0" lvl="0" marL="0" marR="0" rtl="0" algn="l">
              <a:lnSpc>
                <a:spcPct val="100000"/>
              </a:lnSpc>
              <a:spcBef>
                <a:spcPts val="0"/>
              </a:spcBef>
              <a:spcAft>
                <a:spcPts val="0"/>
              </a:spcAft>
              <a:buNone/>
            </a:pPr>
            <a:r>
              <a:rPr b="0" i="0" lang="en-US" sz="5000" u="none" cap="none" strike="noStrike">
                <a:solidFill>
                  <a:srgbClr val="000000"/>
                </a:solidFill>
                <a:latin typeface="Arial"/>
                <a:ea typeface="Arial"/>
                <a:cs typeface="Arial"/>
                <a:sym typeface="Arial"/>
              </a:rPr>
              <a:t>Organización de Lenguajes y Compiladores 2 </a:t>
            </a:r>
            <a:r>
              <a:rPr lang="en-US" sz="5000"/>
              <a:t>N</a:t>
            </a:r>
            <a:endParaRPr b="0" i="0" sz="5000" u="none" cap="none" strike="noStrike">
              <a:solidFill>
                <a:srgbClr val="000000"/>
              </a:solidFill>
              <a:latin typeface="Arial"/>
              <a:ea typeface="Arial"/>
              <a:cs typeface="Arial"/>
              <a:sym typeface="Arial"/>
            </a:endParaRPr>
          </a:p>
        </p:txBody>
      </p:sp>
      <p:sp>
        <p:nvSpPr>
          <p:cNvPr id="104" name="Google Shape;104;g3cec6d80396_0_1"/>
          <p:cNvSpPr/>
          <p:nvPr/>
        </p:nvSpPr>
        <p:spPr>
          <a:xfrm>
            <a:off x="3557520" y="6189120"/>
            <a:ext cx="11172000" cy="975000"/>
          </a:xfrm>
          <a:prstGeom prst="rect">
            <a:avLst/>
          </a:prstGeom>
          <a:noFill/>
          <a:ln>
            <a:noFill/>
          </a:ln>
        </p:spPr>
        <p:txBody>
          <a:bodyPr anchorCtr="0" anchor="t" bIns="182850" lIns="182850" spcFirstLastPara="1" rIns="182850" wrap="square" tIns="182850">
            <a:noAutofit/>
          </a:bodyPr>
          <a:lstStyle/>
          <a:p>
            <a:pPr indent="0" lvl="0" marL="0" marR="0" rtl="0" algn="l">
              <a:lnSpc>
                <a:spcPct val="100000"/>
              </a:lnSpc>
              <a:spcBef>
                <a:spcPts val="0"/>
              </a:spcBef>
              <a:spcAft>
                <a:spcPts val="0"/>
              </a:spcAft>
              <a:buNone/>
            </a:pPr>
            <a:r>
              <a:rPr lang="en-US" sz="4000"/>
              <a:t>Omar Alejandro Vides Esteban</a:t>
            </a:r>
            <a:endParaRPr b="0" i="0" sz="4000" u="none" cap="none" strike="noStrike">
              <a:solidFill>
                <a:srgbClr val="000000"/>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sp>
        <p:nvSpPr>
          <p:cNvPr id="109" name="Google Shape;109;p1"/>
          <p:cNvSpPr/>
          <p:nvPr/>
        </p:nvSpPr>
        <p:spPr>
          <a:xfrm>
            <a:off x="12541309" y="0"/>
            <a:ext cx="5746691" cy="1711780"/>
          </a:xfrm>
          <a:custGeom>
            <a:rect b="b" l="l" r="r" t="t"/>
            <a:pathLst>
              <a:path extrusionOk="0" h="1711780" w="5746691">
                <a:moveTo>
                  <a:pt x="0" y="0"/>
                </a:moveTo>
                <a:lnTo>
                  <a:pt x="5746691" y="0"/>
                </a:lnTo>
                <a:lnTo>
                  <a:pt x="5746691" y="1711780"/>
                </a:lnTo>
                <a:lnTo>
                  <a:pt x="0" y="1711780"/>
                </a:lnTo>
                <a:lnTo>
                  <a:pt x="0" y="0"/>
                </a:lnTo>
                <a:close/>
              </a:path>
            </a:pathLst>
          </a:custGeom>
          <a:blipFill rotWithShape="1">
            <a:blip r:embed="rId3">
              <a:alphaModFix/>
            </a:blip>
            <a:stretch>
              <a:fillRect b="0" l="0" r="0" t="0"/>
            </a:stretch>
          </a:blipFill>
          <a:ln>
            <a:noFill/>
          </a:ln>
        </p:spPr>
      </p:sp>
      <p:sp>
        <p:nvSpPr>
          <p:cNvPr id="110" name="Google Shape;110;p1"/>
          <p:cNvSpPr txBox="1"/>
          <p:nvPr/>
        </p:nvSpPr>
        <p:spPr>
          <a:xfrm>
            <a:off x="151991" y="7464412"/>
            <a:ext cx="10011300" cy="18471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Clr>
                <a:srgbClr val="000000"/>
              </a:buClr>
              <a:buSzPts val="5000"/>
              <a:buFont typeface="Arial"/>
              <a:buNone/>
            </a:pPr>
            <a:r>
              <a:rPr b="1" i="0" lang="en-US" sz="5000" u="none" cap="none" strike="noStrike">
                <a:solidFill>
                  <a:srgbClr val="131416"/>
                </a:solidFill>
                <a:latin typeface="Open Sans"/>
                <a:ea typeface="Open Sans"/>
                <a:cs typeface="Open Sans"/>
                <a:sym typeface="Open Sans"/>
              </a:rPr>
              <a:t>Organización de Lenguajes y Compiladores 2</a:t>
            </a:r>
            <a:endParaRPr b="0" i="0" sz="1400" u="none" cap="none" strike="noStrike">
              <a:solidFill>
                <a:srgbClr val="000000"/>
              </a:solidFill>
              <a:latin typeface="Arial"/>
              <a:ea typeface="Arial"/>
              <a:cs typeface="Arial"/>
              <a:sym typeface="Arial"/>
            </a:endParaRPr>
          </a:p>
        </p:txBody>
      </p:sp>
      <p:sp>
        <p:nvSpPr>
          <p:cNvPr id="111" name="Google Shape;111;p1"/>
          <p:cNvSpPr txBox="1"/>
          <p:nvPr/>
        </p:nvSpPr>
        <p:spPr>
          <a:xfrm>
            <a:off x="0" y="1503151"/>
            <a:ext cx="18288000" cy="53811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Clr>
                <a:srgbClr val="000000"/>
              </a:buClr>
              <a:buSzPts val="9200"/>
              <a:buFont typeface="Arial"/>
              <a:buNone/>
            </a:pPr>
            <a:r>
              <a:rPr b="1" i="0" lang="en-US" sz="9200" u="none" cap="none" strike="noStrike">
                <a:solidFill>
                  <a:srgbClr val="131416"/>
                </a:solidFill>
                <a:latin typeface="Open Sans"/>
                <a:ea typeface="Open Sans"/>
                <a:cs typeface="Open Sans"/>
                <a:sym typeface="Open Sans"/>
              </a:rPr>
              <a:t>Generación de código intermedio: </a:t>
            </a:r>
            <a:endParaRPr b="1" i="0" sz="9200" u="none" cap="none" strike="noStrike">
              <a:solidFill>
                <a:srgbClr val="131416"/>
              </a:solidFill>
              <a:latin typeface="Open Sans"/>
              <a:ea typeface="Open Sans"/>
              <a:cs typeface="Open Sans"/>
              <a:sym typeface="Open Sans"/>
            </a:endParaRPr>
          </a:p>
          <a:p>
            <a:pPr indent="0" lvl="0" marL="0" marR="0" rtl="0" algn="ctr">
              <a:lnSpc>
                <a:spcPct val="140000"/>
              </a:lnSpc>
              <a:spcBef>
                <a:spcPts val="0"/>
              </a:spcBef>
              <a:spcAft>
                <a:spcPts val="0"/>
              </a:spcAft>
              <a:buClr>
                <a:srgbClr val="000000"/>
              </a:buClr>
              <a:buSzPts val="9200"/>
              <a:buFont typeface="Arial"/>
              <a:buNone/>
            </a:pPr>
            <a:r>
              <a:rPr b="1" i="0" lang="en-US" sz="9200" u="none" cap="none" strike="noStrike">
                <a:solidFill>
                  <a:srgbClr val="131416"/>
                </a:solidFill>
                <a:latin typeface="Open Sans"/>
                <a:ea typeface="Open Sans"/>
                <a:cs typeface="Open Sans"/>
                <a:sym typeface="Open Sans"/>
              </a:rPr>
              <a:t>expresiones básicas</a:t>
            </a:r>
            <a:endParaRPr b="0" i="0" sz="1400" u="none" cap="none" strike="noStrike">
              <a:solidFill>
                <a:srgbClr val="000000"/>
              </a:solidFill>
              <a:latin typeface="Arial"/>
              <a:ea typeface="Arial"/>
              <a:cs typeface="Arial"/>
              <a:sym typeface="Arial"/>
            </a:endParaRPr>
          </a:p>
        </p:txBody>
      </p:sp>
      <p:sp>
        <p:nvSpPr>
          <p:cNvPr id="112" name="Google Shape;112;p1"/>
          <p:cNvSpPr txBox="1"/>
          <p:nvPr/>
        </p:nvSpPr>
        <p:spPr>
          <a:xfrm>
            <a:off x="10559603" y="7798876"/>
            <a:ext cx="6981300" cy="384600"/>
          </a:xfrm>
          <a:prstGeom prst="rect">
            <a:avLst/>
          </a:prstGeom>
          <a:noFill/>
          <a:ln>
            <a:noFill/>
          </a:ln>
        </p:spPr>
        <p:txBody>
          <a:bodyPr anchorCtr="0" anchor="t" bIns="0" lIns="0" spcFirstLastPara="1" rIns="0" wrap="square" tIns="0">
            <a:spAutoFit/>
          </a:bodyPr>
          <a:lstStyle/>
          <a:p>
            <a:pPr indent="0" lvl="0" marL="0" marR="0" rtl="0" algn="ctr">
              <a:lnSpc>
                <a:spcPct val="140016"/>
              </a:lnSpc>
              <a:spcBef>
                <a:spcPts val="0"/>
              </a:spcBef>
              <a:spcAft>
                <a:spcPts val="0"/>
              </a:spcAft>
              <a:buClr>
                <a:srgbClr val="000000"/>
              </a:buClr>
              <a:buSzPts val="2499"/>
              <a:buFont typeface="Arial"/>
              <a:buNone/>
            </a:pPr>
            <a:r>
              <a:rPr b="1" i="0" lang="en-US" sz="2499" u="none" cap="none" strike="noStrike">
                <a:solidFill>
                  <a:srgbClr val="131416"/>
                </a:solidFill>
                <a:latin typeface="Open Sans"/>
                <a:ea typeface="Open Sans"/>
                <a:cs typeface="Open Sans"/>
                <a:sym typeface="Open Sans"/>
              </a:rPr>
              <a:t>Escuela de Ingenieria de Ciencias Y Sistemas</a:t>
            </a:r>
            <a:endParaRPr b="0" i="0" sz="1400" u="none" cap="none" strike="noStrike">
              <a:solidFill>
                <a:srgbClr val="000000"/>
              </a:solidFill>
              <a:latin typeface="Arial"/>
              <a:ea typeface="Arial"/>
              <a:cs typeface="Arial"/>
              <a:sym typeface="Arial"/>
            </a:endParaRPr>
          </a:p>
        </p:txBody>
      </p:sp>
      <p:sp>
        <p:nvSpPr>
          <p:cNvPr id="113" name="Google Shape;113;p1"/>
          <p:cNvSpPr txBox="1"/>
          <p:nvPr/>
        </p:nvSpPr>
        <p:spPr>
          <a:xfrm>
            <a:off x="10559600" y="8314050"/>
            <a:ext cx="3525300" cy="384600"/>
          </a:xfrm>
          <a:prstGeom prst="rect">
            <a:avLst/>
          </a:prstGeom>
          <a:noFill/>
          <a:ln>
            <a:noFill/>
          </a:ln>
        </p:spPr>
        <p:txBody>
          <a:bodyPr anchorCtr="0" anchor="t" bIns="0" lIns="0" spcFirstLastPara="1" rIns="0" wrap="square" tIns="0">
            <a:spAutoFit/>
          </a:bodyPr>
          <a:lstStyle/>
          <a:p>
            <a:pPr indent="0" lvl="0" marL="0" marR="0" rtl="0" algn="ctr">
              <a:lnSpc>
                <a:spcPct val="140016"/>
              </a:lnSpc>
              <a:spcBef>
                <a:spcPts val="0"/>
              </a:spcBef>
              <a:spcAft>
                <a:spcPts val="0"/>
              </a:spcAft>
              <a:buClr>
                <a:srgbClr val="000000"/>
              </a:buClr>
              <a:buSzPts val="2499"/>
              <a:buFont typeface="Arial"/>
              <a:buNone/>
            </a:pPr>
            <a:r>
              <a:rPr b="1" i="0" lang="en-US" sz="2499" u="none" cap="none" strike="noStrike">
                <a:solidFill>
                  <a:srgbClr val="131416"/>
                </a:solidFill>
                <a:latin typeface="Open Sans"/>
                <a:ea typeface="Open Sans"/>
                <a:cs typeface="Open Sans"/>
                <a:sym typeface="Open Sans"/>
              </a:rPr>
              <a:t>Facultad de Ingenieria</a:t>
            </a:r>
            <a:endParaRPr b="0" i="0" sz="1400" u="none" cap="none" strike="noStrike">
              <a:solidFill>
                <a:srgbClr val="000000"/>
              </a:solidFill>
              <a:latin typeface="Arial"/>
              <a:ea typeface="Arial"/>
              <a:cs typeface="Arial"/>
              <a:sym typeface="Arial"/>
            </a:endParaRPr>
          </a:p>
        </p:txBody>
      </p:sp>
      <p:sp>
        <p:nvSpPr>
          <p:cNvPr id="114" name="Google Shape;114;p1"/>
          <p:cNvSpPr txBox="1"/>
          <p:nvPr/>
        </p:nvSpPr>
        <p:spPr>
          <a:xfrm>
            <a:off x="10559600" y="8829225"/>
            <a:ext cx="6408000" cy="384600"/>
          </a:xfrm>
          <a:prstGeom prst="rect">
            <a:avLst/>
          </a:prstGeom>
          <a:noFill/>
          <a:ln>
            <a:noFill/>
          </a:ln>
        </p:spPr>
        <p:txBody>
          <a:bodyPr anchorCtr="0" anchor="t" bIns="0" lIns="0" spcFirstLastPara="1" rIns="0" wrap="square" tIns="0">
            <a:spAutoFit/>
          </a:bodyPr>
          <a:lstStyle/>
          <a:p>
            <a:pPr indent="0" lvl="0" marL="0" marR="0" rtl="0" algn="ctr">
              <a:lnSpc>
                <a:spcPct val="140016"/>
              </a:lnSpc>
              <a:spcBef>
                <a:spcPts val="0"/>
              </a:spcBef>
              <a:spcAft>
                <a:spcPts val="0"/>
              </a:spcAft>
              <a:buClr>
                <a:srgbClr val="000000"/>
              </a:buClr>
              <a:buSzPts val="2499"/>
              <a:buFont typeface="Arial"/>
              <a:buNone/>
            </a:pPr>
            <a:r>
              <a:rPr b="1" i="0" lang="en-US" sz="2499" u="none" cap="none" strike="noStrike">
                <a:solidFill>
                  <a:srgbClr val="131416"/>
                </a:solidFill>
                <a:latin typeface="Open Sans"/>
                <a:ea typeface="Open Sans"/>
                <a:cs typeface="Open Sans"/>
                <a:sym typeface="Open Sans"/>
              </a:rPr>
              <a:t>Universidad de San Carlos de Guatemala</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sp>
        <p:nvSpPr>
          <p:cNvPr id="119" name="Google Shape;119;g3cec6d80396_0_87"/>
          <p:cNvSpPr txBox="1"/>
          <p:nvPr/>
        </p:nvSpPr>
        <p:spPr>
          <a:xfrm>
            <a:off x="3326850" y="1520175"/>
            <a:ext cx="11341500" cy="3382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US" sz="7000">
                <a:solidFill>
                  <a:schemeClr val="dk1"/>
                </a:solidFill>
                <a:latin typeface="Calibri"/>
                <a:ea typeface="Calibri"/>
                <a:cs typeface="Calibri"/>
                <a:sym typeface="Calibri"/>
              </a:rPr>
              <a:t>Rigor:</a:t>
            </a:r>
            <a:endParaRPr sz="7000">
              <a:solidFill>
                <a:schemeClr val="dk1"/>
              </a:solidFill>
              <a:latin typeface="Calibri"/>
              <a:ea typeface="Calibri"/>
              <a:cs typeface="Calibri"/>
              <a:sym typeface="Calibri"/>
            </a:endParaRPr>
          </a:p>
          <a:p>
            <a:pPr indent="0" lvl="0" marL="0" rtl="0" algn="ctr">
              <a:lnSpc>
                <a:spcPct val="115000"/>
              </a:lnSpc>
              <a:spcBef>
                <a:spcPts val="0"/>
              </a:spcBef>
              <a:spcAft>
                <a:spcPts val="0"/>
              </a:spcAft>
              <a:buNone/>
            </a:pPr>
            <a:r>
              <a:rPr lang="en-US" sz="3200"/>
              <a:t>porque se trabaja con conceptos técnicos de bajo nivel, donde la precisión y estructura lógica son clave, especialmente en temas como ensamblador o representación en memoria.</a:t>
            </a:r>
            <a:endParaRPr sz="3200"/>
          </a:p>
          <a:p>
            <a:pPr indent="0" lvl="0" marL="0" rtl="0" algn="ctr">
              <a:spcBef>
                <a:spcPts val="0"/>
              </a:spcBef>
              <a:spcAft>
                <a:spcPts val="0"/>
              </a:spcAft>
              <a:buNone/>
            </a:pPr>
            <a:r>
              <a:t/>
            </a:r>
            <a:endParaRPr sz="7000">
              <a:solidFill>
                <a:schemeClr val="dk1"/>
              </a:solidFill>
              <a:latin typeface="Calibri"/>
              <a:ea typeface="Calibri"/>
              <a:cs typeface="Calibri"/>
              <a:sym typeface="Calibri"/>
            </a:endParaRPr>
          </a:p>
        </p:txBody>
      </p:sp>
      <p:sp>
        <p:nvSpPr>
          <p:cNvPr id="120" name="Google Shape;120;g3cec6d80396_0_87"/>
          <p:cNvSpPr txBox="1"/>
          <p:nvPr/>
        </p:nvSpPr>
        <p:spPr>
          <a:xfrm>
            <a:off x="3618525" y="8384800"/>
            <a:ext cx="11341500" cy="955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US" sz="5200">
                <a:solidFill>
                  <a:schemeClr val="lt1"/>
                </a:solidFill>
                <a:latin typeface="Calibri"/>
                <a:ea typeface="Calibri"/>
                <a:cs typeface="Calibri"/>
                <a:sym typeface="Calibri"/>
              </a:rPr>
              <a:t>Valor de la semana</a:t>
            </a:r>
            <a:endParaRPr sz="5200">
              <a:solidFill>
                <a:schemeClr val="lt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 name="Shape 124"/>
        <p:cNvGrpSpPr/>
        <p:nvPr/>
      </p:nvGrpSpPr>
      <p:grpSpPr>
        <a:xfrm>
          <a:off x="0" y="0"/>
          <a:ext cx="0" cy="0"/>
          <a:chOff x="0" y="0"/>
          <a:chExt cx="0" cy="0"/>
        </a:xfrm>
      </p:grpSpPr>
      <p:grpSp>
        <p:nvGrpSpPr>
          <p:cNvPr id="125" name="Google Shape;125;p2"/>
          <p:cNvGrpSpPr/>
          <p:nvPr/>
        </p:nvGrpSpPr>
        <p:grpSpPr>
          <a:xfrm>
            <a:off x="5037118" y="3049025"/>
            <a:ext cx="9356695" cy="6209273"/>
            <a:chOff x="0" y="-355022"/>
            <a:chExt cx="3983617" cy="2643601"/>
          </a:xfrm>
        </p:grpSpPr>
        <p:sp>
          <p:nvSpPr>
            <p:cNvPr id="126" name="Google Shape;126;p2"/>
            <p:cNvSpPr/>
            <p:nvPr/>
          </p:nvSpPr>
          <p:spPr>
            <a:xfrm>
              <a:off x="0" y="0"/>
              <a:ext cx="3983617" cy="2288579"/>
            </a:xfrm>
            <a:custGeom>
              <a:rect b="b" l="l" r="r" t="t"/>
              <a:pathLst>
                <a:path extrusionOk="0" h="2288579" w="3983617">
                  <a:moveTo>
                    <a:pt x="3780417" y="0"/>
                  </a:moveTo>
                  <a:lnTo>
                    <a:pt x="0" y="0"/>
                  </a:lnTo>
                  <a:lnTo>
                    <a:pt x="0" y="2288579"/>
                  </a:lnTo>
                  <a:lnTo>
                    <a:pt x="3780417" y="2288579"/>
                  </a:lnTo>
                  <a:lnTo>
                    <a:pt x="3983617" y="1144290"/>
                  </a:lnTo>
                  <a:lnTo>
                    <a:pt x="3780417" y="0"/>
                  </a:lnTo>
                  <a:close/>
                </a:path>
              </a:pathLst>
            </a:custGeom>
            <a:solidFill>
              <a:srgbClr val="FFFFFF"/>
            </a:solidFill>
            <a:ln>
              <a:noFill/>
            </a:ln>
          </p:spPr>
        </p:sp>
        <p:sp>
          <p:nvSpPr>
            <p:cNvPr id="127" name="Google Shape;127;p2"/>
            <p:cNvSpPr txBox="1"/>
            <p:nvPr/>
          </p:nvSpPr>
          <p:spPr>
            <a:xfrm>
              <a:off x="3" y="-355022"/>
              <a:ext cx="3869400" cy="2643600"/>
            </a:xfrm>
            <a:prstGeom prst="rect">
              <a:avLst/>
            </a:prstGeom>
            <a:noFill/>
            <a:ln>
              <a:noFill/>
            </a:ln>
          </p:spPr>
          <p:txBody>
            <a:bodyPr anchorCtr="0" anchor="ctr" bIns="50800" lIns="50800" spcFirstLastPara="1" rIns="50800" wrap="square" tIns="50800">
              <a:noAutofit/>
            </a:bodyPr>
            <a:lstStyle/>
            <a:p>
              <a:pPr indent="0" lvl="0" marL="0" marR="0" rtl="0" algn="ctr">
                <a:lnSpc>
                  <a:spcPct val="148017"/>
                </a:lnSpc>
                <a:spcBef>
                  <a:spcPts val="0"/>
                </a:spcBef>
                <a:spcAft>
                  <a:spcPts val="0"/>
                </a:spcAft>
                <a:buClr>
                  <a:srgbClr val="000000"/>
                </a:buClr>
                <a:buSzPts val="2799"/>
                <a:buFont typeface="Arial"/>
                <a:buNone/>
              </a:pPr>
              <a:r>
                <a:rPr b="0" i="0" lang="en-US" sz="2799" u="none" cap="none" strike="noStrike">
                  <a:solidFill>
                    <a:srgbClr val="000000"/>
                  </a:solidFill>
                  <a:latin typeface="Arial"/>
                  <a:ea typeface="Arial"/>
                  <a:cs typeface="Arial"/>
                  <a:sym typeface="Arial"/>
                </a:rPr>
                <a:t>Dudas del proyecto</a:t>
              </a:r>
              <a:endParaRPr b="0" i="0" sz="1400" u="none" cap="none" strike="noStrike">
                <a:solidFill>
                  <a:srgbClr val="000000"/>
                </a:solidFill>
                <a:latin typeface="Arial"/>
                <a:ea typeface="Arial"/>
                <a:cs typeface="Arial"/>
                <a:sym typeface="Arial"/>
              </a:endParaRPr>
            </a:p>
            <a:p>
              <a:pPr indent="0" lvl="0" marL="0" marR="0" rtl="0" algn="ctr">
                <a:lnSpc>
                  <a:spcPct val="148017"/>
                </a:lnSpc>
                <a:spcBef>
                  <a:spcPts val="0"/>
                </a:spcBef>
                <a:spcAft>
                  <a:spcPts val="0"/>
                </a:spcAft>
                <a:buClr>
                  <a:srgbClr val="000000"/>
                </a:buClr>
                <a:buSzPts val="2799"/>
                <a:buFont typeface="Arial"/>
                <a:buNone/>
              </a:pPr>
              <a:r>
                <a:t/>
              </a:r>
              <a:endParaRPr b="0" i="0" sz="2799" u="none" cap="none" strike="noStrike">
                <a:solidFill>
                  <a:srgbClr val="000000"/>
                </a:solidFill>
                <a:latin typeface="Arial"/>
                <a:ea typeface="Arial"/>
                <a:cs typeface="Arial"/>
                <a:sym typeface="Arial"/>
              </a:endParaRPr>
            </a:p>
            <a:p>
              <a:pPr indent="0" lvl="0" marL="0" marR="0" rtl="0" algn="ctr">
                <a:lnSpc>
                  <a:spcPct val="148017"/>
                </a:lnSpc>
                <a:spcBef>
                  <a:spcPts val="0"/>
                </a:spcBef>
                <a:spcAft>
                  <a:spcPts val="0"/>
                </a:spcAft>
                <a:buClr>
                  <a:srgbClr val="000000"/>
                </a:buClr>
                <a:buSzPts val="2799"/>
                <a:buFont typeface="Arial"/>
                <a:buNone/>
              </a:pPr>
              <a:r>
                <a:rPr b="0" i="0" lang="en-US" sz="2799" u="none" cap="none" strike="noStrike">
                  <a:solidFill>
                    <a:srgbClr val="000000"/>
                  </a:solidFill>
                  <a:latin typeface="Arial"/>
                  <a:ea typeface="Arial"/>
                  <a:cs typeface="Arial"/>
                  <a:sym typeface="Arial"/>
                </a:rPr>
                <a:t>Definición</a:t>
              </a:r>
              <a:endParaRPr b="0" i="0" sz="1400" u="none" cap="none" strike="noStrike">
                <a:solidFill>
                  <a:srgbClr val="000000"/>
                </a:solidFill>
                <a:latin typeface="Arial"/>
                <a:ea typeface="Arial"/>
                <a:cs typeface="Arial"/>
                <a:sym typeface="Arial"/>
              </a:endParaRPr>
            </a:p>
            <a:p>
              <a:pPr indent="0" lvl="0" marL="0" marR="0" rtl="0" algn="ctr">
                <a:lnSpc>
                  <a:spcPct val="148017"/>
                </a:lnSpc>
                <a:spcBef>
                  <a:spcPts val="0"/>
                </a:spcBef>
                <a:spcAft>
                  <a:spcPts val="0"/>
                </a:spcAft>
                <a:buClr>
                  <a:srgbClr val="000000"/>
                </a:buClr>
                <a:buSzPts val="2799"/>
                <a:buFont typeface="Arial"/>
                <a:buNone/>
              </a:pPr>
              <a:r>
                <a:t/>
              </a:r>
              <a:endParaRPr b="0" i="0" sz="2799" u="none" cap="none" strike="noStrike">
                <a:solidFill>
                  <a:srgbClr val="000000"/>
                </a:solidFill>
                <a:latin typeface="Arial"/>
                <a:ea typeface="Arial"/>
                <a:cs typeface="Arial"/>
                <a:sym typeface="Arial"/>
              </a:endParaRPr>
            </a:p>
            <a:p>
              <a:pPr indent="0" lvl="0" marL="0" marR="0" rtl="0" algn="ctr">
                <a:lnSpc>
                  <a:spcPct val="148017"/>
                </a:lnSpc>
                <a:spcBef>
                  <a:spcPts val="0"/>
                </a:spcBef>
                <a:spcAft>
                  <a:spcPts val="0"/>
                </a:spcAft>
                <a:buClr>
                  <a:srgbClr val="000000"/>
                </a:buClr>
                <a:buSzPts val="2799"/>
                <a:buFont typeface="Arial"/>
                <a:buNone/>
              </a:pPr>
              <a:r>
                <a:rPr b="0" i="0" lang="en-US" sz="2799" u="none" cap="none" strike="noStrike">
                  <a:solidFill>
                    <a:srgbClr val="000000"/>
                  </a:solidFill>
                  <a:latin typeface="Arial"/>
                  <a:ea typeface="Arial"/>
                  <a:cs typeface="Arial"/>
                  <a:sym typeface="Arial"/>
                </a:rPr>
                <a:t>Código 3 direcciones</a:t>
              </a:r>
              <a:endParaRPr b="0" i="0" sz="1400" u="none" cap="none" strike="noStrike">
                <a:solidFill>
                  <a:srgbClr val="000000"/>
                </a:solidFill>
                <a:latin typeface="Arial"/>
                <a:ea typeface="Arial"/>
                <a:cs typeface="Arial"/>
                <a:sym typeface="Arial"/>
              </a:endParaRPr>
            </a:p>
            <a:p>
              <a:pPr indent="0" lvl="0" marL="0" marR="0" rtl="0" algn="ctr">
                <a:lnSpc>
                  <a:spcPct val="148017"/>
                </a:lnSpc>
                <a:spcBef>
                  <a:spcPts val="0"/>
                </a:spcBef>
                <a:spcAft>
                  <a:spcPts val="0"/>
                </a:spcAft>
                <a:buClr>
                  <a:srgbClr val="000000"/>
                </a:buClr>
                <a:buSzPts val="2799"/>
                <a:buFont typeface="Arial"/>
                <a:buNone/>
              </a:pPr>
              <a:r>
                <a:t/>
              </a:r>
              <a:endParaRPr b="0" i="0" sz="2799" u="none" cap="none" strike="noStrike">
                <a:solidFill>
                  <a:srgbClr val="000000"/>
                </a:solidFill>
                <a:latin typeface="Arial"/>
                <a:ea typeface="Arial"/>
                <a:cs typeface="Arial"/>
                <a:sym typeface="Arial"/>
              </a:endParaRPr>
            </a:p>
            <a:p>
              <a:pPr indent="0" lvl="0" marL="0" marR="0" rtl="0" algn="ctr">
                <a:lnSpc>
                  <a:spcPct val="148017"/>
                </a:lnSpc>
                <a:spcBef>
                  <a:spcPts val="0"/>
                </a:spcBef>
                <a:spcAft>
                  <a:spcPts val="0"/>
                </a:spcAft>
                <a:buClr>
                  <a:srgbClr val="000000"/>
                </a:buClr>
                <a:buSzPts val="2799"/>
                <a:buFont typeface="Arial"/>
                <a:buNone/>
              </a:pPr>
              <a:r>
                <a:rPr b="0" i="0" lang="en-US" sz="2799" u="none" cap="none" strike="noStrike">
                  <a:solidFill>
                    <a:srgbClr val="000000"/>
                  </a:solidFill>
                  <a:latin typeface="Arial"/>
                  <a:ea typeface="Arial"/>
                  <a:cs typeface="Arial"/>
                  <a:sym typeface="Arial"/>
                </a:rPr>
                <a:t>Expresiones</a:t>
              </a:r>
              <a:endParaRPr b="0" i="0" sz="2799" u="none" cap="none" strike="noStrike">
                <a:solidFill>
                  <a:srgbClr val="000000"/>
                </a:solidFill>
                <a:latin typeface="Arial"/>
                <a:ea typeface="Arial"/>
                <a:cs typeface="Arial"/>
                <a:sym typeface="Arial"/>
              </a:endParaRPr>
            </a:p>
            <a:p>
              <a:pPr indent="0" lvl="0" marL="0" marR="0" rtl="0" algn="ctr">
                <a:lnSpc>
                  <a:spcPct val="148017"/>
                </a:lnSpc>
                <a:spcBef>
                  <a:spcPts val="0"/>
                </a:spcBef>
                <a:spcAft>
                  <a:spcPts val="0"/>
                </a:spcAft>
                <a:buClr>
                  <a:srgbClr val="000000"/>
                </a:buClr>
                <a:buSzPts val="2799"/>
                <a:buFont typeface="Arial"/>
                <a:buNone/>
              </a:pPr>
              <a:r>
                <a:t/>
              </a:r>
              <a:endParaRPr sz="2799"/>
            </a:p>
            <a:p>
              <a:pPr indent="0" lvl="0" marL="0" marR="0" rtl="0" algn="ctr">
                <a:lnSpc>
                  <a:spcPct val="148017"/>
                </a:lnSpc>
                <a:spcBef>
                  <a:spcPts val="0"/>
                </a:spcBef>
                <a:spcAft>
                  <a:spcPts val="0"/>
                </a:spcAft>
                <a:buClr>
                  <a:srgbClr val="000000"/>
                </a:buClr>
                <a:buSzPts val="2799"/>
                <a:buFont typeface="Arial"/>
                <a:buNone/>
              </a:pPr>
              <a:r>
                <a:rPr lang="en-US" sz="2799"/>
                <a:t>ARM</a:t>
              </a:r>
              <a:endParaRPr sz="2799"/>
            </a:p>
            <a:p>
              <a:pPr indent="0" lvl="0" marL="0" marR="0" rtl="0" algn="ctr">
                <a:lnSpc>
                  <a:spcPct val="148017"/>
                </a:lnSpc>
                <a:spcBef>
                  <a:spcPts val="0"/>
                </a:spcBef>
                <a:spcAft>
                  <a:spcPts val="0"/>
                </a:spcAft>
                <a:buClr>
                  <a:srgbClr val="000000"/>
                </a:buClr>
                <a:buSzPts val="2799"/>
                <a:buFont typeface="Arial"/>
                <a:buNone/>
              </a:pPr>
              <a:r>
                <a:t/>
              </a:r>
              <a:endParaRPr b="0" i="0" sz="2799" u="none" cap="none" strike="noStrike">
                <a:solidFill>
                  <a:srgbClr val="000000"/>
                </a:solidFill>
                <a:latin typeface="Arial"/>
                <a:ea typeface="Arial"/>
                <a:cs typeface="Arial"/>
                <a:sym typeface="Arial"/>
              </a:endParaRPr>
            </a:p>
            <a:p>
              <a:pPr indent="0" lvl="0" marL="0" marR="0" rtl="0" algn="ctr">
                <a:lnSpc>
                  <a:spcPct val="148017"/>
                </a:lnSpc>
                <a:spcBef>
                  <a:spcPts val="0"/>
                </a:spcBef>
                <a:spcAft>
                  <a:spcPts val="0"/>
                </a:spcAft>
                <a:buClr>
                  <a:srgbClr val="000000"/>
                </a:buClr>
                <a:buSzPts val="2799"/>
                <a:buFont typeface="Arial"/>
                <a:buNone/>
              </a:pPr>
              <a:r>
                <a:rPr b="0" i="0" lang="en-US" sz="2799" u="none" cap="none" strike="noStrike">
                  <a:solidFill>
                    <a:srgbClr val="000000"/>
                  </a:solidFill>
                  <a:latin typeface="Arial"/>
                  <a:ea typeface="Arial"/>
                  <a:cs typeface="Arial"/>
                  <a:sym typeface="Arial"/>
                </a:rPr>
                <a:t>Ejemplo</a:t>
              </a:r>
              <a:endParaRPr b="0" i="0" sz="1400" u="none" cap="none" strike="noStrike">
                <a:solidFill>
                  <a:srgbClr val="000000"/>
                </a:solidFill>
                <a:latin typeface="Arial"/>
                <a:ea typeface="Arial"/>
                <a:cs typeface="Arial"/>
                <a:sym typeface="Arial"/>
              </a:endParaRPr>
            </a:p>
            <a:p>
              <a:pPr indent="0" lvl="0" marL="0" marR="0" rtl="0" algn="ctr">
                <a:lnSpc>
                  <a:spcPct val="148017"/>
                </a:lnSpc>
                <a:spcBef>
                  <a:spcPts val="0"/>
                </a:spcBef>
                <a:spcAft>
                  <a:spcPts val="0"/>
                </a:spcAft>
                <a:buClr>
                  <a:srgbClr val="000000"/>
                </a:buClr>
                <a:buSzPts val="2799"/>
                <a:buFont typeface="Arial"/>
                <a:buNone/>
              </a:pPr>
              <a:r>
                <a:t/>
              </a:r>
              <a:endParaRPr b="0" i="0" sz="2799" u="none" cap="none" strike="noStrike">
                <a:solidFill>
                  <a:srgbClr val="000000"/>
                </a:solidFill>
                <a:latin typeface="Arial"/>
                <a:ea typeface="Arial"/>
                <a:cs typeface="Arial"/>
                <a:sym typeface="Arial"/>
              </a:endParaRPr>
            </a:p>
          </p:txBody>
        </p:sp>
      </p:grpSp>
      <p:sp>
        <p:nvSpPr>
          <p:cNvPr id="128" name="Google Shape;128;p2"/>
          <p:cNvSpPr/>
          <p:nvPr/>
        </p:nvSpPr>
        <p:spPr>
          <a:xfrm>
            <a:off x="6397318" y="3674424"/>
            <a:ext cx="453358" cy="550094"/>
          </a:xfrm>
          <a:custGeom>
            <a:rect b="b" l="l" r="r" t="t"/>
            <a:pathLst>
              <a:path extrusionOk="0" h="550094" w="453358">
                <a:moveTo>
                  <a:pt x="0" y="0"/>
                </a:moveTo>
                <a:lnTo>
                  <a:pt x="453358" y="0"/>
                </a:lnTo>
                <a:lnTo>
                  <a:pt x="453358" y="550094"/>
                </a:lnTo>
                <a:lnTo>
                  <a:pt x="0" y="550094"/>
                </a:lnTo>
                <a:lnTo>
                  <a:pt x="0" y="0"/>
                </a:lnTo>
                <a:close/>
              </a:path>
            </a:pathLst>
          </a:custGeom>
          <a:blipFill rotWithShape="1">
            <a:blip r:embed="rId3">
              <a:alphaModFix/>
            </a:blip>
            <a:stretch>
              <a:fillRect b="0" l="0" r="0" t="0"/>
            </a:stretch>
          </a:blipFill>
          <a:ln>
            <a:noFill/>
          </a:ln>
        </p:spPr>
      </p:sp>
      <p:grpSp>
        <p:nvGrpSpPr>
          <p:cNvPr id="129" name="Google Shape;129;p2"/>
          <p:cNvGrpSpPr/>
          <p:nvPr/>
        </p:nvGrpSpPr>
        <p:grpSpPr>
          <a:xfrm>
            <a:off x="5037122" y="-568862"/>
            <a:ext cx="9044551" cy="2789462"/>
            <a:chOff x="-1382347" y="-758483"/>
            <a:chExt cx="12059400" cy="3719284"/>
          </a:xfrm>
        </p:grpSpPr>
        <p:sp>
          <p:nvSpPr>
            <p:cNvPr id="130" name="Google Shape;130;p2"/>
            <p:cNvSpPr txBox="1"/>
            <p:nvPr/>
          </p:nvSpPr>
          <p:spPr>
            <a:xfrm>
              <a:off x="-1382347" y="-117800"/>
              <a:ext cx="12059400" cy="30786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15000"/>
                <a:buFont typeface="Arial"/>
                <a:buNone/>
              </a:pPr>
              <a:r>
                <a:rPr b="0" i="0" lang="en-US" sz="15000" u="none" cap="none" strike="noStrike">
                  <a:solidFill>
                    <a:srgbClr val="131416"/>
                  </a:solidFill>
                  <a:latin typeface="Play"/>
                  <a:ea typeface="Play"/>
                  <a:cs typeface="Play"/>
                  <a:sym typeface="Play"/>
                </a:rPr>
                <a:t>Agenda</a:t>
              </a:r>
              <a:endParaRPr b="0" i="0" sz="1400" u="none" cap="none" strike="noStrike">
                <a:solidFill>
                  <a:srgbClr val="000000"/>
                </a:solidFill>
                <a:latin typeface="Arial"/>
                <a:ea typeface="Arial"/>
                <a:cs typeface="Arial"/>
                <a:sym typeface="Arial"/>
              </a:endParaRPr>
            </a:p>
          </p:txBody>
        </p:sp>
        <p:sp>
          <p:nvSpPr>
            <p:cNvPr id="131" name="Google Shape;131;p2"/>
            <p:cNvSpPr txBox="1"/>
            <p:nvPr/>
          </p:nvSpPr>
          <p:spPr>
            <a:xfrm>
              <a:off x="212233" y="-758483"/>
              <a:ext cx="8187000" cy="369300"/>
            </a:xfrm>
            <a:prstGeom prst="rect">
              <a:avLst/>
            </a:prstGeom>
            <a:noFill/>
            <a:ln>
              <a:noFill/>
            </a:ln>
          </p:spPr>
          <p:txBody>
            <a:bodyPr anchorCtr="0" anchor="t" bIns="0" lIns="0" spcFirstLastPara="1" rIns="0" wrap="square" tIns="0">
              <a:spAutoFit/>
            </a:bodyPr>
            <a:lstStyle/>
            <a:p>
              <a:pPr indent="0" lvl="0" marL="0" marR="0" rtl="0" algn="l">
                <a:lnSpc>
                  <a:spcPct val="3185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132" name="Google Shape;132;p2"/>
          <p:cNvSpPr/>
          <p:nvPr/>
        </p:nvSpPr>
        <p:spPr>
          <a:xfrm>
            <a:off x="6397318" y="4989097"/>
            <a:ext cx="453358" cy="550094"/>
          </a:xfrm>
          <a:custGeom>
            <a:rect b="b" l="l" r="r" t="t"/>
            <a:pathLst>
              <a:path extrusionOk="0" h="550094" w="453358">
                <a:moveTo>
                  <a:pt x="0" y="0"/>
                </a:moveTo>
                <a:lnTo>
                  <a:pt x="453358" y="0"/>
                </a:lnTo>
                <a:lnTo>
                  <a:pt x="453358" y="550094"/>
                </a:lnTo>
                <a:lnTo>
                  <a:pt x="0" y="550094"/>
                </a:lnTo>
                <a:lnTo>
                  <a:pt x="0" y="0"/>
                </a:lnTo>
                <a:close/>
              </a:path>
            </a:pathLst>
          </a:custGeom>
          <a:blipFill rotWithShape="1">
            <a:blip r:embed="rId3">
              <a:alphaModFix/>
            </a:blip>
            <a:stretch>
              <a:fillRect b="0" l="0" r="0" t="0"/>
            </a:stretch>
          </a:blipFill>
          <a:ln>
            <a:noFill/>
          </a:ln>
        </p:spPr>
      </p:sp>
      <p:sp>
        <p:nvSpPr>
          <p:cNvPr id="133" name="Google Shape;133;p2"/>
          <p:cNvSpPr/>
          <p:nvPr/>
        </p:nvSpPr>
        <p:spPr>
          <a:xfrm>
            <a:off x="6397318" y="6091641"/>
            <a:ext cx="453358" cy="550094"/>
          </a:xfrm>
          <a:custGeom>
            <a:rect b="b" l="l" r="r" t="t"/>
            <a:pathLst>
              <a:path extrusionOk="0" h="550094" w="453358">
                <a:moveTo>
                  <a:pt x="0" y="0"/>
                </a:moveTo>
                <a:lnTo>
                  <a:pt x="453358" y="0"/>
                </a:lnTo>
                <a:lnTo>
                  <a:pt x="453358" y="550094"/>
                </a:lnTo>
                <a:lnTo>
                  <a:pt x="0" y="550094"/>
                </a:lnTo>
                <a:lnTo>
                  <a:pt x="0" y="0"/>
                </a:lnTo>
                <a:close/>
              </a:path>
            </a:pathLst>
          </a:custGeom>
          <a:blipFill rotWithShape="1">
            <a:blip r:embed="rId3">
              <a:alphaModFix/>
            </a:blip>
            <a:stretch>
              <a:fillRect b="0" l="0" r="0" t="0"/>
            </a:stretch>
          </a:blipFill>
          <a:ln>
            <a:noFill/>
          </a:ln>
        </p:spPr>
      </p:sp>
      <p:sp>
        <p:nvSpPr>
          <p:cNvPr id="134" name="Google Shape;134;p2"/>
          <p:cNvSpPr/>
          <p:nvPr/>
        </p:nvSpPr>
        <p:spPr>
          <a:xfrm>
            <a:off x="6397318" y="7452860"/>
            <a:ext cx="453358" cy="550094"/>
          </a:xfrm>
          <a:custGeom>
            <a:rect b="b" l="l" r="r" t="t"/>
            <a:pathLst>
              <a:path extrusionOk="0" h="550094" w="453358">
                <a:moveTo>
                  <a:pt x="0" y="0"/>
                </a:moveTo>
                <a:lnTo>
                  <a:pt x="453358" y="0"/>
                </a:lnTo>
                <a:lnTo>
                  <a:pt x="453358" y="550094"/>
                </a:lnTo>
                <a:lnTo>
                  <a:pt x="0" y="550094"/>
                </a:lnTo>
                <a:lnTo>
                  <a:pt x="0" y="0"/>
                </a:lnTo>
                <a:close/>
              </a:path>
            </a:pathLst>
          </a:custGeom>
          <a:blipFill rotWithShape="1">
            <a:blip r:embed="rId3">
              <a:alphaModFix/>
            </a:blip>
            <a:stretch>
              <a:fillRect b="0" l="0" r="0" t="0"/>
            </a:stretch>
          </a:blipFill>
          <a:ln>
            <a:noFill/>
          </a:ln>
        </p:spPr>
      </p:sp>
      <p:sp>
        <p:nvSpPr>
          <p:cNvPr id="135" name="Google Shape;135;p2"/>
          <p:cNvSpPr/>
          <p:nvPr/>
        </p:nvSpPr>
        <p:spPr>
          <a:xfrm>
            <a:off x="6397318" y="8708204"/>
            <a:ext cx="453358" cy="550094"/>
          </a:xfrm>
          <a:custGeom>
            <a:rect b="b" l="l" r="r" t="t"/>
            <a:pathLst>
              <a:path extrusionOk="0" h="550094" w="453358">
                <a:moveTo>
                  <a:pt x="0" y="0"/>
                </a:moveTo>
                <a:lnTo>
                  <a:pt x="453358" y="0"/>
                </a:lnTo>
                <a:lnTo>
                  <a:pt x="453358" y="550094"/>
                </a:lnTo>
                <a:lnTo>
                  <a:pt x="0" y="550094"/>
                </a:lnTo>
                <a:lnTo>
                  <a:pt x="0" y="0"/>
                </a:lnTo>
                <a:close/>
              </a:path>
            </a:pathLst>
          </a:custGeom>
          <a:blipFill rotWithShape="1">
            <a:blip r:embed="rId3">
              <a:alphaModFix/>
            </a:blip>
            <a:stretch>
              <a:fillRect b="0" l="0" r="0" t="0"/>
            </a:stretch>
          </a:blipFill>
          <a:ln>
            <a:noFill/>
          </a:ln>
        </p:spPr>
      </p:sp>
      <p:sp>
        <p:nvSpPr>
          <p:cNvPr id="136" name="Google Shape;136;p2"/>
          <p:cNvSpPr/>
          <p:nvPr/>
        </p:nvSpPr>
        <p:spPr>
          <a:xfrm>
            <a:off x="6397318" y="2359762"/>
            <a:ext cx="453358" cy="550094"/>
          </a:xfrm>
          <a:custGeom>
            <a:rect b="b" l="l" r="r" t="t"/>
            <a:pathLst>
              <a:path extrusionOk="0" h="550094" w="453358">
                <a:moveTo>
                  <a:pt x="0" y="0"/>
                </a:moveTo>
                <a:lnTo>
                  <a:pt x="453358" y="0"/>
                </a:lnTo>
                <a:lnTo>
                  <a:pt x="453358" y="550094"/>
                </a:lnTo>
                <a:lnTo>
                  <a:pt x="0" y="550094"/>
                </a:lnTo>
                <a:lnTo>
                  <a:pt x="0" y="0"/>
                </a:lnTo>
                <a:close/>
              </a:path>
            </a:pathLst>
          </a:custGeom>
          <a:blipFill rotWithShape="1">
            <a:blip r:embed="rId3">
              <a:alphaModFix/>
            </a:blip>
            <a:stretch>
              <a:fillRect b="0" l="0" r="0" t="0"/>
            </a:stretch>
          </a:blipFill>
          <a:ln>
            <a:noFill/>
          </a:ln>
        </p:spPr>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p3"/>
          <p:cNvSpPr/>
          <p:nvPr/>
        </p:nvSpPr>
        <p:spPr>
          <a:xfrm>
            <a:off x="3650754" y="5714344"/>
            <a:ext cx="10986492" cy="3027528"/>
          </a:xfrm>
          <a:custGeom>
            <a:rect b="b" l="l" r="r" t="t"/>
            <a:pathLst>
              <a:path extrusionOk="0" h="3027528" w="10986492">
                <a:moveTo>
                  <a:pt x="0" y="0"/>
                </a:moveTo>
                <a:lnTo>
                  <a:pt x="10986492" y="0"/>
                </a:lnTo>
                <a:lnTo>
                  <a:pt x="10986492" y="3027528"/>
                </a:lnTo>
                <a:lnTo>
                  <a:pt x="0" y="3027528"/>
                </a:lnTo>
                <a:lnTo>
                  <a:pt x="0" y="0"/>
                </a:lnTo>
                <a:close/>
              </a:path>
            </a:pathLst>
          </a:custGeom>
          <a:blipFill rotWithShape="1">
            <a:blip r:embed="rId3">
              <a:alphaModFix/>
            </a:blip>
            <a:stretch>
              <a:fillRect b="0" l="0" r="0" t="0"/>
            </a:stretch>
          </a:blipFill>
          <a:ln>
            <a:noFill/>
          </a:ln>
        </p:spPr>
      </p:sp>
      <p:sp>
        <p:nvSpPr>
          <p:cNvPr id="142" name="Google Shape;142;p3"/>
          <p:cNvSpPr txBox="1"/>
          <p:nvPr/>
        </p:nvSpPr>
        <p:spPr>
          <a:xfrm>
            <a:off x="0" y="159703"/>
            <a:ext cx="18288000" cy="3195319"/>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Clr>
                <a:srgbClr val="000000"/>
              </a:buClr>
              <a:buSzPts val="9200"/>
              <a:buFont typeface="Arial"/>
              <a:buNone/>
            </a:pPr>
            <a:r>
              <a:rPr b="1" i="0" lang="en-US" sz="9200" u="none" cap="none" strike="noStrike">
                <a:solidFill>
                  <a:srgbClr val="000000"/>
                </a:solidFill>
                <a:latin typeface="Open Sans"/>
                <a:ea typeface="Open Sans"/>
                <a:cs typeface="Open Sans"/>
                <a:sym typeface="Open Sans"/>
              </a:rPr>
              <a:t>Generación de código intermedio</a:t>
            </a:r>
            <a:endParaRPr b="0" i="0" sz="1400" u="none" cap="none" strike="noStrike">
              <a:solidFill>
                <a:srgbClr val="000000"/>
              </a:solidFill>
              <a:latin typeface="Arial"/>
              <a:ea typeface="Arial"/>
              <a:cs typeface="Arial"/>
              <a:sym typeface="Arial"/>
            </a:endParaRPr>
          </a:p>
        </p:txBody>
      </p:sp>
      <p:sp>
        <p:nvSpPr>
          <p:cNvPr id="143" name="Google Shape;143;p3"/>
          <p:cNvSpPr txBox="1"/>
          <p:nvPr/>
        </p:nvSpPr>
        <p:spPr>
          <a:xfrm>
            <a:off x="3036277" y="4159964"/>
            <a:ext cx="13106691" cy="1024383"/>
          </a:xfrm>
          <a:prstGeom prst="rect">
            <a:avLst/>
          </a:prstGeom>
          <a:noFill/>
          <a:ln>
            <a:noFill/>
          </a:ln>
        </p:spPr>
        <p:txBody>
          <a:bodyPr anchorCtr="0" anchor="t" bIns="0" lIns="0" spcFirstLastPara="1" rIns="0" wrap="square" tIns="0">
            <a:spAutoFit/>
          </a:bodyPr>
          <a:lstStyle/>
          <a:p>
            <a:pPr indent="0" lvl="0" marL="0" marR="0" rtl="0" algn="ctr">
              <a:lnSpc>
                <a:spcPct val="148017"/>
              </a:lnSpc>
              <a:spcBef>
                <a:spcPts val="0"/>
              </a:spcBef>
              <a:spcAft>
                <a:spcPts val="0"/>
              </a:spcAft>
              <a:buClr>
                <a:srgbClr val="000000"/>
              </a:buClr>
              <a:buSzPts val="2799"/>
              <a:buFont typeface="Arial"/>
              <a:buNone/>
            </a:pPr>
            <a:r>
              <a:rPr b="0" i="0" lang="en-US" sz="2799" u="none" cap="none" strike="noStrike">
                <a:solidFill>
                  <a:srgbClr val="000000"/>
                </a:solidFill>
                <a:latin typeface="Arial"/>
                <a:ea typeface="Arial"/>
                <a:cs typeface="Arial"/>
                <a:sym typeface="Arial"/>
              </a:rPr>
              <a:t>El front-end analiza un programa fuente y crea una representación intermedia, a partir de la cual el back-end genera el código destino.</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p4"/>
          <p:cNvSpPr txBox="1"/>
          <p:nvPr/>
        </p:nvSpPr>
        <p:spPr>
          <a:xfrm>
            <a:off x="2726607" y="3974039"/>
            <a:ext cx="12653515" cy="2980690"/>
          </a:xfrm>
          <a:prstGeom prst="rect">
            <a:avLst/>
          </a:prstGeom>
          <a:noFill/>
          <a:ln>
            <a:noFill/>
          </a:ln>
        </p:spPr>
        <p:txBody>
          <a:bodyPr anchorCtr="0" anchor="t" bIns="0" lIns="0" spcFirstLastPara="1" rIns="0" wrap="square" tIns="0">
            <a:spAutoFit/>
          </a:bodyPr>
          <a:lstStyle/>
          <a:p>
            <a:pPr indent="0" lvl="0" marL="0" marR="0" rtl="0" algn="ctr">
              <a:lnSpc>
                <a:spcPct val="140011"/>
              </a:lnSpc>
              <a:spcBef>
                <a:spcPts val="0"/>
              </a:spcBef>
              <a:spcAft>
                <a:spcPts val="0"/>
              </a:spcAft>
              <a:buClr>
                <a:srgbClr val="000000"/>
              </a:buClr>
              <a:buSzPts val="3399"/>
              <a:buFont typeface="Arial"/>
              <a:buNone/>
            </a:pPr>
            <a:r>
              <a:rPr b="0" i="0" lang="en-US" sz="3399" u="none" cap="none" strike="noStrike">
                <a:solidFill>
                  <a:srgbClr val="000000"/>
                </a:solidFill>
                <a:latin typeface="Open Sans"/>
                <a:ea typeface="Open Sans"/>
                <a:cs typeface="Open Sans"/>
                <a:sym typeface="Open Sans"/>
              </a:rPr>
              <a:t> La elección o diseño de una representación intermedia varía de un compilador a otro. Una representación intermedia puede ser un verdadero lenguaje, o puede consistir en estructuras de datos internas que se comparten mediante las fases del compilador.</a:t>
            </a:r>
            <a:endParaRPr b="0" i="0" sz="1400" u="none" cap="none" strike="noStrike">
              <a:solidFill>
                <a:srgbClr val="000000"/>
              </a:solidFill>
              <a:latin typeface="Arial"/>
              <a:ea typeface="Arial"/>
              <a:cs typeface="Arial"/>
              <a:sym typeface="Arial"/>
            </a:endParaRPr>
          </a:p>
        </p:txBody>
      </p:sp>
      <p:sp>
        <p:nvSpPr>
          <p:cNvPr id="149" name="Google Shape;149;p4"/>
          <p:cNvSpPr txBox="1"/>
          <p:nvPr/>
        </p:nvSpPr>
        <p:spPr>
          <a:xfrm>
            <a:off x="2515125" y="2508993"/>
            <a:ext cx="12653515" cy="887095"/>
          </a:xfrm>
          <a:prstGeom prst="rect">
            <a:avLst/>
          </a:prstGeom>
          <a:noFill/>
          <a:ln>
            <a:noFill/>
          </a:ln>
        </p:spPr>
        <p:txBody>
          <a:bodyPr anchorCtr="0" anchor="t" bIns="0" lIns="0" spcFirstLastPara="1" rIns="0" wrap="square" tIns="0">
            <a:spAutoFit/>
          </a:bodyPr>
          <a:lstStyle/>
          <a:p>
            <a:pPr indent="0" lvl="0" marL="0" marR="0" rtl="0" algn="ctr">
              <a:lnSpc>
                <a:spcPct val="140007"/>
              </a:lnSpc>
              <a:spcBef>
                <a:spcPts val="0"/>
              </a:spcBef>
              <a:spcAft>
                <a:spcPts val="0"/>
              </a:spcAft>
              <a:buClr>
                <a:srgbClr val="000000"/>
              </a:buClr>
              <a:buSzPts val="5199"/>
              <a:buFont typeface="Arial"/>
              <a:buNone/>
            </a:pPr>
            <a:r>
              <a:rPr b="1" i="0" lang="en-US" sz="5199" u="none" cap="none" strike="noStrike">
                <a:solidFill>
                  <a:srgbClr val="000000"/>
                </a:solidFill>
                <a:latin typeface="Open Sans"/>
                <a:ea typeface="Open Sans"/>
                <a:cs typeface="Open Sans"/>
                <a:sym typeface="Open Sans"/>
              </a:rPr>
              <a:t>Importante...</a:t>
            </a:r>
            <a:endParaRPr b="0" i="0" sz="1400" u="none" cap="none" strike="noStrike">
              <a:solidFill>
                <a:srgbClr val="000000"/>
              </a:solidFill>
              <a:latin typeface="Arial"/>
              <a:ea typeface="Arial"/>
              <a:cs typeface="Arial"/>
              <a:sym typeface="Arial"/>
            </a:endParaRPr>
          </a:p>
        </p:txBody>
      </p:sp>
      <p:sp>
        <p:nvSpPr>
          <p:cNvPr id="150" name="Google Shape;150;p4"/>
          <p:cNvSpPr txBox="1"/>
          <p:nvPr/>
        </p:nvSpPr>
        <p:spPr>
          <a:xfrm>
            <a:off x="12959210" y="8934767"/>
            <a:ext cx="4841825" cy="580390"/>
          </a:xfrm>
          <a:prstGeom prst="rect">
            <a:avLst/>
          </a:prstGeom>
          <a:noFill/>
          <a:ln>
            <a:noFill/>
          </a:ln>
        </p:spPr>
        <p:txBody>
          <a:bodyPr anchorCtr="0" anchor="t" bIns="0" lIns="0" spcFirstLastPara="1" rIns="0" wrap="square" tIns="0">
            <a:spAutoFit/>
          </a:bodyPr>
          <a:lstStyle/>
          <a:p>
            <a:pPr indent="0" lvl="0" marL="0" marR="0" rtl="0" algn="ctr">
              <a:lnSpc>
                <a:spcPct val="140011"/>
              </a:lnSpc>
              <a:spcBef>
                <a:spcPts val="0"/>
              </a:spcBef>
              <a:spcAft>
                <a:spcPts val="0"/>
              </a:spcAft>
              <a:buClr>
                <a:srgbClr val="000000"/>
              </a:buClr>
              <a:buSzPts val="3399"/>
              <a:buFont typeface="Arial"/>
              <a:buNone/>
            </a:pPr>
            <a:r>
              <a:rPr b="0" i="0" lang="en-US" sz="3399" u="none" cap="none" strike="noStrike">
                <a:solidFill>
                  <a:srgbClr val="000000"/>
                </a:solidFill>
                <a:latin typeface="Open Sans"/>
                <a:ea typeface="Open Sans"/>
                <a:cs typeface="Open Sans"/>
                <a:sym typeface="Open Sans"/>
              </a:rPr>
              <a:t>Se tiene de ejemplo C++</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sp>
        <p:nvSpPr>
          <p:cNvPr id="155" name="Google Shape;155;p5"/>
          <p:cNvSpPr/>
          <p:nvPr/>
        </p:nvSpPr>
        <p:spPr>
          <a:xfrm>
            <a:off x="12427231" y="3585059"/>
            <a:ext cx="2698900" cy="1195486"/>
          </a:xfrm>
          <a:custGeom>
            <a:rect b="b" l="l" r="r" t="t"/>
            <a:pathLst>
              <a:path extrusionOk="0" h="1195486" w="2698900">
                <a:moveTo>
                  <a:pt x="0" y="0"/>
                </a:moveTo>
                <a:lnTo>
                  <a:pt x="2698900" y="0"/>
                </a:lnTo>
                <a:lnTo>
                  <a:pt x="2698900" y="1195486"/>
                </a:lnTo>
                <a:lnTo>
                  <a:pt x="0" y="1195486"/>
                </a:lnTo>
                <a:lnTo>
                  <a:pt x="0" y="0"/>
                </a:lnTo>
                <a:close/>
              </a:path>
            </a:pathLst>
          </a:custGeom>
          <a:blipFill rotWithShape="1">
            <a:blip r:embed="rId3">
              <a:alphaModFix/>
            </a:blip>
            <a:stretch>
              <a:fillRect b="0" l="0" r="0" t="0"/>
            </a:stretch>
          </a:blipFill>
          <a:ln>
            <a:noFill/>
          </a:ln>
        </p:spPr>
      </p:sp>
      <p:sp>
        <p:nvSpPr>
          <p:cNvPr id="156" name="Google Shape;156;p5"/>
          <p:cNvSpPr txBox="1"/>
          <p:nvPr/>
        </p:nvSpPr>
        <p:spPr>
          <a:xfrm>
            <a:off x="2245698" y="3362960"/>
            <a:ext cx="9476329" cy="1780540"/>
          </a:xfrm>
          <a:prstGeom prst="rect">
            <a:avLst/>
          </a:prstGeom>
          <a:noFill/>
          <a:ln>
            <a:noFill/>
          </a:ln>
        </p:spPr>
        <p:txBody>
          <a:bodyPr anchorCtr="0" anchor="t" bIns="0" lIns="0" spcFirstLastPara="1" rIns="0" wrap="square" tIns="0">
            <a:spAutoFit/>
          </a:bodyPr>
          <a:lstStyle/>
          <a:p>
            <a:pPr indent="0" lvl="0" marL="0" marR="0" rtl="0" algn="ctr">
              <a:lnSpc>
                <a:spcPct val="140011"/>
              </a:lnSpc>
              <a:spcBef>
                <a:spcPts val="0"/>
              </a:spcBef>
              <a:spcAft>
                <a:spcPts val="0"/>
              </a:spcAft>
              <a:buClr>
                <a:srgbClr val="000000"/>
              </a:buClr>
              <a:buSzPts val="3399"/>
              <a:buFont typeface="Arial"/>
              <a:buNone/>
            </a:pPr>
            <a:r>
              <a:rPr b="0" i="0" lang="en-US" sz="3399" u="none" cap="none" strike="noStrike">
                <a:solidFill>
                  <a:srgbClr val="000000"/>
                </a:solidFill>
                <a:latin typeface="Open Sans"/>
                <a:ea typeface="Open Sans"/>
                <a:cs typeface="Open Sans"/>
                <a:sym typeface="Open Sans"/>
              </a:rPr>
              <a:t>Hay máximo un operador en el lado derecho de una instrucción; es decir, no se permiten expresiones aritméticas acumuladas.</a:t>
            </a:r>
            <a:endParaRPr b="0" i="0" sz="1400" u="none" cap="none" strike="noStrike">
              <a:solidFill>
                <a:srgbClr val="000000"/>
              </a:solidFill>
              <a:latin typeface="Arial"/>
              <a:ea typeface="Arial"/>
              <a:cs typeface="Arial"/>
              <a:sym typeface="Arial"/>
            </a:endParaRPr>
          </a:p>
        </p:txBody>
      </p:sp>
      <p:sp>
        <p:nvSpPr>
          <p:cNvPr id="157" name="Google Shape;157;p5"/>
          <p:cNvSpPr txBox="1"/>
          <p:nvPr/>
        </p:nvSpPr>
        <p:spPr>
          <a:xfrm>
            <a:off x="3720014" y="7916552"/>
            <a:ext cx="2449116" cy="580390"/>
          </a:xfrm>
          <a:prstGeom prst="rect">
            <a:avLst/>
          </a:prstGeom>
          <a:noFill/>
          <a:ln>
            <a:noFill/>
          </a:ln>
        </p:spPr>
        <p:txBody>
          <a:bodyPr anchorCtr="0" anchor="t" bIns="0" lIns="0" spcFirstLastPara="1" rIns="0" wrap="square" tIns="0">
            <a:spAutoFit/>
          </a:bodyPr>
          <a:lstStyle/>
          <a:p>
            <a:pPr indent="0" lvl="0" marL="0" marR="0" rtl="0" algn="ctr">
              <a:lnSpc>
                <a:spcPct val="140011"/>
              </a:lnSpc>
              <a:spcBef>
                <a:spcPts val="0"/>
              </a:spcBef>
              <a:spcAft>
                <a:spcPts val="0"/>
              </a:spcAft>
              <a:buClr>
                <a:srgbClr val="000000"/>
              </a:buClr>
              <a:buSzPts val="3399"/>
              <a:buFont typeface="Arial"/>
              <a:buNone/>
            </a:pPr>
            <a:r>
              <a:rPr b="0" i="0" lang="en-US" sz="3399" u="none" cap="none" strike="noStrike">
                <a:solidFill>
                  <a:srgbClr val="000000"/>
                </a:solidFill>
                <a:latin typeface="Open Sans"/>
                <a:ea typeface="Open Sans"/>
                <a:cs typeface="Open Sans"/>
                <a:sym typeface="Open Sans"/>
              </a:rPr>
              <a:t> Direcciones</a:t>
            </a:r>
            <a:endParaRPr b="0" i="0" sz="1400" u="none" cap="none" strike="noStrike">
              <a:solidFill>
                <a:srgbClr val="000000"/>
              </a:solidFill>
              <a:latin typeface="Arial"/>
              <a:ea typeface="Arial"/>
              <a:cs typeface="Arial"/>
              <a:sym typeface="Arial"/>
            </a:endParaRPr>
          </a:p>
        </p:txBody>
      </p:sp>
      <p:sp>
        <p:nvSpPr>
          <p:cNvPr id="158" name="Google Shape;158;p5"/>
          <p:cNvSpPr txBox="1"/>
          <p:nvPr/>
        </p:nvSpPr>
        <p:spPr>
          <a:xfrm>
            <a:off x="7317284" y="6268654"/>
            <a:ext cx="3653433" cy="887095"/>
          </a:xfrm>
          <a:prstGeom prst="rect">
            <a:avLst/>
          </a:prstGeom>
          <a:noFill/>
          <a:ln>
            <a:noFill/>
          </a:ln>
        </p:spPr>
        <p:txBody>
          <a:bodyPr anchorCtr="0" anchor="t" bIns="0" lIns="0" spcFirstLastPara="1" rIns="0" wrap="square" tIns="0">
            <a:spAutoFit/>
          </a:bodyPr>
          <a:lstStyle/>
          <a:p>
            <a:pPr indent="0" lvl="0" marL="0" marR="0" rtl="0" algn="ctr">
              <a:lnSpc>
                <a:spcPct val="140007"/>
              </a:lnSpc>
              <a:spcBef>
                <a:spcPts val="0"/>
              </a:spcBef>
              <a:spcAft>
                <a:spcPts val="0"/>
              </a:spcAft>
              <a:buClr>
                <a:srgbClr val="000000"/>
              </a:buClr>
              <a:buSzPts val="5199"/>
              <a:buFont typeface="Arial"/>
              <a:buNone/>
            </a:pPr>
            <a:r>
              <a:rPr b="1" i="0" lang="en-US" sz="5199" u="none" cap="none" strike="noStrike">
                <a:solidFill>
                  <a:srgbClr val="000000"/>
                </a:solidFill>
                <a:latin typeface="Open Sans"/>
                <a:ea typeface="Open Sans"/>
                <a:cs typeface="Open Sans"/>
                <a:sym typeface="Open Sans"/>
              </a:rPr>
              <a:t>Se basa en:</a:t>
            </a:r>
            <a:endParaRPr b="0" i="0" sz="1400" u="none" cap="none" strike="noStrike">
              <a:solidFill>
                <a:srgbClr val="000000"/>
              </a:solidFill>
              <a:latin typeface="Arial"/>
              <a:ea typeface="Arial"/>
              <a:cs typeface="Arial"/>
              <a:sym typeface="Arial"/>
            </a:endParaRPr>
          </a:p>
        </p:txBody>
      </p:sp>
      <p:sp>
        <p:nvSpPr>
          <p:cNvPr id="159" name="Google Shape;159;p5"/>
          <p:cNvSpPr txBox="1"/>
          <p:nvPr/>
        </p:nvSpPr>
        <p:spPr>
          <a:xfrm>
            <a:off x="11722024" y="7916550"/>
            <a:ext cx="4260300" cy="523200"/>
          </a:xfrm>
          <a:prstGeom prst="rect">
            <a:avLst/>
          </a:prstGeom>
          <a:noFill/>
          <a:ln>
            <a:noFill/>
          </a:ln>
        </p:spPr>
        <p:txBody>
          <a:bodyPr anchorCtr="0" anchor="t" bIns="0" lIns="0" spcFirstLastPara="1" rIns="0" wrap="square" tIns="0">
            <a:spAutoFit/>
          </a:bodyPr>
          <a:lstStyle/>
          <a:p>
            <a:pPr indent="0" lvl="0" marL="0" marR="0" rtl="0" algn="ctr">
              <a:lnSpc>
                <a:spcPct val="140011"/>
              </a:lnSpc>
              <a:spcBef>
                <a:spcPts val="0"/>
              </a:spcBef>
              <a:spcAft>
                <a:spcPts val="0"/>
              </a:spcAft>
              <a:buClr>
                <a:srgbClr val="000000"/>
              </a:buClr>
              <a:buSzPts val="3399"/>
              <a:buFont typeface="Arial"/>
              <a:buNone/>
            </a:pPr>
            <a:r>
              <a:rPr b="0" i="0" lang="en-US" sz="3399" u="none" cap="none" strike="noStrike">
                <a:solidFill>
                  <a:srgbClr val="000000"/>
                </a:solidFill>
                <a:latin typeface="Open Sans"/>
                <a:ea typeface="Open Sans"/>
                <a:cs typeface="Open Sans"/>
                <a:sym typeface="Open Sans"/>
              </a:rPr>
              <a:t>Instrucciones</a:t>
            </a:r>
            <a:endParaRPr b="0" i="0" sz="1400" u="none" cap="none" strike="noStrike">
              <a:solidFill>
                <a:srgbClr val="000000"/>
              </a:solidFill>
              <a:latin typeface="Arial"/>
              <a:ea typeface="Arial"/>
              <a:cs typeface="Arial"/>
              <a:sym typeface="Arial"/>
            </a:endParaRPr>
          </a:p>
        </p:txBody>
      </p:sp>
      <p:sp>
        <p:nvSpPr>
          <p:cNvPr id="160" name="Google Shape;160;p5"/>
          <p:cNvSpPr txBox="1"/>
          <p:nvPr>
            <p:ph type="title"/>
          </p:nvPr>
        </p:nvSpPr>
        <p:spPr>
          <a:xfrm>
            <a:off x="623400" y="909950"/>
            <a:ext cx="16321200" cy="11454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SzPts val="5600"/>
              <a:buNone/>
            </a:pPr>
            <a:r>
              <a:rPr lang="en-US"/>
              <a:t>Código de Tres Direcciones</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p6"/>
          <p:cNvSpPr/>
          <p:nvPr/>
        </p:nvSpPr>
        <p:spPr>
          <a:xfrm>
            <a:off x="3825542" y="1693358"/>
            <a:ext cx="10636917" cy="4335509"/>
          </a:xfrm>
          <a:custGeom>
            <a:rect b="b" l="l" r="r" t="t"/>
            <a:pathLst>
              <a:path extrusionOk="0" h="4335509" w="10636917">
                <a:moveTo>
                  <a:pt x="0" y="0"/>
                </a:moveTo>
                <a:lnTo>
                  <a:pt x="10636916" y="0"/>
                </a:lnTo>
                <a:lnTo>
                  <a:pt x="10636916" y="4335509"/>
                </a:lnTo>
                <a:lnTo>
                  <a:pt x="0" y="4335509"/>
                </a:lnTo>
                <a:lnTo>
                  <a:pt x="0" y="0"/>
                </a:lnTo>
                <a:close/>
              </a:path>
            </a:pathLst>
          </a:custGeom>
          <a:blipFill rotWithShape="1">
            <a:blip r:embed="rId3">
              <a:alphaModFix/>
            </a:blip>
            <a:stretch>
              <a:fillRect b="0" l="0" r="0" t="0"/>
            </a:stretch>
          </a:blipFill>
          <a:ln>
            <a:noFill/>
          </a:ln>
        </p:spPr>
      </p:sp>
      <p:sp>
        <p:nvSpPr>
          <p:cNvPr id="166" name="Google Shape;166;p6"/>
          <p:cNvSpPr txBox="1"/>
          <p:nvPr/>
        </p:nvSpPr>
        <p:spPr>
          <a:xfrm>
            <a:off x="1762311" y="6843981"/>
            <a:ext cx="7620262" cy="1548258"/>
          </a:xfrm>
          <a:prstGeom prst="rect">
            <a:avLst/>
          </a:prstGeom>
          <a:noFill/>
          <a:ln>
            <a:noFill/>
          </a:ln>
        </p:spPr>
        <p:txBody>
          <a:bodyPr anchorCtr="0" anchor="t" bIns="0" lIns="0" spcFirstLastPara="1" rIns="0" wrap="square" tIns="0">
            <a:spAutoFit/>
          </a:bodyPr>
          <a:lstStyle/>
          <a:p>
            <a:pPr indent="0" lvl="0" marL="0" marR="0" rtl="0" algn="ctr">
              <a:lnSpc>
                <a:spcPct val="148017"/>
              </a:lnSpc>
              <a:spcBef>
                <a:spcPts val="0"/>
              </a:spcBef>
              <a:spcAft>
                <a:spcPts val="0"/>
              </a:spcAft>
              <a:buClr>
                <a:srgbClr val="000000"/>
              </a:buClr>
              <a:buSzPts val="2799"/>
              <a:buFont typeface="Arial"/>
              <a:buNone/>
            </a:pPr>
            <a:r>
              <a:rPr b="0" i="0" lang="en-US" sz="2799" u="none" cap="none" strike="noStrike">
                <a:solidFill>
                  <a:srgbClr val="000000"/>
                </a:solidFill>
                <a:latin typeface="Arial"/>
                <a:ea typeface="Arial"/>
                <a:cs typeface="Arial"/>
                <a:sym typeface="Arial"/>
              </a:rPr>
              <a:t>El código de tres direcciones es una representación lineal de un árbol sintáctico o de un GDA</a:t>
            </a:r>
            <a:endParaRPr b="0" i="0" sz="1400" u="none" cap="none" strike="noStrike">
              <a:solidFill>
                <a:srgbClr val="000000"/>
              </a:solidFill>
              <a:latin typeface="Arial"/>
              <a:ea typeface="Arial"/>
              <a:cs typeface="Arial"/>
              <a:sym typeface="Arial"/>
            </a:endParaRPr>
          </a:p>
        </p:txBody>
      </p:sp>
      <p:cxnSp>
        <p:nvCxnSpPr>
          <p:cNvPr id="167" name="Google Shape;167;p6"/>
          <p:cNvCxnSpPr/>
          <p:nvPr/>
        </p:nvCxnSpPr>
        <p:spPr>
          <a:xfrm flipH="1">
            <a:off x="7592371" y="8058333"/>
            <a:ext cx="4436847" cy="333906"/>
          </a:xfrm>
          <a:prstGeom prst="straightConnector1">
            <a:avLst/>
          </a:prstGeom>
          <a:noFill/>
          <a:ln cap="flat" cmpd="sng" w="38100">
            <a:solidFill>
              <a:srgbClr val="000000"/>
            </a:solidFill>
            <a:prstDash val="solid"/>
            <a:round/>
            <a:headEnd len="sm" w="sm" type="none"/>
            <a:tailEnd len="med" w="med" type="stealth"/>
          </a:ln>
        </p:spPr>
      </p:cxnSp>
      <p:sp>
        <p:nvSpPr>
          <p:cNvPr id="168" name="Google Shape;168;p6"/>
          <p:cNvSpPr txBox="1"/>
          <p:nvPr/>
        </p:nvSpPr>
        <p:spPr>
          <a:xfrm>
            <a:off x="12228207" y="6652705"/>
            <a:ext cx="4515236" cy="2980690"/>
          </a:xfrm>
          <a:prstGeom prst="rect">
            <a:avLst/>
          </a:prstGeom>
          <a:noFill/>
          <a:ln>
            <a:noFill/>
          </a:ln>
        </p:spPr>
        <p:txBody>
          <a:bodyPr anchorCtr="0" anchor="t" bIns="0" lIns="0" spcFirstLastPara="1" rIns="0" wrap="square" tIns="0">
            <a:spAutoFit/>
          </a:bodyPr>
          <a:lstStyle/>
          <a:p>
            <a:pPr indent="0" lvl="0" marL="0" marR="0" rtl="0" algn="ctr">
              <a:lnSpc>
                <a:spcPct val="140011"/>
              </a:lnSpc>
              <a:spcBef>
                <a:spcPts val="0"/>
              </a:spcBef>
              <a:spcAft>
                <a:spcPts val="0"/>
              </a:spcAft>
              <a:buClr>
                <a:srgbClr val="000000"/>
              </a:buClr>
              <a:buSzPts val="3399"/>
              <a:buFont typeface="Arial"/>
              <a:buNone/>
            </a:pPr>
            <a:r>
              <a:rPr b="0" i="0" lang="en-US" sz="3399" u="none" cap="none" strike="noStrike">
                <a:solidFill>
                  <a:srgbClr val="000000"/>
                </a:solidFill>
                <a:latin typeface="Open Sans"/>
                <a:ea typeface="Open Sans"/>
                <a:cs typeface="Open Sans"/>
                <a:sym typeface="Open Sans"/>
              </a:rPr>
              <a:t> Un nodo N en un GDA tiene más de un padre si N representa a una subexpresión común</a:t>
            </a:r>
            <a:endParaRPr b="0" i="0" sz="1400" u="none" cap="none" strike="noStrike">
              <a:solidFill>
                <a:srgbClr val="000000"/>
              </a:solidFill>
              <a:latin typeface="Arial"/>
              <a:ea typeface="Arial"/>
              <a:cs typeface="Arial"/>
              <a:sym typeface="Arial"/>
            </a:endParaRPr>
          </a:p>
        </p:txBody>
      </p:sp>
      <p:sp>
        <p:nvSpPr>
          <p:cNvPr id="169" name="Google Shape;169;p6"/>
          <p:cNvSpPr txBox="1"/>
          <p:nvPr/>
        </p:nvSpPr>
        <p:spPr>
          <a:xfrm>
            <a:off x="8063434" y="537527"/>
            <a:ext cx="2638276" cy="887095"/>
          </a:xfrm>
          <a:prstGeom prst="rect">
            <a:avLst/>
          </a:prstGeom>
          <a:noFill/>
          <a:ln>
            <a:noFill/>
          </a:ln>
        </p:spPr>
        <p:txBody>
          <a:bodyPr anchorCtr="0" anchor="t" bIns="0" lIns="0" spcFirstLastPara="1" rIns="0" wrap="square" tIns="0">
            <a:spAutoFit/>
          </a:bodyPr>
          <a:lstStyle/>
          <a:p>
            <a:pPr indent="0" lvl="0" marL="0" marR="0" rtl="0" algn="ctr">
              <a:lnSpc>
                <a:spcPct val="140007"/>
              </a:lnSpc>
              <a:spcBef>
                <a:spcPts val="0"/>
              </a:spcBef>
              <a:spcAft>
                <a:spcPts val="0"/>
              </a:spcAft>
              <a:buClr>
                <a:srgbClr val="000000"/>
              </a:buClr>
              <a:buSzPts val="5199"/>
              <a:buFont typeface="Arial"/>
              <a:buNone/>
            </a:pPr>
            <a:r>
              <a:rPr b="1" i="0" lang="en-US" sz="5199" u="none" cap="none" strike="noStrike">
                <a:solidFill>
                  <a:srgbClr val="000000"/>
                </a:solidFill>
                <a:latin typeface="Open Sans"/>
                <a:ea typeface="Open Sans"/>
                <a:cs typeface="Open Sans"/>
                <a:sym typeface="Open Sans"/>
              </a:rPr>
              <a:t>Ejemplo</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sp>
        <p:nvSpPr>
          <p:cNvPr id="174" name="Google Shape;174;p7"/>
          <p:cNvSpPr txBox="1"/>
          <p:nvPr/>
        </p:nvSpPr>
        <p:spPr>
          <a:xfrm>
            <a:off x="1463856" y="3220386"/>
            <a:ext cx="8207113" cy="1024383"/>
          </a:xfrm>
          <a:prstGeom prst="rect">
            <a:avLst/>
          </a:prstGeom>
          <a:noFill/>
          <a:ln>
            <a:noFill/>
          </a:ln>
        </p:spPr>
        <p:txBody>
          <a:bodyPr anchorCtr="0" anchor="t" bIns="0" lIns="0" spcFirstLastPara="1" rIns="0" wrap="square" tIns="0">
            <a:spAutoFit/>
          </a:bodyPr>
          <a:lstStyle/>
          <a:p>
            <a:pPr indent="0" lvl="0" marL="0" marR="0" rtl="0" algn="ctr">
              <a:lnSpc>
                <a:spcPct val="148017"/>
              </a:lnSpc>
              <a:spcBef>
                <a:spcPts val="0"/>
              </a:spcBef>
              <a:spcAft>
                <a:spcPts val="0"/>
              </a:spcAft>
              <a:buClr>
                <a:srgbClr val="000000"/>
              </a:buClr>
              <a:buSzPts val="2799"/>
              <a:buFont typeface="Arial"/>
              <a:buNone/>
            </a:pPr>
            <a:r>
              <a:rPr b="0" i="0" lang="en-US" sz="2799" u="none" cap="none" strike="noStrike">
                <a:solidFill>
                  <a:srgbClr val="000000"/>
                </a:solidFill>
                <a:latin typeface="Arial"/>
                <a:ea typeface="Arial"/>
                <a:cs typeface="Arial"/>
                <a:sym typeface="Arial"/>
              </a:rPr>
              <a:t>Un nombre, es un apuntador a su entrada en la tabla de simbolos</a:t>
            </a:r>
            <a:endParaRPr b="0" i="0" sz="1400" u="none" cap="none" strike="noStrike">
              <a:solidFill>
                <a:srgbClr val="000000"/>
              </a:solidFill>
              <a:latin typeface="Arial"/>
              <a:ea typeface="Arial"/>
              <a:cs typeface="Arial"/>
              <a:sym typeface="Arial"/>
            </a:endParaRPr>
          </a:p>
        </p:txBody>
      </p:sp>
      <p:sp>
        <p:nvSpPr>
          <p:cNvPr id="175" name="Google Shape;175;p7"/>
          <p:cNvSpPr txBox="1"/>
          <p:nvPr/>
        </p:nvSpPr>
        <p:spPr>
          <a:xfrm>
            <a:off x="3769451" y="5606689"/>
            <a:ext cx="2879080" cy="500508"/>
          </a:xfrm>
          <a:prstGeom prst="rect">
            <a:avLst/>
          </a:prstGeom>
          <a:noFill/>
          <a:ln>
            <a:noFill/>
          </a:ln>
        </p:spPr>
        <p:txBody>
          <a:bodyPr anchorCtr="0" anchor="t" bIns="0" lIns="0" spcFirstLastPara="1" rIns="0" wrap="square" tIns="0">
            <a:spAutoFit/>
          </a:bodyPr>
          <a:lstStyle/>
          <a:p>
            <a:pPr indent="0" lvl="0" marL="0" marR="0" rtl="0" algn="ctr">
              <a:lnSpc>
                <a:spcPct val="148017"/>
              </a:lnSpc>
              <a:spcBef>
                <a:spcPts val="0"/>
              </a:spcBef>
              <a:spcAft>
                <a:spcPts val="0"/>
              </a:spcAft>
              <a:buClr>
                <a:srgbClr val="000000"/>
              </a:buClr>
              <a:buSzPts val="2799"/>
              <a:buFont typeface="Arial"/>
              <a:buNone/>
            </a:pPr>
            <a:r>
              <a:rPr b="0" i="0" lang="en-US" sz="2799" u="none" cap="none" strike="noStrike">
                <a:solidFill>
                  <a:srgbClr val="000000"/>
                </a:solidFill>
                <a:latin typeface="Arial"/>
                <a:ea typeface="Arial"/>
                <a:cs typeface="Arial"/>
                <a:sym typeface="Arial"/>
              </a:rPr>
              <a:t>Una constante.</a:t>
            </a:r>
            <a:endParaRPr b="0" i="0" sz="1400" u="none" cap="none" strike="noStrike">
              <a:solidFill>
                <a:srgbClr val="000000"/>
              </a:solidFill>
              <a:latin typeface="Arial"/>
              <a:ea typeface="Arial"/>
              <a:cs typeface="Arial"/>
              <a:sym typeface="Arial"/>
            </a:endParaRPr>
          </a:p>
        </p:txBody>
      </p:sp>
      <p:sp>
        <p:nvSpPr>
          <p:cNvPr id="176" name="Google Shape;176;p7"/>
          <p:cNvSpPr txBox="1"/>
          <p:nvPr/>
        </p:nvSpPr>
        <p:spPr>
          <a:xfrm>
            <a:off x="1162769" y="7242195"/>
            <a:ext cx="8809286" cy="500508"/>
          </a:xfrm>
          <a:prstGeom prst="rect">
            <a:avLst/>
          </a:prstGeom>
          <a:noFill/>
          <a:ln>
            <a:noFill/>
          </a:ln>
        </p:spPr>
        <p:txBody>
          <a:bodyPr anchorCtr="0" anchor="t" bIns="0" lIns="0" spcFirstLastPara="1" rIns="0" wrap="square" tIns="0">
            <a:spAutoFit/>
          </a:bodyPr>
          <a:lstStyle/>
          <a:p>
            <a:pPr indent="0" lvl="0" marL="0" marR="0" rtl="0" algn="ctr">
              <a:lnSpc>
                <a:spcPct val="148017"/>
              </a:lnSpc>
              <a:spcBef>
                <a:spcPts val="0"/>
              </a:spcBef>
              <a:spcAft>
                <a:spcPts val="0"/>
              </a:spcAft>
              <a:buClr>
                <a:srgbClr val="000000"/>
              </a:buClr>
              <a:buSzPts val="2799"/>
              <a:buFont typeface="Arial"/>
              <a:buNone/>
            </a:pPr>
            <a:r>
              <a:rPr b="0" i="0" lang="en-US" sz="2799" u="none" cap="none" strike="noStrike">
                <a:solidFill>
                  <a:srgbClr val="000000"/>
                </a:solidFill>
                <a:latin typeface="Arial"/>
                <a:ea typeface="Arial"/>
                <a:cs typeface="Arial"/>
                <a:sym typeface="Arial"/>
              </a:rPr>
              <a:t>Un valor temporal generado por el compilador</a:t>
            </a:r>
            <a:endParaRPr b="0" i="0" sz="1400" u="none" cap="none" strike="noStrike">
              <a:solidFill>
                <a:srgbClr val="000000"/>
              </a:solidFill>
              <a:latin typeface="Arial"/>
              <a:ea typeface="Arial"/>
              <a:cs typeface="Arial"/>
              <a:sym typeface="Arial"/>
            </a:endParaRPr>
          </a:p>
        </p:txBody>
      </p:sp>
      <p:sp>
        <p:nvSpPr>
          <p:cNvPr id="177" name="Google Shape;177;p7"/>
          <p:cNvSpPr txBox="1"/>
          <p:nvPr/>
        </p:nvSpPr>
        <p:spPr>
          <a:xfrm>
            <a:off x="12978647" y="5590308"/>
            <a:ext cx="3190429" cy="580390"/>
          </a:xfrm>
          <a:prstGeom prst="rect">
            <a:avLst/>
          </a:prstGeom>
          <a:noFill/>
          <a:ln>
            <a:noFill/>
          </a:ln>
        </p:spPr>
        <p:txBody>
          <a:bodyPr anchorCtr="0" anchor="t" bIns="0" lIns="0" spcFirstLastPara="1" rIns="0" wrap="square" tIns="0">
            <a:spAutoFit/>
          </a:bodyPr>
          <a:lstStyle/>
          <a:p>
            <a:pPr indent="0" lvl="0" marL="0" marR="0" rtl="0" algn="ctr">
              <a:lnSpc>
                <a:spcPct val="140011"/>
              </a:lnSpc>
              <a:spcBef>
                <a:spcPts val="0"/>
              </a:spcBef>
              <a:spcAft>
                <a:spcPts val="0"/>
              </a:spcAft>
              <a:buClr>
                <a:srgbClr val="000000"/>
              </a:buClr>
              <a:buSzPts val="3399"/>
              <a:buFont typeface="Arial"/>
              <a:buNone/>
            </a:pPr>
            <a:r>
              <a:rPr b="0" i="0" lang="en-US" sz="3399" u="none" cap="none" strike="noStrike">
                <a:solidFill>
                  <a:srgbClr val="000000"/>
                </a:solidFill>
                <a:latin typeface="Open Sans"/>
                <a:ea typeface="Open Sans"/>
                <a:cs typeface="Open Sans"/>
                <a:sym typeface="Open Sans"/>
              </a:rPr>
              <a:t>t1 = 5 * nombre</a:t>
            </a:r>
            <a:endParaRPr b="0" i="0" sz="1400" u="none" cap="none" strike="noStrike">
              <a:solidFill>
                <a:srgbClr val="000000"/>
              </a:solidFill>
              <a:latin typeface="Arial"/>
              <a:ea typeface="Arial"/>
              <a:cs typeface="Arial"/>
              <a:sym typeface="Arial"/>
            </a:endParaRPr>
          </a:p>
        </p:txBody>
      </p:sp>
      <p:cxnSp>
        <p:nvCxnSpPr>
          <p:cNvPr id="178" name="Google Shape;178;p7"/>
          <p:cNvCxnSpPr/>
          <p:nvPr/>
        </p:nvCxnSpPr>
        <p:spPr>
          <a:xfrm>
            <a:off x="9670968" y="3770678"/>
            <a:ext cx="5564966" cy="1886305"/>
          </a:xfrm>
          <a:prstGeom prst="straightConnector1">
            <a:avLst/>
          </a:prstGeom>
          <a:noFill/>
          <a:ln cap="flat" cmpd="sng" w="38100">
            <a:solidFill>
              <a:srgbClr val="000000"/>
            </a:solidFill>
            <a:prstDash val="solid"/>
            <a:round/>
            <a:headEnd len="sm" w="sm" type="none"/>
            <a:tailEnd len="med" w="med" type="stealth"/>
          </a:ln>
        </p:spPr>
      </p:cxnSp>
      <p:cxnSp>
        <p:nvCxnSpPr>
          <p:cNvPr id="179" name="Google Shape;179;p7"/>
          <p:cNvCxnSpPr/>
          <p:nvPr/>
        </p:nvCxnSpPr>
        <p:spPr>
          <a:xfrm flipH="1" rot="10800000">
            <a:off x="6648531" y="5746410"/>
            <a:ext cx="7267281" cy="148633"/>
          </a:xfrm>
          <a:prstGeom prst="straightConnector1">
            <a:avLst/>
          </a:prstGeom>
          <a:noFill/>
          <a:ln cap="flat" cmpd="sng" w="38100">
            <a:solidFill>
              <a:srgbClr val="000000"/>
            </a:solidFill>
            <a:prstDash val="solid"/>
            <a:round/>
            <a:headEnd len="sm" w="sm" type="none"/>
            <a:tailEnd len="med" w="med" type="stealth"/>
          </a:ln>
        </p:spPr>
      </p:cxnSp>
      <p:cxnSp>
        <p:nvCxnSpPr>
          <p:cNvPr id="180" name="Google Shape;180;p7"/>
          <p:cNvCxnSpPr/>
          <p:nvPr/>
        </p:nvCxnSpPr>
        <p:spPr>
          <a:xfrm flipH="1" rot="10800000">
            <a:off x="9972055" y="6246228"/>
            <a:ext cx="3082723" cy="1284321"/>
          </a:xfrm>
          <a:prstGeom prst="straightConnector1">
            <a:avLst/>
          </a:prstGeom>
          <a:noFill/>
          <a:ln cap="flat" cmpd="sng" w="38100">
            <a:solidFill>
              <a:srgbClr val="000000"/>
            </a:solidFill>
            <a:prstDash val="solid"/>
            <a:round/>
            <a:headEnd len="sm" w="sm" type="none"/>
            <a:tailEnd len="med" w="med" type="stealth"/>
          </a:ln>
        </p:spPr>
      </p:cxnSp>
      <p:sp>
        <p:nvSpPr>
          <p:cNvPr id="181" name="Google Shape;181;p7"/>
          <p:cNvSpPr txBox="1"/>
          <p:nvPr>
            <p:ph type="title"/>
          </p:nvPr>
        </p:nvSpPr>
        <p:spPr>
          <a:xfrm>
            <a:off x="623400" y="890050"/>
            <a:ext cx="16321200" cy="11454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SzPts val="5600"/>
              <a:buNone/>
            </a:pPr>
            <a:r>
              <a:rPr lang="en-US"/>
              <a:t>Direcciones</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sp>
        <p:nvSpPr>
          <p:cNvPr id="186" name="Google Shape;186;p8"/>
          <p:cNvSpPr txBox="1"/>
          <p:nvPr/>
        </p:nvSpPr>
        <p:spPr>
          <a:xfrm>
            <a:off x="590385" y="2615375"/>
            <a:ext cx="6282184" cy="580390"/>
          </a:xfrm>
          <a:prstGeom prst="rect">
            <a:avLst/>
          </a:prstGeom>
          <a:noFill/>
          <a:ln>
            <a:noFill/>
          </a:ln>
        </p:spPr>
        <p:txBody>
          <a:bodyPr anchorCtr="0" anchor="t" bIns="0" lIns="0" spcFirstLastPara="1" rIns="0" wrap="square" tIns="0">
            <a:spAutoFit/>
          </a:bodyPr>
          <a:lstStyle/>
          <a:p>
            <a:pPr indent="-367030" lvl="1" marL="734059" marR="0" rtl="0" algn="ctr">
              <a:lnSpc>
                <a:spcPct val="140011"/>
              </a:lnSpc>
              <a:spcBef>
                <a:spcPts val="0"/>
              </a:spcBef>
              <a:spcAft>
                <a:spcPts val="0"/>
              </a:spcAft>
              <a:buClr>
                <a:srgbClr val="000000"/>
              </a:buClr>
              <a:buSzPts val="3399"/>
              <a:buFont typeface="Open Sans"/>
              <a:buAutoNum type="arabicPeriod"/>
            </a:pPr>
            <a:r>
              <a:rPr b="0" i="0" lang="en-US" sz="3399" u="none" cap="none" strike="noStrike">
                <a:solidFill>
                  <a:srgbClr val="000000"/>
                </a:solidFill>
                <a:latin typeface="Open Sans"/>
                <a:ea typeface="Open Sans"/>
                <a:cs typeface="Open Sans"/>
                <a:sym typeface="Open Sans"/>
              </a:rPr>
              <a:t>Instrucciones de asignación</a:t>
            </a:r>
            <a:endParaRPr b="0" i="0" sz="1400" u="none" cap="none" strike="noStrike">
              <a:solidFill>
                <a:srgbClr val="000000"/>
              </a:solidFill>
              <a:latin typeface="Arial"/>
              <a:ea typeface="Arial"/>
              <a:cs typeface="Arial"/>
              <a:sym typeface="Arial"/>
            </a:endParaRPr>
          </a:p>
        </p:txBody>
      </p:sp>
      <p:sp>
        <p:nvSpPr>
          <p:cNvPr id="187" name="Google Shape;187;p8"/>
          <p:cNvSpPr txBox="1"/>
          <p:nvPr/>
        </p:nvSpPr>
        <p:spPr>
          <a:xfrm>
            <a:off x="7814942" y="2695257"/>
            <a:ext cx="1791891" cy="500508"/>
          </a:xfrm>
          <a:prstGeom prst="rect">
            <a:avLst/>
          </a:prstGeom>
          <a:noFill/>
          <a:ln>
            <a:noFill/>
          </a:ln>
        </p:spPr>
        <p:txBody>
          <a:bodyPr anchorCtr="0" anchor="t" bIns="0" lIns="0" spcFirstLastPara="1" rIns="0" wrap="square" tIns="0">
            <a:spAutoFit/>
          </a:bodyPr>
          <a:lstStyle/>
          <a:p>
            <a:pPr indent="0" lvl="0" marL="0" marR="0" rtl="0" algn="ctr">
              <a:lnSpc>
                <a:spcPct val="148017"/>
              </a:lnSpc>
              <a:spcBef>
                <a:spcPts val="0"/>
              </a:spcBef>
              <a:spcAft>
                <a:spcPts val="0"/>
              </a:spcAft>
              <a:buClr>
                <a:srgbClr val="000000"/>
              </a:buClr>
              <a:buSzPts val="2799"/>
              <a:buFont typeface="Arial"/>
              <a:buNone/>
            </a:pPr>
            <a:r>
              <a:rPr b="0" i="0" lang="en-US" sz="2799" u="none" cap="none" strike="noStrike">
                <a:solidFill>
                  <a:srgbClr val="000000"/>
                </a:solidFill>
                <a:latin typeface="Arial"/>
                <a:ea typeface="Arial"/>
                <a:cs typeface="Arial"/>
                <a:sym typeface="Arial"/>
              </a:rPr>
              <a:t> x = y op z</a:t>
            </a:r>
            <a:endParaRPr b="0" i="0" sz="1400" u="none" cap="none" strike="noStrike">
              <a:solidFill>
                <a:srgbClr val="000000"/>
              </a:solidFill>
              <a:latin typeface="Arial"/>
              <a:ea typeface="Arial"/>
              <a:cs typeface="Arial"/>
              <a:sym typeface="Arial"/>
            </a:endParaRPr>
          </a:p>
        </p:txBody>
      </p:sp>
      <p:sp>
        <p:nvSpPr>
          <p:cNvPr id="188" name="Google Shape;188;p8"/>
          <p:cNvSpPr txBox="1"/>
          <p:nvPr/>
        </p:nvSpPr>
        <p:spPr>
          <a:xfrm>
            <a:off x="988339" y="3520864"/>
            <a:ext cx="3092797" cy="580390"/>
          </a:xfrm>
          <a:prstGeom prst="rect">
            <a:avLst/>
          </a:prstGeom>
          <a:noFill/>
          <a:ln>
            <a:noFill/>
          </a:ln>
        </p:spPr>
        <p:txBody>
          <a:bodyPr anchorCtr="0" anchor="t" bIns="0" lIns="0" spcFirstLastPara="1" rIns="0" wrap="square" tIns="0">
            <a:spAutoFit/>
          </a:bodyPr>
          <a:lstStyle/>
          <a:p>
            <a:pPr indent="0" lvl="0" marL="0" marR="0" rtl="0" algn="ctr">
              <a:lnSpc>
                <a:spcPct val="140011"/>
              </a:lnSpc>
              <a:spcBef>
                <a:spcPts val="0"/>
              </a:spcBef>
              <a:spcAft>
                <a:spcPts val="0"/>
              </a:spcAft>
              <a:buClr>
                <a:srgbClr val="000000"/>
              </a:buClr>
              <a:buSzPts val="3399"/>
              <a:buFont typeface="Arial"/>
              <a:buNone/>
            </a:pPr>
            <a:r>
              <a:rPr b="0" i="0" lang="en-US" sz="3399" u="none" cap="none" strike="noStrike">
                <a:solidFill>
                  <a:srgbClr val="000000"/>
                </a:solidFill>
                <a:latin typeface="Open Sans"/>
                <a:ea typeface="Open Sans"/>
                <a:cs typeface="Open Sans"/>
                <a:sym typeface="Open Sans"/>
              </a:rPr>
              <a:t>2. Asignaciones</a:t>
            </a:r>
            <a:endParaRPr b="0" i="0" sz="1400" u="none" cap="none" strike="noStrike">
              <a:solidFill>
                <a:srgbClr val="000000"/>
              </a:solidFill>
              <a:latin typeface="Arial"/>
              <a:ea typeface="Arial"/>
              <a:cs typeface="Arial"/>
              <a:sym typeface="Arial"/>
            </a:endParaRPr>
          </a:p>
        </p:txBody>
      </p:sp>
      <p:sp>
        <p:nvSpPr>
          <p:cNvPr id="189" name="Google Shape;189;p8"/>
          <p:cNvSpPr txBox="1"/>
          <p:nvPr/>
        </p:nvSpPr>
        <p:spPr>
          <a:xfrm>
            <a:off x="8004474" y="3556042"/>
            <a:ext cx="1412825" cy="500508"/>
          </a:xfrm>
          <a:prstGeom prst="rect">
            <a:avLst/>
          </a:prstGeom>
          <a:noFill/>
          <a:ln>
            <a:noFill/>
          </a:ln>
        </p:spPr>
        <p:txBody>
          <a:bodyPr anchorCtr="0" anchor="t" bIns="0" lIns="0" spcFirstLastPara="1" rIns="0" wrap="square" tIns="0">
            <a:spAutoFit/>
          </a:bodyPr>
          <a:lstStyle/>
          <a:p>
            <a:pPr indent="0" lvl="0" marL="0" marR="0" rtl="0" algn="ctr">
              <a:lnSpc>
                <a:spcPct val="148017"/>
              </a:lnSpc>
              <a:spcBef>
                <a:spcPts val="0"/>
              </a:spcBef>
              <a:spcAft>
                <a:spcPts val="0"/>
              </a:spcAft>
              <a:buClr>
                <a:srgbClr val="000000"/>
              </a:buClr>
              <a:buSzPts val="2799"/>
              <a:buFont typeface="Arial"/>
              <a:buNone/>
            </a:pPr>
            <a:r>
              <a:rPr b="0" i="0" lang="en-US" sz="2799" u="none" cap="none" strike="noStrike">
                <a:solidFill>
                  <a:srgbClr val="000000"/>
                </a:solidFill>
                <a:latin typeface="Arial"/>
                <a:ea typeface="Arial"/>
                <a:cs typeface="Arial"/>
                <a:sym typeface="Arial"/>
              </a:rPr>
              <a:t>x = op y</a:t>
            </a:r>
            <a:endParaRPr b="0" i="0" sz="1400" u="none" cap="none" strike="noStrike">
              <a:solidFill>
                <a:srgbClr val="000000"/>
              </a:solidFill>
              <a:latin typeface="Arial"/>
              <a:ea typeface="Arial"/>
              <a:cs typeface="Arial"/>
              <a:sym typeface="Arial"/>
            </a:endParaRPr>
          </a:p>
        </p:txBody>
      </p:sp>
      <p:sp>
        <p:nvSpPr>
          <p:cNvPr id="190" name="Google Shape;190;p8"/>
          <p:cNvSpPr txBox="1"/>
          <p:nvPr/>
        </p:nvSpPr>
        <p:spPr>
          <a:xfrm>
            <a:off x="10742197" y="3565567"/>
            <a:ext cx="1412825" cy="580390"/>
          </a:xfrm>
          <a:prstGeom prst="rect">
            <a:avLst/>
          </a:prstGeom>
          <a:noFill/>
          <a:ln>
            <a:noFill/>
          </a:ln>
        </p:spPr>
        <p:txBody>
          <a:bodyPr anchorCtr="0" anchor="t" bIns="0" lIns="0" spcFirstLastPara="1" rIns="0" wrap="square" tIns="0">
            <a:spAutoFit/>
          </a:bodyPr>
          <a:lstStyle/>
          <a:p>
            <a:pPr indent="0" lvl="0" marL="0" marR="0" rtl="0" algn="ctr">
              <a:lnSpc>
                <a:spcPct val="140011"/>
              </a:lnSpc>
              <a:spcBef>
                <a:spcPts val="0"/>
              </a:spcBef>
              <a:spcAft>
                <a:spcPts val="0"/>
              </a:spcAft>
              <a:buClr>
                <a:srgbClr val="000000"/>
              </a:buClr>
              <a:buSzPts val="3399"/>
              <a:buFont typeface="Arial"/>
              <a:buNone/>
            </a:pPr>
            <a:r>
              <a:rPr b="0" i="0" lang="en-US" sz="3399" u="none" cap="none" strike="noStrike">
                <a:solidFill>
                  <a:srgbClr val="000000"/>
                </a:solidFill>
                <a:latin typeface="Open Sans"/>
                <a:ea typeface="Open Sans"/>
                <a:cs typeface="Open Sans"/>
                <a:sym typeface="Open Sans"/>
              </a:rPr>
              <a:t>Unaria</a:t>
            </a:r>
            <a:endParaRPr b="0" i="0" sz="1400" u="none" cap="none" strike="noStrike">
              <a:solidFill>
                <a:srgbClr val="000000"/>
              </a:solidFill>
              <a:latin typeface="Arial"/>
              <a:ea typeface="Arial"/>
              <a:cs typeface="Arial"/>
              <a:sym typeface="Arial"/>
            </a:endParaRPr>
          </a:p>
        </p:txBody>
      </p:sp>
      <p:sp>
        <p:nvSpPr>
          <p:cNvPr id="191" name="Google Shape;191;p8"/>
          <p:cNvSpPr txBox="1"/>
          <p:nvPr/>
        </p:nvSpPr>
        <p:spPr>
          <a:xfrm>
            <a:off x="10300550" y="2615375"/>
            <a:ext cx="3708946" cy="580390"/>
          </a:xfrm>
          <a:prstGeom prst="rect">
            <a:avLst/>
          </a:prstGeom>
          <a:noFill/>
          <a:ln>
            <a:noFill/>
          </a:ln>
        </p:spPr>
        <p:txBody>
          <a:bodyPr anchorCtr="0" anchor="t" bIns="0" lIns="0" spcFirstLastPara="1" rIns="0" wrap="square" tIns="0">
            <a:spAutoFit/>
          </a:bodyPr>
          <a:lstStyle/>
          <a:p>
            <a:pPr indent="0" lvl="0" marL="0" marR="0" rtl="0" algn="ctr">
              <a:lnSpc>
                <a:spcPct val="140011"/>
              </a:lnSpc>
              <a:spcBef>
                <a:spcPts val="0"/>
              </a:spcBef>
              <a:spcAft>
                <a:spcPts val="0"/>
              </a:spcAft>
              <a:buClr>
                <a:srgbClr val="000000"/>
              </a:buClr>
              <a:buSzPts val="3399"/>
              <a:buFont typeface="Arial"/>
              <a:buNone/>
            </a:pPr>
            <a:r>
              <a:rPr b="0" i="0" lang="en-US" sz="3399" u="none" cap="none" strike="noStrike">
                <a:solidFill>
                  <a:srgbClr val="000000"/>
                </a:solidFill>
                <a:latin typeface="Open Sans"/>
                <a:ea typeface="Open Sans"/>
                <a:cs typeface="Open Sans"/>
                <a:sym typeface="Open Sans"/>
              </a:rPr>
              <a:t>Aritmética o lógica</a:t>
            </a:r>
            <a:endParaRPr b="0" i="0" sz="1400" u="none" cap="none" strike="noStrike">
              <a:solidFill>
                <a:srgbClr val="000000"/>
              </a:solidFill>
              <a:latin typeface="Arial"/>
              <a:ea typeface="Arial"/>
              <a:cs typeface="Arial"/>
              <a:sym typeface="Arial"/>
            </a:endParaRPr>
          </a:p>
        </p:txBody>
      </p:sp>
      <p:sp>
        <p:nvSpPr>
          <p:cNvPr id="192" name="Google Shape;192;p8"/>
          <p:cNvSpPr txBox="1"/>
          <p:nvPr/>
        </p:nvSpPr>
        <p:spPr>
          <a:xfrm>
            <a:off x="988339" y="4503590"/>
            <a:ext cx="1733252" cy="580390"/>
          </a:xfrm>
          <a:prstGeom prst="rect">
            <a:avLst/>
          </a:prstGeom>
          <a:noFill/>
          <a:ln>
            <a:noFill/>
          </a:ln>
        </p:spPr>
        <p:txBody>
          <a:bodyPr anchorCtr="0" anchor="t" bIns="0" lIns="0" spcFirstLastPara="1" rIns="0" wrap="square" tIns="0">
            <a:spAutoFit/>
          </a:bodyPr>
          <a:lstStyle/>
          <a:p>
            <a:pPr indent="0" lvl="0" marL="0" marR="0" rtl="0" algn="ctr">
              <a:lnSpc>
                <a:spcPct val="140011"/>
              </a:lnSpc>
              <a:spcBef>
                <a:spcPts val="0"/>
              </a:spcBef>
              <a:spcAft>
                <a:spcPts val="0"/>
              </a:spcAft>
              <a:buClr>
                <a:srgbClr val="000000"/>
              </a:buClr>
              <a:buSzPts val="3399"/>
              <a:buFont typeface="Arial"/>
              <a:buNone/>
            </a:pPr>
            <a:r>
              <a:rPr b="0" i="0" lang="en-US" sz="3399" u="none" cap="none" strike="noStrike">
                <a:solidFill>
                  <a:srgbClr val="000000"/>
                </a:solidFill>
                <a:latin typeface="Open Sans"/>
                <a:ea typeface="Open Sans"/>
                <a:cs typeface="Open Sans"/>
                <a:sym typeface="Open Sans"/>
              </a:rPr>
              <a:t>3. Copia </a:t>
            </a:r>
            <a:endParaRPr b="0" i="0" sz="1400" u="none" cap="none" strike="noStrike">
              <a:solidFill>
                <a:srgbClr val="000000"/>
              </a:solidFill>
              <a:latin typeface="Arial"/>
              <a:ea typeface="Arial"/>
              <a:cs typeface="Arial"/>
              <a:sym typeface="Arial"/>
            </a:endParaRPr>
          </a:p>
        </p:txBody>
      </p:sp>
      <p:sp>
        <p:nvSpPr>
          <p:cNvPr id="193" name="Google Shape;193;p8"/>
          <p:cNvSpPr txBox="1"/>
          <p:nvPr/>
        </p:nvSpPr>
        <p:spPr>
          <a:xfrm>
            <a:off x="8004474" y="4538769"/>
            <a:ext cx="830759" cy="500508"/>
          </a:xfrm>
          <a:prstGeom prst="rect">
            <a:avLst/>
          </a:prstGeom>
          <a:noFill/>
          <a:ln>
            <a:noFill/>
          </a:ln>
        </p:spPr>
        <p:txBody>
          <a:bodyPr anchorCtr="0" anchor="t" bIns="0" lIns="0" spcFirstLastPara="1" rIns="0" wrap="square" tIns="0">
            <a:spAutoFit/>
          </a:bodyPr>
          <a:lstStyle/>
          <a:p>
            <a:pPr indent="0" lvl="0" marL="0" marR="0" rtl="0" algn="ctr">
              <a:lnSpc>
                <a:spcPct val="148017"/>
              </a:lnSpc>
              <a:spcBef>
                <a:spcPts val="0"/>
              </a:spcBef>
              <a:spcAft>
                <a:spcPts val="0"/>
              </a:spcAft>
              <a:buClr>
                <a:srgbClr val="000000"/>
              </a:buClr>
              <a:buSzPts val="2799"/>
              <a:buFont typeface="Arial"/>
              <a:buNone/>
            </a:pPr>
            <a:r>
              <a:rPr b="0" i="0" lang="en-US" sz="2799" u="none" cap="none" strike="noStrike">
                <a:solidFill>
                  <a:srgbClr val="000000"/>
                </a:solidFill>
                <a:latin typeface="Arial"/>
                <a:ea typeface="Arial"/>
                <a:cs typeface="Arial"/>
                <a:sym typeface="Arial"/>
              </a:rPr>
              <a:t>x = y</a:t>
            </a:r>
            <a:endParaRPr b="0" i="0" sz="1400" u="none" cap="none" strike="noStrike">
              <a:solidFill>
                <a:srgbClr val="000000"/>
              </a:solidFill>
              <a:latin typeface="Arial"/>
              <a:ea typeface="Arial"/>
              <a:cs typeface="Arial"/>
              <a:sym typeface="Arial"/>
            </a:endParaRPr>
          </a:p>
        </p:txBody>
      </p:sp>
      <p:sp>
        <p:nvSpPr>
          <p:cNvPr id="194" name="Google Shape;194;p8"/>
          <p:cNvSpPr txBox="1"/>
          <p:nvPr/>
        </p:nvSpPr>
        <p:spPr>
          <a:xfrm>
            <a:off x="8004474" y="5474544"/>
            <a:ext cx="1280666" cy="500508"/>
          </a:xfrm>
          <a:prstGeom prst="rect">
            <a:avLst/>
          </a:prstGeom>
          <a:noFill/>
          <a:ln>
            <a:noFill/>
          </a:ln>
        </p:spPr>
        <p:txBody>
          <a:bodyPr anchorCtr="0" anchor="t" bIns="0" lIns="0" spcFirstLastPara="1" rIns="0" wrap="square" tIns="0">
            <a:spAutoFit/>
          </a:bodyPr>
          <a:lstStyle/>
          <a:p>
            <a:pPr indent="0" lvl="0" marL="0" marR="0" rtl="0" algn="ctr">
              <a:lnSpc>
                <a:spcPct val="148017"/>
              </a:lnSpc>
              <a:spcBef>
                <a:spcPts val="0"/>
              </a:spcBef>
              <a:spcAft>
                <a:spcPts val="0"/>
              </a:spcAft>
              <a:buClr>
                <a:srgbClr val="000000"/>
              </a:buClr>
              <a:buSzPts val="2799"/>
              <a:buFont typeface="Arial"/>
              <a:buNone/>
            </a:pPr>
            <a:r>
              <a:rPr b="0" i="0" lang="en-US" sz="2799" u="none" cap="none" strike="noStrike">
                <a:solidFill>
                  <a:srgbClr val="000000"/>
                </a:solidFill>
                <a:latin typeface="Arial"/>
                <a:ea typeface="Arial"/>
                <a:cs typeface="Arial"/>
                <a:sym typeface="Arial"/>
              </a:rPr>
              <a:t> goto L</a:t>
            </a:r>
            <a:endParaRPr b="0" i="0" sz="1400" u="none" cap="none" strike="noStrike">
              <a:solidFill>
                <a:srgbClr val="000000"/>
              </a:solidFill>
              <a:latin typeface="Arial"/>
              <a:ea typeface="Arial"/>
              <a:cs typeface="Arial"/>
              <a:sym typeface="Arial"/>
            </a:endParaRPr>
          </a:p>
        </p:txBody>
      </p:sp>
      <p:sp>
        <p:nvSpPr>
          <p:cNvPr id="195" name="Google Shape;195;p8"/>
          <p:cNvSpPr txBox="1"/>
          <p:nvPr/>
        </p:nvSpPr>
        <p:spPr>
          <a:xfrm>
            <a:off x="988339" y="5439366"/>
            <a:ext cx="4367212" cy="580390"/>
          </a:xfrm>
          <a:prstGeom prst="rect">
            <a:avLst/>
          </a:prstGeom>
          <a:noFill/>
          <a:ln>
            <a:noFill/>
          </a:ln>
        </p:spPr>
        <p:txBody>
          <a:bodyPr anchorCtr="0" anchor="t" bIns="0" lIns="0" spcFirstLastPara="1" rIns="0" wrap="square" tIns="0">
            <a:spAutoFit/>
          </a:bodyPr>
          <a:lstStyle/>
          <a:p>
            <a:pPr indent="0" lvl="0" marL="0" marR="0" rtl="0" algn="ctr">
              <a:lnSpc>
                <a:spcPct val="140011"/>
              </a:lnSpc>
              <a:spcBef>
                <a:spcPts val="0"/>
              </a:spcBef>
              <a:spcAft>
                <a:spcPts val="0"/>
              </a:spcAft>
              <a:buClr>
                <a:srgbClr val="000000"/>
              </a:buClr>
              <a:buSzPts val="3399"/>
              <a:buFont typeface="Arial"/>
              <a:buNone/>
            </a:pPr>
            <a:r>
              <a:rPr b="0" i="0" lang="en-US" sz="3399" u="none" cap="none" strike="noStrike">
                <a:solidFill>
                  <a:srgbClr val="000000"/>
                </a:solidFill>
                <a:latin typeface="Open Sans"/>
                <a:ea typeface="Open Sans"/>
                <a:cs typeface="Open Sans"/>
                <a:sym typeface="Open Sans"/>
              </a:rPr>
              <a:t>4. Salto incondicional </a:t>
            </a:r>
            <a:endParaRPr b="0" i="0" sz="1400" u="none" cap="none" strike="noStrike">
              <a:solidFill>
                <a:srgbClr val="000000"/>
              </a:solidFill>
              <a:latin typeface="Arial"/>
              <a:ea typeface="Arial"/>
              <a:cs typeface="Arial"/>
              <a:sym typeface="Arial"/>
            </a:endParaRPr>
          </a:p>
        </p:txBody>
      </p:sp>
      <p:sp>
        <p:nvSpPr>
          <p:cNvPr id="196" name="Google Shape;196;p8"/>
          <p:cNvSpPr txBox="1"/>
          <p:nvPr/>
        </p:nvSpPr>
        <p:spPr>
          <a:xfrm>
            <a:off x="8851559" y="6803801"/>
            <a:ext cx="2897981" cy="1024383"/>
          </a:xfrm>
          <a:prstGeom prst="rect">
            <a:avLst/>
          </a:prstGeom>
          <a:noFill/>
          <a:ln>
            <a:noFill/>
          </a:ln>
        </p:spPr>
        <p:txBody>
          <a:bodyPr anchorCtr="0" anchor="t" bIns="0" lIns="0" spcFirstLastPara="1" rIns="0" wrap="square" tIns="0">
            <a:spAutoFit/>
          </a:bodyPr>
          <a:lstStyle/>
          <a:p>
            <a:pPr indent="0" lvl="0" marL="0" marR="0" rtl="0" algn="ctr">
              <a:lnSpc>
                <a:spcPct val="148017"/>
              </a:lnSpc>
              <a:spcBef>
                <a:spcPts val="0"/>
              </a:spcBef>
              <a:spcAft>
                <a:spcPts val="0"/>
              </a:spcAft>
              <a:buClr>
                <a:srgbClr val="000000"/>
              </a:buClr>
              <a:buSzPts val="2799"/>
              <a:buFont typeface="Arial"/>
              <a:buNone/>
            </a:pPr>
            <a:r>
              <a:rPr b="0" i="0" lang="en-US" sz="2799" u="none" cap="none" strike="noStrike">
                <a:solidFill>
                  <a:srgbClr val="000000"/>
                </a:solidFill>
                <a:latin typeface="Arial"/>
                <a:ea typeface="Arial"/>
                <a:cs typeface="Arial"/>
                <a:sym typeface="Arial"/>
              </a:rPr>
              <a:t> if x goto L </a:t>
            </a:r>
            <a:endParaRPr b="0" i="0" sz="1400" u="none" cap="none" strike="noStrike">
              <a:solidFill>
                <a:srgbClr val="000000"/>
              </a:solidFill>
              <a:latin typeface="Arial"/>
              <a:ea typeface="Arial"/>
              <a:cs typeface="Arial"/>
              <a:sym typeface="Arial"/>
            </a:endParaRPr>
          </a:p>
          <a:p>
            <a:pPr indent="0" lvl="0" marL="0" marR="0" rtl="0" algn="ctr">
              <a:lnSpc>
                <a:spcPct val="148017"/>
              </a:lnSpc>
              <a:spcBef>
                <a:spcPts val="0"/>
              </a:spcBef>
              <a:spcAft>
                <a:spcPts val="0"/>
              </a:spcAft>
              <a:buClr>
                <a:srgbClr val="000000"/>
              </a:buClr>
              <a:buSzPts val="2799"/>
              <a:buFont typeface="Arial"/>
              <a:buNone/>
            </a:pPr>
            <a:r>
              <a:rPr b="0" i="0" lang="en-US" sz="2799" u="none" cap="none" strike="noStrike">
                <a:solidFill>
                  <a:srgbClr val="000000"/>
                </a:solidFill>
                <a:latin typeface="Arial"/>
                <a:ea typeface="Arial"/>
                <a:cs typeface="Arial"/>
                <a:sym typeface="Arial"/>
              </a:rPr>
              <a:t>if False x goto L</a:t>
            </a:r>
            <a:endParaRPr b="0" i="0" sz="1400" u="none" cap="none" strike="noStrike">
              <a:solidFill>
                <a:srgbClr val="000000"/>
              </a:solidFill>
              <a:latin typeface="Arial"/>
              <a:ea typeface="Arial"/>
              <a:cs typeface="Arial"/>
              <a:sym typeface="Arial"/>
            </a:endParaRPr>
          </a:p>
        </p:txBody>
      </p:sp>
      <p:sp>
        <p:nvSpPr>
          <p:cNvPr id="197" name="Google Shape;197;p8"/>
          <p:cNvSpPr txBox="1"/>
          <p:nvPr/>
        </p:nvSpPr>
        <p:spPr>
          <a:xfrm>
            <a:off x="988339" y="7030561"/>
            <a:ext cx="4534942" cy="580390"/>
          </a:xfrm>
          <a:prstGeom prst="rect">
            <a:avLst/>
          </a:prstGeom>
          <a:noFill/>
          <a:ln>
            <a:noFill/>
          </a:ln>
        </p:spPr>
        <p:txBody>
          <a:bodyPr anchorCtr="0" anchor="t" bIns="0" lIns="0" spcFirstLastPara="1" rIns="0" wrap="square" tIns="0">
            <a:spAutoFit/>
          </a:bodyPr>
          <a:lstStyle/>
          <a:p>
            <a:pPr indent="0" lvl="0" marL="0" marR="0" rtl="0" algn="ctr">
              <a:lnSpc>
                <a:spcPct val="140011"/>
              </a:lnSpc>
              <a:spcBef>
                <a:spcPts val="0"/>
              </a:spcBef>
              <a:spcAft>
                <a:spcPts val="0"/>
              </a:spcAft>
              <a:buClr>
                <a:srgbClr val="000000"/>
              </a:buClr>
              <a:buSzPts val="3399"/>
              <a:buFont typeface="Arial"/>
              <a:buNone/>
            </a:pPr>
            <a:r>
              <a:rPr b="0" i="0" lang="en-US" sz="3399" u="none" cap="none" strike="noStrike">
                <a:solidFill>
                  <a:srgbClr val="000000"/>
                </a:solidFill>
                <a:latin typeface="Open Sans"/>
                <a:ea typeface="Open Sans"/>
                <a:cs typeface="Open Sans"/>
                <a:sym typeface="Open Sans"/>
              </a:rPr>
              <a:t>5. Saltos condicionales</a:t>
            </a:r>
            <a:endParaRPr b="0" i="0" sz="1400" u="none" cap="none" strike="noStrike">
              <a:solidFill>
                <a:srgbClr val="000000"/>
              </a:solidFill>
              <a:latin typeface="Arial"/>
              <a:ea typeface="Arial"/>
              <a:cs typeface="Arial"/>
              <a:sym typeface="Arial"/>
            </a:endParaRPr>
          </a:p>
        </p:txBody>
      </p:sp>
      <p:sp>
        <p:nvSpPr>
          <p:cNvPr id="198" name="Google Shape;198;p8"/>
          <p:cNvSpPr txBox="1"/>
          <p:nvPr>
            <p:ph type="title"/>
          </p:nvPr>
        </p:nvSpPr>
        <p:spPr>
          <a:xfrm>
            <a:off x="623400" y="890050"/>
            <a:ext cx="16321200" cy="11454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SzPts val="5600"/>
              <a:buNone/>
            </a:pPr>
            <a:r>
              <a:rPr lang="en-US"/>
              <a:t>Instrucciones</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p9"/>
          <p:cNvSpPr txBox="1"/>
          <p:nvPr/>
        </p:nvSpPr>
        <p:spPr>
          <a:xfrm>
            <a:off x="795534" y="1209668"/>
            <a:ext cx="9446100" cy="580500"/>
          </a:xfrm>
          <a:prstGeom prst="rect">
            <a:avLst/>
          </a:prstGeom>
          <a:noFill/>
          <a:ln>
            <a:noFill/>
          </a:ln>
        </p:spPr>
        <p:txBody>
          <a:bodyPr anchorCtr="0" anchor="t" bIns="0" lIns="0" spcFirstLastPara="1" rIns="0" wrap="square" tIns="0">
            <a:spAutoFit/>
          </a:bodyPr>
          <a:lstStyle/>
          <a:p>
            <a:pPr indent="0" lvl="0" marL="0" marR="0" rtl="0" algn="ctr">
              <a:lnSpc>
                <a:spcPct val="140011"/>
              </a:lnSpc>
              <a:spcBef>
                <a:spcPts val="0"/>
              </a:spcBef>
              <a:spcAft>
                <a:spcPts val="0"/>
              </a:spcAft>
              <a:buClr>
                <a:srgbClr val="000000"/>
              </a:buClr>
              <a:buSzPts val="3399"/>
              <a:buFont typeface="Arial"/>
              <a:buNone/>
            </a:pPr>
            <a:r>
              <a:rPr b="0" i="0" lang="en-US" sz="3399" u="none" cap="none" strike="noStrike">
                <a:solidFill>
                  <a:srgbClr val="000000"/>
                </a:solidFill>
                <a:latin typeface="Open Sans"/>
                <a:ea typeface="Open Sans"/>
                <a:cs typeface="Open Sans"/>
                <a:sym typeface="Open Sans"/>
              </a:rPr>
              <a:t>6. Saltos condicionales con operador relacional</a:t>
            </a:r>
            <a:endParaRPr b="0" i="0" sz="1400" u="none" cap="none" strike="noStrike">
              <a:solidFill>
                <a:srgbClr val="000000"/>
              </a:solidFill>
              <a:latin typeface="Arial"/>
              <a:ea typeface="Arial"/>
              <a:cs typeface="Arial"/>
              <a:sym typeface="Arial"/>
            </a:endParaRPr>
          </a:p>
        </p:txBody>
      </p:sp>
      <p:sp>
        <p:nvSpPr>
          <p:cNvPr id="204" name="Google Shape;204;p9"/>
          <p:cNvSpPr txBox="1"/>
          <p:nvPr/>
        </p:nvSpPr>
        <p:spPr>
          <a:xfrm>
            <a:off x="11490744" y="1289550"/>
            <a:ext cx="3312600" cy="500400"/>
          </a:xfrm>
          <a:prstGeom prst="rect">
            <a:avLst/>
          </a:prstGeom>
          <a:noFill/>
          <a:ln>
            <a:noFill/>
          </a:ln>
        </p:spPr>
        <p:txBody>
          <a:bodyPr anchorCtr="0" anchor="t" bIns="0" lIns="0" spcFirstLastPara="1" rIns="0" wrap="square" tIns="0">
            <a:spAutoFit/>
          </a:bodyPr>
          <a:lstStyle/>
          <a:p>
            <a:pPr indent="0" lvl="0" marL="0" marR="0" rtl="0" algn="ctr">
              <a:lnSpc>
                <a:spcPct val="148017"/>
              </a:lnSpc>
              <a:spcBef>
                <a:spcPts val="0"/>
              </a:spcBef>
              <a:spcAft>
                <a:spcPts val="0"/>
              </a:spcAft>
              <a:buClr>
                <a:srgbClr val="000000"/>
              </a:buClr>
              <a:buSzPts val="2799"/>
              <a:buFont typeface="Arial"/>
              <a:buNone/>
            </a:pPr>
            <a:r>
              <a:rPr b="0" i="0" lang="en-US" sz="2799" u="none" cap="none" strike="noStrike">
                <a:solidFill>
                  <a:srgbClr val="000000"/>
                </a:solidFill>
                <a:latin typeface="Arial"/>
                <a:ea typeface="Arial"/>
                <a:cs typeface="Arial"/>
                <a:sym typeface="Arial"/>
              </a:rPr>
              <a:t> if x relop y goto L</a:t>
            </a:r>
            <a:endParaRPr b="0" i="0" sz="1400" u="none" cap="none" strike="noStrike">
              <a:solidFill>
                <a:srgbClr val="000000"/>
              </a:solidFill>
              <a:latin typeface="Arial"/>
              <a:ea typeface="Arial"/>
              <a:cs typeface="Arial"/>
              <a:sym typeface="Arial"/>
            </a:endParaRPr>
          </a:p>
        </p:txBody>
      </p:sp>
      <p:sp>
        <p:nvSpPr>
          <p:cNvPr id="205" name="Google Shape;205;p9"/>
          <p:cNvSpPr txBox="1"/>
          <p:nvPr/>
        </p:nvSpPr>
        <p:spPr>
          <a:xfrm>
            <a:off x="795534" y="2780677"/>
            <a:ext cx="6024900" cy="580500"/>
          </a:xfrm>
          <a:prstGeom prst="rect">
            <a:avLst/>
          </a:prstGeom>
          <a:noFill/>
          <a:ln>
            <a:noFill/>
          </a:ln>
        </p:spPr>
        <p:txBody>
          <a:bodyPr anchorCtr="0" anchor="t" bIns="0" lIns="0" spcFirstLastPara="1" rIns="0" wrap="square" tIns="0">
            <a:spAutoFit/>
          </a:bodyPr>
          <a:lstStyle/>
          <a:p>
            <a:pPr indent="0" lvl="0" marL="0" marR="0" rtl="0" algn="ctr">
              <a:lnSpc>
                <a:spcPct val="140011"/>
              </a:lnSpc>
              <a:spcBef>
                <a:spcPts val="0"/>
              </a:spcBef>
              <a:spcAft>
                <a:spcPts val="0"/>
              </a:spcAft>
              <a:buClr>
                <a:srgbClr val="000000"/>
              </a:buClr>
              <a:buSzPts val="3399"/>
              <a:buFont typeface="Arial"/>
              <a:buNone/>
            </a:pPr>
            <a:r>
              <a:rPr b="0" i="0" lang="en-US" sz="3399" u="none" cap="none" strike="noStrike">
                <a:solidFill>
                  <a:srgbClr val="000000"/>
                </a:solidFill>
                <a:latin typeface="Open Sans"/>
                <a:ea typeface="Open Sans"/>
                <a:cs typeface="Open Sans"/>
                <a:sym typeface="Open Sans"/>
              </a:rPr>
              <a:t>7. Llamadas a procedimientos</a:t>
            </a:r>
            <a:endParaRPr b="0" i="0" sz="1400" u="none" cap="none" strike="noStrike">
              <a:solidFill>
                <a:srgbClr val="000000"/>
              </a:solidFill>
              <a:latin typeface="Arial"/>
              <a:ea typeface="Arial"/>
              <a:cs typeface="Arial"/>
              <a:sym typeface="Arial"/>
            </a:endParaRPr>
          </a:p>
        </p:txBody>
      </p:sp>
      <p:sp>
        <p:nvSpPr>
          <p:cNvPr id="206" name="Google Shape;206;p9"/>
          <p:cNvSpPr txBox="1"/>
          <p:nvPr/>
        </p:nvSpPr>
        <p:spPr>
          <a:xfrm>
            <a:off x="10594225" y="2024978"/>
            <a:ext cx="2054400" cy="2981700"/>
          </a:xfrm>
          <a:prstGeom prst="rect">
            <a:avLst/>
          </a:prstGeom>
          <a:noFill/>
          <a:ln>
            <a:noFill/>
          </a:ln>
        </p:spPr>
        <p:txBody>
          <a:bodyPr anchorCtr="0" anchor="t" bIns="0" lIns="0" spcFirstLastPara="1" rIns="0" wrap="square" tIns="0">
            <a:spAutoFit/>
          </a:bodyPr>
          <a:lstStyle/>
          <a:p>
            <a:pPr indent="0" lvl="0" marL="0" marR="0" rtl="0" algn="ctr">
              <a:lnSpc>
                <a:spcPct val="148017"/>
              </a:lnSpc>
              <a:spcBef>
                <a:spcPts val="0"/>
              </a:spcBef>
              <a:spcAft>
                <a:spcPts val="0"/>
              </a:spcAft>
              <a:buClr>
                <a:srgbClr val="000000"/>
              </a:buClr>
              <a:buSzPts val="2799"/>
              <a:buFont typeface="Arial"/>
              <a:buNone/>
            </a:pPr>
            <a:r>
              <a:rPr b="0" i="0" lang="en-US" sz="2799" u="none" cap="none" strike="noStrike">
                <a:solidFill>
                  <a:srgbClr val="000000"/>
                </a:solidFill>
                <a:latin typeface="Arial"/>
                <a:ea typeface="Arial"/>
                <a:cs typeface="Arial"/>
                <a:sym typeface="Arial"/>
              </a:rPr>
              <a:t>param x_1 </a:t>
            </a:r>
            <a:endParaRPr b="0" i="0" sz="1400" u="none" cap="none" strike="noStrike">
              <a:solidFill>
                <a:srgbClr val="000000"/>
              </a:solidFill>
              <a:latin typeface="Arial"/>
              <a:ea typeface="Arial"/>
              <a:cs typeface="Arial"/>
              <a:sym typeface="Arial"/>
            </a:endParaRPr>
          </a:p>
          <a:p>
            <a:pPr indent="0" lvl="0" marL="0" marR="0" rtl="0" algn="ctr">
              <a:lnSpc>
                <a:spcPct val="148017"/>
              </a:lnSpc>
              <a:spcBef>
                <a:spcPts val="0"/>
              </a:spcBef>
              <a:spcAft>
                <a:spcPts val="0"/>
              </a:spcAft>
              <a:buClr>
                <a:srgbClr val="000000"/>
              </a:buClr>
              <a:buSzPts val="2799"/>
              <a:buFont typeface="Arial"/>
              <a:buNone/>
            </a:pPr>
            <a:r>
              <a:rPr b="0" i="0" lang="en-US" sz="2799" u="none" cap="none" strike="noStrike">
                <a:solidFill>
                  <a:srgbClr val="000000"/>
                </a:solidFill>
                <a:latin typeface="Arial"/>
                <a:ea typeface="Arial"/>
                <a:cs typeface="Arial"/>
                <a:sym typeface="Arial"/>
              </a:rPr>
              <a:t>param x_2 </a:t>
            </a:r>
            <a:endParaRPr b="0" i="0" sz="1400" u="none" cap="none" strike="noStrike">
              <a:solidFill>
                <a:srgbClr val="000000"/>
              </a:solidFill>
              <a:latin typeface="Arial"/>
              <a:ea typeface="Arial"/>
              <a:cs typeface="Arial"/>
              <a:sym typeface="Arial"/>
            </a:endParaRPr>
          </a:p>
          <a:p>
            <a:pPr indent="0" lvl="0" marL="0" marR="0" rtl="0" algn="ctr">
              <a:lnSpc>
                <a:spcPct val="148017"/>
              </a:lnSpc>
              <a:spcBef>
                <a:spcPts val="0"/>
              </a:spcBef>
              <a:spcAft>
                <a:spcPts val="0"/>
              </a:spcAft>
              <a:buClr>
                <a:srgbClr val="000000"/>
              </a:buClr>
              <a:buSzPts val="2799"/>
              <a:buFont typeface="Arial"/>
              <a:buNone/>
            </a:pPr>
            <a:r>
              <a:rPr b="0" i="0" lang="en-US" sz="2799"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a:p>
            <a:pPr indent="0" lvl="0" marL="0" marR="0" rtl="0" algn="ctr">
              <a:lnSpc>
                <a:spcPct val="148017"/>
              </a:lnSpc>
              <a:spcBef>
                <a:spcPts val="0"/>
              </a:spcBef>
              <a:spcAft>
                <a:spcPts val="0"/>
              </a:spcAft>
              <a:buClr>
                <a:srgbClr val="000000"/>
              </a:buClr>
              <a:buSzPts val="2799"/>
              <a:buFont typeface="Arial"/>
              <a:buNone/>
            </a:pPr>
            <a:r>
              <a:rPr b="0" i="0" lang="en-US" sz="2799" u="none" cap="none" strike="noStrike">
                <a:solidFill>
                  <a:srgbClr val="000000"/>
                </a:solidFill>
                <a:latin typeface="Arial"/>
                <a:ea typeface="Arial"/>
                <a:cs typeface="Arial"/>
                <a:sym typeface="Arial"/>
              </a:rPr>
              <a:t>param x_n </a:t>
            </a:r>
            <a:endParaRPr b="0" i="0" sz="1400" u="none" cap="none" strike="noStrike">
              <a:solidFill>
                <a:srgbClr val="000000"/>
              </a:solidFill>
              <a:latin typeface="Arial"/>
              <a:ea typeface="Arial"/>
              <a:cs typeface="Arial"/>
              <a:sym typeface="Arial"/>
            </a:endParaRPr>
          </a:p>
          <a:p>
            <a:pPr indent="0" lvl="0" marL="0" marR="0" rtl="0" algn="ctr">
              <a:lnSpc>
                <a:spcPct val="148017"/>
              </a:lnSpc>
              <a:spcBef>
                <a:spcPts val="0"/>
              </a:spcBef>
              <a:spcAft>
                <a:spcPts val="0"/>
              </a:spcAft>
              <a:buClr>
                <a:srgbClr val="000000"/>
              </a:buClr>
              <a:buSzPts val="2799"/>
              <a:buFont typeface="Arial"/>
              <a:buNone/>
            </a:pPr>
            <a:r>
              <a:rPr b="0" i="0" lang="en-US" sz="2799" u="none" cap="none" strike="noStrike">
                <a:solidFill>
                  <a:srgbClr val="000000"/>
                </a:solidFill>
                <a:latin typeface="Arial"/>
                <a:ea typeface="Arial"/>
                <a:cs typeface="Arial"/>
                <a:sym typeface="Arial"/>
              </a:rPr>
              <a:t>call p, n</a:t>
            </a:r>
            <a:endParaRPr b="0" i="0" sz="1400" u="none" cap="none" strike="noStrike">
              <a:solidFill>
                <a:srgbClr val="000000"/>
              </a:solidFill>
              <a:latin typeface="Arial"/>
              <a:ea typeface="Arial"/>
              <a:cs typeface="Arial"/>
              <a:sym typeface="Arial"/>
            </a:endParaRPr>
          </a:p>
        </p:txBody>
      </p:sp>
      <p:sp>
        <p:nvSpPr>
          <p:cNvPr id="207" name="Google Shape;207;p9"/>
          <p:cNvSpPr txBox="1"/>
          <p:nvPr/>
        </p:nvSpPr>
        <p:spPr>
          <a:xfrm>
            <a:off x="13383394" y="3037525"/>
            <a:ext cx="2799300" cy="523200"/>
          </a:xfrm>
          <a:prstGeom prst="rect">
            <a:avLst/>
          </a:prstGeom>
          <a:noFill/>
          <a:ln>
            <a:noFill/>
          </a:ln>
        </p:spPr>
        <p:txBody>
          <a:bodyPr anchorCtr="0" anchor="t" bIns="0" lIns="0" spcFirstLastPara="1" rIns="0" wrap="square" tIns="0">
            <a:spAutoFit/>
          </a:bodyPr>
          <a:lstStyle/>
          <a:p>
            <a:pPr indent="0" lvl="0" marL="0" marR="0" rtl="0" algn="ctr">
              <a:lnSpc>
                <a:spcPct val="140011"/>
              </a:lnSpc>
              <a:spcBef>
                <a:spcPts val="0"/>
              </a:spcBef>
              <a:spcAft>
                <a:spcPts val="0"/>
              </a:spcAft>
              <a:buClr>
                <a:srgbClr val="000000"/>
              </a:buClr>
              <a:buSzPts val="3399"/>
              <a:buFont typeface="Arial"/>
              <a:buNone/>
            </a:pPr>
            <a:r>
              <a:rPr b="0" i="0" lang="en-US" sz="3399" u="none" cap="none" strike="noStrike">
                <a:solidFill>
                  <a:srgbClr val="000000"/>
                </a:solidFill>
                <a:latin typeface="Open Sans"/>
                <a:ea typeface="Open Sans"/>
                <a:cs typeface="Open Sans"/>
                <a:sym typeface="Open Sans"/>
              </a:rPr>
              <a:t> return y</a:t>
            </a:r>
            <a:endParaRPr b="0" i="0" sz="1400" u="none" cap="none" strike="noStrike">
              <a:solidFill>
                <a:srgbClr val="000000"/>
              </a:solidFill>
              <a:latin typeface="Arial"/>
              <a:ea typeface="Arial"/>
              <a:cs typeface="Arial"/>
              <a:sym typeface="Arial"/>
            </a:endParaRPr>
          </a:p>
        </p:txBody>
      </p:sp>
      <p:sp>
        <p:nvSpPr>
          <p:cNvPr id="208" name="Google Shape;208;p9"/>
          <p:cNvSpPr txBox="1"/>
          <p:nvPr/>
        </p:nvSpPr>
        <p:spPr>
          <a:xfrm>
            <a:off x="795534" y="5726300"/>
            <a:ext cx="7134969" cy="580390"/>
          </a:xfrm>
          <a:prstGeom prst="rect">
            <a:avLst/>
          </a:prstGeom>
          <a:noFill/>
          <a:ln>
            <a:noFill/>
          </a:ln>
        </p:spPr>
        <p:txBody>
          <a:bodyPr anchorCtr="0" anchor="t" bIns="0" lIns="0" spcFirstLastPara="1" rIns="0" wrap="square" tIns="0">
            <a:spAutoFit/>
          </a:bodyPr>
          <a:lstStyle/>
          <a:p>
            <a:pPr indent="0" lvl="0" marL="0" marR="0" rtl="0" algn="ctr">
              <a:lnSpc>
                <a:spcPct val="140011"/>
              </a:lnSpc>
              <a:spcBef>
                <a:spcPts val="0"/>
              </a:spcBef>
              <a:spcAft>
                <a:spcPts val="0"/>
              </a:spcAft>
              <a:buClr>
                <a:srgbClr val="000000"/>
              </a:buClr>
              <a:buSzPts val="3399"/>
              <a:buFont typeface="Arial"/>
              <a:buNone/>
            </a:pPr>
            <a:r>
              <a:rPr b="0" i="0" lang="en-US" sz="3399" u="none" cap="none" strike="noStrike">
                <a:solidFill>
                  <a:srgbClr val="000000"/>
                </a:solidFill>
                <a:latin typeface="Open Sans"/>
                <a:ea typeface="Open Sans"/>
                <a:cs typeface="Open Sans"/>
                <a:sym typeface="Open Sans"/>
              </a:rPr>
              <a:t>8. Instrucciones de copia indexadas</a:t>
            </a:r>
            <a:endParaRPr b="0" i="0" sz="1400" u="none" cap="none" strike="noStrike">
              <a:solidFill>
                <a:srgbClr val="000000"/>
              </a:solidFill>
              <a:latin typeface="Arial"/>
              <a:ea typeface="Arial"/>
              <a:cs typeface="Arial"/>
              <a:sym typeface="Arial"/>
            </a:endParaRPr>
          </a:p>
        </p:txBody>
      </p:sp>
      <p:sp>
        <p:nvSpPr>
          <p:cNvPr id="209" name="Google Shape;209;p9"/>
          <p:cNvSpPr txBox="1"/>
          <p:nvPr/>
        </p:nvSpPr>
        <p:spPr>
          <a:xfrm>
            <a:off x="9194644" y="5806182"/>
            <a:ext cx="2799300" cy="500400"/>
          </a:xfrm>
          <a:prstGeom prst="rect">
            <a:avLst/>
          </a:prstGeom>
          <a:noFill/>
          <a:ln>
            <a:noFill/>
          </a:ln>
        </p:spPr>
        <p:txBody>
          <a:bodyPr anchorCtr="0" anchor="t" bIns="0" lIns="0" spcFirstLastPara="1" rIns="0" wrap="square" tIns="0">
            <a:spAutoFit/>
          </a:bodyPr>
          <a:lstStyle/>
          <a:p>
            <a:pPr indent="0" lvl="0" marL="0" marR="0" rtl="0" algn="ctr">
              <a:lnSpc>
                <a:spcPct val="148017"/>
              </a:lnSpc>
              <a:spcBef>
                <a:spcPts val="0"/>
              </a:spcBef>
              <a:spcAft>
                <a:spcPts val="0"/>
              </a:spcAft>
              <a:buClr>
                <a:srgbClr val="000000"/>
              </a:buClr>
              <a:buSzPts val="2799"/>
              <a:buFont typeface="Arial"/>
              <a:buNone/>
            </a:pPr>
            <a:r>
              <a:rPr b="0" i="0" lang="en-US" sz="2799" u="none" cap="none" strike="noStrike">
                <a:solidFill>
                  <a:srgbClr val="000000"/>
                </a:solidFill>
                <a:latin typeface="Arial"/>
                <a:ea typeface="Arial"/>
                <a:cs typeface="Arial"/>
                <a:sym typeface="Arial"/>
              </a:rPr>
              <a:t> x = y[i] y x[i]=y</a:t>
            </a:r>
            <a:endParaRPr b="0" i="0" sz="1400" u="none" cap="none" strike="noStrike">
              <a:solidFill>
                <a:srgbClr val="000000"/>
              </a:solidFill>
              <a:latin typeface="Arial"/>
              <a:ea typeface="Arial"/>
              <a:cs typeface="Arial"/>
              <a:sym typeface="Arial"/>
            </a:endParaRPr>
          </a:p>
        </p:txBody>
      </p:sp>
      <p:sp>
        <p:nvSpPr>
          <p:cNvPr id="210" name="Google Shape;210;p9"/>
          <p:cNvSpPr txBox="1"/>
          <p:nvPr/>
        </p:nvSpPr>
        <p:spPr>
          <a:xfrm>
            <a:off x="795534" y="7644725"/>
            <a:ext cx="9129564" cy="580390"/>
          </a:xfrm>
          <a:prstGeom prst="rect">
            <a:avLst/>
          </a:prstGeom>
          <a:noFill/>
          <a:ln>
            <a:noFill/>
          </a:ln>
        </p:spPr>
        <p:txBody>
          <a:bodyPr anchorCtr="0" anchor="t" bIns="0" lIns="0" spcFirstLastPara="1" rIns="0" wrap="square" tIns="0">
            <a:spAutoFit/>
          </a:bodyPr>
          <a:lstStyle/>
          <a:p>
            <a:pPr indent="0" lvl="0" marL="0" marR="0" rtl="0" algn="ctr">
              <a:lnSpc>
                <a:spcPct val="140011"/>
              </a:lnSpc>
              <a:spcBef>
                <a:spcPts val="0"/>
              </a:spcBef>
              <a:spcAft>
                <a:spcPts val="0"/>
              </a:spcAft>
              <a:buClr>
                <a:srgbClr val="000000"/>
              </a:buClr>
              <a:buSzPts val="3399"/>
              <a:buFont typeface="Arial"/>
              <a:buNone/>
            </a:pPr>
            <a:r>
              <a:rPr b="0" i="0" lang="en-US" sz="3399" u="none" cap="none" strike="noStrike">
                <a:solidFill>
                  <a:srgbClr val="000000"/>
                </a:solidFill>
                <a:latin typeface="Open Sans"/>
                <a:ea typeface="Open Sans"/>
                <a:cs typeface="Open Sans"/>
                <a:sym typeface="Open Sans"/>
              </a:rPr>
              <a:t>9. Asignaciones de direcciones y apuntadores</a:t>
            </a:r>
            <a:endParaRPr b="0" i="0" sz="1400" u="none" cap="none" strike="noStrike">
              <a:solidFill>
                <a:srgbClr val="000000"/>
              </a:solidFill>
              <a:latin typeface="Arial"/>
              <a:ea typeface="Arial"/>
              <a:cs typeface="Arial"/>
              <a:sym typeface="Arial"/>
            </a:endParaRPr>
          </a:p>
        </p:txBody>
      </p:sp>
      <p:sp>
        <p:nvSpPr>
          <p:cNvPr id="211" name="Google Shape;211;p9"/>
          <p:cNvSpPr txBox="1"/>
          <p:nvPr/>
        </p:nvSpPr>
        <p:spPr>
          <a:xfrm>
            <a:off x="13144402" y="7644725"/>
            <a:ext cx="1542300" cy="1988100"/>
          </a:xfrm>
          <a:prstGeom prst="rect">
            <a:avLst/>
          </a:prstGeom>
          <a:noFill/>
          <a:ln>
            <a:noFill/>
          </a:ln>
        </p:spPr>
        <p:txBody>
          <a:bodyPr anchorCtr="0" anchor="t" bIns="0" lIns="0" spcFirstLastPara="1" rIns="0" wrap="square" tIns="0">
            <a:spAutoFit/>
          </a:bodyPr>
          <a:lstStyle/>
          <a:p>
            <a:pPr indent="0" lvl="0" marL="0" marR="0" rtl="0" algn="ctr">
              <a:lnSpc>
                <a:spcPct val="140011"/>
              </a:lnSpc>
              <a:spcBef>
                <a:spcPts val="0"/>
              </a:spcBef>
              <a:spcAft>
                <a:spcPts val="0"/>
              </a:spcAft>
              <a:buClr>
                <a:srgbClr val="000000"/>
              </a:buClr>
              <a:buSzPts val="3399"/>
              <a:buFont typeface="Arial"/>
              <a:buNone/>
            </a:pPr>
            <a:r>
              <a:rPr b="0" i="0" lang="en-US" sz="3399" u="none" cap="none" strike="noStrike">
                <a:solidFill>
                  <a:srgbClr val="000000"/>
                </a:solidFill>
                <a:latin typeface="Open Sans"/>
                <a:ea typeface="Open Sans"/>
                <a:cs typeface="Open Sans"/>
                <a:sym typeface="Open Sans"/>
              </a:rPr>
              <a:t> x =&amp;y</a:t>
            </a:r>
            <a:endParaRPr b="0" i="0" sz="1400" u="none" cap="none" strike="noStrike">
              <a:solidFill>
                <a:srgbClr val="000000"/>
              </a:solidFill>
              <a:latin typeface="Arial"/>
              <a:ea typeface="Arial"/>
              <a:cs typeface="Arial"/>
              <a:sym typeface="Arial"/>
            </a:endParaRPr>
          </a:p>
          <a:p>
            <a:pPr indent="0" lvl="0" marL="0" marR="0" rtl="0" algn="ctr">
              <a:lnSpc>
                <a:spcPct val="140011"/>
              </a:lnSpc>
              <a:spcBef>
                <a:spcPts val="0"/>
              </a:spcBef>
              <a:spcAft>
                <a:spcPts val="0"/>
              </a:spcAft>
              <a:buClr>
                <a:srgbClr val="000000"/>
              </a:buClr>
              <a:buSzPts val="3399"/>
              <a:buFont typeface="Arial"/>
              <a:buNone/>
            </a:pPr>
            <a:r>
              <a:rPr b="0" i="0" lang="en-US" sz="3399" u="none" cap="none" strike="noStrike">
                <a:solidFill>
                  <a:srgbClr val="000000"/>
                </a:solidFill>
                <a:latin typeface="Open Sans"/>
                <a:ea typeface="Open Sans"/>
                <a:cs typeface="Open Sans"/>
                <a:sym typeface="Open Sans"/>
              </a:rPr>
              <a:t>x =*y </a:t>
            </a:r>
            <a:endParaRPr b="0" i="0" sz="1400" u="none" cap="none" strike="noStrike">
              <a:solidFill>
                <a:srgbClr val="000000"/>
              </a:solidFill>
              <a:latin typeface="Arial"/>
              <a:ea typeface="Arial"/>
              <a:cs typeface="Arial"/>
              <a:sym typeface="Arial"/>
            </a:endParaRPr>
          </a:p>
          <a:p>
            <a:pPr indent="0" lvl="0" marL="0" marR="0" rtl="0" algn="ctr">
              <a:lnSpc>
                <a:spcPct val="140011"/>
              </a:lnSpc>
              <a:spcBef>
                <a:spcPts val="0"/>
              </a:spcBef>
              <a:spcAft>
                <a:spcPts val="0"/>
              </a:spcAft>
              <a:buClr>
                <a:srgbClr val="000000"/>
              </a:buClr>
              <a:buSzPts val="3399"/>
              <a:buFont typeface="Arial"/>
              <a:buNone/>
            </a:pPr>
            <a:r>
              <a:rPr b="0" i="0" lang="en-US" sz="3399" u="none" cap="none" strike="noStrike">
                <a:solidFill>
                  <a:srgbClr val="000000"/>
                </a:solidFill>
                <a:latin typeface="Open Sans"/>
                <a:ea typeface="Open Sans"/>
                <a:cs typeface="Open Sans"/>
                <a:sym typeface="Open Sans"/>
              </a:rPr>
              <a:t>* x = y</a:t>
            </a:r>
            <a:endParaRPr b="0" i="0" sz="1400" u="none" cap="none" strike="noStrike">
              <a:solidFill>
                <a:srgbClr val="000000"/>
              </a:solidFill>
              <a:latin typeface="Arial"/>
              <a:ea typeface="Arial"/>
              <a:cs typeface="Arial"/>
              <a:sym typeface="Arial"/>
            </a:endParaRPr>
          </a:p>
        </p:txBody>
      </p:sp>
      <p:sp>
        <p:nvSpPr>
          <p:cNvPr id="212" name="Google Shape;212;p9"/>
          <p:cNvSpPr txBox="1"/>
          <p:nvPr/>
        </p:nvSpPr>
        <p:spPr>
          <a:xfrm>
            <a:off x="13865929" y="3827185"/>
            <a:ext cx="3318900" cy="523200"/>
          </a:xfrm>
          <a:prstGeom prst="rect">
            <a:avLst/>
          </a:prstGeom>
          <a:noFill/>
          <a:ln>
            <a:noFill/>
          </a:ln>
        </p:spPr>
        <p:txBody>
          <a:bodyPr anchorCtr="0" anchor="t" bIns="0" lIns="0" spcFirstLastPara="1" rIns="0" wrap="square" tIns="0">
            <a:spAutoFit/>
          </a:bodyPr>
          <a:lstStyle/>
          <a:p>
            <a:pPr indent="0" lvl="0" marL="0" marR="0" rtl="0" algn="ctr">
              <a:lnSpc>
                <a:spcPct val="140011"/>
              </a:lnSpc>
              <a:spcBef>
                <a:spcPts val="0"/>
              </a:spcBef>
              <a:spcAft>
                <a:spcPts val="0"/>
              </a:spcAft>
              <a:buClr>
                <a:srgbClr val="000000"/>
              </a:buClr>
              <a:buSzPts val="3399"/>
              <a:buFont typeface="Arial"/>
              <a:buNone/>
            </a:pPr>
            <a:r>
              <a:rPr b="1" i="0" lang="en-US" sz="3399" u="none" cap="none" strike="noStrike">
                <a:solidFill>
                  <a:srgbClr val="000000"/>
                </a:solidFill>
                <a:latin typeface="Open Sans"/>
                <a:ea typeface="Open Sans"/>
                <a:cs typeface="Open Sans"/>
                <a:sym typeface="Open Sans"/>
              </a:rPr>
              <a:t>y es un nombre</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 name="Shape 216"/>
        <p:cNvGrpSpPr/>
        <p:nvPr/>
      </p:nvGrpSpPr>
      <p:grpSpPr>
        <a:xfrm>
          <a:off x="0" y="0"/>
          <a:ext cx="0" cy="0"/>
          <a:chOff x="0" y="0"/>
          <a:chExt cx="0" cy="0"/>
        </a:xfrm>
      </p:grpSpPr>
      <p:sp>
        <p:nvSpPr>
          <p:cNvPr id="217" name="Google Shape;217;p10"/>
          <p:cNvSpPr txBox="1"/>
          <p:nvPr/>
        </p:nvSpPr>
        <p:spPr>
          <a:xfrm>
            <a:off x="1691856" y="2645728"/>
            <a:ext cx="15281934" cy="4824094"/>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Clr>
                <a:srgbClr val="000000"/>
              </a:buClr>
              <a:buSzPts val="9200"/>
              <a:buFont typeface="Arial"/>
              <a:buNone/>
            </a:pPr>
            <a:r>
              <a:rPr b="1" i="0" lang="en-US" sz="9200" u="none" cap="none" strike="noStrike">
                <a:solidFill>
                  <a:srgbClr val="000000"/>
                </a:solidFill>
                <a:latin typeface="Open Sans"/>
                <a:ea typeface="Open Sans"/>
                <a:cs typeface="Open Sans"/>
                <a:sym typeface="Open Sans"/>
              </a:rPr>
              <a:t>¿Cómo se representa el c3d en una estructura de datos?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 name="Shape 221"/>
        <p:cNvGrpSpPr/>
        <p:nvPr/>
      </p:nvGrpSpPr>
      <p:grpSpPr>
        <a:xfrm>
          <a:off x="0" y="0"/>
          <a:ext cx="0" cy="0"/>
          <a:chOff x="0" y="0"/>
          <a:chExt cx="0" cy="0"/>
        </a:xfrm>
      </p:grpSpPr>
      <p:sp>
        <p:nvSpPr>
          <p:cNvPr id="222" name="Google Shape;222;p11"/>
          <p:cNvSpPr txBox="1"/>
          <p:nvPr/>
        </p:nvSpPr>
        <p:spPr>
          <a:xfrm>
            <a:off x="1487927" y="2351764"/>
            <a:ext cx="15312146" cy="2380615"/>
          </a:xfrm>
          <a:prstGeom prst="rect">
            <a:avLst/>
          </a:prstGeom>
          <a:noFill/>
          <a:ln>
            <a:noFill/>
          </a:ln>
        </p:spPr>
        <p:txBody>
          <a:bodyPr anchorCtr="0" anchor="t" bIns="0" lIns="0" spcFirstLastPara="1" rIns="0" wrap="square" tIns="0">
            <a:spAutoFit/>
          </a:bodyPr>
          <a:lstStyle/>
          <a:p>
            <a:pPr indent="0" lvl="0" marL="0" marR="0" rtl="0" algn="ctr">
              <a:lnSpc>
                <a:spcPct val="140011"/>
              </a:lnSpc>
              <a:spcBef>
                <a:spcPts val="0"/>
              </a:spcBef>
              <a:spcAft>
                <a:spcPts val="0"/>
              </a:spcAft>
              <a:buClr>
                <a:srgbClr val="000000"/>
              </a:buClr>
              <a:buSzPts val="3399"/>
              <a:buFont typeface="Arial"/>
              <a:buNone/>
            </a:pPr>
            <a:r>
              <a:rPr b="0" i="0" lang="en-US" sz="3399" u="none" cap="none" strike="noStrike">
                <a:solidFill>
                  <a:srgbClr val="000000"/>
                </a:solidFill>
                <a:latin typeface="Open Sans"/>
                <a:ea typeface="Open Sans"/>
                <a:cs typeface="Open Sans"/>
                <a:sym typeface="Open Sans"/>
              </a:rPr>
              <a:t> En un compilador, estas instrucciones pueden implementarse como objetos o como registros, con campos para el operador y los operandos. Tres de estas representaciones se conocen como “cuádruplos”, “tripletas” y “tripletas indirectas”. </a:t>
            </a:r>
            <a:endParaRPr b="0" i="0" sz="1400" u="none" cap="none" strike="noStrike">
              <a:solidFill>
                <a:srgbClr val="000000"/>
              </a:solidFill>
              <a:latin typeface="Arial"/>
              <a:ea typeface="Arial"/>
              <a:cs typeface="Arial"/>
              <a:sym typeface="Arial"/>
            </a:endParaRPr>
          </a:p>
        </p:txBody>
      </p:sp>
      <p:sp>
        <p:nvSpPr>
          <p:cNvPr id="223" name="Google Shape;223;p11"/>
          <p:cNvSpPr txBox="1"/>
          <p:nvPr/>
        </p:nvSpPr>
        <p:spPr>
          <a:xfrm>
            <a:off x="904056" y="5755055"/>
            <a:ext cx="16479887" cy="887095"/>
          </a:xfrm>
          <a:prstGeom prst="rect">
            <a:avLst/>
          </a:prstGeom>
          <a:noFill/>
          <a:ln>
            <a:noFill/>
          </a:ln>
        </p:spPr>
        <p:txBody>
          <a:bodyPr anchorCtr="0" anchor="t" bIns="0" lIns="0" spcFirstLastPara="1" rIns="0" wrap="square" tIns="0">
            <a:spAutoFit/>
          </a:bodyPr>
          <a:lstStyle/>
          <a:p>
            <a:pPr indent="0" lvl="0" marL="0" marR="0" rtl="0" algn="ctr">
              <a:lnSpc>
                <a:spcPct val="140007"/>
              </a:lnSpc>
              <a:spcBef>
                <a:spcPts val="0"/>
              </a:spcBef>
              <a:spcAft>
                <a:spcPts val="0"/>
              </a:spcAft>
              <a:buClr>
                <a:srgbClr val="000000"/>
              </a:buClr>
              <a:buSzPts val="5199"/>
              <a:buFont typeface="Arial"/>
              <a:buNone/>
            </a:pPr>
            <a:r>
              <a:rPr b="1" i="0" lang="en-US" sz="5199" u="none" cap="none" strike="noStrike">
                <a:solidFill>
                  <a:srgbClr val="000000"/>
                </a:solidFill>
                <a:latin typeface="Open Sans"/>
                <a:ea typeface="Open Sans"/>
                <a:cs typeface="Open Sans"/>
                <a:sym typeface="Open Sans"/>
              </a:rPr>
              <a:t>Empezaremos con cuádruplos (puede que cambie)</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sp>
        <p:nvSpPr>
          <p:cNvPr id="228" name="Google Shape;228;p12"/>
          <p:cNvSpPr txBox="1"/>
          <p:nvPr/>
        </p:nvSpPr>
        <p:spPr>
          <a:xfrm>
            <a:off x="1108397" y="1345620"/>
            <a:ext cx="16071205" cy="580390"/>
          </a:xfrm>
          <a:prstGeom prst="rect">
            <a:avLst/>
          </a:prstGeom>
          <a:noFill/>
          <a:ln>
            <a:noFill/>
          </a:ln>
        </p:spPr>
        <p:txBody>
          <a:bodyPr anchorCtr="0" anchor="t" bIns="0" lIns="0" spcFirstLastPara="1" rIns="0" wrap="square" tIns="0">
            <a:spAutoFit/>
          </a:bodyPr>
          <a:lstStyle/>
          <a:p>
            <a:pPr indent="0" lvl="0" marL="0" marR="0" rtl="0" algn="ctr">
              <a:lnSpc>
                <a:spcPct val="140011"/>
              </a:lnSpc>
              <a:spcBef>
                <a:spcPts val="0"/>
              </a:spcBef>
              <a:spcAft>
                <a:spcPts val="0"/>
              </a:spcAft>
              <a:buClr>
                <a:srgbClr val="000000"/>
              </a:buClr>
              <a:buSzPts val="3399"/>
              <a:buFont typeface="Arial"/>
              <a:buNone/>
            </a:pPr>
            <a:r>
              <a:rPr b="0" i="0" lang="en-US" sz="3399" u="none" cap="none" strike="noStrike">
                <a:solidFill>
                  <a:srgbClr val="000000"/>
                </a:solidFill>
                <a:latin typeface="Open Sans"/>
                <a:ea typeface="Open Sans"/>
                <a:cs typeface="Open Sans"/>
                <a:sym typeface="Open Sans"/>
              </a:rPr>
              <a:t>son 4 campos, op, arg1, arg2 y resultado. El operador de asignación es implícito.</a:t>
            </a:r>
            <a:endParaRPr b="0" i="0" sz="1400" u="none" cap="none" strike="noStrike">
              <a:solidFill>
                <a:srgbClr val="000000"/>
              </a:solidFill>
              <a:latin typeface="Arial"/>
              <a:ea typeface="Arial"/>
              <a:cs typeface="Arial"/>
              <a:sym typeface="Arial"/>
            </a:endParaRPr>
          </a:p>
        </p:txBody>
      </p:sp>
      <p:sp>
        <p:nvSpPr>
          <p:cNvPr id="229" name="Google Shape;229;p12"/>
          <p:cNvSpPr txBox="1"/>
          <p:nvPr/>
        </p:nvSpPr>
        <p:spPr>
          <a:xfrm>
            <a:off x="2449835" y="3173429"/>
            <a:ext cx="14173834" cy="2980690"/>
          </a:xfrm>
          <a:prstGeom prst="rect">
            <a:avLst/>
          </a:prstGeom>
          <a:noFill/>
          <a:ln>
            <a:noFill/>
          </a:ln>
        </p:spPr>
        <p:txBody>
          <a:bodyPr anchorCtr="0" anchor="t" bIns="0" lIns="0" spcFirstLastPara="1" rIns="0" wrap="square" tIns="0">
            <a:spAutoFit/>
          </a:bodyPr>
          <a:lstStyle/>
          <a:p>
            <a:pPr indent="0" lvl="0" marL="0" marR="0" rtl="0" algn="ctr">
              <a:lnSpc>
                <a:spcPct val="140011"/>
              </a:lnSpc>
              <a:spcBef>
                <a:spcPts val="0"/>
              </a:spcBef>
              <a:spcAft>
                <a:spcPts val="0"/>
              </a:spcAft>
              <a:buClr>
                <a:srgbClr val="000000"/>
              </a:buClr>
              <a:buSzPts val="3399"/>
              <a:buFont typeface="Arial"/>
              <a:buNone/>
            </a:pPr>
            <a:r>
              <a:rPr b="0" i="0" lang="en-US" sz="3399" u="none" cap="none" strike="noStrike">
                <a:solidFill>
                  <a:srgbClr val="000000"/>
                </a:solidFill>
                <a:latin typeface="Open Sans"/>
                <a:ea typeface="Open Sans"/>
                <a:cs typeface="Open Sans"/>
                <a:sym typeface="Open Sans"/>
              </a:rPr>
              <a:t>Se exceptúan: </a:t>
            </a:r>
            <a:endParaRPr b="0" i="0" sz="1400" u="none" cap="none" strike="noStrike">
              <a:solidFill>
                <a:srgbClr val="000000"/>
              </a:solidFill>
              <a:latin typeface="Arial"/>
              <a:ea typeface="Arial"/>
              <a:cs typeface="Arial"/>
              <a:sym typeface="Arial"/>
            </a:endParaRPr>
          </a:p>
          <a:p>
            <a:pPr indent="-367030" lvl="1" marL="734059" marR="0" rtl="0" algn="ctr">
              <a:lnSpc>
                <a:spcPct val="140011"/>
              </a:lnSpc>
              <a:spcBef>
                <a:spcPts val="0"/>
              </a:spcBef>
              <a:spcAft>
                <a:spcPts val="0"/>
              </a:spcAft>
              <a:buClr>
                <a:srgbClr val="000000"/>
              </a:buClr>
              <a:buSzPts val="3399"/>
              <a:buFont typeface="Open Sans"/>
              <a:buAutoNum type="arabicPeriod"/>
            </a:pPr>
            <a:r>
              <a:rPr b="0" i="0" lang="en-US" sz="3399" u="none" cap="none" strike="noStrike">
                <a:solidFill>
                  <a:srgbClr val="000000"/>
                </a:solidFill>
                <a:latin typeface="Open Sans"/>
                <a:ea typeface="Open Sans"/>
                <a:cs typeface="Open Sans"/>
                <a:sym typeface="Open Sans"/>
              </a:rPr>
              <a:t>Operadores unarios donde no se utiliza el arg2</a:t>
            </a:r>
            <a:endParaRPr b="0" i="0" sz="1400" u="none" cap="none" strike="noStrike">
              <a:solidFill>
                <a:srgbClr val="000000"/>
              </a:solidFill>
              <a:latin typeface="Arial"/>
              <a:ea typeface="Arial"/>
              <a:cs typeface="Arial"/>
              <a:sym typeface="Arial"/>
            </a:endParaRPr>
          </a:p>
          <a:p>
            <a:pPr indent="-367030" lvl="1" marL="734059" marR="0" rtl="0" algn="ctr">
              <a:lnSpc>
                <a:spcPct val="140011"/>
              </a:lnSpc>
              <a:spcBef>
                <a:spcPts val="0"/>
              </a:spcBef>
              <a:spcAft>
                <a:spcPts val="0"/>
              </a:spcAft>
              <a:buClr>
                <a:srgbClr val="000000"/>
              </a:buClr>
              <a:buSzPts val="3399"/>
              <a:buFont typeface="Open Sans"/>
              <a:buAutoNum type="arabicPeriod"/>
            </a:pPr>
            <a:r>
              <a:rPr b="0" i="0" lang="en-US" sz="3399" u="none" cap="none" strike="noStrike">
                <a:solidFill>
                  <a:srgbClr val="000000"/>
                </a:solidFill>
                <a:latin typeface="Open Sans"/>
                <a:ea typeface="Open Sans"/>
                <a:cs typeface="Open Sans"/>
                <a:sym typeface="Open Sans"/>
              </a:rPr>
              <a:t>Los operadores como param no utilizan arg2 ni resultado</a:t>
            </a:r>
            <a:endParaRPr b="0" i="0" sz="1400" u="none" cap="none" strike="noStrike">
              <a:solidFill>
                <a:srgbClr val="000000"/>
              </a:solidFill>
              <a:latin typeface="Arial"/>
              <a:ea typeface="Arial"/>
              <a:cs typeface="Arial"/>
              <a:sym typeface="Arial"/>
            </a:endParaRPr>
          </a:p>
          <a:p>
            <a:pPr indent="-367030" lvl="1" marL="734059" marR="0" rtl="0" algn="ctr">
              <a:lnSpc>
                <a:spcPct val="140011"/>
              </a:lnSpc>
              <a:spcBef>
                <a:spcPts val="0"/>
              </a:spcBef>
              <a:spcAft>
                <a:spcPts val="0"/>
              </a:spcAft>
              <a:buClr>
                <a:srgbClr val="000000"/>
              </a:buClr>
              <a:buSzPts val="3399"/>
              <a:buFont typeface="Open Sans"/>
              <a:buAutoNum type="arabicPeriod"/>
            </a:pPr>
            <a:r>
              <a:rPr b="0" i="0" lang="en-US" sz="3399" u="none" cap="none" strike="noStrike">
                <a:solidFill>
                  <a:srgbClr val="000000"/>
                </a:solidFill>
                <a:latin typeface="Open Sans"/>
                <a:ea typeface="Open Sans"/>
                <a:cs typeface="Open Sans"/>
                <a:sym typeface="Open Sans"/>
              </a:rPr>
              <a:t>Los saltos condicionales o incondicionales con la etiqueta de destino en resultado</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3" name="Shape 233"/>
        <p:cNvGrpSpPr/>
        <p:nvPr/>
      </p:nvGrpSpPr>
      <p:grpSpPr>
        <a:xfrm>
          <a:off x="0" y="0"/>
          <a:ext cx="0" cy="0"/>
          <a:chOff x="0" y="0"/>
          <a:chExt cx="0" cy="0"/>
        </a:xfrm>
      </p:grpSpPr>
      <p:sp>
        <p:nvSpPr>
          <p:cNvPr id="234" name="Google Shape;234;p13"/>
          <p:cNvSpPr/>
          <p:nvPr/>
        </p:nvSpPr>
        <p:spPr>
          <a:xfrm>
            <a:off x="3741637" y="2649464"/>
            <a:ext cx="10804726" cy="4988071"/>
          </a:xfrm>
          <a:custGeom>
            <a:rect b="b" l="l" r="r" t="t"/>
            <a:pathLst>
              <a:path extrusionOk="0" h="4988071" w="10804726">
                <a:moveTo>
                  <a:pt x="0" y="0"/>
                </a:moveTo>
                <a:lnTo>
                  <a:pt x="10804726" y="0"/>
                </a:lnTo>
                <a:lnTo>
                  <a:pt x="10804726" y="4988072"/>
                </a:lnTo>
                <a:lnTo>
                  <a:pt x="0" y="4988072"/>
                </a:lnTo>
                <a:lnTo>
                  <a:pt x="0" y="0"/>
                </a:lnTo>
                <a:close/>
              </a:path>
            </a:pathLst>
          </a:custGeom>
          <a:blipFill rotWithShape="1">
            <a:blip r:embed="rId3">
              <a:alphaModFix/>
            </a:blip>
            <a:stretch>
              <a:fillRect b="0" l="0" r="0" t="0"/>
            </a:stretch>
          </a:blipFill>
          <a:ln>
            <a:noFill/>
          </a:ln>
        </p:spPr>
      </p:sp>
      <p:sp>
        <p:nvSpPr>
          <p:cNvPr id="235" name="Google Shape;235;p13"/>
          <p:cNvSpPr txBox="1"/>
          <p:nvPr>
            <p:ph type="title"/>
          </p:nvPr>
        </p:nvSpPr>
        <p:spPr>
          <a:xfrm>
            <a:off x="623400" y="890050"/>
            <a:ext cx="16321200" cy="11454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SzPts val="5600"/>
              <a:buNone/>
            </a:pPr>
            <a:r>
              <a:rPr lang="en-US"/>
              <a:t>Ejemplo</a:t>
            </a:r>
            <a:endParaRPr/>
          </a:p>
        </p:txBody>
      </p:sp>
      <p:sp>
        <p:nvSpPr>
          <p:cNvPr id="236" name="Google Shape;236;p13"/>
          <p:cNvSpPr txBox="1"/>
          <p:nvPr>
            <p:ph idx="1" type="body"/>
          </p:nvPr>
        </p:nvSpPr>
        <p:spPr>
          <a:xfrm>
            <a:off x="623400" y="2304950"/>
            <a:ext cx="17041200" cy="6832800"/>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640"/>
              </a:spcBef>
              <a:spcAft>
                <a:spcPts val="0"/>
              </a:spcAft>
              <a:buSzPts val="3200"/>
              <a:buNone/>
            </a:pPr>
            <a:r>
              <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0" name="Shape 240"/>
        <p:cNvGrpSpPr/>
        <p:nvPr/>
      </p:nvGrpSpPr>
      <p:grpSpPr>
        <a:xfrm>
          <a:off x="0" y="0"/>
          <a:ext cx="0" cy="0"/>
          <a:chOff x="0" y="0"/>
          <a:chExt cx="0" cy="0"/>
        </a:xfrm>
      </p:grpSpPr>
      <p:sp>
        <p:nvSpPr>
          <p:cNvPr id="241" name="Google Shape;241;g3ce75bb6569_0_0"/>
          <p:cNvSpPr txBox="1"/>
          <p:nvPr>
            <p:ph type="title"/>
          </p:nvPr>
        </p:nvSpPr>
        <p:spPr>
          <a:xfrm>
            <a:off x="623400" y="890050"/>
            <a:ext cx="16321200" cy="11454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SzPts val="5600"/>
              <a:buNone/>
            </a:pPr>
            <a:r>
              <a:rPr lang="en-US">
                <a:solidFill>
                  <a:schemeClr val="dk1"/>
                </a:solidFill>
              </a:rPr>
              <a:t>Bytecode</a:t>
            </a:r>
            <a:endParaRPr>
              <a:solidFill>
                <a:schemeClr val="dk1"/>
              </a:solidFill>
            </a:endParaRPr>
          </a:p>
        </p:txBody>
      </p:sp>
      <p:sp>
        <p:nvSpPr>
          <p:cNvPr id="242" name="Google Shape;242;g3ce75bb6569_0_0"/>
          <p:cNvSpPr txBox="1"/>
          <p:nvPr>
            <p:ph idx="1" type="body"/>
          </p:nvPr>
        </p:nvSpPr>
        <p:spPr>
          <a:xfrm>
            <a:off x="623400" y="2304950"/>
            <a:ext cx="17041200" cy="6832800"/>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640"/>
              </a:spcBef>
              <a:spcAft>
                <a:spcPts val="0"/>
              </a:spcAft>
              <a:buSzPts val="3200"/>
              <a:buNone/>
            </a:pPr>
            <a:r>
              <a:rPr lang="en-US"/>
              <a:t>El bytecode es una representación intermedia del programa optimizada para su ejecución en una máquina virtual. En lugar de interpretar directamente el AST (Árbol de Sintaxis Abstracta), el programa se transforma en una secuencia de instrucciones más simples que pueden ejecutarse de forma más eficiente por el intérprete.</a:t>
            </a:r>
            <a:endParaRPr/>
          </a:p>
        </p:txBody>
      </p:sp>
      <p:pic>
        <p:nvPicPr>
          <p:cNvPr id="243" name="Google Shape;243;g3ce75bb6569_0_0"/>
          <p:cNvPicPr preferRelativeResize="0"/>
          <p:nvPr/>
        </p:nvPicPr>
        <p:blipFill rotWithShape="1">
          <a:blip r:embed="rId3">
            <a:alphaModFix/>
          </a:blip>
          <a:srcRect b="0" l="0" r="0" t="0"/>
          <a:stretch/>
        </p:blipFill>
        <p:spPr>
          <a:xfrm>
            <a:off x="4840529" y="5143500"/>
            <a:ext cx="7886950" cy="3994249"/>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 name="Shape 247"/>
        <p:cNvGrpSpPr/>
        <p:nvPr/>
      </p:nvGrpSpPr>
      <p:grpSpPr>
        <a:xfrm>
          <a:off x="0" y="0"/>
          <a:ext cx="0" cy="0"/>
          <a:chOff x="0" y="0"/>
          <a:chExt cx="0" cy="0"/>
        </a:xfrm>
      </p:grpSpPr>
      <p:pic>
        <p:nvPicPr>
          <p:cNvPr id="248" name="Google Shape;248;g3ce75bb6569_0_6"/>
          <p:cNvPicPr preferRelativeResize="0"/>
          <p:nvPr/>
        </p:nvPicPr>
        <p:blipFill rotWithShape="1">
          <a:blip r:embed="rId3">
            <a:alphaModFix/>
          </a:blip>
          <a:srcRect b="0" l="0" r="0" t="0"/>
          <a:stretch/>
        </p:blipFill>
        <p:spPr>
          <a:xfrm>
            <a:off x="304800" y="1326700"/>
            <a:ext cx="17678401" cy="5920466"/>
          </a:xfrm>
          <a:prstGeom prst="rect">
            <a:avLst/>
          </a:prstGeom>
          <a:noFill/>
          <a:ln>
            <a:noFill/>
          </a:ln>
        </p:spPr>
      </p:pic>
      <p:sp>
        <p:nvSpPr>
          <p:cNvPr id="249" name="Google Shape;249;g3ce75bb6569_0_6"/>
          <p:cNvSpPr txBox="1"/>
          <p:nvPr/>
        </p:nvSpPr>
        <p:spPr>
          <a:xfrm>
            <a:off x="3441350" y="8296300"/>
            <a:ext cx="11377200" cy="1124400"/>
          </a:xfrm>
          <a:prstGeom prst="rect">
            <a:avLst/>
          </a:prstGeom>
          <a:noFill/>
          <a:ln>
            <a:noFill/>
          </a:ln>
        </p:spPr>
        <p:txBody>
          <a:bodyPr anchorCtr="0" anchor="t" bIns="182850" lIns="182850" spcFirstLastPara="1" rIns="182850" wrap="square" tIns="182850">
            <a:noAutofit/>
          </a:bodyPr>
          <a:lstStyle/>
          <a:p>
            <a:pPr indent="0" lvl="0" marL="0" marR="0" rtl="0" algn="ctr">
              <a:lnSpc>
                <a:spcPct val="100000"/>
              </a:lnSpc>
              <a:spcBef>
                <a:spcPts val="0"/>
              </a:spcBef>
              <a:spcAft>
                <a:spcPts val="0"/>
              </a:spcAft>
              <a:buClr>
                <a:schemeClr val="dk1"/>
              </a:buClr>
              <a:buSzPts val="1100"/>
              <a:buFont typeface="Arial"/>
              <a:buNone/>
            </a:pPr>
            <a:r>
              <a:rPr b="0" i="0" lang="en-US" sz="3600" u="none" cap="none" strike="noStrike">
                <a:solidFill>
                  <a:schemeClr val="lt1"/>
                </a:solidFill>
                <a:latin typeface="Lato"/>
                <a:ea typeface="Lato"/>
                <a:cs typeface="Lato"/>
                <a:sym typeface="Lato"/>
              </a:rPr>
              <a:t>Ejemplo de Java bytecode</a:t>
            </a:r>
            <a:endParaRPr b="0" i="0" sz="3600" u="none" cap="none" strike="noStrike">
              <a:solidFill>
                <a:schemeClr val="lt1"/>
              </a:solidFill>
              <a:latin typeface="Lato"/>
              <a:ea typeface="Lato"/>
              <a:cs typeface="Lato"/>
              <a:sym typeface="Lato"/>
            </a:endParaRPr>
          </a:p>
          <a:p>
            <a:pPr indent="0" lvl="0" marL="0" marR="0" rtl="0" algn="ctr">
              <a:lnSpc>
                <a:spcPct val="100000"/>
              </a:lnSpc>
              <a:spcBef>
                <a:spcPts val="0"/>
              </a:spcBef>
              <a:spcAft>
                <a:spcPts val="0"/>
              </a:spcAft>
              <a:buClr>
                <a:srgbClr val="000000"/>
              </a:buClr>
              <a:buSzPts val="3600"/>
              <a:buFont typeface="Arial"/>
              <a:buNone/>
            </a:pPr>
            <a:r>
              <a:t/>
            </a:r>
            <a:endParaRPr b="0" i="0" sz="3600" u="none" cap="none" strike="noStrike">
              <a:solidFill>
                <a:schemeClr val="lt1"/>
              </a:solidFill>
              <a:latin typeface="Lato"/>
              <a:ea typeface="Lato"/>
              <a:cs typeface="Lato"/>
              <a:sym typeface="Lato"/>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3" name="Shape 253"/>
        <p:cNvGrpSpPr/>
        <p:nvPr/>
      </p:nvGrpSpPr>
      <p:grpSpPr>
        <a:xfrm>
          <a:off x="0" y="0"/>
          <a:ext cx="0" cy="0"/>
          <a:chOff x="0" y="0"/>
          <a:chExt cx="0" cy="0"/>
        </a:xfrm>
      </p:grpSpPr>
      <p:sp>
        <p:nvSpPr>
          <p:cNvPr id="254" name="Google Shape;254;g3ce75bb6569_0_11"/>
          <p:cNvSpPr txBox="1"/>
          <p:nvPr>
            <p:ph type="title"/>
          </p:nvPr>
        </p:nvSpPr>
        <p:spPr>
          <a:xfrm>
            <a:off x="623400" y="4301700"/>
            <a:ext cx="17041200" cy="16836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SzPts val="8400"/>
              <a:buNone/>
            </a:pPr>
            <a:r>
              <a:rPr lang="en-US"/>
              <a:t>ARM64</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8" name="Shape 258"/>
        <p:cNvGrpSpPr/>
        <p:nvPr/>
      </p:nvGrpSpPr>
      <p:grpSpPr>
        <a:xfrm>
          <a:off x="0" y="0"/>
          <a:ext cx="0" cy="0"/>
          <a:chOff x="0" y="0"/>
          <a:chExt cx="0" cy="0"/>
        </a:xfrm>
      </p:grpSpPr>
      <p:sp>
        <p:nvSpPr>
          <p:cNvPr id="259" name="Google Shape;259;g3ce75bb6569_0_15"/>
          <p:cNvSpPr txBox="1"/>
          <p:nvPr>
            <p:ph type="title"/>
          </p:nvPr>
        </p:nvSpPr>
        <p:spPr>
          <a:xfrm>
            <a:off x="623400" y="890050"/>
            <a:ext cx="16321200" cy="11454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SzPts val="5600"/>
              <a:buNone/>
            </a:pPr>
            <a:r>
              <a:rPr lang="en-US"/>
              <a:t>¿Qué es?</a:t>
            </a:r>
            <a:endParaRPr/>
          </a:p>
        </p:txBody>
      </p:sp>
      <p:sp>
        <p:nvSpPr>
          <p:cNvPr id="260" name="Google Shape;260;g3ce75bb6569_0_15"/>
          <p:cNvSpPr txBox="1"/>
          <p:nvPr>
            <p:ph idx="1" type="body"/>
          </p:nvPr>
        </p:nvSpPr>
        <p:spPr>
          <a:xfrm>
            <a:off x="623400" y="2304950"/>
            <a:ext cx="17041200" cy="6832800"/>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640"/>
              </a:spcBef>
              <a:spcAft>
                <a:spcPts val="0"/>
              </a:spcAft>
              <a:buSzPts val="3200"/>
              <a:buNone/>
            </a:pPr>
            <a:r>
              <a:rPr lang="en-US"/>
              <a:t>ARM64 (también conocido como AArch64) es una arquitectura de conjunto de instrucciones de 64 bits desarrollada por Arm Ltd. basada en los principios de RISC (Reduced Instruction Set Computer). Está diseñada para ofrecer alto rendimiento y eficiencia energética, por lo que es ampliamente utilizada en dispositivos móviles, sistemas embebidos y servidores modernos.</a:t>
            </a:r>
            <a:endParaRPr/>
          </a:p>
        </p:txBody>
      </p:sp>
      <p:pic>
        <p:nvPicPr>
          <p:cNvPr id="261" name="Google Shape;261;g3ce75bb6569_0_15"/>
          <p:cNvPicPr preferRelativeResize="0"/>
          <p:nvPr/>
        </p:nvPicPr>
        <p:blipFill rotWithShape="1">
          <a:blip r:embed="rId3">
            <a:alphaModFix/>
          </a:blip>
          <a:srcRect b="0" l="0" r="0" t="0"/>
          <a:stretch/>
        </p:blipFill>
        <p:spPr>
          <a:xfrm>
            <a:off x="6762750" y="6797125"/>
            <a:ext cx="4762500" cy="1466850"/>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5" name="Shape 265"/>
        <p:cNvGrpSpPr/>
        <p:nvPr/>
      </p:nvGrpSpPr>
      <p:grpSpPr>
        <a:xfrm>
          <a:off x="0" y="0"/>
          <a:ext cx="0" cy="0"/>
          <a:chOff x="0" y="0"/>
          <a:chExt cx="0" cy="0"/>
        </a:xfrm>
      </p:grpSpPr>
      <p:sp>
        <p:nvSpPr>
          <p:cNvPr id="266" name="Google Shape;266;g3ce75bb6569_0_21"/>
          <p:cNvSpPr txBox="1"/>
          <p:nvPr>
            <p:ph type="title"/>
          </p:nvPr>
        </p:nvSpPr>
        <p:spPr>
          <a:xfrm>
            <a:off x="623400" y="890050"/>
            <a:ext cx="16321200" cy="11454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SzPts val="5600"/>
              <a:buNone/>
            </a:pPr>
            <a:r>
              <a:rPr lang="en-US"/>
              <a:t>Registros e Instrucciones Básicas</a:t>
            </a:r>
            <a:endParaRPr/>
          </a:p>
        </p:txBody>
      </p:sp>
      <p:sp>
        <p:nvSpPr>
          <p:cNvPr id="267" name="Google Shape;267;g3ce75bb6569_0_21"/>
          <p:cNvSpPr txBox="1"/>
          <p:nvPr>
            <p:ph idx="1" type="body"/>
          </p:nvPr>
        </p:nvSpPr>
        <p:spPr>
          <a:xfrm>
            <a:off x="623400" y="2304950"/>
            <a:ext cx="17041200" cy="6832800"/>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640"/>
              </a:spcBef>
              <a:spcAft>
                <a:spcPts val="0"/>
              </a:spcAft>
              <a:buSzPts val="3200"/>
              <a:buNone/>
            </a:pPr>
            <a:r>
              <a:t/>
            </a:r>
            <a:endParaRPr/>
          </a:p>
        </p:txBody>
      </p:sp>
      <p:pic>
        <p:nvPicPr>
          <p:cNvPr id="268" name="Google Shape;268;g3ce75bb6569_0_21"/>
          <p:cNvPicPr preferRelativeResize="0"/>
          <p:nvPr/>
        </p:nvPicPr>
        <p:blipFill rotWithShape="1">
          <a:blip r:embed="rId3">
            <a:alphaModFix/>
          </a:blip>
          <a:srcRect b="0" l="0" r="43436" t="0"/>
          <a:stretch/>
        </p:blipFill>
        <p:spPr>
          <a:xfrm>
            <a:off x="1142589" y="2644775"/>
            <a:ext cx="8243150" cy="6153150"/>
          </a:xfrm>
          <a:prstGeom prst="rect">
            <a:avLst/>
          </a:prstGeom>
          <a:noFill/>
          <a:ln>
            <a:noFill/>
          </a:ln>
        </p:spPr>
      </p:pic>
      <p:pic>
        <p:nvPicPr>
          <p:cNvPr id="269" name="Google Shape;269;g3ce75bb6569_0_21"/>
          <p:cNvPicPr preferRelativeResize="0"/>
          <p:nvPr/>
        </p:nvPicPr>
        <p:blipFill rotWithShape="1">
          <a:blip r:embed="rId4">
            <a:alphaModFix/>
          </a:blip>
          <a:srcRect b="0" l="0" r="0" t="0"/>
          <a:stretch/>
        </p:blipFill>
        <p:spPr>
          <a:xfrm>
            <a:off x="9789249" y="2304951"/>
            <a:ext cx="7385363" cy="6832801"/>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3" name="Shape 273"/>
        <p:cNvGrpSpPr/>
        <p:nvPr/>
      </p:nvGrpSpPr>
      <p:grpSpPr>
        <a:xfrm>
          <a:off x="0" y="0"/>
          <a:ext cx="0" cy="0"/>
          <a:chOff x="0" y="0"/>
          <a:chExt cx="0" cy="0"/>
        </a:xfrm>
      </p:grpSpPr>
      <p:pic>
        <p:nvPicPr>
          <p:cNvPr descr="La rivalidad entre dos amigos se transforma en el fuego que forjara el procesador más exitoso del mundo.&#10;&#10;Esta es una compilación de videos pasados, re editados, con errores arreglados y nuevos actores de voz.&#10;&#10;Eventos ligeramente ajustados o exagerados por temas narrativos.&#10;&#10;SideQuest es la serie recompensa para Patreon:&#10;La conspiración que acabo con Ferranti, https://www.patreon.com/posts/bonus-que-la-62737885&#10;Como la BBC Micro falló en América en Patreon: https://www.patreon.com/posts/77830116&#10;La entrevista completa a Steve Furber: https://www.patreon.com/posts/77830048&#10;¿Y que le paso a Acorn Computers?: https://www.patreon.com/posts/80825635&#10;&#10;Y para miembros del canal:&#10;La conspiración que acabo con Ferranti: https://www.youtube.com/watch?v=bWpt85_MArE&#10;Como la BBC Micro falló en América: https://youtu.be/piYvYskJmXw&#10;La entrevista completa a Steve Furber: https://youtu.be/URdFK-txUeI&#10;¿Y que le paso a Acorn Computers?: https://www.youtube.com/watch?v=2597W5aihW8&#10;&#10;Social media:&#10;https://twitter.com/lowspec_gamer&#10;https://www.instagram.com/thelowspecgamer&#10;&#10;Créditos:&#10;&#10;Investigación y guion: LowSpecAlex&#10;Voz: LowSpecAlex&#10;Edición: Zave Davey, LowSpecAlex&#10;Edición de audio: Susmit Gupta&#10;Animación 3D: Windy, Divye&#10;Dibujos de Maiku No Koe: https://twitter.com/maiku_no_koe&#10;Miniatura: Maiku no Koe&#10;Traducción de español, Edición de audio, revision: Henrique von Buren&#10;Doblaje de: https://twitter.com/JesusHDoblaje&#10;Invitada especial/Sophie Wilson: Karen Hernández&#10;&#10;Music by Epidemic Sound: http://epidemicsound.com/creator&#10;Stock Footage from Getty&#10;&#10;Fuentes:&#10;The ZX Spectrum Ula: How to Design a Microcomputer de Christopher David Smith&#10;Entrevista con Chris Curry: https://www.youtube.com/watch?v=KrTmvqwpZF8&amp;list=WL&#10;Comentario de Micro Men con Chris Curry, Steve Furber and Hermann Hauser: https://www.youtube.com/watch?v=yaonVYOTSsk&#10;Sobre las fallas de Sinclair reportadas por Acorn: https://sinclairuser.com/035/news.htm&#10;Sobre el diseño del teclado: https://www.bbc.com/news/technology-17776666&#10;Sobre el debate de los juegos en Sinclair: https://www.cnet.com/news/clive-sinclairs-zx-spectrum-this-is-where-the-uk-games-industry-came-from/&#10;On semiconductor manufacture: https://www.youtube.com/watch?v=u3ws0UebnSE&#10;http://archive.computerhistory.org/resources/access/text/2015/04/102739951-05-01-acc.pdf&#10;https://archive.computerhistory.org/resources/access/text/2012/05/102746196-05-01-acc.pdf&#10;https://archive.computerhistory.org/resources/access/text/2012/06/102746190-05-01-acc.pdf&#10;http://archive.computerhistory.org/resources/access/text/2015/04/102739951-05-01-acc.pdf&#10;http://archive.computerhistory.org/resources/access/text/2013/04/102746578-05-01-acc.pdf" id="274" name="Google Shape;274;g3ce75bb6569_0_28" title="La Guerra Tecnologíca que creo ARM (Remasterizado)">
            <a:hlinkClick r:id="rId3"/>
          </p:cNvPr>
          <p:cNvPicPr preferRelativeResize="0"/>
          <p:nvPr/>
        </p:nvPicPr>
        <p:blipFill rotWithShape="1">
          <a:blip r:embed="rId4">
            <a:alphaModFix/>
          </a:blip>
          <a:srcRect b="0" l="0" r="0" t="0"/>
          <a:stretch/>
        </p:blipFill>
        <p:spPr>
          <a:xfrm>
            <a:off x="2030275" y="895050"/>
            <a:ext cx="14707400" cy="82729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4"/>
                                        </p:tgtEl>
                                        <p:attrNameLst>
                                          <p:attrName>style.visibility</p:attrName>
                                        </p:attrNameLst>
                                      </p:cBhvr>
                                      <p:to>
                                        <p:strVal val="visible"/>
                                      </p:to>
                                    </p:set>
                                    <p:animEffect filter="fade" transition="in">
                                      <p:cBhvr>
                                        <p:cTn dur="1000"/>
                                        <p:tgtEl>
                                          <p:spTgt spid="27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8" name="Shape 278"/>
        <p:cNvGrpSpPr/>
        <p:nvPr/>
      </p:nvGrpSpPr>
      <p:grpSpPr>
        <a:xfrm>
          <a:off x="0" y="0"/>
          <a:ext cx="0" cy="0"/>
          <a:chOff x="0" y="0"/>
          <a:chExt cx="0" cy="0"/>
        </a:xfrm>
      </p:grpSpPr>
      <p:sp>
        <p:nvSpPr>
          <p:cNvPr id="279" name="Google Shape;279;p14"/>
          <p:cNvSpPr txBox="1"/>
          <p:nvPr/>
        </p:nvSpPr>
        <p:spPr>
          <a:xfrm>
            <a:off x="4057725" y="659284"/>
            <a:ext cx="9735300" cy="33987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Clr>
                <a:srgbClr val="000000"/>
              </a:buClr>
              <a:buSzPts val="9200"/>
              <a:buFont typeface="Arial"/>
              <a:buNone/>
            </a:pPr>
            <a:r>
              <a:rPr b="1" i="0" lang="en-US" sz="9200" u="none" cap="none" strike="noStrike">
                <a:solidFill>
                  <a:srgbClr val="000000"/>
                </a:solidFill>
                <a:latin typeface="Open Sans"/>
                <a:ea typeface="Open Sans"/>
                <a:cs typeface="Open Sans"/>
                <a:sym typeface="Open Sans"/>
              </a:rPr>
              <a:t>Ejemplo práctico</a:t>
            </a:r>
            <a:endParaRPr b="0" i="0" sz="1400" u="none" cap="none" strike="noStrike">
              <a:solidFill>
                <a:srgbClr val="000000"/>
              </a:solidFill>
              <a:latin typeface="Arial"/>
              <a:ea typeface="Arial"/>
              <a:cs typeface="Arial"/>
              <a:sym typeface="Arial"/>
            </a:endParaRPr>
          </a:p>
        </p:txBody>
      </p:sp>
      <p:sp>
        <p:nvSpPr>
          <p:cNvPr id="280" name="Google Shape;280;p14"/>
          <p:cNvSpPr txBox="1"/>
          <p:nvPr/>
        </p:nvSpPr>
        <p:spPr>
          <a:xfrm>
            <a:off x="3009751" y="4819967"/>
            <a:ext cx="12268500" cy="523200"/>
          </a:xfrm>
          <a:prstGeom prst="rect">
            <a:avLst/>
          </a:prstGeom>
          <a:noFill/>
          <a:ln>
            <a:noFill/>
          </a:ln>
        </p:spPr>
        <p:txBody>
          <a:bodyPr anchorCtr="0" anchor="t" bIns="0" lIns="0" spcFirstLastPara="1" rIns="0" wrap="square" tIns="0">
            <a:spAutoFit/>
          </a:bodyPr>
          <a:lstStyle/>
          <a:p>
            <a:pPr indent="0" lvl="0" marL="0" marR="0" rtl="0" algn="ctr">
              <a:lnSpc>
                <a:spcPct val="140011"/>
              </a:lnSpc>
              <a:spcBef>
                <a:spcPts val="0"/>
              </a:spcBef>
              <a:spcAft>
                <a:spcPts val="0"/>
              </a:spcAft>
              <a:buClr>
                <a:srgbClr val="000000"/>
              </a:buClr>
              <a:buSzPts val="3399"/>
              <a:buFont typeface="Arial"/>
              <a:buNone/>
            </a:pPr>
            <a:r>
              <a:rPr b="0" i="0" lang="en-US" sz="3399" u="none" cap="none" strike="noStrike">
                <a:solidFill>
                  <a:srgbClr val="000000"/>
                </a:solidFill>
                <a:latin typeface="Open Sans"/>
                <a:ea typeface="Open Sans"/>
                <a:cs typeface="Open Sans"/>
                <a:sym typeface="Open Sans"/>
              </a:rPr>
              <a:t>Cómo representar las expresiones en código tres direcciones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4" name="Shape 284"/>
        <p:cNvGrpSpPr/>
        <p:nvPr/>
      </p:nvGrpSpPr>
      <p:grpSpPr>
        <a:xfrm>
          <a:off x="0" y="0"/>
          <a:ext cx="0" cy="0"/>
          <a:chOff x="0" y="0"/>
          <a:chExt cx="0" cy="0"/>
        </a:xfrm>
      </p:grpSpPr>
      <p:sp>
        <p:nvSpPr>
          <p:cNvPr id="285" name="Google Shape;285;p15"/>
          <p:cNvSpPr txBox="1"/>
          <p:nvPr/>
        </p:nvSpPr>
        <p:spPr>
          <a:xfrm>
            <a:off x="4437795" y="3389104"/>
            <a:ext cx="8658900" cy="2891400"/>
          </a:xfrm>
          <a:prstGeom prst="rect">
            <a:avLst/>
          </a:prstGeom>
          <a:noFill/>
          <a:ln>
            <a:noFill/>
          </a:ln>
        </p:spPr>
        <p:txBody>
          <a:bodyPr anchorCtr="0" anchor="t" bIns="0" lIns="0" spcFirstLastPara="1" rIns="0" wrap="square" tIns="0">
            <a:spAutoFit/>
          </a:bodyPr>
          <a:lstStyle/>
          <a:p>
            <a:pPr indent="0" lvl="0" marL="0" marR="0" rtl="0" algn="ctr">
              <a:lnSpc>
                <a:spcPct val="104000"/>
              </a:lnSpc>
              <a:spcBef>
                <a:spcPts val="0"/>
              </a:spcBef>
              <a:spcAft>
                <a:spcPts val="0"/>
              </a:spcAft>
              <a:buClr>
                <a:srgbClr val="000000"/>
              </a:buClr>
              <a:buSzPts val="6099"/>
              <a:buFont typeface="Arial"/>
              <a:buNone/>
            </a:pPr>
            <a:r>
              <a:rPr b="0" i="0" lang="en-US" sz="6099" u="none" cap="none" strike="noStrike">
                <a:solidFill>
                  <a:srgbClr val="131416"/>
                </a:solidFill>
                <a:latin typeface="Arial"/>
                <a:ea typeface="Arial"/>
                <a:cs typeface="Arial"/>
                <a:sym typeface="Arial"/>
              </a:rPr>
              <a:t>¡GRACIAS POR SU  ATENCIÓN!</a:t>
            </a:r>
            <a:endParaRPr b="0" i="0" sz="1400" u="none" cap="none" strike="noStrike">
              <a:solidFill>
                <a:srgbClr val="000000"/>
              </a:solidFill>
              <a:latin typeface="Arial"/>
              <a:ea typeface="Arial"/>
              <a:cs typeface="Arial"/>
              <a:sym typeface="Arial"/>
            </a:endParaRPr>
          </a:p>
          <a:p>
            <a:pPr indent="0" lvl="0" marL="0" marR="0" rtl="0" algn="just">
              <a:lnSpc>
                <a:spcPct val="104000"/>
              </a:lnSpc>
              <a:spcBef>
                <a:spcPts val="0"/>
              </a:spcBef>
              <a:spcAft>
                <a:spcPts val="0"/>
              </a:spcAft>
              <a:buClr>
                <a:srgbClr val="000000"/>
              </a:buClr>
              <a:buSzPts val="6099"/>
              <a:buFont typeface="Arial"/>
              <a:buNone/>
            </a:pPr>
            <a:r>
              <a:t/>
            </a:r>
            <a:endParaRPr b="0" i="0" sz="6099" u="none" cap="none" strike="noStrike">
              <a:solidFill>
                <a:srgbClr val="131416"/>
              </a:solidFill>
              <a:latin typeface="Arial"/>
              <a:ea typeface="Arial"/>
              <a:cs typeface="Arial"/>
              <a:sym typeface="Arial"/>
            </a:endParaRPr>
          </a:p>
        </p:txBody>
      </p:sp>
      <p:sp>
        <p:nvSpPr>
          <p:cNvPr id="286" name="Google Shape;286;p15"/>
          <p:cNvSpPr txBox="1"/>
          <p:nvPr/>
        </p:nvSpPr>
        <p:spPr>
          <a:xfrm>
            <a:off x="5414714" y="5958103"/>
            <a:ext cx="6705000" cy="769500"/>
          </a:xfrm>
          <a:prstGeom prst="rect">
            <a:avLst/>
          </a:prstGeom>
          <a:noFill/>
          <a:ln>
            <a:noFill/>
          </a:ln>
        </p:spPr>
        <p:txBody>
          <a:bodyPr anchorCtr="0" anchor="t" bIns="0" lIns="0" spcFirstLastPara="1" rIns="0" wrap="square" tIns="0">
            <a:spAutoFit/>
          </a:bodyPr>
          <a:lstStyle/>
          <a:p>
            <a:pPr indent="0" lvl="0" marL="0" marR="0" rtl="0" algn="ctr">
              <a:lnSpc>
                <a:spcPct val="148000"/>
              </a:lnSpc>
              <a:spcBef>
                <a:spcPts val="0"/>
              </a:spcBef>
              <a:spcAft>
                <a:spcPts val="0"/>
              </a:spcAft>
              <a:buClr>
                <a:srgbClr val="000000"/>
              </a:buClr>
              <a:buSzPts val="5000"/>
              <a:buFont typeface="Arial"/>
              <a:buNone/>
            </a:pPr>
            <a:r>
              <a:rPr lang="en-US" sz="5000">
                <a:solidFill>
                  <a:srgbClr val="131416"/>
                </a:solidFill>
              </a:rPr>
              <a:t>¿</a:t>
            </a:r>
            <a:r>
              <a:rPr b="0" i="0" lang="en-US" sz="5000" u="none" cap="none" strike="noStrike">
                <a:solidFill>
                  <a:srgbClr val="131416"/>
                </a:solidFill>
                <a:latin typeface="Arial"/>
                <a:ea typeface="Arial"/>
                <a:cs typeface="Arial"/>
                <a:sym typeface="Arial"/>
              </a:rPr>
              <a:t>DUDAS?</a:t>
            </a:r>
            <a:endParaRPr b="0" i="0" sz="1400" u="none" cap="none" strike="noStrike">
              <a:solidFill>
                <a:srgbClr val="000000"/>
              </a:solidFill>
              <a:latin typeface="Arial"/>
              <a:ea typeface="Arial"/>
              <a:cs typeface="Arial"/>
              <a:sym typeface="Arial"/>
            </a:endParaRPr>
          </a:p>
        </p:txBody>
      </p:sp>
      <p:sp>
        <p:nvSpPr>
          <p:cNvPr id="287" name="Google Shape;287;p15"/>
          <p:cNvSpPr/>
          <p:nvPr/>
        </p:nvSpPr>
        <p:spPr>
          <a:xfrm>
            <a:off x="13963751" y="1028700"/>
            <a:ext cx="2757268" cy="3770970"/>
          </a:xfrm>
          <a:custGeom>
            <a:rect b="b" l="l" r="r" t="t"/>
            <a:pathLst>
              <a:path extrusionOk="0" h="3770970" w="2757268">
                <a:moveTo>
                  <a:pt x="0" y="0"/>
                </a:moveTo>
                <a:lnTo>
                  <a:pt x="2757268" y="0"/>
                </a:lnTo>
                <a:lnTo>
                  <a:pt x="2757268" y="3770970"/>
                </a:lnTo>
                <a:lnTo>
                  <a:pt x="0" y="3770970"/>
                </a:lnTo>
                <a:lnTo>
                  <a:pt x="0" y="0"/>
                </a:lnTo>
                <a:close/>
              </a:path>
            </a:pathLst>
          </a:custGeom>
          <a:blipFill rotWithShape="1">
            <a:blip r:embed="rId3">
              <a:alphaModFix/>
            </a:blip>
            <a:stretch>
              <a:fillRect b="0" l="0" r="0" t="0"/>
            </a:stretch>
          </a:blipFill>
          <a:ln>
            <a:noFill/>
          </a:ln>
        </p:spPr>
      </p:sp>
      <p:sp>
        <p:nvSpPr>
          <p:cNvPr id="288" name="Google Shape;288;p15"/>
          <p:cNvSpPr txBox="1"/>
          <p:nvPr/>
        </p:nvSpPr>
        <p:spPr>
          <a:xfrm>
            <a:off x="2411098" y="7899735"/>
            <a:ext cx="13465804" cy="719455"/>
          </a:xfrm>
          <a:prstGeom prst="rect">
            <a:avLst/>
          </a:prstGeom>
          <a:noFill/>
          <a:ln>
            <a:noFill/>
          </a:ln>
        </p:spPr>
        <p:txBody>
          <a:bodyPr anchorCtr="0" anchor="t" bIns="0" lIns="0" spcFirstLastPara="1" rIns="0" wrap="square" tIns="0">
            <a:spAutoFit/>
          </a:bodyPr>
          <a:lstStyle/>
          <a:p>
            <a:pPr indent="0" lvl="0" marL="0" marR="0" rtl="0" algn="ctr">
              <a:lnSpc>
                <a:spcPct val="148000"/>
              </a:lnSpc>
              <a:spcBef>
                <a:spcPts val="0"/>
              </a:spcBef>
              <a:spcAft>
                <a:spcPts val="0"/>
              </a:spcAft>
              <a:buClr>
                <a:srgbClr val="000000"/>
              </a:buClr>
              <a:buSzPts val="2000"/>
              <a:buFont typeface="Arial"/>
              <a:buNone/>
            </a:pPr>
            <a:r>
              <a:rPr b="0" i="0" lang="en-US" sz="2000" u="none" cap="none" strike="noStrike">
                <a:solidFill>
                  <a:srgbClr val="131416"/>
                </a:solidFill>
                <a:latin typeface="Arial"/>
                <a:ea typeface="Arial"/>
                <a:cs typeface="Arial"/>
                <a:sym typeface="Arial"/>
              </a:rPr>
              <a:t>RECUERDA QUE TENEMOS NUESTRO FORO SEMANAL DONDE PUEDES CONSULTAR CUALQUIER DUDA QUE TE SURJA EN LA SEMANA</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2006-08-16T00:00:00Z</dcterms:created>
</cp:coreProperties>
</file>