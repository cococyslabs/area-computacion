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1902D1-F43C-486D-823A-64DC41FB6E97}">
  <a:tblStyle styleId="{081902D1-F43C-486D-823A-64DC41FB6E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2aec0f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2aec0f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2aec0f6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2aec0f6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2aec0f6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2aec0f6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39bd449c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39bd449c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2aec0f6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2aec0f6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22aec0f6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22aec0f6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39bd449c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39bd449c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39bd449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39bd449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22aec0f6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22aec0f6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vanvelzen/lime#" TargetMode="External"/><Relationship Id="rId4" Type="http://schemas.openxmlformats.org/officeDocument/2006/relationships/hyperlink" Target="https://craftinginterpreters.com/statements-and-state.html#environments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{081902D1-F43C-486D-823A-64DC41FB6E97}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10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02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00 hrs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Manejo de entornos dentro del intérprete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2 (acciones </a:t>
            </a:r>
            <a:r>
              <a:rPr lang="es-419"/>
              <a:t>semánticas)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La tabla de símbolos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Parent Pointer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Declaraciones y Asignaciones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la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Entrega tarea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Asignación a Dtt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LIME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Crafting Interpreters: Environments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Valor:</a:t>
            </a:r>
            <a:endParaRPr sz="1800"/>
          </a:p>
          <a:p>
            <a:pPr indent="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      </a:t>
            </a:r>
            <a:r>
              <a:rPr i="1" lang="es-419" sz="1800"/>
              <a:t>Integridad</a:t>
            </a:r>
            <a:endParaRPr i="1" sz="1800"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</a:t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Acciones semánticas, parser LALR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Tabla de S</a:t>
            </a:r>
            <a:r>
              <a:rPr lang="es-419"/>
              <a:t>ímbolos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</a:t>
            </a:r>
            <a:r>
              <a:rPr lang="es-419"/>
              <a:t>s una estructura de datos clave que almacena información detallada sobre los identificadores del código fuente, como su tipo, ámbito, y dirección de memoria, permitiendo al compilador realizar análisis semánticos, detectar errores y generar código eficiente.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2320975"/>
            <a:ext cx="41910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Cadena de entornos: Parent Pointer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Características: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El scope vive dentro de otro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La búsqueda “sube” naturalmente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Bloques anidados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Funciones dentro de módulos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4418401" y="1323100"/>
            <a:ext cx="4341153" cy="3069678"/>
          </a:xfrm>
          <a:custGeom>
            <a:rect b="b" l="l" r="r" t="t"/>
            <a:pathLst>
              <a:path extrusionOk="0" h="5073848" w="8308427">
                <a:moveTo>
                  <a:pt x="0" y="0"/>
                </a:moveTo>
                <a:lnTo>
                  <a:pt x="8308426" y="0"/>
                </a:lnTo>
                <a:lnTo>
                  <a:pt x="8308426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75" y="613275"/>
            <a:ext cx="2611300" cy="39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825" y="1570225"/>
            <a:ext cx="5207951" cy="200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Declaración: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Introduce un símbolo en el entorno.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registra en la tabla de símbolos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reserva espacio (real o lógico)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aún no tiene valor (o tiene default)</a:t>
            </a:r>
            <a:endParaRPr/>
          </a:p>
        </p:txBody>
      </p:sp>
      <p:sp>
        <p:nvSpPr>
          <p:cNvPr id="116" name="Google Shape;11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Asignación: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Modifica un símbolo ya existente.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busca en el entorno (y padres)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evalúa la expresión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guarda el valor</a:t>
            </a:r>
            <a:endParaRPr/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Declaraciones y Asignaciones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Vamos a la práctica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