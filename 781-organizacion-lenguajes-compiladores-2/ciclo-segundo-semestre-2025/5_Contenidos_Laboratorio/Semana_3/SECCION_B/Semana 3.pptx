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AE805D-E5A5-4B10-9AC4-9A4A1BC64D5D}">
  <a:tblStyle styleId="{8AAE805D-E5A5-4B10-9AC4-9A4A1BC64D5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22aec0f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22aec0f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22aec0f6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22aec0f6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2aec0f6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2aec0f6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39bd449c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39bd449c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22aec0f68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22aec0f68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22aec0f6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22aec0f6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39bd449c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39bd449c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39bd449c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39bd449c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22aec0f68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22aec0f68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raftinginterpreters.com/statements-and-state.html#environments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B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Rubén Alejandro Ralda Mejia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{8AAE805D-E5A5-4B10-9AC4-9A4A1BC64D5D}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 sz="1200"/>
                        <a:t>10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02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20 hrs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Manejo de entornos dentro del intérprete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Repaso 2 (Precedencia</a:t>
            </a:r>
            <a:r>
              <a:rPr lang="es-419"/>
              <a:t>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La tabla de símbolos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Parent Pointer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Declaraciones y Asignaciones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la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Entrega tarea 1</a:t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Crafting Interpreters: Environments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Repaso</a:t>
            </a:r>
            <a:endParaRPr/>
          </a:p>
        </p:txBody>
      </p:sp>
      <p:sp>
        <p:nvSpPr>
          <p:cNvPr id="90" name="Google Shape;9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Gramaticas ambiguas </a:t>
            </a:r>
            <a:r>
              <a:rPr lang="es-419"/>
              <a:t>página</a:t>
            </a:r>
            <a:r>
              <a:rPr lang="es-419"/>
              <a:t> 17-23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Tabla de S</a:t>
            </a:r>
            <a:r>
              <a:rPr lang="es-419"/>
              <a:t>ímbolos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E</a:t>
            </a:r>
            <a:r>
              <a:rPr lang="es-419"/>
              <a:t>s una estructura de datos clave que almacena información detallada sobre los identificadores del código fuente, como su tipo, ámbito, y dirección de memoria, permitiendo al compilador realizar análisis semánticos, detectar errores y generar código eficiente.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500" y="2320975"/>
            <a:ext cx="41910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Cadena de entornos: Parent Pointer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Características: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➔"/>
            </a:pPr>
            <a:r>
              <a:rPr lang="es-419"/>
              <a:t>El scope vive dentro de otro scope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/>
              <a:t>La búsqueda “sube” naturalmente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/>
              <a:t>Bloques anidados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s-419"/>
              <a:t>Funciones dentro de módulos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4418401" y="1323100"/>
            <a:ext cx="4341153" cy="3069678"/>
          </a:xfrm>
          <a:custGeom>
            <a:rect b="b" l="l" r="r" t="t"/>
            <a:pathLst>
              <a:path extrusionOk="0" h="5073848" w="8308427">
                <a:moveTo>
                  <a:pt x="0" y="0"/>
                </a:moveTo>
                <a:lnTo>
                  <a:pt x="8308426" y="0"/>
                </a:lnTo>
                <a:lnTo>
                  <a:pt x="8308426" y="5073848"/>
                </a:lnTo>
                <a:lnTo>
                  <a:pt x="0" y="50738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075" y="613275"/>
            <a:ext cx="2611300" cy="391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2825" y="1570225"/>
            <a:ext cx="5207951" cy="2003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Declaración: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Introduce un símbolo en el entorno.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se registra en la tabla de símbolos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se reserva espacio (real o lógico)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aún no tiene valor (o tiene default)</a:t>
            </a:r>
            <a:endParaRPr/>
          </a:p>
        </p:txBody>
      </p:sp>
      <p:sp>
        <p:nvSpPr>
          <p:cNvPr id="116" name="Google Shape;116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Asignación: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Modifica un símbolo ya existente.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se busca en el entorno (y padres)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se evalúa la expresión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419"/>
              <a:t> se guarda el valor</a:t>
            </a:r>
            <a:endParaRPr/>
          </a:p>
        </p:txBody>
      </p:sp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Declaraciones y Asignaciones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Vamos a la práctica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