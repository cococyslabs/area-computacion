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Lato"/>
      <p:regular r:id="rId16"/>
      <p:bold r:id="rId17"/>
      <p:italic r:id="rId18"/>
      <p:boldItalic r:id="rId19"/>
    </p:embeddedFont>
    <p:embeddedFont>
      <p:font typeface="Lato Black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1B976A-9EAB-4DF3-98D2-0858E71D8774}">
  <a:tblStyle styleId="{CD1B976A-9EAB-4DF3-98D2-0858E71D87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Black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5b828911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5b828911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b8289111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b8289111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5b828911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5b828911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059a7c2fd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059a7c2f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59a7c2fd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59a7c2fd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059a7c2fd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059a7c2fd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059a7c2fd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059a7c2fd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059a7c2fd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059a7c2fd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059a7c2fd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059a7c2fd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{CD1B976A-9EAB-4DF3-98D2-0858E71D8774}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03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Repaso Código de Tres Direcciones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Clase de Repaso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 Operadores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Ejercicios Ifs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Ejercicios Ciclos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Horarios de Calificación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Rigor Lógico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5616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2400"/>
              <a:t>El operador </a:t>
            </a:r>
            <a:r>
              <a:rPr b="1" lang="es-419" sz="2400"/>
              <a:t>-&gt;</a:t>
            </a:r>
            <a:r>
              <a:rPr lang="es-419" sz="2400"/>
              <a:t> representa una implicación lógica entre dos condiciones. La expresión cond1 </a:t>
            </a:r>
            <a:r>
              <a:rPr b="1" lang="es-419" sz="2400"/>
              <a:t>-&gt;</a:t>
            </a:r>
            <a:r>
              <a:rPr lang="es-419" sz="2400"/>
              <a:t> cond2 se interpreta como: si la primera condición es verdadera, entonces la segunda también debe ser verdadera.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1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875100" y="1290625"/>
            <a:ext cx="1597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c1</a:t>
            </a: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 -&gt; c2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c1 | c2 | R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----------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V  | V | V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V  | F  | F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F   | V | V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F   | F  | V</a:t>
            </a:r>
            <a:endParaRPr sz="24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52475"/>
            <a:ext cx="551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/>
              <a:t>Para esta sentencia, &lt;sentencias&gt; se ejecuta si una, y solo una, de las condiciones es verdadera.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2000"/>
              <a:t>Si ambas condiciones son verdaderas o ambas son falsas, entonces &lt;sentencias&gt; no se ejecuta.</a:t>
            </a:r>
            <a:endParaRPr sz="2000"/>
          </a:p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5827200" y="1152475"/>
            <a:ext cx="28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IFEX 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000"/>
              <a:t>COND1, COND2 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2000"/>
              <a:t>THEN { &lt;sentencias&gt; }</a:t>
            </a:r>
            <a:endParaRPr b="1" sz="2000"/>
          </a:p>
        </p:txBody>
      </p:sp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3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700" y="1152475"/>
            <a:ext cx="551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esta sentencia, &lt;sentencias&gt; se ejecuta únicamente si todas las condiciones evaluadas son verdaderas.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 al menos una de las condiciones es falsa, entonces &lt;sentencias&gt; no se ejecuta.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El número de condiciones puede ser indefinido, es decir, la sentencia puede contener una o más condiciones separadas por comas.</a:t>
            </a:r>
            <a:endParaRPr/>
          </a:p>
        </p:txBody>
      </p:sp>
      <p:sp>
        <p:nvSpPr>
          <p:cNvPr id="106" name="Google Shape;106;p18"/>
          <p:cNvSpPr txBox="1"/>
          <p:nvPr>
            <p:ph idx="4294967295" type="body"/>
          </p:nvPr>
        </p:nvSpPr>
        <p:spPr>
          <a:xfrm>
            <a:off x="5827200" y="1152475"/>
            <a:ext cx="28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/>
              <a:t>IFALL cond1, cond2, cond3… THEN {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2000"/>
              <a:t>   &lt;sentencias&gt;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2000"/>
              <a:t>}</a:t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4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152475"/>
            <a:ext cx="551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esta sentencia, &lt;sentencias&gt; se ejecuta si al menos una de las condiciones evaluadas es verdadera.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 todas las condiciones son falsas, entonces &lt;sentencias&gt; no se ejecuta.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El número de condiciones puede ser indefinido, permitiendo evaluar una o más condiciones dentro de la sentencia.</a:t>
            </a:r>
            <a:endParaRPr/>
          </a:p>
        </p:txBody>
      </p:sp>
      <p:sp>
        <p:nvSpPr>
          <p:cNvPr id="113" name="Google Shape;113;p19"/>
          <p:cNvSpPr txBox="1"/>
          <p:nvPr>
            <p:ph idx="4294967295" type="body"/>
          </p:nvPr>
        </p:nvSpPr>
        <p:spPr>
          <a:xfrm>
            <a:off x="5827200" y="1152475"/>
            <a:ext cx="289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/>
              <a:t>IFANY cond1, cond2, cond3… THEN {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/>
              <a:t>   &lt;sentencias&gt;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2000"/>
              <a:t>}</a:t>
            </a:r>
            <a:endParaRPr b="1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5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479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</a:t>
            </a:r>
            <a:r>
              <a:rPr lang="es-419"/>
              <a:t>ara este ciclo, &lt;sentencias&gt; se ejecuta mientras la condición evaluada en la iteración correspondiente sea verdadera.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Las condiciones no se evalúan simultáneamente, sino de forma alternada y secuencial entre iteraciones del ciclo.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5102100" y="1925250"/>
            <a:ext cx="337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WHILEALT cond1, cond2 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{ &lt;sentencias&gt; }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6</a:t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152475"/>
            <a:ext cx="479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Para este ciclo, la variable de control i se inicializa con el valor A. En cada iteración se ejecuta el bloque &lt;sentencias&gt; mientras i sea menor o igual que B. La característica particular de este ciclo es que el incremento de la variable de control alterna entre dos valores definidos.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 decir: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primera iteración la variable i incrementa con S1.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La segunda iteración la variable i incrementa con S2.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En la tercera iteración se vuelve a utilizar S1.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Este patrón continúa alternándose sucesivamente durante la ejecución del ciclo.</a:t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5102100" y="1925250"/>
            <a:ext cx="337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 i = a TO b STEP s1, s2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 { &lt;sentencias&gt; }</a:t>
            </a:r>
            <a:endParaRPr b="1" sz="24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