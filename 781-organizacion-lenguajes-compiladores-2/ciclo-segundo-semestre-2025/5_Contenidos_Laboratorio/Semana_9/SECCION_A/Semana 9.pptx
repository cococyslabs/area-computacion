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Lato"/>
      <p:regular r:id="rId13"/>
      <p:bold r:id="rId14"/>
      <p:italic r:id="rId15"/>
      <p:boldItalic r:id="rId16"/>
    </p:embeddedFont>
    <p:embeddedFont>
      <p:font typeface="Lato Black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5D7E5C-35DB-48FA-B2B8-81F9E06251FB}">
  <a:tblStyle styleId="{6C5D7E5C-35DB-48FA-B2B8-81F9E06251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Lat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LatoBlack-bold.fntdata"/><Relationship Id="rId16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LatoBlack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7031bf1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7031bf1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7145ff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7145ff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7031bf1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7031bf1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eebe99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1eebe99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1eebe999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1eebe999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1eebe999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1eebe999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4j3YiLv4ptSDlN-d9SAgLgznkIh2b01Z/view?usp=sharing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{6C5D7E5C-35DB-48FA-B2B8-81F9E06251FB}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24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03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Repaso Control de Flujo en C</a:t>
            </a:r>
            <a:r>
              <a:rPr lang="es-419"/>
              <a:t>ódigo de </a:t>
            </a:r>
            <a:r>
              <a:rPr lang="es-419"/>
              <a:t>3 Direcciones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Ejercicio: Breakout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 Continue + For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 Loop ID + Continue/Break ID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 Switch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Entrega</a:t>
            </a:r>
            <a:r>
              <a:rPr lang="es-419"/>
              <a:t> Tarea 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-419" u="sng">
                <a:solidFill>
                  <a:schemeClr val="hlink"/>
                </a:solidFill>
                <a:hlinkClick r:id="rId3"/>
              </a:rPr>
              <a:t>Compiladores Aho.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Pensamiento Estructurado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561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/>
              <a:t>Dentro de estructuras anidadas, BREAKOUT k provoca la salida de k niveles de anidamiento.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&gt; Esto sale del WHILE B y del FOR, pero no del WHILE A.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BREAKOUT k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928300" y="1152475"/>
            <a:ext cx="2694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WHILE A {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WHILE B {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   WHILE C {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      BREAKOUT 2;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   }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}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}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408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/>
              <a:t>Para cada iteración: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419" sz="2400"/>
              <a:t>Se evalúan las condiciones en orden.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419" sz="2400"/>
              <a:t>Si alguna condición es verdadera: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419" sz="2400"/>
              <a:t>se ejecuta continue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419" sz="2400"/>
              <a:t>se omite completamente S1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CONTINUE en For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4394400" y="1152475"/>
            <a:ext cx="4419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FOR 1 TO N DO {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IF cond1 THEN CONTINUE;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IF cond2 THEN CONTINUE;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IF cond3 THEN CONTINUE;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S1;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}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455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Para un lenguaje de alto nivel se define la estructura de control SWITCH, con la siguiente sintaxis: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352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 sz="2400"/>
              <a:t>Cada case puede contener uno o más valores.</a:t>
            </a:r>
            <a:endParaRPr sz="2400"/>
          </a:p>
          <a:p>
            <a:pPr indent="-3352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 sz="2400"/>
              <a:t>Se ejecuta el bloque Si cuyo conjunto de valores contenga el valor de E.</a:t>
            </a:r>
            <a:endParaRPr sz="2400"/>
          </a:p>
          <a:p>
            <a:pPr indent="-3352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 sz="2400"/>
              <a:t>Si ningún conjunto contiene el valor de E, se ejecuta default.</a:t>
            </a:r>
            <a:endParaRPr sz="2400"/>
          </a:p>
          <a:p>
            <a:pPr indent="-3352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 sz="2400"/>
              <a:t>Después de ejecutar un bloque Si, el control sale del SWITCH (no hay fallthrough implícito).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SWITCH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4866600" y="1152475"/>
            <a:ext cx="3605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SWITCH E {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case V1, V2, ..., Vk: S1;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case V(k+1), ..., Vm: S2;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...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  default: Sd;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}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