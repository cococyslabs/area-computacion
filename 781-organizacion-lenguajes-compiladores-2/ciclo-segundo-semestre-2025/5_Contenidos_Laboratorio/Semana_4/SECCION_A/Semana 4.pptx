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La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8D2F96-1032-4DD8-ABC4-D14B0A25602A}">
  <a:tblStyle styleId="{E08D2F96-1032-4DD8-ABC4-D14B0A2560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Lato-bold.fntdata"/><Relationship Id="rId12"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Lato-boldItalic.fntdata"/><Relationship Id="rId14"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b48b4ac095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b48b4ac09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48b4ac095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48b4ac095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48b4ac095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48b4ac095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86c9137a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86c9137a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48b4ac095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48b4ac095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300"/>
              <a:buFont typeface="Lato"/>
              <a:buNone/>
              <a:defRPr sz="2300">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 name="Google Shape;14;p2"/>
          <p:cNvPicPr preferRelativeResize="0"/>
          <p:nvPr/>
        </p:nvPicPr>
        <p:blipFill>
          <a:blip r:embed="rId2">
            <a:alphaModFix/>
          </a:blip>
          <a:stretch>
            <a:fillRect/>
          </a:stretch>
        </p:blipFill>
        <p:spPr>
          <a:xfrm>
            <a:off x="7015825" y="99800"/>
            <a:ext cx="2005325" cy="531475"/>
          </a:xfrm>
          <a:prstGeom prst="rect">
            <a:avLst/>
          </a:prstGeom>
          <a:noFill/>
          <a:ln>
            <a:noFill/>
          </a:ln>
        </p:spPr>
      </p:pic>
      <p:pic>
        <p:nvPicPr>
          <p:cNvPr id="15" name="Google Shape;15;p2"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indent="0" lvl="0" marL="0" marR="0" rtl="0" algn="ctr">
              <a:lnSpc>
                <a:spcPct val="100000"/>
              </a:lnSpc>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pic>
        <p:nvPicPr>
          <p:cNvPr id="21" name="Google Shape;21;p3"/>
          <p:cNvPicPr preferRelativeResize="0"/>
          <p:nvPr/>
        </p:nvPicPr>
        <p:blipFill>
          <a:blip r:embed="rId2">
            <a:alphaModFix/>
          </a:blip>
          <a:stretch>
            <a:fillRect/>
          </a:stretch>
        </p:blipFill>
        <p:spPr>
          <a:xfrm>
            <a:off x="7015825" y="99800"/>
            <a:ext cx="2005325" cy="531475"/>
          </a:xfrm>
          <a:prstGeom prst="rect">
            <a:avLst/>
          </a:prstGeom>
          <a:noFill/>
          <a:ln>
            <a:noFill/>
          </a:ln>
        </p:spPr>
      </p:pic>
      <p:sp>
        <p:nvSpPr>
          <p:cNvPr id="22" name="Google Shape;22;p3"/>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3"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 name="Google Shape;26;p4"/>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 name="Google Shape;27;p4"/>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rtl="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3" name="Google Shape;3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
        <p:nvSpPr>
          <p:cNvPr id="35" name="Google Shape;35;p5"/>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5"/>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39" name="Google Shape;39;p6"/>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6"/>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Font typeface="Lato"/>
              <a:buNone/>
              <a:defRPr b="1" sz="2400">
                <a:latin typeface="Lato"/>
                <a:ea typeface="Lato"/>
                <a:cs typeface="Lato"/>
                <a:sym typeface="Lato"/>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Lato"/>
              <a:buChar char="●"/>
              <a:defRPr sz="12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44" name="Google Shape;4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AC">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Font typeface="Lato"/>
              <a:buNone/>
              <a:defRPr b="1" sz="4800">
                <a:latin typeface="Lato"/>
                <a:ea typeface="Lato"/>
                <a:cs typeface="Lato"/>
                <a:sym typeface="Lat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 name="Google Shape;51;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Lato"/>
              <a:buNone/>
              <a:defRPr sz="2100">
                <a:latin typeface="Lato"/>
                <a:ea typeface="Lato"/>
                <a:cs typeface="Lato"/>
                <a:sym typeface="La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Font typeface="Lato"/>
              <a:buChar char="●"/>
              <a:defRPr b="1">
                <a:solidFill>
                  <a:schemeClr val="lt1"/>
                </a:solidFill>
                <a:latin typeface="Lato"/>
                <a:ea typeface="Lato"/>
                <a:cs typeface="Lato"/>
                <a:sym typeface="Lato"/>
              </a:defRPr>
            </a:lvl1pPr>
            <a:lvl2pPr indent="-317500" lvl="1" marL="914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2pPr>
            <a:lvl3pPr indent="-317500" lvl="2" marL="1371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3pPr>
            <a:lvl4pPr indent="-317500" lvl="3" marL="1828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4pPr>
            <a:lvl5pPr indent="-317500" lvl="4" marL="2286000">
              <a:spcBef>
                <a:spcPts val="0"/>
              </a:spcBef>
              <a:spcAft>
                <a:spcPts val="0"/>
              </a:spcAft>
              <a:buClr>
                <a:schemeClr val="lt1"/>
              </a:buClr>
              <a:buSzPts val="1400"/>
              <a:buFont typeface="Lato"/>
              <a:buChar char="○"/>
              <a:defRPr b="1">
                <a:solidFill>
                  <a:schemeClr val="lt1"/>
                </a:solidFill>
                <a:latin typeface="Lato"/>
                <a:ea typeface="Lato"/>
                <a:cs typeface="Lato"/>
                <a:sym typeface="Lato"/>
              </a:defRPr>
            </a:lvl5pPr>
            <a:lvl6pPr indent="-317500" lvl="5" marL="2743200">
              <a:spcBef>
                <a:spcPts val="0"/>
              </a:spcBef>
              <a:spcAft>
                <a:spcPts val="0"/>
              </a:spcAft>
              <a:buClr>
                <a:schemeClr val="lt1"/>
              </a:buClr>
              <a:buSzPts val="1400"/>
              <a:buFont typeface="Lato"/>
              <a:buChar char="■"/>
              <a:defRPr b="1">
                <a:solidFill>
                  <a:schemeClr val="lt1"/>
                </a:solidFill>
                <a:latin typeface="Lato"/>
                <a:ea typeface="Lato"/>
                <a:cs typeface="Lato"/>
                <a:sym typeface="Lato"/>
              </a:defRPr>
            </a:lvl6pPr>
            <a:lvl7pPr indent="-317500" lvl="6" marL="3200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7pPr>
            <a:lvl8pPr indent="-317500" lvl="7" marL="3657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8pPr>
            <a:lvl9pPr indent="-317500" lvl="8" marL="4114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56" name="Google Shape;56;p10"/>
          <p:cNvSpPr/>
          <p:nvPr/>
        </p:nvSpPr>
        <p:spPr>
          <a:xfrm>
            <a:off x="771300" y="4101875"/>
            <a:ext cx="7601400" cy="789300"/>
          </a:xfrm>
          <a:prstGeom prst="ellipseRibbon2">
            <a:avLst>
              <a:gd fmla="val 25000" name="adj1"/>
              <a:gd fmla="val 91057" name="adj2"/>
              <a:gd fmla="val 13560" name="adj3"/>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Lato"/>
              <a:ea typeface="Lato"/>
              <a:cs typeface="Lato"/>
              <a:sym typeface="Lato"/>
            </a:endParaRPr>
          </a:p>
        </p:txBody>
      </p:sp>
      <p:sp>
        <p:nvSpPr>
          <p:cNvPr id="57" name="Google Shape;57;p10"/>
          <p:cNvSpPr txBox="1"/>
          <p:nvPr/>
        </p:nvSpPr>
        <p:spPr>
          <a:xfrm>
            <a:off x="1727625" y="4148100"/>
            <a:ext cx="56457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Lato"/>
              <a:buNone/>
              <a:defRPr b="1" sz="12000">
                <a:latin typeface="Lato"/>
                <a:ea typeface="Lato"/>
                <a:cs typeface="Lato"/>
                <a:sym typeface="Lato"/>
              </a:defRPr>
            </a:lvl1pPr>
            <a:lvl2pPr lvl="1" algn="ctr">
              <a:spcBef>
                <a:spcPts val="0"/>
              </a:spcBef>
              <a:spcAft>
                <a:spcPts val="0"/>
              </a:spcAft>
              <a:buSzPts val="12000"/>
              <a:buFont typeface="Lato"/>
              <a:buNone/>
              <a:defRPr b="1" sz="12000">
                <a:latin typeface="Lato"/>
                <a:ea typeface="Lato"/>
                <a:cs typeface="Lato"/>
                <a:sym typeface="Lato"/>
              </a:defRPr>
            </a:lvl2pPr>
            <a:lvl3pPr lvl="2" algn="ctr">
              <a:spcBef>
                <a:spcPts val="0"/>
              </a:spcBef>
              <a:spcAft>
                <a:spcPts val="0"/>
              </a:spcAft>
              <a:buSzPts val="12000"/>
              <a:buFont typeface="Lato"/>
              <a:buNone/>
              <a:defRPr b="1" sz="12000">
                <a:latin typeface="Lato"/>
                <a:ea typeface="Lato"/>
                <a:cs typeface="Lato"/>
                <a:sym typeface="Lato"/>
              </a:defRPr>
            </a:lvl3pPr>
            <a:lvl4pPr lvl="3" algn="ctr">
              <a:spcBef>
                <a:spcPts val="0"/>
              </a:spcBef>
              <a:spcAft>
                <a:spcPts val="0"/>
              </a:spcAft>
              <a:buSzPts val="12000"/>
              <a:buFont typeface="Lato"/>
              <a:buNone/>
              <a:defRPr b="1" sz="12000">
                <a:latin typeface="Lato"/>
                <a:ea typeface="Lato"/>
                <a:cs typeface="Lato"/>
                <a:sym typeface="Lato"/>
              </a:defRPr>
            </a:lvl4pPr>
            <a:lvl5pPr lvl="4" algn="ctr">
              <a:spcBef>
                <a:spcPts val="0"/>
              </a:spcBef>
              <a:spcAft>
                <a:spcPts val="0"/>
              </a:spcAft>
              <a:buSzPts val="12000"/>
              <a:buFont typeface="Lato"/>
              <a:buNone/>
              <a:defRPr b="1" sz="12000">
                <a:latin typeface="Lato"/>
                <a:ea typeface="Lato"/>
                <a:cs typeface="Lato"/>
                <a:sym typeface="Lato"/>
              </a:defRPr>
            </a:lvl5pPr>
            <a:lvl6pPr lvl="5" algn="ctr">
              <a:spcBef>
                <a:spcPts val="0"/>
              </a:spcBef>
              <a:spcAft>
                <a:spcPts val="0"/>
              </a:spcAft>
              <a:buSzPts val="12000"/>
              <a:buFont typeface="Lato"/>
              <a:buNone/>
              <a:defRPr b="1" sz="12000">
                <a:latin typeface="Lato"/>
                <a:ea typeface="Lato"/>
                <a:cs typeface="Lato"/>
                <a:sym typeface="Lato"/>
              </a:defRPr>
            </a:lvl6pPr>
            <a:lvl7pPr lvl="6" algn="ctr">
              <a:spcBef>
                <a:spcPts val="0"/>
              </a:spcBef>
              <a:spcAft>
                <a:spcPts val="0"/>
              </a:spcAft>
              <a:buSzPts val="12000"/>
              <a:buFont typeface="Lato"/>
              <a:buNone/>
              <a:defRPr b="1" sz="12000">
                <a:latin typeface="Lato"/>
                <a:ea typeface="Lato"/>
                <a:cs typeface="Lato"/>
                <a:sym typeface="Lato"/>
              </a:defRPr>
            </a:lvl7pPr>
            <a:lvl8pPr lvl="7" algn="ctr">
              <a:spcBef>
                <a:spcPts val="0"/>
              </a:spcBef>
              <a:spcAft>
                <a:spcPts val="0"/>
              </a:spcAft>
              <a:buSzPts val="12000"/>
              <a:buFont typeface="Lato"/>
              <a:buNone/>
              <a:defRPr b="1" sz="12000">
                <a:latin typeface="Lato"/>
                <a:ea typeface="Lato"/>
                <a:cs typeface="Lato"/>
                <a:sym typeface="Lato"/>
              </a:defRPr>
            </a:lvl8pPr>
            <a:lvl9pPr lvl="8" algn="ctr">
              <a:spcBef>
                <a:spcPts val="0"/>
              </a:spcBef>
              <a:spcAft>
                <a:spcPts val="0"/>
              </a:spcAft>
              <a:buSzPts val="12000"/>
              <a:buFont typeface="Lato"/>
              <a:buNone/>
              <a:defRPr b="1" sz="12000">
                <a:latin typeface="Lato"/>
                <a:ea typeface="Lato"/>
                <a:cs typeface="Lato"/>
                <a:sym typeface="Lato"/>
              </a:defRPr>
            </a:lvl9pPr>
          </a:lstStyle>
          <a:p>
            <a:r>
              <a:t>xx%</a:t>
            </a:r>
          </a:p>
        </p:txBody>
      </p:sp>
      <p:sp>
        <p:nvSpPr>
          <p:cNvPr id="60" name="Google Shape;6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Lato"/>
              <a:buChar char="●"/>
              <a:defRPr>
                <a:latin typeface="Lato"/>
                <a:ea typeface="Lato"/>
                <a:cs typeface="Lato"/>
                <a:sym typeface="Lato"/>
              </a:defRPr>
            </a:lvl1pPr>
            <a:lvl2pPr indent="-317500" lvl="1" marL="914400" algn="ctr">
              <a:spcBef>
                <a:spcPts val="0"/>
              </a:spcBef>
              <a:spcAft>
                <a:spcPts val="0"/>
              </a:spcAft>
              <a:buSzPts val="1400"/>
              <a:buFont typeface="Lato"/>
              <a:buChar char="○"/>
              <a:defRPr>
                <a:latin typeface="Lato"/>
                <a:ea typeface="Lato"/>
                <a:cs typeface="Lato"/>
                <a:sym typeface="Lato"/>
              </a:defRPr>
            </a:lvl2pPr>
            <a:lvl3pPr indent="-317500" lvl="2" marL="1371600" algn="ctr">
              <a:spcBef>
                <a:spcPts val="0"/>
              </a:spcBef>
              <a:spcAft>
                <a:spcPts val="0"/>
              </a:spcAft>
              <a:buSzPts val="1400"/>
              <a:buFont typeface="Lato"/>
              <a:buChar char="■"/>
              <a:defRPr>
                <a:latin typeface="Lato"/>
                <a:ea typeface="Lato"/>
                <a:cs typeface="Lato"/>
                <a:sym typeface="Lato"/>
              </a:defRPr>
            </a:lvl3pPr>
            <a:lvl4pPr indent="-317500" lvl="3" marL="1828800" algn="ctr">
              <a:spcBef>
                <a:spcPts val="0"/>
              </a:spcBef>
              <a:spcAft>
                <a:spcPts val="0"/>
              </a:spcAft>
              <a:buSzPts val="1400"/>
              <a:buFont typeface="Lato"/>
              <a:buChar char="●"/>
              <a:defRPr>
                <a:latin typeface="Lato"/>
                <a:ea typeface="Lato"/>
                <a:cs typeface="Lato"/>
                <a:sym typeface="Lato"/>
              </a:defRPr>
            </a:lvl4pPr>
            <a:lvl5pPr indent="-317500" lvl="4" marL="2286000" algn="ctr">
              <a:spcBef>
                <a:spcPts val="0"/>
              </a:spcBef>
              <a:spcAft>
                <a:spcPts val="0"/>
              </a:spcAft>
              <a:buSzPts val="1400"/>
              <a:buFont typeface="Lato"/>
              <a:buChar char="○"/>
              <a:defRPr>
                <a:latin typeface="Lato"/>
                <a:ea typeface="Lato"/>
                <a:cs typeface="Lato"/>
                <a:sym typeface="Lato"/>
              </a:defRPr>
            </a:lvl5pPr>
            <a:lvl6pPr indent="-317500" lvl="5" marL="2743200" algn="ctr">
              <a:spcBef>
                <a:spcPts val="0"/>
              </a:spcBef>
              <a:spcAft>
                <a:spcPts val="0"/>
              </a:spcAft>
              <a:buSzPts val="1400"/>
              <a:buFont typeface="Lato"/>
              <a:buChar char="■"/>
              <a:defRPr>
                <a:latin typeface="Lato"/>
                <a:ea typeface="Lato"/>
                <a:cs typeface="Lato"/>
                <a:sym typeface="Lato"/>
              </a:defRPr>
            </a:lvl6pPr>
            <a:lvl7pPr indent="-317500" lvl="6" marL="3200400" algn="ctr">
              <a:spcBef>
                <a:spcPts val="0"/>
              </a:spcBef>
              <a:spcAft>
                <a:spcPts val="0"/>
              </a:spcAft>
              <a:buSzPts val="1400"/>
              <a:buFont typeface="Lato"/>
              <a:buChar char="●"/>
              <a:defRPr>
                <a:latin typeface="Lato"/>
                <a:ea typeface="Lato"/>
                <a:cs typeface="Lato"/>
                <a:sym typeface="Lato"/>
              </a:defRPr>
            </a:lvl7pPr>
            <a:lvl8pPr indent="-317500" lvl="7" marL="3657600" algn="ctr">
              <a:spcBef>
                <a:spcPts val="0"/>
              </a:spcBef>
              <a:spcAft>
                <a:spcPts val="0"/>
              </a:spcAft>
              <a:buSzPts val="1400"/>
              <a:buFont typeface="Lato"/>
              <a:buChar char="○"/>
              <a:defRPr>
                <a:latin typeface="Lato"/>
                <a:ea typeface="Lato"/>
                <a:cs typeface="Lato"/>
                <a:sym typeface="Lato"/>
              </a:defRPr>
            </a:lvl8pPr>
            <a:lvl9pPr indent="-317500" lvl="8" marL="4114800" algn="ctr">
              <a:spcBef>
                <a:spcPts val="0"/>
              </a:spcBef>
              <a:spcAft>
                <a:spcPts val="0"/>
              </a:spcAft>
              <a:buSzPts val="1400"/>
              <a:buFont typeface="Lato"/>
              <a:buChar char="■"/>
              <a:defRPr>
                <a:latin typeface="Lato"/>
                <a:ea typeface="Lato"/>
                <a:cs typeface="Lato"/>
                <a:sym typeface="Lato"/>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youtu.be/S1PVPluvV9I"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S1PVPluvV9I" TargetMode="Externa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9" name="Google Shape;69;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419" sz="2771" u="none" cap="none" strike="noStrike">
                <a:solidFill>
                  <a:srgbClr val="000000"/>
                </a:solidFill>
                <a:latin typeface="Arial"/>
                <a:ea typeface="Arial"/>
                <a:cs typeface="Arial"/>
                <a:sym typeface="Arial"/>
              </a:rPr>
              <a:t>Organización de Lenguajes y Compiladores 2</a:t>
            </a:r>
            <a:r>
              <a:rPr lang="es-419" sz="2771"/>
              <a:t> Sección A</a:t>
            </a:r>
            <a:endParaRPr b="0" i="0" sz="2771" u="none" cap="none" strike="noStrike">
              <a:solidFill>
                <a:srgbClr val="000000"/>
              </a:solidFill>
              <a:latin typeface="Arial"/>
              <a:ea typeface="Arial"/>
              <a:cs typeface="Arial"/>
              <a:sym typeface="Arial"/>
            </a:endParaRPr>
          </a:p>
        </p:txBody>
      </p:sp>
      <p:sp>
        <p:nvSpPr>
          <p:cNvPr id="70" name="Google Shape;70;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419" sz="2217"/>
              <a:t>Diego Felipe Cali Morales</a:t>
            </a:r>
            <a:endParaRPr b="0" i="0" sz="2217" u="none" cap="none" strike="noStrike">
              <a:solidFill>
                <a:srgbClr val="000000"/>
              </a:solidFill>
              <a:latin typeface="Arial"/>
              <a:ea typeface="Arial"/>
              <a:cs typeface="Arial"/>
              <a:sym typeface="Arial"/>
            </a:endParaRPr>
          </a:p>
        </p:txBody>
      </p:sp>
      <p:graphicFrame>
        <p:nvGraphicFramePr>
          <p:cNvPr id="71" name="Google Shape;71;p13"/>
          <p:cNvGraphicFramePr/>
          <p:nvPr/>
        </p:nvGraphicFramePr>
        <p:xfrm>
          <a:off x="5231045" y="1013300"/>
          <a:ext cx="3000000" cy="3000000"/>
        </p:xfrm>
        <a:graphic>
          <a:graphicData uri="http://schemas.openxmlformats.org/drawingml/2006/table">
            <a:tbl>
              <a:tblPr>
                <a:noFill/>
                <a:tableStyleId>{E08D2F96-1032-4DD8-ABC4-D14B0A25602A}</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419" sz="1200" u="none" cap="none" strike="noStrike">
                          <a:solidFill>
                            <a:srgbClr val="000000"/>
                          </a:solidFill>
                          <a:latin typeface="Arial"/>
                          <a:ea typeface="Arial"/>
                          <a:cs typeface="Arial"/>
                          <a:sym typeface="Arial"/>
                        </a:rPr>
                        <a:t>Martes, </a:t>
                      </a:r>
                      <a:r>
                        <a:rPr lang="es-419" sz="1200"/>
                        <a:t>17</a:t>
                      </a:r>
                      <a:r>
                        <a:rPr b="0" lang="es-419" sz="1200" u="none" cap="none" strike="noStrike">
                          <a:solidFill>
                            <a:srgbClr val="000000"/>
                          </a:solidFill>
                          <a:latin typeface="Arial"/>
                          <a:ea typeface="Arial"/>
                          <a:cs typeface="Arial"/>
                          <a:sym typeface="Arial"/>
                        </a:rPr>
                        <a:t>/</a:t>
                      </a:r>
                      <a:r>
                        <a:rPr lang="es-419" sz="1200"/>
                        <a:t>02</a:t>
                      </a:r>
                      <a:r>
                        <a:rPr b="0" lang="es-419" sz="1200" u="none" cap="none" strike="noStrike">
                          <a:solidFill>
                            <a:srgbClr val="000000"/>
                          </a:solidFill>
                          <a:latin typeface="Arial"/>
                          <a:ea typeface="Arial"/>
                          <a:cs typeface="Arial"/>
                          <a:sym typeface="Arial"/>
                        </a:rPr>
                        <a:t>/202</a:t>
                      </a:r>
                      <a:r>
                        <a:rPr lang="es-419" sz="1200"/>
                        <a:t>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419" sz="1200"/>
                        <a:t>17</a:t>
                      </a:r>
                      <a:r>
                        <a:rPr b="0" lang="es-419" sz="1200" u="none" cap="none" strike="noStrike">
                          <a:solidFill>
                            <a:srgbClr val="000000"/>
                          </a:solidFill>
                          <a:latin typeface="Arial"/>
                          <a:ea typeface="Arial"/>
                          <a:cs typeface="Arial"/>
                          <a:sym typeface="Arial"/>
                        </a:rPr>
                        <a:t>:</a:t>
                      </a:r>
                      <a:r>
                        <a:rPr lang="es-419"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Lenguajes de Turing Completos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Repaso atributos heredados</a:t>
            </a:r>
            <a:endParaRPr/>
          </a:p>
          <a:p>
            <a:pPr indent="-317500" lvl="0" marL="457200" rtl="0" algn="l">
              <a:spcBef>
                <a:spcPts val="0"/>
              </a:spcBef>
              <a:spcAft>
                <a:spcPts val="0"/>
              </a:spcAft>
              <a:buSzPts val="1400"/>
              <a:buChar char="➔"/>
            </a:pPr>
            <a:r>
              <a:rPr lang="es-419"/>
              <a:t>Lenguajes turing completos</a:t>
            </a:r>
            <a:endParaRPr/>
          </a:p>
          <a:p>
            <a:pPr indent="0" lvl="0" marL="0" rtl="0" algn="l">
              <a:spcBef>
                <a:spcPts val="1200"/>
              </a:spcBef>
              <a:spcAft>
                <a:spcPts val="0"/>
              </a:spcAft>
              <a:buNone/>
            </a:pPr>
            <a:r>
              <a:rPr lang="es-419"/>
              <a:t>Recordatorios:</a:t>
            </a:r>
            <a:endParaRPr/>
          </a:p>
          <a:p>
            <a:pPr indent="-317500" lvl="0" marL="457200" rtl="0" algn="l">
              <a:spcBef>
                <a:spcPts val="1200"/>
              </a:spcBef>
              <a:spcAft>
                <a:spcPts val="0"/>
              </a:spcAft>
              <a:buSzPts val="1400"/>
              <a:buChar char="➔"/>
            </a:pPr>
            <a:r>
              <a:rPr lang="es-419"/>
              <a:t>Foro de esta semana</a:t>
            </a:r>
            <a:endParaRPr/>
          </a:p>
        </p:txBody>
      </p:sp>
      <p:sp>
        <p:nvSpPr>
          <p:cNvPr id="82" name="Google Shape;82;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Recursos:</a:t>
            </a:r>
            <a:endParaRPr/>
          </a:p>
          <a:p>
            <a:pPr indent="-317500" lvl="0" marL="457200" rtl="0" algn="l">
              <a:spcBef>
                <a:spcPts val="1200"/>
              </a:spcBef>
              <a:spcAft>
                <a:spcPts val="0"/>
              </a:spcAft>
              <a:buSzPts val="1400"/>
              <a:buChar char="➔"/>
            </a:pPr>
            <a:r>
              <a:rPr lang="es-419" u="sng">
                <a:solidFill>
                  <a:schemeClr val="hlink"/>
                </a:solidFill>
                <a:hlinkClick r:id="rId3"/>
              </a:rPr>
              <a:t>Quantum Fracture</a:t>
            </a:r>
            <a:endParaRPr/>
          </a:p>
        </p:txBody>
      </p:sp>
      <p:sp>
        <p:nvSpPr>
          <p:cNvPr id="83" name="Google Shape;83;p15"/>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Agenda</a:t>
            </a:r>
            <a:endParaRPr/>
          </a:p>
        </p:txBody>
      </p:sp>
      <p:sp>
        <p:nvSpPr>
          <p:cNvPr id="84" name="Google Shape;84;p15"/>
          <p:cNvSpPr/>
          <p:nvPr/>
        </p:nvSpPr>
        <p:spPr>
          <a:xfrm>
            <a:off x="3818104" y="1152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85" name="Google Shape;85;p15"/>
          <p:cNvSpPr txBox="1"/>
          <p:nvPr/>
        </p:nvSpPr>
        <p:spPr>
          <a:xfrm>
            <a:off x="4832400" y="2911975"/>
            <a:ext cx="3999900" cy="1624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419"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419" sz="1600">
                <a:solidFill>
                  <a:srgbClr val="595959"/>
                </a:solidFill>
                <a:latin typeface="Lato"/>
                <a:ea typeface="Lato"/>
                <a:cs typeface="Lato"/>
                <a:sym typeface="Lato"/>
              </a:rPr>
              <a:t>Disciplina</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Repaso 3</a:t>
            </a:r>
            <a:endParaRPr/>
          </a:p>
        </p:txBody>
      </p:sp>
      <p:sp>
        <p:nvSpPr>
          <p:cNvPr id="91" name="Google Shape;91;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a:t>Atributos Heredados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¿Qu</a:t>
            </a:r>
            <a:r>
              <a:rPr lang="es-419"/>
              <a:t>é es ser Turing Completo</a:t>
            </a:r>
            <a:r>
              <a:rPr lang="es-419"/>
              <a:t>?</a:t>
            </a:r>
            <a:endParaRPr/>
          </a:p>
        </p:txBody>
      </p:sp>
      <p:sp>
        <p:nvSpPr>
          <p:cNvPr id="97" name="Google Shape;9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Unos dibujan en una libreta, otro pasa las páginas, otro recita órdenes al aire…. Muy sobrios no están, pero lo cierto es que están representando una de las ideas más revolucionarias de la humanidad. Así fue como Alan Turing fue capaz de revolver las raíces de las matemáticas.&#10;&#10;¡CAMBLY! ¡55% de descuento! | Clases privadas y grupales con profesores nativos hasta el 10 de marzo. Código: QUANTUMGROUPS | https://bit.ly/QUANTUMGROUPS&#10;&#10;⚛️No te pierdas ningún vídeo: solo tienes que... SUSCRIBIRTE, ¡es GRATIS!: https://www.youtube.com/user/QuantumFracture&#10;🐦¡Sígueme en TWITTER! https://twitter.com/QuantumFracture&#10;📘¡Y también en FACEBOOK! https://www.facebook.com/QuantumFracture&#10;📱¡Ahora en TikTok! https://www.tiktok.com/@thequantumfracture &#10;📸¡Y (sí, como no) también en INSTAGRAM! https://instagram.com/quantumfracture/&#10;🌐¡Nuestra nueva web!  https://quantumfracture.es/&#10;&#10;✊¡HAZTE MIEMBRO DE QF! https://www.youtube.com/user/QuantumFracture/join &#10;&#10;Quantum Fracture ahora ¡muy cortito! Los Quantums:&#10;🔴En Youtube: https://youtu.be/e59sYQ0oP1U&#10;&#10;¡Disfruta de QUANTUM FM! Nuestro podcast científico.&#10;🔴El primer capítulo en nuestro canal: https://youtu.be/yJfPlzkRDsU&#10;🟠En Ivoox: https://go.ivoox.com/rf/91854433&#10;🟢En Spotify: https://open.spotify.com/show/4NYYG4lBDhMqzNgMc2jJW6?si=5a0d3c2ec59b4e2b&#10;🔵En Google Podcast: https://podcasts.google.com/feed/aHR0cHM6Ly93d3cuaXZvb3guY29tL2ZlZWRfZmdfZjExNjQ2NDA1X2ZpbHRyb18xLnhtbA&#10;&#10;Todas las referencias y fuentes. La bibliografía:&#10;https://drive.google.com/file/d/1csEKuPPpiyOoo_TMMRsI5Uzgx6jDQKsp/view?usp=sharing&#10;&#10;Las animaciones aquí mostradas no pretenden ser precisas, sino mostrar aspectos cualitativos. Tienen propósitos educativos." id="98" name="Google Shape;98;p17" title="8 Borrachos Pueden Revolucionar Todas las Matemáticas">
            <a:hlinkClick r:id="rId3"/>
          </p:cNvPr>
          <p:cNvPicPr preferRelativeResize="0"/>
          <p:nvPr/>
        </p:nvPicPr>
        <p:blipFill>
          <a:blip r:embed="rId4">
            <a:alphaModFix/>
          </a:blip>
          <a:stretch>
            <a:fillRect/>
          </a:stretch>
        </p:blipFill>
        <p:spPr>
          <a:xfrm>
            <a:off x="1895767" y="1355300"/>
            <a:ext cx="5352458" cy="3010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