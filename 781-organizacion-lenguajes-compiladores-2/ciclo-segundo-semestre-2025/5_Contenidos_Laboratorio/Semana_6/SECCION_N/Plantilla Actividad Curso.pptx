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</p:sldIdLst>
  <p:sldSz cy="10287000" cx="18288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756DB7-101B-4834-A6CD-59F5D07053C6}">
  <a:tblStyle styleId="{54756DB7-101B-4834-A6CD-59F5D07053C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5e2d797db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85e2d797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{54756DB7-101B-4834-A6CD-59F5D07053C6}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Evaluación Docente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30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Sí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4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6900" y="4955800"/>
            <a:ext cx="6167400" cy="55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Carlos Rios 9520488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Luis Pablo Carlos Tapia - 202203257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Kenneth Solís - 201807102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Mathus Joaquin Tumax Sales - 201902234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Isamir Alessandro Armas Cano - 201901403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Mariano Rac - 202101149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Deyferliz Geobany Oxlaj Reyes - 202307768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José Javier Quan García -202001952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Ashly Mishell Tubac Sitavi - 202308425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Brayan Estiben Micá Pérez - 201907343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Jairo Josue Gomez Reyes - 201801470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wilson wilfredo pérez otzoy - 202300697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Johanna Alexandra Pérez Enriquez - 202200137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Jose Antonio Garcia Roca - 202401166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Pablo Daniel Solares Samayoa - 202400044</a:t>
            </a:r>
            <a:endParaRPr sz="2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2" name="Google Shape;92;p14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{54756DB7-101B-4834-A6CD-59F5D07053C6}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18:38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18:48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10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4"/>
          <p:cNvSpPr txBox="1"/>
          <p:nvPr/>
        </p:nvSpPr>
        <p:spPr>
          <a:xfrm>
            <a:off x="6261600" y="4955800"/>
            <a:ext cx="6167400" cy="487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Angel Emanuel Rodriguez Corado - 202404856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Juan Luis Marroquín López 201020952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Luis Carlos Valiente Salazar - 201122864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Jonatan Josue Vasquez Pastor - 202007092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Doni Esau Sican Tepeu -202004181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Brandon Eduardo Pablo Garcia 202112092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Carlos Daniel Catalán Catalán - 201520557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Randall Steve Quinteros Garcia 202202123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Keitlyn Valentina Tunchez Castañeda - 202201139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Yeison Omar Lopez Dueñas - 202102688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Eduardo Luis David Santos Estrada- 201800996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2506300" y="4955800"/>
            <a:ext cx="5764800" cy="1131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Andy Asael Sánchez Jiménez - 201904024</a:t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Diego alejandro culajay guinac 201213092</a:t>
            </a:r>
            <a:endParaRPr sz="25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