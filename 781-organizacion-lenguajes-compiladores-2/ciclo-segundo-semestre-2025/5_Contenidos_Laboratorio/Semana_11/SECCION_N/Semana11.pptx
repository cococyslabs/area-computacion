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3B9876-93BF-428C-9985-4F4BD46931B5}">
  <a:tblStyle styleId="{FD3B9876-93BF-428C-9985-4F4BD46931B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633baeb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633baeb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633baebfa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633baebf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633baebfa_0_2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633baebf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633baebfa_0_1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633baebf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633baebfa_0_2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633baebfa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33baebfa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633baebfa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633baebfa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633baebfa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633baebfa_0_1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633baebfa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6f73a04f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6f73a04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johannst.github.io/notes/arch/arm64.html" TargetMode="External"/><Relationship Id="rId4" Type="http://schemas.openxmlformats.org/officeDocument/2006/relationships/hyperlink" Target="https://github.com/ARM-software/abi-aa/blob/main/aapcs64/aapcs64.rst" TargetMode="External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" sz="2771"/>
              <a:t> Sección N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217"/>
              <a:t>Omar Alejandro Vides Esteban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" name="Google Shape;70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{FD3B9876-93BF-428C-9985-4F4BD46931B5}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" sz="1200"/>
                        <a:t>13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" sz="1200"/>
                        <a:t>04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17</a:t>
                      </a:r>
                      <a:r>
                        <a:rPr b="0" lang="e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Entornos de Ejecuci</a:t>
            </a:r>
            <a:r>
              <a:rPr lang="es"/>
              <a:t>ón y Funciones</a:t>
            </a:r>
            <a:endParaRPr/>
          </a:p>
        </p:txBody>
      </p:sp>
      <p:sp>
        <p:nvSpPr>
          <p:cNvPr id="76" name="Google Shape;76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Organización</a:t>
            </a:r>
            <a:r>
              <a:rPr lang="es" sz="2400"/>
              <a:t> de Lenguajes y Compiladores 2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 de Ejecución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Stack frame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Pr</a:t>
            </a:r>
            <a:r>
              <a:rPr lang="es"/>
              <a:t>ólogo y Epílogo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Calling Stack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Call Stack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Recursos: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➔"/>
            </a:pPr>
            <a:r>
              <a:rPr lang="es" u="sng">
                <a:solidFill>
                  <a:schemeClr val="hlink"/>
                </a:solidFill>
                <a:hlinkClick r:id="rId3"/>
              </a:rPr>
              <a:t>ARM64 Cheat Sheet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➔"/>
            </a:pPr>
            <a:r>
              <a:rPr lang="es" u="sng">
                <a:solidFill>
                  <a:schemeClr val="hlink"/>
                </a:solidFill>
                <a:hlinkClick r:id="rId4"/>
              </a:rPr>
              <a:t>Guía AAPCS64 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1994229" y="633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5"/>
          <p:cNvSpPr txBox="1"/>
          <p:nvPr/>
        </p:nvSpPr>
        <p:spPr>
          <a:xfrm>
            <a:off x="5075775" y="3355875"/>
            <a:ext cx="33624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Responsabilidad Técnica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193675" y="71300"/>
            <a:ext cx="3126600" cy="15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Recordatorios: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Foro de esta semana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Calificación Tarea 3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Conferencia del Curso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 title="201709146-OmarAlejandroVidesEsteban-OrganizaciónDeLenguajesYCompiladores2-N-afich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Entorno de Ejecuci</a:t>
            </a:r>
            <a:r>
              <a:rPr lang="es"/>
              <a:t>ón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El entorno de ejecución es el contexto completo en el que un programa se ejecuta mientras está en funcionamiento.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Incluye: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Registros de CPU (argumentos, valores de retorno, estado)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Stack (pila) (llamadas a funciones, datos locales, direcciones de retorno)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Memoria (código, datos globales/estáticos, heap)</a:t>
            </a:r>
            <a:endParaRPr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es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Interfaz con el sistema operativo (llamadas al sistema, estado del proceso)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StackFrame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311700" y="1727100"/>
            <a:ext cx="8163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Un stack frame es la porción del stack asignada a una sola llamada a función.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Qué contiene: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e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Frame pointer guardado (x29)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e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Dirección de retorno guardada (x30)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e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Variables locales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e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Registros almacenados (spilled) si es necesario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226075" y="357800"/>
            <a:ext cx="30264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Prologo y Epilogo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Son las </a:t>
            </a:r>
            <a:r>
              <a:rPr lang="es"/>
              <a:t>operaciones</a:t>
            </a:r>
            <a:r>
              <a:rPr lang="es"/>
              <a:t> necesarias antes y </a:t>
            </a:r>
            <a:r>
              <a:rPr lang="es"/>
              <a:t>después</a:t>
            </a:r>
            <a:r>
              <a:rPr lang="es"/>
              <a:t> de realizar una llamada a una funci</a:t>
            </a:r>
            <a:r>
              <a:rPr lang="es"/>
              <a:t>ón. El objetivo de estas es proteger la integridad de los datos y facilitar el paso de </a:t>
            </a:r>
            <a:r>
              <a:rPr lang="es"/>
              <a:t>parámetros</a:t>
            </a:r>
            <a:r>
              <a:rPr lang="es"/>
              <a:t>.</a:t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3842675" y="2474275"/>
            <a:ext cx="4332900" cy="2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/>
              <a:t>La instrucción C3D 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begin_func</a:t>
            </a:r>
            <a:r>
              <a:rPr lang="es" sz="1100"/>
              <a:t> se convierte en: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/>
              <a:t>asm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stp x29, x30, [sp, #-16]!   	; guarda fp y lr en el stack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mov x29, sp                  	; establece el frame pointer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AEC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/>
              <a:t>Y el epílogo invierte esto: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/>
              <a:t>asm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ldp x29, x30, [sp], #16     	; restaura fp y lr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ret                          		; salta a la dirección en x30</a:t>
            </a:r>
            <a:endParaRPr sz="1100"/>
          </a:p>
        </p:txBody>
      </p:sp>
      <p:sp>
        <p:nvSpPr>
          <p:cNvPr id="111" name="Google Shape;111;p19"/>
          <p:cNvSpPr txBox="1"/>
          <p:nvPr/>
        </p:nvSpPr>
        <p:spPr>
          <a:xfrm>
            <a:off x="3842675" y="202375"/>
            <a:ext cx="4332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Dado el programa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main () 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	begin_func();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}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begin_func(){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…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}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CallStack</a:t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311700" y="1727100"/>
            <a:ext cx="76131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es" sz="18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Es la mecanica bajo la cual podemos realizar llamadas anidadas de nuestras funciones, en corto es la acumulación de stackframes conforme se realizan llamadas.</a:t>
            </a:r>
            <a:endParaRPr sz="1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050" y="2783538"/>
            <a:ext cx="8191500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Parametros y Spill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71900" y="1919075"/>
            <a:ext cx="79353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parametros se deben pasar a trav</a:t>
            </a:r>
            <a:r>
              <a:rPr lang="es"/>
              <a:t>és de los registros x0 a x7, en el caso de que estos no sean suficientes se utilizar el stack para almacenar el resto de valores.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Estos deben ser almacenados durante el prologo de la funcion para asegurar su traslado durante la llamada.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de una llamada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; TAC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param a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param b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t3 = call f</a:t>
            </a:r>
            <a:endParaRPr/>
          </a:p>
        </p:txBody>
      </p:sp>
      <p:sp>
        <p:nvSpPr>
          <p:cNvPr id="131" name="Google Shape;131;p22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; ARM64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mov x0, [valor de a]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mov x1, [valor de b]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bl f ; Branch with Link: guarda PC+4 en x30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 ; resultado queda en x0 → asignar a t3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mov x19, x0 ; si t3 debe sobrevivir otra llamada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 de un retorno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; TAC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param a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param b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t3 = call f</a:t>
            </a:r>
            <a:endParaRPr/>
          </a:p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    ; opcional: guardar x30 si hay más llamadas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    ; calcular resultado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    mov x0, resultado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    ret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226075" y="357800"/>
            <a:ext cx="30264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Estandar AAPCS64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4" title="Captura de pantalla_20260414_1456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550" y="1465800"/>
            <a:ext cx="5444799" cy="19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Ejemplo</a:t>
            </a:r>
            <a:endParaRPr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¡Gracias</a:t>
            </a:r>
            <a:r>
              <a:rPr lang="es" sz="3000"/>
              <a:t>!</a:t>
            </a:r>
            <a:endParaRPr sz="3000"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¿Alguna duda o pregunta?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 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