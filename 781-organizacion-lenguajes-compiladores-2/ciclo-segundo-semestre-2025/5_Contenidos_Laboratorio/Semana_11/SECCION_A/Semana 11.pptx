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5DCFFA-616A-4EED-ACC6-B0D8404812C8}">
  <a:tblStyle styleId="{0D5DCFFA-616A-4EED-ACC6-B0D8404812C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5.xml"/><Relationship Id="rId22" Type="http://schemas.openxmlformats.org/officeDocument/2006/relationships/font" Target="fonts/Lato-boldItalic.fntdata"/><Relationship Id="rId10" Type="http://schemas.openxmlformats.org/officeDocument/2006/relationships/slide" Target="slides/slide4.xml"/><Relationship Id="rId21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Lat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285a37b1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285a37b1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285a37b13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285a37b13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285a37b13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285a37b13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5d413f34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5d413f34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5d413f34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5d413f34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5d413f34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5d413f34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5d413f34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5d413f34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5d413f34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5d413f34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5d413f34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5d413f34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5d413f34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5d413f34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5d413f34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5d413f34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5d413f34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5d413f34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johannst.github.io/notes/arch/arm64.html" TargetMode="External"/><Relationship Id="rId4" Type="http://schemas.openxmlformats.org/officeDocument/2006/relationships/hyperlink" Target="https://github.com/PoncheDeFrutas/StackScope?tab=readme-ov-file" TargetMode="External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-419" sz="2771"/>
              <a:t> Sección A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17"/>
              <a:t>Diego Felipe Cali Morales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" name="Google Shape;71;p13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{0D5DCFFA-616A-4EED-ACC6-B0D8404812C8}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-419" sz="1200"/>
                        <a:t>14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-419" sz="1200"/>
                        <a:t>04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s-419" sz="1200"/>
                        <a:t>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17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-419" sz="1200"/>
                        <a:t>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lang="es-419"/>
              <a:t>Introducci</a:t>
            </a:r>
            <a:r>
              <a:rPr lang="es-419"/>
              <a:t>ón</a:t>
            </a:r>
            <a:r>
              <a:rPr lang="es-419"/>
              <a:t> a entornos de ejecuci</a:t>
            </a:r>
            <a:r>
              <a:rPr lang="es-419"/>
              <a:t>ón en arm64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Entorno de Ejecuci</a:t>
            </a:r>
            <a:r>
              <a:rPr lang="es-419"/>
              <a:t>ón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El stack frame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Calling Stack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Estándar de llamada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Ejemplo Debugging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Implementación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Foro de esta semana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Calificaci</a:t>
            </a:r>
            <a:r>
              <a:rPr lang="es-419"/>
              <a:t>ón Tarea 3</a:t>
            </a:r>
            <a:endParaRPr/>
          </a:p>
        </p:txBody>
      </p:sp>
      <p:sp>
        <p:nvSpPr>
          <p:cNvPr id="82" name="Google Shape;82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3"/>
              </a:rPr>
              <a:t>ARM64 Cheat Sheet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4"/>
              </a:rPr>
              <a:t>StackScope</a:t>
            </a:r>
            <a:endParaRPr/>
          </a:p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5"/>
          <p:cNvSpPr txBox="1"/>
          <p:nvPr/>
        </p:nvSpPr>
        <p:spPr>
          <a:xfrm>
            <a:off x="4832400" y="2911975"/>
            <a:ext cx="39999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Responsabilidad Técnica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Entorno de Ejecuci</a:t>
            </a:r>
            <a:r>
              <a:rPr lang="es-419"/>
              <a:t>ón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11700" y="115247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entorno de ejecución es el contexto completo en el que un programa se ejecuta mientras está en funcionamiento.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Incluye: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Registros de CPU (argumentos, valores de retorno, estado)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Stack (pila) (llamadas a funciones, datos locales, direcciones de retorno)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Memoria (código, datos globales/estáticos, heap)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Interfaz con el sistema operativo (llamadas al sistema, estado del proceso)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Stack Frame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Un stack frame es la porción del stack asignada a una sola llamada a función.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Qué contiene: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Frame pointer guardado (x29)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Dirección de retorno guardada (x30)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Variables locales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Registros almacenados (spilled) si es necesario</a:t>
            </a:r>
            <a:endParaRPr/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 b="0" l="0" r="0" t="30338"/>
          <a:stretch/>
        </p:blipFill>
        <p:spPr>
          <a:xfrm>
            <a:off x="5744425" y="1152475"/>
            <a:ext cx="2114550" cy="8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 rotWithShape="1">
          <a:blip r:embed="rId4">
            <a:alphaModFix/>
          </a:blip>
          <a:srcRect b="0" l="0" r="0" t="31077"/>
          <a:stretch/>
        </p:blipFill>
        <p:spPr>
          <a:xfrm>
            <a:off x="5834900" y="2089100"/>
            <a:ext cx="1933575" cy="7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9400" y="2858900"/>
            <a:ext cx="2064575" cy="1706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Calling Stack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call stack es una secuencia de stack frames que representan llamadas activas a funciones.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419"/>
              <a:t>Qué hace: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Rastrea llamadas y retornos de funciones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Almacena un stack frame por función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Garantiza el orden correcto de ejecución (LIFO)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Cómo funciona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Se llama una función: se agrega (push) un nuevo stack frame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La función se ejecuta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La función retorna: se elimina (pop) el stack frame</a:t>
            </a:r>
            <a:endParaRPr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95950"/>
            <a:ext cx="4267200" cy="2329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</a:t>
            </a:r>
            <a:r>
              <a:rPr lang="es-419"/>
              <a:t>ándar de llamada AAPCS64</a:t>
            </a:r>
            <a:endParaRPr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AAPCS64 define cómo las funciones pasan argumentos, retornan valores y utilizan los registros en ARM64.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Paso de argumentos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x0 – x7: primeros 8 argumentos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Argumentos restantes: se pasan en el stack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Valores de retorno: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x0 → valor de retorno principal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x1 → retorno secundario (si es necesario)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Roles de registros</a:t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419"/>
              <a:t>Caller-saved (volátiles):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x0 – x18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419"/>
              <a:t>Pueden ser sobrescritos por llamadas a función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419"/>
              <a:t>Callee-saved (no volátiles):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x19 – x28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419"/>
              <a:t>Deben ser preservados por la función llamada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419"/>
              <a:t>Registros especiales: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x29: Frame Pointer (FP)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x30: Link Register (LR, dirección de retorno)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sp: Stack Pointer</a:t>
            </a:r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4613" y="2098675"/>
            <a:ext cx="4257675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Reglas del stack</a:t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Reglas del stack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s-419"/>
              <a:t>El stack crece hacia abajo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419"/>
              <a:t>Debe mantenerse alineado a 16 bytes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Se utiliza para: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s-419"/>
              <a:t>argumentos adicionales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419"/>
              <a:t>variables locales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419"/>
              <a:t>registros guardados</a:t>
            </a:r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700" y="1010613"/>
            <a:ext cx="5719501" cy="3122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Implementación de Funciones en ARM64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entorno de ejecución permite implementar funciones correctas, seguras y reutilizables.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Recursividad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Cada llamada crea un nuevo stack frame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Permite múltiples ejecuciones simultáneas de la misma función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El estado se conserva en el stack (variables locales, parámetros)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Aislamiento con stack frames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Cada función tiene su propio espacio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Previene conflictos entre variables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Permite ejecución anidada segura</a:t>
            </a:r>
            <a:endParaRPr/>
          </a:p>
        </p:txBody>
      </p:sp>
      <p:sp>
        <p:nvSpPr>
          <p:cNvPr id="134" name="Google Shape;134;p22"/>
          <p:cNvSpPr txBox="1"/>
          <p:nvPr/>
        </p:nvSpPr>
        <p:spPr>
          <a:xfrm>
            <a:off x="4832400" y="2911975"/>
            <a:ext cx="39999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“Sin stack frames ni calling conventions, no podríamos implementar funciones generales; solo saltos simples sin contexto.”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idx="4294967295" type="title"/>
          </p:nvPr>
        </p:nvSpPr>
        <p:spPr>
          <a:xfrm>
            <a:off x="1722550" y="4153500"/>
            <a:ext cx="569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Ejemplo: Debugging en VSCode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0" name="Google Shape;1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625" y="144350"/>
            <a:ext cx="7132728" cy="384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Implementaci</a:t>
            </a:r>
            <a:r>
              <a:rPr lang="es-419"/>
              <a:t>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