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98B1FF-5158-4B73-8A3D-2039E9FF1F43}">
  <a:tblStyle styleId="{B198B1FF-5158-4B73-8A3D-2039E9FF1F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473a62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473a62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4598643e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4598643e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4598643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4598643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adc0ad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adc0ad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44c7b3b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e44c7b3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473a627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473a627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473a627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473a627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4473a627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4473a627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4473a627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4473a627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4473a627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4473a627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2adc0adb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2adc0adb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2adc0ad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2adc0ad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ithub.com/antlr/antlr4" TargetMode="External"/><Relationship Id="rId4" Type="http://schemas.openxmlformats.org/officeDocument/2006/relationships/hyperlink" Target="https://www.php.net/" TargetMode="External"/><Relationship Id="rId5" Type="http://schemas.openxmlformats.org/officeDocument/2006/relationships/hyperlink" Target="https://vyaakaran.vercel.app/playground/tab/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27032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3"/>
          <p:cNvGraphicFramePr/>
          <p:nvPr/>
        </p:nvGraphicFramePr>
        <p:xfrm>
          <a:off x="4620345" y="99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{B198B1FF-5158-4B73-8A3D-2039E9FF1F43}</a:tableStyleId>
              </a:tblPr>
              <a:tblGrid>
                <a:gridCol w="1630100"/>
                <a:gridCol w="2332425"/>
              </a:tblGrid>
              <a:tr h="34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/>
                        <a:t>27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/>
                        <a:t>02</a:t>
                      </a:r>
                      <a:r>
                        <a:rPr b="0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/>
                        <a:t>6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17:20hrs</a:t>
                      </a:r>
                      <a:endParaRPr b="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13"/>
          <p:cNvSpPr/>
          <p:nvPr/>
        </p:nvSpPr>
        <p:spPr>
          <a:xfrm>
            <a:off x="826350" y="1855650"/>
            <a:ext cx="57498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s-419" sz="3000"/>
              <a:t>Sección 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26350" y="3072450"/>
            <a:ext cx="5424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Diego Felipe Cali Morales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 qu</a:t>
            </a:r>
            <a:r>
              <a:rPr lang="es-419"/>
              <a:t>é estudiar compiladores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Parseo LR y 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Motivaciones para estudiar compiladores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¿Qu</a:t>
            </a:r>
            <a:r>
              <a:rPr lang="es-419"/>
              <a:t>é aprendemos de cada fase</a:t>
            </a:r>
            <a:r>
              <a:rPr lang="es-419"/>
              <a:t>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Instalación de Herramientas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Ejemplo de ANTLRv4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Dudas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Foro de esta semana.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Ponderación del Curso.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s-419"/>
              <a:t>Form asignación al dtt.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17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ANTLR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PHP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5"/>
              </a:rPr>
              <a:t>Tablas Parseo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832400" y="2911975"/>
            <a:ext cx="3999900" cy="16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Valor: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/>
              <a:t>Curiosidad </a:t>
            </a:r>
            <a:r>
              <a:rPr i="1" lang="es-419" sz="1600"/>
              <a:t>Académica</a:t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Continuemos con el repaso</a:t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Repasemos Parseo LR y LL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Variante LALR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Motivaciones para estudiar compiladores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¿Porqu</a:t>
            </a:r>
            <a:r>
              <a:rPr lang="es-419"/>
              <a:t>é</a:t>
            </a:r>
            <a:r>
              <a:rPr lang="es-419"/>
              <a:t> estudiar compiladores?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</a:t>
            </a:r>
            <a:r>
              <a:rPr lang="es-419"/>
              <a:t>é realmente voy a aprender?…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Pensar en etapas: No todo se resuelve de una vez.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Diseñar interfaces claras: Cada fase recibe una entrada bien definida y produce una salida precisa.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✔ Aceptar la formalidad: Las reglas no son caprichosas, permiten razonamiento automático.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✔ Separar preocupaciones: Una de las habilidades más importantes de la ingeniería moderna.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</a:t>
            </a:r>
            <a:r>
              <a:rPr lang="es-419"/>
              <a:t>é nos enseña cada una</a:t>
            </a:r>
            <a:r>
              <a:rPr lang="es-419"/>
              <a:t>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Léxico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/>
              <a:t>“</a:t>
            </a:r>
            <a:r>
              <a:rPr i="1" lang="es-419"/>
              <a:t>No todo detalle es importante al mismo nivel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-419"/>
              <a:t> primero hay que delimitar el problema.”</a:t>
            </a:r>
            <a:endParaRPr i="1"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50" y="1797088"/>
            <a:ext cx="47053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Sintáctico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/>
              <a:t>Estructura antes que significado</a:t>
            </a:r>
            <a:endParaRPr i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Pensar en reglas formales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Diseñar lenguajes y contratos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50" y="1797088"/>
            <a:ext cx="47053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Semántico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Entender que: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419"/>
              <a:t>Algo puede ser bien formado</a:t>
            </a:r>
            <a:br>
              <a:rPr i="1" lang="es-419"/>
            </a:br>
            <a:r>
              <a:rPr i="1" lang="es-419"/>
              <a:t>pero incorrecto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 rotWithShape="1">
          <a:blip r:embed="rId3">
            <a:alphaModFix/>
          </a:blip>
          <a:srcRect b="26388" l="2323" r="6916" t="9657"/>
          <a:stretch/>
        </p:blipFill>
        <p:spPr>
          <a:xfrm>
            <a:off x="3711500" y="1507600"/>
            <a:ext cx="5120801" cy="27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Instalación de Herramientas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de ANTLRv4</a:t>
            </a:r>
            <a:endParaRPr/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Hagamos una calculadora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