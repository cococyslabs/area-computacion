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4044D60-0FDD-4993-94FE-37F9CFB529EE}">
  <a:tblStyle styleId="{E4044D60-0FDD-4993-94FE-37F9CFB529E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Lat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La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a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2857721f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2857721f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2857721f3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2857721f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2857721f3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2857721f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2857721f3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2857721f3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4c81e6fd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4c81e6fd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2857721f3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2857721f3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2857721f3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2857721f3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4c81e6fd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4c81e6fd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4c81e6fd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4c81e6fd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4c81e6fd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4c81e6fd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Lato"/>
              <a:buNone/>
              <a:defRPr sz="23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" name="Google Shape;23;p3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AC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 b="1" sz="48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ato"/>
              <a:buNone/>
              <a:defRPr sz="21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771300" y="4101875"/>
            <a:ext cx="7601400" cy="789300"/>
          </a:xfrm>
          <a:prstGeom prst="ellipseRibbon2">
            <a:avLst>
              <a:gd fmla="val 25000" name="adj1"/>
              <a:gd fmla="val 91057" name="adj2"/>
              <a:gd fmla="val 13560" name="adj3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" name="Google Shape;57;p10"/>
          <p:cNvSpPr txBox="1"/>
          <p:nvPr/>
        </p:nvSpPr>
        <p:spPr>
          <a:xfrm>
            <a:off x="1727625" y="4148100"/>
            <a:ext cx="56457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geeksforgeeks.org/dsa/row-major-order-and-column-major-order/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0" y="0"/>
            <a:ext cx="9144000" cy="515307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/>
          <p:nvPr/>
        </p:nvSpPr>
        <p:spPr>
          <a:xfrm>
            <a:off x="1266200" y="2220250"/>
            <a:ext cx="544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27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</a:t>
            </a:r>
            <a:r>
              <a:rPr lang="es-419" sz="2771"/>
              <a:t> Sección A</a:t>
            </a:r>
            <a:endParaRPr b="0" i="0" sz="27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1574556" y="3147171"/>
            <a:ext cx="50847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17"/>
              <a:t>Diego Felipe Cali Morales</a:t>
            </a:r>
            <a:endParaRPr b="0" i="0" sz="22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1" name="Google Shape;71;p13"/>
          <p:cNvGraphicFramePr/>
          <p:nvPr/>
        </p:nvGraphicFramePr>
        <p:xfrm>
          <a:off x="5231045" y="101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{E4044D60-0FDD-4993-94FE-37F9CFB529EE}</a:tableStyleId>
              </a:tblPr>
              <a:tblGrid>
                <a:gridCol w="1504050"/>
                <a:gridCol w="2152100"/>
              </a:tblGrid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s-419" sz="1200"/>
                        <a:t>07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s-419" sz="1200"/>
                        <a:t>04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/202</a:t>
                      </a:r>
                      <a:r>
                        <a:rPr lang="es-419" sz="1200"/>
                        <a:t>6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17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s-419" sz="1200"/>
                        <a:t>20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Arreglos Multidimensionales en Memoria en ARM64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Representación Lineal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Row-Major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Column-Major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Heap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Recordatorios: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Foro de esta semana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Tarea 3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Conferencia del Curso</a:t>
            </a:r>
            <a:endParaRPr/>
          </a:p>
        </p:txBody>
      </p:sp>
      <p:sp>
        <p:nvSpPr>
          <p:cNvPr id="82" name="Google Shape;82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Recursos: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-419" u="sng">
                <a:solidFill>
                  <a:schemeClr val="hlink"/>
                </a:solidFill>
                <a:hlinkClick r:id="rId3"/>
              </a:rPr>
              <a:t>Row/Col-Major Order</a:t>
            </a:r>
            <a:endParaRPr/>
          </a:p>
        </p:txBody>
      </p:sp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Agenda</a:t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3818104" y="115248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5"/>
          <p:cNvSpPr txBox="1"/>
          <p:nvPr/>
        </p:nvSpPr>
        <p:spPr>
          <a:xfrm>
            <a:off x="4832400" y="2911975"/>
            <a:ext cx="3999900" cy="16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Valor: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Rigurosidad</a:t>
            </a:r>
            <a:endParaRPr i="1"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Representación lineal de arreglos multidimensionales</a:t>
            </a:r>
            <a:endParaRPr/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La representación lineal de arreglos multidimensionales es la forma en que una estructura que en el lenguaje fuente parece tener varias dimensiones (por ejemplo, una matriz de 2 filas por 3 columnas) se almacena realmente en memoria como una secuencia continua de posiciones.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En otras palabras: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En el programa, el desarrollador piensa en una estructura como: </a:t>
            </a:r>
            <a:r>
              <a:rPr b="1" lang="es-419"/>
              <a:t>A[2][3]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Pero en memoria, el compilador y la arquitectura no guardan “filas” y “columnas” como entidades separadas.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Lo que realmente existe es un bloque lineal de memoria.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6463" y="669000"/>
            <a:ext cx="6971075" cy="380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Row-Major</a:t>
            </a:r>
            <a:endParaRPr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Fórmula general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/>
              <a:t>Address(A[I][J])=B+W⋅((I−LR)⋅N+(J−LC))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Significado de cada símbolo: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B = dirección base del arreglo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W = tamaño de cada elemento en bytes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I = índice de fila del elemento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J = índice de columna del elemento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LR = límite inferior de filas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LC = límite inferior de columnas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N = número total de columnas</a:t>
            </a:r>
            <a:endParaRPr/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695950"/>
            <a:ext cx="4267200" cy="2329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Column-Major</a:t>
            </a:r>
            <a:endParaRPr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Fórmula general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/>
              <a:t>Address(A[I][J])=B+W⋅((J−LC)⋅M+(I−LR))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Significado de cada símbolo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B = dirección base del arreglo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W = tamaño de cada elemento en bytes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I = índice de fila del elemento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J = índice de columna del elemento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LR = límite inferior de filas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LC = límite inferior de columnas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M = número total de filas</a:t>
            </a:r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695950"/>
            <a:ext cx="4267200" cy="2329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Heap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Heap es una región de memoria usada para almacenar estructuras durante la ejecución.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En este laboratorio, las matrices se representan como un bloque continuo reservado en Heap.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El compilador usa un puntero (HP) para asignar memoria.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Ejemplo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-419"/>
              <a:t>bytes=filas*columnas*tamaño</a:t>
            </a:r>
            <a:endParaRPr b="1"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-419"/>
              <a:t>base(A) = HP</a:t>
            </a:r>
            <a:endParaRPr b="1" i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s-419"/>
              <a:t>HP = HP + bytes</a:t>
            </a:r>
            <a:endParaRPr b="1" i="1"/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668863"/>
            <a:ext cx="4267200" cy="2383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</a:t>
            </a:r>
            <a:endParaRPr/>
          </a:p>
        </p:txBody>
      </p:sp>
      <p:sp>
        <p:nvSpPr>
          <p:cNvPr id="123" name="Google Shape;12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Representación Intermedia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C3D</a:t>
            </a:r>
            <a:endParaRPr/>
          </a:p>
        </p:txBody>
      </p:sp>
      <p:sp>
        <p:nvSpPr>
          <p:cNvPr id="124" name="Google Shape;12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5400" y="1467487"/>
            <a:ext cx="4045199" cy="2208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Implementación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