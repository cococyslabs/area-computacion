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B4BF9E-DC3A-4132-B066-D52A0B606579}">
  <a:tblStyle styleId="{6BB4BF9E-DC3A-4132-B066-D52A0B60657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857721f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857721f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857721f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857721f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857721f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857721f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857721f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2857721f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c81e6f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c81e6f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2857721f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2857721f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2857721f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2857721f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4c81e6f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4c81e6f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4c81e6fd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4c81e6fd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4c81e6fd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4c81e6fd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eeksforgeeks.org/dsa/row-major-order-and-column-major-order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B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Rubén Alejandro Ralda Mejia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{6BB4BF9E-DC3A-4132-B066-D52A0B606579}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21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Arreglos Multidimensionales en Memoria en ARM64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Representación Lineal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Row-Major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Column-Major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Heap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Row/Col-Major Order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Rigurosidad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lineal de arreglos multidimensionales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representación lineal de arreglos multidimensionales es la forma en que una estructura que en el lenguaje fuente parece tener varias dimensiones (por ejemplo, una matriz de 2 filas por 3 columnas) se almacena realmente en memoria como una secuencia continua de posiciones.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otras palabras: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el programa, el desarrollador piensa en una estructura como: </a:t>
            </a:r>
            <a:r>
              <a:rPr b="1" lang="es-419"/>
              <a:t>A[2][3]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Pero en memoria, el compilador y la arquitectura no guardan “filas” y “columnas” como entidades separadas.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Lo que realmente existe es un bloque lineal de memoria.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463" y="669000"/>
            <a:ext cx="6971075" cy="38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Row-Major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Address(A[I][J])=B+W⋅((I−LR)⋅N+(J−LC))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N = número total de columnas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Column-Major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Address(A[I][J])=B+W⋅((J−LC)⋅M+(I−LR))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 = número total de filas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Heap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Heap es una región de memoria usada para almacenar estructuras durante la ejecución.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laboratorio, las matrices se representan como un bloque continuo reservado en Heap.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compilador usa un puntero (HP) para asignar memoria (</a:t>
            </a:r>
            <a:r>
              <a:rPr b="1" lang="es-419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primer byte libre disponible</a:t>
            </a:r>
            <a:r>
              <a:rPr lang="es-419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bytes=filas*columnas*tamaño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base(A) = HP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-419"/>
              <a:t>HP = HP + bytes</a:t>
            </a:r>
            <a:endParaRPr b="1" i="1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68863"/>
            <a:ext cx="4267200" cy="2383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23" name="Google Shape;12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Intermedia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C3D</a:t>
            </a:r>
            <a:endParaRPr/>
          </a:p>
        </p:txBody>
      </p:sp>
      <p:sp>
        <p:nvSpPr>
          <p:cNvPr id="124" name="Google Shape;12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400" y="1467487"/>
            <a:ext cx="4045199" cy="2208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