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10287000" cx="18288000"/>
  <p:notesSz cx="6858000" cy="9144000"/>
  <p:embeddedFontLst>
    <p:embeddedFont>
      <p:font typeface="Lato"/>
      <p:regular r:id="rId19"/>
      <p:bold r:id="rId20"/>
      <p:italic r:id="rId21"/>
      <p:boldItalic r:id="rId22"/>
    </p:embeddedFont>
    <p:embeddedFont>
      <p:font typeface="Saira Light"/>
      <p:regular r:id="rId23"/>
      <p:bold r:id="rId24"/>
      <p:italic r:id="rId25"/>
      <p:boldItalic r:id="rId26"/>
    </p:embeddedFont>
    <p:embeddedFont>
      <p:font typeface="Open Sans Light"/>
      <p:regular r:id="rId27"/>
      <p:bold r:id="rId28"/>
      <p:italic r:id="rId29"/>
      <p:boldItalic r:id="rId30"/>
    </p:embeddedFont>
    <p:embeddedFont>
      <p:font typeface="Open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FFBE14-3E4E-4B43-8499-224C91B17ECF}">
  <a:tblStyle styleId="{3AFFBE14-3E4E-4B43-8499-224C91B17EC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22" Type="http://schemas.openxmlformats.org/officeDocument/2006/relationships/font" Target="fonts/Lato-boldItalic.fntdata"/><Relationship Id="rId21" Type="http://schemas.openxmlformats.org/officeDocument/2006/relationships/font" Target="fonts/Lato-italic.fntdata"/><Relationship Id="rId24" Type="http://schemas.openxmlformats.org/officeDocument/2006/relationships/font" Target="fonts/SairaLight-bold.fntdata"/><Relationship Id="rId23" Type="http://schemas.openxmlformats.org/officeDocument/2006/relationships/font" Target="fonts/SairaLigh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SairaLight-boldItalic.fntdata"/><Relationship Id="rId25" Type="http://schemas.openxmlformats.org/officeDocument/2006/relationships/font" Target="fonts/SairaLight-italic.fntdata"/><Relationship Id="rId28" Type="http://schemas.openxmlformats.org/officeDocument/2006/relationships/font" Target="fonts/OpenSansLight-bold.fntdata"/><Relationship Id="rId27" Type="http://schemas.openxmlformats.org/officeDocument/2006/relationships/font" Target="fonts/OpenSansLigh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Ligh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regular.fntdata"/><Relationship Id="rId30" Type="http://schemas.openxmlformats.org/officeDocument/2006/relationships/font" Target="fonts/OpenSansLight-boldItalic.fntdata"/><Relationship Id="rId11" Type="http://schemas.openxmlformats.org/officeDocument/2006/relationships/slide" Target="slides/slide5.xml"/><Relationship Id="rId33" Type="http://schemas.openxmlformats.org/officeDocument/2006/relationships/font" Target="fonts/OpenSans-italic.fntdata"/><Relationship Id="rId10" Type="http://schemas.openxmlformats.org/officeDocument/2006/relationships/slide" Target="slides/slide4.xml"/><Relationship Id="rId32" Type="http://schemas.openxmlformats.org/officeDocument/2006/relationships/font" Target="fonts/OpenSans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OpenSans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Lato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ae2d13e7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cae2d13e7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ae2d13e7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cae2d13e7d_0_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ae2d13e7d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cae2d13e7d_0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cae2d13e7d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cae2d13e7d_0_2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cae2d13e7d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cae2d13e7d_0_2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623520" y="889920"/>
            <a:ext cx="170400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623520" y="2304720"/>
            <a:ext cx="17040000" cy="68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1pPr>
            <a:lvl2pPr indent="-4572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/>
            </a:lvl2pPr>
            <a:lvl3pPr indent="-4572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3pPr>
            <a:lvl4pPr indent="-4572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/>
            </a:lvl4pPr>
            <a:lvl5pPr indent="-4572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»"/>
              <a:defRPr/>
            </a:lvl5pPr>
            <a:lvl6pPr indent="-4572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indent="-4572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indent="-4572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indent="-4572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16945200" y="9326160"/>
            <a:ext cx="1096800" cy="7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4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560" y="0"/>
            <a:ext cx="18253440" cy="1028663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" name="Google Shape;89;p14"/>
          <p:cNvGraphicFramePr/>
          <p:nvPr/>
        </p:nvGraphicFramePr>
        <p:xfrm>
          <a:off x="10656720" y="194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{3AFFBE14-3E4E-4B43-8499-224C91B17ECF}</a:tableStyleId>
              </a:tblPr>
              <a:tblGrid>
                <a:gridCol w="3036250"/>
                <a:gridCol w="4344500"/>
              </a:tblGrid>
              <a:tr h="64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Martes, </a:t>
                      </a:r>
                      <a:r>
                        <a:rPr lang="en-US" sz="2800"/>
                        <a:t>24</a:t>
                      </a: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2800"/>
                        <a:t>02</a:t>
                      </a: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/202</a:t>
                      </a:r>
                      <a:r>
                        <a:rPr lang="en-US" sz="2800"/>
                        <a:t>6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17</a:t>
                      </a: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en-US" sz="2800"/>
                        <a:t>20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0" name="Google Shape;90;p14"/>
          <p:cNvSpPr/>
          <p:nvPr/>
        </p:nvSpPr>
        <p:spPr>
          <a:xfrm>
            <a:off x="2880000" y="4516560"/>
            <a:ext cx="11956800" cy="18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 </a:t>
            </a:r>
            <a:r>
              <a:rPr lang="en-US" sz="5000"/>
              <a:t>N</a:t>
            </a:r>
            <a:endParaRPr b="0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3557520" y="6189120"/>
            <a:ext cx="11172000" cy="9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Omar Alejandro Vides Esteban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/>
        </p:nvSpPr>
        <p:spPr>
          <a:xfrm>
            <a:off x="1737039" y="2417062"/>
            <a:ext cx="14814000" cy="3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1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0" u="none" cap="none" strike="noStrike">
                <a:solidFill>
                  <a:srgbClr val="003578"/>
                </a:solidFill>
                <a:latin typeface="Arial"/>
                <a:ea typeface="Arial"/>
                <a:cs typeface="Arial"/>
                <a:sym typeface="Arial"/>
              </a:rPr>
              <a:t>FUNCIONES Y CERRADURAS</a:t>
            </a:r>
            <a:endParaRPr sz="12000"/>
          </a:p>
        </p:txBody>
      </p:sp>
      <p:sp>
        <p:nvSpPr>
          <p:cNvPr id="97" name="Google Shape;97;p15"/>
          <p:cNvSpPr/>
          <p:nvPr/>
        </p:nvSpPr>
        <p:spPr>
          <a:xfrm rot="-7910484">
            <a:off x="-495162" y="7935975"/>
            <a:ext cx="6007735" cy="4809549"/>
          </a:xfrm>
          <a:custGeom>
            <a:rect b="b" l="l" r="r" t="t"/>
            <a:pathLst>
              <a:path extrusionOk="0"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p15"/>
          <p:cNvSpPr/>
          <p:nvPr/>
        </p:nvSpPr>
        <p:spPr>
          <a:xfrm rot="-5806484">
            <a:off x="-3174902" y="3100376"/>
            <a:ext cx="5942288" cy="4757155"/>
          </a:xfrm>
          <a:custGeom>
            <a:rect b="b" l="l" r="r" t="t"/>
            <a:pathLst>
              <a:path extrusionOk="0"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15"/>
          <p:cNvSpPr/>
          <p:nvPr/>
        </p:nvSpPr>
        <p:spPr>
          <a:xfrm rot="1137161">
            <a:off x="11071276" y="-3108299"/>
            <a:ext cx="6007735" cy="4809549"/>
          </a:xfrm>
          <a:custGeom>
            <a:rect b="b" l="l" r="r" t="t"/>
            <a:pathLst>
              <a:path extrusionOk="0"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15"/>
          <p:cNvSpPr/>
          <p:nvPr/>
        </p:nvSpPr>
        <p:spPr>
          <a:xfrm rot="4333730">
            <a:off x="15635070" y="-90841"/>
            <a:ext cx="5942288" cy="4757155"/>
          </a:xfrm>
          <a:custGeom>
            <a:rect b="b" l="l" r="r" t="t"/>
            <a:pathLst>
              <a:path extrusionOk="0"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5"/>
          <p:cNvSpPr/>
          <p:nvPr/>
        </p:nvSpPr>
        <p:spPr>
          <a:xfrm rot="2700000">
            <a:off x="-1883985" y="-5382413"/>
            <a:ext cx="7242048" cy="8229600"/>
          </a:xfrm>
          <a:custGeom>
            <a:rect b="b" l="l" r="r" t="t"/>
            <a:pathLst>
              <a:path extrusionOk="0"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15"/>
          <p:cNvSpPr/>
          <p:nvPr/>
        </p:nvSpPr>
        <p:spPr>
          <a:xfrm rot="2700000">
            <a:off x="15458638" y="4595144"/>
            <a:ext cx="7242048" cy="8229600"/>
          </a:xfrm>
          <a:custGeom>
            <a:rect b="b" l="l" r="r" t="t"/>
            <a:pathLst>
              <a:path extrusionOk="0"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/>
          <p:nvPr/>
        </p:nvSpPr>
        <p:spPr>
          <a:xfrm rot="1137161">
            <a:off x="16140723" y="2861297"/>
            <a:ext cx="6007735" cy="4809549"/>
          </a:xfrm>
          <a:custGeom>
            <a:rect b="b" l="l" r="r" t="t"/>
            <a:pathLst>
              <a:path extrusionOk="0"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16"/>
          <p:cNvSpPr/>
          <p:nvPr/>
        </p:nvSpPr>
        <p:spPr>
          <a:xfrm rot="4333730">
            <a:off x="15530761" y="6751870"/>
            <a:ext cx="5942288" cy="4757155"/>
          </a:xfrm>
          <a:custGeom>
            <a:rect b="b" l="l" r="r" t="t"/>
            <a:pathLst>
              <a:path extrusionOk="0"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16"/>
          <p:cNvSpPr/>
          <p:nvPr/>
        </p:nvSpPr>
        <p:spPr>
          <a:xfrm rot="545397">
            <a:off x="15229157" y="-3879341"/>
            <a:ext cx="7242048" cy="8229600"/>
          </a:xfrm>
          <a:custGeom>
            <a:rect b="b" l="l" r="r" t="t"/>
            <a:pathLst>
              <a:path extrusionOk="0"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16"/>
          <p:cNvSpPr/>
          <p:nvPr/>
        </p:nvSpPr>
        <p:spPr>
          <a:xfrm rot="5400000">
            <a:off x="9841823" y="-3604950"/>
            <a:ext cx="5942288" cy="4757155"/>
          </a:xfrm>
          <a:custGeom>
            <a:rect b="b" l="l" r="r" t="t"/>
            <a:pathLst>
              <a:path extrusionOk="0"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16"/>
          <p:cNvSpPr/>
          <p:nvPr/>
        </p:nvSpPr>
        <p:spPr>
          <a:xfrm rot="-459995">
            <a:off x="4581302" y="-2806779"/>
            <a:ext cx="6007735" cy="4809549"/>
          </a:xfrm>
          <a:custGeom>
            <a:rect b="b" l="l" r="r" t="t"/>
            <a:pathLst>
              <a:path extrusionOk="0"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16"/>
          <p:cNvSpPr/>
          <p:nvPr/>
        </p:nvSpPr>
        <p:spPr>
          <a:xfrm rot="7491922">
            <a:off x="-2893486" y="-4987080"/>
            <a:ext cx="7242048" cy="8229600"/>
          </a:xfrm>
          <a:custGeom>
            <a:rect b="b" l="l" r="r" t="t"/>
            <a:pathLst>
              <a:path extrusionOk="0"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16"/>
          <p:cNvSpPr/>
          <p:nvPr/>
        </p:nvSpPr>
        <p:spPr>
          <a:xfrm rot="6784072">
            <a:off x="-2971144" y="2887494"/>
            <a:ext cx="5942288" cy="4757155"/>
          </a:xfrm>
          <a:custGeom>
            <a:rect b="b" l="l" r="r" t="t"/>
            <a:pathLst>
              <a:path extrusionOk="0"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16"/>
          <p:cNvSpPr/>
          <p:nvPr/>
        </p:nvSpPr>
        <p:spPr>
          <a:xfrm rot="-459995">
            <a:off x="-1425658" y="7497003"/>
            <a:ext cx="6007735" cy="4809549"/>
          </a:xfrm>
          <a:custGeom>
            <a:rect b="b" l="l" r="r" t="t"/>
            <a:pathLst>
              <a:path extrusionOk="0"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16"/>
          <p:cNvSpPr/>
          <p:nvPr/>
        </p:nvSpPr>
        <p:spPr>
          <a:xfrm rot="-2259001">
            <a:off x="3811502" y="8297380"/>
            <a:ext cx="7242048" cy="8229600"/>
          </a:xfrm>
          <a:custGeom>
            <a:rect b="b" l="l" r="r" t="t"/>
            <a:pathLst>
              <a:path extrusionOk="0"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6" name="Google Shape;116;p16"/>
          <p:cNvSpPr/>
          <p:nvPr/>
        </p:nvSpPr>
        <p:spPr>
          <a:xfrm rot="6784072">
            <a:off x="8300863" y="9026402"/>
            <a:ext cx="5942288" cy="4757155"/>
          </a:xfrm>
          <a:custGeom>
            <a:rect b="b" l="l" r="r" t="t"/>
            <a:pathLst>
              <a:path extrusionOk="0" h="4757155" w="5942288">
                <a:moveTo>
                  <a:pt x="0" y="0"/>
                </a:moveTo>
                <a:lnTo>
                  <a:pt x="5942289" y="0"/>
                </a:lnTo>
                <a:lnTo>
                  <a:pt x="5942289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16"/>
          <p:cNvSpPr/>
          <p:nvPr/>
        </p:nvSpPr>
        <p:spPr>
          <a:xfrm rot="-459995">
            <a:off x="10957599" y="8699697"/>
            <a:ext cx="6007735" cy="4809549"/>
          </a:xfrm>
          <a:custGeom>
            <a:rect b="b" l="l" r="r" t="t"/>
            <a:pathLst>
              <a:path extrusionOk="0"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p16"/>
          <p:cNvSpPr txBox="1"/>
          <p:nvPr/>
        </p:nvSpPr>
        <p:spPr>
          <a:xfrm>
            <a:off x="9922200" y="2797225"/>
            <a:ext cx="7244100" cy="49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100"/>
              <a:buFont typeface="Lato"/>
              <a:buChar char="➔"/>
            </a:pPr>
            <a:r>
              <a:rPr lang="en-US" sz="31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Funciones Embebidas</a:t>
            </a:r>
            <a:endParaRPr sz="31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100"/>
              <a:buFont typeface="Lato"/>
              <a:buChar char="➔"/>
            </a:pPr>
            <a:r>
              <a:rPr lang="en-US" sz="31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Funciones Foráneas</a:t>
            </a:r>
            <a:endParaRPr sz="31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100"/>
              <a:buFont typeface="Lato"/>
              <a:buChar char="➔"/>
            </a:pPr>
            <a:r>
              <a:rPr lang="en-US" sz="31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Closures</a:t>
            </a:r>
            <a:endParaRPr sz="31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100"/>
              <a:buFont typeface="Lato"/>
              <a:buChar char="➔"/>
            </a:pPr>
            <a:r>
              <a:rPr lang="en-US" sz="31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Hoisting</a:t>
            </a:r>
            <a:endParaRPr sz="31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100"/>
              <a:buFont typeface="Lato"/>
              <a:buChar char="➔"/>
            </a:pPr>
            <a:r>
              <a:rPr lang="en-US" sz="31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CallStack</a:t>
            </a:r>
            <a:endParaRPr sz="31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100"/>
              <a:buFont typeface="Lato"/>
              <a:buChar char="➔"/>
            </a:pPr>
            <a:r>
              <a:rPr lang="en-US" sz="31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Ejemplo</a:t>
            </a:r>
            <a:endParaRPr sz="31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Recordatorios:</a:t>
            </a:r>
            <a:endParaRPr sz="31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3100"/>
              <a:buFont typeface="Lato"/>
              <a:buChar char="➔"/>
            </a:pPr>
            <a:r>
              <a:rPr lang="en-US" sz="31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Foro de esta semana</a:t>
            </a:r>
            <a:endParaRPr sz="31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3352550" y="4143050"/>
            <a:ext cx="47571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33">
                <a:solidFill>
                  <a:srgbClr val="022033"/>
                </a:solidFill>
              </a:rPr>
              <a:t>AGENDA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/>
          <p:nvPr/>
        </p:nvSpPr>
        <p:spPr>
          <a:xfrm rot="1138733">
            <a:off x="16139875" y="2861667"/>
            <a:ext cx="6003678" cy="4806301"/>
          </a:xfrm>
          <a:custGeom>
            <a:rect b="b" l="l" r="r" t="t"/>
            <a:pathLst>
              <a:path extrusionOk="0"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5" name="Google Shape;125;p17"/>
          <p:cNvSpPr/>
          <p:nvPr/>
        </p:nvSpPr>
        <p:spPr>
          <a:xfrm rot="4334665">
            <a:off x="15529185" y="6751666"/>
            <a:ext cx="5943124" cy="4757824"/>
          </a:xfrm>
          <a:custGeom>
            <a:rect b="b" l="l" r="r" t="t"/>
            <a:pathLst>
              <a:path extrusionOk="0"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17"/>
          <p:cNvSpPr/>
          <p:nvPr/>
        </p:nvSpPr>
        <p:spPr>
          <a:xfrm rot="543719">
            <a:off x="15231432" y="-3880779"/>
            <a:ext cx="7241912" cy="8229446"/>
          </a:xfrm>
          <a:custGeom>
            <a:rect b="b" l="l" r="r" t="t"/>
            <a:pathLst>
              <a:path extrusionOk="0"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17"/>
          <p:cNvSpPr/>
          <p:nvPr/>
        </p:nvSpPr>
        <p:spPr>
          <a:xfrm rot="5400000">
            <a:off x="9841823" y="-3604950"/>
            <a:ext cx="5942288" cy="4757155"/>
          </a:xfrm>
          <a:custGeom>
            <a:rect b="b" l="l" r="r" t="t"/>
            <a:pathLst>
              <a:path extrusionOk="0"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8" name="Google Shape;128;p17"/>
          <p:cNvSpPr/>
          <p:nvPr/>
        </p:nvSpPr>
        <p:spPr>
          <a:xfrm rot="-457384">
            <a:off x="4579453" y="-2803783"/>
            <a:ext cx="6000691" cy="4803910"/>
          </a:xfrm>
          <a:custGeom>
            <a:rect b="b" l="l" r="r" t="t"/>
            <a:pathLst>
              <a:path extrusionOk="0"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17"/>
          <p:cNvSpPr/>
          <p:nvPr/>
        </p:nvSpPr>
        <p:spPr>
          <a:xfrm rot="7495297">
            <a:off x="-2894799" y="-4992701"/>
            <a:ext cx="7242614" cy="8230243"/>
          </a:xfrm>
          <a:custGeom>
            <a:rect b="b" l="l" r="r" t="t"/>
            <a:pathLst>
              <a:path extrusionOk="0"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17"/>
          <p:cNvSpPr/>
          <p:nvPr/>
        </p:nvSpPr>
        <p:spPr>
          <a:xfrm rot="6786274">
            <a:off x="-2973740" y="2885214"/>
            <a:ext cx="5943643" cy="4758240"/>
          </a:xfrm>
          <a:custGeom>
            <a:rect b="b" l="l" r="r" t="t"/>
            <a:pathLst>
              <a:path extrusionOk="0"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1" name="Google Shape;131;p17"/>
          <p:cNvSpPr/>
          <p:nvPr/>
        </p:nvSpPr>
        <p:spPr>
          <a:xfrm rot="-457384">
            <a:off x="-1427507" y="7499999"/>
            <a:ext cx="6000691" cy="4803910"/>
          </a:xfrm>
          <a:custGeom>
            <a:rect b="b" l="l" r="r" t="t"/>
            <a:pathLst>
              <a:path extrusionOk="0"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p17"/>
          <p:cNvSpPr/>
          <p:nvPr/>
        </p:nvSpPr>
        <p:spPr>
          <a:xfrm rot="-2255163">
            <a:off x="3810468" y="8303146"/>
            <a:ext cx="7242614" cy="8230243"/>
          </a:xfrm>
          <a:custGeom>
            <a:rect b="b" l="l" r="r" t="t"/>
            <a:pathLst>
              <a:path extrusionOk="0"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3" name="Google Shape;133;p17"/>
          <p:cNvSpPr/>
          <p:nvPr/>
        </p:nvSpPr>
        <p:spPr>
          <a:xfrm rot="6786274">
            <a:off x="8298267" y="9024122"/>
            <a:ext cx="5943643" cy="4758240"/>
          </a:xfrm>
          <a:custGeom>
            <a:rect b="b" l="l" r="r" t="t"/>
            <a:pathLst>
              <a:path extrusionOk="0" h="4757155" w="5942288">
                <a:moveTo>
                  <a:pt x="0" y="0"/>
                </a:moveTo>
                <a:lnTo>
                  <a:pt x="5942289" y="0"/>
                </a:lnTo>
                <a:lnTo>
                  <a:pt x="5942289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17"/>
          <p:cNvSpPr/>
          <p:nvPr/>
        </p:nvSpPr>
        <p:spPr>
          <a:xfrm rot="-457384">
            <a:off x="10955750" y="8702693"/>
            <a:ext cx="6000691" cy="4803910"/>
          </a:xfrm>
          <a:custGeom>
            <a:rect b="b" l="l" r="r" t="t"/>
            <a:pathLst>
              <a:path extrusionOk="0"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17"/>
          <p:cNvSpPr txBox="1"/>
          <p:nvPr/>
        </p:nvSpPr>
        <p:spPr>
          <a:xfrm>
            <a:off x="2909400" y="2755850"/>
            <a:ext cx="12469200" cy="46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Valor:</a:t>
            </a:r>
            <a:endParaRPr sz="70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70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Gestión eficiente de recursos</a:t>
            </a:r>
            <a:endParaRPr i="1" sz="70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/>
          <p:nvPr/>
        </p:nvSpPr>
        <p:spPr>
          <a:xfrm>
            <a:off x="7332524" y="1928531"/>
            <a:ext cx="814462" cy="6587563"/>
          </a:xfrm>
          <a:custGeom>
            <a:rect b="b" l="l" r="r" t="t"/>
            <a:pathLst>
              <a:path extrusionOk="0" h="6587563" w="814462">
                <a:moveTo>
                  <a:pt x="0" y="0"/>
                </a:moveTo>
                <a:lnTo>
                  <a:pt x="814463" y="0"/>
                </a:lnTo>
                <a:lnTo>
                  <a:pt x="814463" y="6587563"/>
                </a:lnTo>
                <a:lnTo>
                  <a:pt x="0" y="6587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18"/>
          <p:cNvSpPr txBox="1"/>
          <p:nvPr/>
        </p:nvSpPr>
        <p:spPr>
          <a:xfrm>
            <a:off x="1882575" y="2189875"/>
            <a:ext cx="6183900" cy="20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333" u="none" cap="none" strike="noStrike">
                <a:solidFill>
                  <a:srgbClr val="022033"/>
                </a:solidFill>
                <a:latin typeface="Arial"/>
                <a:ea typeface="Arial"/>
                <a:cs typeface="Arial"/>
                <a:sym typeface="Arial"/>
              </a:rPr>
              <a:t>FUNCIONES FORÁNEAS</a:t>
            </a:r>
            <a:endParaRPr/>
          </a:p>
        </p:txBody>
      </p:sp>
      <p:sp>
        <p:nvSpPr>
          <p:cNvPr id="142" name="Google Shape;142;p18"/>
          <p:cNvSpPr/>
          <p:nvPr/>
        </p:nvSpPr>
        <p:spPr>
          <a:xfrm rot="1138733">
            <a:off x="16139875" y="2861667"/>
            <a:ext cx="6003678" cy="4806301"/>
          </a:xfrm>
          <a:custGeom>
            <a:rect b="b" l="l" r="r" t="t"/>
            <a:pathLst>
              <a:path extrusionOk="0"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8"/>
          <p:cNvSpPr/>
          <p:nvPr/>
        </p:nvSpPr>
        <p:spPr>
          <a:xfrm rot="4334665">
            <a:off x="15529185" y="6751666"/>
            <a:ext cx="5943124" cy="4757824"/>
          </a:xfrm>
          <a:custGeom>
            <a:rect b="b" l="l" r="r" t="t"/>
            <a:pathLst>
              <a:path extrusionOk="0"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p18"/>
          <p:cNvSpPr/>
          <p:nvPr/>
        </p:nvSpPr>
        <p:spPr>
          <a:xfrm rot="543719">
            <a:off x="15231432" y="-3880779"/>
            <a:ext cx="7241912" cy="8229446"/>
          </a:xfrm>
          <a:custGeom>
            <a:rect b="b" l="l" r="r" t="t"/>
            <a:pathLst>
              <a:path extrusionOk="0"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18"/>
          <p:cNvSpPr/>
          <p:nvPr/>
        </p:nvSpPr>
        <p:spPr>
          <a:xfrm rot="5400000">
            <a:off x="9841823" y="-3604950"/>
            <a:ext cx="5942288" cy="4757155"/>
          </a:xfrm>
          <a:custGeom>
            <a:rect b="b" l="l" r="r" t="t"/>
            <a:pathLst>
              <a:path extrusionOk="0"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p18"/>
          <p:cNvSpPr/>
          <p:nvPr/>
        </p:nvSpPr>
        <p:spPr>
          <a:xfrm rot="-457384">
            <a:off x="4579453" y="-2803783"/>
            <a:ext cx="6000691" cy="4803910"/>
          </a:xfrm>
          <a:custGeom>
            <a:rect b="b" l="l" r="r" t="t"/>
            <a:pathLst>
              <a:path extrusionOk="0"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18"/>
          <p:cNvSpPr/>
          <p:nvPr/>
        </p:nvSpPr>
        <p:spPr>
          <a:xfrm rot="7495297">
            <a:off x="-2894799" y="-4992701"/>
            <a:ext cx="7242614" cy="8230243"/>
          </a:xfrm>
          <a:custGeom>
            <a:rect b="b" l="l" r="r" t="t"/>
            <a:pathLst>
              <a:path extrusionOk="0"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18"/>
          <p:cNvSpPr/>
          <p:nvPr/>
        </p:nvSpPr>
        <p:spPr>
          <a:xfrm rot="6786274">
            <a:off x="-2973740" y="2885214"/>
            <a:ext cx="5943643" cy="4758240"/>
          </a:xfrm>
          <a:custGeom>
            <a:rect b="b" l="l" r="r" t="t"/>
            <a:pathLst>
              <a:path extrusionOk="0"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p18"/>
          <p:cNvSpPr/>
          <p:nvPr/>
        </p:nvSpPr>
        <p:spPr>
          <a:xfrm rot="-457384">
            <a:off x="-1427507" y="7499999"/>
            <a:ext cx="6000691" cy="4803910"/>
          </a:xfrm>
          <a:custGeom>
            <a:rect b="b" l="l" r="r" t="t"/>
            <a:pathLst>
              <a:path extrusionOk="0"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" name="Google Shape;150;p18"/>
          <p:cNvSpPr/>
          <p:nvPr/>
        </p:nvSpPr>
        <p:spPr>
          <a:xfrm rot="-2255163">
            <a:off x="3810468" y="8303146"/>
            <a:ext cx="7242614" cy="8230243"/>
          </a:xfrm>
          <a:custGeom>
            <a:rect b="b" l="l" r="r" t="t"/>
            <a:pathLst>
              <a:path extrusionOk="0"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p18"/>
          <p:cNvSpPr/>
          <p:nvPr/>
        </p:nvSpPr>
        <p:spPr>
          <a:xfrm rot="6786274">
            <a:off x="8298267" y="9024122"/>
            <a:ext cx="5943643" cy="4758240"/>
          </a:xfrm>
          <a:custGeom>
            <a:rect b="b" l="l" r="r" t="t"/>
            <a:pathLst>
              <a:path extrusionOk="0" h="4757155" w="5942288">
                <a:moveTo>
                  <a:pt x="0" y="0"/>
                </a:moveTo>
                <a:lnTo>
                  <a:pt x="5942289" y="0"/>
                </a:lnTo>
                <a:lnTo>
                  <a:pt x="5942289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2" name="Google Shape;152;p18"/>
          <p:cNvSpPr/>
          <p:nvPr/>
        </p:nvSpPr>
        <p:spPr>
          <a:xfrm rot="-457384">
            <a:off x="10955750" y="8702693"/>
            <a:ext cx="6000691" cy="4803910"/>
          </a:xfrm>
          <a:custGeom>
            <a:rect b="b" l="l" r="r" t="t"/>
            <a:pathLst>
              <a:path extrusionOk="0"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" name="Google Shape;153;p18"/>
          <p:cNvSpPr/>
          <p:nvPr/>
        </p:nvSpPr>
        <p:spPr>
          <a:xfrm>
            <a:off x="8594384" y="4112041"/>
            <a:ext cx="7097421" cy="2062918"/>
          </a:xfrm>
          <a:custGeom>
            <a:rect b="b" l="l" r="r" t="t"/>
            <a:pathLst>
              <a:path extrusionOk="0" h="2062918" w="7097421">
                <a:moveTo>
                  <a:pt x="0" y="0"/>
                </a:moveTo>
                <a:lnTo>
                  <a:pt x="7097420" y="0"/>
                </a:lnTo>
                <a:lnTo>
                  <a:pt x="7097420" y="2062918"/>
                </a:lnTo>
                <a:lnTo>
                  <a:pt x="0" y="20629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4" name="Google Shape;154;p18"/>
          <p:cNvGrpSpPr/>
          <p:nvPr/>
        </p:nvGrpSpPr>
        <p:grpSpPr>
          <a:xfrm>
            <a:off x="1882577" y="4143273"/>
            <a:ext cx="3965103" cy="3277104"/>
            <a:chOff x="0" y="-38100"/>
            <a:chExt cx="1044300" cy="863100"/>
          </a:xfrm>
        </p:grpSpPr>
        <p:sp>
          <p:nvSpPr>
            <p:cNvPr id="155" name="Google Shape;155;p18"/>
            <p:cNvSpPr/>
            <p:nvPr/>
          </p:nvSpPr>
          <p:spPr>
            <a:xfrm>
              <a:off x="0" y="0"/>
              <a:ext cx="1044294" cy="824870"/>
            </a:xfrm>
            <a:custGeom>
              <a:rect b="b" l="l" r="r" t="t"/>
              <a:pathLst>
                <a:path extrusionOk="0" h="824870" w="1044294">
                  <a:moveTo>
                    <a:pt x="68339" y="0"/>
                  </a:moveTo>
                  <a:lnTo>
                    <a:pt x="975955" y="0"/>
                  </a:lnTo>
                  <a:cubicBezTo>
                    <a:pt x="994079" y="0"/>
                    <a:pt x="1011462" y="7200"/>
                    <a:pt x="1024277" y="20016"/>
                  </a:cubicBezTo>
                  <a:cubicBezTo>
                    <a:pt x="1037094" y="32832"/>
                    <a:pt x="1044294" y="50214"/>
                    <a:pt x="1044294" y="68339"/>
                  </a:cubicBezTo>
                  <a:lnTo>
                    <a:pt x="1044294" y="756531"/>
                  </a:lnTo>
                  <a:cubicBezTo>
                    <a:pt x="1044294" y="774655"/>
                    <a:pt x="1037094" y="792038"/>
                    <a:pt x="1024277" y="804854"/>
                  </a:cubicBezTo>
                  <a:cubicBezTo>
                    <a:pt x="1011462" y="817670"/>
                    <a:pt x="994079" y="824870"/>
                    <a:pt x="975955" y="824870"/>
                  </a:cubicBezTo>
                  <a:lnTo>
                    <a:pt x="68339" y="824870"/>
                  </a:lnTo>
                  <a:cubicBezTo>
                    <a:pt x="50214" y="824870"/>
                    <a:pt x="32832" y="817670"/>
                    <a:pt x="20016" y="804854"/>
                  </a:cubicBezTo>
                  <a:cubicBezTo>
                    <a:pt x="7200" y="792038"/>
                    <a:pt x="0" y="774655"/>
                    <a:pt x="0" y="756531"/>
                  </a:cubicBezTo>
                  <a:lnTo>
                    <a:pt x="0" y="68339"/>
                  </a:lnTo>
                  <a:cubicBezTo>
                    <a:pt x="0" y="50214"/>
                    <a:pt x="7200" y="32832"/>
                    <a:pt x="20016" y="20016"/>
                  </a:cubicBezTo>
                  <a:cubicBezTo>
                    <a:pt x="32832" y="7200"/>
                    <a:pt x="50214" y="0"/>
                    <a:pt x="68339" y="0"/>
                  </a:cubicBezTo>
                  <a:close/>
                </a:path>
              </a:pathLst>
            </a:custGeom>
            <a:solidFill>
              <a:srgbClr val="D3E7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8"/>
            <p:cNvSpPr txBox="1"/>
            <p:nvPr/>
          </p:nvSpPr>
          <p:spPr>
            <a:xfrm>
              <a:off x="0" y="-38100"/>
              <a:ext cx="1044300" cy="86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99">
                  <a:latin typeface="Open Sans Light"/>
                  <a:ea typeface="Open Sans Light"/>
                  <a:cs typeface="Open Sans Light"/>
                  <a:sym typeface="Open Sans Light"/>
                </a:rPr>
                <a:t>Son la funciones definidas por el usuario, estas deben contar con su propio identificador.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/>
          <p:cNvSpPr/>
          <p:nvPr/>
        </p:nvSpPr>
        <p:spPr>
          <a:xfrm>
            <a:off x="6960729" y="1849719"/>
            <a:ext cx="814462" cy="6587563"/>
          </a:xfrm>
          <a:custGeom>
            <a:rect b="b" l="l" r="r" t="t"/>
            <a:pathLst>
              <a:path extrusionOk="0" h="6587563" w="814462">
                <a:moveTo>
                  <a:pt x="0" y="0"/>
                </a:moveTo>
                <a:lnTo>
                  <a:pt x="814462" y="0"/>
                </a:lnTo>
                <a:lnTo>
                  <a:pt x="814462" y="6587562"/>
                </a:lnTo>
                <a:lnTo>
                  <a:pt x="0" y="65875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19"/>
          <p:cNvSpPr/>
          <p:nvPr/>
        </p:nvSpPr>
        <p:spPr>
          <a:xfrm rot="-10142199">
            <a:off x="-503651" y="7667749"/>
            <a:ext cx="6007735" cy="4809549"/>
          </a:xfrm>
          <a:custGeom>
            <a:rect b="b" l="l" r="r" t="t"/>
            <a:pathLst>
              <a:path extrusionOk="0"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19"/>
          <p:cNvSpPr/>
          <p:nvPr/>
        </p:nvSpPr>
        <p:spPr>
          <a:xfrm rot="-5806484">
            <a:off x="-3532538" y="2869432"/>
            <a:ext cx="5942288" cy="4757155"/>
          </a:xfrm>
          <a:custGeom>
            <a:rect b="b" l="l" r="r" t="t"/>
            <a:pathLst>
              <a:path extrusionOk="0" h="4757155" w="5942288">
                <a:moveTo>
                  <a:pt x="0" y="0"/>
                </a:moveTo>
                <a:lnTo>
                  <a:pt x="5942289" y="0"/>
                </a:lnTo>
                <a:lnTo>
                  <a:pt x="5942289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4" name="Google Shape;164;p19"/>
          <p:cNvSpPr/>
          <p:nvPr/>
        </p:nvSpPr>
        <p:spPr>
          <a:xfrm rot="2700000">
            <a:off x="-1883985" y="-5382413"/>
            <a:ext cx="7242048" cy="8229600"/>
          </a:xfrm>
          <a:custGeom>
            <a:rect b="b" l="l" r="r" t="t"/>
            <a:pathLst>
              <a:path extrusionOk="0"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5" name="Google Shape;165;p19"/>
          <p:cNvSpPr/>
          <p:nvPr/>
        </p:nvSpPr>
        <p:spPr>
          <a:xfrm rot="2700000">
            <a:off x="10368565" y="7538214"/>
            <a:ext cx="7242048" cy="8229600"/>
          </a:xfrm>
          <a:custGeom>
            <a:rect b="b" l="l" r="r" t="t"/>
            <a:pathLst>
              <a:path extrusionOk="0"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p19"/>
          <p:cNvSpPr/>
          <p:nvPr/>
        </p:nvSpPr>
        <p:spPr>
          <a:xfrm rot="-2923504">
            <a:off x="15830957" y="4106368"/>
            <a:ext cx="5942288" cy="4757155"/>
          </a:xfrm>
          <a:custGeom>
            <a:rect b="b" l="l" r="r" t="t"/>
            <a:pathLst>
              <a:path extrusionOk="0"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19"/>
          <p:cNvSpPr/>
          <p:nvPr/>
        </p:nvSpPr>
        <p:spPr>
          <a:xfrm rot="-8027894">
            <a:off x="14255433" y="-1721934"/>
            <a:ext cx="6007735" cy="4809549"/>
          </a:xfrm>
          <a:custGeom>
            <a:rect b="b" l="l" r="r" t="t"/>
            <a:pathLst>
              <a:path extrusionOk="0" h="4809549" w="6007735">
                <a:moveTo>
                  <a:pt x="0" y="0"/>
                </a:moveTo>
                <a:lnTo>
                  <a:pt x="6007734" y="0"/>
                </a:lnTo>
                <a:lnTo>
                  <a:pt x="6007734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19"/>
          <p:cNvSpPr txBox="1"/>
          <p:nvPr/>
        </p:nvSpPr>
        <p:spPr>
          <a:xfrm>
            <a:off x="1374896" y="2083694"/>
            <a:ext cx="5832300" cy="23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1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99" u="none" cap="none" strike="noStrike">
                <a:solidFill>
                  <a:srgbClr val="022033"/>
                </a:solidFill>
                <a:latin typeface="Arial"/>
                <a:ea typeface="Arial"/>
                <a:cs typeface="Arial"/>
                <a:sym typeface="Arial"/>
              </a:rPr>
              <a:t>FUNCIÓN EMBEBIDA</a:t>
            </a:r>
            <a:endParaRPr sz="700"/>
          </a:p>
        </p:txBody>
      </p:sp>
      <p:grpSp>
        <p:nvGrpSpPr>
          <p:cNvPr id="169" name="Google Shape;169;p19"/>
          <p:cNvGrpSpPr/>
          <p:nvPr/>
        </p:nvGrpSpPr>
        <p:grpSpPr>
          <a:xfrm>
            <a:off x="2151070" y="4774321"/>
            <a:ext cx="3965056" cy="3276588"/>
            <a:chOff x="0" y="-38100"/>
            <a:chExt cx="1044294" cy="862970"/>
          </a:xfrm>
        </p:grpSpPr>
        <p:sp>
          <p:nvSpPr>
            <p:cNvPr id="170" name="Google Shape;170;p19"/>
            <p:cNvSpPr/>
            <p:nvPr/>
          </p:nvSpPr>
          <p:spPr>
            <a:xfrm>
              <a:off x="0" y="0"/>
              <a:ext cx="1044294" cy="824870"/>
            </a:xfrm>
            <a:custGeom>
              <a:rect b="b" l="l" r="r" t="t"/>
              <a:pathLst>
                <a:path extrusionOk="0" h="824870" w="1044294">
                  <a:moveTo>
                    <a:pt x="68339" y="0"/>
                  </a:moveTo>
                  <a:lnTo>
                    <a:pt x="975955" y="0"/>
                  </a:lnTo>
                  <a:cubicBezTo>
                    <a:pt x="994079" y="0"/>
                    <a:pt x="1011462" y="7200"/>
                    <a:pt x="1024277" y="20016"/>
                  </a:cubicBezTo>
                  <a:cubicBezTo>
                    <a:pt x="1037094" y="32832"/>
                    <a:pt x="1044294" y="50214"/>
                    <a:pt x="1044294" y="68339"/>
                  </a:cubicBezTo>
                  <a:lnTo>
                    <a:pt x="1044294" y="756531"/>
                  </a:lnTo>
                  <a:cubicBezTo>
                    <a:pt x="1044294" y="774655"/>
                    <a:pt x="1037094" y="792038"/>
                    <a:pt x="1024277" y="804854"/>
                  </a:cubicBezTo>
                  <a:cubicBezTo>
                    <a:pt x="1011462" y="817670"/>
                    <a:pt x="994079" y="824870"/>
                    <a:pt x="975955" y="824870"/>
                  </a:cubicBezTo>
                  <a:lnTo>
                    <a:pt x="68339" y="824870"/>
                  </a:lnTo>
                  <a:cubicBezTo>
                    <a:pt x="50214" y="824870"/>
                    <a:pt x="32832" y="817670"/>
                    <a:pt x="20016" y="804854"/>
                  </a:cubicBezTo>
                  <a:cubicBezTo>
                    <a:pt x="7200" y="792038"/>
                    <a:pt x="0" y="774655"/>
                    <a:pt x="0" y="756531"/>
                  </a:cubicBezTo>
                  <a:lnTo>
                    <a:pt x="0" y="68339"/>
                  </a:lnTo>
                  <a:cubicBezTo>
                    <a:pt x="0" y="50214"/>
                    <a:pt x="7200" y="32832"/>
                    <a:pt x="20016" y="20016"/>
                  </a:cubicBezTo>
                  <a:cubicBezTo>
                    <a:pt x="32832" y="7200"/>
                    <a:pt x="50214" y="0"/>
                    <a:pt x="68339" y="0"/>
                  </a:cubicBezTo>
                  <a:close/>
                </a:path>
              </a:pathLst>
            </a:custGeom>
            <a:solidFill>
              <a:srgbClr val="D3E7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9"/>
            <p:cNvSpPr txBox="1"/>
            <p:nvPr/>
          </p:nvSpPr>
          <p:spPr>
            <a:xfrm>
              <a:off x="0" y="-38100"/>
              <a:ext cx="1044293" cy="8629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99">
                  <a:latin typeface="Open Sans Light"/>
                  <a:ea typeface="Open Sans Light"/>
                  <a:cs typeface="Open Sans Light"/>
                  <a:sym typeface="Open Sans Light"/>
                </a:rPr>
                <a:t>Son funciones nativas del lenguaje que estamos usando, un ejemplo de esto es el print que existe en cualquier lenguaje.</a:t>
              </a:r>
              <a:endParaRPr/>
            </a:p>
          </p:txBody>
        </p:sp>
      </p:grpSp>
      <p:pic>
        <p:nvPicPr>
          <p:cNvPr id="172" name="Google Shape;17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75200" y="3928350"/>
            <a:ext cx="9474751" cy="203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20"/>
          <p:cNvGrpSpPr/>
          <p:nvPr/>
        </p:nvGrpSpPr>
        <p:grpSpPr>
          <a:xfrm>
            <a:off x="2388816" y="3892391"/>
            <a:ext cx="4661729" cy="4343837"/>
            <a:chOff x="0" y="-38100"/>
            <a:chExt cx="1227780" cy="1144056"/>
          </a:xfrm>
        </p:grpSpPr>
        <p:sp>
          <p:nvSpPr>
            <p:cNvPr id="178" name="Google Shape;178;p20"/>
            <p:cNvSpPr/>
            <p:nvPr/>
          </p:nvSpPr>
          <p:spPr>
            <a:xfrm>
              <a:off x="0" y="0"/>
              <a:ext cx="1227780" cy="1105956"/>
            </a:xfrm>
            <a:custGeom>
              <a:rect b="b" l="l" r="r" t="t"/>
              <a:pathLst>
                <a:path extrusionOk="0" h="1105956" w="1227780">
                  <a:moveTo>
                    <a:pt x="58126" y="0"/>
                  </a:moveTo>
                  <a:lnTo>
                    <a:pt x="1169654" y="0"/>
                  </a:lnTo>
                  <a:cubicBezTo>
                    <a:pt x="1201756" y="0"/>
                    <a:pt x="1227780" y="26024"/>
                    <a:pt x="1227780" y="58126"/>
                  </a:cubicBezTo>
                  <a:lnTo>
                    <a:pt x="1227780" y="1047830"/>
                  </a:lnTo>
                  <a:cubicBezTo>
                    <a:pt x="1227780" y="1079932"/>
                    <a:pt x="1201756" y="1105956"/>
                    <a:pt x="1169654" y="1105956"/>
                  </a:cubicBezTo>
                  <a:lnTo>
                    <a:pt x="58126" y="1105956"/>
                  </a:lnTo>
                  <a:cubicBezTo>
                    <a:pt x="26024" y="1105956"/>
                    <a:pt x="0" y="1079932"/>
                    <a:pt x="0" y="1047830"/>
                  </a:cubicBezTo>
                  <a:lnTo>
                    <a:pt x="0" y="58126"/>
                  </a:lnTo>
                  <a:cubicBezTo>
                    <a:pt x="0" y="26024"/>
                    <a:pt x="26024" y="0"/>
                    <a:pt x="58126" y="0"/>
                  </a:cubicBezTo>
                  <a:close/>
                </a:path>
              </a:pathLst>
            </a:custGeom>
            <a:solidFill>
              <a:srgbClr val="D3E7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0"/>
            <p:cNvSpPr txBox="1"/>
            <p:nvPr/>
          </p:nvSpPr>
          <p:spPr>
            <a:xfrm>
              <a:off x="0" y="-38100"/>
              <a:ext cx="1227780" cy="11440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9" u="none" cap="none" strike="noStrike">
                  <a:solidFill>
                    <a:srgbClr val="000000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Una función que recuerda el scope donde fue creada, incluso después de que ese ámbito haya terminado.</a:t>
              </a:r>
              <a:endParaRPr/>
            </a:p>
            <a:p>
              <a:pPr indent="0" lvl="0" marL="0" marR="0" rtl="0" algn="ctr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99" u="none" cap="none" strike="noStrike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</p:grpSp>
      <p:sp>
        <p:nvSpPr>
          <p:cNvPr id="180" name="Google Shape;180;p20"/>
          <p:cNvSpPr txBox="1"/>
          <p:nvPr/>
        </p:nvSpPr>
        <p:spPr>
          <a:xfrm>
            <a:off x="1609502" y="1665575"/>
            <a:ext cx="6739500" cy="23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1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9" u="none" cap="none" strike="noStrike">
                <a:solidFill>
                  <a:srgbClr val="022033"/>
                </a:solidFill>
                <a:latin typeface="Arial"/>
                <a:ea typeface="Arial"/>
                <a:cs typeface="Arial"/>
                <a:sym typeface="Arial"/>
              </a:rPr>
              <a:t>CLOSURE O CERRADURA</a:t>
            </a:r>
            <a:endParaRPr sz="500"/>
          </a:p>
        </p:txBody>
      </p:sp>
      <p:sp>
        <p:nvSpPr>
          <p:cNvPr id="181" name="Google Shape;181;p20"/>
          <p:cNvSpPr/>
          <p:nvPr/>
        </p:nvSpPr>
        <p:spPr>
          <a:xfrm rot="7491922">
            <a:off x="-4541578" y="-5401015"/>
            <a:ext cx="7242048" cy="8229600"/>
          </a:xfrm>
          <a:custGeom>
            <a:rect b="b" l="l" r="r" t="t"/>
            <a:pathLst>
              <a:path extrusionOk="0"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p20"/>
          <p:cNvSpPr/>
          <p:nvPr/>
        </p:nvSpPr>
        <p:spPr>
          <a:xfrm rot="7774774">
            <a:off x="-3290302" y="2455612"/>
            <a:ext cx="5942288" cy="4757155"/>
          </a:xfrm>
          <a:custGeom>
            <a:rect b="b" l="l" r="r" t="t"/>
            <a:pathLst>
              <a:path extrusionOk="0"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20"/>
          <p:cNvSpPr/>
          <p:nvPr/>
        </p:nvSpPr>
        <p:spPr>
          <a:xfrm rot="-8544531">
            <a:off x="16830150" y="381214"/>
            <a:ext cx="7242048" cy="8229600"/>
          </a:xfrm>
          <a:custGeom>
            <a:rect b="b" l="l" r="r" t="t"/>
            <a:pathLst>
              <a:path extrusionOk="0"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20"/>
          <p:cNvSpPr/>
          <p:nvPr/>
        </p:nvSpPr>
        <p:spPr>
          <a:xfrm rot="7774774">
            <a:off x="14288156" y="8336982"/>
            <a:ext cx="5942288" cy="4757155"/>
          </a:xfrm>
          <a:custGeom>
            <a:rect b="b" l="l" r="r" t="t"/>
            <a:pathLst>
              <a:path extrusionOk="0"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p20"/>
          <p:cNvSpPr/>
          <p:nvPr/>
        </p:nvSpPr>
        <p:spPr>
          <a:xfrm>
            <a:off x="9339356" y="2565914"/>
            <a:ext cx="7290338" cy="5155173"/>
          </a:xfrm>
          <a:custGeom>
            <a:rect b="b" l="l" r="r" t="t"/>
            <a:pathLst>
              <a:path extrusionOk="0" h="5155173" w="7290338">
                <a:moveTo>
                  <a:pt x="0" y="0"/>
                </a:moveTo>
                <a:lnTo>
                  <a:pt x="7290337" y="0"/>
                </a:lnTo>
                <a:lnTo>
                  <a:pt x="7290337" y="5155172"/>
                </a:lnTo>
                <a:lnTo>
                  <a:pt x="0" y="5155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6" name="Google Shape;186;p20"/>
          <p:cNvSpPr/>
          <p:nvPr/>
        </p:nvSpPr>
        <p:spPr>
          <a:xfrm>
            <a:off x="7976197" y="1148931"/>
            <a:ext cx="943534" cy="7631524"/>
          </a:xfrm>
          <a:custGeom>
            <a:rect b="b" l="l" r="r" t="t"/>
            <a:pathLst>
              <a:path extrusionOk="0" h="7631524" w="943534">
                <a:moveTo>
                  <a:pt x="0" y="0"/>
                </a:moveTo>
                <a:lnTo>
                  <a:pt x="943534" y="0"/>
                </a:lnTo>
                <a:lnTo>
                  <a:pt x="943534" y="7631524"/>
                </a:lnTo>
                <a:lnTo>
                  <a:pt x="0" y="7631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oogle Shape;191;p21"/>
          <p:cNvGrpSpPr/>
          <p:nvPr/>
        </p:nvGrpSpPr>
        <p:grpSpPr>
          <a:xfrm>
            <a:off x="2388816" y="3892391"/>
            <a:ext cx="4661729" cy="4343837"/>
            <a:chOff x="0" y="-38100"/>
            <a:chExt cx="1227780" cy="1144056"/>
          </a:xfrm>
        </p:grpSpPr>
        <p:sp>
          <p:nvSpPr>
            <p:cNvPr id="192" name="Google Shape;192;p21"/>
            <p:cNvSpPr/>
            <p:nvPr/>
          </p:nvSpPr>
          <p:spPr>
            <a:xfrm>
              <a:off x="0" y="0"/>
              <a:ext cx="1227780" cy="1105956"/>
            </a:xfrm>
            <a:custGeom>
              <a:rect b="b" l="l" r="r" t="t"/>
              <a:pathLst>
                <a:path extrusionOk="0" h="1105956" w="1227780">
                  <a:moveTo>
                    <a:pt x="58126" y="0"/>
                  </a:moveTo>
                  <a:lnTo>
                    <a:pt x="1169654" y="0"/>
                  </a:lnTo>
                  <a:cubicBezTo>
                    <a:pt x="1201756" y="0"/>
                    <a:pt x="1227780" y="26024"/>
                    <a:pt x="1227780" y="58126"/>
                  </a:cubicBezTo>
                  <a:lnTo>
                    <a:pt x="1227780" y="1047830"/>
                  </a:lnTo>
                  <a:cubicBezTo>
                    <a:pt x="1227780" y="1079932"/>
                    <a:pt x="1201756" y="1105956"/>
                    <a:pt x="1169654" y="1105956"/>
                  </a:cubicBezTo>
                  <a:lnTo>
                    <a:pt x="58126" y="1105956"/>
                  </a:lnTo>
                  <a:cubicBezTo>
                    <a:pt x="26024" y="1105956"/>
                    <a:pt x="0" y="1079932"/>
                    <a:pt x="0" y="1047830"/>
                  </a:cubicBezTo>
                  <a:lnTo>
                    <a:pt x="0" y="58126"/>
                  </a:lnTo>
                  <a:cubicBezTo>
                    <a:pt x="0" y="26024"/>
                    <a:pt x="26024" y="0"/>
                    <a:pt x="58126" y="0"/>
                  </a:cubicBezTo>
                  <a:close/>
                </a:path>
              </a:pathLst>
            </a:custGeom>
            <a:solidFill>
              <a:srgbClr val="D3E7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1"/>
            <p:cNvSpPr txBox="1"/>
            <p:nvPr/>
          </p:nvSpPr>
          <p:spPr>
            <a:xfrm>
              <a:off x="0" y="-38100"/>
              <a:ext cx="1227780" cy="11440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9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La manera en que se selecciona la variable a utilizar en base al nivel de entorno en que se llama.</a:t>
              </a:r>
              <a:endParaRPr/>
            </a:p>
            <a:p>
              <a:pPr indent="0" lvl="0" marL="0" marR="0" rtl="0" algn="ctr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94" name="Google Shape;194;p21"/>
          <p:cNvSpPr txBox="1"/>
          <p:nvPr/>
        </p:nvSpPr>
        <p:spPr>
          <a:xfrm>
            <a:off x="1609489" y="1665581"/>
            <a:ext cx="5832300" cy="18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1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99">
                <a:solidFill>
                  <a:srgbClr val="022033"/>
                </a:solidFill>
              </a:rPr>
              <a:t>RESOLUCIÓN</a:t>
            </a:r>
            <a:r>
              <a:rPr b="0" i="0" lang="en-US" sz="6399" u="none" cap="none" strike="noStrike">
                <a:solidFill>
                  <a:srgbClr val="022033"/>
                </a:solidFill>
                <a:latin typeface="Arial"/>
                <a:ea typeface="Arial"/>
                <a:cs typeface="Arial"/>
                <a:sym typeface="Arial"/>
              </a:rPr>
              <a:t> DE VARIABLES</a:t>
            </a:r>
            <a:endParaRPr sz="100"/>
          </a:p>
        </p:txBody>
      </p:sp>
      <p:sp>
        <p:nvSpPr>
          <p:cNvPr id="195" name="Google Shape;195;p21"/>
          <p:cNvSpPr/>
          <p:nvPr/>
        </p:nvSpPr>
        <p:spPr>
          <a:xfrm rot="7491922">
            <a:off x="-4541578" y="-5401015"/>
            <a:ext cx="7242048" cy="8229600"/>
          </a:xfrm>
          <a:custGeom>
            <a:rect b="b" l="l" r="r" t="t"/>
            <a:pathLst>
              <a:path extrusionOk="0"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6" name="Google Shape;196;p21"/>
          <p:cNvSpPr/>
          <p:nvPr/>
        </p:nvSpPr>
        <p:spPr>
          <a:xfrm rot="7774774">
            <a:off x="-3290302" y="2455612"/>
            <a:ext cx="5942288" cy="4757155"/>
          </a:xfrm>
          <a:custGeom>
            <a:rect b="b" l="l" r="r" t="t"/>
            <a:pathLst>
              <a:path extrusionOk="0"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7" name="Google Shape;197;p21"/>
          <p:cNvSpPr/>
          <p:nvPr/>
        </p:nvSpPr>
        <p:spPr>
          <a:xfrm rot="-8544531">
            <a:off x="16830150" y="381214"/>
            <a:ext cx="7242048" cy="8229600"/>
          </a:xfrm>
          <a:custGeom>
            <a:rect b="b" l="l" r="r" t="t"/>
            <a:pathLst>
              <a:path extrusionOk="0"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8" name="Google Shape;198;p21"/>
          <p:cNvSpPr/>
          <p:nvPr/>
        </p:nvSpPr>
        <p:spPr>
          <a:xfrm rot="7774774">
            <a:off x="14288156" y="8336982"/>
            <a:ext cx="5942288" cy="4757155"/>
          </a:xfrm>
          <a:custGeom>
            <a:rect b="b" l="l" r="r" t="t"/>
            <a:pathLst>
              <a:path extrusionOk="0"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9" name="Google Shape;199;p21"/>
          <p:cNvSpPr/>
          <p:nvPr/>
        </p:nvSpPr>
        <p:spPr>
          <a:xfrm>
            <a:off x="7976197" y="1148931"/>
            <a:ext cx="943534" cy="7631524"/>
          </a:xfrm>
          <a:custGeom>
            <a:rect b="b" l="l" r="r" t="t"/>
            <a:pathLst>
              <a:path extrusionOk="0" h="7631524" w="943534">
                <a:moveTo>
                  <a:pt x="0" y="0"/>
                </a:moveTo>
                <a:lnTo>
                  <a:pt x="943534" y="0"/>
                </a:lnTo>
                <a:lnTo>
                  <a:pt x="943534" y="7631524"/>
                </a:lnTo>
                <a:lnTo>
                  <a:pt x="0" y="7631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0" name="Google Shape;200;p21"/>
          <p:cNvSpPr/>
          <p:nvPr/>
        </p:nvSpPr>
        <p:spPr>
          <a:xfrm>
            <a:off x="9144000" y="3194679"/>
            <a:ext cx="7024454" cy="3540028"/>
          </a:xfrm>
          <a:custGeom>
            <a:rect b="b" l="l" r="r" t="t"/>
            <a:pathLst>
              <a:path extrusionOk="0" h="3540028" w="7024454">
                <a:moveTo>
                  <a:pt x="0" y="0"/>
                </a:moveTo>
                <a:lnTo>
                  <a:pt x="7024454" y="0"/>
                </a:lnTo>
                <a:lnTo>
                  <a:pt x="7024454" y="3540028"/>
                </a:lnTo>
                <a:lnTo>
                  <a:pt x="0" y="35400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22"/>
          <p:cNvGrpSpPr/>
          <p:nvPr/>
        </p:nvGrpSpPr>
        <p:grpSpPr>
          <a:xfrm>
            <a:off x="2388816" y="3892391"/>
            <a:ext cx="4661729" cy="4343837"/>
            <a:chOff x="0" y="-38100"/>
            <a:chExt cx="1227780" cy="1144056"/>
          </a:xfrm>
        </p:grpSpPr>
        <p:sp>
          <p:nvSpPr>
            <p:cNvPr id="206" name="Google Shape;206;p22"/>
            <p:cNvSpPr/>
            <p:nvPr/>
          </p:nvSpPr>
          <p:spPr>
            <a:xfrm>
              <a:off x="0" y="0"/>
              <a:ext cx="1227780" cy="1105956"/>
            </a:xfrm>
            <a:custGeom>
              <a:rect b="b" l="l" r="r" t="t"/>
              <a:pathLst>
                <a:path extrusionOk="0" h="1105956" w="1227780">
                  <a:moveTo>
                    <a:pt x="58126" y="0"/>
                  </a:moveTo>
                  <a:lnTo>
                    <a:pt x="1169654" y="0"/>
                  </a:lnTo>
                  <a:cubicBezTo>
                    <a:pt x="1201756" y="0"/>
                    <a:pt x="1227780" y="26024"/>
                    <a:pt x="1227780" y="58126"/>
                  </a:cubicBezTo>
                  <a:lnTo>
                    <a:pt x="1227780" y="1047830"/>
                  </a:lnTo>
                  <a:cubicBezTo>
                    <a:pt x="1227780" y="1079932"/>
                    <a:pt x="1201756" y="1105956"/>
                    <a:pt x="1169654" y="1105956"/>
                  </a:cubicBezTo>
                  <a:lnTo>
                    <a:pt x="58126" y="1105956"/>
                  </a:lnTo>
                  <a:cubicBezTo>
                    <a:pt x="26024" y="1105956"/>
                    <a:pt x="0" y="1079932"/>
                    <a:pt x="0" y="1047830"/>
                  </a:cubicBezTo>
                  <a:lnTo>
                    <a:pt x="0" y="58126"/>
                  </a:lnTo>
                  <a:cubicBezTo>
                    <a:pt x="0" y="26024"/>
                    <a:pt x="26024" y="0"/>
                    <a:pt x="58126" y="0"/>
                  </a:cubicBezTo>
                  <a:close/>
                </a:path>
              </a:pathLst>
            </a:custGeom>
            <a:solidFill>
              <a:srgbClr val="D3E7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2"/>
            <p:cNvSpPr txBox="1"/>
            <p:nvPr/>
          </p:nvSpPr>
          <p:spPr>
            <a:xfrm>
              <a:off x="0" y="-38100"/>
              <a:ext cx="1227780" cy="11440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9" u="none" cap="none" strike="noStrike">
                  <a:solidFill>
                    <a:srgbClr val="000000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La declaración de funciones y variables se elevan al inicio del contexto mas no su definición.</a:t>
              </a:r>
              <a:endParaRPr/>
            </a:p>
          </p:txBody>
        </p:sp>
      </p:grpSp>
      <p:sp>
        <p:nvSpPr>
          <p:cNvPr id="208" name="Google Shape;208;p22"/>
          <p:cNvSpPr txBox="1"/>
          <p:nvPr/>
        </p:nvSpPr>
        <p:spPr>
          <a:xfrm>
            <a:off x="1609489" y="1665581"/>
            <a:ext cx="5832197" cy="1314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1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99" u="none" cap="none" strike="noStrike">
                <a:solidFill>
                  <a:srgbClr val="022033"/>
                </a:solidFill>
                <a:latin typeface="Arial"/>
                <a:ea typeface="Arial"/>
                <a:cs typeface="Arial"/>
                <a:sym typeface="Arial"/>
              </a:rPr>
              <a:t>HOISTING</a:t>
            </a:r>
            <a:endParaRPr/>
          </a:p>
        </p:txBody>
      </p:sp>
      <p:sp>
        <p:nvSpPr>
          <p:cNvPr id="209" name="Google Shape;209;p22"/>
          <p:cNvSpPr/>
          <p:nvPr/>
        </p:nvSpPr>
        <p:spPr>
          <a:xfrm rot="7491922">
            <a:off x="-4541578" y="-5401015"/>
            <a:ext cx="7242048" cy="8229600"/>
          </a:xfrm>
          <a:custGeom>
            <a:rect b="b" l="l" r="r" t="t"/>
            <a:pathLst>
              <a:path extrusionOk="0"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0" name="Google Shape;210;p22"/>
          <p:cNvSpPr/>
          <p:nvPr/>
        </p:nvSpPr>
        <p:spPr>
          <a:xfrm rot="7774774">
            <a:off x="-3290302" y="2455612"/>
            <a:ext cx="5942288" cy="4757155"/>
          </a:xfrm>
          <a:custGeom>
            <a:rect b="b" l="l" r="r" t="t"/>
            <a:pathLst>
              <a:path extrusionOk="0"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1" name="Google Shape;211;p22"/>
          <p:cNvSpPr/>
          <p:nvPr/>
        </p:nvSpPr>
        <p:spPr>
          <a:xfrm rot="-8544531">
            <a:off x="16830150" y="381214"/>
            <a:ext cx="7242048" cy="8229600"/>
          </a:xfrm>
          <a:custGeom>
            <a:rect b="b" l="l" r="r" t="t"/>
            <a:pathLst>
              <a:path extrusionOk="0"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p22"/>
          <p:cNvSpPr/>
          <p:nvPr/>
        </p:nvSpPr>
        <p:spPr>
          <a:xfrm rot="7774774">
            <a:off x="14288156" y="8336982"/>
            <a:ext cx="5942288" cy="4757155"/>
          </a:xfrm>
          <a:custGeom>
            <a:rect b="b" l="l" r="r" t="t"/>
            <a:pathLst>
              <a:path extrusionOk="0"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22"/>
          <p:cNvSpPr/>
          <p:nvPr/>
        </p:nvSpPr>
        <p:spPr>
          <a:xfrm>
            <a:off x="7976197" y="1148931"/>
            <a:ext cx="943534" cy="7631524"/>
          </a:xfrm>
          <a:custGeom>
            <a:rect b="b" l="l" r="r" t="t"/>
            <a:pathLst>
              <a:path extrusionOk="0" h="7631524" w="943534">
                <a:moveTo>
                  <a:pt x="0" y="0"/>
                </a:moveTo>
                <a:lnTo>
                  <a:pt x="943534" y="0"/>
                </a:lnTo>
                <a:lnTo>
                  <a:pt x="943534" y="7631524"/>
                </a:lnTo>
                <a:lnTo>
                  <a:pt x="0" y="7631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4" name="Google Shape;214;p22"/>
          <p:cNvSpPr/>
          <p:nvPr/>
        </p:nvSpPr>
        <p:spPr>
          <a:xfrm>
            <a:off x="9144000" y="4424971"/>
            <a:ext cx="7719042" cy="1079444"/>
          </a:xfrm>
          <a:custGeom>
            <a:rect b="b" l="l" r="r" t="t"/>
            <a:pathLst>
              <a:path extrusionOk="0" h="1079444" w="7719042">
                <a:moveTo>
                  <a:pt x="0" y="0"/>
                </a:moveTo>
                <a:lnTo>
                  <a:pt x="7719042" y="0"/>
                </a:lnTo>
                <a:lnTo>
                  <a:pt x="7719042" y="1079444"/>
                </a:lnTo>
                <a:lnTo>
                  <a:pt x="0" y="10794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oogle Shape;219;p23"/>
          <p:cNvGrpSpPr/>
          <p:nvPr/>
        </p:nvGrpSpPr>
        <p:grpSpPr>
          <a:xfrm>
            <a:off x="2388816" y="3892391"/>
            <a:ext cx="4661729" cy="4343837"/>
            <a:chOff x="0" y="-38100"/>
            <a:chExt cx="1227780" cy="1144056"/>
          </a:xfrm>
        </p:grpSpPr>
        <p:sp>
          <p:nvSpPr>
            <p:cNvPr id="220" name="Google Shape;220;p23"/>
            <p:cNvSpPr/>
            <p:nvPr/>
          </p:nvSpPr>
          <p:spPr>
            <a:xfrm>
              <a:off x="0" y="0"/>
              <a:ext cx="1227780" cy="1105956"/>
            </a:xfrm>
            <a:custGeom>
              <a:rect b="b" l="l" r="r" t="t"/>
              <a:pathLst>
                <a:path extrusionOk="0" h="1105956" w="1227780">
                  <a:moveTo>
                    <a:pt x="58126" y="0"/>
                  </a:moveTo>
                  <a:lnTo>
                    <a:pt x="1169654" y="0"/>
                  </a:lnTo>
                  <a:cubicBezTo>
                    <a:pt x="1201756" y="0"/>
                    <a:pt x="1227780" y="26024"/>
                    <a:pt x="1227780" y="58126"/>
                  </a:cubicBezTo>
                  <a:lnTo>
                    <a:pt x="1227780" y="1047830"/>
                  </a:lnTo>
                  <a:cubicBezTo>
                    <a:pt x="1227780" y="1079932"/>
                    <a:pt x="1201756" y="1105956"/>
                    <a:pt x="1169654" y="1105956"/>
                  </a:cubicBezTo>
                  <a:lnTo>
                    <a:pt x="58126" y="1105956"/>
                  </a:lnTo>
                  <a:cubicBezTo>
                    <a:pt x="26024" y="1105956"/>
                    <a:pt x="0" y="1079932"/>
                    <a:pt x="0" y="1047830"/>
                  </a:cubicBezTo>
                  <a:lnTo>
                    <a:pt x="0" y="58126"/>
                  </a:lnTo>
                  <a:cubicBezTo>
                    <a:pt x="0" y="26024"/>
                    <a:pt x="26024" y="0"/>
                    <a:pt x="58126" y="0"/>
                  </a:cubicBezTo>
                  <a:close/>
                </a:path>
              </a:pathLst>
            </a:custGeom>
            <a:solidFill>
              <a:srgbClr val="D3E7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3"/>
            <p:cNvSpPr txBox="1"/>
            <p:nvPr/>
          </p:nvSpPr>
          <p:spPr>
            <a:xfrm>
              <a:off x="0" y="-38100"/>
              <a:ext cx="1227780" cy="11440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9" u="none" cap="none" strike="noStrike">
                  <a:solidFill>
                    <a:srgbClr val="000000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Es el listado de llamadas a funciones en orden de ejecución.</a:t>
              </a:r>
              <a:endParaRPr/>
            </a:p>
          </p:txBody>
        </p:sp>
      </p:grpSp>
      <p:sp>
        <p:nvSpPr>
          <p:cNvPr id="222" name="Google Shape;222;p23"/>
          <p:cNvSpPr txBox="1"/>
          <p:nvPr/>
        </p:nvSpPr>
        <p:spPr>
          <a:xfrm>
            <a:off x="1297287" y="1566100"/>
            <a:ext cx="6844800" cy="25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1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99" u="none" cap="none" strike="noStrike">
                <a:solidFill>
                  <a:srgbClr val="022033"/>
                </a:solidFill>
                <a:latin typeface="Arial"/>
                <a:ea typeface="Arial"/>
                <a:cs typeface="Arial"/>
                <a:sym typeface="Arial"/>
              </a:rPr>
              <a:t>CALL STACK</a:t>
            </a:r>
            <a:endParaRPr/>
          </a:p>
        </p:txBody>
      </p:sp>
      <p:sp>
        <p:nvSpPr>
          <p:cNvPr id="223" name="Google Shape;223;p23"/>
          <p:cNvSpPr/>
          <p:nvPr/>
        </p:nvSpPr>
        <p:spPr>
          <a:xfrm rot="7491922">
            <a:off x="-4541578" y="-5401015"/>
            <a:ext cx="7242048" cy="8229600"/>
          </a:xfrm>
          <a:custGeom>
            <a:rect b="b" l="l" r="r" t="t"/>
            <a:pathLst>
              <a:path extrusionOk="0"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4" name="Google Shape;224;p23"/>
          <p:cNvSpPr/>
          <p:nvPr/>
        </p:nvSpPr>
        <p:spPr>
          <a:xfrm rot="7774774">
            <a:off x="-3290302" y="2455612"/>
            <a:ext cx="5942288" cy="4757155"/>
          </a:xfrm>
          <a:custGeom>
            <a:rect b="b" l="l" r="r" t="t"/>
            <a:pathLst>
              <a:path extrusionOk="0"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p23"/>
          <p:cNvSpPr/>
          <p:nvPr/>
        </p:nvSpPr>
        <p:spPr>
          <a:xfrm rot="-8544531">
            <a:off x="16830150" y="381214"/>
            <a:ext cx="7242048" cy="8229600"/>
          </a:xfrm>
          <a:custGeom>
            <a:rect b="b" l="l" r="r" t="t"/>
            <a:pathLst>
              <a:path extrusionOk="0"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6" name="Google Shape;226;p23"/>
          <p:cNvSpPr/>
          <p:nvPr/>
        </p:nvSpPr>
        <p:spPr>
          <a:xfrm rot="7774774">
            <a:off x="14288156" y="8336982"/>
            <a:ext cx="5942288" cy="4757155"/>
          </a:xfrm>
          <a:custGeom>
            <a:rect b="b" l="l" r="r" t="t"/>
            <a:pathLst>
              <a:path extrusionOk="0"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7" name="Google Shape;227;p23"/>
          <p:cNvSpPr/>
          <p:nvPr/>
        </p:nvSpPr>
        <p:spPr>
          <a:xfrm>
            <a:off x="7976197" y="1148931"/>
            <a:ext cx="943534" cy="7631524"/>
          </a:xfrm>
          <a:custGeom>
            <a:rect b="b" l="l" r="r" t="t"/>
            <a:pathLst>
              <a:path extrusionOk="0" h="7631524" w="943534">
                <a:moveTo>
                  <a:pt x="0" y="0"/>
                </a:moveTo>
                <a:lnTo>
                  <a:pt x="943534" y="0"/>
                </a:lnTo>
                <a:lnTo>
                  <a:pt x="943534" y="7631524"/>
                </a:lnTo>
                <a:lnTo>
                  <a:pt x="0" y="7631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" name="Google Shape;228;p23"/>
          <p:cNvSpPr/>
          <p:nvPr/>
        </p:nvSpPr>
        <p:spPr>
          <a:xfrm>
            <a:off x="9585200" y="3355880"/>
            <a:ext cx="7277842" cy="3575240"/>
          </a:xfrm>
          <a:custGeom>
            <a:rect b="b" l="l" r="r" t="t"/>
            <a:pathLst>
              <a:path extrusionOk="0" h="3575240" w="7277842">
                <a:moveTo>
                  <a:pt x="0" y="0"/>
                </a:moveTo>
                <a:lnTo>
                  <a:pt x="7277842" y="0"/>
                </a:lnTo>
                <a:lnTo>
                  <a:pt x="7277842" y="3575240"/>
                </a:lnTo>
                <a:lnTo>
                  <a:pt x="0" y="35752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 rot="7495297">
            <a:off x="-4542891" y="-5406636"/>
            <a:ext cx="7242614" cy="8230243"/>
          </a:xfrm>
          <a:custGeom>
            <a:rect b="b" l="l" r="r" t="t"/>
            <a:pathLst>
              <a:path extrusionOk="0"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p24"/>
          <p:cNvSpPr/>
          <p:nvPr/>
        </p:nvSpPr>
        <p:spPr>
          <a:xfrm rot="7777326">
            <a:off x="-3288552" y="2453403"/>
            <a:ext cx="5940226" cy="4755505"/>
          </a:xfrm>
          <a:custGeom>
            <a:rect b="b" l="l" r="r" t="t"/>
            <a:pathLst>
              <a:path extrusionOk="0"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5" name="Google Shape;235;p24"/>
          <p:cNvSpPr/>
          <p:nvPr/>
        </p:nvSpPr>
        <p:spPr>
          <a:xfrm rot="-8544837">
            <a:off x="16829353" y="380497"/>
            <a:ext cx="7242614" cy="8230243"/>
          </a:xfrm>
          <a:custGeom>
            <a:rect b="b" l="l" r="r" t="t"/>
            <a:pathLst>
              <a:path extrusionOk="0"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6" name="Google Shape;236;p24"/>
          <p:cNvSpPr/>
          <p:nvPr/>
        </p:nvSpPr>
        <p:spPr>
          <a:xfrm rot="7777326">
            <a:off x="14289906" y="8334773"/>
            <a:ext cx="5940226" cy="4755505"/>
          </a:xfrm>
          <a:custGeom>
            <a:rect b="b" l="l" r="r" t="t"/>
            <a:pathLst>
              <a:path extrusionOk="0"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7" name="Google Shape;237;p24"/>
          <p:cNvSpPr txBox="1"/>
          <p:nvPr/>
        </p:nvSpPr>
        <p:spPr>
          <a:xfrm>
            <a:off x="2219412" y="4481838"/>
            <a:ext cx="13849200" cy="13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98">
                <a:solidFill>
                  <a:schemeClr val="dk2"/>
                </a:solidFill>
              </a:rPr>
              <a:t>Ejemplo Práctico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/>
          <p:nvPr/>
        </p:nvSpPr>
        <p:spPr>
          <a:xfrm rot="7495297">
            <a:off x="-4542891" y="-5406636"/>
            <a:ext cx="7242614" cy="8230243"/>
          </a:xfrm>
          <a:custGeom>
            <a:rect b="b" l="l" r="r" t="t"/>
            <a:pathLst>
              <a:path extrusionOk="0"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3" name="Google Shape;243;p25"/>
          <p:cNvSpPr/>
          <p:nvPr/>
        </p:nvSpPr>
        <p:spPr>
          <a:xfrm rot="7777326">
            <a:off x="-3288552" y="2453403"/>
            <a:ext cx="5940226" cy="4755505"/>
          </a:xfrm>
          <a:custGeom>
            <a:rect b="b" l="l" r="r" t="t"/>
            <a:pathLst>
              <a:path extrusionOk="0"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4" name="Google Shape;244;p25"/>
          <p:cNvSpPr/>
          <p:nvPr/>
        </p:nvSpPr>
        <p:spPr>
          <a:xfrm rot="-8544837">
            <a:off x="16829353" y="380497"/>
            <a:ext cx="7242614" cy="8230243"/>
          </a:xfrm>
          <a:custGeom>
            <a:rect b="b" l="l" r="r" t="t"/>
            <a:pathLst>
              <a:path extrusionOk="0"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5" name="Google Shape;245;p25"/>
          <p:cNvSpPr/>
          <p:nvPr/>
        </p:nvSpPr>
        <p:spPr>
          <a:xfrm rot="7777326">
            <a:off x="14289906" y="8334773"/>
            <a:ext cx="5940226" cy="4755505"/>
          </a:xfrm>
          <a:custGeom>
            <a:rect b="b" l="l" r="r" t="t"/>
            <a:pathLst>
              <a:path extrusionOk="0"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6" name="Google Shape;246;p25"/>
          <p:cNvSpPr txBox="1"/>
          <p:nvPr/>
        </p:nvSpPr>
        <p:spPr>
          <a:xfrm>
            <a:off x="2230237" y="2773338"/>
            <a:ext cx="13849200" cy="13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98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¡Gracias por su atención!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47" name="Google Shape;247;p25"/>
          <p:cNvSpPr txBox="1"/>
          <p:nvPr/>
        </p:nvSpPr>
        <p:spPr>
          <a:xfrm>
            <a:off x="3743884" y="6126618"/>
            <a:ext cx="108003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99" u="none" cap="none" strike="noStrike">
                <a:solidFill>
                  <a:schemeClr val="dk1"/>
                </a:solidFill>
                <a:latin typeface="Saira Light"/>
                <a:ea typeface="Saira Light"/>
                <a:cs typeface="Saira Light"/>
                <a:sym typeface="Saira Light"/>
              </a:rPr>
              <a:t>¿Dudas?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15530732" y="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