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Oswald"/>
      <p:bold r:id="rId17"/>
    </p:embeddedFont>
    <p:embeddedFont>
      <p:font typeface="Open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Z2fdobKl29I5ED4VheGc9Z0TQ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5547728" y="7975577"/>
            <a:ext cx="2343934" cy="1739314"/>
            <a:chOff x="0" y="-38100"/>
            <a:chExt cx="743636" cy="551815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743636" cy="513715"/>
            </a:xfrm>
            <a:custGeom>
              <a:rect b="b" l="l" r="r" t="t"/>
              <a:pathLst>
                <a:path extrusionOk="0" h="513715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513715"/>
                  </a:lnTo>
                  <a:lnTo>
                    <a:pt x="0" y="5137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38100"/>
              <a:ext cx="743636" cy="551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8054427" y="5921044"/>
            <a:ext cx="233573" cy="2682028"/>
            <a:chOff x="0" y="-38100"/>
            <a:chExt cx="74103" cy="8509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14048757" y="3125534"/>
            <a:ext cx="2561937" cy="2682028"/>
            <a:chOff x="0" y="-38100"/>
            <a:chExt cx="812800" cy="8509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5979094" y="5938806"/>
            <a:ext cx="1783740" cy="1903831"/>
            <a:chOff x="0" y="-38100"/>
            <a:chExt cx="565909" cy="604009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16813615" y="4446659"/>
            <a:ext cx="1240812" cy="1360903"/>
            <a:chOff x="0" y="-38100"/>
            <a:chExt cx="393660" cy="43176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 rot="10800000">
            <a:off x="0" y="9565097"/>
            <a:ext cx="18288000" cy="444250"/>
            <a:chOff x="0" y="-38100"/>
            <a:chExt cx="4816593" cy="117004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4816592" cy="78904"/>
            </a:xfrm>
            <a:custGeom>
              <a:rect b="b" l="l" r="r" t="t"/>
              <a:pathLst>
                <a:path extrusionOk="0" h="7890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8904"/>
                  </a:lnTo>
                  <a:lnTo>
                    <a:pt x="0" y="78904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0" y="-38100"/>
              <a:ext cx="4816593" cy="117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6505823" y="6329859"/>
            <a:ext cx="730281" cy="1243513"/>
          </a:xfrm>
          <a:custGeom>
            <a:rect b="b" l="l" r="r" t="t"/>
            <a:pathLst>
              <a:path extrusionOk="0" h="1243513" w="730281">
                <a:moveTo>
                  <a:pt x="0" y="0"/>
                </a:moveTo>
                <a:lnTo>
                  <a:pt x="730282" y="0"/>
                </a:lnTo>
                <a:lnTo>
                  <a:pt x="730282" y="1243513"/>
                </a:lnTo>
                <a:lnTo>
                  <a:pt x="0" y="1243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2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 txBox="1"/>
          <p:nvPr/>
        </p:nvSpPr>
        <p:spPr>
          <a:xfrm>
            <a:off x="920057" y="1798356"/>
            <a:ext cx="128733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latin typeface="Oswald"/>
                <a:ea typeface="Oswald"/>
                <a:cs typeface="Oswald"/>
                <a:sym typeface="Oswald"/>
              </a:rPr>
              <a:t>Organización</a:t>
            </a: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de Lenguajes y Compiladores 2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2722852" y="5325915"/>
            <a:ext cx="9267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99">
                <a:latin typeface="Oswald"/>
                <a:ea typeface="Oswald"/>
                <a:cs typeface="Oswald"/>
                <a:sym typeface="Oswald"/>
              </a:rPr>
              <a:t>Primer</a:t>
            </a:r>
            <a:r>
              <a:rPr b="0" i="0" lang="en-US" sz="5199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Semestre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028700" y="7264954"/>
            <a:ext cx="92676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Escuela de Ciencias y Sistemas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Facultad de </a:t>
            </a:r>
            <a:r>
              <a:rPr lang="en-US" sz="3399"/>
              <a:t>Ingeniería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17326686" y="4873149"/>
            <a:ext cx="214670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5" name="Google Shape;125;p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127" name="Google Shape;127;p2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128" name="Google Shape;128;p2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130" name="Google Shape;130;p2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31" name="Google Shape;131;p2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34" name="Google Shape;134;p2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2"/>
          <p:cNvGrpSpPr/>
          <p:nvPr/>
        </p:nvGrpSpPr>
        <p:grpSpPr>
          <a:xfrm>
            <a:off x="1318227" y="2875785"/>
            <a:ext cx="8305000" cy="1255571"/>
            <a:chOff x="0" y="-289413"/>
            <a:chExt cx="11073334" cy="1674094"/>
          </a:xfrm>
        </p:grpSpPr>
        <p:grpSp>
          <p:nvGrpSpPr>
            <p:cNvPr id="136" name="Google Shape;136;p2"/>
            <p:cNvGrpSpPr/>
            <p:nvPr/>
          </p:nvGrpSpPr>
          <p:grpSpPr>
            <a:xfrm>
              <a:off x="0" y="-289413"/>
              <a:ext cx="11073334" cy="1674094"/>
              <a:chOff x="0" y="-57150"/>
              <a:chExt cx="2187321" cy="330581"/>
            </a:xfrm>
          </p:grpSpPr>
          <p:sp>
            <p:nvSpPr>
              <p:cNvPr id="137" name="Google Shape;137;p2"/>
              <p:cNvSpPr/>
              <p:nvPr/>
            </p:nvSpPr>
            <p:spPr>
              <a:xfrm>
                <a:off x="0" y="0"/>
                <a:ext cx="2187321" cy="273431"/>
              </a:xfrm>
              <a:custGeom>
                <a:rect b="b" l="l" r="r" t="t"/>
                <a:pathLst>
                  <a:path extrusionOk="0" h="273431" w="2187321">
                    <a:moveTo>
                      <a:pt x="2187321" y="93220"/>
                    </a:moveTo>
                    <a:lnTo>
                      <a:pt x="2187321" y="180211"/>
                    </a:lnTo>
                    <a:cubicBezTo>
                      <a:pt x="2187321" y="231695"/>
                      <a:pt x="2145585" y="273431"/>
                      <a:pt x="2094101" y="273431"/>
                    </a:cubicBezTo>
                    <a:lnTo>
                      <a:pt x="93220" y="273431"/>
                    </a:lnTo>
                    <a:cubicBezTo>
                      <a:pt x="41736" y="273431"/>
                      <a:pt x="0" y="231695"/>
                      <a:pt x="0" y="180211"/>
                    </a:cubicBezTo>
                    <a:lnTo>
                      <a:pt x="0" y="93220"/>
                    </a:lnTo>
                    <a:cubicBezTo>
                      <a:pt x="0" y="41736"/>
                      <a:pt x="41736" y="0"/>
                      <a:pt x="93220" y="0"/>
                    </a:cubicBezTo>
                    <a:lnTo>
                      <a:pt x="2094101" y="0"/>
                    </a:lnTo>
                    <a:cubicBezTo>
                      <a:pt x="2145585" y="0"/>
                      <a:pt x="2187321" y="41736"/>
                      <a:pt x="2187321" y="9322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2"/>
              <p:cNvSpPr txBox="1"/>
              <p:nvPr/>
            </p:nvSpPr>
            <p:spPr>
              <a:xfrm>
                <a:off x="0" y="-57150"/>
                <a:ext cx="2187321" cy="3305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Presentación del Auxiliar</a:t>
                </a:r>
                <a:endParaRPr/>
              </a:p>
            </p:txBody>
          </p:sp>
        </p:grpSp>
        <p:grpSp>
          <p:nvGrpSpPr>
            <p:cNvPr id="139" name="Google Shape;139;p2"/>
            <p:cNvGrpSpPr/>
            <p:nvPr/>
          </p:nvGrpSpPr>
          <p:grpSpPr>
            <a:xfrm>
              <a:off x="380380" y="188146"/>
              <a:ext cx="1011798" cy="1011798"/>
              <a:chOff x="0" y="0"/>
              <a:chExt cx="812800" cy="812800"/>
            </a:xfrm>
          </p:grpSpPr>
          <p:sp>
            <p:nvSpPr>
              <p:cNvPr id="140" name="Google Shape;140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71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2" name="Google Shape;142;p2"/>
          <p:cNvSpPr txBox="1"/>
          <p:nvPr/>
        </p:nvSpPr>
        <p:spPr>
          <a:xfrm>
            <a:off x="-3250069" y="786448"/>
            <a:ext cx="12873296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Agenda</a:t>
            </a:r>
            <a:endParaRPr/>
          </a:p>
        </p:txBody>
      </p:sp>
      <p:grpSp>
        <p:nvGrpSpPr>
          <p:cNvPr id="143" name="Google Shape;143;p2"/>
          <p:cNvGrpSpPr/>
          <p:nvPr/>
        </p:nvGrpSpPr>
        <p:grpSpPr>
          <a:xfrm>
            <a:off x="4286650" y="6652875"/>
            <a:ext cx="8305001" cy="1255571"/>
            <a:chOff x="0" y="-289413"/>
            <a:chExt cx="11073334" cy="1674094"/>
          </a:xfrm>
        </p:grpSpPr>
        <p:grpSp>
          <p:nvGrpSpPr>
            <p:cNvPr id="144" name="Google Shape;144;p2"/>
            <p:cNvGrpSpPr/>
            <p:nvPr/>
          </p:nvGrpSpPr>
          <p:grpSpPr>
            <a:xfrm>
              <a:off x="0" y="-289413"/>
              <a:ext cx="11073334" cy="1674094"/>
              <a:chOff x="0" y="-57150"/>
              <a:chExt cx="2187321" cy="330581"/>
            </a:xfrm>
          </p:grpSpPr>
          <p:sp>
            <p:nvSpPr>
              <p:cNvPr id="145" name="Google Shape;145;p2"/>
              <p:cNvSpPr/>
              <p:nvPr/>
            </p:nvSpPr>
            <p:spPr>
              <a:xfrm>
                <a:off x="0" y="0"/>
                <a:ext cx="2187321" cy="273431"/>
              </a:xfrm>
              <a:custGeom>
                <a:rect b="b" l="l" r="r" t="t"/>
                <a:pathLst>
                  <a:path extrusionOk="0" h="273431" w="2187321">
                    <a:moveTo>
                      <a:pt x="2187321" y="93220"/>
                    </a:moveTo>
                    <a:lnTo>
                      <a:pt x="2187321" y="180211"/>
                    </a:lnTo>
                    <a:cubicBezTo>
                      <a:pt x="2187321" y="231695"/>
                      <a:pt x="2145585" y="273431"/>
                      <a:pt x="2094101" y="273431"/>
                    </a:cubicBezTo>
                    <a:lnTo>
                      <a:pt x="93220" y="273431"/>
                    </a:lnTo>
                    <a:cubicBezTo>
                      <a:pt x="41736" y="273431"/>
                      <a:pt x="0" y="231695"/>
                      <a:pt x="0" y="180211"/>
                    </a:cubicBezTo>
                    <a:lnTo>
                      <a:pt x="0" y="93220"/>
                    </a:lnTo>
                    <a:cubicBezTo>
                      <a:pt x="0" y="41736"/>
                      <a:pt x="41736" y="0"/>
                      <a:pt x="93220" y="0"/>
                    </a:cubicBezTo>
                    <a:lnTo>
                      <a:pt x="2094101" y="0"/>
                    </a:lnTo>
                    <a:cubicBezTo>
                      <a:pt x="2145585" y="0"/>
                      <a:pt x="2187321" y="41736"/>
                      <a:pt x="2187321" y="93220"/>
                    </a:cubicBezTo>
                    <a:close/>
                  </a:path>
                </a:pathLst>
              </a:custGeom>
              <a:solidFill>
                <a:srgbClr val="AFD0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2"/>
              <p:cNvSpPr txBox="1"/>
              <p:nvPr/>
            </p:nvSpPr>
            <p:spPr>
              <a:xfrm>
                <a:off x="0" y="-57150"/>
                <a:ext cx="2187321" cy="3305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Objetivos, Competencias y Anuncios</a:t>
                </a:r>
                <a:endParaRPr/>
              </a:p>
            </p:txBody>
          </p:sp>
        </p:grpSp>
        <p:grpSp>
          <p:nvGrpSpPr>
            <p:cNvPr id="147" name="Google Shape;147;p2"/>
            <p:cNvGrpSpPr/>
            <p:nvPr/>
          </p:nvGrpSpPr>
          <p:grpSpPr>
            <a:xfrm>
              <a:off x="312090" y="186442"/>
              <a:ext cx="1011798" cy="1011798"/>
              <a:chOff x="0" y="0"/>
              <a:chExt cx="812800" cy="812800"/>
            </a:xfrm>
          </p:grpSpPr>
          <p:sp>
            <p:nvSpPr>
              <p:cNvPr id="148" name="Google Shape;148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71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0" name="Google Shape;150;p2"/>
          <p:cNvGrpSpPr/>
          <p:nvPr/>
        </p:nvGrpSpPr>
        <p:grpSpPr>
          <a:xfrm>
            <a:off x="5289752" y="7929511"/>
            <a:ext cx="8305000" cy="1255571"/>
            <a:chOff x="0" y="-289413"/>
            <a:chExt cx="11073334" cy="1674094"/>
          </a:xfrm>
        </p:grpSpPr>
        <p:grpSp>
          <p:nvGrpSpPr>
            <p:cNvPr id="151" name="Google Shape;151;p2"/>
            <p:cNvGrpSpPr/>
            <p:nvPr/>
          </p:nvGrpSpPr>
          <p:grpSpPr>
            <a:xfrm>
              <a:off x="0" y="-289413"/>
              <a:ext cx="11073334" cy="1674094"/>
              <a:chOff x="0" y="-57150"/>
              <a:chExt cx="2187321" cy="330581"/>
            </a:xfrm>
          </p:grpSpPr>
          <p:sp>
            <p:nvSpPr>
              <p:cNvPr id="152" name="Google Shape;152;p2"/>
              <p:cNvSpPr/>
              <p:nvPr/>
            </p:nvSpPr>
            <p:spPr>
              <a:xfrm>
                <a:off x="0" y="0"/>
                <a:ext cx="2187321" cy="273431"/>
              </a:xfrm>
              <a:custGeom>
                <a:rect b="b" l="l" r="r" t="t"/>
                <a:pathLst>
                  <a:path extrusionOk="0" h="273431" w="2187321">
                    <a:moveTo>
                      <a:pt x="2187321" y="93220"/>
                    </a:moveTo>
                    <a:lnTo>
                      <a:pt x="2187321" y="180211"/>
                    </a:lnTo>
                    <a:cubicBezTo>
                      <a:pt x="2187321" y="231695"/>
                      <a:pt x="2145585" y="273431"/>
                      <a:pt x="2094101" y="273431"/>
                    </a:cubicBezTo>
                    <a:lnTo>
                      <a:pt x="93220" y="273431"/>
                    </a:lnTo>
                    <a:cubicBezTo>
                      <a:pt x="41736" y="273431"/>
                      <a:pt x="0" y="231695"/>
                      <a:pt x="0" y="180211"/>
                    </a:cubicBezTo>
                    <a:lnTo>
                      <a:pt x="0" y="93220"/>
                    </a:lnTo>
                    <a:cubicBezTo>
                      <a:pt x="0" y="41736"/>
                      <a:pt x="41736" y="0"/>
                      <a:pt x="93220" y="0"/>
                    </a:cubicBezTo>
                    <a:lnTo>
                      <a:pt x="2094101" y="0"/>
                    </a:lnTo>
                    <a:cubicBezTo>
                      <a:pt x="2145585" y="0"/>
                      <a:pt x="2187321" y="41736"/>
                      <a:pt x="2187321" y="9322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2"/>
              <p:cNvSpPr txBox="1"/>
              <p:nvPr/>
            </p:nvSpPr>
            <p:spPr>
              <a:xfrm>
                <a:off x="0" y="-57150"/>
                <a:ext cx="2187321" cy="3305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Evaluación de Conocimiento</a:t>
                </a:r>
                <a:endParaRPr/>
              </a:p>
            </p:txBody>
          </p:sp>
        </p:grpSp>
        <p:grpSp>
          <p:nvGrpSpPr>
            <p:cNvPr id="154" name="Google Shape;154;p2"/>
            <p:cNvGrpSpPr/>
            <p:nvPr/>
          </p:nvGrpSpPr>
          <p:grpSpPr>
            <a:xfrm>
              <a:off x="308956" y="186442"/>
              <a:ext cx="1011798" cy="1011798"/>
              <a:chOff x="0" y="0"/>
              <a:chExt cx="812800" cy="812800"/>
            </a:xfrm>
          </p:grpSpPr>
          <p:sp>
            <p:nvSpPr>
              <p:cNvPr id="155" name="Google Shape;155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71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7" name="Google Shape;157;p2"/>
          <p:cNvSpPr txBox="1"/>
          <p:nvPr/>
        </p:nvSpPr>
        <p:spPr>
          <a:xfrm>
            <a:off x="17326686" y="643890"/>
            <a:ext cx="214670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158" name="Google Shape;158;p2"/>
          <p:cNvGrpSpPr/>
          <p:nvPr/>
        </p:nvGrpSpPr>
        <p:grpSpPr>
          <a:xfrm>
            <a:off x="2140380" y="4156754"/>
            <a:ext cx="8304984" cy="1255644"/>
            <a:chOff x="0" y="-289413"/>
            <a:chExt cx="11073313" cy="1674191"/>
          </a:xfrm>
        </p:grpSpPr>
        <p:grpSp>
          <p:nvGrpSpPr>
            <p:cNvPr id="159" name="Google Shape;159;p2"/>
            <p:cNvGrpSpPr/>
            <p:nvPr/>
          </p:nvGrpSpPr>
          <p:grpSpPr>
            <a:xfrm>
              <a:off x="295974" y="173742"/>
              <a:ext cx="1011773" cy="1011773"/>
              <a:chOff x="0" y="0"/>
              <a:chExt cx="812800" cy="812800"/>
            </a:xfrm>
          </p:grpSpPr>
          <p:sp>
            <p:nvSpPr>
              <p:cNvPr id="160" name="Google Shape;160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71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" name="Google Shape;162;p2"/>
            <p:cNvGrpSpPr/>
            <p:nvPr/>
          </p:nvGrpSpPr>
          <p:grpSpPr>
            <a:xfrm>
              <a:off x="0" y="-289413"/>
              <a:ext cx="11073313" cy="1674191"/>
              <a:chOff x="0" y="-57150"/>
              <a:chExt cx="2187321" cy="330600"/>
            </a:xfrm>
          </p:grpSpPr>
          <p:sp>
            <p:nvSpPr>
              <p:cNvPr id="163" name="Google Shape;163;p2"/>
              <p:cNvSpPr/>
              <p:nvPr/>
            </p:nvSpPr>
            <p:spPr>
              <a:xfrm>
                <a:off x="0" y="0"/>
                <a:ext cx="2187321" cy="273431"/>
              </a:xfrm>
              <a:custGeom>
                <a:rect b="b" l="l" r="r" t="t"/>
                <a:pathLst>
                  <a:path extrusionOk="0" h="273431" w="2187321">
                    <a:moveTo>
                      <a:pt x="2187321" y="93220"/>
                    </a:moveTo>
                    <a:lnTo>
                      <a:pt x="2187321" y="180211"/>
                    </a:lnTo>
                    <a:cubicBezTo>
                      <a:pt x="2187321" y="231695"/>
                      <a:pt x="2145585" y="273431"/>
                      <a:pt x="2094101" y="273431"/>
                    </a:cubicBezTo>
                    <a:lnTo>
                      <a:pt x="93220" y="273431"/>
                    </a:lnTo>
                    <a:cubicBezTo>
                      <a:pt x="41736" y="273431"/>
                      <a:pt x="0" y="231695"/>
                      <a:pt x="0" y="180211"/>
                    </a:cubicBezTo>
                    <a:lnTo>
                      <a:pt x="0" y="93220"/>
                    </a:lnTo>
                    <a:cubicBezTo>
                      <a:pt x="0" y="41736"/>
                      <a:pt x="41736" y="0"/>
                      <a:pt x="93220" y="0"/>
                    </a:cubicBezTo>
                    <a:lnTo>
                      <a:pt x="2094101" y="0"/>
                    </a:lnTo>
                    <a:cubicBezTo>
                      <a:pt x="2145585" y="0"/>
                      <a:pt x="2187321" y="41736"/>
                      <a:pt x="2187321" y="93220"/>
                    </a:cubicBezTo>
                    <a:close/>
                  </a:path>
                </a:pathLst>
              </a:custGeom>
              <a:solidFill>
                <a:srgbClr val="AFD0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2"/>
              <p:cNvSpPr txBox="1"/>
              <p:nvPr/>
            </p:nvSpPr>
            <p:spPr>
              <a:xfrm>
                <a:off x="0" y="-57150"/>
                <a:ext cx="2187300" cy="33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Presentación de los Estudiantes</a:t>
                </a:r>
                <a:endParaRPr/>
              </a:p>
            </p:txBody>
          </p:sp>
        </p:grpSp>
      </p:grpSp>
      <p:grpSp>
        <p:nvGrpSpPr>
          <p:cNvPr id="165" name="Google Shape;165;p2"/>
          <p:cNvGrpSpPr/>
          <p:nvPr/>
        </p:nvGrpSpPr>
        <p:grpSpPr>
          <a:xfrm>
            <a:off x="3186579" y="5395289"/>
            <a:ext cx="8304984" cy="1255644"/>
            <a:chOff x="0" y="-289413"/>
            <a:chExt cx="11073313" cy="1674191"/>
          </a:xfrm>
        </p:grpSpPr>
        <p:grpSp>
          <p:nvGrpSpPr>
            <p:cNvPr id="166" name="Google Shape;166;p2"/>
            <p:cNvGrpSpPr/>
            <p:nvPr/>
          </p:nvGrpSpPr>
          <p:grpSpPr>
            <a:xfrm>
              <a:off x="0" y="-289413"/>
              <a:ext cx="11073313" cy="1674191"/>
              <a:chOff x="0" y="-57150"/>
              <a:chExt cx="2187321" cy="330600"/>
            </a:xfrm>
          </p:grpSpPr>
          <p:sp>
            <p:nvSpPr>
              <p:cNvPr id="167" name="Google Shape;167;p2"/>
              <p:cNvSpPr/>
              <p:nvPr/>
            </p:nvSpPr>
            <p:spPr>
              <a:xfrm>
                <a:off x="0" y="0"/>
                <a:ext cx="2187321" cy="273431"/>
              </a:xfrm>
              <a:custGeom>
                <a:rect b="b" l="l" r="r" t="t"/>
                <a:pathLst>
                  <a:path extrusionOk="0" h="273431" w="2187321">
                    <a:moveTo>
                      <a:pt x="2187321" y="93220"/>
                    </a:moveTo>
                    <a:lnTo>
                      <a:pt x="2187321" y="180211"/>
                    </a:lnTo>
                    <a:cubicBezTo>
                      <a:pt x="2187321" y="231695"/>
                      <a:pt x="2145585" y="273431"/>
                      <a:pt x="2094101" y="273431"/>
                    </a:cubicBezTo>
                    <a:lnTo>
                      <a:pt x="93220" y="273431"/>
                    </a:lnTo>
                    <a:cubicBezTo>
                      <a:pt x="41736" y="273431"/>
                      <a:pt x="0" y="231695"/>
                      <a:pt x="0" y="180211"/>
                    </a:cubicBezTo>
                    <a:lnTo>
                      <a:pt x="0" y="93220"/>
                    </a:lnTo>
                    <a:cubicBezTo>
                      <a:pt x="0" y="41736"/>
                      <a:pt x="41736" y="0"/>
                      <a:pt x="93220" y="0"/>
                    </a:cubicBezTo>
                    <a:lnTo>
                      <a:pt x="2094101" y="0"/>
                    </a:lnTo>
                    <a:cubicBezTo>
                      <a:pt x="2145585" y="0"/>
                      <a:pt x="2187321" y="41736"/>
                      <a:pt x="2187321" y="9322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"/>
              <p:cNvSpPr txBox="1"/>
              <p:nvPr/>
            </p:nvSpPr>
            <p:spPr>
              <a:xfrm>
                <a:off x="0" y="-57150"/>
                <a:ext cx="2187300" cy="33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buNone/>
                </a:pPr>
                <a:r>
                  <a:rPr b="0" i="0" lang="en-US" sz="27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Programa del Curso</a:t>
                </a:r>
                <a:endParaRPr/>
              </a:p>
            </p:txBody>
          </p:sp>
        </p:grpSp>
        <p:grpSp>
          <p:nvGrpSpPr>
            <p:cNvPr id="169" name="Google Shape;169;p2"/>
            <p:cNvGrpSpPr/>
            <p:nvPr/>
          </p:nvGrpSpPr>
          <p:grpSpPr>
            <a:xfrm>
              <a:off x="323170" y="186442"/>
              <a:ext cx="1011773" cy="1011773"/>
              <a:chOff x="0" y="0"/>
              <a:chExt cx="812800" cy="812800"/>
            </a:xfrm>
          </p:grpSpPr>
          <p:sp>
            <p:nvSpPr>
              <p:cNvPr id="170" name="Google Shape;170;p2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711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2" name="Google Shape;172;p2"/>
          <p:cNvSpPr/>
          <p:nvPr/>
        </p:nvSpPr>
        <p:spPr>
          <a:xfrm>
            <a:off x="2335332" y="4523068"/>
            <a:ext cx="757936" cy="75793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4371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0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178" name="Google Shape;178;p10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79" name="Google Shape;179;p10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0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181" name="Google Shape;181;p10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2" name="Google Shape;182;p10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10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184" name="Google Shape;184;p10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185" name="Google Shape;185;p10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10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187" name="Google Shape;187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8" name="Google Shape;188;p10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0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190" name="Google Shape;190;p10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191" name="Google Shape;191;p10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10"/>
          <p:cNvGrpSpPr/>
          <p:nvPr/>
        </p:nvGrpSpPr>
        <p:grpSpPr>
          <a:xfrm>
            <a:off x="16813615" y="217401"/>
            <a:ext cx="1240816" cy="1360908"/>
            <a:chOff x="0" y="-38100"/>
            <a:chExt cx="393660" cy="431760"/>
          </a:xfrm>
        </p:grpSpPr>
        <p:sp>
          <p:nvSpPr>
            <p:cNvPr id="193" name="Google Shape;193;p10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94" name="Google Shape;194;p10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0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196" name="Google Shape;196;p10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197" name="Google Shape;197;p10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0"/>
          <p:cNvSpPr txBox="1"/>
          <p:nvPr/>
        </p:nvSpPr>
        <p:spPr>
          <a:xfrm>
            <a:off x="2651889" y="3613375"/>
            <a:ext cx="10908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00">
                <a:latin typeface="Oswald"/>
                <a:ea typeface="Oswald"/>
                <a:cs typeface="Oswald"/>
                <a:sym typeface="Oswald"/>
              </a:rPr>
              <a:t>Datos del estudiante</a:t>
            </a: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7219393" y="643900"/>
            <a:ext cx="6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3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5088273" y="5484375"/>
            <a:ext cx="86472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latin typeface="Open Sans"/>
                <a:ea typeface="Open Sans"/>
                <a:cs typeface="Open Sans"/>
                <a:sym typeface="Open Sans"/>
              </a:rPr>
              <a:t>https://forms.gle/xrpH1HjdjErC8aBg9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206" name="Google Shape;206;p3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07" name="Google Shape;207;p3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3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209" name="Google Shape;209;p3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0" name="Google Shape;210;p3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3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212" name="Google Shape;212;p3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213" name="Google Shape;213;p3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3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215" name="Google Shape;21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6" name="Google Shape;216;p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3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218" name="Google Shape;218;p3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219" name="Google Shape;219;p3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3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221" name="Google Shape;221;p3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22" name="Google Shape;222;p3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" name="Google Shape;223;p3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224" name="Google Shape;224;p3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25" name="Google Shape;225;p3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3"/>
          <p:cNvSpPr txBox="1"/>
          <p:nvPr/>
        </p:nvSpPr>
        <p:spPr>
          <a:xfrm>
            <a:off x="1028700" y="857250"/>
            <a:ext cx="12724782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Presentación, </a:t>
            </a:r>
            <a:endParaRPr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es decir ¿Quién soy?</a:t>
            </a:r>
            <a:endParaRPr/>
          </a:p>
        </p:txBody>
      </p:sp>
      <p:grpSp>
        <p:nvGrpSpPr>
          <p:cNvPr id="227" name="Google Shape;227;p3"/>
          <p:cNvGrpSpPr/>
          <p:nvPr/>
        </p:nvGrpSpPr>
        <p:grpSpPr>
          <a:xfrm>
            <a:off x="1483098" y="4547977"/>
            <a:ext cx="10262345" cy="3928189"/>
            <a:chOff x="0" y="-38100"/>
            <a:chExt cx="3255831" cy="1246257"/>
          </a:xfrm>
        </p:grpSpPr>
        <p:sp>
          <p:nvSpPr>
            <p:cNvPr id="228" name="Google Shape;228;p3"/>
            <p:cNvSpPr/>
            <p:nvPr/>
          </p:nvSpPr>
          <p:spPr>
            <a:xfrm>
              <a:off x="0" y="0"/>
              <a:ext cx="3255831" cy="1208157"/>
            </a:xfrm>
            <a:custGeom>
              <a:rect b="b" l="l" r="r" t="t"/>
              <a:pathLst>
                <a:path extrusionOk="0" h="1208157" w="3255831">
                  <a:moveTo>
                    <a:pt x="0" y="0"/>
                  </a:moveTo>
                  <a:lnTo>
                    <a:pt x="3255831" y="0"/>
                  </a:lnTo>
                  <a:lnTo>
                    <a:pt x="3255831" y="1208157"/>
                  </a:lnTo>
                  <a:lnTo>
                    <a:pt x="0" y="1208157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29" name="Google Shape;229;p3"/>
            <p:cNvSpPr txBox="1"/>
            <p:nvPr/>
          </p:nvSpPr>
          <p:spPr>
            <a:xfrm>
              <a:off x="0" y="-38100"/>
              <a:ext cx="3255831" cy="12462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3"/>
          <p:cNvSpPr txBox="1"/>
          <p:nvPr/>
        </p:nvSpPr>
        <p:spPr>
          <a:xfrm>
            <a:off x="1874700" y="4904926"/>
            <a:ext cx="10328373" cy="357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Omar Alejandro Vides Esteban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3005502780101@ingenieria.usac.edu.gt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ovidesesteban@gmail.com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Asunto</a:t>
            </a: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[OLC2]Duda_&lt;&lt;descripcion breve&gt;&gt;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Usuario github</a:t>
            </a: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Allvides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"/>
          <p:cNvSpPr txBox="1"/>
          <p:nvPr/>
        </p:nvSpPr>
        <p:spPr>
          <a:xfrm>
            <a:off x="17326686" y="643890"/>
            <a:ext cx="2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237" name="Google Shape;237;p4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38" name="Google Shape;238;p4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9" name="Google Shape;239;p4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240" name="Google Shape;240;p4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1" name="Google Shape;241;p4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4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243" name="Google Shape;243;p4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244" name="Google Shape;244;p4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5" name="Google Shape;245;p4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246" name="Google Shape;246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7" name="Google Shape;247;p4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" name="Google Shape;248;p4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252" name="Google Shape;252;p4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53" name="Google Shape;253;p4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4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255" name="Google Shape;255;p4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56" name="Google Shape;256;p4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4"/>
          <p:cNvSpPr txBox="1"/>
          <p:nvPr/>
        </p:nvSpPr>
        <p:spPr>
          <a:xfrm>
            <a:off x="1028700" y="857250"/>
            <a:ext cx="972325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Presentación de Estudiantes</a:t>
            </a:r>
            <a:endParaRPr/>
          </a:p>
        </p:txBody>
      </p:sp>
      <p:sp>
        <p:nvSpPr>
          <p:cNvPr id="258" name="Google Shape;258;p4"/>
          <p:cNvSpPr txBox="1"/>
          <p:nvPr/>
        </p:nvSpPr>
        <p:spPr>
          <a:xfrm>
            <a:off x="17326686" y="643890"/>
            <a:ext cx="2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5</a:t>
            </a:r>
            <a:endParaRPr/>
          </a:p>
        </p:txBody>
      </p:sp>
      <p:grpSp>
        <p:nvGrpSpPr>
          <p:cNvPr id="259" name="Google Shape;259;p4"/>
          <p:cNvGrpSpPr/>
          <p:nvPr/>
        </p:nvGrpSpPr>
        <p:grpSpPr>
          <a:xfrm>
            <a:off x="2800399" y="4656675"/>
            <a:ext cx="11707165" cy="3324720"/>
            <a:chOff x="0" y="-38100"/>
            <a:chExt cx="3140334" cy="891824"/>
          </a:xfrm>
        </p:grpSpPr>
        <p:sp>
          <p:nvSpPr>
            <p:cNvPr id="260" name="Google Shape;260;p4"/>
            <p:cNvSpPr/>
            <p:nvPr/>
          </p:nvSpPr>
          <p:spPr>
            <a:xfrm>
              <a:off x="0" y="0"/>
              <a:ext cx="3140334" cy="853724"/>
            </a:xfrm>
            <a:custGeom>
              <a:rect b="b" l="l" r="r" t="t"/>
              <a:pathLst>
                <a:path extrusionOk="0" h="853724" w="3140334">
                  <a:moveTo>
                    <a:pt x="0" y="0"/>
                  </a:moveTo>
                  <a:lnTo>
                    <a:pt x="3140334" y="0"/>
                  </a:lnTo>
                  <a:lnTo>
                    <a:pt x="3140334" y="853724"/>
                  </a:lnTo>
                  <a:lnTo>
                    <a:pt x="0" y="853724"/>
                  </a:lnTo>
                  <a:close/>
                </a:path>
              </a:pathLst>
            </a:custGeom>
            <a:solidFill>
              <a:srgbClr val="AFD06E"/>
            </a:solidFill>
            <a:ln cap="sq" cmpd="sng" w="450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61" name="Google Shape;261;p4"/>
            <p:cNvSpPr txBox="1"/>
            <p:nvPr/>
          </p:nvSpPr>
          <p:spPr>
            <a:xfrm>
              <a:off x="0" y="-38100"/>
              <a:ext cx="3140334" cy="891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075" lIns="60075" spcFirstLastPara="1" rIns="60075" wrap="square" tIns="60075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4"/>
          <p:cNvSpPr txBox="1"/>
          <p:nvPr/>
        </p:nvSpPr>
        <p:spPr>
          <a:xfrm>
            <a:off x="3791836" y="5020417"/>
            <a:ext cx="80673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Tu nombre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del curso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Expectativas del contenido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Algún dato curioso sobre tu persona</a:t>
            </a:r>
            <a:endParaRPr/>
          </a:p>
        </p:txBody>
      </p:sp>
      <p:sp>
        <p:nvSpPr>
          <p:cNvPr id="263" name="Google Shape;263;p4"/>
          <p:cNvSpPr txBox="1"/>
          <p:nvPr/>
        </p:nvSpPr>
        <p:spPr>
          <a:xfrm>
            <a:off x="11302525" y="7401001"/>
            <a:ext cx="374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...trabajan?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5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269" name="Google Shape;269;p5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70" name="Google Shape;270;p5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5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272" name="Google Shape;272;p5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3" name="Google Shape;273;p5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5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275" name="Google Shape;275;p5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276" name="Google Shape;276;p5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5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278" name="Google Shape;278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79" name="Google Shape;279;p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5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281" name="Google Shape;281;p5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282" name="Google Shape;282;p5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5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284" name="Google Shape;284;p5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85" name="Google Shape;285;p5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5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287" name="Google Shape;287;p5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288" name="Google Shape;288;p5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5"/>
          <p:cNvGrpSpPr/>
          <p:nvPr/>
        </p:nvGrpSpPr>
        <p:grpSpPr>
          <a:xfrm>
            <a:off x="3366904" y="3493288"/>
            <a:ext cx="11885549" cy="3912330"/>
            <a:chOff x="0" y="-38100"/>
            <a:chExt cx="3770809" cy="1241225"/>
          </a:xfrm>
        </p:grpSpPr>
        <p:sp>
          <p:nvSpPr>
            <p:cNvPr id="290" name="Google Shape;290;p5"/>
            <p:cNvSpPr/>
            <p:nvPr/>
          </p:nvSpPr>
          <p:spPr>
            <a:xfrm>
              <a:off x="0" y="0"/>
              <a:ext cx="3770809" cy="1203125"/>
            </a:xfrm>
            <a:custGeom>
              <a:rect b="b" l="l" r="r" t="t"/>
              <a:pathLst>
                <a:path extrusionOk="0" h="1203125" w="3770809">
                  <a:moveTo>
                    <a:pt x="0" y="0"/>
                  </a:moveTo>
                  <a:lnTo>
                    <a:pt x="3770809" y="0"/>
                  </a:lnTo>
                  <a:lnTo>
                    <a:pt x="3770809" y="1203125"/>
                  </a:lnTo>
                  <a:lnTo>
                    <a:pt x="0" y="1203125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1" name="Google Shape;291;p5"/>
            <p:cNvSpPr txBox="1"/>
            <p:nvPr/>
          </p:nvSpPr>
          <p:spPr>
            <a:xfrm>
              <a:off x="0" y="-38100"/>
              <a:ext cx="3770809" cy="124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5"/>
          <p:cNvSpPr txBox="1"/>
          <p:nvPr/>
        </p:nvSpPr>
        <p:spPr>
          <a:xfrm>
            <a:off x="3943407" y="4274503"/>
            <a:ext cx="10401186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Programa de Curso</a:t>
            </a:r>
            <a:endParaRPr/>
          </a:p>
        </p:txBody>
      </p:sp>
      <p:sp>
        <p:nvSpPr>
          <p:cNvPr id="293" name="Google Shape;293;p5"/>
          <p:cNvSpPr txBox="1"/>
          <p:nvPr/>
        </p:nvSpPr>
        <p:spPr>
          <a:xfrm>
            <a:off x="4510147" y="6000592"/>
            <a:ext cx="9267706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(la parte más emocionante...)</a:t>
            </a:r>
            <a:endParaRPr/>
          </a:p>
        </p:txBody>
      </p:sp>
      <p:sp>
        <p:nvSpPr>
          <p:cNvPr id="294" name="Google Shape;294;p5"/>
          <p:cNvSpPr txBox="1"/>
          <p:nvPr/>
        </p:nvSpPr>
        <p:spPr>
          <a:xfrm>
            <a:off x="4510147" y="6733382"/>
            <a:ext cx="9267706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:D</a:t>
            </a:r>
            <a:endParaRPr/>
          </a:p>
        </p:txBody>
      </p:sp>
      <p:sp>
        <p:nvSpPr>
          <p:cNvPr id="295" name="Google Shape;295;p5"/>
          <p:cNvSpPr txBox="1"/>
          <p:nvPr/>
        </p:nvSpPr>
        <p:spPr>
          <a:xfrm>
            <a:off x="17326686" y="643890"/>
            <a:ext cx="2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6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301" name="Google Shape;301;p6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02" name="Google Shape;302;p6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6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304" name="Google Shape;304;p6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5" name="Google Shape;305;p6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6" name="Google Shape;306;p6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307" name="Google Shape;307;p6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308" name="Google Shape;308;p6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9" name="Google Shape;309;p6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310" name="Google Shape;310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11" name="Google Shape;311;p6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6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313" name="Google Shape;313;p6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314" name="Google Shape;314;p6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6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316" name="Google Shape;316;p6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17" name="Google Shape;317;p6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6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319" name="Google Shape;319;p6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20" name="Google Shape;320;p6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1281667" y="2872882"/>
            <a:ext cx="13558653" cy="5496496"/>
            <a:chOff x="0" y="-38100"/>
            <a:chExt cx="4301618" cy="1743818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4301618" cy="1705718"/>
            </a:xfrm>
            <a:custGeom>
              <a:rect b="b" l="l" r="r" t="t"/>
              <a:pathLst>
                <a:path extrusionOk="0" h="1705718" w="4301618">
                  <a:moveTo>
                    <a:pt x="0" y="0"/>
                  </a:moveTo>
                  <a:lnTo>
                    <a:pt x="4301618" y="0"/>
                  </a:lnTo>
                  <a:lnTo>
                    <a:pt x="4301618" y="1705718"/>
                  </a:lnTo>
                  <a:lnTo>
                    <a:pt x="0" y="1705718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23" name="Google Shape;323;p6"/>
            <p:cNvSpPr txBox="1"/>
            <p:nvPr/>
          </p:nvSpPr>
          <p:spPr>
            <a:xfrm>
              <a:off x="0" y="-38100"/>
              <a:ext cx="4301618" cy="1743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701549" y="3314871"/>
            <a:ext cx="613989" cy="683738"/>
            <a:chOff x="0" y="-38100"/>
            <a:chExt cx="161709" cy="180079"/>
          </a:xfrm>
        </p:grpSpPr>
        <p:sp>
          <p:nvSpPr>
            <p:cNvPr id="325" name="Google Shape;325;p6"/>
            <p:cNvSpPr/>
            <p:nvPr/>
          </p:nvSpPr>
          <p:spPr>
            <a:xfrm>
              <a:off x="0" y="0"/>
              <a:ext cx="161709" cy="141979"/>
            </a:xfrm>
            <a:custGeom>
              <a:rect b="b" l="l" r="r" t="t"/>
              <a:pathLst>
                <a:path extrusionOk="0" h="141979" w="161709">
                  <a:moveTo>
                    <a:pt x="0" y="0"/>
                  </a:moveTo>
                  <a:lnTo>
                    <a:pt x="161709" y="0"/>
                  </a:lnTo>
                  <a:lnTo>
                    <a:pt x="161709" y="141979"/>
                  </a:lnTo>
                  <a:lnTo>
                    <a:pt x="0" y="141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43711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26" name="Google Shape;326;p6"/>
            <p:cNvSpPr txBox="1"/>
            <p:nvPr/>
          </p:nvSpPr>
          <p:spPr>
            <a:xfrm>
              <a:off x="0" y="-38100"/>
              <a:ext cx="161709" cy="180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/>
          <p:nvPr/>
        </p:nvSpPr>
        <p:spPr>
          <a:xfrm>
            <a:off x="1028700" y="857250"/>
            <a:ext cx="5731643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Objetivos</a:t>
            </a:r>
            <a:endParaRPr/>
          </a:p>
        </p:txBody>
      </p:sp>
      <p:grpSp>
        <p:nvGrpSpPr>
          <p:cNvPr id="328" name="Google Shape;328;p6"/>
          <p:cNvGrpSpPr/>
          <p:nvPr/>
        </p:nvGrpSpPr>
        <p:grpSpPr>
          <a:xfrm>
            <a:off x="1701549" y="6371246"/>
            <a:ext cx="613989" cy="683738"/>
            <a:chOff x="0" y="-38100"/>
            <a:chExt cx="161709" cy="180079"/>
          </a:xfrm>
        </p:grpSpPr>
        <p:sp>
          <p:nvSpPr>
            <p:cNvPr id="329" name="Google Shape;329;p6"/>
            <p:cNvSpPr/>
            <p:nvPr/>
          </p:nvSpPr>
          <p:spPr>
            <a:xfrm>
              <a:off x="0" y="0"/>
              <a:ext cx="161709" cy="141979"/>
            </a:xfrm>
            <a:custGeom>
              <a:rect b="b" l="l" r="r" t="t"/>
              <a:pathLst>
                <a:path extrusionOk="0" h="141979" w="161709">
                  <a:moveTo>
                    <a:pt x="0" y="0"/>
                  </a:moveTo>
                  <a:lnTo>
                    <a:pt x="161709" y="0"/>
                  </a:lnTo>
                  <a:lnTo>
                    <a:pt x="161709" y="141979"/>
                  </a:lnTo>
                  <a:lnTo>
                    <a:pt x="0" y="141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43711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30" name="Google Shape;330;p6"/>
            <p:cNvSpPr txBox="1"/>
            <p:nvPr/>
          </p:nvSpPr>
          <p:spPr>
            <a:xfrm>
              <a:off x="0" y="-38100"/>
              <a:ext cx="161709" cy="180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1" name="Google Shape;331;p6"/>
          <p:cNvCxnSpPr/>
          <p:nvPr/>
        </p:nvCxnSpPr>
        <p:spPr>
          <a:xfrm rot="10800000">
            <a:off x="2008544" y="3729070"/>
            <a:ext cx="0" cy="3056375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6"/>
          <p:cNvSpPr txBox="1"/>
          <p:nvPr/>
        </p:nvSpPr>
        <p:spPr>
          <a:xfrm>
            <a:off x="17326686" y="643890"/>
            <a:ext cx="2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7</a:t>
            </a:r>
            <a:endParaRPr/>
          </a:p>
        </p:txBody>
      </p:sp>
      <p:sp>
        <p:nvSpPr>
          <p:cNvPr id="333" name="Google Shape;333;p6"/>
          <p:cNvSpPr txBox="1"/>
          <p:nvPr/>
        </p:nvSpPr>
        <p:spPr>
          <a:xfrm>
            <a:off x="2522479" y="3105500"/>
            <a:ext cx="11002206" cy="178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Comprender el flujo completo de un compilador, desde el análisis léxico hasta la generación de código o interpretación directa.</a:t>
            </a:r>
            <a:endParaRPr/>
          </a:p>
        </p:txBody>
      </p:sp>
      <p:sp>
        <p:nvSpPr>
          <p:cNvPr id="334" name="Google Shape;334;p6"/>
          <p:cNvSpPr txBox="1"/>
          <p:nvPr/>
        </p:nvSpPr>
        <p:spPr>
          <a:xfrm>
            <a:off x="2522479" y="5561800"/>
            <a:ext cx="11822327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Construir una base teórica que permita la creación de un compilador para un lenguaje de alto nivel.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7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340" name="Google Shape;340;p7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41" name="Google Shape;341;p7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2" name="Google Shape;342;p7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343" name="Google Shape;343;p7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44" name="Google Shape;344;p7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5" name="Google Shape;345;p7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346" name="Google Shape;346;p7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347" name="Google Shape;347;p7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" name="Google Shape;348;p7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349" name="Google Shape;349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50" name="Google Shape;350;p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7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353" name="Google Shape;353;p7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56" name="Google Shape;356;p7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59" name="Google Shape;359;p7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1281667" y="2872882"/>
            <a:ext cx="13558653" cy="5496496"/>
            <a:chOff x="0" y="-38100"/>
            <a:chExt cx="4301618" cy="1743818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4301618" cy="1705718"/>
            </a:xfrm>
            <a:custGeom>
              <a:rect b="b" l="l" r="r" t="t"/>
              <a:pathLst>
                <a:path extrusionOk="0" h="1705718" w="4301618">
                  <a:moveTo>
                    <a:pt x="0" y="0"/>
                  </a:moveTo>
                  <a:lnTo>
                    <a:pt x="4301618" y="0"/>
                  </a:lnTo>
                  <a:lnTo>
                    <a:pt x="4301618" y="1705718"/>
                  </a:lnTo>
                  <a:lnTo>
                    <a:pt x="0" y="1705718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62" name="Google Shape;362;p7"/>
            <p:cNvSpPr txBox="1"/>
            <p:nvPr/>
          </p:nvSpPr>
          <p:spPr>
            <a:xfrm>
              <a:off x="0" y="-38100"/>
              <a:ext cx="4301618" cy="1743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1701549" y="3314871"/>
            <a:ext cx="613989" cy="683738"/>
            <a:chOff x="0" y="-38100"/>
            <a:chExt cx="161709" cy="180079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161709" cy="141979"/>
            </a:xfrm>
            <a:custGeom>
              <a:rect b="b" l="l" r="r" t="t"/>
              <a:pathLst>
                <a:path extrusionOk="0" h="141979" w="161709">
                  <a:moveTo>
                    <a:pt x="0" y="0"/>
                  </a:moveTo>
                  <a:lnTo>
                    <a:pt x="161709" y="0"/>
                  </a:lnTo>
                  <a:lnTo>
                    <a:pt x="161709" y="141979"/>
                  </a:lnTo>
                  <a:lnTo>
                    <a:pt x="0" y="141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43711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65" name="Google Shape;365;p7"/>
            <p:cNvSpPr txBox="1"/>
            <p:nvPr/>
          </p:nvSpPr>
          <p:spPr>
            <a:xfrm>
              <a:off x="0" y="-38100"/>
              <a:ext cx="161709" cy="180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7"/>
          <p:cNvSpPr txBox="1"/>
          <p:nvPr/>
        </p:nvSpPr>
        <p:spPr>
          <a:xfrm>
            <a:off x="1028700" y="857250"/>
            <a:ext cx="7671363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Competencias</a:t>
            </a:r>
            <a:endParaRPr/>
          </a:p>
        </p:txBody>
      </p:sp>
      <p:grpSp>
        <p:nvGrpSpPr>
          <p:cNvPr id="367" name="Google Shape;367;p7"/>
          <p:cNvGrpSpPr/>
          <p:nvPr/>
        </p:nvGrpSpPr>
        <p:grpSpPr>
          <a:xfrm>
            <a:off x="1701549" y="6371246"/>
            <a:ext cx="613989" cy="683738"/>
            <a:chOff x="0" y="-38100"/>
            <a:chExt cx="161709" cy="180079"/>
          </a:xfrm>
        </p:grpSpPr>
        <p:sp>
          <p:nvSpPr>
            <p:cNvPr id="368" name="Google Shape;368;p7"/>
            <p:cNvSpPr/>
            <p:nvPr/>
          </p:nvSpPr>
          <p:spPr>
            <a:xfrm>
              <a:off x="0" y="0"/>
              <a:ext cx="161709" cy="141979"/>
            </a:xfrm>
            <a:custGeom>
              <a:rect b="b" l="l" r="r" t="t"/>
              <a:pathLst>
                <a:path extrusionOk="0" h="141979" w="161709">
                  <a:moveTo>
                    <a:pt x="0" y="0"/>
                  </a:moveTo>
                  <a:lnTo>
                    <a:pt x="161709" y="0"/>
                  </a:lnTo>
                  <a:lnTo>
                    <a:pt x="161709" y="141979"/>
                  </a:lnTo>
                  <a:lnTo>
                    <a:pt x="0" y="1419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437118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69" name="Google Shape;369;p7"/>
            <p:cNvSpPr txBox="1"/>
            <p:nvPr/>
          </p:nvSpPr>
          <p:spPr>
            <a:xfrm>
              <a:off x="0" y="-38100"/>
              <a:ext cx="161709" cy="180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70" name="Google Shape;370;p7"/>
          <p:cNvCxnSpPr/>
          <p:nvPr/>
        </p:nvCxnSpPr>
        <p:spPr>
          <a:xfrm rot="10800000">
            <a:off x="2008544" y="3729070"/>
            <a:ext cx="0" cy="3056375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7"/>
          <p:cNvSpPr txBox="1"/>
          <p:nvPr/>
        </p:nvSpPr>
        <p:spPr>
          <a:xfrm>
            <a:off x="17326686" y="643890"/>
            <a:ext cx="2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8</a:t>
            </a:r>
            <a:endParaRPr/>
          </a:p>
        </p:txBody>
      </p:sp>
      <p:sp>
        <p:nvSpPr>
          <p:cNvPr id="372" name="Google Shape;372;p7"/>
          <p:cNvSpPr txBox="1"/>
          <p:nvPr/>
        </p:nvSpPr>
        <p:spPr>
          <a:xfrm>
            <a:off x="2522479" y="3105500"/>
            <a:ext cx="11002206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estudiante comprende las fases de un compilador a través de diagramas de flujo y modelos teóricos.</a:t>
            </a:r>
            <a:endParaRPr/>
          </a:p>
        </p:txBody>
      </p:sp>
      <p:sp>
        <p:nvSpPr>
          <p:cNvPr id="373" name="Google Shape;373;p7"/>
          <p:cNvSpPr txBox="1"/>
          <p:nvPr/>
        </p:nvSpPr>
        <p:spPr>
          <a:xfrm>
            <a:off x="2522479" y="5561800"/>
            <a:ext cx="11822327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estudiante genera código de bajo nivel y ensamblador a partir de plantillas de generación y asignación de registros considerando convenciones de llamada y optimización de registros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8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379" name="Google Shape;379;p8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80" name="Google Shape;380;p8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1" name="Google Shape;381;p8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3" name="Google Shape;383;p8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8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388" name="Google Shape;388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9" name="Google Shape;389;p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8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391" name="Google Shape;391;p8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392" name="Google Shape;392;p8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8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394" name="Google Shape;394;p8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95" name="Google Shape;395;p8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8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397" name="Google Shape;397;p8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398" name="Google Shape;398;p8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8"/>
          <p:cNvGrpSpPr/>
          <p:nvPr/>
        </p:nvGrpSpPr>
        <p:grpSpPr>
          <a:xfrm>
            <a:off x="1848300" y="3445525"/>
            <a:ext cx="2533411" cy="1163872"/>
            <a:chOff x="0" y="14410"/>
            <a:chExt cx="1008880" cy="463489"/>
          </a:xfrm>
        </p:grpSpPr>
        <p:sp>
          <p:nvSpPr>
            <p:cNvPr id="400" name="Google Shape;400;p8"/>
            <p:cNvSpPr/>
            <p:nvPr/>
          </p:nvSpPr>
          <p:spPr>
            <a:xfrm>
              <a:off x="0" y="14410"/>
              <a:ext cx="1008880" cy="463489"/>
            </a:xfrm>
            <a:custGeom>
              <a:rect b="b" l="l" r="r" t="t"/>
              <a:pathLst>
                <a:path extrusionOk="0" h="463489" w="1008880">
                  <a:moveTo>
                    <a:pt x="999246" y="214644"/>
                  </a:moveTo>
                  <a:lnTo>
                    <a:pt x="649310" y="2690"/>
                  </a:lnTo>
                  <a:cubicBezTo>
                    <a:pt x="643567" y="-788"/>
                    <a:pt x="636395" y="-901"/>
                    <a:pt x="630546" y="2394"/>
                  </a:cubicBezTo>
                  <a:cubicBezTo>
                    <a:pt x="624697" y="5690"/>
                    <a:pt x="621078" y="11883"/>
                    <a:pt x="621078" y="18597"/>
                  </a:cubicBezTo>
                  <a:lnTo>
                    <a:pt x="621078" y="155783"/>
                  </a:lnTo>
                  <a:cubicBezTo>
                    <a:pt x="621078" y="164537"/>
                    <a:pt x="617600" y="172933"/>
                    <a:pt x="611410" y="179123"/>
                  </a:cubicBezTo>
                  <a:cubicBezTo>
                    <a:pt x="605220" y="185313"/>
                    <a:pt x="596825" y="188790"/>
                    <a:pt x="588071" y="188790"/>
                  </a:cubicBezTo>
                  <a:lnTo>
                    <a:pt x="33007" y="188790"/>
                  </a:lnTo>
                  <a:cubicBezTo>
                    <a:pt x="24253" y="188790"/>
                    <a:pt x="15857" y="192267"/>
                    <a:pt x="9667" y="198457"/>
                  </a:cubicBezTo>
                  <a:cubicBezTo>
                    <a:pt x="3477" y="204647"/>
                    <a:pt x="0" y="213043"/>
                    <a:pt x="0" y="221797"/>
                  </a:cubicBezTo>
                  <a:lnTo>
                    <a:pt x="0" y="241691"/>
                  </a:lnTo>
                  <a:cubicBezTo>
                    <a:pt x="0" y="250445"/>
                    <a:pt x="3477" y="258840"/>
                    <a:pt x="9667" y="265030"/>
                  </a:cubicBezTo>
                  <a:cubicBezTo>
                    <a:pt x="15857" y="271220"/>
                    <a:pt x="24253" y="274698"/>
                    <a:pt x="33007" y="274698"/>
                  </a:cubicBezTo>
                  <a:lnTo>
                    <a:pt x="588071" y="274698"/>
                  </a:lnTo>
                  <a:cubicBezTo>
                    <a:pt x="596825" y="274698"/>
                    <a:pt x="605220" y="278175"/>
                    <a:pt x="611410" y="284365"/>
                  </a:cubicBezTo>
                  <a:cubicBezTo>
                    <a:pt x="617600" y="290555"/>
                    <a:pt x="621078" y="298950"/>
                    <a:pt x="621078" y="307704"/>
                  </a:cubicBezTo>
                  <a:lnTo>
                    <a:pt x="621078" y="444891"/>
                  </a:lnTo>
                  <a:cubicBezTo>
                    <a:pt x="621078" y="451605"/>
                    <a:pt x="624697" y="457798"/>
                    <a:pt x="630546" y="461093"/>
                  </a:cubicBezTo>
                  <a:cubicBezTo>
                    <a:pt x="636395" y="464389"/>
                    <a:pt x="643567" y="464276"/>
                    <a:pt x="649310" y="460798"/>
                  </a:cubicBezTo>
                  <a:lnTo>
                    <a:pt x="999246" y="248844"/>
                  </a:lnTo>
                  <a:cubicBezTo>
                    <a:pt x="1005227" y="245221"/>
                    <a:pt x="1008880" y="238737"/>
                    <a:pt x="1008880" y="231744"/>
                  </a:cubicBezTo>
                  <a:cubicBezTo>
                    <a:pt x="1008880" y="224751"/>
                    <a:pt x="1005227" y="218267"/>
                    <a:pt x="999246" y="214644"/>
                  </a:cubicBezTo>
                  <a:close/>
                </a:path>
              </a:pathLst>
            </a:custGeom>
            <a:solidFill>
              <a:srgbClr val="AFD0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 txBox="1"/>
            <p:nvPr/>
          </p:nvSpPr>
          <p:spPr>
            <a:xfrm>
              <a:off x="0" y="165100"/>
              <a:ext cx="925878" cy="124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2" name="Google Shape;402;p8"/>
          <p:cNvSpPr txBox="1"/>
          <p:nvPr/>
        </p:nvSpPr>
        <p:spPr>
          <a:xfrm>
            <a:off x="1028700" y="857250"/>
            <a:ext cx="4802764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Anuncios</a:t>
            </a:r>
            <a:endParaRPr/>
          </a:p>
        </p:txBody>
      </p:sp>
      <p:sp>
        <p:nvSpPr>
          <p:cNvPr id="403" name="Google Shape;403;p8"/>
          <p:cNvSpPr txBox="1"/>
          <p:nvPr/>
        </p:nvSpPr>
        <p:spPr>
          <a:xfrm>
            <a:off x="7244163" y="4572635"/>
            <a:ext cx="5989307" cy="1170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cada clase se estará realizando un ejercicio práctico.</a:t>
            </a:r>
            <a:endParaRPr/>
          </a:p>
        </p:txBody>
      </p:sp>
      <p:sp>
        <p:nvSpPr>
          <p:cNvPr id="404" name="Google Shape;404;p8"/>
          <p:cNvSpPr txBox="1"/>
          <p:nvPr/>
        </p:nvSpPr>
        <p:spPr>
          <a:xfrm>
            <a:off x="4929904" y="3649635"/>
            <a:ext cx="2137189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Ejercicios</a:t>
            </a:r>
            <a:endParaRPr/>
          </a:p>
        </p:txBody>
      </p:sp>
      <p:grpSp>
        <p:nvGrpSpPr>
          <p:cNvPr id="405" name="Google Shape;405;p8"/>
          <p:cNvGrpSpPr/>
          <p:nvPr/>
        </p:nvGrpSpPr>
        <p:grpSpPr>
          <a:xfrm>
            <a:off x="1848300" y="6278036"/>
            <a:ext cx="2533411" cy="1163872"/>
            <a:chOff x="0" y="14410"/>
            <a:chExt cx="1008880" cy="463489"/>
          </a:xfrm>
        </p:grpSpPr>
        <p:sp>
          <p:nvSpPr>
            <p:cNvPr id="406" name="Google Shape;406;p8"/>
            <p:cNvSpPr/>
            <p:nvPr/>
          </p:nvSpPr>
          <p:spPr>
            <a:xfrm>
              <a:off x="0" y="14410"/>
              <a:ext cx="1008880" cy="463489"/>
            </a:xfrm>
            <a:custGeom>
              <a:rect b="b" l="l" r="r" t="t"/>
              <a:pathLst>
                <a:path extrusionOk="0" h="463489" w="1008880">
                  <a:moveTo>
                    <a:pt x="999246" y="214644"/>
                  </a:moveTo>
                  <a:lnTo>
                    <a:pt x="649310" y="2690"/>
                  </a:lnTo>
                  <a:cubicBezTo>
                    <a:pt x="643567" y="-788"/>
                    <a:pt x="636395" y="-901"/>
                    <a:pt x="630546" y="2394"/>
                  </a:cubicBezTo>
                  <a:cubicBezTo>
                    <a:pt x="624697" y="5690"/>
                    <a:pt x="621078" y="11883"/>
                    <a:pt x="621078" y="18597"/>
                  </a:cubicBezTo>
                  <a:lnTo>
                    <a:pt x="621078" y="155783"/>
                  </a:lnTo>
                  <a:cubicBezTo>
                    <a:pt x="621078" y="164537"/>
                    <a:pt x="617600" y="172933"/>
                    <a:pt x="611410" y="179123"/>
                  </a:cubicBezTo>
                  <a:cubicBezTo>
                    <a:pt x="605220" y="185313"/>
                    <a:pt x="596825" y="188790"/>
                    <a:pt x="588071" y="188790"/>
                  </a:cubicBezTo>
                  <a:lnTo>
                    <a:pt x="33007" y="188790"/>
                  </a:lnTo>
                  <a:cubicBezTo>
                    <a:pt x="24253" y="188790"/>
                    <a:pt x="15857" y="192267"/>
                    <a:pt x="9667" y="198457"/>
                  </a:cubicBezTo>
                  <a:cubicBezTo>
                    <a:pt x="3477" y="204647"/>
                    <a:pt x="0" y="213043"/>
                    <a:pt x="0" y="221797"/>
                  </a:cubicBezTo>
                  <a:lnTo>
                    <a:pt x="0" y="241691"/>
                  </a:lnTo>
                  <a:cubicBezTo>
                    <a:pt x="0" y="250445"/>
                    <a:pt x="3477" y="258840"/>
                    <a:pt x="9667" y="265030"/>
                  </a:cubicBezTo>
                  <a:cubicBezTo>
                    <a:pt x="15857" y="271220"/>
                    <a:pt x="24253" y="274698"/>
                    <a:pt x="33007" y="274698"/>
                  </a:cubicBezTo>
                  <a:lnTo>
                    <a:pt x="588071" y="274698"/>
                  </a:lnTo>
                  <a:cubicBezTo>
                    <a:pt x="596825" y="274698"/>
                    <a:pt x="605220" y="278175"/>
                    <a:pt x="611410" y="284365"/>
                  </a:cubicBezTo>
                  <a:cubicBezTo>
                    <a:pt x="617600" y="290555"/>
                    <a:pt x="621078" y="298950"/>
                    <a:pt x="621078" y="307704"/>
                  </a:cubicBezTo>
                  <a:lnTo>
                    <a:pt x="621078" y="444891"/>
                  </a:lnTo>
                  <a:cubicBezTo>
                    <a:pt x="621078" y="451605"/>
                    <a:pt x="624697" y="457798"/>
                    <a:pt x="630546" y="461093"/>
                  </a:cubicBezTo>
                  <a:cubicBezTo>
                    <a:pt x="636395" y="464389"/>
                    <a:pt x="643567" y="464276"/>
                    <a:pt x="649310" y="460798"/>
                  </a:cubicBezTo>
                  <a:lnTo>
                    <a:pt x="999246" y="248844"/>
                  </a:lnTo>
                  <a:cubicBezTo>
                    <a:pt x="1005227" y="245221"/>
                    <a:pt x="1008880" y="238737"/>
                    <a:pt x="1008880" y="231744"/>
                  </a:cubicBezTo>
                  <a:cubicBezTo>
                    <a:pt x="1008880" y="224751"/>
                    <a:pt x="1005227" y="218267"/>
                    <a:pt x="999246" y="214644"/>
                  </a:cubicBez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 txBox="1"/>
            <p:nvPr/>
          </p:nvSpPr>
          <p:spPr>
            <a:xfrm>
              <a:off x="0" y="165100"/>
              <a:ext cx="925878" cy="124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8" name="Google Shape;408;p8"/>
          <p:cNvSpPr txBox="1"/>
          <p:nvPr/>
        </p:nvSpPr>
        <p:spPr>
          <a:xfrm>
            <a:off x="7244163" y="7405146"/>
            <a:ext cx="59892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entrega de los ejercicios </a:t>
            </a:r>
            <a:r>
              <a:rPr lang="en-US" sz="3399"/>
              <a:t>será</a:t>
            </a: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necesaria para la entrega del proyecto.</a:t>
            </a:r>
            <a:endParaRPr/>
          </a:p>
        </p:txBody>
      </p:sp>
      <p:sp>
        <p:nvSpPr>
          <p:cNvPr id="409" name="Google Shape;409;p8"/>
          <p:cNvSpPr txBox="1"/>
          <p:nvPr/>
        </p:nvSpPr>
        <p:spPr>
          <a:xfrm>
            <a:off x="4929904" y="6482146"/>
            <a:ext cx="2137189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Proyecto</a:t>
            </a:r>
            <a:endParaRPr/>
          </a:p>
        </p:txBody>
      </p:sp>
      <p:sp>
        <p:nvSpPr>
          <p:cNvPr id="410" name="Google Shape;410;p8"/>
          <p:cNvSpPr txBox="1"/>
          <p:nvPr/>
        </p:nvSpPr>
        <p:spPr>
          <a:xfrm>
            <a:off x="17326686" y="643890"/>
            <a:ext cx="21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" name="Google Shape;415;p9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416" name="Google Shape;416;p9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417" name="Google Shape;417;p9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9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419" name="Google Shape;419;p9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20" name="Google Shape;420;p9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9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422" name="Google Shape;422;p9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423" name="Google Shape;423;p9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9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425" name="Google Shape;425;p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26" name="Google Shape;426;p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9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428" name="Google Shape;428;p9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429" name="Google Shape;429;p9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9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431" name="Google Shape;431;p9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432" name="Google Shape;432;p9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9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434" name="Google Shape;434;p9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435" name="Google Shape;435;p9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9"/>
          <p:cNvSpPr txBox="1"/>
          <p:nvPr/>
        </p:nvSpPr>
        <p:spPr>
          <a:xfrm>
            <a:off x="1028700" y="857250"/>
            <a:ext cx="9337882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Evaluación de conocimientos</a:t>
            </a:r>
            <a:endParaRPr/>
          </a:p>
        </p:txBody>
      </p:sp>
      <p:grpSp>
        <p:nvGrpSpPr>
          <p:cNvPr id="437" name="Google Shape;437;p9"/>
          <p:cNvGrpSpPr/>
          <p:nvPr/>
        </p:nvGrpSpPr>
        <p:grpSpPr>
          <a:xfrm>
            <a:off x="3135704" y="3999298"/>
            <a:ext cx="12050362" cy="3467642"/>
            <a:chOff x="0" y="-38100"/>
            <a:chExt cx="3823097" cy="1100144"/>
          </a:xfrm>
        </p:grpSpPr>
        <p:sp>
          <p:nvSpPr>
            <p:cNvPr id="438" name="Google Shape;438;p9"/>
            <p:cNvSpPr/>
            <p:nvPr/>
          </p:nvSpPr>
          <p:spPr>
            <a:xfrm>
              <a:off x="0" y="0"/>
              <a:ext cx="3823097" cy="1062044"/>
            </a:xfrm>
            <a:custGeom>
              <a:rect b="b" l="l" r="r" t="t"/>
              <a:pathLst>
                <a:path extrusionOk="0" h="1062044" w="3823097">
                  <a:moveTo>
                    <a:pt x="0" y="0"/>
                  </a:moveTo>
                  <a:lnTo>
                    <a:pt x="3823097" y="0"/>
                  </a:lnTo>
                  <a:lnTo>
                    <a:pt x="3823097" y="1062044"/>
                  </a:lnTo>
                  <a:lnTo>
                    <a:pt x="0" y="1062044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39" name="Google Shape;439;p9"/>
            <p:cNvSpPr txBox="1"/>
            <p:nvPr/>
          </p:nvSpPr>
          <p:spPr>
            <a:xfrm>
              <a:off x="0" y="-38100"/>
              <a:ext cx="3823097" cy="11001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9"/>
          <p:cNvSpPr txBox="1"/>
          <p:nvPr/>
        </p:nvSpPr>
        <p:spPr>
          <a:xfrm>
            <a:off x="3614784" y="5086350"/>
            <a:ext cx="11423053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Formulario OLC1: https://forms.gle/hfzMUNrVFV83w3Sf6</a:t>
            </a:r>
            <a:endParaRPr/>
          </a:p>
        </p:txBody>
      </p:sp>
      <p:sp>
        <p:nvSpPr>
          <p:cNvPr id="441" name="Google Shape;441;p9"/>
          <p:cNvSpPr txBox="1"/>
          <p:nvPr/>
        </p:nvSpPr>
        <p:spPr>
          <a:xfrm>
            <a:off x="17326679" y="643900"/>
            <a:ext cx="56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/>
              <a:t>10</a:t>
            </a:r>
            <a:endParaRPr/>
          </a:p>
        </p:txBody>
      </p:sp>
      <p:sp>
        <p:nvSpPr>
          <p:cNvPr id="442" name="Google Shape;442;p9"/>
          <p:cNvSpPr txBox="1"/>
          <p:nvPr/>
        </p:nvSpPr>
        <p:spPr>
          <a:xfrm>
            <a:off x="3763013" y="5743734"/>
            <a:ext cx="11423053" cy="570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Formulario OLC2: https://forms.gle/vbtHXTRiLXguu7Q18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7AECE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1"/>
          <p:cNvGrpSpPr/>
          <p:nvPr/>
        </p:nvGrpSpPr>
        <p:grpSpPr>
          <a:xfrm rot="-5400000">
            <a:off x="-4690349" y="4931998"/>
            <a:ext cx="10287000" cy="423006"/>
            <a:chOff x="0" y="-38100"/>
            <a:chExt cx="2709333" cy="111409"/>
          </a:xfrm>
        </p:grpSpPr>
        <p:sp>
          <p:nvSpPr>
            <p:cNvPr id="448" name="Google Shape;448;p11"/>
            <p:cNvSpPr/>
            <p:nvPr/>
          </p:nvSpPr>
          <p:spPr>
            <a:xfrm>
              <a:off x="0" y="0"/>
              <a:ext cx="2709333" cy="73309"/>
            </a:xfrm>
            <a:custGeom>
              <a:rect b="b" l="l" r="r" t="t"/>
              <a:pathLst>
                <a:path extrusionOk="0" h="73309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73309"/>
                  </a:lnTo>
                  <a:lnTo>
                    <a:pt x="0" y="73309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449" name="Google Shape;449;p11"/>
            <p:cNvSpPr txBox="1"/>
            <p:nvPr/>
          </p:nvSpPr>
          <p:spPr>
            <a:xfrm>
              <a:off x="0" y="-38100"/>
              <a:ext cx="2709333" cy="1114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11"/>
          <p:cNvGrpSpPr/>
          <p:nvPr/>
        </p:nvGrpSpPr>
        <p:grpSpPr>
          <a:xfrm>
            <a:off x="15547728" y="3746319"/>
            <a:ext cx="2343934" cy="2311423"/>
            <a:chOff x="0" y="-38100"/>
            <a:chExt cx="743636" cy="733322"/>
          </a:xfrm>
        </p:grpSpPr>
        <p:sp>
          <p:nvSpPr>
            <p:cNvPr id="451" name="Google Shape;451;p11"/>
            <p:cNvSpPr/>
            <p:nvPr/>
          </p:nvSpPr>
          <p:spPr>
            <a:xfrm>
              <a:off x="0" y="0"/>
              <a:ext cx="743636" cy="695222"/>
            </a:xfrm>
            <a:custGeom>
              <a:rect b="b" l="l" r="r" t="t"/>
              <a:pathLst>
                <a:path extrusionOk="0" h="695222" w="743636">
                  <a:moveTo>
                    <a:pt x="0" y="0"/>
                  </a:moveTo>
                  <a:lnTo>
                    <a:pt x="743636" y="0"/>
                  </a:lnTo>
                  <a:lnTo>
                    <a:pt x="743636" y="695222"/>
                  </a:lnTo>
                  <a:lnTo>
                    <a:pt x="0" y="6952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2" name="Google Shape;452;p11"/>
            <p:cNvSpPr txBox="1"/>
            <p:nvPr/>
          </p:nvSpPr>
          <p:spPr>
            <a:xfrm>
              <a:off x="0" y="-38100"/>
              <a:ext cx="743636" cy="7333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3" name="Google Shape;453;p11"/>
          <p:cNvGrpSpPr/>
          <p:nvPr/>
        </p:nvGrpSpPr>
        <p:grpSpPr>
          <a:xfrm>
            <a:off x="18054427" y="1691786"/>
            <a:ext cx="233573" cy="2682028"/>
            <a:chOff x="0" y="-38100"/>
            <a:chExt cx="74103" cy="850900"/>
          </a:xfrm>
        </p:grpSpPr>
        <p:sp>
          <p:nvSpPr>
            <p:cNvPr id="454" name="Google Shape;454;p11"/>
            <p:cNvSpPr/>
            <p:nvPr/>
          </p:nvSpPr>
          <p:spPr>
            <a:xfrm>
              <a:off x="0" y="0"/>
              <a:ext cx="74103" cy="812800"/>
            </a:xfrm>
            <a:custGeom>
              <a:rect b="b" l="l" r="r" t="t"/>
              <a:pathLst>
                <a:path extrusionOk="0" h="812800" w="74103">
                  <a:moveTo>
                    <a:pt x="0" y="0"/>
                  </a:moveTo>
                  <a:lnTo>
                    <a:pt x="74103" y="0"/>
                  </a:lnTo>
                  <a:lnTo>
                    <a:pt x="741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37118"/>
            </a:solidFill>
            <a:ln>
              <a:noFill/>
            </a:ln>
          </p:spPr>
        </p:sp>
        <p:sp>
          <p:nvSpPr>
            <p:cNvPr id="455" name="Google Shape;455;p11"/>
            <p:cNvSpPr txBox="1"/>
            <p:nvPr/>
          </p:nvSpPr>
          <p:spPr>
            <a:xfrm>
              <a:off x="0" y="-38100"/>
              <a:ext cx="74103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11"/>
          <p:cNvGrpSpPr/>
          <p:nvPr/>
        </p:nvGrpSpPr>
        <p:grpSpPr>
          <a:xfrm>
            <a:off x="14048757" y="-1103724"/>
            <a:ext cx="2561937" cy="2682028"/>
            <a:chOff x="0" y="-38100"/>
            <a:chExt cx="812800" cy="850900"/>
          </a:xfrm>
        </p:grpSpPr>
        <p:sp>
          <p:nvSpPr>
            <p:cNvPr id="457" name="Google Shape;457;p1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FD06E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58" name="Google Shape;458;p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11"/>
          <p:cNvGrpSpPr/>
          <p:nvPr/>
        </p:nvGrpSpPr>
        <p:grpSpPr>
          <a:xfrm>
            <a:off x="15979094" y="1709548"/>
            <a:ext cx="1783740" cy="1903831"/>
            <a:chOff x="0" y="-38100"/>
            <a:chExt cx="565909" cy="604009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565909" cy="565909"/>
            </a:xfrm>
            <a:custGeom>
              <a:rect b="b" l="l" r="r" t="t"/>
              <a:pathLst>
                <a:path extrusionOk="0" h="565909" w="565909">
                  <a:moveTo>
                    <a:pt x="0" y="0"/>
                  </a:moveTo>
                  <a:lnTo>
                    <a:pt x="565909" y="0"/>
                  </a:lnTo>
                  <a:lnTo>
                    <a:pt x="565909" y="565909"/>
                  </a:lnTo>
                  <a:lnTo>
                    <a:pt x="0" y="565909"/>
                  </a:lnTo>
                  <a:close/>
                </a:path>
              </a:pathLst>
            </a:custGeom>
            <a:solidFill>
              <a:srgbClr val="1D2A62"/>
            </a:solidFill>
            <a:ln>
              <a:noFill/>
            </a:ln>
          </p:spPr>
        </p:sp>
        <p:sp>
          <p:nvSpPr>
            <p:cNvPr id="461" name="Google Shape;461;p11"/>
            <p:cNvSpPr txBox="1"/>
            <p:nvPr/>
          </p:nvSpPr>
          <p:spPr>
            <a:xfrm>
              <a:off x="0" y="-38100"/>
              <a:ext cx="565909" cy="6040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16813615" y="217401"/>
            <a:ext cx="1240812" cy="1360903"/>
            <a:chOff x="0" y="-38100"/>
            <a:chExt cx="393660" cy="431760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393660" cy="393660"/>
            </a:xfrm>
            <a:custGeom>
              <a:rect b="b" l="l" r="r" t="t"/>
              <a:pathLst>
                <a:path extrusionOk="0" h="393660" w="393660">
                  <a:moveTo>
                    <a:pt x="0" y="0"/>
                  </a:moveTo>
                  <a:lnTo>
                    <a:pt x="393660" y="0"/>
                  </a:lnTo>
                  <a:lnTo>
                    <a:pt x="393660" y="393660"/>
                  </a:lnTo>
                  <a:lnTo>
                    <a:pt x="0" y="393660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464" name="Google Shape;464;p11"/>
            <p:cNvSpPr txBox="1"/>
            <p:nvPr/>
          </p:nvSpPr>
          <p:spPr>
            <a:xfrm>
              <a:off x="0" y="-38100"/>
              <a:ext cx="393660" cy="43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1"/>
          <p:cNvGrpSpPr/>
          <p:nvPr/>
        </p:nvGrpSpPr>
        <p:grpSpPr>
          <a:xfrm rot="10800000">
            <a:off x="0" y="9572281"/>
            <a:ext cx="18288000" cy="437066"/>
            <a:chOff x="0" y="-38100"/>
            <a:chExt cx="4816593" cy="115112"/>
          </a:xfrm>
        </p:grpSpPr>
        <p:sp>
          <p:nvSpPr>
            <p:cNvPr id="466" name="Google Shape;466;p11"/>
            <p:cNvSpPr/>
            <p:nvPr/>
          </p:nvSpPr>
          <p:spPr>
            <a:xfrm>
              <a:off x="0" y="0"/>
              <a:ext cx="4816592" cy="77012"/>
            </a:xfrm>
            <a:custGeom>
              <a:rect b="b" l="l" r="r" t="t"/>
              <a:pathLst>
                <a:path extrusionOk="0" h="7701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7012"/>
                  </a:lnTo>
                  <a:lnTo>
                    <a:pt x="0" y="77012"/>
                  </a:lnTo>
                  <a:close/>
                </a:path>
              </a:pathLst>
            </a:custGeom>
            <a:solidFill>
              <a:srgbClr val="F5F3D8"/>
            </a:solidFill>
            <a:ln>
              <a:noFill/>
            </a:ln>
          </p:spPr>
        </p:sp>
        <p:sp>
          <p:nvSpPr>
            <p:cNvPr id="467" name="Google Shape;467;p11"/>
            <p:cNvSpPr txBox="1"/>
            <p:nvPr/>
          </p:nvSpPr>
          <p:spPr>
            <a:xfrm>
              <a:off x="0" y="-38100"/>
              <a:ext cx="4816593" cy="115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" name="Google Shape;468;p11"/>
          <p:cNvSpPr txBox="1"/>
          <p:nvPr/>
        </p:nvSpPr>
        <p:spPr>
          <a:xfrm>
            <a:off x="2291670" y="4274503"/>
            <a:ext cx="12124520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Gracias por su atención</a:t>
            </a:r>
            <a:endParaRPr/>
          </a:p>
        </p:txBody>
      </p:sp>
      <p:sp>
        <p:nvSpPr>
          <p:cNvPr id="469" name="Google Shape;469;p11"/>
          <p:cNvSpPr txBox="1"/>
          <p:nvPr/>
        </p:nvSpPr>
        <p:spPr>
          <a:xfrm>
            <a:off x="17219394" y="643900"/>
            <a:ext cx="672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