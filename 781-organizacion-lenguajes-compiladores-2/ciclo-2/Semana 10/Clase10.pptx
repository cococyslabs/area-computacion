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75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FEE75F-ADF5-4DE0-A285-78CA381377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E7EF5-EFF8-4E41-AA38-03A4A875CCE0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Foro 10</a:t>
          </a:r>
          <a:endParaRPr lang="en-US" dirty="0">
            <a:solidFill>
              <a:schemeClr val="bg1"/>
            </a:solidFill>
          </a:endParaRPr>
        </a:p>
      </dgm:t>
    </dgm:pt>
    <dgm:pt modelId="{16D53853-B8E4-4441-A4C1-1C77910A1BFD}" type="parTrans" cxnId="{B15D0677-D877-42F2-A652-8E64AEED3D4D}">
      <dgm:prSet/>
      <dgm:spPr/>
      <dgm:t>
        <a:bodyPr/>
        <a:lstStyle/>
        <a:p>
          <a:endParaRPr lang="en-US"/>
        </a:p>
      </dgm:t>
    </dgm:pt>
    <dgm:pt modelId="{A18CA353-6494-4A07-88BB-878A4F38F79E}" type="sibTrans" cxnId="{B15D0677-D877-42F2-A652-8E64AEED3D4D}">
      <dgm:prSet/>
      <dgm:spPr/>
      <dgm:t>
        <a:bodyPr/>
        <a:lstStyle/>
        <a:p>
          <a:endParaRPr lang="en-US"/>
        </a:p>
      </dgm:t>
    </dgm:pt>
    <dgm:pt modelId="{D6DD946A-9DF4-4CE1-A45F-3AEA10F7C36C}">
      <dgm:prSet/>
      <dgm:spPr/>
      <dgm:t>
        <a:bodyPr/>
        <a:lstStyle/>
        <a:p>
          <a:r>
            <a:rPr lang="es-ES" dirty="0">
              <a:solidFill>
                <a:schemeClr val="bg1"/>
              </a:solidFill>
            </a:rPr>
            <a:t>Contenido de la clase</a:t>
          </a:r>
          <a:endParaRPr lang="en-US" dirty="0">
            <a:solidFill>
              <a:schemeClr val="bg1"/>
            </a:solidFill>
          </a:endParaRPr>
        </a:p>
      </dgm:t>
    </dgm:pt>
    <dgm:pt modelId="{422B3739-5DA5-4D58-8257-3A87308301D1}" type="parTrans" cxnId="{6F0CAAC2-6F97-4C03-9AFC-3ECBC9031E96}">
      <dgm:prSet/>
      <dgm:spPr/>
      <dgm:t>
        <a:bodyPr/>
        <a:lstStyle/>
        <a:p>
          <a:endParaRPr lang="en-US"/>
        </a:p>
      </dgm:t>
    </dgm:pt>
    <dgm:pt modelId="{7DCD2C70-9F37-4367-8787-3D9D24794CE4}" type="sibTrans" cxnId="{6F0CAAC2-6F97-4C03-9AFC-3ECBC9031E96}">
      <dgm:prSet/>
      <dgm:spPr/>
      <dgm:t>
        <a:bodyPr/>
        <a:lstStyle/>
        <a:p>
          <a:endParaRPr lang="en-US"/>
        </a:p>
      </dgm:t>
    </dgm:pt>
    <dgm:pt modelId="{101779FB-7BB8-41EA-9217-55060DE7C4C8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Duda proyecto 2</a:t>
          </a:r>
          <a:endParaRPr lang="en-US" dirty="0">
            <a:solidFill>
              <a:schemeClr val="bg1"/>
            </a:solidFill>
          </a:endParaRPr>
        </a:p>
      </dgm:t>
    </dgm:pt>
    <dgm:pt modelId="{3CEC0896-E546-4CD6-8D23-A1B3D813DBFE}" type="parTrans" cxnId="{A3BA24C9-047E-4846-8CC0-81C9D26701F9}">
      <dgm:prSet/>
      <dgm:spPr/>
      <dgm:t>
        <a:bodyPr/>
        <a:lstStyle/>
        <a:p>
          <a:endParaRPr lang="en-US"/>
        </a:p>
      </dgm:t>
    </dgm:pt>
    <dgm:pt modelId="{E97CA214-5877-4EEC-B5C9-378BCFF8C298}" type="sibTrans" cxnId="{A3BA24C9-047E-4846-8CC0-81C9D26701F9}">
      <dgm:prSet/>
      <dgm:spPr/>
      <dgm:t>
        <a:bodyPr/>
        <a:lstStyle/>
        <a:p>
          <a:endParaRPr lang="en-US"/>
        </a:p>
      </dgm:t>
    </dgm:pt>
    <dgm:pt modelId="{822DDD5C-9A65-4386-BC6D-8D138FF12B5D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Ejemplo practico</a:t>
          </a:r>
          <a:endParaRPr lang="en-US" dirty="0">
            <a:solidFill>
              <a:schemeClr val="bg1"/>
            </a:solidFill>
          </a:endParaRPr>
        </a:p>
      </dgm:t>
    </dgm:pt>
    <dgm:pt modelId="{5FCC2125-4BAF-4340-AD7F-79EF33E6E3CA}" type="parTrans" cxnId="{AA8D143B-D723-4F63-A4B5-35816F9E07AC}">
      <dgm:prSet/>
      <dgm:spPr/>
    </dgm:pt>
    <dgm:pt modelId="{6373E140-7BE4-45F5-A62B-709AB3F9EA10}" type="sibTrans" cxnId="{AA8D143B-D723-4F63-A4B5-35816F9E07AC}">
      <dgm:prSet/>
      <dgm:spPr/>
    </dgm:pt>
    <dgm:pt modelId="{9F0BC360-D5F7-41CE-B1EE-81DE519FFE91}" type="pres">
      <dgm:prSet presAssocID="{4EFEE75F-ADF5-4DE0-A285-78CA3813777C}" presName="vert0" presStyleCnt="0">
        <dgm:presLayoutVars>
          <dgm:dir/>
          <dgm:animOne val="branch"/>
          <dgm:animLvl val="lvl"/>
        </dgm:presLayoutVars>
      </dgm:prSet>
      <dgm:spPr/>
    </dgm:pt>
    <dgm:pt modelId="{86D9387D-A2E6-49FE-9979-AD8AFD2B31C1}" type="pres">
      <dgm:prSet presAssocID="{101779FB-7BB8-41EA-9217-55060DE7C4C8}" presName="thickLine" presStyleLbl="alignNode1" presStyleIdx="0" presStyleCnt="4"/>
      <dgm:spPr/>
    </dgm:pt>
    <dgm:pt modelId="{D873AA65-E30D-4D1C-A48F-E6340F4CC4EF}" type="pres">
      <dgm:prSet presAssocID="{101779FB-7BB8-41EA-9217-55060DE7C4C8}" presName="horz1" presStyleCnt="0"/>
      <dgm:spPr/>
    </dgm:pt>
    <dgm:pt modelId="{424C28A8-297D-44E8-B468-7E7DEBCBD7BF}" type="pres">
      <dgm:prSet presAssocID="{101779FB-7BB8-41EA-9217-55060DE7C4C8}" presName="tx1" presStyleLbl="revTx" presStyleIdx="0" presStyleCnt="4"/>
      <dgm:spPr/>
    </dgm:pt>
    <dgm:pt modelId="{02676C01-4BCC-40AD-A427-302D6137DCC5}" type="pres">
      <dgm:prSet presAssocID="{101779FB-7BB8-41EA-9217-55060DE7C4C8}" presName="vert1" presStyleCnt="0"/>
      <dgm:spPr/>
    </dgm:pt>
    <dgm:pt modelId="{389BCB78-6D19-42D0-A612-3D48BFD4E2FF}" type="pres">
      <dgm:prSet presAssocID="{B43E7EF5-EFF8-4E41-AA38-03A4A875CCE0}" presName="thickLine" presStyleLbl="alignNode1" presStyleIdx="1" presStyleCnt="4"/>
      <dgm:spPr/>
    </dgm:pt>
    <dgm:pt modelId="{81C8BF00-94A6-46E0-AC50-DFB9A3A83278}" type="pres">
      <dgm:prSet presAssocID="{B43E7EF5-EFF8-4E41-AA38-03A4A875CCE0}" presName="horz1" presStyleCnt="0"/>
      <dgm:spPr/>
    </dgm:pt>
    <dgm:pt modelId="{4E032D59-111C-4016-AB09-2BFC97EBD374}" type="pres">
      <dgm:prSet presAssocID="{B43E7EF5-EFF8-4E41-AA38-03A4A875CCE0}" presName="tx1" presStyleLbl="revTx" presStyleIdx="1" presStyleCnt="4"/>
      <dgm:spPr/>
    </dgm:pt>
    <dgm:pt modelId="{9A594352-2FE5-4A9E-B1A1-ABB67DF931B6}" type="pres">
      <dgm:prSet presAssocID="{B43E7EF5-EFF8-4E41-AA38-03A4A875CCE0}" presName="vert1" presStyleCnt="0"/>
      <dgm:spPr/>
    </dgm:pt>
    <dgm:pt modelId="{6B373EA4-E16C-413E-B7AF-59FAE60016DD}" type="pres">
      <dgm:prSet presAssocID="{D6DD946A-9DF4-4CE1-A45F-3AEA10F7C36C}" presName="thickLine" presStyleLbl="alignNode1" presStyleIdx="2" presStyleCnt="4"/>
      <dgm:spPr/>
    </dgm:pt>
    <dgm:pt modelId="{04FD0014-3983-4CB5-8EE4-312EB054FA93}" type="pres">
      <dgm:prSet presAssocID="{D6DD946A-9DF4-4CE1-A45F-3AEA10F7C36C}" presName="horz1" presStyleCnt="0"/>
      <dgm:spPr/>
    </dgm:pt>
    <dgm:pt modelId="{7B7158B3-7186-4BB1-A267-561091063BFB}" type="pres">
      <dgm:prSet presAssocID="{D6DD946A-9DF4-4CE1-A45F-3AEA10F7C36C}" presName="tx1" presStyleLbl="revTx" presStyleIdx="2" presStyleCnt="4"/>
      <dgm:spPr/>
    </dgm:pt>
    <dgm:pt modelId="{8DF4FA07-9887-44D3-BE79-7BF15003F531}" type="pres">
      <dgm:prSet presAssocID="{D6DD946A-9DF4-4CE1-A45F-3AEA10F7C36C}" presName="vert1" presStyleCnt="0"/>
      <dgm:spPr/>
    </dgm:pt>
    <dgm:pt modelId="{35FF88FE-C4B2-40BF-87C1-942637805E59}" type="pres">
      <dgm:prSet presAssocID="{822DDD5C-9A65-4386-BC6D-8D138FF12B5D}" presName="thickLine" presStyleLbl="alignNode1" presStyleIdx="3" presStyleCnt="4"/>
      <dgm:spPr/>
    </dgm:pt>
    <dgm:pt modelId="{71727925-6A65-4B1A-A022-87B83C1CE568}" type="pres">
      <dgm:prSet presAssocID="{822DDD5C-9A65-4386-BC6D-8D138FF12B5D}" presName="horz1" presStyleCnt="0"/>
      <dgm:spPr/>
    </dgm:pt>
    <dgm:pt modelId="{7CA92F1C-5537-4A84-963D-026487347390}" type="pres">
      <dgm:prSet presAssocID="{822DDD5C-9A65-4386-BC6D-8D138FF12B5D}" presName="tx1" presStyleLbl="revTx" presStyleIdx="3" presStyleCnt="4"/>
      <dgm:spPr/>
    </dgm:pt>
    <dgm:pt modelId="{EA8A5EB9-6554-4FBD-88E1-F38E37AD8BE3}" type="pres">
      <dgm:prSet presAssocID="{822DDD5C-9A65-4386-BC6D-8D138FF12B5D}" presName="vert1" presStyleCnt="0"/>
      <dgm:spPr/>
    </dgm:pt>
  </dgm:ptLst>
  <dgm:cxnLst>
    <dgm:cxn modelId="{1A92AE29-F926-4C43-9B62-B208F7A69415}" type="presOf" srcId="{D6DD946A-9DF4-4CE1-A45F-3AEA10F7C36C}" destId="{7B7158B3-7186-4BB1-A267-561091063BFB}" srcOrd="0" destOrd="0" presId="urn:microsoft.com/office/officeart/2008/layout/LinedList"/>
    <dgm:cxn modelId="{22C7B637-944E-4D4C-A7B6-BE881731AE39}" type="presOf" srcId="{B43E7EF5-EFF8-4E41-AA38-03A4A875CCE0}" destId="{4E032D59-111C-4016-AB09-2BFC97EBD374}" srcOrd="0" destOrd="0" presId="urn:microsoft.com/office/officeart/2008/layout/LinedList"/>
    <dgm:cxn modelId="{AA8D143B-D723-4F63-A4B5-35816F9E07AC}" srcId="{4EFEE75F-ADF5-4DE0-A285-78CA3813777C}" destId="{822DDD5C-9A65-4386-BC6D-8D138FF12B5D}" srcOrd="3" destOrd="0" parTransId="{5FCC2125-4BAF-4340-AD7F-79EF33E6E3CA}" sibTransId="{6373E140-7BE4-45F5-A62B-709AB3F9EA10}"/>
    <dgm:cxn modelId="{062D3B67-A78E-4538-9F20-1E98F9F166F4}" type="presOf" srcId="{4EFEE75F-ADF5-4DE0-A285-78CA3813777C}" destId="{9F0BC360-D5F7-41CE-B1EE-81DE519FFE91}" srcOrd="0" destOrd="0" presId="urn:microsoft.com/office/officeart/2008/layout/LinedList"/>
    <dgm:cxn modelId="{DC054376-2844-44A1-9AF8-5935819D9AA7}" type="presOf" srcId="{822DDD5C-9A65-4386-BC6D-8D138FF12B5D}" destId="{7CA92F1C-5537-4A84-963D-026487347390}" srcOrd="0" destOrd="0" presId="urn:microsoft.com/office/officeart/2008/layout/LinedList"/>
    <dgm:cxn modelId="{B15D0677-D877-42F2-A652-8E64AEED3D4D}" srcId="{4EFEE75F-ADF5-4DE0-A285-78CA3813777C}" destId="{B43E7EF5-EFF8-4E41-AA38-03A4A875CCE0}" srcOrd="1" destOrd="0" parTransId="{16D53853-B8E4-4441-A4C1-1C77910A1BFD}" sibTransId="{A18CA353-6494-4A07-88BB-878A4F38F79E}"/>
    <dgm:cxn modelId="{6F0CAAC2-6F97-4C03-9AFC-3ECBC9031E96}" srcId="{4EFEE75F-ADF5-4DE0-A285-78CA3813777C}" destId="{D6DD946A-9DF4-4CE1-A45F-3AEA10F7C36C}" srcOrd="2" destOrd="0" parTransId="{422B3739-5DA5-4D58-8257-3A87308301D1}" sibTransId="{7DCD2C70-9F37-4367-8787-3D9D24794CE4}"/>
    <dgm:cxn modelId="{A3BA24C9-047E-4846-8CC0-81C9D26701F9}" srcId="{4EFEE75F-ADF5-4DE0-A285-78CA3813777C}" destId="{101779FB-7BB8-41EA-9217-55060DE7C4C8}" srcOrd="0" destOrd="0" parTransId="{3CEC0896-E546-4CD6-8D23-A1B3D813DBFE}" sibTransId="{E97CA214-5877-4EEC-B5C9-378BCFF8C298}"/>
    <dgm:cxn modelId="{779CC2F8-106B-4BCC-A6F9-01EDF029733D}" type="presOf" srcId="{101779FB-7BB8-41EA-9217-55060DE7C4C8}" destId="{424C28A8-297D-44E8-B468-7E7DEBCBD7BF}" srcOrd="0" destOrd="0" presId="urn:microsoft.com/office/officeart/2008/layout/LinedList"/>
    <dgm:cxn modelId="{A626ADD1-851F-4749-981A-81FBC36A9C68}" type="presParOf" srcId="{9F0BC360-D5F7-41CE-B1EE-81DE519FFE91}" destId="{86D9387D-A2E6-49FE-9979-AD8AFD2B31C1}" srcOrd="0" destOrd="0" presId="urn:microsoft.com/office/officeart/2008/layout/LinedList"/>
    <dgm:cxn modelId="{68B3ECEB-7134-4178-A954-DBF7F4AD5DD0}" type="presParOf" srcId="{9F0BC360-D5F7-41CE-B1EE-81DE519FFE91}" destId="{D873AA65-E30D-4D1C-A48F-E6340F4CC4EF}" srcOrd="1" destOrd="0" presId="urn:microsoft.com/office/officeart/2008/layout/LinedList"/>
    <dgm:cxn modelId="{39CDFC59-0845-46EA-8090-67CF503EC7A7}" type="presParOf" srcId="{D873AA65-E30D-4D1C-A48F-E6340F4CC4EF}" destId="{424C28A8-297D-44E8-B468-7E7DEBCBD7BF}" srcOrd="0" destOrd="0" presId="urn:microsoft.com/office/officeart/2008/layout/LinedList"/>
    <dgm:cxn modelId="{F895DF88-DA6F-45E9-BA66-5D16C550A148}" type="presParOf" srcId="{D873AA65-E30D-4D1C-A48F-E6340F4CC4EF}" destId="{02676C01-4BCC-40AD-A427-302D6137DCC5}" srcOrd="1" destOrd="0" presId="urn:microsoft.com/office/officeart/2008/layout/LinedList"/>
    <dgm:cxn modelId="{0AD11723-1715-4D28-8FC9-7A2F805288D2}" type="presParOf" srcId="{9F0BC360-D5F7-41CE-B1EE-81DE519FFE91}" destId="{389BCB78-6D19-42D0-A612-3D48BFD4E2FF}" srcOrd="2" destOrd="0" presId="urn:microsoft.com/office/officeart/2008/layout/LinedList"/>
    <dgm:cxn modelId="{90F150BF-7162-49D9-AD72-872B670D7D2E}" type="presParOf" srcId="{9F0BC360-D5F7-41CE-B1EE-81DE519FFE91}" destId="{81C8BF00-94A6-46E0-AC50-DFB9A3A83278}" srcOrd="3" destOrd="0" presId="urn:microsoft.com/office/officeart/2008/layout/LinedList"/>
    <dgm:cxn modelId="{FD9209CA-D04B-4496-AB92-BC62F463E6C8}" type="presParOf" srcId="{81C8BF00-94A6-46E0-AC50-DFB9A3A83278}" destId="{4E032D59-111C-4016-AB09-2BFC97EBD374}" srcOrd="0" destOrd="0" presId="urn:microsoft.com/office/officeart/2008/layout/LinedList"/>
    <dgm:cxn modelId="{BB9316DA-167A-49B9-8E28-39E9DA2AAF15}" type="presParOf" srcId="{81C8BF00-94A6-46E0-AC50-DFB9A3A83278}" destId="{9A594352-2FE5-4A9E-B1A1-ABB67DF931B6}" srcOrd="1" destOrd="0" presId="urn:microsoft.com/office/officeart/2008/layout/LinedList"/>
    <dgm:cxn modelId="{0A6C5A5B-65A5-4029-AE2F-ADA3AFFACFD1}" type="presParOf" srcId="{9F0BC360-D5F7-41CE-B1EE-81DE519FFE91}" destId="{6B373EA4-E16C-413E-B7AF-59FAE60016DD}" srcOrd="4" destOrd="0" presId="urn:microsoft.com/office/officeart/2008/layout/LinedList"/>
    <dgm:cxn modelId="{9A925B4F-CD36-42A9-853B-5AEC97D6F574}" type="presParOf" srcId="{9F0BC360-D5F7-41CE-B1EE-81DE519FFE91}" destId="{04FD0014-3983-4CB5-8EE4-312EB054FA93}" srcOrd="5" destOrd="0" presId="urn:microsoft.com/office/officeart/2008/layout/LinedList"/>
    <dgm:cxn modelId="{F9BEA483-642A-4822-A72C-D81C4E5B4CC5}" type="presParOf" srcId="{04FD0014-3983-4CB5-8EE4-312EB054FA93}" destId="{7B7158B3-7186-4BB1-A267-561091063BFB}" srcOrd="0" destOrd="0" presId="urn:microsoft.com/office/officeart/2008/layout/LinedList"/>
    <dgm:cxn modelId="{E9714803-1055-4FCD-A4B1-A2DB686B7B19}" type="presParOf" srcId="{04FD0014-3983-4CB5-8EE4-312EB054FA93}" destId="{8DF4FA07-9887-44D3-BE79-7BF15003F531}" srcOrd="1" destOrd="0" presId="urn:microsoft.com/office/officeart/2008/layout/LinedList"/>
    <dgm:cxn modelId="{89C3B425-298C-4465-9F39-7AF0EFFCBB10}" type="presParOf" srcId="{9F0BC360-D5F7-41CE-B1EE-81DE519FFE91}" destId="{35FF88FE-C4B2-40BF-87C1-942637805E59}" srcOrd="6" destOrd="0" presId="urn:microsoft.com/office/officeart/2008/layout/LinedList"/>
    <dgm:cxn modelId="{07B19793-E734-4F69-A860-AD7F8DD75678}" type="presParOf" srcId="{9F0BC360-D5F7-41CE-B1EE-81DE519FFE91}" destId="{71727925-6A65-4B1A-A022-87B83C1CE568}" srcOrd="7" destOrd="0" presId="urn:microsoft.com/office/officeart/2008/layout/LinedList"/>
    <dgm:cxn modelId="{E34D7CCF-F6FB-4F6E-A60F-AA8B29ADAF61}" type="presParOf" srcId="{71727925-6A65-4B1A-A022-87B83C1CE568}" destId="{7CA92F1C-5537-4A84-963D-026487347390}" srcOrd="0" destOrd="0" presId="urn:microsoft.com/office/officeart/2008/layout/LinedList"/>
    <dgm:cxn modelId="{4D9032BB-8177-4A1E-AD8B-72637B8BA5AA}" type="presParOf" srcId="{71727925-6A65-4B1A-A022-87B83C1CE568}" destId="{EA8A5EB9-6554-4FBD-88E1-F38E37AD8B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3D6244-AA63-42B6-A19F-B8A19C0AD6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C29853-6B2B-4733-A4A6-BDF5ADB799E8}">
      <dgm:prSet/>
      <dgm:spPr/>
      <dgm:t>
        <a:bodyPr/>
        <a:lstStyle/>
        <a:p>
          <a:r>
            <a:rPr lang="es-ES"/>
            <a:t>MOV AX, 1        ; Mueve el valor 1 al registro AX</a:t>
          </a:r>
          <a:endParaRPr lang="en-US"/>
        </a:p>
      </dgm:t>
    </dgm:pt>
    <dgm:pt modelId="{B5A08062-E392-4A35-83C5-3B9FDE04B54C}" type="parTrans" cxnId="{3E6AD4C0-2E51-42F5-A855-60FB394E0CF0}">
      <dgm:prSet/>
      <dgm:spPr/>
      <dgm:t>
        <a:bodyPr/>
        <a:lstStyle/>
        <a:p>
          <a:endParaRPr lang="en-US"/>
        </a:p>
      </dgm:t>
    </dgm:pt>
    <dgm:pt modelId="{AC7AABFB-56B2-443D-8316-6BC1010832F0}" type="sibTrans" cxnId="{3E6AD4C0-2E51-42F5-A855-60FB394E0CF0}">
      <dgm:prSet/>
      <dgm:spPr/>
      <dgm:t>
        <a:bodyPr/>
        <a:lstStyle/>
        <a:p>
          <a:endParaRPr lang="en-US"/>
        </a:p>
      </dgm:t>
    </dgm:pt>
    <dgm:pt modelId="{C456566D-545D-487F-B524-6AC87807FBD9}">
      <dgm:prSet/>
      <dgm:spPr/>
      <dgm:t>
        <a:bodyPr/>
        <a:lstStyle/>
        <a:p>
          <a:r>
            <a:rPr lang="es-ES"/>
            <a:t>MOV BX, AX       ; Copia el valor de AX a BX</a:t>
          </a:r>
          <a:endParaRPr lang="en-US"/>
        </a:p>
      </dgm:t>
    </dgm:pt>
    <dgm:pt modelId="{391C68D3-FEC9-4A1A-9D8B-6E0B0C9E8F35}" type="parTrans" cxnId="{3C183933-9B6B-4981-AB51-38BB3B981664}">
      <dgm:prSet/>
      <dgm:spPr/>
      <dgm:t>
        <a:bodyPr/>
        <a:lstStyle/>
        <a:p>
          <a:endParaRPr lang="en-US"/>
        </a:p>
      </dgm:t>
    </dgm:pt>
    <dgm:pt modelId="{EA98BC8C-4938-4F6C-AAB4-C40D5F62B4B8}" type="sibTrans" cxnId="{3C183933-9B6B-4981-AB51-38BB3B981664}">
      <dgm:prSet/>
      <dgm:spPr/>
      <dgm:t>
        <a:bodyPr/>
        <a:lstStyle/>
        <a:p>
          <a:endParaRPr lang="en-US"/>
        </a:p>
      </dgm:t>
    </dgm:pt>
    <dgm:pt modelId="{931AC894-A30A-4D7C-AD8D-9B1E3EEB2C6E}">
      <dgm:prSet/>
      <dgm:spPr/>
      <dgm:t>
        <a:bodyPr/>
        <a:lstStyle/>
        <a:p>
          <a:r>
            <a:rPr lang="es-ES"/>
            <a:t>MOV [2000], AX   ; Mueve el valor de AX a la dirección de memoria 2000</a:t>
          </a:r>
          <a:endParaRPr lang="en-US"/>
        </a:p>
      </dgm:t>
    </dgm:pt>
    <dgm:pt modelId="{1956723C-E6FC-41A7-82ED-25E0D6985C9A}" type="parTrans" cxnId="{BFB2ACDD-5B7F-4F6E-B5A3-4F90E69DC44A}">
      <dgm:prSet/>
      <dgm:spPr/>
      <dgm:t>
        <a:bodyPr/>
        <a:lstStyle/>
        <a:p>
          <a:endParaRPr lang="en-US"/>
        </a:p>
      </dgm:t>
    </dgm:pt>
    <dgm:pt modelId="{3E9F1D54-1497-4107-B203-DADC232131FC}" type="sibTrans" cxnId="{BFB2ACDD-5B7F-4F6E-B5A3-4F90E69DC44A}">
      <dgm:prSet/>
      <dgm:spPr/>
      <dgm:t>
        <a:bodyPr/>
        <a:lstStyle/>
        <a:p>
          <a:endParaRPr lang="en-US"/>
        </a:p>
      </dgm:t>
    </dgm:pt>
    <dgm:pt modelId="{448AA32A-F73D-459F-97AB-274171A0C1D5}">
      <dgm:prSet/>
      <dgm:spPr/>
      <dgm:t>
        <a:bodyPr/>
        <a:lstStyle/>
        <a:p>
          <a:r>
            <a:rPr lang="es-ES"/>
            <a:t>MOV AX, [2000]   ; Carga en AX el valor desde la dirección 2000</a:t>
          </a:r>
          <a:endParaRPr lang="en-US"/>
        </a:p>
      </dgm:t>
    </dgm:pt>
    <dgm:pt modelId="{4D397B1F-5A0D-4D7E-A6F9-B9514C7A4437}" type="parTrans" cxnId="{36809826-8B3F-4243-8A56-2BBA44AF1FC5}">
      <dgm:prSet/>
      <dgm:spPr/>
      <dgm:t>
        <a:bodyPr/>
        <a:lstStyle/>
        <a:p>
          <a:endParaRPr lang="en-US"/>
        </a:p>
      </dgm:t>
    </dgm:pt>
    <dgm:pt modelId="{71D0B452-1B93-48B8-8F29-BCB4E397643D}" type="sibTrans" cxnId="{36809826-8B3F-4243-8A56-2BBA44AF1FC5}">
      <dgm:prSet/>
      <dgm:spPr/>
      <dgm:t>
        <a:bodyPr/>
        <a:lstStyle/>
        <a:p>
          <a:endParaRPr lang="en-US"/>
        </a:p>
      </dgm:t>
    </dgm:pt>
    <dgm:pt modelId="{8911AA2B-221E-4392-B083-D87775A5347F}" type="pres">
      <dgm:prSet presAssocID="{593D6244-AA63-42B6-A19F-B8A19C0AD657}" presName="linear" presStyleCnt="0">
        <dgm:presLayoutVars>
          <dgm:animLvl val="lvl"/>
          <dgm:resizeHandles val="exact"/>
        </dgm:presLayoutVars>
      </dgm:prSet>
      <dgm:spPr/>
    </dgm:pt>
    <dgm:pt modelId="{167AE688-1A1C-4E90-8BC1-CBE9A942D104}" type="pres">
      <dgm:prSet presAssocID="{6AC29853-6B2B-4733-A4A6-BDF5ADB799E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1B56DA-0305-4AF0-9BCB-FB0B07CF3C23}" type="pres">
      <dgm:prSet presAssocID="{AC7AABFB-56B2-443D-8316-6BC1010832F0}" presName="spacer" presStyleCnt="0"/>
      <dgm:spPr/>
    </dgm:pt>
    <dgm:pt modelId="{C4BEF79C-04EB-4B71-82FC-E5858A02A05B}" type="pres">
      <dgm:prSet presAssocID="{C456566D-545D-487F-B524-6AC87807FB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920F7C-7435-4705-AFA5-9A819225390E}" type="pres">
      <dgm:prSet presAssocID="{EA98BC8C-4938-4F6C-AAB4-C40D5F62B4B8}" presName="spacer" presStyleCnt="0"/>
      <dgm:spPr/>
    </dgm:pt>
    <dgm:pt modelId="{3C3A040B-2BEE-4ABA-B296-4FB0190AFBD0}" type="pres">
      <dgm:prSet presAssocID="{931AC894-A30A-4D7C-AD8D-9B1E3EEB2C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352655-B992-443A-80D0-3C15117F0D13}" type="pres">
      <dgm:prSet presAssocID="{3E9F1D54-1497-4107-B203-DADC232131FC}" presName="spacer" presStyleCnt="0"/>
      <dgm:spPr/>
    </dgm:pt>
    <dgm:pt modelId="{56DADF7D-2F59-4A9D-A79A-2DAB14207804}" type="pres">
      <dgm:prSet presAssocID="{448AA32A-F73D-459F-97AB-274171A0C1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809826-8B3F-4243-8A56-2BBA44AF1FC5}" srcId="{593D6244-AA63-42B6-A19F-B8A19C0AD657}" destId="{448AA32A-F73D-459F-97AB-274171A0C1D5}" srcOrd="3" destOrd="0" parTransId="{4D397B1F-5A0D-4D7E-A6F9-B9514C7A4437}" sibTransId="{71D0B452-1B93-48B8-8F29-BCB4E397643D}"/>
    <dgm:cxn modelId="{3C183933-9B6B-4981-AB51-38BB3B981664}" srcId="{593D6244-AA63-42B6-A19F-B8A19C0AD657}" destId="{C456566D-545D-487F-B524-6AC87807FBD9}" srcOrd="1" destOrd="0" parTransId="{391C68D3-FEC9-4A1A-9D8B-6E0B0C9E8F35}" sibTransId="{EA98BC8C-4938-4F6C-AAB4-C40D5F62B4B8}"/>
    <dgm:cxn modelId="{BD215269-C2E4-4527-988D-07E1C5BF00CC}" type="presOf" srcId="{C456566D-545D-487F-B524-6AC87807FBD9}" destId="{C4BEF79C-04EB-4B71-82FC-E5858A02A05B}" srcOrd="0" destOrd="0" presId="urn:microsoft.com/office/officeart/2005/8/layout/vList2"/>
    <dgm:cxn modelId="{5F77618A-DB20-4EF3-A451-BF4B96486329}" type="presOf" srcId="{593D6244-AA63-42B6-A19F-B8A19C0AD657}" destId="{8911AA2B-221E-4392-B083-D87775A5347F}" srcOrd="0" destOrd="0" presId="urn:microsoft.com/office/officeart/2005/8/layout/vList2"/>
    <dgm:cxn modelId="{E9D5039D-C636-4ECA-9ADC-EF8FBE343CCC}" type="presOf" srcId="{931AC894-A30A-4D7C-AD8D-9B1E3EEB2C6E}" destId="{3C3A040B-2BEE-4ABA-B296-4FB0190AFBD0}" srcOrd="0" destOrd="0" presId="urn:microsoft.com/office/officeart/2005/8/layout/vList2"/>
    <dgm:cxn modelId="{F3CF2B9D-69A6-4096-9D80-DF06298AFE5F}" type="presOf" srcId="{448AA32A-F73D-459F-97AB-274171A0C1D5}" destId="{56DADF7D-2F59-4A9D-A79A-2DAB14207804}" srcOrd="0" destOrd="0" presId="urn:microsoft.com/office/officeart/2005/8/layout/vList2"/>
    <dgm:cxn modelId="{070559A1-1989-4500-A5D5-C1AA617444C9}" type="presOf" srcId="{6AC29853-6B2B-4733-A4A6-BDF5ADB799E8}" destId="{167AE688-1A1C-4E90-8BC1-CBE9A942D104}" srcOrd="0" destOrd="0" presId="urn:microsoft.com/office/officeart/2005/8/layout/vList2"/>
    <dgm:cxn modelId="{3E6AD4C0-2E51-42F5-A855-60FB394E0CF0}" srcId="{593D6244-AA63-42B6-A19F-B8A19C0AD657}" destId="{6AC29853-6B2B-4733-A4A6-BDF5ADB799E8}" srcOrd="0" destOrd="0" parTransId="{B5A08062-E392-4A35-83C5-3B9FDE04B54C}" sibTransId="{AC7AABFB-56B2-443D-8316-6BC1010832F0}"/>
    <dgm:cxn modelId="{BFB2ACDD-5B7F-4F6E-B5A3-4F90E69DC44A}" srcId="{593D6244-AA63-42B6-A19F-B8A19C0AD657}" destId="{931AC894-A30A-4D7C-AD8D-9B1E3EEB2C6E}" srcOrd="2" destOrd="0" parTransId="{1956723C-E6FC-41A7-82ED-25E0D6985C9A}" sibTransId="{3E9F1D54-1497-4107-B203-DADC232131FC}"/>
    <dgm:cxn modelId="{C366374F-67E8-4A16-A5B7-B8628DDC1D32}" type="presParOf" srcId="{8911AA2B-221E-4392-B083-D87775A5347F}" destId="{167AE688-1A1C-4E90-8BC1-CBE9A942D104}" srcOrd="0" destOrd="0" presId="urn:microsoft.com/office/officeart/2005/8/layout/vList2"/>
    <dgm:cxn modelId="{3827963D-E253-464D-BF43-D4B2CB68CAB3}" type="presParOf" srcId="{8911AA2B-221E-4392-B083-D87775A5347F}" destId="{7F1B56DA-0305-4AF0-9BCB-FB0B07CF3C23}" srcOrd="1" destOrd="0" presId="urn:microsoft.com/office/officeart/2005/8/layout/vList2"/>
    <dgm:cxn modelId="{0E44856A-0F8A-4B99-94F7-9BB641AEA2AA}" type="presParOf" srcId="{8911AA2B-221E-4392-B083-D87775A5347F}" destId="{C4BEF79C-04EB-4B71-82FC-E5858A02A05B}" srcOrd="2" destOrd="0" presId="urn:microsoft.com/office/officeart/2005/8/layout/vList2"/>
    <dgm:cxn modelId="{26F36E39-1907-4D7D-A61B-8432B8F73546}" type="presParOf" srcId="{8911AA2B-221E-4392-B083-D87775A5347F}" destId="{33920F7C-7435-4705-AFA5-9A819225390E}" srcOrd="3" destOrd="0" presId="urn:microsoft.com/office/officeart/2005/8/layout/vList2"/>
    <dgm:cxn modelId="{C1D8BA71-2985-4068-B7CF-14EC9B1EE440}" type="presParOf" srcId="{8911AA2B-221E-4392-B083-D87775A5347F}" destId="{3C3A040B-2BEE-4ABA-B296-4FB0190AFBD0}" srcOrd="4" destOrd="0" presId="urn:microsoft.com/office/officeart/2005/8/layout/vList2"/>
    <dgm:cxn modelId="{76C22EF8-AA97-4EB6-8E6D-8266F50DF7F7}" type="presParOf" srcId="{8911AA2B-221E-4392-B083-D87775A5347F}" destId="{00352655-B992-443A-80D0-3C15117F0D13}" srcOrd="5" destOrd="0" presId="urn:microsoft.com/office/officeart/2005/8/layout/vList2"/>
    <dgm:cxn modelId="{911DF561-350A-4EBA-8F48-368D040629C0}" type="presParOf" srcId="{8911AA2B-221E-4392-B083-D87775A5347F}" destId="{56DADF7D-2F59-4A9D-A79A-2DAB142078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71C576-E6DA-4A00-B1B6-1A1FF28365AF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7F484B-71C6-4F81-BB51-BEF4BCA4EBF9}">
      <dgm:prSet/>
      <dgm:spPr/>
      <dgm:t>
        <a:bodyPr/>
        <a:lstStyle/>
        <a:p>
          <a:r>
            <a:rPr lang="en-US"/>
            <a:t>No se puede mover directamente de memoria a memoria:</a:t>
          </a:r>
        </a:p>
      </dgm:t>
    </dgm:pt>
    <dgm:pt modelId="{E9F4188E-CB3D-4275-87A8-029F29EF4A8F}" type="parTrans" cxnId="{42CF7B8B-ED0C-4653-9630-B245489CC28C}">
      <dgm:prSet/>
      <dgm:spPr/>
      <dgm:t>
        <a:bodyPr/>
        <a:lstStyle/>
        <a:p>
          <a:endParaRPr lang="en-US"/>
        </a:p>
      </dgm:t>
    </dgm:pt>
    <dgm:pt modelId="{36F16381-0328-4933-9F36-6BFB127194F2}" type="sibTrans" cxnId="{42CF7B8B-ED0C-4653-9630-B245489CC28C}">
      <dgm:prSet/>
      <dgm:spPr/>
      <dgm:t>
        <a:bodyPr/>
        <a:lstStyle/>
        <a:p>
          <a:endParaRPr lang="en-US"/>
        </a:p>
      </dgm:t>
    </dgm:pt>
    <dgm:pt modelId="{AC4737AE-4714-4536-B19B-7B8EBB4F0177}">
      <dgm:prSet/>
      <dgm:spPr/>
      <dgm:t>
        <a:bodyPr/>
        <a:lstStyle/>
        <a:p>
          <a:r>
            <a:rPr lang="en-US"/>
            <a:t>MOV [1000], [2000] ; ❌ No permitido</a:t>
          </a:r>
        </a:p>
      </dgm:t>
    </dgm:pt>
    <dgm:pt modelId="{D1BAF388-3D43-4D48-9BF0-B8622E17593E}" type="parTrans" cxnId="{999272F9-E387-43F2-AD94-24113A71F5DE}">
      <dgm:prSet/>
      <dgm:spPr/>
      <dgm:t>
        <a:bodyPr/>
        <a:lstStyle/>
        <a:p>
          <a:endParaRPr lang="en-US"/>
        </a:p>
      </dgm:t>
    </dgm:pt>
    <dgm:pt modelId="{AE1A7F0A-26F0-407E-BB2A-BA2DDDB86686}" type="sibTrans" cxnId="{999272F9-E387-43F2-AD94-24113A71F5DE}">
      <dgm:prSet/>
      <dgm:spPr/>
      <dgm:t>
        <a:bodyPr/>
        <a:lstStyle/>
        <a:p>
          <a:endParaRPr lang="en-US"/>
        </a:p>
      </dgm:t>
    </dgm:pt>
    <dgm:pt modelId="{6ED9C818-5DAE-40BD-AD1E-22D5BA089B67}">
      <dgm:prSet/>
      <dgm:spPr/>
      <dgm:t>
        <a:bodyPr/>
        <a:lstStyle/>
        <a:p>
          <a:r>
            <a:rPr lang="en-US"/>
            <a:t>Para hacerlo: </a:t>
          </a:r>
        </a:p>
      </dgm:t>
    </dgm:pt>
    <dgm:pt modelId="{064DB920-DFE5-4677-A685-9EF8577E7CEF}" type="parTrans" cxnId="{B7F36C88-23EE-4E74-ADA6-E2EADE81C61A}">
      <dgm:prSet/>
      <dgm:spPr/>
      <dgm:t>
        <a:bodyPr/>
        <a:lstStyle/>
        <a:p>
          <a:endParaRPr lang="en-US"/>
        </a:p>
      </dgm:t>
    </dgm:pt>
    <dgm:pt modelId="{2B6EFE45-9960-4105-AD1E-7B05D283B25D}" type="sibTrans" cxnId="{B7F36C88-23EE-4E74-ADA6-E2EADE81C61A}">
      <dgm:prSet/>
      <dgm:spPr/>
      <dgm:t>
        <a:bodyPr/>
        <a:lstStyle/>
        <a:p>
          <a:endParaRPr lang="en-US"/>
        </a:p>
      </dgm:t>
    </dgm:pt>
    <dgm:pt modelId="{495B592E-97FC-47CB-83BA-45A46B1BBB64}">
      <dgm:prSet/>
      <dgm:spPr/>
      <dgm:t>
        <a:bodyPr/>
        <a:lstStyle/>
        <a:p>
          <a:r>
            <a:rPr lang="en-US"/>
            <a:t>MOV AX, [2000]</a:t>
          </a:r>
        </a:p>
      </dgm:t>
    </dgm:pt>
    <dgm:pt modelId="{E3F68A05-830B-48B3-9846-16ADCD6F5EC9}" type="parTrans" cxnId="{37F97CE6-574F-489A-8333-8E47B6F43A17}">
      <dgm:prSet/>
      <dgm:spPr/>
      <dgm:t>
        <a:bodyPr/>
        <a:lstStyle/>
        <a:p>
          <a:endParaRPr lang="en-US"/>
        </a:p>
      </dgm:t>
    </dgm:pt>
    <dgm:pt modelId="{F6903A86-40F0-4D65-B61C-89DF70298CE3}" type="sibTrans" cxnId="{37F97CE6-574F-489A-8333-8E47B6F43A17}">
      <dgm:prSet/>
      <dgm:spPr/>
      <dgm:t>
        <a:bodyPr/>
        <a:lstStyle/>
        <a:p>
          <a:endParaRPr lang="en-US"/>
        </a:p>
      </dgm:t>
    </dgm:pt>
    <dgm:pt modelId="{725EDD86-F45D-487B-A7D9-8A2F54D8B692}">
      <dgm:prSet/>
      <dgm:spPr/>
      <dgm:t>
        <a:bodyPr/>
        <a:lstStyle/>
        <a:p>
          <a:r>
            <a:rPr lang="en-US"/>
            <a:t>MOV [1000], AX</a:t>
          </a:r>
        </a:p>
      </dgm:t>
    </dgm:pt>
    <dgm:pt modelId="{E876092D-28C5-4EBB-AB5E-735BBC4D0E49}" type="parTrans" cxnId="{C2951223-2C30-4673-9D73-B00CF0A22B6B}">
      <dgm:prSet/>
      <dgm:spPr/>
      <dgm:t>
        <a:bodyPr/>
        <a:lstStyle/>
        <a:p>
          <a:endParaRPr lang="en-US"/>
        </a:p>
      </dgm:t>
    </dgm:pt>
    <dgm:pt modelId="{EF3363D8-7A02-4D83-AC18-400B4AEEC05F}" type="sibTrans" cxnId="{C2951223-2C30-4673-9D73-B00CF0A22B6B}">
      <dgm:prSet/>
      <dgm:spPr/>
      <dgm:t>
        <a:bodyPr/>
        <a:lstStyle/>
        <a:p>
          <a:endParaRPr lang="en-US"/>
        </a:p>
      </dgm:t>
    </dgm:pt>
    <dgm:pt modelId="{ABACE051-11E4-42A5-8CC7-60A1D75FE9C2}">
      <dgm:prSet/>
      <dgm:spPr/>
      <dgm:t>
        <a:bodyPr/>
        <a:lstStyle/>
        <a:p>
          <a:r>
            <a:rPr lang="es-ES"/>
            <a:t>Los operandos deben ser del mismo tamaño (8 bits, 16 bits, etc).</a:t>
          </a:r>
          <a:endParaRPr lang="en-US"/>
        </a:p>
      </dgm:t>
    </dgm:pt>
    <dgm:pt modelId="{73BBB045-C4B7-4940-85F3-F7A73FB59E0F}" type="parTrans" cxnId="{1ED1E2FC-11DA-4C22-AC5B-A62A681ACF1E}">
      <dgm:prSet/>
      <dgm:spPr/>
      <dgm:t>
        <a:bodyPr/>
        <a:lstStyle/>
        <a:p>
          <a:endParaRPr lang="en-US"/>
        </a:p>
      </dgm:t>
    </dgm:pt>
    <dgm:pt modelId="{CC0E7DF8-4EF6-4AE4-8BD4-34AC81174C35}" type="sibTrans" cxnId="{1ED1E2FC-11DA-4C22-AC5B-A62A681ACF1E}">
      <dgm:prSet/>
      <dgm:spPr/>
      <dgm:t>
        <a:bodyPr/>
        <a:lstStyle/>
        <a:p>
          <a:endParaRPr lang="en-US"/>
        </a:p>
      </dgm:t>
    </dgm:pt>
    <dgm:pt modelId="{CF1180A2-280E-443C-B62D-5404CE68B243}" type="pres">
      <dgm:prSet presAssocID="{AF71C576-E6DA-4A00-B1B6-1A1FF28365AF}" presName="Name0" presStyleCnt="0">
        <dgm:presLayoutVars>
          <dgm:dir/>
          <dgm:resizeHandles val="exact"/>
        </dgm:presLayoutVars>
      </dgm:prSet>
      <dgm:spPr/>
    </dgm:pt>
    <dgm:pt modelId="{46D701F1-E111-43D6-BA8F-8926EEFB77DF}" type="pres">
      <dgm:prSet presAssocID="{CA7F484B-71C6-4F81-BB51-BEF4BCA4EBF9}" presName="parAndChTx" presStyleLbl="node1" presStyleIdx="0" presStyleCnt="3">
        <dgm:presLayoutVars>
          <dgm:bulletEnabled val="1"/>
        </dgm:presLayoutVars>
      </dgm:prSet>
      <dgm:spPr/>
    </dgm:pt>
    <dgm:pt modelId="{59B3BCFE-5F72-489F-8205-127499B0E357}" type="pres">
      <dgm:prSet presAssocID="{36F16381-0328-4933-9F36-6BFB127194F2}" presName="parAndChSpace" presStyleCnt="0"/>
      <dgm:spPr/>
    </dgm:pt>
    <dgm:pt modelId="{7834080E-1DE3-405E-BA40-A3D74AD0B6AD}" type="pres">
      <dgm:prSet presAssocID="{6ED9C818-5DAE-40BD-AD1E-22D5BA089B67}" presName="parAndChTx" presStyleLbl="node1" presStyleIdx="1" presStyleCnt="3">
        <dgm:presLayoutVars>
          <dgm:bulletEnabled val="1"/>
        </dgm:presLayoutVars>
      </dgm:prSet>
      <dgm:spPr/>
    </dgm:pt>
    <dgm:pt modelId="{36FA6909-BE03-4533-B3EF-D2B2B918DFE8}" type="pres">
      <dgm:prSet presAssocID="{2B6EFE45-9960-4105-AD1E-7B05D283B25D}" presName="parAndChSpace" presStyleCnt="0"/>
      <dgm:spPr/>
    </dgm:pt>
    <dgm:pt modelId="{F0781EC1-E787-46DB-9878-69D3A58CCBE3}" type="pres">
      <dgm:prSet presAssocID="{ABACE051-11E4-42A5-8CC7-60A1D75FE9C2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C2951223-2C30-4673-9D73-B00CF0A22B6B}" srcId="{6ED9C818-5DAE-40BD-AD1E-22D5BA089B67}" destId="{725EDD86-F45D-487B-A7D9-8A2F54D8B692}" srcOrd="1" destOrd="0" parTransId="{E876092D-28C5-4EBB-AB5E-735BBC4D0E49}" sibTransId="{EF3363D8-7A02-4D83-AC18-400B4AEEC05F}"/>
    <dgm:cxn modelId="{E42FD223-9B38-431A-B059-A15FB9803C9C}" type="presOf" srcId="{AC4737AE-4714-4536-B19B-7B8EBB4F0177}" destId="{46D701F1-E111-43D6-BA8F-8926EEFB77DF}" srcOrd="0" destOrd="1" presId="urn:microsoft.com/office/officeart/2005/8/layout/hChevron3"/>
    <dgm:cxn modelId="{DF41C75C-4651-4B28-ACE3-C1D89131AC59}" type="presOf" srcId="{6ED9C818-5DAE-40BD-AD1E-22D5BA089B67}" destId="{7834080E-1DE3-405E-BA40-A3D74AD0B6AD}" srcOrd="0" destOrd="0" presId="urn:microsoft.com/office/officeart/2005/8/layout/hChevron3"/>
    <dgm:cxn modelId="{2BF13344-8684-42BD-B937-C72618BDE3B1}" type="presOf" srcId="{ABACE051-11E4-42A5-8CC7-60A1D75FE9C2}" destId="{F0781EC1-E787-46DB-9878-69D3A58CCBE3}" srcOrd="0" destOrd="0" presId="urn:microsoft.com/office/officeart/2005/8/layout/hChevron3"/>
    <dgm:cxn modelId="{33EC476C-397A-4F06-97BB-6C57542CCF19}" type="presOf" srcId="{495B592E-97FC-47CB-83BA-45A46B1BBB64}" destId="{7834080E-1DE3-405E-BA40-A3D74AD0B6AD}" srcOrd="0" destOrd="1" presId="urn:microsoft.com/office/officeart/2005/8/layout/hChevron3"/>
    <dgm:cxn modelId="{B7F36C88-23EE-4E74-ADA6-E2EADE81C61A}" srcId="{AF71C576-E6DA-4A00-B1B6-1A1FF28365AF}" destId="{6ED9C818-5DAE-40BD-AD1E-22D5BA089B67}" srcOrd="1" destOrd="0" parTransId="{064DB920-DFE5-4677-A685-9EF8577E7CEF}" sibTransId="{2B6EFE45-9960-4105-AD1E-7B05D283B25D}"/>
    <dgm:cxn modelId="{42CF7B8B-ED0C-4653-9630-B245489CC28C}" srcId="{AF71C576-E6DA-4A00-B1B6-1A1FF28365AF}" destId="{CA7F484B-71C6-4F81-BB51-BEF4BCA4EBF9}" srcOrd="0" destOrd="0" parTransId="{E9F4188E-CB3D-4275-87A8-029F29EF4A8F}" sibTransId="{36F16381-0328-4933-9F36-6BFB127194F2}"/>
    <dgm:cxn modelId="{184827B9-F3E6-45DF-B378-D9CFE9161E61}" type="presOf" srcId="{CA7F484B-71C6-4F81-BB51-BEF4BCA4EBF9}" destId="{46D701F1-E111-43D6-BA8F-8926EEFB77DF}" srcOrd="0" destOrd="0" presId="urn:microsoft.com/office/officeart/2005/8/layout/hChevron3"/>
    <dgm:cxn modelId="{F328F9CA-3338-426D-B95D-1337AF83C461}" type="presOf" srcId="{725EDD86-F45D-487B-A7D9-8A2F54D8B692}" destId="{7834080E-1DE3-405E-BA40-A3D74AD0B6AD}" srcOrd="0" destOrd="2" presId="urn:microsoft.com/office/officeart/2005/8/layout/hChevron3"/>
    <dgm:cxn modelId="{648AD3E2-71E7-46AD-8319-A0D5C9E44AC3}" type="presOf" srcId="{AF71C576-E6DA-4A00-B1B6-1A1FF28365AF}" destId="{CF1180A2-280E-443C-B62D-5404CE68B243}" srcOrd="0" destOrd="0" presId="urn:microsoft.com/office/officeart/2005/8/layout/hChevron3"/>
    <dgm:cxn modelId="{37F97CE6-574F-489A-8333-8E47B6F43A17}" srcId="{6ED9C818-5DAE-40BD-AD1E-22D5BA089B67}" destId="{495B592E-97FC-47CB-83BA-45A46B1BBB64}" srcOrd="0" destOrd="0" parTransId="{E3F68A05-830B-48B3-9846-16ADCD6F5EC9}" sibTransId="{F6903A86-40F0-4D65-B61C-89DF70298CE3}"/>
    <dgm:cxn modelId="{999272F9-E387-43F2-AD94-24113A71F5DE}" srcId="{CA7F484B-71C6-4F81-BB51-BEF4BCA4EBF9}" destId="{AC4737AE-4714-4536-B19B-7B8EBB4F0177}" srcOrd="0" destOrd="0" parTransId="{D1BAF388-3D43-4D48-9BF0-B8622E17593E}" sibTransId="{AE1A7F0A-26F0-407E-BB2A-BA2DDDB86686}"/>
    <dgm:cxn modelId="{1ED1E2FC-11DA-4C22-AC5B-A62A681ACF1E}" srcId="{AF71C576-E6DA-4A00-B1B6-1A1FF28365AF}" destId="{ABACE051-11E4-42A5-8CC7-60A1D75FE9C2}" srcOrd="2" destOrd="0" parTransId="{73BBB045-C4B7-4940-85F3-F7A73FB59E0F}" sibTransId="{CC0E7DF8-4EF6-4AE4-8BD4-34AC81174C35}"/>
    <dgm:cxn modelId="{870CDE7B-2848-4EE1-8718-CC551086DD63}" type="presParOf" srcId="{CF1180A2-280E-443C-B62D-5404CE68B243}" destId="{46D701F1-E111-43D6-BA8F-8926EEFB77DF}" srcOrd="0" destOrd="0" presId="urn:microsoft.com/office/officeart/2005/8/layout/hChevron3"/>
    <dgm:cxn modelId="{A33863F4-6CE3-4BA8-A053-090171088D53}" type="presParOf" srcId="{CF1180A2-280E-443C-B62D-5404CE68B243}" destId="{59B3BCFE-5F72-489F-8205-127499B0E357}" srcOrd="1" destOrd="0" presId="urn:microsoft.com/office/officeart/2005/8/layout/hChevron3"/>
    <dgm:cxn modelId="{3A185A39-EFE9-4E9D-BF8F-46325B363AFC}" type="presParOf" srcId="{CF1180A2-280E-443C-B62D-5404CE68B243}" destId="{7834080E-1DE3-405E-BA40-A3D74AD0B6AD}" srcOrd="2" destOrd="0" presId="urn:microsoft.com/office/officeart/2005/8/layout/hChevron3"/>
    <dgm:cxn modelId="{B6457286-B6A4-439F-AC00-54276A243E8C}" type="presParOf" srcId="{CF1180A2-280E-443C-B62D-5404CE68B243}" destId="{36FA6909-BE03-4533-B3EF-D2B2B918DFE8}" srcOrd="3" destOrd="0" presId="urn:microsoft.com/office/officeart/2005/8/layout/hChevron3"/>
    <dgm:cxn modelId="{78C615F5-1FB3-4CB3-8B63-CCF07699FE5D}" type="presParOf" srcId="{CF1180A2-280E-443C-B62D-5404CE68B243}" destId="{F0781EC1-E787-46DB-9878-69D3A58CCBE3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834805-9E34-40A8-AA5C-3A534A58659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6CA1EE-C0DC-443D-BED0-B9BBD0CDCED3}">
      <dgm:prSet/>
      <dgm:spPr/>
      <dgm:t>
        <a:bodyPr/>
        <a:lstStyle/>
        <a:p>
          <a:r>
            <a:rPr lang="es-ES"/>
            <a:t>MOV SI, 3000h     ; Carga dirección en SI</a:t>
          </a:r>
          <a:endParaRPr lang="en-US"/>
        </a:p>
      </dgm:t>
    </dgm:pt>
    <dgm:pt modelId="{2D52BD2E-62D7-47D7-B2C1-3F313A2264AF}" type="parTrans" cxnId="{DD252441-7545-4115-B2DA-FC2D22E1740E}">
      <dgm:prSet/>
      <dgm:spPr/>
      <dgm:t>
        <a:bodyPr/>
        <a:lstStyle/>
        <a:p>
          <a:endParaRPr lang="en-US"/>
        </a:p>
      </dgm:t>
    </dgm:pt>
    <dgm:pt modelId="{D2FF9015-F274-4C07-A2DE-88319D2E2F91}" type="sibTrans" cxnId="{DD252441-7545-4115-B2DA-FC2D22E1740E}">
      <dgm:prSet/>
      <dgm:spPr/>
      <dgm:t>
        <a:bodyPr/>
        <a:lstStyle/>
        <a:p>
          <a:endParaRPr lang="en-US"/>
        </a:p>
      </dgm:t>
    </dgm:pt>
    <dgm:pt modelId="{1180073A-FBB3-4E5A-A91F-8AF04062B469}">
      <dgm:prSet/>
      <dgm:spPr/>
      <dgm:t>
        <a:bodyPr/>
        <a:lstStyle/>
        <a:p>
          <a:r>
            <a:rPr lang="es-ES"/>
            <a:t>MOV AX, [SI]      ; Accede al contenido apuntado por SI</a:t>
          </a:r>
          <a:endParaRPr lang="en-US"/>
        </a:p>
      </dgm:t>
    </dgm:pt>
    <dgm:pt modelId="{C5183C83-2761-43C3-A64E-BA485F6A3E95}" type="parTrans" cxnId="{18C38593-9AAF-44EB-9DAB-1CDC14C67FA6}">
      <dgm:prSet/>
      <dgm:spPr/>
      <dgm:t>
        <a:bodyPr/>
        <a:lstStyle/>
        <a:p>
          <a:endParaRPr lang="en-US"/>
        </a:p>
      </dgm:t>
    </dgm:pt>
    <dgm:pt modelId="{380148D1-7A46-442B-B4AE-B4F4846703CC}" type="sibTrans" cxnId="{18C38593-9AAF-44EB-9DAB-1CDC14C67FA6}">
      <dgm:prSet/>
      <dgm:spPr/>
      <dgm:t>
        <a:bodyPr/>
        <a:lstStyle/>
        <a:p>
          <a:endParaRPr lang="en-US"/>
        </a:p>
      </dgm:t>
    </dgm:pt>
    <dgm:pt modelId="{F95DB55A-16B9-479B-84F2-A72F3D604E37}" type="pres">
      <dgm:prSet presAssocID="{66834805-9E34-40A8-AA5C-3A534A5865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9499B4-0726-4030-A050-A6B00665D189}" type="pres">
      <dgm:prSet presAssocID="{B76CA1EE-C0DC-443D-BED0-B9BBD0CDCED3}" presName="hierRoot1" presStyleCnt="0"/>
      <dgm:spPr/>
    </dgm:pt>
    <dgm:pt modelId="{A5B72C10-0C9B-4D77-9EE8-1C82B8F3A25B}" type="pres">
      <dgm:prSet presAssocID="{B76CA1EE-C0DC-443D-BED0-B9BBD0CDCED3}" presName="composite" presStyleCnt="0"/>
      <dgm:spPr/>
    </dgm:pt>
    <dgm:pt modelId="{9C302311-AA17-4509-8E98-7D030F068B4B}" type="pres">
      <dgm:prSet presAssocID="{B76CA1EE-C0DC-443D-BED0-B9BBD0CDCED3}" presName="background" presStyleLbl="node0" presStyleIdx="0" presStyleCnt="2"/>
      <dgm:spPr/>
    </dgm:pt>
    <dgm:pt modelId="{E6809E9E-2393-45C1-A4CA-0F19F0DF13A3}" type="pres">
      <dgm:prSet presAssocID="{B76CA1EE-C0DC-443D-BED0-B9BBD0CDCED3}" presName="text" presStyleLbl="fgAcc0" presStyleIdx="0" presStyleCnt="2">
        <dgm:presLayoutVars>
          <dgm:chPref val="3"/>
        </dgm:presLayoutVars>
      </dgm:prSet>
      <dgm:spPr/>
    </dgm:pt>
    <dgm:pt modelId="{3864D1F5-E8A3-401D-990F-2D319DC3C417}" type="pres">
      <dgm:prSet presAssocID="{B76CA1EE-C0DC-443D-BED0-B9BBD0CDCED3}" presName="hierChild2" presStyleCnt="0"/>
      <dgm:spPr/>
    </dgm:pt>
    <dgm:pt modelId="{F7A8C5F8-05BA-4B6F-BF46-85809D4B9F2C}" type="pres">
      <dgm:prSet presAssocID="{1180073A-FBB3-4E5A-A91F-8AF04062B469}" presName="hierRoot1" presStyleCnt="0"/>
      <dgm:spPr/>
    </dgm:pt>
    <dgm:pt modelId="{E8E3D9F4-97F8-4990-8E10-2D7C0A5154C2}" type="pres">
      <dgm:prSet presAssocID="{1180073A-FBB3-4E5A-A91F-8AF04062B469}" presName="composite" presStyleCnt="0"/>
      <dgm:spPr/>
    </dgm:pt>
    <dgm:pt modelId="{7DE43331-9683-415D-9BE0-8CC8CE8E211F}" type="pres">
      <dgm:prSet presAssocID="{1180073A-FBB3-4E5A-A91F-8AF04062B469}" presName="background" presStyleLbl="node0" presStyleIdx="1" presStyleCnt="2"/>
      <dgm:spPr/>
    </dgm:pt>
    <dgm:pt modelId="{B7AA9A24-0141-44EF-BD80-9A626CD92622}" type="pres">
      <dgm:prSet presAssocID="{1180073A-FBB3-4E5A-A91F-8AF04062B469}" presName="text" presStyleLbl="fgAcc0" presStyleIdx="1" presStyleCnt="2">
        <dgm:presLayoutVars>
          <dgm:chPref val="3"/>
        </dgm:presLayoutVars>
      </dgm:prSet>
      <dgm:spPr/>
    </dgm:pt>
    <dgm:pt modelId="{66756113-5FB3-439A-9959-E09C17EE0753}" type="pres">
      <dgm:prSet presAssocID="{1180073A-FBB3-4E5A-A91F-8AF04062B469}" presName="hierChild2" presStyleCnt="0"/>
      <dgm:spPr/>
    </dgm:pt>
  </dgm:ptLst>
  <dgm:cxnLst>
    <dgm:cxn modelId="{2A24F70E-A486-4192-9228-435C713DA4BB}" type="presOf" srcId="{B76CA1EE-C0DC-443D-BED0-B9BBD0CDCED3}" destId="{E6809E9E-2393-45C1-A4CA-0F19F0DF13A3}" srcOrd="0" destOrd="0" presId="urn:microsoft.com/office/officeart/2005/8/layout/hierarchy1"/>
    <dgm:cxn modelId="{DD252441-7545-4115-B2DA-FC2D22E1740E}" srcId="{66834805-9E34-40A8-AA5C-3A534A586597}" destId="{B76CA1EE-C0DC-443D-BED0-B9BBD0CDCED3}" srcOrd="0" destOrd="0" parTransId="{2D52BD2E-62D7-47D7-B2C1-3F313A2264AF}" sibTransId="{D2FF9015-F274-4C07-A2DE-88319D2E2F91}"/>
    <dgm:cxn modelId="{18C38593-9AAF-44EB-9DAB-1CDC14C67FA6}" srcId="{66834805-9E34-40A8-AA5C-3A534A586597}" destId="{1180073A-FBB3-4E5A-A91F-8AF04062B469}" srcOrd="1" destOrd="0" parTransId="{C5183C83-2761-43C3-A64E-BA485F6A3E95}" sibTransId="{380148D1-7A46-442B-B4AE-B4F4846703CC}"/>
    <dgm:cxn modelId="{F2F890A6-038C-4BCD-A0A7-F4A7B61F5710}" type="presOf" srcId="{66834805-9E34-40A8-AA5C-3A534A586597}" destId="{F95DB55A-16B9-479B-84F2-A72F3D604E37}" srcOrd="0" destOrd="0" presId="urn:microsoft.com/office/officeart/2005/8/layout/hierarchy1"/>
    <dgm:cxn modelId="{5F21FEF3-A985-4748-A8C7-12BD3C97EC1D}" type="presOf" srcId="{1180073A-FBB3-4E5A-A91F-8AF04062B469}" destId="{B7AA9A24-0141-44EF-BD80-9A626CD92622}" srcOrd="0" destOrd="0" presId="urn:microsoft.com/office/officeart/2005/8/layout/hierarchy1"/>
    <dgm:cxn modelId="{BF4A5EE3-2E7E-4BD7-8427-19903B24D0B3}" type="presParOf" srcId="{F95DB55A-16B9-479B-84F2-A72F3D604E37}" destId="{D59499B4-0726-4030-A050-A6B00665D189}" srcOrd="0" destOrd="0" presId="urn:microsoft.com/office/officeart/2005/8/layout/hierarchy1"/>
    <dgm:cxn modelId="{093CFA83-18B3-427E-9BC7-9E8E29DBD783}" type="presParOf" srcId="{D59499B4-0726-4030-A050-A6B00665D189}" destId="{A5B72C10-0C9B-4D77-9EE8-1C82B8F3A25B}" srcOrd="0" destOrd="0" presId="urn:microsoft.com/office/officeart/2005/8/layout/hierarchy1"/>
    <dgm:cxn modelId="{77A2F80B-FA38-4D7C-AD8E-26DDF899DF33}" type="presParOf" srcId="{A5B72C10-0C9B-4D77-9EE8-1C82B8F3A25B}" destId="{9C302311-AA17-4509-8E98-7D030F068B4B}" srcOrd="0" destOrd="0" presId="urn:microsoft.com/office/officeart/2005/8/layout/hierarchy1"/>
    <dgm:cxn modelId="{CAF10ECB-5AA8-49DF-995B-E833F07E4B68}" type="presParOf" srcId="{A5B72C10-0C9B-4D77-9EE8-1C82B8F3A25B}" destId="{E6809E9E-2393-45C1-A4CA-0F19F0DF13A3}" srcOrd="1" destOrd="0" presId="urn:microsoft.com/office/officeart/2005/8/layout/hierarchy1"/>
    <dgm:cxn modelId="{B928A13C-E40C-424B-B8C7-B99B1F9EC292}" type="presParOf" srcId="{D59499B4-0726-4030-A050-A6B00665D189}" destId="{3864D1F5-E8A3-401D-990F-2D319DC3C417}" srcOrd="1" destOrd="0" presId="urn:microsoft.com/office/officeart/2005/8/layout/hierarchy1"/>
    <dgm:cxn modelId="{AE53D91B-CEAE-49BC-BD5A-E1F7E9E863E0}" type="presParOf" srcId="{F95DB55A-16B9-479B-84F2-A72F3D604E37}" destId="{F7A8C5F8-05BA-4B6F-BF46-85809D4B9F2C}" srcOrd="1" destOrd="0" presId="urn:microsoft.com/office/officeart/2005/8/layout/hierarchy1"/>
    <dgm:cxn modelId="{C6597CCB-AC25-4CCE-B060-A259E6895768}" type="presParOf" srcId="{F7A8C5F8-05BA-4B6F-BF46-85809D4B9F2C}" destId="{E8E3D9F4-97F8-4990-8E10-2D7C0A5154C2}" srcOrd="0" destOrd="0" presId="urn:microsoft.com/office/officeart/2005/8/layout/hierarchy1"/>
    <dgm:cxn modelId="{7B0E8A9A-0B4E-49F0-9210-750B586AF0CA}" type="presParOf" srcId="{E8E3D9F4-97F8-4990-8E10-2D7C0A5154C2}" destId="{7DE43331-9683-415D-9BE0-8CC8CE8E211F}" srcOrd="0" destOrd="0" presId="urn:microsoft.com/office/officeart/2005/8/layout/hierarchy1"/>
    <dgm:cxn modelId="{4FA38B42-439F-4CB8-9026-B302DAF28A99}" type="presParOf" srcId="{E8E3D9F4-97F8-4990-8E10-2D7C0A5154C2}" destId="{B7AA9A24-0141-44EF-BD80-9A626CD92622}" srcOrd="1" destOrd="0" presId="urn:microsoft.com/office/officeart/2005/8/layout/hierarchy1"/>
    <dgm:cxn modelId="{B8DE9CE0-39DD-4DA5-8641-5962EF4CC189}" type="presParOf" srcId="{F7A8C5F8-05BA-4B6F-BF46-85809D4B9F2C}" destId="{66756113-5FB3-439A-9959-E09C17EE07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90CD81-9A51-4B2E-B2AD-102F5C5DE5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4B2980-1390-4C7E-876A-84025D3E8057}">
      <dgm:prSet/>
      <dgm:spPr/>
      <dgm:t>
        <a:bodyPr/>
        <a:lstStyle/>
        <a:p>
          <a:r>
            <a:rPr lang="en-US"/>
            <a:t>Copiar datos</a:t>
          </a:r>
        </a:p>
      </dgm:t>
    </dgm:pt>
    <dgm:pt modelId="{115CB89E-D7C7-4552-BCD9-34EF650B942D}" type="parTrans" cxnId="{967D67C8-45B8-4927-A25E-FF54A2DD4B96}">
      <dgm:prSet/>
      <dgm:spPr/>
      <dgm:t>
        <a:bodyPr/>
        <a:lstStyle/>
        <a:p>
          <a:endParaRPr lang="en-US"/>
        </a:p>
      </dgm:t>
    </dgm:pt>
    <dgm:pt modelId="{652E40E6-8088-426A-9C14-9F97ADA110A5}" type="sibTrans" cxnId="{967D67C8-45B8-4927-A25E-FF54A2DD4B96}">
      <dgm:prSet/>
      <dgm:spPr/>
      <dgm:t>
        <a:bodyPr/>
        <a:lstStyle/>
        <a:p>
          <a:endParaRPr lang="en-US"/>
        </a:p>
      </dgm:t>
    </dgm:pt>
    <dgm:pt modelId="{7775A357-D1A0-41C2-8D78-044A3375DA89}">
      <dgm:prSet/>
      <dgm:spPr/>
      <dgm:t>
        <a:bodyPr/>
        <a:lstStyle/>
        <a:p>
          <a:r>
            <a:rPr lang="en-US"/>
            <a:t>Inicializar variables</a:t>
          </a:r>
        </a:p>
      </dgm:t>
    </dgm:pt>
    <dgm:pt modelId="{C91C2599-8901-490B-80CF-3A423B659050}" type="parTrans" cxnId="{63B052DA-D768-4FD9-8DA5-0D9D51177A56}">
      <dgm:prSet/>
      <dgm:spPr/>
      <dgm:t>
        <a:bodyPr/>
        <a:lstStyle/>
        <a:p>
          <a:endParaRPr lang="en-US"/>
        </a:p>
      </dgm:t>
    </dgm:pt>
    <dgm:pt modelId="{DEF9CEB9-168E-4351-8A43-1BEBBB1364E0}" type="sibTrans" cxnId="{63B052DA-D768-4FD9-8DA5-0D9D51177A56}">
      <dgm:prSet/>
      <dgm:spPr/>
      <dgm:t>
        <a:bodyPr/>
        <a:lstStyle/>
        <a:p>
          <a:endParaRPr lang="en-US"/>
        </a:p>
      </dgm:t>
    </dgm:pt>
    <dgm:pt modelId="{438D7E51-52B4-46F2-88C2-1AD7615F5DAF}">
      <dgm:prSet/>
      <dgm:spPr/>
      <dgm:t>
        <a:bodyPr/>
        <a:lstStyle/>
        <a:p>
          <a:r>
            <a:rPr lang="es-ES"/>
            <a:t>Acceso a estructuras o arreglos</a:t>
          </a:r>
          <a:endParaRPr lang="en-US"/>
        </a:p>
      </dgm:t>
    </dgm:pt>
    <dgm:pt modelId="{B5CEF82D-120A-46BC-8EBC-67DB5E28C048}" type="parTrans" cxnId="{32F4B61A-2221-4FA6-AA6E-47E07DF7BF2E}">
      <dgm:prSet/>
      <dgm:spPr/>
      <dgm:t>
        <a:bodyPr/>
        <a:lstStyle/>
        <a:p>
          <a:endParaRPr lang="en-US"/>
        </a:p>
      </dgm:t>
    </dgm:pt>
    <dgm:pt modelId="{5C88554C-DC8D-41FF-86B5-E876BF18C6D3}" type="sibTrans" cxnId="{32F4B61A-2221-4FA6-AA6E-47E07DF7BF2E}">
      <dgm:prSet/>
      <dgm:spPr/>
      <dgm:t>
        <a:bodyPr/>
        <a:lstStyle/>
        <a:p>
          <a:endParaRPr lang="en-US"/>
        </a:p>
      </dgm:t>
    </dgm:pt>
    <dgm:pt modelId="{BD3730F0-E092-4161-994A-FFA52AD4D5AB}">
      <dgm:prSet/>
      <dgm:spPr/>
      <dgm:t>
        <a:bodyPr/>
        <a:lstStyle/>
        <a:p>
          <a:r>
            <a:rPr lang="es-ES"/>
            <a:t>Paso de parámetros en funciones (stack/memoria)</a:t>
          </a:r>
          <a:endParaRPr lang="en-US"/>
        </a:p>
      </dgm:t>
    </dgm:pt>
    <dgm:pt modelId="{893D2ED9-2F7B-4566-AB80-5363428DF424}" type="parTrans" cxnId="{0DA9CA18-7D08-459E-A5E7-72FC1438F640}">
      <dgm:prSet/>
      <dgm:spPr/>
      <dgm:t>
        <a:bodyPr/>
        <a:lstStyle/>
        <a:p>
          <a:endParaRPr lang="en-US"/>
        </a:p>
      </dgm:t>
    </dgm:pt>
    <dgm:pt modelId="{6AFF693A-E395-428C-AC22-5EFCE4DD88A2}" type="sibTrans" cxnId="{0DA9CA18-7D08-459E-A5E7-72FC1438F640}">
      <dgm:prSet/>
      <dgm:spPr/>
      <dgm:t>
        <a:bodyPr/>
        <a:lstStyle/>
        <a:p>
          <a:endParaRPr lang="en-US"/>
        </a:p>
      </dgm:t>
    </dgm:pt>
    <dgm:pt modelId="{6AE02B9B-E31D-43FD-8ECE-9C9061582B31}" type="pres">
      <dgm:prSet presAssocID="{8C90CD81-9A51-4B2E-B2AD-102F5C5DE5BF}" presName="linear" presStyleCnt="0">
        <dgm:presLayoutVars>
          <dgm:animLvl val="lvl"/>
          <dgm:resizeHandles val="exact"/>
        </dgm:presLayoutVars>
      </dgm:prSet>
      <dgm:spPr/>
    </dgm:pt>
    <dgm:pt modelId="{7640A8BF-64DF-4B5C-B364-0E2960C738C0}" type="pres">
      <dgm:prSet presAssocID="{CD4B2980-1390-4C7E-876A-84025D3E80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40B705-4D29-487C-9F95-B9AA048D579E}" type="pres">
      <dgm:prSet presAssocID="{652E40E6-8088-426A-9C14-9F97ADA110A5}" presName="spacer" presStyleCnt="0"/>
      <dgm:spPr/>
    </dgm:pt>
    <dgm:pt modelId="{A39E6A1E-CB41-4295-90B7-34091692C14D}" type="pres">
      <dgm:prSet presAssocID="{7775A357-D1A0-41C2-8D78-044A3375DA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F3FD751-B0A1-4C5F-84F6-DBF64BC4EB7D}" type="pres">
      <dgm:prSet presAssocID="{DEF9CEB9-168E-4351-8A43-1BEBBB1364E0}" presName="spacer" presStyleCnt="0"/>
      <dgm:spPr/>
    </dgm:pt>
    <dgm:pt modelId="{5894E254-74FA-4573-ABE6-34B59D1C9787}" type="pres">
      <dgm:prSet presAssocID="{438D7E51-52B4-46F2-88C2-1AD7615F5D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8B819D-D310-4179-BB7B-4F1A3B8E8555}" type="pres">
      <dgm:prSet presAssocID="{5C88554C-DC8D-41FF-86B5-E876BF18C6D3}" presName="spacer" presStyleCnt="0"/>
      <dgm:spPr/>
    </dgm:pt>
    <dgm:pt modelId="{99ED8D26-2004-4DB9-92CD-9FE2698CD039}" type="pres">
      <dgm:prSet presAssocID="{BD3730F0-E092-4161-994A-FFA52AD4D5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DA9CA18-7D08-459E-A5E7-72FC1438F640}" srcId="{8C90CD81-9A51-4B2E-B2AD-102F5C5DE5BF}" destId="{BD3730F0-E092-4161-994A-FFA52AD4D5AB}" srcOrd="3" destOrd="0" parTransId="{893D2ED9-2F7B-4566-AB80-5363428DF424}" sibTransId="{6AFF693A-E395-428C-AC22-5EFCE4DD88A2}"/>
    <dgm:cxn modelId="{32F4B61A-2221-4FA6-AA6E-47E07DF7BF2E}" srcId="{8C90CD81-9A51-4B2E-B2AD-102F5C5DE5BF}" destId="{438D7E51-52B4-46F2-88C2-1AD7615F5DAF}" srcOrd="2" destOrd="0" parTransId="{B5CEF82D-120A-46BC-8EBC-67DB5E28C048}" sibTransId="{5C88554C-DC8D-41FF-86B5-E876BF18C6D3}"/>
    <dgm:cxn modelId="{BD0EA828-2319-4AF7-A1D1-1070CDA52B5D}" type="presOf" srcId="{CD4B2980-1390-4C7E-876A-84025D3E8057}" destId="{7640A8BF-64DF-4B5C-B364-0E2960C738C0}" srcOrd="0" destOrd="0" presId="urn:microsoft.com/office/officeart/2005/8/layout/vList2"/>
    <dgm:cxn modelId="{0344413B-744C-4F1B-BC1B-6724E9B927E1}" type="presOf" srcId="{8C90CD81-9A51-4B2E-B2AD-102F5C5DE5BF}" destId="{6AE02B9B-E31D-43FD-8ECE-9C9061582B31}" srcOrd="0" destOrd="0" presId="urn:microsoft.com/office/officeart/2005/8/layout/vList2"/>
    <dgm:cxn modelId="{46633867-A0A8-4A4F-A3F2-41DDADFB5796}" type="presOf" srcId="{438D7E51-52B4-46F2-88C2-1AD7615F5DAF}" destId="{5894E254-74FA-4573-ABE6-34B59D1C9787}" srcOrd="0" destOrd="0" presId="urn:microsoft.com/office/officeart/2005/8/layout/vList2"/>
    <dgm:cxn modelId="{B58713BD-6EC8-472F-A43B-87FCF5F5882F}" type="presOf" srcId="{7775A357-D1A0-41C2-8D78-044A3375DA89}" destId="{A39E6A1E-CB41-4295-90B7-34091692C14D}" srcOrd="0" destOrd="0" presId="urn:microsoft.com/office/officeart/2005/8/layout/vList2"/>
    <dgm:cxn modelId="{967D67C8-45B8-4927-A25E-FF54A2DD4B96}" srcId="{8C90CD81-9A51-4B2E-B2AD-102F5C5DE5BF}" destId="{CD4B2980-1390-4C7E-876A-84025D3E8057}" srcOrd="0" destOrd="0" parTransId="{115CB89E-D7C7-4552-BCD9-34EF650B942D}" sibTransId="{652E40E6-8088-426A-9C14-9F97ADA110A5}"/>
    <dgm:cxn modelId="{63B052DA-D768-4FD9-8DA5-0D9D51177A56}" srcId="{8C90CD81-9A51-4B2E-B2AD-102F5C5DE5BF}" destId="{7775A357-D1A0-41C2-8D78-044A3375DA89}" srcOrd="1" destOrd="0" parTransId="{C91C2599-8901-490B-80CF-3A423B659050}" sibTransId="{DEF9CEB9-168E-4351-8A43-1BEBBB1364E0}"/>
    <dgm:cxn modelId="{590CCAFC-90C9-4074-A5C4-43E23280EE41}" type="presOf" srcId="{BD3730F0-E092-4161-994A-FFA52AD4D5AB}" destId="{99ED8D26-2004-4DB9-92CD-9FE2698CD039}" srcOrd="0" destOrd="0" presId="urn:microsoft.com/office/officeart/2005/8/layout/vList2"/>
    <dgm:cxn modelId="{66C87F65-2FFF-4F3C-AF8B-814DF33CCC60}" type="presParOf" srcId="{6AE02B9B-E31D-43FD-8ECE-9C9061582B31}" destId="{7640A8BF-64DF-4B5C-B364-0E2960C738C0}" srcOrd="0" destOrd="0" presId="urn:microsoft.com/office/officeart/2005/8/layout/vList2"/>
    <dgm:cxn modelId="{68A2AA17-6649-42DD-9EA4-DF0C05E74031}" type="presParOf" srcId="{6AE02B9B-E31D-43FD-8ECE-9C9061582B31}" destId="{0940B705-4D29-487C-9F95-B9AA048D579E}" srcOrd="1" destOrd="0" presId="urn:microsoft.com/office/officeart/2005/8/layout/vList2"/>
    <dgm:cxn modelId="{1C09D614-D871-41E2-A8F8-649E8765C190}" type="presParOf" srcId="{6AE02B9B-E31D-43FD-8ECE-9C9061582B31}" destId="{A39E6A1E-CB41-4295-90B7-34091692C14D}" srcOrd="2" destOrd="0" presId="urn:microsoft.com/office/officeart/2005/8/layout/vList2"/>
    <dgm:cxn modelId="{A4A344C9-9F60-4C37-90B9-67707083D556}" type="presParOf" srcId="{6AE02B9B-E31D-43FD-8ECE-9C9061582B31}" destId="{AF3FD751-B0A1-4C5F-84F6-DBF64BC4EB7D}" srcOrd="3" destOrd="0" presId="urn:microsoft.com/office/officeart/2005/8/layout/vList2"/>
    <dgm:cxn modelId="{F08B4347-2D72-4FA2-99BB-E3EEDBF7DE2D}" type="presParOf" srcId="{6AE02B9B-E31D-43FD-8ECE-9C9061582B31}" destId="{5894E254-74FA-4573-ABE6-34B59D1C9787}" srcOrd="4" destOrd="0" presId="urn:microsoft.com/office/officeart/2005/8/layout/vList2"/>
    <dgm:cxn modelId="{998E4644-9664-4937-BF63-441897522C1F}" type="presParOf" srcId="{6AE02B9B-E31D-43FD-8ECE-9C9061582B31}" destId="{418B819D-D310-4179-BB7B-4F1A3B8E8555}" srcOrd="5" destOrd="0" presId="urn:microsoft.com/office/officeart/2005/8/layout/vList2"/>
    <dgm:cxn modelId="{F9DFD513-4DA5-4B6D-A9E9-8A5F64DAB48B}" type="presParOf" srcId="{6AE02B9B-E31D-43FD-8ECE-9C9061582B31}" destId="{99ED8D26-2004-4DB9-92CD-9FE2698CD03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9387D-A2E6-49FE-9979-AD8AFD2B31C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C28A8-297D-44E8-B468-7E7DEBCBD7BF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5000" kern="1200" dirty="0">
              <a:solidFill>
                <a:schemeClr val="bg1"/>
              </a:solidFill>
            </a:rPr>
            <a:t>Duda proyecto 2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0" y="0"/>
        <a:ext cx="10515600" cy="1087834"/>
      </dsp:txXfrm>
    </dsp:sp>
    <dsp:sp modelId="{389BCB78-6D19-42D0-A612-3D48BFD4E2FF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32D59-111C-4016-AB09-2BFC97EBD374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5000" kern="1200" dirty="0">
              <a:solidFill>
                <a:schemeClr val="bg1"/>
              </a:solidFill>
            </a:rPr>
            <a:t>Foro 10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0" y="1087834"/>
        <a:ext cx="10515600" cy="1087834"/>
      </dsp:txXfrm>
    </dsp:sp>
    <dsp:sp modelId="{6B373EA4-E16C-413E-B7AF-59FAE60016D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158B3-7186-4BB1-A267-561091063BFB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000" kern="1200" dirty="0">
              <a:solidFill>
                <a:schemeClr val="bg1"/>
              </a:solidFill>
            </a:rPr>
            <a:t>Contenido de la clase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0" y="2175669"/>
        <a:ext cx="10515600" cy="1087834"/>
      </dsp:txXfrm>
    </dsp:sp>
    <dsp:sp modelId="{35FF88FE-C4B2-40BF-87C1-942637805E59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92F1C-5537-4A84-963D-02648734739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5000" kern="1200" dirty="0">
              <a:solidFill>
                <a:schemeClr val="bg1"/>
              </a:solidFill>
            </a:rPr>
            <a:t>Ejemplo practico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AE688-1A1C-4E90-8BC1-CBE9A942D104}">
      <dsp:nvSpPr>
        <dsp:cNvPr id="0" name=""/>
        <dsp:cNvSpPr/>
      </dsp:nvSpPr>
      <dsp:spPr>
        <a:xfrm>
          <a:off x="0" y="785708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MOV AX, 1        ; Mueve el valor 1 al registro AX</a:t>
          </a:r>
          <a:endParaRPr lang="en-US" sz="2600" kern="1200"/>
        </a:p>
      </dsp:txBody>
      <dsp:txXfrm>
        <a:off x="31185" y="816893"/>
        <a:ext cx="10453230" cy="576450"/>
      </dsp:txXfrm>
    </dsp:sp>
    <dsp:sp modelId="{C4BEF79C-04EB-4B71-82FC-E5858A02A05B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MOV BX, AX       ; Copia el valor de AX a BX</a:t>
          </a:r>
          <a:endParaRPr lang="en-US" sz="2600" kern="1200"/>
        </a:p>
      </dsp:txBody>
      <dsp:txXfrm>
        <a:off x="31185" y="1530594"/>
        <a:ext cx="10453230" cy="576450"/>
      </dsp:txXfrm>
    </dsp:sp>
    <dsp:sp modelId="{3C3A040B-2BEE-4ABA-B296-4FB0190AFBD0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MOV [2000], AX   ; Mueve el valor de AX a la dirección de memoria 2000</a:t>
          </a:r>
          <a:endParaRPr lang="en-US" sz="2600" kern="1200"/>
        </a:p>
      </dsp:txBody>
      <dsp:txXfrm>
        <a:off x="31185" y="2244294"/>
        <a:ext cx="10453230" cy="576450"/>
      </dsp:txXfrm>
    </dsp:sp>
    <dsp:sp modelId="{56DADF7D-2F59-4A9D-A79A-2DAB14207804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MOV AX, [2000]   ; Carga en AX el valor desde la dirección 2000</a:t>
          </a:r>
          <a:endParaRPr lang="en-US" sz="2600" kern="1200"/>
        </a:p>
      </dsp:txBody>
      <dsp:txXfrm>
        <a:off x="31185" y="2957994"/>
        <a:ext cx="10453230" cy="576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701F1-E111-43D6-BA8F-8926EEFB77DF}">
      <dsp:nvSpPr>
        <dsp:cNvPr id="0" name=""/>
        <dsp:cNvSpPr/>
      </dsp:nvSpPr>
      <dsp:spPr>
        <a:xfrm>
          <a:off x="4755" y="203685"/>
          <a:ext cx="4158034" cy="3326427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686" tIns="81280" rIns="586745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se puede mover directamente de memoria a memoria: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MOV [1000], [2000] ; ❌ No permitido</a:t>
          </a:r>
        </a:p>
      </dsp:txBody>
      <dsp:txXfrm>
        <a:off x="4755" y="203685"/>
        <a:ext cx="3742231" cy="3326427"/>
      </dsp:txXfrm>
    </dsp:sp>
    <dsp:sp modelId="{7834080E-1DE3-405E-BA40-A3D74AD0B6AD}">
      <dsp:nvSpPr>
        <dsp:cNvPr id="0" name=""/>
        <dsp:cNvSpPr/>
      </dsp:nvSpPr>
      <dsp:spPr>
        <a:xfrm>
          <a:off x="3331182" y="203685"/>
          <a:ext cx="4158034" cy="3326427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686" tIns="81280" rIns="146686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Para hacerlo: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MOV AX, [2000]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MOV [1000], AX</a:t>
          </a:r>
        </a:p>
      </dsp:txBody>
      <dsp:txXfrm>
        <a:off x="4162789" y="203685"/>
        <a:ext cx="2494820" cy="3326427"/>
      </dsp:txXfrm>
    </dsp:sp>
    <dsp:sp modelId="{F0781EC1-E787-46DB-9878-69D3A58CCBE3}">
      <dsp:nvSpPr>
        <dsp:cNvPr id="0" name=""/>
        <dsp:cNvSpPr/>
      </dsp:nvSpPr>
      <dsp:spPr>
        <a:xfrm>
          <a:off x="6657610" y="203685"/>
          <a:ext cx="4158034" cy="3326427"/>
        </a:xfrm>
        <a:prstGeom prst="chevron">
          <a:avLst>
            <a:gd name="adj" fmla="val 2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686" tIns="81280" rIns="146686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Los operandos deben ser del mismo tamaño (8 bits, 16 bits, etc).</a:t>
          </a:r>
          <a:endParaRPr lang="en-US" sz="3200" kern="1200"/>
        </a:p>
      </dsp:txBody>
      <dsp:txXfrm>
        <a:off x="7489217" y="203685"/>
        <a:ext cx="2494820" cy="33264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02311-AA17-4509-8E98-7D030F068B4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09E9E-2393-45C1-A4CA-0F19F0DF13A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MOV SI, 3000h     ; Carga dirección en SI</a:t>
          </a:r>
          <a:endParaRPr lang="en-US" sz="4400" kern="1200"/>
        </a:p>
      </dsp:txBody>
      <dsp:txXfrm>
        <a:off x="608661" y="692298"/>
        <a:ext cx="4508047" cy="2799040"/>
      </dsp:txXfrm>
    </dsp:sp>
    <dsp:sp modelId="{7DE43331-9683-415D-9BE0-8CC8CE8E211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A9A24-0141-44EF-BD80-9A626CD92622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MOV AX, [SI]      ; Accede al contenido apuntado por SI</a:t>
          </a:r>
          <a:endParaRPr lang="en-US" sz="4400" kern="1200"/>
        </a:p>
      </dsp:txBody>
      <dsp:txXfrm>
        <a:off x="6331365" y="692298"/>
        <a:ext cx="4508047" cy="2799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0A8BF-64DF-4B5C-B364-0E2960C738C0}">
      <dsp:nvSpPr>
        <dsp:cNvPr id="0" name=""/>
        <dsp:cNvSpPr/>
      </dsp:nvSpPr>
      <dsp:spPr>
        <a:xfrm>
          <a:off x="0" y="27062"/>
          <a:ext cx="10927829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Copiar datos</a:t>
          </a:r>
        </a:p>
      </dsp:txBody>
      <dsp:txXfrm>
        <a:off x="40780" y="67842"/>
        <a:ext cx="10846269" cy="753820"/>
      </dsp:txXfrm>
    </dsp:sp>
    <dsp:sp modelId="{A39E6A1E-CB41-4295-90B7-34091692C14D}">
      <dsp:nvSpPr>
        <dsp:cNvPr id="0" name=""/>
        <dsp:cNvSpPr/>
      </dsp:nvSpPr>
      <dsp:spPr>
        <a:xfrm>
          <a:off x="0" y="960362"/>
          <a:ext cx="10927829" cy="83538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Inicializar variables</a:t>
          </a:r>
        </a:p>
      </dsp:txBody>
      <dsp:txXfrm>
        <a:off x="40780" y="1001142"/>
        <a:ext cx="10846269" cy="753820"/>
      </dsp:txXfrm>
    </dsp:sp>
    <dsp:sp modelId="{5894E254-74FA-4573-ABE6-34B59D1C9787}">
      <dsp:nvSpPr>
        <dsp:cNvPr id="0" name=""/>
        <dsp:cNvSpPr/>
      </dsp:nvSpPr>
      <dsp:spPr>
        <a:xfrm>
          <a:off x="0" y="1893662"/>
          <a:ext cx="10927829" cy="83538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Acceso a estructuras o arreglos</a:t>
          </a:r>
          <a:endParaRPr lang="en-US" sz="3400" kern="1200"/>
        </a:p>
      </dsp:txBody>
      <dsp:txXfrm>
        <a:off x="40780" y="1934442"/>
        <a:ext cx="10846269" cy="753820"/>
      </dsp:txXfrm>
    </dsp:sp>
    <dsp:sp modelId="{99ED8D26-2004-4DB9-92CD-9FE2698CD039}">
      <dsp:nvSpPr>
        <dsp:cNvPr id="0" name=""/>
        <dsp:cNvSpPr/>
      </dsp:nvSpPr>
      <dsp:spPr>
        <a:xfrm>
          <a:off x="0" y="2826962"/>
          <a:ext cx="10927829" cy="8353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Paso de parámetros en funciones (stack/memoria)</a:t>
          </a:r>
          <a:endParaRPr lang="en-US" sz="3400" kern="1200"/>
        </a:p>
      </dsp:txBody>
      <dsp:txXfrm>
        <a:off x="40780" y="2867742"/>
        <a:ext cx="10846269" cy="753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BF4B6-55B6-2112-6FEC-84780C485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BC4E9-9473-A126-6C58-DF86CFFE6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97857A-C1F4-8548-B906-13FA7B3A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725227-9D39-97C3-D7F5-8FC0EF4A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A89AD-66B2-446C-8AF4-790DDDD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8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93E3C-B8EB-51B7-9BB4-C4CB6BAA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B2A4D-BFC4-95D2-9280-B115DB3B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E07BD7-DD38-18DA-033B-90F8BC42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86C728-D9F1-8DB9-743E-066CB5E6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8D3E2-0138-10CE-4366-AE605EE7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35357-164C-43CB-F506-EFBEE4E0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65262-9116-5976-9C17-AAD0061D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E9BD1D-3424-6392-96DE-177D81B9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EF0090-64AA-D0C1-0D62-72969B13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31022A-1362-9EC2-397E-19992B04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833CB-B353-75A7-F3D9-4AD09FC6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B7B07-25EA-9055-9CBC-232652490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734B15-0F39-4AA1-7E2C-F93895C8D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E56922-3CD7-D4DE-B9A5-57FD0FC9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E02CE5-70F3-306E-2A6A-EBE9E298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DCA18C-3D43-B53C-C789-4FFF6734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0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C187A-3A29-C0CD-9C41-4DA7BB67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AD7E3-B38C-944A-2737-A94282015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A7354D-0970-F1C1-DD18-0A4BD1A19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A83F39-3E6C-2075-8AE9-A42FA76B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7DBD25-44B1-1AD9-5B82-B2B0D3994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8306CC-2005-DD4F-3A6E-44F9ACBF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EE1890-BA7A-A0E4-C8E7-F390DD64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B5024A-8066-9DB2-D196-4E5D2F4D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7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C4F15-130E-DED5-4DD1-471CCDBE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C1E12E-BF65-D286-E179-EA99E8AC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7B247B-5F11-13B6-1FCC-7655031C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58C2C-8790-3F36-4577-2786B3FC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5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45C85F-AB36-EA7F-94C0-759418C1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7E19FD-E868-7F52-15A3-96E56B99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FECAED-854F-641B-4466-DA5E1BCC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4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B323-BA3D-29B1-8413-21226748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45840-0077-779A-2DCF-C87B2360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A704E8-0610-8A17-7B44-A52FDD31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20DF40-0EDD-D698-1C17-EFF4ADEE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92C3B8-1570-9D0F-898A-EAED5B07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466A8-C172-C0C9-6F9B-C3ECCE0E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A0701-B11D-F3EA-ED8A-2F07027A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C9D635-2885-5F9C-F2C2-E1E5069F3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688030-167F-B178-C172-0733CC586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2183C9-C32C-B110-13FE-8C7F2762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9F5868-98B6-A1F3-530A-78958E3B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8ACF5C-C62A-3908-7370-D5BEAAA9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3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8100-A939-1B70-627B-ACE3F8B8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F634A2-A431-259B-D54D-FB103AF1E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7CF76-927F-796C-CC7C-D840B47F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68857-C29F-29E2-3218-3E1D0E92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47F29-6CE0-FA47-1B1A-6316621F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E11A99-7489-61F7-0E5B-7E4F5360B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8A0E6F-8182-1506-2BA7-9BD2EBDA3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B10C3-7BC3-C14C-C591-6BED29EC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10158-698C-9311-29B1-8D39892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189E5-738C-FD88-28CF-E4938CC1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291C39-909B-47B5-C60B-177ED302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F43CF-68C4-0F28-153C-C17F0C61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2DEC36-2561-7D03-6692-6E4B00458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A0CCD-F82D-DBD4-74DA-EF8D0A685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F0FD8-C656-166C-9F90-397F5532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Different colored organizers">
            <a:extLst>
              <a:ext uri="{FF2B5EF4-FFF2-40B4-BE49-F238E27FC236}">
                <a16:creationId xmlns:a16="http://schemas.microsoft.com/office/drawing/2014/main" id="{A16AAEF8-9D3D-B8F3-C715-394AE6B4E8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025"/>
          <a:stretch/>
        </p:blipFill>
        <p:spPr>
          <a:xfrm>
            <a:off x="20" y="9144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F2978B-CC5F-CC6D-6589-9ABD2856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419">
                <a:solidFill>
                  <a:srgbClr val="FFFFFF"/>
                </a:solidFill>
              </a:rPr>
              <a:t>Organización de lenguajes y compiladores 2 (N)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663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34EDCF-084B-E0E7-8167-FD0AE85B3F38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D6AF36-97E9-9119-E25A-144C5B86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Anuncios y contenido	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DA993A6-07C5-4743-A2B8-9F66C4B85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7253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8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orange tech piece hardware">
            <a:extLst>
              <a:ext uri="{FF2B5EF4-FFF2-40B4-BE49-F238E27FC236}">
                <a16:creationId xmlns:a16="http://schemas.microsoft.com/office/drawing/2014/main" id="{0338BAAC-0A5C-2152-94B7-C786594BE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76" r="11659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4142CD-AD38-4D7B-FC7C-1CA30B0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3700"/>
              <a:t>¿Qué es el movimiento en memoria?</a:t>
            </a:r>
            <a:endParaRPr lang="en-US" sz="37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2C6414-FB0C-E889-D71C-386656FD5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s-ES" sz="2000"/>
              <a:t>En ensamblador, el </a:t>
            </a:r>
            <a:r>
              <a:rPr lang="es-ES" sz="2000" b="1"/>
              <a:t>movimiento en memoria</a:t>
            </a:r>
            <a:r>
              <a:rPr lang="es-ES" sz="2000"/>
              <a:t> se refiere al proceso de transferir datos entre registros y ubicaciones de memoria.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9708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36F6B1-661D-B1E0-B311-85051D6A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Instrucción principal: “MOV”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0D5949-677D-6939-896C-A77615E1A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s-419" sz="2000"/>
              <a:t>MOV </a:t>
            </a:r>
            <a:r>
              <a:rPr lang="es-ES" sz="2000"/>
              <a:t>es la instrucción más común para mover datos.</a:t>
            </a:r>
            <a:endParaRPr lang="es-419" sz="2000"/>
          </a:p>
          <a:p>
            <a:r>
              <a:rPr lang="en-US" sz="2000"/>
              <a:t>Sintaxis general: </a:t>
            </a:r>
            <a:r>
              <a:rPr lang="en-US" sz="2000" b="1"/>
              <a:t>MOV destino, Fuente</a:t>
            </a:r>
          </a:p>
          <a:p>
            <a:r>
              <a:rPr lang="en-US" sz="2000"/>
              <a:t>Puede mover:</a:t>
            </a:r>
            <a:endParaRPr lang="en-US" sz="2000" b="1"/>
          </a:p>
          <a:p>
            <a:pPr lvl="1"/>
            <a:r>
              <a:rPr lang="en-US" sz="2000"/>
              <a:t>Entre registros</a:t>
            </a:r>
            <a:endParaRPr lang="en-US" sz="2000" b="1"/>
          </a:p>
          <a:p>
            <a:pPr lvl="1"/>
            <a:r>
              <a:rPr lang="en-US" sz="2000"/>
              <a:t>De memoria a registro</a:t>
            </a:r>
            <a:endParaRPr lang="en-US" sz="2000" b="1"/>
          </a:p>
          <a:p>
            <a:pPr lvl="1"/>
            <a:r>
              <a:rPr lang="en-US" sz="2000"/>
              <a:t>De registro a memoria</a:t>
            </a:r>
            <a:r>
              <a:rPr lang="en-US" sz="2000" b="1"/>
              <a:t> </a:t>
            </a:r>
            <a:r>
              <a:rPr lang="en-US" sz="2000"/>
              <a:t>(pero no de memoria a memoria directamente)</a:t>
            </a:r>
            <a:endParaRPr lang="en-US" sz="2000" b="1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6E00E242-7E65-EDE7-6E3C-CAE2520F5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5" r="43968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6048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4A41D-4ECC-2F02-6555-5DB08F98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/>
              <a:t>Ejemplos básicos</a:t>
            </a:r>
            <a:endParaRPr lang="en-U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6AE2714-3B65-47AB-FDB6-ADB798A005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988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89984B-9D33-1E58-B56F-A22FC4B8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 b="1"/>
              <a:t>Reglas clave:</a:t>
            </a:r>
            <a:endParaRPr lang="en-US" sz="400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5375B19-196F-CB8A-3AA2-A2FA131A90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596521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015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629B57-B3C9-E640-3BE2-867AA757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Uso de punteros: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0DB2E92-D8E3-66A2-06C5-6221CBDC9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89417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700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15C6AD-97DF-73C7-4E27-64CE627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Aplicaciones comunes: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C68084F-967F-B752-946A-09F6A7E0A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21670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652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7F43A7-2A6B-D208-34B3-502CC216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86FF43-383F-823B-CA1E-1FBD4EC33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El movimiento de datos en memoria es fundamental en programación en ensamblador. Comprender cómo se usa la instrucción </a:t>
            </a:r>
            <a:r>
              <a:rPr lang="es-ES" sz="2000" b="1"/>
              <a:t>MOV </a:t>
            </a:r>
            <a:r>
              <a:rPr lang="es-ES" sz="2000"/>
              <a:t>y cómo interactúan registros y memoria es clave para manipular eficientemente los datos a bajo nivel.</a:t>
            </a:r>
            <a:endParaRPr lang="en-US" sz="2000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7AE003F-4C99-119C-E933-1FA58CE9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5" r="17329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24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A8144BF2-412B-D949-05DE-7B66AE774D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162" b="556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37CF7F-393E-D398-D8A8-4106CC21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¿Dudas?</a:t>
            </a:r>
          </a:p>
        </p:txBody>
      </p:sp>
    </p:spTree>
    <p:extLst>
      <p:ext uri="{BB962C8B-B14F-4D97-AF65-F5344CB8AC3E}">
        <p14:creationId xmlns:p14="http://schemas.microsoft.com/office/powerpoint/2010/main" val="3339030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913774-3EB3-CE24-3707-DA0B11F7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</a:t>
            </a:r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práctico</a:t>
            </a:r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644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302</Words>
  <Application>Microsoft Office PowerPoint</Application>
  <PresentationFormat>Panorámica</PresentationFormat>
  <Paragraphs>39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de Office</vt:lpstr>
      <vt:lpstr>Organización de lenguajes y compiladores 2 (N)</vt:lpstr>
      <vt:lpstr>Anuncios y contenido </vt:lpstr>
      <vt:lpstr>¿Qué es el movimiento en memoria?</vt:lpstr>
      <vt:lpstr>Instrucción principal: “MOV”</vt:lpstr>
      <vt:lpstr>Ejemplos básicos</vt:lpstr>
      <vt:lpstr>Reglas clave:</vt:lpstr>
      <vt:lpstr>Uso de punteros:</vt:lpstr>
      <vt:lpstr>Aplicaciones comunes:</vt:lpstr>
      <vt:lpstr>Conclusión</vt:lpstr>
      <vt:lpstr>¿Dudas?</vt:lpstr>
      <vt:lpstr>Ejemplo práctico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Ronaldo Javier Posadas Guerra</dc:creator>
  <cp:lastModifiedBy>Ronaldo Javier Posadas Guerra</cp:lastModifiedBy>
  <cp:revision>6</cp:revision>
  <dcterms:created xsi:type="dcterms:W3CDTF">2025-03-10T22:37:48Z</dcterms:created>
  <dcterms:modified xsi:type="dcterms:W3CDTF">2025-09-02T00:34:19Z</dcterms:modified>
</cp:coreProperties>
</file>