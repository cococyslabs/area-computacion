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5.png"/><Relationship Id="rId7" Type="http://schemas.openxmlformats.org/officeDocument/2006/relationships/image" Target="../media/image12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8.png"/><Relationship Id="rId7" Type="http://schemas.openxmlformats.org/officeDocument/2006/relationships/image" Target="../media/image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5.png"/><Relationship Id="rId7" Type="http://schemas.openxmlformats.org/officeDocument/2006/relationships/image" Target="../media/image12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EE75F-ADF5-4DE0-A285-78CA381377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42FD1B-976E-4ECA-AB37-283FC281287C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Horarios de calificación</a:t>
          </a:r>
          <a:endParaRPr lang="en-US" dirty="0">
            <a:solidFill>
              <a:schemeClr val="bg1"/>
            </a:solidFill>
          </a:endParaRPr>
        </a:p>
      </dgm:t>
    </dgm:pt>
    <dgm:pt modelId="{C535965C-3B7B-4E92-AE83-43B7C5CD7498}" type="parTrans" cxnId="{8AE56D2E-C73B-45DA-AE7E-91D5CF2A6A69}">
      <dgm:prSet/>
      <dgm:spPr/>
      <dgm:t>
        <a:bodyPr/>
        <a:lstStyle/>
        <a:p>
          <a:endParaRPr lang="en-US"/>
        </a:p>
      </dgm:t>
    </dgm:pt>
    <dgm:pt modelId="{BA5CEEEE-230F-4354-8F38-4B1F29CB93DE}" type="sibTrans" cxnId="{8AE56D2E-C73B-45DA-AE7E-91D5CF2A6A69}">
      <dgm:prSet/>
      <dgm:spPr/>
      <dgm:t>
        <a:bodyPr/>
        <a:lstStyle/>
        <a:p>
          <a:endParaRPr lang="en-US"/>
        </a:p>
      </dgm:t>
    </dgm:pt>
    <dgm:pt modelId="{B43E7EF5-EFF8-4E41-AA38-03A4A875CCE0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Foro 8</a:t>
          </a:r>
          <a:endParaRPr lang="en-US" dirty="0">
            <a:solidFill>
              <a:schemeClr val="bg1"/>
            </a:solidFill>
          </a:endParaRPr>
        </a:p>
      </dgm:t>
    </dgm:pt>
    <dgm:pt modelId="{16D53853-B8E4-4441-A4C1-1C77910A1BFD}" type="parTrans" cxnId="{B15D0677-D877-42F2-A652-8E64AEED3D4D}">
      <dgm:prSet/>
      <dgm:spPr/>
      <dgm:t>
        <a:bodyPr/>
        <a:lstStyle/>
        <a:p>
          <a:endParaRPr lang="en-US"/>
        </a:p>
      </dgm:t>
    </dgm:pt>
    <dgm:pt modelId="{A18CA353-6494-4A07-88BB-878A4F38F79E}" type="sibTrans" cxnId="{B15D0677-D877-42F2-A652-8E64AEED3D4D}">
      <dgm:prSet/>
      <dgm:spPr/>
      <dgm:t>
        <a:bodyPr/>
        <a:lstStyle/>
        <a:p>
          <a:endParaRPr lang="en-US"/>
        </a:p>
      </dgm:t>
    </dgm:pt>
    <dgm:pt modelId="{C19931BD-FC3F-4709-A82E-CF05311251B4}">
      <dgm:prSet/>
      <dgm:spPr/>
      <dgm:t>
        <a:bodyPr/>
        <a:lstStyle/>
        <a:p>
          <a:r>
            <a:rPr lang="es-419" dirty="0">
              <a:solidFill>
                <a:schemeClr val="bg1"/>
              </a:solidFill>
            </a:rPr>
            <a:t>¿Dudas del proyecto 1?</a:t>
          </a:r>
          <a:endParaRPr lang="en-US" dirty="0">
            <a:solidFill>
              <a:schemeClr val="bg1"/>
            </a:solidFill>
          </a:endParaRPr>
        </a:p>
      </dgm:t>
    </dgm:pt>
    <dgm:pt modelId="{F7E4A33C-54FD-44FB-A215-6B4CE1094620}" type="parTrans" cxnId="{B2BE2772-8125-4202-9058-F5F043BC5F12}">
      <dgm:prSet/>
      <dgm:spPr/>
      <dgm:t>
        <a:bodyPr/>
        <a:lstStyle/>
        <a:p>
          <a:endParaRPr lang="en-US"/>
        </a:p>
      </dgm:t>
    </dgm:pt>
    <dgm:pt modelId="{4ED2C7A9-603D-4781-8DAD-72248417461F}" type="sibTrans" cxnId="{B2BE2772-8125-4202-9058-F5F043BC5F12}">
      <dgm:prSet/>
      <dgm:spPr/>
      <dgm:t>
        <a:bodyPr/>
        <a:lstStyle/>
        <a:p>
          <a:endParaRPr lang="en-US"/>
        </a:p>
      </dgm:t>
    </dgm:pt>
    <dgm:pt modelId="{D6DD946A-9DF4-4CE1-A45F-3AEA10F7C36C}">
      <dgm:prSet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Introducción al Código Ensamblador ARM64</a:t>
          </a:r>
          <a:endParaRPr lang="en-US" dirty="0">
            <a:solidFill>
              <a:schemeClr val="bg1"/>
            </a:solidFill>
          </a:endParaRPr>
        </a:p>
      </dgm:t>
    </dgm:pt>
    <dgm:pt modelId="{422B3739-5DA5-4D58-8257-3A87308301D1}" type="parTrans" cxnId="{6F0CAAC2-6F97-4C03-9AFC-3ECBC9031E96}">
      <dgm:prSet/>
      <dgm:spPr/>
      <dgm:t>
        <a:bodyPr/>
        <a:lstStyle/>
        <a:p>
          <a:endParaRPr lang="en-US"/>
        </a:p>
      </dgm:t>
    </dgm:pt>
    <dgm:pt modelId="{7DCD2C70-9F37-4367-8787-3D9D24794CE4}" type="sibTrans" cxnId="{6F0CAAC2-6F97-4C03-9AFC-3ECBC9031E96}">
      <dgm:prSet/>
      <dgm:spPr/>
      <dgm:t>
        <a:bodyPr/>
        <a:lstStyle/>
        <a:p>
          <a:endParaRPr lang="en-US"/>
        </a:p>
      </dgm:t>
    </dgm:pt>
    <dgm:pt modelId="{9F0BC360-D5F7-41CE-B1EE-81DE519FFE91}" type="pres">
      <dgm:prSet presAssocID="{4EFEE75F-ADF5-4DE0-A285-78CA3813777C}" presName="vert0" presStyleCnt="0">
        <dgm:presLayoutVars>
          <dgm:dir/>
          <dgm:animOne val="branch"/>
          <dgm:animLvl val="lvl"/>
        </dgm:presLayoutVars>
      </dgm:prSet>
      <dgm:spPr/>
    </dgm:pt>
    <dgm:pt modelId="{B0969C6A-CC60-489D-8BCB-A937F62E4B6D}" type="pres">
      <dgm:prSet presAssocID="{3D42FD1B-976E-4ECA-AB37-283FC281287C}" presName="thickLine" presStyleLbl="alignNode1" presStyleIdx="0" presStyleCnt="4"/>
      <dgm:spPr/>
    </dgm:pt>
    <dgm:pt modelId="{9EC6AC1D-E069-4753-973B-F7891A71D944}" type="pres">
      <dgm:prSet presAssocID="{3D42FD1B-976E-4ECA-AB37-283FC281287C}" presName="horz1" presStyleCnt="0"/>
      <dgm:spPr/>
    </dgm:pt>
    <dgm:pt modelId="{E6BE9205-98A8-4EB5-8EB9-81F7E58720D4}" type="pres">
      <dgm:prSet presAssocID="{3D42FD1B-976E-4ECA-AB37-283FC281287C}" presName="tx1" presStyleLbl="revTx" presStyleIdx="0" presStyleCnt="4"/>
      <dgm:spPr/>
    </dgm:pt>
    <dgm:pt modelId="{CE5D775D-1189-4430-A3C3-E60FF9291AA1}" type="pres">
      <dgm:prSet presAssocID="{3D42FD1B-976E-4ECA-AB37-283FC281287C}" presName="vert1" presStyleCnt="0"/>
      <dgm:spPr/>
    </dgm:pt>
    <dgm:pt modelId="{389BCB78-6D19-42D0-A612-3D48BFD4E2FF}" type="pres">
      <dgm:prSet presAssocID="{B43E7EF5-EFF8-4E41-AA38-03A4A875CCE0}" presName="thickLine" presStyleLbl="alignNode1" presStyleIdx="1" presStyleCnt="4"/>
      <dgm:spPr/>
    </dgm:pt>
    <dgm:pt modelId="{81C8BF00-94A6-46E0-AC50-DFB9A3A83278}" type="pres">
      <dgm:prSet presAssocID="{B43E7EF5-EFF8-4E41-AA38-03A4A875CCE0}" presName="horz1" presStyleCnt="0"/>
      <dgm:spPr/>
    </dgm:pt>
    <dgm:pt modelId="{4E032D59-111C-4016-AB09-2BFC97EBD374}" type="pres">
      <dgm:prSet presAssocID="{B43E7EF5-EFF8-4E41-AA38-03A4A875CCE0}" presName="tx1" presStyleLbl="revTx" presStyleIdx="1" presStyleCnt="4"/>
      <dgm:spPr/>
    </dgm:pt>
    <dgm:pt modelId="{9A594352-2FE5-4A9E-B1A1-ABB67DF931B6}" type="pres">
      <dgm:prSet presAssocID="{B43E7EF5-EFF8-4E41-AA38-03A4A875CCE0}" presName="vert1" presStyleCnt="0"/>
      <dgm:spPr/>
    </dgm:pt>
    <dgm:pt modelId="{9F2C5F8A-C2D1-4947-B6A1-0D224FB9F134}" type="pres">
      <dgm:prSet presAssocID="{C19931BD-FC3F-4709-A82E-CF05311251B4}" presName="thickLine" presStyleLbl="alignNode1" presStyleIdx="2" presStyleCnt="4"/>
      <dgm:spPr/>
    </dgm:pt>
    <dgm:pt modelId="{1C47D244-E0F7-48D6-9C06-98986480CB91}" type="pres">
      <dgm:prSet presAssocID="{C19931BD-FC3F-4709-A82E-CF05311251B4}" presName="horz1" presStyleCnt="0"/>
      <dgm:spPr/>
    </dgm:pt>
    <dgm:pt modelId="{93486931-5658-4129-A72E-7DD854D3E757}" type="pres">
      <dgm:prSet presAssocID="{C19931BD-FC3F-4709-A82E-CF05311251B4}" presName="tx1" presStyleLbl="revTx" presStyleIdx="2" presStyleCnt="4"/>
      <dgm:spPr/>
    </dgm:pt>
    <dgm:pt modelId="{59917B08-5ADB-4A06-A96E-D56FE548FBFA}" type="pres">
      <dgm:prSet presAssocID="{C19931BD-FC3F-4709-A82E-CF05311251B4}" presName="vert1" presStyleCnt="0"/>
      <dgm:spPr/>
    </dgm:pt>
    <dgm:pt modelId="{6B373EA4-E16C-413E-B7AF-59FAE60016DD}" type="pres">
      <dgm:prSet presAssocID="{D6DD946A-9DF4-4CE1-A45F-3AEA10F7C36C}" presName="thickLine" presStyleLbl="alignNode1" presStyleIdx="3" presStyleCnt="4"/>
      <dgm:spPr/>
    </dgm:pt>
    <dgm:pt modelId="{04FD0014-3983-4CB5-8EE4-312EB054FA93}" type="pres">
      <dgm:prSet presAssocID="{D6DD946A-9DF4-4CE1-A45F-3AEA10F7C36C}" presName="horz1" presStyleCnt="0"/>
      <dgm:spPr/>
    </dgm:pt>
    <dgm:pt modelId="{7B7158B3-7186-4BB1-A267-561091063BFB}" type="pres">
      <dgm:prSet presAssocID="{D6DD946A-9DF4-4CE1-A45F-3AEA10F7C36C}" presName="tx1" presStyleLbl="revTx" presStyleIdx="3" presStyleCnt="4"/>
      <dgm:spPr/>
    </dgm:pt>
    <dgm:pt modelId="{8DF4FA07-9887-44D3-BE79-7BF15003F531}" type="pres">
      <dgm:prSet presAssocID="{D6DD946A-9DF4-4CE1-A45F-3AEA10F7C36C}" presName="vert1" presStyleCnt="0"/>
      <dgm:spPr/>
    </dgm:pt>
  </dgm:ptLst>
  <dgm:cxnLst>
    <dgm:cxn modelId="{62327405-D1E1-4E5F-A2EB-CD49DA76244C}" type="presOf" srcId="{C19931BD-FC3F-4709-A82E-CF05311251B4}" destId="{93486931-5658-4129-A72E-7DD854D3E757}" srcOrd="0" destOrd="0" presId="urn:microsoft.com/office/officeart/2008/layout/LinedList"/>
    <dgm:cxn modelId="{1A92AE29-F926-4C43-9B62-B208F7A69415}" type="presOf" srcId="{D6DD946A-9DF4-4CE1-A45F-3AEA10F7C36C}" destId="{7B7158B3-7186-4BB1-A267-561091063BFB}" srcOrd="0" destOrd="0" presId="urn:microsoft.com/office/officeart/2008/layout/LinedList"/>
    <dgm:cxn modelId="{8AE56D2E-C73B-45DA-AE7E-91D5CF2A6A69}" srcId="{4EFEE75F-ADF5-4DE0-A285-78CA3813777C}" destId="{3D42FD1B-976E-4ECA-AB37-283FC281287C}" srcOrd="0" destOrd="0" parTransId="{C535965C-3B7B-4E92-AE83-43B7C5CD7498}" sibTransId="{BA5CEEEE-230F-4354-8F38-4B1F29CB93DE}"/>
    <dgm:cxn modelId="{22C7B637-944E-4D4C-A7B6-BE881731AE39}" type="presOf" srcId="{B43E7EF5-EFF8-4E41-AA38-03A4A875CCE0}" destId="{4E032D59-111C-4016-AB09-2BFC97EBD374}" srcOrd="0" destOrd="0" presId="urn:microsoft.com/office/officeart/2008/layout/LinedList"/>
    <dgm:cxn modelId="{062D3B67-A78E-4538-9F20-1E98F9F166F4}" type="presOf" srcId="{4EFEE75F-ADF5-4DE0-A285-78CA3813777C}" destId="{9F0BC360-D5F7-41CE-B1EE-81DE519FFE91}" srcOrd="0" destOrd="0" presId="urn:microsoft.com/office/officeart/2008/layout/LinedList"/>
    <dgm:cxn modelId="{B2BE2772-8125-4202-9058-F5F043BC5F12}" srcId="{4EFEE75F-ADF5-4DE0-A285-78CA3813777C}" destId="{C19931BD-FC3F-4709-A82E-CF05311251B4}" srcOrd="2" destOrd="0" parTransId="{F7E4A33C-54FD-44FB-A215-6B4CE1094620}" sibTransId="{4ED2C7A9-603D-4781-8DAD-72248417461F}"/>
    <dgm:cxn modelId="{B15D0677-D877-42F2-A652-8E64AEED3D4D}" srcId="{4EFEE75F-ADF5-4DE0-A285-78CA3813777C}" destId="{B43E7EF5-EFF8-4E41-AA38-03A4A875CCE0}" srcOrd="1" destOrd="0" parTransId="{16D53853-B8E4-4441-A4C1-1C77910A1BFD}" sibTransId="{A18CA353-6494-4A07-88BB-878A4F38F79E}"/>
    <dgm:cxn modelId="{5E950F80-C17E-44FF-822C-5DC2088C85EB}" type="presOf" srcId="{3D42FD1B-976E-4ECA-AB37-283FC281287C}" destId="{E6BE9205-98A8-4EB5-8EB9-81F7E58720D4}" srcOrd="0" destOrd="0" presId="urn:microsoft.com/office/officeart/2008/layout/LinedList"/>
    <dgm:cxn modelId="{6F0CAAC2-6F97-4C03-9AFC-3ECBC9031E96}" srcId="{4EFEE75F-ADF5-4DE0-A285-78CA3813777C}" destId="{D6DD946A-9DF4-4CE1-A45F-3AEA10F7C36C}" srcOrd="3" destOrd="0" parTransId="{422B3739-5DA5-4D58-8257-3A87308301D1}" sibTransId="{7DCD2C70-9F37-4367-8787-3D9D24794CE4}"/>
    <dgm:cxn modelId="{3B62E1A2-3965-427C-B2FF-19CAF27B722A}" type="presParOf" srcId="{9F0BC360-D5F7-41CE-B1EE-81DE519FFE91}" destId="{B0969C6A-CC60-489D-8BCB-A937F62E4B6D}" srcOrd="0" destOrd="0" presId="urn:microsoft.com/office/officeart/2008/layout/LinedList"/>
    <dgm:cxn modelId="{D9022606-3205-424C-B0B5-E2A539463D47}" type="presParOf" srcId="{9F0BC360-D5F7-41CE-B1EE-81DE519FFE91}" destId="{9EC6AC1D-E069-4753-973B-F7891A71D944}" srcOrd="1" destOrd="0" presId="urn:microsoft.com/office/officeart/2008/layout/LinedList"/>
    <dgm:cxn modelId="{4C0157F7-48FF-4B24-843B-1F9B528AA08C}" type="presParOf" srcId="{9EC6AC1D-E069-4753-973B-F7891A71D944}" destId="{E6BE9205-98A8-4EB5-8EB9-81F7E58720D4}" srcOrd="0" destOrd="0" presId="urn:microsoft.com/office/officeart/2008/layout/LinedList"/>
    <dgm:cxn modelId="{3BEBB013-DB9C-49F8-898D-290C40624963}" type="presParOf" srcId="{9EC6AC1D-E069-4753-973B-F7891A71D944}" destId="{CE5D775D-1189-4430-A3C3-E60FF9291AA1}" srcOrd="1" destOrd="0" presId="urn:microsoft.com/office/officeart/2008/layout/LinedList"/>
    <dgm:cxn modelId="{0AD11723-1715-4D28-8FC9-7A2F805288D2}" type="presParOf" srcId="{9F0BC360-D5F7-41CE-B1EE-81DE519FFE91}" destId="{389BCB78-6D19-42D0-A612-3D48BFD4E2FF}" srcOrd="2" destOrd="0" presId="urn:microsoft.com/office/officeart/2008/layout/LinedList"/>
    <dgm:cxn modelId="{90F150BF-7162-49D9-AD72-872B670D7D2E}" type="presParOf" srcId="{9F0BC360-D5F7-41CE-B1EE-81DE519FFE91}" destId="{81C8BF00-94A6-46E0-AC50-DFB9A3A83278}" srcOrd="3" destOrd="0" presId="urn:microsoft.com/office/officeart/2008/layout/LinedList"/>
    <dgm:cxn modelId="{FD9209CA-D04B-4496-AB92-BC62F463E6C8}" type="presParOf" srcId="{81C8BF00-94A6-46E0-AC50-DFB9A3A83278}" destId="{4E032D59-111C-4016-AB09-2BFC97EBD374}" srcOrd="0" destOrd="0" presId="urn:microsoft.com/office/officeart/2008/layout/LinedList"/>
    <dgm:cxn modelId="{BB9316DA-167A-49B9-8E28-39E9DA2AAF15}" type="presParOf" srcId="{81C8BF00-94A6-46E0-AC50-DFB9A3A83278}" destId="{9A594352-2FE5-4A9E-B1A1-ABB67DF931B6}" srcOrd="1" destOrd="0" presId="urn:microsoft.com/office/officeart/2008/layout/LinedList"/>
    <dgm:cxn modelId="{CCDBC768-37AB-42A0-AE0B-715BDCD1968E}" type="presParOf" srcId="{9F0BC360-D5F7-41CE-B1EE-81DE519FFE91}" destId="{9F2C5F8A-C2D1-4947-B6A1-0D224FB9F134}" srcOrd="4" destOrd="0" presId="urn:microsoft.com/office/officeart/2008/layout/LinedList"/>
    <dgm:cxn modelId="{3B4760A4-DE50-4085-900E-7658915F9B09}" type="presParOf" srcId="{9F0BC360-D5F7-41CE-B1EE-81DE519FFE91}" destId="{1C47D244-E0F7-48D6-9C06-98986480CB91}" srcOrd="5" destOrd="0" presId="urn:microsoft.com/office/officeart/2008/layout/LinedList"/>
    <dgm:cxn modelId="{4B723C2F-1C2D-41DC-BEF4-DD5EDC0F89B2}" type="presParOf" srcId="{1C47D244-E0F7-48D6-9C06-98986480CB91}" destId="{93486931-5658-4129-A72E-7DD854D3E757}" srcOrd="0" destOrd="0" presId="urn:microsoft.com/office/officeart/2008/layout/LinedList"/>
    <dgm:cxn modelId="{0DA2FAF0-C005-45C5-AB88-A3F772259123}" type="presParOf" srcId="{1C47D244-E0F7-48D6-9C06-98986480CB91}" destId="{59917B08-5ADB-4A06-A96E-D56FE548FBFA}" srcOrd="1" destOrd="0" presId="urn:microsoft.com/office/officeart/2008/layout/LinedList"/>
    <dgm:cxn modelId="{0A6C5A5B-65A5-4029-AE2F-ADA3AFFACFD1}" type="presParOf" srcId="{9F0BC360-D5F7-41CE-B1EE-81DE519FFE91}" destId="{6B373EA4-E16C-413E-B7AF-59FAE60016DD}" srcOrd="6" destOrd="0" presId="urn:microsoft.com/office/officeart/2008/layout/LinedList"/>
    <dgm:cxn modelId="{9A925B4F-CD36-42A9-853B-5AEC97D6F574}" type="presParOf" srcId="{9F0BC360-D5F7-41CE-B1EE-81DE519FFE91}" destId="{04FD0014-3983-4CB5-8EE4-312EB054FA93}" srcOrd="7" destOrd="0" presId="urn:microsoft.com/office/officeart/2008/layout/LinedList"/>
    <dgm:cxn modelId="{F9BEA483-642A-4822-A72C-D81C4E5B4CC5}" type="presParOf" srcId="{04FD0014-3983-4CB5-8EE4-312EB054FA93}" destId="{7B7158B3-7186-4BB1-A267-561091063BFB}" srcOrd="0" destOrd="0" presId="urn:microsoft.com/office/officeart/2008/layout/LinedList"/>
    <dgm:cxn modelId="{E9714803-1055-4FCD-A4B1-A2DB686B7B19}" type="presParOf" srcId="{04FD0014-3983-4CB5-8EE4-312EB054FA93}" destId="{8DF4FA07-9887-44D3-BE79-7BF15003F5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854E9C-29F5-4DD2-8672-DF8AC48DF3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7F46219-62E3-4807-B376-D7CE1536AB59}">
      <dgm:prSet/>
      <dgm:spPr/>
      <dgm:t>
        <a:bodyPr/>
        <a:lstStyle/>
        <a:p>
          <a:r>
            <a:rPr lang="pt-BR"/>
            <a:t>Arquitectura RISC de 64 bits.</a:t>
          </a:r>
          <a:endParaRPr lang="en-US"/>
        </a:p>
      </dgm:t>
    </dgm:pt>
    <dgm:pt modelId="{BBD13658-FED3-494A-95F8-EED433E6B291}" type="parTrans" cxnId="{37577B17-0265-4C8D-BC7E-EA6F98B3B622}">
      <dgm:prSet/>
      <dgm:spPr/>
      <dgm:t>
        <a:bodyPr/>
        <a:lstStyle/>
        <a:p>
          <a:endParaRPr lang="en-US"/>
        </a:p>
      </dgm:t>
    </dgm:pt>
    <dgm:pt modelId="{B58112CE-9BA1-411D-8A47-DD681A3AA770}" type="sibTrans" cxnId="{37577B17-0265-4C8D-BC7E-EA6F98B3B622}">
      <dgm:prSet/>
      <dgm:spPr/>
      <dgm:t>
        <a:bodyPr/>
        <a:lstStyle/>
        <a:p>
          <a:endParaRPr lang="en-US"/>
        </a:p>
      </dgm:t>
    </dgm:pt>
    <dgm:pt modelId="{BFF8A880-0BBB-4914-ADC6-30CED43062DF}">
      <dgm:prSet/>
      <dgm:spPr/>
      <dgm:t>
        <a:bodyPr/>
        <a:lstStyle/>
        <a:p>
          <a:r>
            <a:rPr lang="en-US"/>
            <a:t>Utilizada en dispositivos móviles, sistemas embebidos, servidores y computadoras modernas.</a:t>
          </a:r>
        </a:p>
      </dgm:t>
    </dgm:pt>
    <dgm:pt modelId="{2D838139-858C-436B-B4DE-8A5A3C79BC15}" type="parTrans" cxnId="{46038065-B078-4204-B26F-A995A3700CBA}">
      <dgm:prSet/>
      <dgm:spPr/>
      <dgm:t>
        <a:bodyPr/>
        <a:lstStyle/>
        <a:p>
          <a:endParaRPr lang="en-US"/>
        </a:p>
      </dgm:t>
    </dgm:pt>
    <dgm:pt modelId="{1BD6C2AF-07E8-40E5-AD7C-C7DC68E9BD81}" type="sibTrans" cxnId="{46038065-B078-4204-B26F-A995A3700CBA}">
      <dgm:prSet/>
      <dgm:spPr/>
      <dgm:t>
        <a:bodyPr/>
        <a:lstStyle/>
        <a:p>
          <a:endParaRPr lang="en-US"/>
        </a:p>
      </dgm:t>
    </dgm:pt>
    <dgm:pt modelId="{DB4912CD-98EF-4D5C-8E5C-7CF102065AED}">
      <dgm:prSet/>
      <dgm:spPr/>
      <dgm:t>
        <a:bodyPr/>
        <a:lstStyle/>
        <a:p>
          <a:r>
            <a:rPr lang="es-ES"/>
            <a:t>Ventajas: eficiencia energética, alto rendimiento y escalabilidad.</a:t>
          </a:r>
          <a:endParaRPr lang="en-US"/>
        </a:p>
      </dgm:t>
    </dgm:pt>
    <dgm:pt modelId="{0EB82BD4-3598-4EE6-B708-E97517E54F1E}" type="parTrans" cxnId="{7D17D193-F093-42DD-B422-39CAF6F17B5E}">
      <dgm:prSet/>
      <dgm:spPr/>
      <dgm:t>
        <a:bodyPr/>
        <a:lstStyle/>
        <a:p>
          <a:endParaRPr lang="en-US"/>
        </a:p>
      </dgm:t>
    </dgm:pt>
    <dgm:pt modelId="{B668DBF4-FDD6-46B0-9D31-591CB98B3BB5}" type="sibTrans" cxnId="{7D17D193-F093-42DD-B422-39CAF6F17B5E}">
      <dgm:prSet/>
      <dgm:spPr/>
      <dgm:t>
        <a:bodyPr/>
        <a:lstStyle/>
        <a:p>
          <a:endParaRPr lang="en-US"/>
        </a:p>
      </dgm:t>
    </dgm:pt>
    <dgm:pt modelId="{6D8C8E79-6354-42FD-BC66-877A6EB018A7}" type="pres">
      <dgm:prSet presAssocID="{50854E9C-29F5-4DD2-8672-DF8AC48DF31C}" presName="root" presStyleCnt="0">
        <dgm:presLayoutVars>
          <dgm:dir/>
          <dgm:resizeHandles val="exact"/>
        </dgm:presLayoutVars>
      </dgm:prSet>
      <dgm:spPr/>
    </dgm:pt>
    <dgm:pt modelId="{0802A46B-BFE7-4B14-BFED-8E9F6984B2A5}" type="pres">
      <dgm:prSet presAssocID="{D7F46219-62E3-4807-B376-D7CE1536AB59}" presName="compNode" presStyleCnt="0"/>
      <dgm:spPr/>
    </dgm:pt>
    <dgm:pt modelId="{3C0C0E39-3265-4518-93A6-A1B7E814B203}" type="pres">
      <dgm:prSet presAssocID="{D7F46219-62E3-4807-B376-D7CE1536AB59}" presName="bgRect" presStyleLbl="bgShp" presStyleIdx="0" presStyleCnt="3"/>
      <dgm:spPr/>
    </dgm:pt>
    <dgm:pt modelId="{BD2667FC-34C7-44C2-8F16-FD1E78BDF92D}" type="pres">
      <dgm:prSet presAssocID="{D7F46219-62E3-4807-B376-D7CE1536AB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E74E90F4-E441-4DCA-86C2-D12624C0DCFE}" type="pres">
      <dgm:prSet presAssocID="{D7F46219-62E3-4807-B376-D7CE1536AB59}" presName="spaceRect" presStyleCnt="0"/>
      <dgm:spPr/>
    </dgm:pt>
    <dgm:pt modelId="{AFDFAD50-044C-40E2-B251-7F547A91EE9D}" type="pres">
      <dgm:prSet presAssocID="{D7F46219-62E3-4807-B376-D7CE1536AB59}" presName="parTx" presStyleLbl="revTx" presStyleIdx="0" presStyleCnt="3">
        <dgm:presLayoutVars>
          <dgm:chMax val="0"/>
          <dgm:chPref val="0"/>
        </dgm:presLayoutVars>
      </dgm:prSet>
      <dgm:spPr/>
    </dgm:pt>
    <dgm:pt modelId="{CF4775CC-058F-430F-96AF-E27E16B073B7}" type="pres">
      <dgm:prSet presAssocID="{B58112CE-9BA1-411D-8A47-DD681A3AA770}" presName="sibTrans" presStyleCnt="0"/>
      <dgm:spPr/>
    </dgm:pt>
    <dgm:pt modelId="{56F43168-DC79-4A75-8D43-232577D779FB}" type="pres">
      <dgm:prSet presAssocID="{BFF8A880-0BBB-4914-ADC6-30CED43062DF}" presName="compNode" presStyleCnt="0"/>
      <dgm:spPr/>
    </dgm:pt>
    <dgm:pt modelId="{4CFF8FED-1760-4714-8ED0-1B3A94184E53}" type="pres">
      <dgm:prSet presAssocID="{BFF8A880-0BBB-4914-ADC6-30CED43062DF}" presName="bgRect" presStyleLbl="bgShp" presStyleIdx="1" presStyleCnt="3"/>
      <dgm:spPr/>
    </dgm:pt>
    <dgm:pt modelId="{0515E955-634C-42BE-A6C7-335C23C414FA}" type="pres">
      <dgm:prSet presAssocID="{BFF8A880-0BBB-4914-ADC6-30CED43062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3E31115C-6AE0-4E03-ACAE-817FAD742A91}" type="pres">
      <dgm:prSet presAssocID="{BFF8A880-0BBB-4914-ADC6-30CED43062DF}" presName="spaceRect" presStyleCnt="0"/>
      <dgm:spPr/>
    </dgm:pt>
    <dgm:pt modelId="{ABE96A25-0456-4B58-B835-D5CCA01CC265}" type="pres">
      <dgm:prSet presAssocID="{BFF8A880-0BBB-4914-ADC6-30CED43062DF}" presName="parTx" presStyleLbl="revTx" presStyleIdx="1" presStyleCnt="3">
        <dgm:presLayoutVars>
          <dgm:chMax val="0"/>
          <dgm:chPref val="0"/>
        </dgm:presLayoutVars>
      </dgm:prSet>
      <dgm:spPr/>
    </dgm:pt>
    <dgm:pt modelId="{087716E4-79A3-4957-9D17-7AAE78F98BE0}" type="pres">
      <dgm:prSet presAssocID="{1BD6C2AF-07E8-40E5-AD7C-C7DC68E9BD81}" presName="sibTrans" presStyleCnt="0"/>
      <dgm:spPr/>
    </dgm:pt>
    <dgm:pt modelId="{F8EC2B45-AFBD-457A-B988-C166253A027A}" type="pres">
      <dgm:prSet presAssocID="{DB4912CD-98EF-4D5C-8E5C-7CF102065AED}" presName="compNode" presStyleCnt="0"/>
      <dgm:spPr/>
    </dgm:pt>
    <dgm:pt modelId="{486AAE28-CFEF-4917-8D06-5368849ECE6D}" type="pres">
      <dgm:prSet presAssocID="{DB4912CD-98EF-4D5C-8E5C-7CF102065AED}" presName="bgRect" presStyleLbl="bgShp" presStyleIdx="2" presStyleCnt="3"/>
      <dgm:spPr/>
    </dgm:pt>
    <dgm:pt modelId="{1BB0611A-945C-44FC-8CF1-FDC321F0ACD6}" type="pres">
      <dgm:prSet presAssocID="{DB4912CD-98EF-4D5C-8E5C-7CF102065AE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E1263ED0-CE5D-409B-94C2-6CECE324553D}" type="pres">
      <dgm:prSet presAssocID="{DB4912CD-98EF-4D5C-8E5C-7CF102065AED}" presName="spaceRect" presStyleCnt="0"/>
      <dgm:spPr/>
    </dgm:pt>
    <dgm:pt modelId="{B9F79691-5E3C-4426-A85F-647E40E120FD}" type="pres">
      <dgm:prSet presAssocID="{DB4912CD-98EF-4D5C-8E5C-7CF102065AE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7577B17-0265-4C8D-BC7E-EA6F98B3B622}" srcId="{50854E9C-29F5-4DD2-8672-DF8AC48DF31C}" destId="{D7F46219-62E3-4807-B376-D7CE1536AB59}" srcOrd="0" destOrd="0" parTransId="{BBD13658-FED3-494A-95F8-EED433E6B291}" sibTransId="{B58112CE-9BA1-411D-8A47-DD681A3AA770}"/>
    <dgm:cxn modelId="{AB90F729-8BD5-4761-BA64-EDEF102BA5B7}" type="presOf" srcId="{D7F46219-62E3-4807-B376-D7CE1536AB59}" destId="{AFDFAD50-044C-40E2-B251-7F547A91EE9D}" srcOrd="0" destOrd="0" presId="urn:microsoft.com/office/officeart/2018/2/layout/IconVerticalSolidList"/>
    <dgm:cxn modelId="{5A21E843-82AB-4D1A-A95E-C23CD5F621A1}" type="presOf" srcId="{50854E9C-29F5-4DD2-8672-DF8AC48DF31C}" destId="{6D8C8E79-6354-42FD-BC66-877A6EB018A7}" srcOrd="0" destOrd="0" presId="urn:microsoft.com/office/officeart/2018/2/layout/IconVerticalSolidList"/>
    <dgm:cxn modelId="{46038065-B078-4204-B26F-A995A3700CBA}" srcId="{50854E9C-29F5-4DD2-8672-DF8AC48DF31C}" destId="{BFF8A880-0BBB-4914-ADC6-30CED43062DF}" srcOrd="1" destOrd="0" parTransId="{2D838139-858C-436B-B4DE-8A5A3C79BC15}" sibTransId="{1BD6C2AF-07E8-40E5-AD7C-C7DC68E9BD81}"/>
    <dgm:cxn modelId="{210F0175-393C-422A-BE9D-0FDC5FFB5249}" type="presOf" srcId="{DB4912CD-98EF-4D5C-8E5C-7CF102065AED}" destId="{B9F79691-5E3C-4426-A85F-647E40E120FD}" srcOrd="0" destOrd="0" presId="urn:microsoft.com/office/officeart/2018/2/layout/IconVerticalSolidList"/>
    <dgm:cxn modelId="{7D17D193-F093-42DD-B422-39CAF6F17B5E}" srcId="{50854E9C-29F5-4DD2-8672-DF8AC48DF31C}" destId="{DB4912CD-98EF-4D5C-8E5C-7CF102065AED}" srcOrd="2" destOrd="0" parTransId="{0EB82BD4-3598-4EE6-B708-E97517E54F1E}" sibTransId="{B668DBF4-FDD6-46B0-9D31-591CB98B3BB5}"/>
    <dgm:cxn modelId="{67AFFDB4-C36E-4492-8C10-45451A06D343}" type="presOf" srcId="{BFF8A880-0BBB-4914-ADC6-30CED43062DF}" destId="{ABE96A25-0456-4B58-B835-D5CCA01CC265}" srcOrd="0" destOrd="0" presId="urn:microsoft.com/office/officeart/2018/2/layout/IconVerticalSolidList"/>
    <dgm:cxn modelId="{AF412D3C-6484-4DDA-BB17-BCBC1086D9C7}" type="presParOf" srcId="{6D8C8E79-6354-42FD-BC66-877A6EB018A7}" destId="{0802A46B-BFE7-4B14-BFED-8E9F6984B2A5}" srcOrd="0" destOrd="0" presId="urn:microsoft.com/office/officeart/2018/2/layout/IconVerticalSolidList"/>
    <dgm:cxn modelId="{C35A883D-48D8-450A-A8C0-C1C134266503}" type="presParOf" srcId="{0802A46B-BFE7-4B14-BFED-8E9F6984B2A5}" destId="{3C0C0E39-3265-4518-93A6-A1B7E814B203}" srcOrd="0" destOrd="0" presId="urn:microsoft.com/office/officeart/2018/2/layout/IconVerticalSolidList"/>
    <dgm:cxn modelId="{EAF0AEBF-9F1B-4263-911E-C5E78B714F2F}" type="presParOf" srcId="{0802A46B-BFE7-4B14-BFED-8E9F6984B2A5}" destId="{BD2667FC-34C7-44C2-8F16-FD1E78BDF92D}" srcOrd="1" destOrd="0" presId="urn:microsoft.com/office/officeart/2018/2/layout/IconVerticalSolidList"/>
    <dgm:cxn modelId="{95C6719E-5B13-4D9C-80A1-2C1F78DFB983}" type="presParOf" srcId="{0802A46B-BFE7-4B14-BFED-8E9F6984B2A5}" destId="{E74E90F4-E441-4DCA-86C2-D12624C0DCFE}" srcOrd="2" destOrd="0" presId="urn:microsoft.com/office/officeart/2018/2/layout/IconVerticalSolidList"/>
    <dgm:cxn modelId="{911F689C-A073-4649-86ED-32E76CDEC173}" type="presParOf" srcId="{0802A46B-BFE7-4B14-BFED-8E9F6984B2A5}" destId="{AFDFAD50-044C-40E2-B251-7F547A91EE9D}" srcOrd="3" destOrd="0" presId="urn:microsoft.com/office/officeart/2018/2/layout/IconVerticalSolidList"/>
    <dgm:cxn modelId="{EE3DFDF1-8793-46ED-B8DE-D0FA0AE61BD5}" type="presParOf" srcId="{6D8C8E79-6354-42FD-BC66-877A6EB018A7}" destId="{CF4775CC-058F-430F-96AF-E27E16B073B7}" srcOrd="1" destOrd="0" presId="urn:microsoft.com/office/officeart/2018/2/layout/IconVerticalSolidList"/>
    <dgm:cxn modelId="{619229CF-6A4E-4022-9D3A-E5352D3D9329}" type="presParOf" srcId="{6D8C8E79-6354-42FD-BC66-877A6EB018A7}" destId="{56F43168-DC79-4A75-8D43-232577D779FB}" srcOrd="2" destOrd="0" presId="urn:microsoft.com/office/officeart/2018/2/layout/IconVerticalSolidList"/>
    <dgm:cxn modelId="{4071D98D-4D84-42AA-A5EB-EEAF31534FCD}" type="presParOf" srcId="{56F43168-DC79-4A75-8D43-232577D779FB}" destId="{4CFF8FED-1760-4714-8ED0-1B3A94184E53}" srcOrd="0" destOrd="0" presId="urn:microsoft.com/office/officeart/2018/2/layout/IconVerticalSolidList"/>
    <dgm:cxn modelId="{7BA0CD1F-E61D-42F3-8FD7-748768136DF4}" type="presParOf" srcId="{56F43168-DC79-4A75-8D43-232577D779FB}" destId="{0515E955-634C-42BE-A6C7-335C23C414FA}" srcOrd="1" destOrd="0" presId="urn:microsoft.com/office/officeart/2018/2/layout/IconVerticalSolidList"/>
    <dgm:cxn modelId="{7A3AE6CE-D154-41A8-9DB5-E0C63CFCADDC}" type="presParOf" srcId="{56F43168-DC79-4A75-8D43-232577D779FB}" destId="{3E31115C-6AE0-4E03-ACAE-817FAD742A91}" srcOrd="2" destOrd="0" presId="urn:microsoft.com/office/officeart/2018/2/layout/IconVerticalSolidList"/>
    <dgm:cxn modelId="{CBAF4A83-7E79-4B15-A49B-B8308E36C70B}" type="presParOf" srcId="{56F43168-DC79-4A75-8D43-232577D779FB}" destId="{ABE96A25-0456-4B58-B835-D5CCA01CC265}" srcOrd="3" destOrd="0" presId="urn:microsoft.com/office/officeart/2018/2/layout/IconVerticalSolidList"/>
    <dgm:cxn modelId="{B62FE82F-022E-410A-9445-A023095C05B9}" type="presParOf" srcId="{6D8C8E79-6354-42FD-BC66-877A6EB018A7}" destId="{087716E4-79A3-4957-9D17-7AAE78F98BE0}" srcOrd="3" destOrd="0" presId="urn:microsoft.com/office/officeart/2018/2/layout/IconVerticalSolidList"/>
    <dgm:cxn modelId="{4CA959ED-3EDD-4D70-914B-32A8487A3594}" type="presParOf" srcId="{6D8C8E79-6354-42FD-BC66-877A6EB018A7}" destId="{F8EC2B45-AFBD-457A-B988-C166253A027A}" srcOrd="4" destOrd="0" presId="urn:microsoft.com/office/officeart/2018/2/layout/IconVerticalSolidList"/>
    <dgm:cxn modelId="{C92E332E-1FE7-47A5-A8F2-36B36124C087}" type="presParOf" srcId="{F8EC2B45-AFBD-457A-B988-C166253A027A}" destId="{486AAE28-CFEF-4917-8D06-5368849ECE6D}" srcOrd="0" destOrd="0" presId="urn:microsoft.com/office/officeart/2018/2/layout/IconVerticalSolidList"/>
    <dgm:cxn modelId="{194771C7-B68D-459E-AB8D-4C18235698C0}" type="presParOf" srcId="{F8EC2B45-AFBD-457A-B988-C166253A027A}" destId="{1BB0611A-945C-44FC-8CF1-FDC321F0ACD6}" srcOrd="1" destOrd="0" presId="urn:microsoft.com/office/officeart/2018/2/layout/IconVerticalSolidList"/>
    <dgm:cxn modelId="{4B4FAA08-B96A-4B3C-95C7-F0C94AA9B44B}" type="presParOf" srcId="{F8EC2B45-AFBD-457A-B988-C166253A027A}" destId="{E1263ED0-CE5D-409B-94C2-6CECE324553D}" srcOrd="2" destOrd="0" presId="urn:microsoft.com/office/officeart/2018/2/layout/IconVerticalSolidList"/>
    <dgm:cxn modelId="{3298A806-3663-4157-B63F-FC450D83E451}" type="presParOf" srcId="{F8EC2B45-AFBD-457A-B988-C166253A027A}" destId="{B9F79691-5E3C-4426-A85F-647E40E120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604471-08D2-4E6B-B113-BDC333DDDEE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361E10-EF26-42CC-9674-82DDAB219CAA}">
      <dgm:prSet/>
      <dgm:spPr/>
      <dgm:t>
        <a:bodyPr/>
        <a:lstStyle/>
        <a:p>
          <a:r>
            <a:rPr lang="es-ES"/>
            <a:t>Lenguaje de bajo nivel que se comunica directamente con el hardware.</a:t>
          </a:r>
          <a:endParaRPr lang="en-US"/>
        </a:p>
      </dgm:t>
    </dgm:pt>
    <dgm:pt modelId="{EE5B8701-210F-4F75-A628-91FFC2D9B3ED}" type="parTrans" cxnId="{E23CBF21-DED7-4EF0-94F0-A464FFD6900E}">
      <dgm:prSet/>
      <dgm:spPr/>
      <dgm:t>
        <a:bodyPr/>
        <a:lstStyle/>
        <a:p>
          <a:endParaRPr lang="en-US"/>
        </a:p>
      </dgm:t>
    </dgm:pt>
    <dgm:pt modelId="{87B111D0-FC40-48FA-A7E7-098C3378FADB}" type="sibTrans" cxnId="{E23CBF21-DED7-4EF0-94F0-A464FFD6900E}">
      <dgm:prSet/>
      <dgm:spPr/>
      <dgm:t>
        <a:bodyPr/>
        <a:lstStyle/>
        <a:p>
          <a:endParaRPr lang="en-US"/>
        </a:p>
      </dgm:t>
    </dgm:pt>
    <dgm:pt modelId="{CE22B9A8-1883-4F65-9FDA-0547E2913CF2}">
      <dgm:prSet/>
      <dgm:spPr/>
      <dgm:t>
        <a:bodyPr/>
        <a:lstStyle/>
        <a:p>
          <a:r>
            <a:rPr lang="es-ES"/>
            <a:t>Representa instrucciones específicas del procesador.</a:t>
          </a:r>
          <a:endParaRPr lang="en-US"/>
        </a:p>
      </dgm:t>
    </dgm:pt>
    <dgm:pt modelId="{1B0EE893-5E2E-44EA-B8E6-6AEF8470A960}" type="parTrans" cxnId="{A12AB140-715D-435E-B736-19450FAB8C8E}">
      <dgm:prSet/>
      <dgm:spPr/>
      <dgm:t>
        <a:bodyPr/>
        <a:lstStyle/>
        <a:p>
          <a:endParaRPr lang="en-US"/>
        </a:p>
      </dgm:t>
    </dgm:pt>
    <dgm:pt modelId="{D0FF04DF-30D5-40F6-A65E-FF3B7116F64D}" type="sibTrans" cxnId="{A12AB140-715D-435E-B736-19450FAB8C8E}">
      <dgm:prSet/>
      <dgm:spPr/>
      <dgm:t>
        <a:bodyPr/>
        <a:lstStyle/>
        <a:p>
          <a:endParaRPr lang="en-US"/>
        </a:p>
      </dgm:t>
    </dgm:pt>
    <dgm:pt modelId="{DA015C4F-A2A4-4A90-A4B9-3EEE37B123AA}">
      <dgm:prSet/>
      <dgm:spPr/>
      <dgm:t>
        <a:bodyPr/>
        <a:lstStyle/>
        <a:p>
          <a:r>
            <a:rPr lang="es-ES"/>
            <a:t>Puente entre lenguaje de alto nivel (C, Java) y lenguaje máquina.</a:t>
          </a:r>
          <a:endParaRPr lang="en-US"/>
        </a:p>
      </dgm:t>
    </dgm:pt>
    <dgm:pt modelId="{448FD70C-4694-438C-8B79-1CC18B00AC17}" type="parTrans" cxnId="{F9B007C3-E303-41F4-B082-AAB00AC95BFE}">
      <dgm:prSet/>
      <dgm:spPr/>
      <dgm:t>
        <a:bodyPr/>
        <a:lstStyle/>
        <a:p>
          <a:endParaRPr lang="en-US"/>
        </a:p>
      </dgm:t>
    </dgm:pt>
    <dgm:pt modelId="{02491117-6059-4970-9878-F69BBFF635AF}" type="sibTrans" cxnId="{F9B007C3-E303-41F4-B082-AAB00AC95BFE}">
      <dgm:prSet/>
      <dgm:spPr/>
      <dgm:t>
        <a:bodyPr/>
        <a:lstStyle/>
        <a:p>
          <a:endParaRPr lang="en-US"/>
        </a:p>
      </dgm:t>
    </dgm:pt>
    <dgm:pt modelId="{3CD5C0A3-58AC-413B-851E-8C410F6EB421}" type="pres">
      <dgm:prSet presAssocID="{A9604471-08D2-4E6B-B113-BDC333DDDEEC}" presName="vert0" presStyleCnt="0">
        <dgm:presLayoutVars>
          <dgm:dir/>
          <dgm:animOne val="branch"/>
          <dgm:animLvl val="lvl"/>
        </dgm:presLayoutVars>
      </dgm:prSet>
      <dgm:spPr/>
    </dgm:pt>
    <dgm:pt modelId="{1DCD8084-F453-45DE-AD56-BF396377AB9C}" type="pres">
      <dgm:prSet presAssocID="{B3361E10-EF26-42CC-9674-82DDAB219CAA}" presName="thickLine" presStyleLbl="alignNode1" presStyleIdx="0" presStyleCnt="3"/>
      <dgm:spPr/>
    </dgm:pt>
    <dgm:pt modelId="{33DF806C-0319-4764-8CC8-639A180BA6A5}" type="pres">
      <dgm:prSet presAssocID="{B3361E10-EF26-42CC-9674-82DDAB219CAA}" presName="horz1" presStyleCnt="0"/>
      <dgm:spPr/>
    </dgm:pt>
    <dgm:pt modelId="{2D34BD2C-D0EE-497B-B2ED-06201C3FCA99}" type="pres">
      <dgm:prSet presAssocID="{B3361E10-EF26-42CC-9674-82DDAB219CAA}" presName="tx1" presStyleLbl="revTx" presStyleIdx="0" presStyleCnt="3"/>
      <dgm:spPr/>
    </dgm:pt>
    <dgm:pt modelId="{96B71E8C-42F9-4245-B6F1-EFF7C05A75EE}" type="pres">
      <dgm:prSet presAssocID="{B3361E10-EF26-42CC-9674-82DDAB219CAA}" presName="vert1" presStyleCnt="0"/>
      <dgm:spPr/>
    </dgm:pt>
    <dgm:pt modelId="{C4CBC1D7-FEE8-42EF-A443-F0958314D30F}" type="pres">
      <dgm:prSet presAssocID="{CE22B9A8-1883-4F65-9FDA-0547E2913CF2}" presName="thickLine" presStyleLbl="alignNode1" presStyleIdx="1" presStyleCnt="3"/>
      <dgm:spPr/>
    </dgm:pt>
    <dgm:pt modelId="{294C007B-3D3A-4347-97DA-2B82BFE1251A}" type="pres">
      <dgm:prSet presAssocID="{CE22B9A8-1883-4F65-9FDA-0547E2913CF2}" presName="horz1" presStyleCnt="0"/>
      <dgm:spPr/>
    </dgm:pt>
    <dgm:pt modelId="{EF8BEEA9-BD97-44EE-A94E-CF3BB9DB9BA7}" type="pres">
      <dgm:prSet presAssocID="{CE22B9A8-1883-4F65-9FDA-0547E2913CF2}" presName="tx1" presStyleLbl="revTx" presStyleIdx="1" presStyleCnt="3"/>
      <dgm:spPr/>
    </dgm:pt>
    <dgm:pt modelId="{EBA2227A-26D2-4FB2-9E19-346675042286}" type="pres">
      <dgm:prSet presAssocID="{CE22B9A8-1883-4F65-9FDA-0547E2913CF2}" presName="vert1" presStyleCnt="0"/>
      <dgm:spPr/>
    </dgm:pt>
    <dgm:pt modelId="{AB033BE1-2E2F-40AC-93ED-D1B19424E69F}" type="pres">
      <dgm:prSet presAssocID="{DA015C4F-A2A4-4A90-A4B9-3EEE37B123AA}" presName="thickLine" presStyleLbl="alignNode1" presStyleIdx="2" presStyleCnt="3"/>
      <dgm:spPr/>
    </dgm:pt>
    <dgm:pt modelId="{DA712243-EBD7-4877-8E5F-79EAFFC37B95}" type="pres">
      <dgm:prSet presAssocID="{DA015C4F-A2A4-4A90-A4B9-3EEE37B123AA}" presName="horz1" presStyleCnt="0"/>
      <dgm:spPr/>
    </dgm:pt>
    <dgm:pt modelId="{C46FB64D-6AFF-4E99-947D-FC9DA7F4986B}" type="pres">
      <dgm:prSet presAssocID="{DA015C4F-A2A4-4A90-A4B9-3EEE37B123AA}" presName="tx1" presStyleLbl="revTx" presStyleIdx="2" presStyleCnt="3"/>
      <dgm:spPr/>
    </dgm:pt>
    <dgm:pt modelId="{9D882AC8-840B-4010-B4AE-9FE930713DC0}" type="pres">
      <dgm:prSet presAssocID="{DA015C4F-A2A4-4A90-A4B9-3EEE37B123AA}" presName="vert1" presStyleCnt="0"/>
      <dgm:spPr/>
    </dgm:pt>
  </dgm:ptLst>
  <dgm:cxnLst>
    <dgm:cxn modelId="{E23CBF21-DED7-4EF0-94F0-A464FFD6900E}" srcId="{A9604471-08D2-4E6B-B113-BDC333DDDEEC}" destId="{B3361E10-EF26-42CC-9674-82DDAB219CAA}" srcOrd="0" destOrd="0" parTransId="{EE5B8701-210F-4F75-A628-91FFC2D9B3ED}" sibTransId="{87B111D0-FC40-48FA-A7E7-098C3378FADB}"/>
    <dgm:cxn modelId="{F100032B-FD31-49AC-8D1E-5AEA5BF3EB4D}" type="presOf" srcId="{B3361E10-EF26-42CC-9674-82DDAB219CAA}" destId="{2D34BD2C-D0EE-497B-B2ED-06201C3FCA99}" srcOrd="0" destOrd="0" presId="urn:microsoft.com/office/officeart/2008/layout/LinedList"/>
    <dgm:cxn modelId="{A12AB140-715D-435E-B736-19450FAB8C8E}" srcId="{A9604471-08D2-4E6B-B113-BDC333DDDEEC}" destId="{CE22B9A8-1883-4F65-9FDA-0547E2913CF2}" srcOrd="1" destOrd="0" parTransId="{1B0EE893-5E2E-44EA-B8E6-6AEF8470A960}" sibTransId="{D0FF04DF-30D5-40F6-A65E-FF3B7116F64D}"/>
    <dgm:cxn modelId="{0B2F266B-85A7-49B2-A47D-48182FC7ED94}" type="presOf" srcId="{DA015C4F-A2A4-4A90-A4B9-3EEE37B123AA}" destId="{C46FB64D-6AFF-4E99-947D-FC9DA7F4986B}" srcOrd="0" destOrd="0" presId="urn:microsoft.com/office/officeart/2008/layout/LinedList"/>
    <dgm:cxn modelId="{29587FBB-9BEF-4652-8213-91484787E42F}" type="presOf" srcId="{CE22B9A8-1883-4F65-9FDA-0547E2913CF2}" destId="{EF8BEEA9-BD97-44EE-A94E-CF3BB9DB9BA7}" srcOrd="0" destOrd="0" presId="urn:microsoft.com/office/officeart/2008/layout/LinedList"/>
    <dgm:cxn modelId="{F9B007C3-E303-41F4-B082-AAB00AC95BFE}" srcId="{A9604471-08D2-4E6B-B113-BDC333DDDEEC}" destId="{DA015C4F-A2A4-4A90-A4B9-3EEE37B123AA}" srcOrd="2" destOrd="0" parTransId="{448FD70C-4694-438C-8B79-1CC18B00AC17}" sibTransId="{02491117-6059-4970-9878-F69BBFF635AF}"/>
    <dgm:cxn modelId="{519B05EE-D856-4C26-B3C6-89CF21BA1290}" type="presOf" srcId="{A9604471-08D2-4E6B-B113-BDC333DDDEEC}" destId="{3CD5C0A3-58AC-413B-851E-8C410F6EB421}" srcOrd="0" destOrd="0" presId="urn:microsoft.com/office/officeart/2008/layout/LinedList"/>
    <dgm:cxn modelId="{B5813728-9F47-41FE-B19E-F52838D92875}" type="presParOf" srcId="{3CD5C0A3-58AC-413B-851E-8C410F6EB421}" destId="{1DCD8084-F453-45DE-AD56-BF396377AB9C}" srcOrd="0" destOrd="0" presId="urn:microsoft.com/office/officeart/2008/layout/LinedList"/>
    <dgm:cxn modelId="{AFFE044D-4B53-483B-A9DF-FBEE0EC3482E}" type="presParOf" srcId="{3CD5C0A3-58AC-413B-851E-8C410F6EB421}" destId="{33DF806C-0319-4764-8CC8-639A180BA6A5}" srcOrd="1" destOrd="0" presId="urn:microsoft.com/office/officeart/2008/layout/LinedList"/>
    <dgm:cxn modelId="{874BE1F1-2F22-4644-BDDD-A12C9DFDBDFD}" type="presParOf" srcId="{33DF806C-0319-4764-8CC8-639A180BA6A5}" destId="{2D34BD2C-D0EE-497B-B2ED-06201C3FCA99}" srcOrd="0" destOrd="0" presId="urn:microsoft.com/office/officeart/2008/layout/LinedList"/>
    <dgm:cxn modelId="{147956A0-68B2-4786-B3E2-0712597E5EFC}" type="presParOf" srcId="{33DF806C-0319-4764-8CC8-639A180BA6A5}" destId="{96B71E8C-42F9-4245-B6F1-EFF7C05A75EE}" srcOrd="1" destOrd="0" presId="urn:microsoft.com/office/officeart/2008/layout/LinedList"/>
    <dgm:cxn modelId="{71EA7775-20AB-4627-B159-DABB82086E84}" type="presParOf" srcId="{3CD5C0A3-58AC-413B-851E-8C410F6EB421}" destId="{C4CBC1D7-FEE8-42EF-A443-F0958314D30F}" srcOrd="2" destOrd="0" presId="urn:microsoft.com/office/officeart/2008/layout/LinedList"/>
    <dgm:cxn modelId="{6F78493F-A7FD-4A5E-8126-11EE49FCD270}" type="presParOf" srcId="{3CD5C0A3-58AC-413B-851E-8C410F6EB421}" destId="{294C007B-3D3A-4347-97DA-2B82BFE1251A}" srcOrd="3" destOrd="0" presId="urn:microsoft.com/office/officeart/2008/layout/LinedList"/>
    <dgm:cxn modelId="{C288E76F-6E4F-4D3D-B39A-746745D20C28}" type="presParOf" srcId="{294C007B-3D3A-4347-97DA-2B82BFE1251A}" destId="{EF8BEEA9-BD97-44EE-A94E-CF3BB9DB9BA7}" srcOrd="0" destOrd="0" presId="urn:microsoft.com/office/officeart/2008/layout/LinedList"/>
    <dgm:cxn modelId="{66FEE3D6-51F1-4AAE-A14A-4697EE35A027}" type="presParOf" srcId="{294C007B-3D3A-4347-97DA-2B82BFE1251A}" destId="{EBA2227A-26D2-4FB2-9E19-346675042286}" srcOrd="1" destOrd="0" presId="urn:microsoft.com/office/officeart/2008/layout/LinedList"/>
    <dgm:cxn modelId="{3D0D523E-21D5-44AC-881A-7FB586129968}" type="presParOf" srcId="{3CD5C0A3-58AC-413B-851E-8C410F6EB421}" destId="{AB033BE1-2E2F-40AC-93ED-D1B19424E69F}" srcOrd="4" destOrd="0" presId="urn:microsoft.com/office/officeart/2008/layout/LinedList"/>
    <dgm:cxn modelId="{C6FE50AA-8E22-4E74-B2CE-1B5A2BB163CF}" type="presParOf" srcId="{3CD5C0A3-58AC-413B-851E-8C410F6EB421}" destId="{DA712243-EBD7-4877-8E5F-79EAFFC37B95}" srcOrd="5" destOrd="0" presId="urn:microsoft.com/office/officeart/2008/layout/LinedList"/>
    <dgm:cxn modelId="{A1E8B9B9-7E89-4466-A2D1-AFE62AAA676A}" type="presParOf" srcId="{DA712243-EBD7-4877-8E5F-79EAFFC37B95}" destId="{C46FB64D-6AFF-4E99-947D-FC9DA7F4986B}" srcOrd="0" destOrd="0" presId="urn:microsoft.com/office/officeart/2008/layout/LinedList"/>
    <dgm:cxn modelId="{6470B5D4-EB90-4F15-BB57-D31AA408F21A}" type="presParOf" srcId="{DA712243-EBD7-4877-8E5F-79EAFFC37B95}" destId="{9D882AC8-840B-4010-B4AE-9FE930713D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A5C8C4-5027-41D4-912F-501A6142BA3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A969AA-E1A2-4EC0-8E50-7BBDC62B530B}">
      <dgm:prSet/>
      <dgm:spPr/>
      <dgm:t>
        <a:bodyPr/>
        <a:lstStyle/>
        <a:p>
          <a:r>
            <a:rPr lang="en-US"/>
            <a:t>31 registros generales (X0–X30).</a:t>
          </a:r>
        </a:p>
      </dgm:t>
    </dgm:pt>
    <dgm:pt modelId="{4DFD4F41-51E1-426B-B0DD-E255BABD8F12}" type="parTrans" cxnId="{82D5B16C-F336-4701-A9BC-E6C7A542FCF3}">
      <dgm:prSet/>
      <dgm:spPr/>
      <dgm:t>
        <a:bodyPr/>
        <a:lstStyle/>
        <a:p>
          <a:endParaRPr lang="en-US"/>
        </a:p>
      </dgm:t>
    </dgm:pt>
    <dgm:pt modelId="{F7BC594A-32F8-42DD-9A26-2CD20CCD3385}" type="sibTrans" cxnId="{82D5B16C-F336-4701-A9BC-E6C7A542FCF3}">
      <dgm:prSet/>
      <dgm:spPr/>
      <dgm:t>
        <a:bodyPr/>
        <a:lstStyle/>
        <a:p>
          <a:endParaRPr lang="en-US"/>
        </a:p>
      </dgm:t>
    </dgm:pt>
    <dgm:pt modelId="{D72724E3-38C0-4F10-B23B-738656F8093B}">
      <dgm:prSet/>
      <dgm:spPr/>
      <dgm:t>
        <a:bodyPr/>
        <a:lstStyle/>
        <a:p>
          <a:r>
            <a:rPr lang="en-US"/>
            <a:t>Registro especial: XZR/WZR (registro cero).</a:t>
          </a:r>
        </a:p>
      </dgm:t>
    </dgm:pt>
    <dgm:pt modelId="{5DB0E050-D4A9-4409-B876-791F1BFFCE32}" type="parTrans" cxnId="{3E79A7DC-BBC0-412C-92F7-3E66497CEBA7}">
      <dgm:prSet/>
      <dgm:spPr/>
      <dgm:t>
        <a:bodyPr/>
        <a:lstStyle/>
        <a:p>
          <a:endParaRPr lang="en-US"/>
        </a:p>
      </dgm:t>
    </dgm:pt>
    <dgm:pt modelId="{8A9EED8D-108E-4AAF-AFC2-0FC50FBAB2DE}" type="sibTrans" cxnId="{3E79A7DC-BBC0-412C-92F7-3E66497CEBA7}">
      <dgm:prSet/>
      <dgm:spPr/>
      <dgm:t>
        <a:bodyPr/>
        <a:lstStyle/>
        <a:p>
          <a:endParaRPr lang="en-US"/>
        </a:p>
      </dgm:t>
    </dgm:pt>
    <dgm:pt modelId="{E61265FF-ED53-4A11-83A2-0D65B67F0586}">
      <dgm:prSet/>
      <dgm:spPr/>
      <dgm:t>
        <a:bodyPr/>
        <a:lstStyle/>
        <a:p>
          <a:r>
            <a:rPr lang="es-ES"/>
            <a:t>Soporte para instrucciones de 64 bits y 32 bits.</a:t>
          </a:r>
          <a:endParaRPr lang="en-US"/>
        </a:p>
      </dgm:t>
    </dgm:pt>
    <dgm:pt modelId="{BA2CA4EC-1F60-4B27-8E51-10C2B7D2D5D3}" type="parTrans" cxnId="{7D1B4AA3-4431-4028-A0A3-65523DB25D91}">
      <dgm:prSet/>
      <dgm:spPr/>
      <dgm:t>
        <a:bodyPr/>
        <a:lstStyle/>
        <a:p>
          <a:endParaRPr lang="en-US"/>
        </a:p>
      </dgm:t>
    </dgm:pt>
    <dgm:pt modelId="{01A8B0F1-6CE7-4AA0-9726-4DBD08F45409}" type="sibTrans" cxnId="{7D1B4AA3-4431-4028-A0A3-65523DB25D91}">
      <dgm:prSet/>
      <dgm:spPr/>
      <dgm:t>
        <a:bodyPr/>
        <a:lstStyle/>
        <a:p>
          <a:endParaRPr lang="en-US"/>
        </a:p>
      </dgm:t>
    </dgm:pt>
    <dgm:pt modelId="{466AD2F7-2BB2-48D7-97DD-548C4EB5B181}">
      <dgm:prSet/>
      <dgm:spPr/>
      <dgm:t>
        <a:bodyPr/>
        <a:lstStyle/>
        <a:p>
          <a:r>
            <a:rPr lang="es-ES"/>
            <a:t>Acceso directo a memoria con instrucciones tipo </a:t>
          </a:r>
          <a:r>
            <a:rPr lang="es-ES" b="1"/>
            <a:t>Load/Store</a:t>
          </a:r>
          <a:r>
            <a:rPr lang="es-ES"/>
            <a:t>.</a:t>
          </a:r>
          <a:endParaRPr lang="en-US"/>
        </a:p>
      </dgm:t>
    </dgm:pt>
    <dgm:pt modelId="{15D3CF8C-3CEB-4656-AA42-BBC7DB196383}" type="parTrans" cxnId="{514F6BB3-2AE3-41BD-A968-2D089E5BC5B1}">
      <dgm:prSet/>
      <dgm:spPr/>
      <dgm:t>
        <a:bodyPr/>
        <a:lstStyle/>
        <a:p>
          <a:endParaRPr lang="en-US"/>
        </a:p>
      </dgm:t>
    </dgm:pt>
    <dgm:pt modelId="{7E7D1959-C13D-46EE-8AB9-1332C8C935A8}" type="sibTrans" cxnId="{514F6BB3-2AE3-41BD-A968-2D089E5BC5B1}">
      <dgm:prSet/>
      <dgm:spPr/>
      <dgm:t>
        <a:bodyPr/>
        <a:lstStyle/>
        <a:p>
          <a:endParaRPr lang="en-US"/>
        </a:p>
      </dgm:t>
    </dgm:pt>
    <dgm:pt modelId="{7A13FD18-111B-456E-9F30-0BD227461029}" type="pres">
      <dgm:prSet presAssocID="{B8A5C8C4-5027-41D4-912F-501A6142BA3B}" presName="root" presStyleCnt="0">
        <dgm:presLayoutVars>
          <dgm:dir/>
          <dgm:resizeHandles val="exact"/>
        </dgm:presLayoutVars>
      </dgm:prSet>
      <dgm:spPr/>
    </dgm:pt>
    <dgm:pt modelId="{23374D5C-5703-457F-8593-3415D5EAC7EC}" type="pres">
      <dgm:prSet presAssocID="{56A969AA-E1A2-4EC0-8E50-7BBDC62B530B}" presName="compNode" presStyleCnt="0"/>
      <dgm:spPr/>
    </dgm:pt>
    <dgm:pt modelId="{671F1CBF-7EEC-4CE1-8EA1-6C86AA56F424}" type="pres">
      <dgm:prSet presAssocID="{56A969AA-E1A2-4EC0-8E50-7BBDC62B530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BA6C94AA-283E-487A-9BCE-BBE9DA6F32D2}" type="pres">
      <dgm:prSet presAssocID="{56A969AA-E1A2-4EC0-8E50-7BBDC62B530B}" presName="spaceRect" presStyleCnt="0"/>
      <dgm:spPr/>
    </dgm:pt>
    <dgm:pt modelId="{13A51DA4-5D82-47FE-8DF5-A019D9047A5A}" type="pres">
      <dgm:prSet presAssocID="{56A969AA-E1A2-4EC0-8E50-7BBDC62B530B}" presName="textRect" presStyleLbl="revTx" presStyleIdx="0" presStyleCnt="4">
        <dgm:presLayoutVars>
          <dgm:chMax val="1"/>
          <dgm:chPref val="1"/>
        </dgm:presLayoutVars>
      </dgm:prSet>
      <dgm:spPr/>
    </dgm:pt>
    <dgm:pt modelId="{E7414497-3AF3-4BB6-B3A0-E334A2760E34}" type="pres">
      <dgm:prSet presAssocID="{F7BC594A-32F8-42DD-9A26-2CD20CCD3385}" presName="sibTrans" presStyleCnt="0"/>
      <dgm:spPr/>
    </dgm:pt>
    <dgm:pt modelId="{F5BDBE11-27D1-4390-82A3-73A24634EAF2}" type="pres">
      <dgm:prSet presAssocID="{D72724E3-38C0-4F10-B23B-738656F8093B}" presName="compNode" presStyleCnt="0"/>
      <dgm:spPr/>
    </dgm:pt>
    <dgm:pt modelId="{325DF952-E46B-4B05-B060-7012722D88C1}" type="pres">
      <dgm:prSet presAssocID="{D72724E3-38C0-4F10-B23B-738656F809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26E95AA2-D8F8-4FD5-9FEF-FD4234502BE2}" type="pres">
      <dgm:prSet presAssocID="{D72724E3-38C0-4F10-B23B-738656F8093B}" presName="spaceRect" presStyleCnt="0"/>
      <dgm:spPr/>
    </dgm:pt>
    <dgm:pt modelId="{5D3F1FBC-A51E-41C2-8D51-95C5690B387B}" type="pres">
      <dgm:prSet presAssocID="{D72724E3-38C0-4F10-B23B-738656F8093B}" presName="textRect" presStyleLbl="revTx" presStyleIdx="1" presStyleCnt="4">
        <dgm:presLayoutVars>
          <dgm:chMax val="1"/>
          <dgm:chPref val="1"/>
        </dgm:presLayoutVars>
      </dgm:prSet>
      <dgm:spPr/>
    </dgm:pt>
    <dgm:pt modelId="{7A9EB647-3A53-48A6-B8BB-B2A296ED2E81}" type="pres">
      <dgm:prSet presAssocID="{8A9EED8D-108E-4AAF-AFC2-0FC50FBAB2DE}" presName="sibTrans" presStyleCnt="0"/>
      <dgm:spPr/>
    </dgm:pt>
    <dgm:pt modelId="{C618A936-2292-4010-90D5-82E513E6FEB3}" type="pres">
      <dgm:prSet presAssocID="{E61265FF-ED53-4A11-83A2-0D65B67F0586}" presName="compNode" presStyleCnt="0"/>
      <dgm:spPr/>
    </dgm:pt>
    <dgm:pt modelId="{609CFE3C-876A-4391-A3F6-465E7CE8941D}" type="pres">
      <dgm:prSet presAssocID="{E61265FF-ED53-4A11-83A2-0D65B67F058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70B826DD-E732-4641-98E9-C40D4F7CCDF4}" type="pres">
      <dgm:prSet presAssocID="{E61265FF-ED53-4A11-83A2-0D65B67F0586}" presName="spaceRect" presStyleCnt="0"/>
      <dgm:spPr/>
    </dgm:pt>
    <dgm:pt modelId="{EF39725C-5981-47EE-9895-B7EF091666D9}" type="pres">
      <dgm:prSet presAssocID="{E61265FF-ED53-4A11-83A2-0D65B67F0586}" presName="textRect" presStyleLbl="revTx" presStyleIdx="2" presStyleCnt="4">
        <dgm:presLayoutVars>
          <dgm:chMax val="1"/>
          <dgm:chPref val="1"/>
        </dgm:presLayoutVars>
      </dgm:prSet>
      <dgm:spPr/>
    </dgm:pt>
    <dgm:pt modelId="{D2521A58-41C9-494E-B1C9-20176E78BD09}" type="pres">
      <dgm:prSet presAssocID="{01A8B0F1-6CE7-4AA0-9726-4DBD08F45409}" presName="sibTrans" presStyleCnt="0"/>
      <dgm:spPr/>
    </dgm:pt>
    <dgm:pt modelId="{936EB745-650D-4856-87E1-8B2DA0F123EE}" type="pres">
      <dgm:prSet presAssocID="{466AD2F7-2BB2-48D7-97DD-548C4EB5B181}" presName="compNode" presStyleCnt="0"/>
      <dgm:spPr/>
    </dgm:pt>
    <dgm:pt modelId="{AA611453-667A-44FE-A3E2-DBD04CC8FA67}" type="pres">
      <dgm:prSet presAssocID="{466AD2F7-2BB2-48D7-97DD-548C4EB5B1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75BC628D-D14D-49EC-94FB-21EBC595CF46}" type="pres">
      <dgm:prSet presAssocID="{466AD2F7-2BB2-48D7-97DD-548C4EB5B181}" presName="spaceRect" presStyleCnt="0"/>
      <dgm:spPr/>
    </dgm:pt>
    <dgm:pt modelId="{C75AF68A-5808-4104-BD6A-EC534C80B641}" type="pres">
      <dgm:prSet presAssocID="{466AD2F7-2BB2-48D7-97DD-548C4EB5B18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6DB5B15-70B3-4153-8126-3A7ABBA5CE5D}" type="presOf" srcId="{D72724E3-38C0-4F10-B23B-738656F8093B}" destId="{5D3F1FBC-A51E-41C2-8D51-95C5690B387B}" srcOrd="0" destOrd="0" presId="urn:microsoft.com/office/officeart/2018/2/layout/IconLabelList"/>
    <dgm:cxn modelId="{D773A61C-F276-40DD-AD8E-BFAB47EFB0FE}" type="presOf" srcId="{56A969AA-E1A2-4EC0-8E50-7BBDC62B530B}" destId="{13A51DA4-5D82-47FE-8DF5-A019D9047A5A}" srcOrd="0" destOrd="0" presId="urn:microsoft.com/office/officeart/2018/2/layout/IconLabelList"/>
    <dgm:cxn modelId="{82D5B16C-F336-4701-A9BC-E6C7A542FCF3}" srcId="{B8A5C8C4-5027-41D4-912F-501A6142BA3B}" destId="{56A969AA-E1A2-4EC0-8E50-7BBDC62B530B}" srcOrd="0" destOrd="0" parTransId="{4DFD4F41-51E1-426B-B0DD-E255BABD8F12}" sibTransId="{F7BC594A-32F8-42DD-9A26-2CD20CCD3385}"/>
    <dgm:cxn modelId="{7D1B4AA3-4431-4028-A0A3-65523DB25D91}" srcId="{B8A5C8C4-5027-41D4-912F-501A6142BA3B}" destId="{E61265FF-ED53-4A11-83A2-0D65B67F0586}" srcOrd="2" destOrd="0" parTransId="{BA2CA4EC-1F60-4B27-8E51-10C2B7D2D5D3}" sibTransId="{01A8B0F1-6CE7-4AA0-9726-4DBD08F45409}"/>
    <dgm:cxn modelId="{186E81A6-BEA1-4402-AF5D-76420604B70E}" type="presOf" srcId="{B8A5C8C4-5027-41D4-912F-501A6142BA3B}" destId="{7A13FD18-111B-456E-9F30-0BD227461029}" srcOrd="0" destOrd="0" presId="urn:microsoft.com/office/officeart/2018/2/layout/IconLabelList"/>
    <dgm:cxn modelId="{514F6BB3-2AE3-41BD-A968-2D089E5BC5B1}" srcId="{B8A5C8C4-5027-41D4-912F-501A6142BA3B}" destId="{466AD2F7-2BB2-48D7-97DD-548C4EB5B181}" srcOrd="3" destOrd="0" parTransId="{15D3CF8C-3CEB-4656-AA42-BBC7DB196383}" sibTransId="{7E7D1959-C13D-46EE-8AB9-1332C8C935A8}"/>
    <dgm:cxn modelId="{54871CB4-29F6-4097-810A-1C5E7390CD75}" type="presOf" srcId="{E61265FF-ED53-4A11-83A2-0D65B67F0586}" destId="{EF39725C-5981-47EE-9895-B7EF091666D9}" srcOrd="0" destOrd="0" presId="urn:microsoft.com/office/officeart/2018/2/layout/IconLabelList"/>
    <dgm:cxn modelId="{3E79A7DC-BBC0-412C-92F7-3E66497CEBA7}" srcId="{B8A5C8C4-5027-41D4-912F-501A6142BA3B}" destId="{D72724E3-38C0-4F10-B23B-738656F8093B}" srcOrd="1" destOrd="0" parTransId="{5DB0E050-D4A9-4409-B876-791F1BFFCE32}" sibTransId="{8A9EED8D-108E-4AAF-AFC2-0FC50FBAB2DE}"/>
    <dgm:cxn modelId="{DD419BE6-2ECB-4F22-8EE2-22A72B5FEE2D}" type="presOf" srcId="{466AD2F7-2BB2-48D7-97DD-548C4EB5B181}" destId="{C75AF68A-5808-4104-BD6A-EC534C80B641}" srcOrd="0" destOrd="0" presId="urn:microsoft.com/office/officeart/2018/2/layout/IconLabelList"/>
    <dgm:cxn modelId="{BFFC23CA-988B-4646-93AE-30F22B91C753}" type="presParOf" srcId="{7A13FD18-111B-456E-9F30-0BD227461029}" destId="{23374D5C-5703-457F-8593-3415D5EAC7EC}" srcOrd="0" destOrd="0" presId="urn:microsoft.com/office/officeart/2018/2/layout/IconLabelList"/>
    <dgm:cxn modelId="{052458D1-5D6E-48DD-8643-898E55E27997}" type="presParOf" srcId="{23374D5C-5703-457F-8593-3415D5EAC7EC}" destId="{671F1CBF-7EEC-4CE1-8EA1-6C86AA56F424}" srcOrd="0" destOrd="0" presId="urn:microsoft.com/office/officeart/2018/2/layout/IconLabelList"/>
    <dgm:cxn modelId="{74669C5C-6A23-476C-9121-312337F82B56}" type="presParOf" srcId="{23374D5C-5703-457F-8593-3415D5EAC7EC}" destId="{BA6C94AA-283E-487A-9BCE-BBE9DA6F32D2}" srcOrd="1" destOrd="0" presId="urn:microsoft.com/office/officeart/2018/2/layout/IconLabelList"/>
    <dgm:cxn modelId="{03969C07-8608-4A08-B2C5-6CD6D38D5768}" type="presParOf" srcId="{23374D5C-5703-457F-8593-3415D5EAC7EC}" destId="{13A51DA4-5D82-47FE-8DF5-A019D9047A5A}" srcOrd="2" destOrd="0" presId="urn:microsoft.com/office/officeart/2018/2/layout/IconLabelList"/>
    <dgm:cxn modelId="{9300FBA8-85B9-488A-BE56-657128473EE0}" type="presParOf" srcId="{7A13FD18-111B-456E-9F30-0BD227461029}" destId="{E7414497-3AF3-4BB6-B3A0-E334A2760E34}" srcOrd="1" destOrd="0" presId="urn:microsoft.com/office/officeart/2018/2/layout/IconLabelList"/>
    <dgm:cxn modelId="{86E61426-013C-44FC-9CB4-6FF253515587}" type="presParOf" srcId="{7A13FD18-111B-456E-9F30-0BD227461029}" destId="{F5BDBE11-27D1-4390-82A3-73A24634EAF2}" srcOrd="2" destOrd="0" presId="urn:microsoft.com/office/officeart/2018/2/layout/IconLabelList"/>
    <dgm:cxn modelId="{02CBD534-DAD6-400E-AE9A-F2A04D64A5F3}" type="presParOf" srcId="{F5BDBE11-27D1-4390-82A3-73A24634EAF2}" destId="{325DF952-E46B-4B05-B060-7012722D88C1}" srcOrd="0" destOrd="0" presId="urn:microsoft.com/office/officeart/2018/2/layout/IconLabelList"/>
    <dgm:cxn modelId="{DC03CB28-A258-4F4A-8B6F-F2C2E2B257A7}" type="presParOf" srcId="{F5BDBE11-27D1-4390-82A3-73A24634EAF2}" destId="{26E95AA2-D8F8-4FD5-9FEF-FD4234502BE2}" srcOrd="1" destOrd="0" presId="urn:microsoft.com/office/officeart/2018/2/layout/IconLabelList"/>
    <dgm:cxn modelId="{E9A845F0-459F-4113-B904-257472EF114D}" type="presParOf" srcId="{F5BDBE11-27D1-4390-82A3-73A24634EAF2}" destId="{5D3F1FBC-A51E-41C2-8D51-95C5690B387B}" srcOrd="2" destOrd="0" presId="urn:microsoft.com/office/officeart/2018/2/layout/IconLabelList"/>
    <dgm:cxn modelId="{7EC68BC5-A39C-4CC7-BCE9-800140AC9C49}" type="presParOf" srcId="{7A13FD18-111B-456E-9F30-0BD227461029}" destId="{7A9EB647-3A53-48A6-B8BB-B2A296ED2E81}" srcOrd="3" destOrd="0" presId="urn:microsoft.com/office/officeart/2018/2/layout/IconLabelList"/>
    <dgm:cxn modelId="{A8441792-A6AA-417E-8DED-41B4512583DD}" type="presParOf" srcId="{7A13FD18-111B-456E-9F30-0BD227461029}" destId="{C618A936-2292-4010-90D5-82E513E6FEB3}" srcOrd="4" destOrd="0" presId="urn:microsoft.com/office/officeart/2018/2/layout/IconLabelList"/>
    <dgm:cxn modelId="{B99854A6-13D2-4077-9061-F355A0A0C1EF}" type="presParOf" srcId="{C618A936-2292-4010-90D5-82E513E6FEB3}" destId="{609CFE3C-876A-4391-A3F6-465E7CE8941D}" srcOrd="0" destOrd="0" presId="urn:microsoft.com/office/officeart/2018/2/layout/IconLabelList"/>
    <dgm:cxn modelId="{21EE8C2F-4445-42D9-A2CD-D56CA62DE2AA}" type="presParOf" srcId="{C618A936-2292-4010-90D5-82E513E6FEB3}" destId="{70B826DD-E732-4641-98E9-C40D4F7CCDF4}" srcOrd="1" destOrd="0" presId="urn:microsoft.com/office/officeart/2018/2/layout/IconLabelList"/>
    <dgm:cxn modelId="{F5D0FAA4-A043-48D0-A179-1AF2E65BFC3D}" type="presParOf" srcId="{C618A936-2292-4010-90D5-82E513E6FEB3}" destId="{EF39725C-5981-47EE-9895-B7EF091666D9}" srcOrd="2" destOrd="0" presId="urn:microsoft.com/office/officeart/2018/2/layout/IconLabelList"/>
    <dgm:cxn modelId="{2A0A4F4F-62CB-41D4-AD28-0E8F75C5377D}" type="presParOf" srcId="{7A13FD18-111B-456E-9F30-0BD227461029}" destId="{D2521A58-41C9-494E-B1C9-20176E78BD09}" srcOrd="5" destOrd="0" presId="urn:microsoft.com/office/officeart/2018/2/layout/IconLabelList"/>
    <dgm:cxn modelId="{EEC64EC7-E237-4F19-86B4-5C36253FB526}" type="presParOf" srcId="{7A13FD18-111B-456E-9F30-0BD227461029}" destId="{936EB745-650D-4856-87E1-8B2DA0F123EE}" srcOrd="6" destOrd="0" presId="urn:microsoft.com/office/officeart/2018/2/layout/IconLabelList"/>
    <dgm:cxn modelId="{3C7E65F1-BED4-4792-A722-63228BBC4D25}" type="presParOf" srcId="{936EB745-650D-4856-87E1-8B2DA0F123EE}" destId="{AA611453-667A-44FE-A3E2-DBD04CC8FA67}" srcOrd="0" destOrd="0" presId="urn:microsoft.com/office/officeart/2018/2/layout/IconLabelList"/>
    <dgm:cxn modelId="{A830AE7C-9A4D-4F02-BC2C-64B8D1993951}" type="presParOf" srcId="{936EB745-650D-4856-87E1-8B2DA0F123EE}" destId="{75BC628D-D14D-49EC-94FB-21EBC595CF46}" srcOrd="1" destOrd="0" presId="urn:microsoft.com/office/officeart/2018/2/layout/IconLabelList"/>
    <dgm:cxn modelId="{B2FCEFDD-BDF1-4B71-B749-412C966852E2}" type="presParOf" srcId="{936EB745-650D-4856-87E1-8B2DA0F123EE}" destId="{C75AF68A-5808-4104-BD6A-EC534C80B6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848AA0-2A9B-4F36-A2F4-4E7BA7EB4784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36888C5-F150-45F7-8C3E-49C424FBAA31}">
      <dgm:prSet/>
      <dgm:spPr/>
      <dgm:t>
        <a:bodyPr/>
        <a:lstStyle/>
        <a:p>
          <a:r>
            <a:rPr lang="es-ES"/>
            <a:t>Programación de bajo nivel en sistemas embebidos.</a:t>
          </a:r>
          <a:endParaRPr lang="en-US"/>
        </a:p>
      </dgm:t>
    </dgm:pt>
    <dgm:pt modelId="{FB48C801-ABA6-4BB6-A585-E67E87E8E7AE}" type="parTrans" cxnId="{FA21384C-80F4-404C-9F21-DD3D596D8F2E}">
      <dgm:prSet/>
      <dgm:spPr/>
      <dgm:t>
        <a:bodyPr/>
        <a:lstStyle/>
        <a:p>
          <a:endParaRPr lang="en-US"/>
        </a:p>
      </dgm:t>
    </dgm:pt>
    <dgm:pt modelId="{DB7446CD-51B9-4C11-B307-468AE3AE54D4}" type="sibTrans" cxnId="{FA21384C-80F4-404C-9F21-DD3D596D8F2E}">
      <dgm:prSet/>
      <dgm:spPr/>
      <dgm:t>
        <a:bodyPr/>
        <a:lstStyle/>
        <a:p>
          <a:endParaRPr lang="en-US"/>
        </a:p>
      </dgm:t>
    </dgm:pt>
    <dgm:pt modelId="{B6E97DB3-DADC-447E-B6D0-0F82B2FED452}">
      <dgm:prSet/>
      <dgm:spPr/>
      <dgm:t>
        <a:bodyPr/>
        <a:lstStyle/>
        <a:p>
          <a:r>
            <a:rPr lang="en-US"/>
            <a:t>Optimización de rendimiento.</a:t>
          </a:r>
        </a:p>
      </dgm:t>
    </dgm:pt>
    <dgm:pt modelId="{748541E1-52F6-4C4D-8785-F776DCA577AF}" type="parTrans" cxnId="{A1C14FE0-C2FD-42D0-A205-819620E3A2AA}">
      <dgm:prSet/>
      <dgm:spPr/>
      <dgm:t>
        <a:bodyPr/>
        <a:lstStyle/>
        <a:p>
          <a:endParaRPr lang="en-US"/>
        </a:p>
      </dgm:t>
    </dgm:pt>
    <dgm:pt modelId="{D3F3FA84-1BBD-49F2-AA33-129F00708DBC}" type="sibTrans" cxnId="{A1C14FE0-C2FD-42D0-A205-819620E3A2AA}">
      <dgm:prSet/>
      <dgm:spPr/>
      <dgm:t>
        <a:bodyPr/>
        <a:lstStyle/>
        <a:p>
          <a:endParaRPr lang="en-US"/>
        </a:p>
      </dgm:t>
    </dgm:pt>
    <dgm:pt modelId="{053570B7-325B-4BB0-ABB8-C8D05B29E05A}">
      <dgm:prSet/>
      <dgm:spPr/>
      <dgm:t>
        <a:bodyPr/>
        <a:lstStyle/>
        <a:p>
          <a:r>
            <a:rPr lang="es-ES"/>
            <a:t>Desarrollo de controladores y firmware.</a:t>
          </a:r>
          <a:endParaRPr lang="en-US"/>
        </a:p>
      </dgm:t>
    </dgm:pt>
    <dgm:pt modelId="{71967106-E0C3-4F12-900F-23B114CF6D07}" type="parTrans" cxnId="{D37EA487-1036-4CEE-86D0-8173F18D3EDC}">
      <dgm:prSet/>
      <dgm:spPr/>
      <dgm:t>
        <a:bodyPr/>
        <a:lstStyle/>
        <a:p>
          <a:endParaRPr lang="en-US"/>
        </a:p>
      </dgm:t>
    </dgm:pt>
    <dgm:pt modelId="{83E18475-9A48-4CB0-8E41-8D39D41496DF}" type="sibTrans" cxnId="{D37EA487-1036-4CEE-86D0-8173F18D3EDC}">
      <dgm:prSet/>
      <dgm:spPr/>
      <dgm:t>
        <a:bodyPr/>
        <a:lstStyle/>
        <a:p>
          <a:endParaRPr lang="en-US"/>
        </a:p>
      </dgm:t>
    </dgm:pt>
    <dgm:pt modelId="{9B391042-122E-445C-9ABC-0F1BFCA24EFE}">
      <dgm:prSet/>
      <dgm:spPr/>
      <dgm:t>
        <a:bodyPr/>
        <a:lstStyle/>
        <a:p>
          <a:r>
            <a:rPr lang="es-ES"/>
            <a:t>Seguridad informática y análisis de malware.</a:t>
          </a:r>
          <a:endParaRPr lang="en-US"/>
        </a:p>
      </dgm:t>
    </dgm:pt>
    <dgm:pt modelId="{D88A4DD5-B5EE-460F-BA44-C91ADF49C90E}" type="parTrans" cxnId="{544E4C7B-9166-410E-8D89-7317AE774C39}">
      <dgm:prSet/>
      <dgm:spPr/>
      <dgm:t>
        <a:bodyPr/>
        <a:lstStyle/>
        <a:p>
          <a:endParaRPr lang="en-US"/>
        </a:p>
      </dgm:t>
    </dgm:pt>
    <dgm:pt modelId="{B1E205A2-B9C2-4FAF-9533-3423BB94890A}" type="sibTrans" cxnId="{544E4C7B-9166-410E-8D89-7317AE774C39}">
      <dgm:prSet/>
      <dgm:spPr/>
      <dgm:t>
        <a:bodyPr/>
        <a:lstStyle/>
        <a:p>
          <a:endParaRPr lang="en-US"/>
        </a:p>
      </dgm:t>
    </dgm:pt>
    <dgm:pt modelId="{473E73B4-67B7-4BD0-8954-7DB80336BC3A}" type="pres">
      <dgm:prSet presAssocID="{C7848AA0-2A9B-4F36-A2F4-4E7BA7EB4784}" presName="matrix" presStyleCnt="0">
        <dgm:presLayoutVars>
          <dgm:chMax val="1"/>
          <dgm:dir/>
          <dgm:resizeHandles val="exact"/>
        </dgm:presLayoutVars>
      </dgm:prSet>
      <dgm:spPr/>
    </dgm:pt>
    <dgm:pt modelId="{DA4A641A-6087-4988-B6D5-DBBF9B8554B6}" type="pres">
      <dgm:prSet presAssocID="{C7848AA0-2A9B-4F36-A2F4-4E7BA7EB4784}" presName="diamond" presStyleLbl="bgShp" presStyleIdx="0" presStyleCnt="1"/>
      <dgm:spPr/>
    </dgm:pt>
    <dgm:pt modelId="{603C6422-8DAA-4197-A9B6-21BC0038AFAB}" type="pres">
      <dgm:prSet presAssocID="{C7848AA0-2A9B-4F36-A2F4-4E7BA7EB47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9F3081-698A-4898-91A2-FC8BAFD61241}" type="pres">
      <dgm:prSet presAssocID="{C7848AA0-2A9B-4F36-A2F4-4E7BA7EB47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B19F0EC-FC48-4DE6-9D65-E852EE270E09}" type="pres">
      <dgm:prSet presAssocID="{C7848AA0-2A9B-4F36-A2F4-4E7BA7EB47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56A433C-61A8-43D1-A95A-25A1F4027B58}" type="pres">
      <dgm:prSet presAssocID="{C7848AA0-2A9B-4F36-A2F4-4E7BA7EB47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ACA722F-7AD9-4074-A16E-7E1F19F9C83F}" type="presOf" srcId="{9B391042-122E-445C-9ABC-0F1BFCA24EFE}" destId="{A56A433C-61A8-43D1-A95A-25A1F4027B58}" srcOrd="0" destOrd="0" presId="urn:microsoft.com/office/officeart/2005/8/layout/matrix3"/>
    <dgm:cxn modelId="{84D0135D-89BA-401F-A541-A2A8F2751AB3}" type="presOf" srcId="{C7848AA0-2A9B-4F36-A2F4-4E7BA7EB4784}" destId="{473E73B4-67B7-4BD0-8954-7DB80336BC3A}" srcOrd="0" destOrd="0" presId="urn:microsoft.com/office/officeart/2005/8/layout/matrix3"/>
    <dgm:cxn modelId="{EECA2D65-7915-483F-B57B-A4976B0D7A75}" type="presOf" srcId="{053570B7-325B-4BB0-ABB8-C8D05B29E05A}" destId="{0B19F0EC-FC48-4DE6-9D65-E852EE270E09}" srcOrd="0" destOrd="0" presId="urn:microsoft.com/office/officeart/2005/8/layout/matrix3"/>
    <dgm:cxn modelId="{FA21384C-80F4-404C-9F21-DD3D596D8F2E}" srcId="{C7848AA0-2A9B-4F36-A2F4-4E7BA7EB4784}" destId="{D36888C5-F150-45F7-8C3E-49C424FBAA31}" srcOrd="0" destOrd="0" parTransId="{FB48C801-ABA6-4BB6-A585-E67E87E8E7AE}" sibTransId="{DB7446CD-51B9-4C11-B307-468AE3AE54D4}"/>
    <dgm:cxn modelId="{6C9E2D4E-5731-466D-B76F-9372722F40BE}" type="presOf" srcId="{D36888C5-F150-45F7-8C3E-49C424FBAA31}" destId="{603C6422-8DAA-4197-A9B6-21BC0038AFAB}" srcOrd="0" destOrd="0" presId="urn:microsoft.com/office/officeart/2005/8/layout/matrix3"/>
    <dgm:cxn modelId="{544E4C7B-9166-410E-8D89-7317AE774C39}" srcId="{C7848AA0-2A9B-4F36-A2F4-4E7BA7EB4784}" destId="{9B391042-122E-445C-9ABC-0F1BFCA24EFE}" srcOrd="3" destOrd="0" parTransId="{D88A4DD5-B5EE-460F-BA44-C91ADF49C90E}" sibTransId="{B1E205A2-B9C2-4FAF-9533-3423BB94890A}"/>
    <dgm:cxn modelId="{D37EA487-1036-4CEE-86D0-8173F18D3EDC}" srcId="{C7848AA0-2A9B-4F36-A2F4-4E7BA7EB4784}" destId="{053570B7-325B-4BB0-ABB8-C8D05B29E05A}" srcOrd="2" destOrd="0" parTransId="{71967106-E0C3-4F12-900F-23B114CF6D07}" sibTransId="{83E18475-9A48-4CB0-8E41-8D39D41496DF}"/>
    <dgm:cxn modelId="{A1C14FE0-C2FD-42D0-A205-819620E3A2AA}" srcId="{C7848AA0-2A9B-4F36-A2F4-4E7BA7EB4784}" destId="{B6E97DB3-DADC-447E-B6D0-0F82B2FED452}" srcOrd="1" destOrd="0" parTransId="{748541E1-52F6-4C4D-8785-F776DCA577AF}" sibTransId="{D3F3FA84-1BBD-49F2-AA33-129F00708DBC}"/>
    <dgm:cxn modelId="{F4DCA4FA-820B-4034-8CE2-156979110E5B}" type="presOf" srcId="{B6E97DB3-DADC-447E-B6D0-0F82B2FED452}" destId="{159F3081-698A-4898-91A2-FC8BAFD61241}" srcOrd="0" destOrd="0" presId="urn:microsoft.com/office/officeart/2005/8/layout/matrix3"/>
    <dgm:cxn modelId="{3E6A42B2-D65D-403B-B6C7-BA5F2C43436E}" type="presParOf" srcId="{473E73B4-67B7-4BD0-8954-7DB80336BC3A}" destId="{DA4A641A-6087-4988-B6D5-DBBF9B8554B6}" srcOrd="0" destOrd="0" presId="urn:microsoft.com/office/officeart/2005/8/layout/matrix3"/>
    <dgm:cxn modelId="{0A6E0FCA-488C-4320-B754-5A11197C7430}" type="presParOf" srcId="{473E73B4-67B7-4BD0-8954-7DB80336BC3A}" destId="{603C6422-8DAA-4197-A9B6-21BC0038AFAB}" srcOrd="1" destOrd="0" presId="urn:microsoft.com/office/officeart/2005/8/layout/matrix3"/>
    <dgm:cxn modelId="{A2790E59-E7EA-426D-B607-C0C197BCA25C}" type="presParOf" srcId="{473E73B4-67B7-4BD0-8954-7DB80336BC3A}" destId="{159F3081-698A-4898-91A2-FC8BAFD61241}" srcOrd="2" destOrd="0" presId="urn:microsoft.com/office/officeart/2005/8/layout/matrix3"/>
    <dgm:cxn modelId="{A10FF017-7C1D-439A-8CDD-5B3240115F51}" type="presParOf" srcId="{473E73B4-67B7-4BD0-8954-7DB80336BC3A}" destId="{0B19F0EC-FC48-4DE6-9D65-E852EE270E09}" srcOrd="3" destOrd="0" presId="urn:microsoft.com/office/officeart/2005/8/layout/matrix3"/>
    <dgm:cxn modelId="{A513FE3C-FD68-46BF-B8CF-AC9743A8B153}" type="presParOf" srcId="{473E73B4-67B7-4BD0-8954-7DB80336BC3A}" destId="{A56A433C-61A8-43D1-A95A-25A1F4027B5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94A66D-7973-4892-BE1F-50C75675907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D5BDB0D-2E1C-4F19-A8E3-4FD2D3835A49}">
      <dgm:prSet/>
      <dgm:spPr/>
      <dgm:t>
        <a:bodyPr/>
        <a:lstStyle/>
        <a:p>
          <a:pPr>
            <a:defRPr cap="all"/>
          </a:pPr>
          <a:r>
            <a:rPr lang="en-US"/>
            <a:t>Assembler/Linker: as, ld.</a:t>
          </a:r>
        </a:p>
      </dgm:t>
    </dgm:pt>
    <dgm:pt modelId="{490087A3-F660-4605-9526-0F0CA2CA6C83}" type="parTrans" cxnId="{D1884B9D-6902-455F-892E-906934924923}">
      <dgm:prSet/>
      <dgm:spPr/>
      <dgm:t>
        <a:bodyPr/>
        <a:lstStyle/>
        <a:p>
          <a:endParaRPr lang="en-US"/>
        </a:p>
      </dgm:t>
    </dgm:pt>
    <dgm:pt modelId="{FF062116-1CA6-49A2-9E2E-5AB02F79882C}" type="sibTrans" cxnId="{D1884B9D-6902-455F-892E-906934924923}">
      <dgm:prSet/>
      <dgm:spPr/>
      <dgm:t>
        <a:bodyPr/>
        <a:lstStyle/>
        <a:p>
          <a:endParaRPr lang="en-US"/>
        </a:p>
      </dgm:t>
    </dgm:pt>
    <dgm:pt modelId="{DEB4B505-9C10-4BDD-938F-0DE61FFB7D9E}">
      <dgm:prSet/>
      <dgm:spPr/>
      <dgm:t>
        <a:bodyPr/>
        <a:lstStyle/>
        <a:p>
          <a:pPr>
            <a:defRPr cap="all"/>
          </a:pPr>
          <a:r>
            <a:rPr lang="en-US"/>
            <a:t>Depuradores: gdb, lldb.</a:t>
          </a:r>
        </a:p>
      </dgm:t>
    </dgm:pt>
    <dgm:pt modelId="{4D5BEF9E-A5D7-4801-BFAC-967749D1E8BA}" type="parTrans" cxnId="{AA06276D-5AA2-40CF-8014-DD32770230F1}">
      <dgm:prSet/>
      <dgm:spPr/>
      <dgm:t>
        <a:bodyPr/>
        <a:lstStyle/>
        <a:p>
          <a:endParaRPr lang="en-US"/>
        </a:p>
      </dgm:t>
    </dgm:pt>
    <dgm:pt modelId="{6CF605D5-B841-494B-8143-A818C5432FA1}" type="sibTrans" cxnId="{AA06276D-5AA2-40CF-8014-DD32770230F1}">
      <dgm:prSet/>
      <dgm:spPr/>
      <dgm:t>
        <a:bodyPr/>
        <a:lstStyle/>
        <a:p>
          <a:endParaRPr lang="en-US"/>
        </a:p>
      </dgm:t>
    </dgm:pt>
    <dgm:pt modelId="{32E5C83F-8767-4F92-9737-73E218052B6F}">
      <dgm:prSet/>
      <dgm:spPr/>
      <dgm:t>
        <a:bodyPr/>
        <a:lstStyle/>
        <a:p>
          <a:pPr>
            <a:defRPr cap="all"/>
          </a:pPr>
          <a:r>
            <a:rPr lang="en-US"/>
            <a:t>Simuladores/Emuladores: QEMU</a:t>
          </a:r>
        </a:p>
      </dgm:t>
    </dgm:pt>
    <dgm:pt modelId="{FEDC8E10-8BE5-4B70-A570-9778A4B0A64B}" type="parTrans" cxnId="{474B8898-9113-4A76-AB90-D2AFFC36C602}">
      <dgm:prSet/>
      <dgm:spPr/>
      <dgm:t>
        <a:bodyPr/>
        <a:lstStyle/>
        <a:p>
          <a:endParaRPr lang="en-US"/>
        </a:p>
      </dgm:t>
    </dgm:pt>
    <dgm:pt modelId="{FD50608E-A925-406F-B6E2-E675290F2E3D}" type="sibTrans" cxnId="{474B8898-9113-4A76-AB90-D2AFFC36C602}">
      <dgm:prSet/>
      <dgm:spPr/>
      <dgm:t>
        <a:bodyPr/>
        <a:lstStyle/>
        <a:p>
          <a:endParaRPr lang="en-US"/>
        </a:p>
      </dgm:t>
    </dgm:pt>
    <dgm:pt modelId="{4ECE05EB-0CBF-421E-9F5D-1850809E8000}">
      <dgm:prSet/>
      <dgm:spPr/>
      <dgm:t>
        <a:bodyPr/>
        <a:lstStyle/>
        <a:p>
          <a:pPr>
            <a:defRPr cap="all"/>
          </a:pPr>
          <a:r>
            <a:rPr lang="en-US"/>
            <a:t>Editores ARM64-friendly: Visual Studio Code, Vim, etc.</a:t>
          </a:r>
        </a:p>
      </dgm:t>
    </dgm:pt>
    <dgm:pt modelId="{DC9EADE7-4A41-4635-B395-6988C6972079}" type="parTrans" cxnId="{CE8C6B89-1DD8-4AEA-8F51-946F6D471E81}">
      <dgm:prSet/>
      <dgm:spPr/>
      <dgm:t>
        <a:bodyPr/>
        <a:lstStyle/>
        <a:p>
          <a:endParaRPr lang="en-US"/>
        </a:p>
      </dgm:t>
    </dgm:pt>
    <dgm:pt modelId="{4B9F5A68-46EB-48DD-98A1-7325DA045877}" type="sibTrans" cxnId="{CE8C6B89-1DD8-4AEA-8F51-946F6D471E81}">
      <dgm:prSet/>
      <dgm:spPr/>
      <dgm:t>
        <a:bodyPr/>
        <a:lstStyle/>
        <a:p>
          <a:endParaRPr lang="en-US"/>
        </a:p>
      </dgm:t>
    </dgm:pt>
    <dgm:pt modelId="{336573BD-E7B2-4350-A850-388D376345DF}" type="pres">
      <dgm:prSet presAssocID="{E394A66D-7973-4892-BE1F-50C756759070}" presName="root" presStyleCnt="0">
        <dgm:presLayoutVars>
          <dgm:dir/>
          <dgm:resizeHandles val="exact"/>
        </dgm:presLayoutVars>
      </dgm:prSet>
      <dgm:spPr/>
    </dgm:pt>
    <dgm:pt modelId="{EB5BEBD2-03A4-4877-B8B1-91913FB8D45B}" type="pres">
      <dgm:prSet presAssocID="{ED5BDB0D-2E1C-4F19-A8E3-4FD2D3835A49}" presName="compNode" presStyleCnt="0"/>
      <dgm:spPr/>
    </dgm:pt>
    <dgm:pt modelId="{6FDA4192-0E1A-4A2A-8F6D-0058D58DA515}" type="pres">
      <dgm:prSet presAssocID="{ED5BDB0D-2E1C-4F19-A8E3-4FD2D3835A49}" presName="iconBgRect" presStyleLbl="bgShp" presStyleIdx="0" presStyleCnt="4"/>
      <dgm:spPr/>
    </dgm:pt>
    <dgm:pt modelId="{826C6365-35A4-4747-AF95-BAD196F4BB9C}" type="pres">
      <dgm:prSet presAssocID="{ED5BDB0D-2E1C-4F19-A8E3-4FD2D3835A4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53C4D085-3CA9-4B1B-80F0-9C5BBA25B448}" type="pres">
      <dgm:prSet presAssocID="{ED5BDB0D-2E1C-4F19-A8E3-4FD2D3835A49}" presName="spaceRect" presStyleCnt="0"/>
      <dgm:spPr/>
    </dgm:pt>
    <dgm:pt modelId="{D3200EBE-731D-4B95-A667-16F48B41BF34}" type="pres">
      <dgm:prSet presAssocID="{ED5BDB0D-2E1C-4F19-A8E3-4FD2D3835A49}" presName="textRect" presStyleLbl="revTx" presStyleIdx="0" presStyleCnt="4">
        <dgm:presLayoutVars>
          <dgm:chMax val="1"/>
          <dgm:chPref val="1"/>
        </dgm:presLayoutVars>
      </dgm:prSet>
      <dgm:spPr/>
    </dgm:pt>
    <dgm:pt modelId="{824ABBEE-EF1D-4E81-8297-C6D2915BEE6E}" type="pres">
      <dgm:prSet presAssocID="{FF062116-1CA6-49A2-9E2E-5AB02F79882C}" presName="sibTrans" presStyleCnt="0"/>
      <dgm:spPr/>
    </dgm:pt>
    <dgm:pt modelId="{C8D52B65-6FB6-4866-856E-B3957ECFDA02}" type="pres">
      <dgm:prSet presAssocID="{DEB4B505-9C10-4BDD-938F-0DE61FFB7D9E}" presName="compNode" presStyleCnt="0"/>
      <dgm:spPr/>
    </dgm:pt>
    <dgm:pt modelId="{0B194A17-CED0-468C-84DC-C1465D8A6472}" type="pres">
      <dgm:prSet presAssocID="{DEB4B505-9C10-4BDD-938F-0DE61FFB7D9E}" presName="iconBgRect" presStyleLbl="bgShp" presStyleIdx="1" presStyleCnt="4"/>
      <dgm:spPr/>
    </dgm:pt>
    <dgm:pt modelId="{403E2E5D-D9FF-4D98-9A2C-507BBB1CBBE2}" type="pres">
      <dgm:prSet presAssocID="{DEB4B505-9C10-4BDD-938F-0DE61FFB7D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54D59B19-1D2A-41B8-ACC2-6AC92F006C5F}" type="pres">
      <dgm:prSet presAssocID="{DEB4B505-9C10-4BDD-938F-0DE61FFB7D9E}" presName="spaceRect" presStyleCnt="0"/>
      <dgm:spPr/>
    </dgm:pt>
    <dgm:pt modelId="{9703BAAC-2568-4311-A0BC-2DD3515C306A}" type="pres">
      <dgm:prSet presAssocID="{DEB4B505-9C10-4BDD-938F-0DE61FFB7D9E}" presName="textRect" presStyleLbl="revTx" presStyleIdx="1" presStyleCnt="4">
        <dgm:presLayoutVars>
          <dgm:chMax val="1"/>
          <dgm:chPref val="1"/>
        </dgm:presLayoutVars>
      </dgm:prSet>
      <dgm:spPr/>
    </dgm:pt>
    <dgm:pt modelId="{D9B557AA-1644-4374-8B50-ACD12F50CE90}" type="pres">
      <dgm:prSet presAssocID="{6CF605D5-B841-494B-8143-A818C5432FA1}" presName="sibTrans" presStyleCnt="0"/>
      <dgm:spPr/>
    </dgm:pt>
    <dgm:pt modelId="{04A88F74-4527-487A-AE33-F6707AC78A7F}" type="pres">
      <dgm:prSet presAssocID="{32E5C83F-8767-4F92-9737-73E218052B6F}" presName="compNode" presStyleCnt="0"/>
      <dgm:spPr/>
    </dgm:pt>
    <dgm:pt modelId="{9F75F473-1BC7-4A70-891B-9A1ACA209C7E}" type="pres">
      <dgm:prSet presAssocID="{32E5C83F-8767-4F92-9737-73E218052B6F}" presName="iconBgRect" presStyleLbl="bgShp" presStyleIdx="2" presStyleCnt="4"/>
      <dgm:spPr/>
    </dgm:pt>
    <dgm:pt modelId="{D3FDA2E4-81F5-4722-9947-442B688BBFEB}" type="pres">
      <dgm:prSet presAssocID="{32E5C83F-8767-4F92-9737-73E218052B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25B17251-BDDE-4F31-820F-852FAACC3AA5}" type="pres">
      <dgm:prSet presAssocID="{32E5C83F-8767-4F92-9737-73E218052B6F}" presName="spaceRect" presStyleCnt="0"/>
      <dgm:spPr/>
    </dgm:pt>
    <dgm:pt modelId="{36286E70-00CB-4F33-9E29-1339EDDEF83B}" type="pres">
      <dgm:prSet presAssocID="{32E5C83F-8767-4F92-9737-73E218052B6F}" presName="textRect" presStyleLbl="revTx" presStyleIdx="2" presStyleCnt="4">
        <dgm:presLayoutVars>
          <dgm:chMax val="1"/>
          <dgm:chPref val="1"/>
        </dgm:presLayoutVars>
      </dgm:prSet>
      <dgm:spPr/>
    </dgm:pt>
    <dgm:pt modelId="{26AB27FB-89DF-4CC5-B561-C4C83A5F13D2}" type="pres">
      <dgm:prSet presAssocID="{FD50608E-A925-406F-B6E2-E675290F2E3D}" presName="sibTrans" presStyleCnt="0"/>
      <dgm:spPr/>
    </dgm:pt>
    <dgm:pt modelId="{2273BBA4-BE73-49C9-9DD2-5478C90409A9}" type="pres">
      <dgm:prSet presAssocID="{4ECE05EB-0CBF-421E-9F5D-1850809E8000}" presName="compNode" presStyleCnt="0"/>
      <dgm:spPr/>
    </dgm:pt>
    <dgm:pt modelId="{A40BB121-7BCE-4E70-B172-DDEA60F95B6C}" type="pres">
      <dgm:prSet presAssocID="{4ECE05EB-0CBF-421E-9F5D-1850809E8000}" presName="iconBgRect" presStyleLbl="bgShp" presStyleIdx="3" presStyleCnt="4"/>
      <dgm:spPr/>
    </dgm:pt>
    <dgm:pt modelId="{485552FF-4B08-4819-89F3-645967B54D70}" type="pres">
      <dgm:prSet presAssocID="{4ECE05EB-0CBF-421E-9F5D-1850809E80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1CF9B9A9-29F9-465C-8E0F-0500DD89F1AB}" type="pres">
      <dgm:prSet presAssocID="{4ECE05EB-0CBF-421E-9F5D-1850809E8000}" presName="spaceRect" presStyleCnt="0"/>
      <dgm:spPr/>
    </dgm:pt>
    <dgm:pt modelId="{AEE330B4-D754-43E1-9E9B-C04013979CE8}" type="pres">
      <dgm:prSet presAssocID="{4ECE05EB-0CBF-421E-9F5D-1850809E800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10F5A00-97C7-4CB6-991A-C04AC4E62EB1}" type="presOf" srcId="{E394A66D-7973-4892-BE1F-50C756759070}" destId="{336573BD-E7B2-4350-A850-388D376345DF}" srcOrd="0" destOrd="0" presId="urn:microsoft.com/office/officeart/2018/5/layout/IconCircleLabelList"/>
    <dgm:cxn modelId="{AA06276D-5AA2-40CF-8014-DD32770230F1}" srcId="{E394A66D-7973-4892-BE1F-50C756759070}" destId="{DEB4B505-9C10-4BDD-938F-0DE61FFB7D9E}" srcOrd="1" destOrd="0" parTransId="{4D5BEF9E-A5D7-4801-BFAC-967749D1E8BA}" sibTransId="{6CF605D5-B841-494B-8143-A818C5432FA1}"/>
    <dgm:cxn modelId="{033F7658-4B47-4286-B5BF-06F03B7F726A}" type="presOf" srcId="{4ECE05EB-0CBF-421E-9F5D-1850809E8000}" destId="{AEE330B4-D754-43E1-9E9B-C04013979CE8}" srcOrd="0" destOrd="0" presId="urn:microsoft.com/office/officeart/2018/5/layout/IconCircleLabelList"/>
    <dgm:cxn modelId="{CE8C6B89-1DD8-4AEA-8F51-946F6D471E81}" srcId="{E394A66D-7973-4892-BE1F-50C756759070}" destId="{4ECE05EB-0CBF-421E-9F5D-1850809E8000}" srcOrd="3" destOrd="0" parTransId="{DC9EADE7-4A41-4635-B395-6988C6972079}" sibTransId="{4B9F5A68-46EB-48DD-98A1-7325DA045877}"/>
    <dgm:cxn modelId="{474B8898-9113-4A76-AB90-D2AFFC36C602}" srcId="{E394A66D-7973-4892-BE1F-50C756759070}" destId="{32E5C83F-8767-4F92-9737-73E218052B6F}" srcOrd="2" destOrd="0" parTransId="{FEDC8E10-8BE5-4B70-A570-9778A4B0A64B}" sibTransId="{FD50608E-A925-406F-B6E2-E675290F2E3D}"/>
    <dgm:cxn modelId="{D1884B9D-6902-455F-892E-906934924923}" srcId="{E394A66D-7973-4892-BE1F-50C756759070}" destId="{ED5BDB0D-2E1C-4F19-A8E3-4FD2D3835A49}" srcOrd="0" destOrd="0" parTransId="{490087A3-F660-4605-9526-0F0CA2CA6C83}" sibTransId="{FF062116-1CA6-49A2-9E2E-5AB02F79882C}"/>
    <dgm:cxn modelId="{5CEF2CC7-96BF-44F7-9251-8340A68CB5B1}" type="presOf" srcId="{32E5C83F-8767-4F92-9737-73E218052B6F}" destId="{36286E70-00CB-4F33-9E29-1339EDDEF83B}" srcOrd="0" destOrd="0" presId="urn:microsoft.com/office/officeart/2018/5/layout/IconCircleLabelList"/>
    <dgm:cxn modelId="{997C9FCB-EC9C-466A-B83D-CD927D3A0080}" type="presOf" srcId="{DEB4B505-9C10-4BDD-938F-0DE61FFB7D9E}" destId="{9703BAAC-2568-4311-A0BC-2DD3515C306A}" srcOrd="0" destOrd="0" presId="urn:microsoft.com/office/officeart/2018/5/layout/IconCircleLabelList"/>
    <dgm:cxn modelId="{E84291E5-B316-4BE9-B616-485DB6AC8748}" type="presOf" srcId="{ED5BDB0D-2E1C-4F19-A8E3-4FD2D3835A49}" destId="{D3200EBE-731D-4B95-A667-16F48B41BF34}" srcOrd="0" destOrd="0" presId="urn:microsoft.com/office/officeart/2018/5/layout/IconCircleLabelList"/>
    <dgm:cxn modelId="{8DEAC06C-0E11-4C36-BCCF-015A8AB3D1D1}" type="presParOf" srcId="{336573BD-E7B2-4350-A850-388D376345DF}" destId="{EB5BEBD2-03A4-4877-B8B1-91913FB8D45B}" srcOrd="0" destOrd="0" presId="urn:microsoft.com/office/officeart/2018/5/layout/IconCircleLabelList"/>
    <dgm:cxn modelId="{5FA69455-9BE0-4930-A011-04684E6241C3}" type="presParOf" srcId="{EB5BEBD2-03A4-4877-B8B1-91913FB8D45B}" destId="{6FDA4192-0E1A-4A2A-8F6D-0058D58DA515}" srcOrd="0" destOrd="0" presId="urn:microsoft.com/office/officeart/2018/5/layout/IconCircleLabelList"/>
    <dgm:cxn modelId="{57E16AB4-7829-4E1F-9A78-CCEC8D187E52}" type="presParOf" srcId="{EB5BEBD2-03A4-4877-B8B1-91913FB8D45B}" destId="{826C6365-35A4-4747-AF95-BAD196F4BB9C}" srcOrd="1" destOrd="0" presId="urn:microsoft.com/office/officeart/2018/5/layout/IconCircleLabelList"/>
    <dgm:cxn modelId="{211388AF-ED67-4755-B69D-E67F3CF792F7}" type="presParOf" srcId="{EB5BEBD2-03A4-4877-B8B1-91913FB8D45B}" destId="{53C4D085-3CA9-4B1B-80F0-9C5BBA25B448}" srcOrd="2" destOrd="0" presId="urn:microsoft.com/office/officeart/2018/5/layout/IconCircleLabelList"/>
    <dgm:cxn modelId="{EA17ADA7-1FE1-4646-8DDC-296300AEF94D}" type="presParOf" srcId="{EB5BEBD2-03A4-4877-B8B1-91913FB8D45B}" destId="{D3200EBE-731D-4B95-A667-16F48B41BF34}" srcOrd="3" destOrd="0" presId="urn:microsoft.com/office/officeart/2018/5/layout/IconCircleLabelList"/>
    <dgm:cxn modelId="{3732CCB9-46B5-411F-AFBF-AD4A69172644}" type="presParOf" srcId="{336573BD-E7B2-4350-A850-388D376345DF}" destId="{824ABBEE-EF1D-4E81-8297-C6D2915BEE6E}" srcOrd="1" destOrd="0" presId="urn:microsoft.com/office/officeart/2018/5/layout/IconCircleLabelList"/>
    <dgm:cxn modelId="{A9343EC0-57F0-40F5-AC85-852CA9D3DEDA}" type="presParOf" srcId="{336573BD-E7B2-4350-A850-388D376345DF}" destId="{C8D52B65-6FB6-4866-856E-B3957ECFDA02}" srcOrd="2" destOrd="0" presId="urn:microsoft.com/office/officeart/2018/5/layout/IconCircleLabelList"/>
    <dgm:cxn modelId="{20D6A986-615F-4778-8370-D18785D8D71B}" type="presParOf" srcId="{C8D52B65-6FB6-4866-856E-B3957ECFDA02}" destId="{0B194A17-CED0-468C-84DC-C1465D8A6472}" srcOrd="0" destOrd="0" presId="urn:microsoft.com/office/officeart/2018/5/layout/IconCircleLabelList"/>
    <dgm:cxn modelId="{34F37305-9845-467B-8D60-0F121FD1E81F}" type="presParOf" srcId="{C8D52B65-6FB6-4866-856E-B3957ECFDA02}" destId="{403E2E5D-D9FF-4D98-9A2C-507BBB1CBBE2}" srcOrd="1" destOrd="0" presId="urn:microsoft.com/office/officeart/2018/5/layout/IconCircleLabelList"/>
    <dgm:cxn modelId="{208B1419-1B2C-43E7-9BF5-B58DBFF0C69A}" type="presParOf" srcId="{C8D52B65-6FB6-4866-856E-B3957ECFDA02}" destId="{54D59B19-1D2A-41B8-ACC2-6AC92F006C5F}" srcOrd="2" destOrd="0" presId="urn:microsoft.com/office/officeart/2018/5/layout/IconCircleLabelList"/>
    <dgm:cxn modelId="{3E22ED42-535F-4678-8615-B8A4B90EFE21}" type="presParOf" srcId="{C8D52B65-6FB6-4866-856E-B3957ECFDA02}" destId="{9703BAAC-2568-4311-A0BC-2DD3515C306A}" srcOrd="3" destOrd="0" presId="urn:microsoft.com/office/officeart/2018/5/layout/IconCircleLabelList"/>
    <dgm:cxn modelId="{1A5186CC-371B-44C2-B866-816B1AD1DB7F}" type="presParOf" srcId="{336573BD-E7B2-4350-A850-388D376345DF}" destId="{D9B557AA-1644-4374-8B50-ACD12F50CE90}" srcOrd="3" destOrd="0" presId="urn:microsoft.com/office/officeart/2018/5/layout/IconCircleLabelList"/>
    <dgm:cxn modelId="{CEE96DBD-2BC1-47F2-834B-8DABD10EBBD8}" type="presParOf" srcId="{336573BD-E7B2-4350-A850-388D376345DF}" destId="{04A88F74-4527-487A-AE33-F6707AC78A7F}" srcOrd="4" destOrd="0" presId="urn:microsoft.com/office/officeart/2018/5/layout/IconCircleLabelList"/>
    <dgm:cxn modelId="{41B14134-69AA-48B4-895C-1BF4107D52DB}" type="presParOf" srcId="{04A88F74-4527-487A-AE33-F6707AC78A7F}" destId="{9F75F473-1BC7-4A70-891B-9A1ACA209C7E}" srcOrd="0" destOrd="0" presId="urn:microsoft.com/office/officeart/2018/5/layout/IconCircleLabelList"/>
    <dgm:cxn modelId="{C57CCAA6-DE46-432E-8B6E-3A5A14A29A55}" type="presParOf" srcId="{04A88F74-4527-487A-AE33-F6707AC78A7F}" destId="{D3FDA2E4-81F5-4722-9947-442B688BBFEB}" srcOrd="1" destOrd="0" presId="urn:microsoft.com/office/officeart/2018/5/layout/IconCircleLabelList"/>
    <dgm:cxn modelId="{93B0A8A4-71B3-4361-9100-8EE1A11A3822}" type="presParOf" srcId="{04A88F74-4527-487A-AE33-F6707AC78A7F}" destId="{25B17251-BDDE-4F31-820F-852FAACC3AA5}" srcOrd="2" destOrd="0" presId="urn:microsoft.com/office/officeart/2018/5/layout/IconCircleLabelList"/>
    <dgm:cxn modelId="{6DED9216-EC2F-43EB-8673-72A6C70DCDAD}" type="presParOf" srcId="{04A88F74-4527-487A-AE33-F6707AC78A7F}" destId="{36286E70-00CB-4F33-9E29-1339EDDEF83B}" srcOrd="3" destOrd="0" presId="urn:microsoft.com/office/officeart/2018/5/layout/IconCircleLabelList"/>
    <dgm:cxn modelId="{C65F614A-658F-42CB-93A0-B9B4FEA9ED82}" type="presParOf" srcId="{336573BD-E7B2-4350-A850-388D376345DF}" destId="{26AB27FB-89DF-4CC5-B561-C4C83A5F13D2}" srcOrd="5" destOrd="0" presId="urn:microsoft.com/office/officeart/2018/5/layout/IconCircleLabelList"/>
    <dgm:cxn modelId="{C6661DBA-B466-477A-8273-5CFA35CEFBF9}" type="presParOf" srcId="{336573BD-E7B2-4350-A850-388D376345DF}" destId="{2273BBA4-BE73-49C9-9DD2-5478C90409A9}" srcOrd="6" destOrd="0" presId="urn:microsoft.com/office/officeart/2018/5/layout/IconCircleLabelList"/>
    <dgm:cxn modelId="{5BDA7349-6FA0-4AD1-A595-5E6E7533EB80}" type="presParOf" srcId="{2273BBA4-BE73-49C9-9DD2-5478C90409A9}" destId="{A40BB121-7BCE-4E70-B172-DDEA60F95B6C}" srcOrd="0" destOrd="0" presId="urn:microsoft.com/office/officeart/2018/5/layout/IconCircleLabelList"/>
    <dgm:cxn modelId="{8379A4FE-4D37-4A5F-AC13-F364FEF59C43}" type="presParOf" srcId="{2273BBA4-BE73-49C9-9DD2-5478C90409A9}" destId="{485552FF-4B08-4819-89F3-645967B54D70}" srcOrd="1" destOrd="0" presId="urn:microsoft.com/office/officeart/2018/5/layout/IconCircleLabelList"/>
    <dgm:cxn modelId="{572688CA-88B8-4858-836F-FB66190AEB64}" type="presParOf" srcId="{2273BBA4-BE73-49C9-9DD2-5478C90409A9}" destId="{1CF9B9A9-29F9-465C-8E0F-0500DD89F1AB}" srcOrd="2" destOrd="0" presId="urn:microsoft.com/office/officeart/2018/5/layout/IconCircleLabelList"/>
    <dgm:cxn modelId="{60A67C98-5A15-4321-8E4B-E0B694254AA4}" type="presParOf" srcId="{2273BBA4-BE73-49C9-9DD2-5478C90409A9}" destId="{AEE330B4-D754-43E1-9E9B-C04013979C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6FF0F0-624A-4E09-BFE3-02F853C133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670AEB3-A4D1-4A40-B17D-4698820554C7}">
      <dgm:prSet/>
      <dgm:spPr/>
      <dgm:t>
        <a:bodyPr/>
        <a:lstStyle/>
        <a:p>
          <a:pPr>
            <a:defRPr cap="all"/>
          </a:pPr>
          <a:r>
            <a:rPr lang="es-ES"/>
            <a:t>El lenguaje ensamblador ARM64 es esencial para entender el funcionamiento del hardware.</a:t>
          </a:r>
          <a:endParaRPr lang="en-US"/>
        </a:p>
      </dgm:t>
    </dgm:pt>
    <dgm:pt modelId="{BC7A4C3D-C531-48A6-A3C2-2308F6C705FC}" type="parTrans" cxnId="{D2CE8400-4DB4-4730-A018-D3FABEE734CB}">
      <dgm:prSet/>
      <dgm:spPr/>
      <dgm:t>
        <a:bodyPr/>
        <a:lstStyle/>
        <a:p>
          <a:endParaRPr lang="en-US"/>
        </a:p>
      </dgm:t>
    </dgm:pt>
    <dgm:pt modelId="{45FFF2B7-AD8D-4447-8060-A959DF80B6D6}" type="sibTrans" cxnId="{D2CE8400-4DB4-4730-A018-D3FABEE734CB}">
      <dgm:prSet/>
      <dgm:spPr/>
      <dgm:t>
        <a:bodyPr/>
        <a:lstStyle/>
        <a:p>
          <a:endParaRPr lang="en-US"/>
        </a:p>
      </dgm:t>
    </dgm:pt>
    <dgm:pt modelId="{37590F11-9350-41CF-BE24-5DC86AE695A7}">
      <dgm:prSet/>
      <dgm:spPr/>
      <dgm:t>
        <a:bodyPr/>
        <a:lstStyle/>
        <a:p>
          <a:pPr>
            <a:defRPr cap="all"/>
          </a:pPr>
          <a:r>
            <a:rPr lang="es-ES"/>
            <a:t>Aunque complejo, es poderoso para tareas de bajo nivel y optimización.</a:t>
          </a:r>
          <a:endParaRPr lang="en-US"/>
        </a:p>
      </dgm:t>
    </dgm:pt>
    <dgm:pt modelId="{95D369EE-4E12-4CB7-8280-CE7DE798EDF3}" type="parTrans" cxnId="{BA66BC0B-F5DD-44F5-B99D-82C7747D978E}">
      <dgm:prSet/>
      <dgm:spPr/>
      <dgm:t>
        <a:bodyPr/>
        <a:lstStyle/>
        <a:p>
          <a:endParaRPr lang="en-US"/>
        </a:p>
      </dgm:t>
    </dgm:pt>
    <dgm:pt modelId="{403D5FA7-6537-49C9-A54A-646D50B726B1}" type="sibTrans" cxnId="{BA66BC0B-F5DD-44F5-B99D-82C7747D978E}">
      <dgm:prSet/>
      <dgm:spPr/>
      <dgm:t>
        <a:bodyPr/>
        <a:lstStyle/>
        <a:p>
          <a:endParaRPr lang="en-US"/>
        </a:p>
      </dgm:t>
    </dgm:pt>
    <dgm:pt modelId="{8BEB0699-C156-4BB6-9179-55ABA218800A}">
      <dgm:prSet/>
      <dgm:spPr/>
      <dgm:t>
        <a:bodyPr/>
        <a:lstStyle/>
        <a:p>
          <a:pPr>
            <a:defRPr cap="all"/>
          </a:pPr>
          <a:r>
            <a:rPr lang="es-ES"/>
            <a:t>Dominarlo aporta ventajas en programación avanzada y desarrollo de sistemas.</a:t>
          </a:r>
          <a:endParaRPr lang="en-US"/>
        </a:p>
      </dgm:t>
    </dgm:pt>
    <dgm:pt modelId="{C9E0C349-EA52-44EE-A7E4-25F13B9AE9A6}" type="parTrans" cxnId="{FF106C7C-D7BB-44C3-9A29-217433A3FACC}">
      <dgm:prSet/>
      <dgm:spPr/>
      <dgm:t>
        <a:bodyPr/>
        <a:lstStyle/>
        <a:p>
          <a:endParaRPr lang="en-US"/>
        </a:p>
      </dgm:t>
    </dgm:pt>
    <dgm:pt modelId="{A28688F9-8A71-4FEF-96C5-46F13C3417D9}" type="sibTrans" cxnId="{FF106C7C-D7BB-44C3-9A29-217433A3FACC}">
      <dgm:prSet/>
      <dgm:spPr/>
      <dgm:t>
        <a:bodyPr/>
        <a:lstStyle/>
        <a:p>
          <a:endParaRPr lang="en-US"/>
        </a:p>
      </dgm:t>
    </dgm:pt>
    <dgm:pt modelId="{8E0DA38B-65B4-422C-996E-28B7C72BCE48}" type="pres">
      <dgm:prSet presAssocID="{EC6FF0F0-624A-4E09-BFE3-02F853C133EC}" presName="root" presStyleCnt="0">
        <dgm:presLayoutVars>
          <dgm:dir/>
          <dgm:resizeHandles val="exact"/>
        </dgm:presLayoutVars>
      </dgm:prSet>
      <dgm:spPr/>
    </dgm:pt>
    <dgm:pt modelId="{D115CE52-7D58-4323-8AB1-1588A35E3360}" type="pres">
      <dgm:prSet presAssocID="{C670AEB3-A4D1-4A40-B17D-4698820554C7}" presName="compNode" presStyleCnt="0"/>
      <dgm:spPr/>
    </dgm:pt>
    <dgm:pt modelId="{4BC88680-EFD9-4829-AABE-B6A0B4D6EB89}" type="pres">
      <dgm:prSet presAssocID="{C670AEB3-A4D1-4A40-B17D-4698820554C7}" presName="iconBgRect" presStyleLbl="bgShp" presStyleIdx="0" presStyleCnt="3"/>
      <dgm:spPr/>
    </dgm:pt>
    <dgm:pt modelId="{45EA0912-8C00-4C39-A75B-96B2DD3FDB91}" type="pres">
      <dgm:prSet presAssocID="{C670AEB3-A4D1-4A40-B17D-4698820554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DD0137C8-8B7D-4F03-B0A8-17829A09F6A2}" type="pres">
      <dgm:prSet presAssocID="{C670AEB3-A4D1-4A40-B17D-4698820554C7}" presName="spaceRect" presStyleCnt="0"/>
      <dgm:spPr/>
    </dgm:pt>
    <dgm:pt modelId="{E25405E8-283A-45F9-9E50-AAEC7FFA599E}" type="pres">
      <dgm:prSet presAssocID="{C670AEB3-A4D1-4A40-B17D-4698820554C7}" presName="textRect" presStyleLbl="revTx" presStyleIdx="0" presStyleCnt="3">
        <dgm:presLayoutVars>
          <dgm:chMax val="1"/>
          <dgm:chPref val="1"/>
        </dgm:presLayoutVars>
      </dgm:prSet>
      <dgm:spPr/>
    </dgm:pt>
    <dgm:pt modelId="{139869EF-7E51-4F65-9898-6C82D487A6BF}" type="pres">
      <dgm:prSet presAssocID="{45FFF2B7-AD8D-4447-8060-A959DF80B6D6}" presName="sibTrans" presStyleCnt="0"/>
      <dgm:spPr/>
    </dgm:pt>
    <dgm:pt modelId="{21B8FEB2-54EB-4629-8EA5-EA0A008D6743}" type="pres">
      <dgm:prSet presAssocID="{37590F11-9350-41CF-BE24-5DC86AE695A7}" presName="compNode" presStyleCnt="0"/>
      <dgm:spPr/>
    </dgm:pt>
    <dgm:pt modelId="{EA182DFF-C0D5-45FC-8A3F-6CB2310E02D7}" type="pres">
      <dgm:prSet presAssocID="{37590F11-9350-41CF-BE24-5DC86AE695A7}" presName="iconBgRect" presStyleLbl="bgShp" presStyleIdx="1" presStyleCnt="3"/>
      <dgm:spPr/>
    </dgm:pt>
    <dgm:pt modelId="{B760805F-1122-48BA-9020-42B7EC00BAE6}" type="pres">
      <dgm:prSet presAssocID="{37590F11-9350-41CF-BE24-5DC86AE695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D28520D-C5B2-44CB-B27D-3A5B9EB57FD7}" type="pres">
      <dgm:prSet presAssocID="{37590F11-9350-41CF-BE24-5DC86AE695A7}" presName="spaceRect" presStyleCnt="0"/>
      <dgm:spPr/>
    </dgm:pt>
    <dgm:pt modelId="{B8A35601-090F-4268-977E-E489048CA6CE}" type="pres">
      <dgm:prSet presAssocID="{37590F11-9350-41CF-BE24-5DC86AE695A7}" presName="textRect" presStyleLbl="revTx" presStyleIdx="1" presStyleCnt="3">
        <dgm:presLayoutVars>
          <dgm:chMax val="1"/>
          <dgm:chPref val="1"/>
        </dgm:presLayoutVars>
      </dgm:prSet>
      <dgm:spPr/>
    </dgm:pt>
    <dgm:pt modelId="{D2703D0C-18B7-451A-84C9-BAAF934F7E7A}" type="pres">
      <dgm:prSet presAssocID="{403D5FA7-6537-49C9-A54A-646D50B726B1}" presName="sibTrans" presStyleCnt="0"/>
      <dgm:spPr/>
    </dgm:pt>
    <dgm:pt modelId="{EC46D211-42C9-4F74-8FAD-8B0A1B804813}" type="pres">
      <dgm:prSet presAssocID="{8BEB0699-C156-4BB6-9179-55ABA218800A}" presName="compNode" presStyleCnt="0"/>
      <dgm:spPr/>
    </dgm:pt>
    <dgm:pt modelId="{8E1C5276-FF2E-4E1C-B77B-C4962956D0E0}" type="pres">
      <dgm:prSet presAssocID="{8BEB0699-C156-4BB6-9179-55ABA218800A}" presName="iconBgRect" presStyleLbl="bgShp" presStyleIdx="2" presStyleCnt="3"/>
      <dgm:spPr/>
    </dgm:pt>
    <dgm:pt modelId="{9EA12F74-C250-44E7-9A50-E0A3D2546301}" type="pres">
      <dgm:prSet presAssocID="{8BEB0699-C156-4BB6-9179-55ABA21880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AE9383EC-D1F9-494C-96B9-56189D5FD1E2}" type="pres">
      <dgm:prSet presAssocID="{8BEB0699-C156-4BB6-9179-55ABA218800A}" presName="spaceRect" presStyleCnt="0"/>
      <dgm:spPr/>
    </dgm:pt>
    <dgm:pt modelId="{E7431AB2-4991-49C4-B7DF-66510529101C}" type="pres">
      <dgm:prSet presAssocID="{8BEB0699-C156-4BB6-9179-55ABA218800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CE8400-4DB4-4730-A018-D3FABEE734CB}" srcId="{EC6FF0F0-624A-4E09-BFE3-02F853C133EC}" destId="{C670AEB3-A4D1-4A40-B17D-4698820554C7}" srcOrd="0" destOrd="0" parTransId="{BC7A4C3D-C531-48A6-A3C2-2308F6C705FC}" sibTransId="{45FFF2B7-AD8D-4447-8060-A959DF80B6D6}"/>
    <dgm:cxn modelId="{B0331701-4B7A-493B-A091-29DCAC5F19FC}" type="presOf" srcId="{37590F11-9350-41CF-BE24-5DC86AE695A7}" destId="{B8A35601-090F-4268-977E-E489048CA6CE}" srcOrd="0" destOrd="0" presId="urn:microsoft.com/office/officeart/2018/5/layout/IconCircleLabelList"/>
    <dgm:cxn modelId="{BA66BC0B-F5DD-44F5-B99D-82C7747D978E}" srcId="{EC6FF0F0-624A-4E09-BFE3-02F853C133EC}" destId="{37590F11-9350-41CF-BE24-5DC86AE695A7}" srcOrd="1" destOrd="0" parTransId="{95D369EE-4E12-4CB7-8280-CE7DE798EDF3}" sibTransId="{403D5FA7-6537-49C9-A54A-646D50B726B1}"/>
    <dgm:cxn modelId="{1215011A-20B9-4D90-9C14-894E38988B91}" type="presOf" srcId="{C670AEB3-A4D1-4A40-B17D-4698820554C7}" destId="{E25405E8-283A-45F9-9E50-AAEC7FFA599E}" srcOrd="0" destOrd="0" presId="urn:microsoft.com/office/officeart/2018/5/layout/IconCircleLabelList"/>
    <dgm:cxn modelId="{2F74B621-2C99-49AB-9389-52C29630129B}" type="presOf" srcId="{EC6FF0F0-624A-4E09-BFE3-02F853C133EC}" destId="{8E0DA38B-65B4-422C-996E-28B7C72BCE48}" srcOrd="0" destOrd="0" presId="urn:microsoft.com/office/officeart/2018/5/layout/IconCircleLabelList"/>
    <dgm:cxn modelId="{A9F61971-C230-4004-AE1C-391B35D85D5D}" type="presOf" srcId="{8BEB0699-C156-4BB6-9179-55ABA218800A}" destId="{E7431AB2-4991-49C4-B7DF-66510529101C}" srcOrd="0" destOrd="0" presId="urn:microsoft.com/office/officeart/2018/5/layout/IconCircleLabelList"/>
    <dgm:cxn modelId="{FF106C7C-D7BB-44C3-9A29-217433A3FACC}" srcId="{EC6FF0F0-624A-4E09-BFE3-02F853C133EC}" destId="{8BEB0699-C156-4BB6-9179-55ABA218800A}" srcOrd="2" destOrd="0" parTransId="{C9E0C349-EA52-44EE-A7E4-25F13B9AE9A6}" sibTransId="{A28688F9-8A71-4FEF-96C5-46F13C3417D9}"/>
    <dgm:cxn modelId="{47A12687-070A-4F22-833B-2E8B33DC044F}" type="presParOf" srcId="{8E0DA38B-65B4-422C-996E-28B7C72BCE48}" destId="{D115CE52-7D58-4323-8AB1-1588A35E3360}" srcOrd="0" destOrd="0" presId="urn:microsoft.com/office/officeart/2018/5/layout/IconCircleLabelList"/>
    <dgm:cxn modelId="{31C3DBB3-92C6-4174-8D44-26122134F7A7}" type="presParOf" srcId="{D115CE52-7D58-4323-8AB1-1588A35E3360}" destId="{4BC88680-EFD9-4829-AABE-B6A0B4D6EB89}" srcOrd="0" destOrd="0" presId="urn:microsoft.com/office/officeart/2018/5/layout/IconCircleLabelList"/>
    <dgm:cxn modelId="{CACD1EE7-0313-4014-9791-8D075B9EA630}" type="presParOf" srcId="{D115CE52-7D58-4323-8AB1-1588A35E3360}" destId="{45EA0912-8C00-4C39-A75B-96B2DD3FDB91}" srcOrd="1" destOrd="0" presId="urn:microsoft.com/office/officeart/2018/5/layout/IconCircleLabelList"/>
    <dgm:cxn modelId="{3CB4804B-A267-45EB-A068-DE82670C8D87}" type="presParOf" srcId="{D115CE52-7D58-4323-8AB1-1588A35E3360}" destId="{DD0137C8-8B7D-4F03-B0A8-17829A09F6A2}" srcOrd="2" destOrd="0" presId="urn:microsoft.com/office/officeart/2018/5/layout/IconCircleLabelList"/>
    <dgm:cxn modelId="{31F03384-904F-4005-955A-AFEB08BD88FB}" type="presParOf" srcId="{D115CE52-7D58-4323-8AB1-1588A35E3360}" destId="{E25405E8-283A-45F9-9E50-AAEC7FFA599E}" srcOrd="3" destOrd="0" presId="urn:microsoft.com/office/officeart/2018/5/layout/IconCircleLabelList"/>
    <dgm:cxn modelId="{21E42EA4-9F92-4677-BE1C-FE5810D6256B}" type="presParOf" srcId="{8E0DA38B-65B4-422C-996E-28B7C72BCE48}" destId="{139869EF-7E51-4F65-9898-6C82D487A6BF}" srcOrd="1" destOrd="0" presId="urn:microsoft.com/office/officeart/2018/5/layout/IconCircleLabelList"/>
    <dgm:cxn modelId="{7EAC9BB4-8A80-4F21-97DB-F67830FAC614}" type="presParOf" srcId="{8E0DA38B-65B4-422C-996E-28B7C72BCE48}" destId="{21B8FEB2-54EB-4629-8EA5-EA0A008D6743}" srcOrd="2" destOrd="0" presId="urn:microsoft.com/office/officeart/2018/5/layout/IconCircleLabelList"/>
    <dgm:cxn modelId="{5924D38C-B996-41C3-A488-01EB84A99237}" type="presParOf" srcId="{21B8FEB2-54EB-4629-8EA5-EA0A008D6743}" destId="{EA182DFF-C0D5-45FC-8A3F-6CB2310E02D7}" srcOrd="0" destOrd="0" presId="urn:microsoft.com/office/officeart/2018/5/layout/IconCircleLabelList"/>
    <dgm:cxn modelId="{AE7ED425-6719-4C8E-8E29-61B1E1AED134}" type="presParOf" srcId="{21B8FEB2-54EB-4629-8EA5-EA0A008D6743}" destId="{B760805F-1122-48BA-9020-42B7EC00BAE6}" srcOrd="1" destOrd="0" presId="urn:microsoft.com/office/officeart/2018/5/layout/IconCircleLabelList"/>
    <dgm:cxn modelId="{16AA81D1-FDB0-4DBB-8EF1-1C2DB6F3A281}" type="presParOf" srcId="{21B8FEB2-54EB-4629-8EA5-EA0A008D6743}" destId="{8D28520D-C5B2-44CB-B27D-3A5B9EB57FD7}" srcOrd="2" destOrd="0" presId="urn:microsoft.com/office/officeart/2018/5/layout/IconCircleLabelList"/>
    <dgm:cxn modelId="{E5BE76AB-945F-407E-9CBF-9C7441EA890B}" type="presParOf" srcId="{21B8FEB2-54EB-4629-8EA5-EA0A008D6743}" destId="{B8A35601-090F-4268-977E-E489048CA6CE}" srcOrd="3" destOrd="0" presId="urn:microsoft.com/office/officeart/2018/5/layout/IconCircleLabelList"/>
    <dgm:cxn modelId="{85D948BF-CF38-44EF-8FCB-C2BDB5D43C34}" type="presParOf" srcId="{8E0DA38B-65B4-422C-996E-28B7C72BCE48}" destId="{D2703D0C-18B7-451A-84C9-BAAF934F7E7A}" srcOrd="3" destOrd="0" presId="urn:microsoft.com/office/officeart/2018/5/layout/IconCircleLabelList"/>
    <dgm:cxn modelId="{34C0A611-A563-4A1B-9E38-C37A56CE8D3B}" type="presParOf" srcId="{8E0DA38B-65B4-422C-996E-28B7C72BCE48}" destId="{EC46D211-42C9-4F74-8FAD-8B0A1B804813}" srcOrd="4" destOrd="0" presId="urn:microsoft.com/office/officeart/2018/5/layout/IconCircleLabelList"/>
    <dgm:cxn modelId="{6968ADCE-FE1A-41AF-BBD3-62E3BBD5DD07}" type="presParOf" srcId="{EC46D211-42C9-4F74-8FAD-8B0A1B804813}" destId="{8E1C5276-FF2E-4E1C-B77B-C4962956D0E0}" srcOrd="0" destOrd="0" presId="urn:microsoft.com/office/officeart/2018/5/layout/IconCircleLabelList"/>
    <dgm:cxn modelId="{D33054C6-00D7-4797-B158-5CD97D21875F}" type="presParOf" srcId="{EC46D211-42C9-4F74-8FAD-8B0A1B804813}" destId="{9EA12F74-C250-44E7-9A50-E0A3D2546301}" srcOrd="1" destOrd="0" presId="urn:microsoft.com/office/officeart/2018/5/layout/IconCircleLabelList"/>
    <dgm:cxn modelId="{F4FE0743-FB61-493A-AEE4-FB764C0DEBC6}" type="presParOf" srcId="{EC46D211-42C9-4F74-8FAD-8B0A1B804813}" destId="{AE9383EC-D1F9-494C-96B9-56189D5FD1E2}" srcOrd="2" destOrd="0" presId="urn:microsoft.com/office/officeart/2018/5/layout/IconCircleLabelList"/>
    <dgm:cxn modelId="{CCC82FAD-6FDC-4814-9240-001695F2203A}" type="presParOf" srcId="{EC46D211-42C9-4F74-8FAD-8B0A1B804813}" destId="{E7431AB2-4991-49C4-B7DF-66510529101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8ADF92-D067-4CD2-A23E-D6234C79AC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F86B571-9B65-4B44-90A1-5773031BC0AB}">
      <dgm:prSet/>
      <dgm:spPr/>
      <dgm:t>
        <a:bodyPr/>
        <a:lstStyle/>
        <a:p>
          <a:r>
            <a:rPr lang="en-US"/>
            <a:t>QEMU significa </a:t>
          </a:r>
          <a:r>
            <a:rPr lang="en-US" b="1"/>
            <a:t>Quick Emulator</a:t>
          </a:r>
          <a:r>
            <a:rPr lang="en-US"/>
            <a:t>.</a:t>
          </a:r>
        </a:p>
      </dgm:t>
    </dgm:pt>
    <dgm:pt modelId="{04F2ACCF-84F4-458F-A0B3-A075E30063FF}" type="parTrans" cxnId="{02548150-ACD9-4819-80F3-94B1E045D0D4}">
      <dgm:prSet/>
      <dgm:spPr/>
      <dgm:t>
        <a:bodyPr/>
        <a:lstStyle/>
        <a:p>
          <a:endParaRPr lang="en-US"/>
        </a:p>
      </dgm:t>
    </dgm:pt>
    <dgm:pt modelId="{F1D4B12F-AE1E-419B-8D8E-29CCFC0350B0}" type="sibTrans" cxnId="{02548150-ACD9-4819-80F3-94B1E045D0D4}">
      <dgm:prSet/>
      <dgm:spPr/>
      <dgm:t>
        <a:bodyPr/>
        <a:lstStyle/>
        <a:p>
          <a:endParaRPr lang="en-US"/>
        </a:p>
      </dgm:t>
    </dgm:pt>
    <dgm:pt modelId="{679C21D3-7C3A-4226-AF16-59C6DB1881F8}">
      <dgm:prSet/>
      <dgm:spPr/>
      <dgm:t>
        <a:bodyPr/>
        <a:lstStyle/>
        <a:p>
          <a:r>
            <a:rPr lang="es-ES"/>
            <a:t>Es una herramienta de </a:t>
          </a:r>
          <a:r>
            <a:rPr lang="es-ES" b="1"/>
            <a:t>emulación y virtualización de hardware</a:t>
          </a:r>
          <a:r>
            <a:rPr lang="es-ES"/>
            <a:t>.</a:t>
          </a:r>
          <a:endParaRPr lang="en-US"/>
        </a:p>
      </dgm:t>
    </dgm:pt>
    <dgm:pt modelId="{21C56442-1D7B-4CCA-91F9-1CC063FF2BDF}" type="parTrans" cxnId="{5B72791C-A487-4BC9-8CD5-BCC33464576F}">
      <dgm:prSet/>
      <dgm:spPr/>
      <dgm:t>
        <a:bodyPr/>
        <a:lstStyle/>
        <a:p>
          <a:endParaRPr lang="en-US"/>
        </a:p>
      </dgm:t>
    </dgm:pt>
    <dgm:pt modelId="{ACD796D5-8C28-4FD6-B967-80D949D62425}" type="sibTrans" cxnId="{5B72791C-A487-4BC9-8CD5-BCC33464576F}">
      <dgm:prSet/>
      <dgm:spPr/>
      <dgm:t>
        <a:bodyPr/>
        <a:lstStyle/>
        <a:p>
          <a:endParaRPr lang="en-US"/>
        </a:p>
      </dgm:t>
    </dgm:pt>
    <dgm:pt modelId="{BBD0612D-5D82-4082-9BB6-5314E4D82F14}">
      <dgm:prSet/>
      <dgm:spPr/>
      <dgm:t>
        <a:bodyPr/>
        <a:lstStyle/>
        <a:p>
          <a:r>
            <a:rPr lang="en-US"/>
            <a:t>Permite ejecutar un sistema operativo o programa diseñado para una arquitectura diferente a la del hardware anfitrión.</a:t>
          </a:r>
        </a:p>
      </dgm:t>
    </dgm:pt>
    <dgm:pt modelId="{A162B588-A4EE-4DAB-B537-BD537ED58DCB}" type="parTrans" cxnId="{365A95DC-C842-4F1E-8520-E3AB70C18A78}">
      <dgm:prSet/>
      <dgm:spPr/>
      <dgm:t>
        <a:bodyPr/>
        <a:lstStyle/>
        <a:p>
          <a:endParaRPr lang="en-US"/>
        </a:p>
      </dgm:t>
    </dgm:pt>
    <dgm:pt modelId="{F9EEE766-A842-41C8-971E-CD1EE6BF5EFD}" type="sibTrans" cxnId="{365A95DC-C842-4F1E-8520-E3AB70C18A78}">
      <dgm:prSet/>
      <dgm:spPr/>
      <dgm:t>
        <a:bodyPr/>
        <a:lstStyle/>
        <a:p>
          <a:endParaRPr lang="en-US"/>
        </a:p>
      </dgm:t>
    </dgm:pt>
    <dgm:pt modelId="{6209C27A-948F-4FDF-9C37-91DC60BE6E5D}">
      <dgm:prSet/>
      <dgm:spPr/>
      <dgm:t>
        <a:bodyPr/>
        <a:lstStyle/>
        <a:p>
          <a:r>
            <a:rPr lang="en-US"/>
            <a:t>Funciona en múltiples plataformas: </a:t>
          </a:r>
          <a:r>
            <a:rPr lang="en-US" b="1"/>
            <a:t>Linux, Windows, macOS</a:t>
          </a:r>
          <a:r>
            <a:rPr lang="en-US"/>
            <a:t>.</a:t>
          </a:r>
        </a:p>
      </dgm:t>
    </dgm:pt>
    <dgm:pt modelId="{8E64B8B3-C63E-4675-82C6-8847348B45DD}" type="parTrans" cxnId="{E7AC0361-B251-4456-801A-94BE8A5A49CE}">
      <dgm:prSet/>
      <dgm:spPr/>
      <dgm:t>
        <a:bodyPr/>
        <a:lstStyle/>
        <a:p>
          <a:endParaRPr lang="en-US"/>
        </a:p>
      </dgm:t>
    </dgm:pt>
    <dgm:pt modelId="{342245A8-1FC1-4CAA-BC1E-24999B957310}" type="sibTrans" cxnId="{E7AC0361-B251-4456-801A-94BE8A5A49CE}">
      <dgm:prSet/>
      <dgm:spPr/>
      <dgm:t>
        <a:bodyPr/>
        <a:lstStyle/>
        <a:p>
          <a:endParaRPr lang="en-US"/>
        </a:p>
      </dgm:t>
    </dgm:pt>
    <dgm:pt modelId="{F747506E-0C66-4FC6-9512-71B7981199D6}" type="pres">
      <dgm:prSet presAssocID="{638ADF92-D067-4CD2-A23E-D6234C79AC61}" presName="root" presStyleCnt="0">
        <dgm:presLayoutVars>
          <dgm:dir/>
          <dgm:resizeHandles val="exact"/>
        </dgm:presLayoutVars>
      </dgm:prSet>
      <dgm:spPr/>
    </dgm:pt>
    <dgm:pt modelId="{90AE0148-7DDB-40D4-BDD6-7F45E4AFB7D9}" type="pres">
      <dgm:prSet presAssocID="{8F86B571-9B65-4B44-90A1-5773031BC0AB}" presName="compNode" presStyleCnt="0"/>
      <dgm:spPr/>
    </dgm:pt>
    <dgm:pt modelId="{418AB79C-3A93-4AE5-9343-8C47DAA63FAA}" type="pres">
      <dgm:prSet presAssocID="{8F86B571-9B65-4B44-90A1-5773031BC0AB}" presName="bgRect" presStyleLbl="bgShp" presStyleIdx="0" presStyleCnt="4"/>
      <dgm:spPr/>
    </dgm:pt>
    <dgm:pt modelId="{81D1C05B-7CF0-4A5D-9205-C832F7C7B77D}" type="pres">
      <dgm:prSet presAssocID="{8F86B571-9B65-4B44-90A1-5773031BC0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ravenoso"/>
        </a:ext>
      </dgm:extLst>
    </dgm:pt>
    <dgm:pt modelId="{2EB25855-E4B5-48E4-9008-BF650B9F5AD1}" type="pres">
      <dgm:prSet presAssocID="{8F86B571-9B65-4B44-90A1-5773031BC0AB}" presName="spaceRect" presStyleCnt="0"/>
      <dgm:spPr/>
    </dgm:pt>
    <dgm:pt modelId="{8C968EF3-ABF1-485B-831B-D6BD8F79D763}" type="pres">
      <dgm:prSet presAssocID="{8F86B571-9B65-4B44-90A1-5773031BC0AB}" presName="parTx" presStyleLbl="revTx" presStyleIdx="0" presStyleCnt="4">
        <dgm:presLayoutVars>
          <dgm:chMax val="0"/>
          <dgm:chPref val="0"/>
        </dgm:presLayoutVars>
      </dgm:prSet>
      <dgm:spPr/>
    </dgm:pt>
    <dgm:pt modelId="{9BB3685B-F2D0-4C64-BBBF-D3F80AF861C5}" type="pres">
      <dgm:prSet presAssocID="{F1D4B12F-AE1E-419B-8D8E-29CCFC0350B0}" presName="sibTrans" presStyleCnt="0"/>
      <dgm:spPr/>
    </dgm:pt>
    <dgm:pt modelId="{7B1982B3-CBA4-4BD4-92FA-27670021A7CB}" type="pres">
      <dgm:prSet presAssocID="{679C21D3-7C3A-4226-AF16-59C6DB1881F8}" presName="compNode" presStyleCnt="0"/>
      <dgm:spPr/>
    </dgm:pt>
    <dgm:pt modelId="{33E2CA7C-8ABF-4154-B5F8-E28286E4DE5D}" type="pres">
      <dgm:prSet presAssocID="{679C21D3-7C3A-4226-AF16-59C6DB1881F8}" presName="bgRect" presStyleLbl="bgShp" presStyleIdx="1" presStyleCnt="4"/>
      <dgm:spPr/>
    </dgm:pt>
    <dgm:pt modelId="{2C48234C-53B5-44CF-B66B-F3BA6160ABC1}" type="pres">
      <dgm:prSet presAssocID="{679C21D3-7C3A-4226-AF16-59C6DB1881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8D220787-6C6B-4A7D-BB47-671B409A58C4}" type="pres">
      <dgm:prSet presAssocID="{679C21D3-7C3A-4226-AF16-59C6DB1881F8}" presName="spaceRect" presStyleCnt="0"/>
      <dgm:spPr/>
    </dgm:pt>
    <dgm:pt modelId="{61F09BDD-0E61-4886-B892-385C5B09F8B3}" type="pres">
      <dgm:prSet presAssocID="{679C21D3-7C3A-4226-AF16-59C6DB1881F8}" presName="parTx" presStyleLbl="revTx" presStyleIdx="1" presStyleCnt="4">
        <dgm:presLayoutVars>
          <dgm:chMax val="0"/>
          <dgm:chPref val="0"/>
        </dgm:presLayoutVars>
      </dgm:prSet>
      <dgm:spPr/>
    </dgm:pt>
    <dgm:pt modelId="{AE0D5AA2-14C8-4C91-9A4A-0DD453E16E50}" type="pres">
      <dgm:prSet presAssocID="{ACD796D5-8C28-4FD6-B967-80D949D62425}" presName="sibTrans" presStyleCnt="0"/>
      <dgm:spPr/>
    </dgm:pt>
    <dgm:pt modelId="{980EC83E-BAB7-48E0-9E06-4425991120F5}" type="pres">
      <dgm:prSet presAssocID="{BBD0612D-5D82-4082-9BB6-5314E4D82F14}" presName="compNode" presStyleCnt="0"/>
      <dgm:spPr/>
    </dgm:pt>
    <dgm:pt modelId="{9AFAC478-0295-4BF8-A2A9-9BE8C92E2C05}" type="pres">
      <dgm:prSet presAssocID="{BBD0612D-5D82-4082-9BB6-5314E4D82F14}" presName="bgRect" presStyleLbl="bgShp" presStyleIdx="2" presStyleCnt="4"/>
      <dgm:spPr/>
    </dgm:pt>
    <dgm:pt modelId="{E0D0E212-F01D-4E21-B41D-233A307A5B49}" type="pres">
      <dgm:prSet presAssocID="{BBD0612D-5D82-4082-9BB6-5314E4D82F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F1C01EB8-5EFE-4FDD-81C0-151382C96A83}" type="pres">
      <dgm:prSet presAssocID="{BBD0612D-5D82-4082-9BB6-5314E4D82F14}" presName="spaceRect" presStyleCnt="0"/>
      <dgm:spPr/>
    </dgm:pt>
    <dgm:pt modelId="{9C1967AF-E940-4F86-9BE2-36D1FA9BBE65}" type="pres">
      <dgm:prSet presAssocID="{BBD0612D-5D82-4082-9BB6-5314E4D82F14}" presName="parTx" presStyleLbl="revTx" presStyleIdx="2" presStyleCnt="4">
        <dgm:presLayoutVars>
          <dgm:chMax val="0"/>
          <dgm:chPref val="0"/>
        </dgm:presLayoutVars>
      </dgm:prSet>
      <dgm:spPr/>
    </dgm:pt>
    <dgm:pt modelId="{33368892-3A42-448C-BD29-6B951507EF6E}" type="pres">
      <dgm:prSet presAssocID="{F9EEE766-A842-41C8-971E-CD1EE6BF5EFD}" presName="sibTrans" presStyleCnt="0"/>
      <dgm:spPr/>
    </dgm:pt>
    <dgm:pt modelId="{1D18BBBA-BD87-4B3B-967B-43A57A2FB192}" type="pres">
      <dgm:prSet presAssocID="{6209C27A-948F-4FDF-9C37-91DC60BE6E5D}" presName="compNode" presStyleCnt="0"/>
      <dgm:spPr/>
    </dgm:pt>
    <dgm:pt modelId="{AFC03019-0AFB-4BB9-8A75-F5FA01CCB1E4}" type="pres">
      <dgm:prSet presAssocID="{6209C27A-948F-4FDF-9C37-91DC60BE6E5D}" presName="bgRect" presStyleLbl="bgShp" presStyleIdx="3" presStyleCnt="4"/>
      <dgm:spPr/>
    </dgm:pt>
    <dgm:pt modelId="{8CD8711C-7D62-4CD3-9978-8B06896EA793}" type="pres">
      <dgm:prSet presAssocID="{6209C27A-948F-4FDF-9C37-91DC60BE6E5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BC5E2E37-B1FA-4799-9CE9-FAB40DB216C6}" type="pres">
      <dgm:prSet presAssocID="{6209C27A-948F-4FDF-9C37-91DC60BE6E5D}" presName="spaceRect" presStyleCnt="0"/>
      <dgm:spPr/>
    </dgm:pt>
    <dgm:pt modelId="{3652B56C-8205-4E2A-BEE9-B627B78FA635}" type="pres">
      <dgm:prSet presAssocID="{6209C27A-948F-4FDF-9C37-91DC60BE6E5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7BCC01-5147-4416-B60D-88BBF16600A5}" type="presOf" srcId="{8F86B571-9B65-4B44-90A1-5773031BC0AB}" destId="{8C968EF3-ABF1-485B-831B-D6BD8F79D763}" srcOrd="0" destOrd="0" presId="urn:microsoft.com/office/officeart/2018/2/layout/IconVerticalSolidList"/>
    <dgm:cxn modelId="{5B72791C-A487-4BC9-8CD5-BCC33464576F}" srcId="{638ADF92-D067-4CD2-A23E-D6234C79AC61}" destId="{679C21D3-7C3A-4226-AF16-59C6DB1881F8}" srcOrd="1" destOrd="0" parTransId="{21C56442-1D7B-4CCA-91F9-1CC063FF2BDF}" sibTransId="{ACD796D5-8C28-4FD6-B967-80D949D62425}"/>
    <dgm:cxn modelId="{E7AC0361-B251-4456-801A-94BE8A5A49CE}" srcId="{638ADF92-D067-4CD2-A23E-D6234C79AC61}" destId="{6209C27A-948F-4FDF-9C37-91DC60BE6E5D}" srcOrd="3" destOrd="0" parTransId="{8E64B8B3-C63E-4675-82C6-8847348B45DD}" sibTransId="{342245A8-1FC1-4CAA-BC1E-24999B957310}"/>
    <dgm:cxn modelId="{A809394F-2AD1-401C-A3F5-48447155E9B8}" type="presOf" srcId="{BBD0612D-5D82-4082-9BB6-5314E4D82F14}" destId="{9C1967AF-E940-4F86-9BE2-36D1FA9BBE65}" srcOrd="0" destOrd="0" presId="urn:microsoft.com/office/officeart/2018/2/layout/IconVerticalSolidList"/>
    <dgm:cxn modelId="{02548150-ACD9-4819-80F3-94B1E045D0D4}" srcId="{638ADF92-D067-4CD2-A23E-D6234C79AC61}" destId="{8F86B571-9B65-4B44-90A1-5773031BC0AB}" srcOrd="0" destOrd="0" parTransId="{04F2ACCF-84F4-458F-A0B3-A075E30063FF}" sibTransId="{F1D4B12F-AE1E-419B-8D8E-29CCFC0350B0}"/>
    <dgm:cxn modelId="{8B3FF994-FCF7-4B10-9AF4-C768CEBCD493}" type="presOf" srcId="{6209C27A-948F-4FDF-9C37-91DC60BE6E5D}" destId="{3652B56C-8205-4E2A-BEE9-B627B78FA635}" srcOrd="0" destOrd="0" presId="urn:microsoft.com/office/officeart/2018/2/layout/IconVerticalSolidList"/>
    <dgm:cxn modelId="{4B69ADA0-363B-4655-B04A-8CC8ADF1A064}" type="presOf" srcId="{679C21D3-7C3A-4226-AF16-59C6DB1881F8}" destId="{61F09BDD-0E61-4886-B892-385C5B09F8B3}" srcOrd="0" destOrd="0" presId="urn:microsoft.com/office/officeart/2018/2/layout/IconVerticalSolidList"/>
    <dgm:cxn modelId="{365A95DC-C842-4F1E-8520-E3AB70C18A78}" srcId="{638ADF92-D067-4CD2-A23E-D6234C79AC61}" destId="{BBD0612D-5D82-4082-9BB6-5314E4D82F14}" srcOrd="2" destOrd="0" parTransId="{A162B588-A4EE-4DAB-B537-BD537ED58DCB}" sibTransId="{F9EEE766-A842-41C8-971E-CD1EE6BF5EFD}"/>
    <dgm:cxn modelId="{A2B591E7-312C-49A3-8A0F-178779B5D4FE}" type="presOf" srcId="{638ADF92-D067-4CD2-A23E-D6234C79AC61}" destId="{F747506E-0C66-4FC6-9512-71B7981199D6}" srcOrd="0" destOrd="0" presId="urn:microsoft.com/office/officeart/2018/2/layout/IconVerticalSolidList"/>
    <dgm:cxn modelId="{7BC4E0A0-0BF3-4427-93A0-05791A28BA3A}" type="presParOf" srcId="{F747506E-0C66-4FC6-9512-71B7981199D6}" destId="{90AE0148-7DDB-40D4-BDD6-7F45E4AFB7D9}" srcOrd="0" destOrd="0" presId="urn:microsoft.com/office/officeart/2018/2/layout/IconVerticalSolidList"/>
    <dgm:cxn modelId="{9C1DE490-B934-4F5E-AE0D-4CD93300C65E}" type="presParOf" srcId="{90AE0148-7DDB-40D4-BDD6-7F45E4AFB7D9}" destId="{418AB79C-3A93-4AE5-9343-8C47DAA63FAA}" srcOrd="0" destOrd="0" presId="urn:microsoft.com/office/officeart/2018/2/layout/IconVerticalSolidList"/>
    <dgm:cxn modelId="{E4D51404-A789-41A2-BBEC-375F10BA0CE2}" type="presParOf" srcId="{90AE0148-7DDB-40D4-BDD6-7F45E4AFB7D9}" destId="{81D1C05B-7CF0-4A5D-9205-C832F7C7B77D}" srcOrd="1" destOrd="0" presId="urn:microsoft.com/office/officeart/2018/2/layout/IconVerticalSolidList"/>
    <dgm:cxn modelId="{C207A4E1-3FC8-4472-A9DA-538AAF3E0E5B}" type="presParOf" srcId="{90AE0148-7DDB-40D4-BDD6-7F45E4AFB7D9}" destId="{2EB25855-E4B5-48E4-9008-BF650B9F5AD1}" srcOrd="2" destOrd="0" presId="urn:microsoft.com/office/officeart/2018/2/layout/IconVerticalSolidList"/>
    <dgm:cxn modelId="{4E0B9383-3AD6-4CE6-99AA-E5A34DDF5CA0}" type="presParOf" srcId="{90AE0148-7DDB-40D4-BDD6-7F45E4AFB7D9}" destId="{8C968EF3-ABF1-485B-831B-D6BD8F79D763}" srcOrd="3" destOrd="0" presId="urn:microsoft.com/office/officeart/2018/2/layout/IconVerticalSolidList"/>
    <dgm:cxn modelId="{2BAB4C0D-521B-4B7B-9EC8-4FC3937E2CB1}" type="presParOf" srcId="{F747506E-0C66-4FC6-9512-71B7981199D6}" destId="{9BB3685B-F2D0-4C64-BBBF-D3F80AF861C5}" srcOrd="1" destOrd="0" presId="urn:microsoft.com/office/officeart/2018/2/layout/IconVerticalSolidList"/>
    <dgm:cxn modelId="{918B5B50-EBB5-4D2B-B568-7E2E5E5A298F}" type="presParOf" srcId="{F747506E-0C66-4FC6-9512-71B7981199D6}" destId="{7B1982B3-CBA4-4BD4-92FA-27670021A7CB}" srcOrd="2" destOrd="0" presId="urn:microsoft.com/office/officeart/2018/2/layout/IconVerticalSolidList"/>
    <dgm:cxn modelId="{C3A52269-1EA0-4C5F-A580-9C981A2228B4}" type="presParOf" srcId="{7B1982B3-CBA4-4BD4-92FA-27670021A7CB}" destId="{33E2CA7C-8ABF-4154-B5F8-E28286E4DE5D}" srcOrd="0" destOrd="0" presId="urn:microsoft.com/office/officeart/2018/2/layout/IconVerticalSolidList"/>
    <dgm:cxn modelId="{76E19FBC-C32D-47EF-9FD8-2936B83FBABF}" type="presParOf" srcId="{7B1982B3-CBA4-4BD4-92FA-27670021A7CB}" destId="{2C48234C-53B5-44CF-B66B-F3BA6160ABC1}" srcOrd="1" destOrd="0" presId="urn:microsoft.com/office/officeart/2018/2/layout/IconVerticalSolidList"/>
    <dgm:cxn modelId="{7802CB6A-CD4A-4088-81F9-B84D44398D65}" type="presParOf" srcId="{7B1982B3-CBA4-4BD4-92FA-27670021A7CB}" destId="{8D220787-6C6B-4A7D-BB47-671B409A58C4}" srcOrd="2" destOrd="0" presId="urn:microsoft.com/office/officeart/2018/2/layout/IconVerticalSolidList"/>
    <dgm:cxn modelId="{ACBB5679-3BB0-41EB-B442-07803390E8BB}" type="presParOf" srcId="{7B1982B3-CBA4-4BD4-92FA-27670021A7CB}" destId="{61F09BDD-0E61-4886-B892-385C5B09F8B3}" srcOrd="3" destOrd="0" presId="urn:microsoft.com/office/officeart/2018/2/layout/IconVerticalSolidList"/>
    <dgm:cxn modelId="{408C7B58-4820-47B4-A18C-211133423F39}" type="presParOf" srcId="{F747506E-0C66-4FC6-9512-71B7981199D6}" destId="{AE0D5AA2-14C8-4C91-9A4A-0DD453E16E50}" srcOrd="3" destOrd="0" presId="urn:microsoft.com/office/officeart/2018/2/layout/IconVerticalSolidList"/>
    <dgm:cxn modelId="{D46A87E3-0B6D-4635-B840-62AD766E52F0}" type="presParOf" srcId="{F747506E-0C66-4FC6-9512-71B7981199D6}" destId="{980EC83E-BAB7-48E0-9E06-4425991120F5}" srcOrd="4" destOrd="0" presId="urn:microsoft.com/office/officeart/2018/2/layout/IconVerticalSolidList"/>
    <dgm:cxn modelId="{96B1D854-03E2-490D-85AE-918A41692B26}" type="presParOf" srcId="{980EC83E-BAB7-48E0-9E06-4425991120F5}" destId="{9AFAC478-0295-4BF8-A2A9-9BE8C92E2C05}" srcOrd="0" destOrd="0" presId="urn:microsoft.com/office/officeart/2018/2/layout/IconVerticalSolidList"/>
    <dgm:cxn modelId="{65BB9A51-53BB-46BF-A243-5CA73679FD6A}" type="presParOf" srcId="{980EC83E-BAB7-48E0-9E06-4425991120F5}" destId="{E0D0E212-F01D-4E21-B41D-233A307A5B49}" srcOrd="1" destOrd="0" presId="urn:microsoft.com/office/officeart/2018/2/layout/IconVerticalSolidList"/>
    <dgm:cxn modelId="{D6358D2B-4438-4907-8915-1777C68C60ED}" type="presParOf" srcId="{980EC83E-BAB7-48E0-9E06-4425991120F5}" destId="{F1C01EB8-5EFE-4FDD-81C0-151382C96A83}" srcOrd="2" destOrd="0" presId="urn:microsoft.com/office/officeart/2018/2/layout/IconVerticalSolidList"/>
    <dgm:cxn modelId="{99CDFE34-A34F-43DE-85E4-763342CBA435}" type="presParOf" srcId="{980EC83E-BAB7-48E0-9E06-4425991120F5}" destId="{9C1967AF-E940-4F86-9BE2-36D1FA9BBE65}" srcOrd="3" destOrd="0" presId="urn:microsoft.com/office/officeart/2018/2/layout/IconVerticalSolidList"/>
    <dgm:cxn modelId="{C3EE12E8-C306-43B5-9D4D-581268A54DDC}" type="presParOf" srcId="{F747506E-0C66-4FC6-9512-71B7981199D6}" destId="{33368892-3A42-448C-BD29-6B951507EF6E}" srcOrd="5" destOrd="0" presId="urn:microsoft.com/office/officeart/2018/2/layout/IconVerticalSolidList"/>
    <dgm:cxn modelId="{8A2F3DA2-B989-48AD-AB46-F0AEC38A2186}" type="presParOf" srcId="{F747506E-0C66-4FC6-9512-71B7981199D6}" destId="{1D18BBBA-BD87-4B3B-967B-43A57A2FB192}" srcOrd="6" destOrd="0" presId="urn:microsoft.com/office/officeart/2018/2/layout/IconVerticalSolidList"/>
    <dgm:cxn modelId="{E73EC7DD-4AC1-44E2-B973-4CE567D37DBA}" type="presParOf" srcId="{1D18BBBA-BD87-4B3B-967B-43A57A2FB192}" destId="{AFC03019-0AFB-4BB9-8A75-F5FA01CCB1E4}" srcOrd="0" destOrd="0" presId="urn:microsoft.com/office/officeart/2018/2/layout/IconVerticalSolidList"/>
    <dgm:cxn modelId="{E052D9E0-7A6E-4DB5-99D9-B3EABE1817B5}" type="presParOf" srcId="{1D18BBBA-BD87-4B3B-967B-43A57A2FB192}" destId="{8CD8711C-7D62-4CD3-9978-8B06896EA793}" srcOrd="1" destOrd="0" presId="urn:microsoft.com/office/officeart/2018/2/layout/IconVerticalSolidList"/>
    <dgm:cxn modelId="{6670ADDF-AB16-4D89-B9A1-CFCB66F0EB0E}" type="presParOf" srcId="{1D18BBBA-BD87-4B3B-967B-43A57A2FB192}" destId="{BC5E2E37-B1FA-4799-9CE9-FAB40DB216C6}" srcOrd="2" destOrd="0" presId="urn:microsoft.com/office/officeart/2018/2/layout/IconVerticalSolidList"/>
    <dgm:cxn modelId="{C31F5B5A-A33D-4E41-B6DD-65A8690C6FF7}" type="presParOf" srcId="{1D18BBBA-BD87-4B3B-967B-43A57A2FB192}" destId="{3652B56C-8205-4E2A-BEE9-B627B78FA6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6A5B91-7E88-4DF7-9BA2-C434D0D397F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C710553-8384-499C-9B11-9DFBCBAAE8EF}">
      <dgm:prSet/>
      <dgm:spPr/>
      <dgm:t>
        <a:bodyPr/>
        <a:lstStyle/>
        <a:p>
          <a:r>
            <a:rPr lang="en-US"/>
            <a:t>Desarrollo de software multiplataforma.</a:t>
          </a:r>
        </a:p>
      </dgm:t>
    </dgm:pt>
    <dgm:pt modelId="{7099794C-E764-4EFD-82C1-047E9CDD3047}" type="parTrans" cxnId="{E986C882-1E96-41AE-8299-FFD92BB125FC}">
      <dgm:prSet/>
      <dgm:spPr/>
      <dgm:t>
        <a:bodyPr/>
        <a:lstStyle/>
        <a:p>
          <a:endParaRPr lang="en-US"/>
        </a:p>
      </dgm:t>
    </dgm:pt>
    <dgm:pt modelId="{AC9267B0-FAE8-46A1-92A8-116C9FD80510}" type="sibTrans" cxnId="{E986C882-1E96-41AE-8299-FFD92BB125FC}">
      <dgm:prSet/>
      <dgm:spPr/>
      <dgm:t>
        <a:bodyPr/>
        <a:lstStyle/>
        <a:p>
          <a:endParaRPr lang="en-US"/>
        </a:p>
      </dgm:t>
    </dgm:pt>
    <dgm:pt modelId="{86244F7F-E26F-4CCC-9D4F-F41377EDA931}">
      <dgm:prSet/>
      <dgm:spPr/>
      <dgm:t>
        <a:bodyPr/>
        <a:lstStyle/>
        <a:p>
          <a:r>
            <a:rPr lang="en-US"/>
            <a:t>Pruebas de sistemas operativos.</a:t>
          </a:r>
        </a:p>
      </dgm:t>
    </dgm:pt>
    <dgm:pt modelId="{713775C3-C53A-48C6-A763-66460F462DD2}" type="parTrans" cxnId="{17B73318-DA0C-4462-8263-E146E95D9FC6}">
      <dgm:prSet/>
      <dgm:spPr/>
      <dgm:t>
        <a:bodyPr/>
        <a:lstStyle/>
        <a:p>
          <a:endParaRPr lang="en-US"/>
        </a:p>
      </dgm:t>
    </dgm:pt>
    <dgm:pt modelId="{C9154EE6-0E8A-42E4-88DF-51D02DC7B6C6}" type="sibTrans" cxnId="{17B73318-DA0C-4462-8263-E146E95D9FC6}">
      <dgm:prSet/>
      <dgm:spPr/>
      <dgm:t>
        <a:bodyPr/>
        <a:lstStyle/>
        <a:p>
          <a:endParaRPr lang="en-US"/>
        </a:p>
      </dgm:t>
    </dgm:pt>
    <dgm:pt modelId="{A69D1FEB-772D-44ED-8BBC-F4DC912AFA33}">
      <dgm:prSet/>
      <dgm:spPr/>
      <dgm:t>
        <a:bodyPr/>
        <a:lstStyle/>
        <a:p>
          <a:r>
            <a:rPr lang="en-US"/>
            <a:t>Ciberseguridad y análisis forense.</a:t>
          </a:r>
        </a:p>
      </dgm:t>
    </dgm:pt>
    <dgm:pt modelId="{3ABB061A-C965-4620-9A33-03308A5FBBA4}" type="parTrans" cxnId="{A6E8E353-650F-4FCF-A473-29806149F06B}">
      <dgm:prSet/>
      <dgm:spPr/>
      <dgm:t>
        <a:bodyPr/>
        <a:lstStyle/>
        <a:p>
          <a:endParaRPr lang="en-US"/>
        </a:p>
      </dgm:t>
    </dgm:pt>
    <dgm:pt modelId="{03EBFE08-67D3-483E-BFE5-3193739CD785}" type="sibTrans" cxnId="{A6E8E353-650F-4FCF-A473-29806149F06B}">
      <dgm:prSet/>
      <dgm:spPr/>
      <dgm:t>
        <a:bodyPr/>
        <a:lstStyle/>
        <a:p>
          <a:endParaRPr lang="en-US"/>
        </a:p>
      </dgm:t>
    </dgm:pt>
    <dgm:pt modelId="{254A4E8A-EB64-43D8-9F80-8F88B44C6D40}">
      <dgm:prSet/>
      <dgm:spPr/>
      <dgm:t>
        <a:bodyPr/>
        <a:lstStyle/>
        <a:p>
          <a:r>
            <a:rPr lang="es-ES"/>
            <a:t>Laboratorios de redes y servidores.</a:t>
          </a:r>
          <a:endParaRPr lang="en-US"/>
        </a:p>
      </dgm:t>
    </dgm:pt>
    <dgm:pt modelId="{31CAE45C-19D3-4216-80BD-1D7B9213800B}" type="parTrans" cxnId="{939398C3-DFE9-48B1-8158-4698B113AF31}">
      <dgm:prSet/>
      <dgm:spPr/>
      <dgm:t>
        <a:bodyPr/>
        <a:lstStyle/>
        <a:p>
          <a:endParaRPr lang="en-US"/>
        </a:p>
      </dgm:t>
    </dgm:pt>
    <dgm:pt modelId="{2B4C2446-F065-4D4F-97D7-0161122EBA38}" type="sibTrans" cxnId="{939398C3-DFE9-48B1-8158-4698B113AF31}">
      <dgm:prSet/>
      <dgm:spPr/>
      <dgm:t>
        <a:bodyPr/>
        <a:lstStyle/>
        <a:p>
          <a:endParaRPr lang="en-US"/>
        </a:p>
      </dgm:t>
    </dgm:pt>
    <dgm:pt modelId="{F6EB455D-21FD-4A89-A54C-B6B9C1864E8C}">
      <dgm:prSet/>
      <dgm:spPr/>
      <dgm:t>
        <a:bodyPr/>
        <a:lstStyle/>
        <a:p>
          <a:r>
            <a:rPr lang="en-US"/>
            <a:t>Simulación de sistemas embebidos.</a:t>
          </a:r>
        </a:p>
      </dgm:t>
    </dgm:pt>
    <dgm:pt modelId="{78D9606A-8965-4A2B-A62D-D899AC94C80F}" type="parTrans" cxnId="{DCDA5133-2BD2-459E-ACA0-EEC93D53E6A9}">
      <dgm:prSet/>
      <dgm:spPr/>
      <dgm:t>
        <a:bodyPr/>
        <a:lstStyle/>
        <a:p>
          <a:endParaRPr lang="en-US"/>
        </a:p>
      </dgm:t>
    </dgm:pt>
    <dgm:pt modelId="{56A6374C-12CF-4729-BA32-A77E20C07B30}" type="sibTrans" cxnId="{DCDA5133-2BD2-459E-ACA0-EEC93D53E6A9}">
      <dgm:prSet/>
      <dgm:spPr/>
      <dgm:t>
        <a:bodyPr/>
        <a:lstStyle/>
        <a:p>
          <a:endParaRPr lang="en-US"/>
        </a:p>
      </dgm:t>
    </dgm:pt>
    <dgm:pt modelId="{37A6EA26-D898-4B98-A1FD-480AF4DEA6CD}" type="pres">
      <dgm:prSet presAssocID="{F26A5B91-7E88-4DF7-9BA2-C434D0D397F9}" presName="root" presStyleCnt="0">
        <dgm:presLayoutVars>
          <dgm:dir/>
          <dgm:resizeHandles val="exact"/>
        </dgm:presLayoutVars>
      </dgm:prSet>
      <dgm:spPr/>
    </dgm:pt>
    <dgm:pt modelId="{FB63853D-0D6A-4A33-9479-0CB0F498713B}" type="pres">
      <dgm:prSet presAssocID="{F26A5B91-7E88-4DF7-9BA2-C434D0D397F9}" presName="container" presStyleCnt="0">
        <dgm:presLayoutVars>
          <dgm:dir/>
          <dgm:resizeHandles val="exact"/>
        </dgm:presLayoutVars>
      </dgm:prSet>
      <dgm:spPr/>
    </dgm:pt>
    <dgm:pt modelId="{7A33E2DB-6341-4EE0-84F6-868CFEFA5F9B}" type="pres">
      <dgm:prSet presAssocID="{1C710553-8384-499C-9B11-9DFBCBAAE8EF}" presName="compNode" presStyleCnt="0"/>
      <dgm:spPr/>
    </dgm:pt>
    <dgm:pt modelId="{3E5E6438-B160-400B-8396-9B9F84E2B0D2}" type="pres">
      <dgm:prSet presAssocID="{1C710553-8384-499C-9B11-9DFBCBAAE8EF}" presName="iconBgRect" presStyleLbl="bgShp" presStyleIdx="0" presStyleCnt="5"/>
      <dgm:spPr/>
    </dgm:pt>
    <dgm:pt modelId="{4F39DC76-9411-45B7-A39F-72F616A1430E}" type="pres">
      <dgm:prSet presAssocID="{1C710553-8384-499C-9B11-9DFBCBAAE8E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87E7C770-F1E7-4151-B19F-BE178A2DC9B7}" type="pres">
      <dgm:prSet presAssocID="{1C710553-8384-499C-9B11-9DFBCBAAE8EF}" presName="spaceRect" presStyleCnt="0"/>
      <dgm:spPr/>
    </dgm:pt>
    <dgm:pt modelId="{8CB76E8B-74F5-46D0-A0E5-E4628C251B2C}" type="pres">
      <dgm:prSet presAssocID="{1C710553-8384-499C-9B11-9DFBCBAAE8EF}" presName="textRect" presStyleLbl="revTx" presStyleIdx="0" presStyleCnt="5">
        <dgm:presLayoutVars>
          <dgm:chMax val="1"/>
          <dgm:chPref val="1"/>
        </dgm:presLayoutVars>
      </dgm:prSet>
      <dgm:spPr/>
    </dgm:pt>
    <dgm:pt modelId="{0929336B-8C14-4C78-95EA-4002C895B729}" type="pres">
      <dgm:prSet presAssocID="{AC9267B0-FAE8-46A1-92A8-116C9FD80510}" presName="sibTrans" presStyleLbl="sibTrans2D1" presStyleIdx="0" presStyleCnt="0"/>
      <dgm:spPr/>
    </dgm:pt>
    <dgm:pt modelId="{3450CE43-2775-4F1A-9FA6-90EC81E2C0D6}" type="pres">
      <dgm:prSet presAssocID="{86244F7F-E26F-4CCC-9D4F-F41377EDA931}" presName="compNode" presStyleCnt="0"/>
      <dgm:spPr/>
    </dgm:pt>
    <dgm:pt modelId="{D2D813F9-A411-4CCF-A015-ACA3E9DE46D4}" type="pres">
      <dgm:prSet presAssocID="{86244F7F-E26F-4CCC-9D4F-F41377EDA931}" presName="iconBgRect" presStyleLbl="bgShp" presStyleIdx="1" presStyleCnt="5"/>
      <dgm:spPr/>
    </dgm:pt>
    <dgm:pt modelId="{0F30CE2F-D89A-4CC3-8D6D-61EFC2CDF851}" type="pres">
      <dgm:prSet presAssocID="{86244F7F-E26F-4CCC-9D4F-F41377EDA9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12815195-D8D7-4BC2-89E3-4BBFED338A01}" type="pres">
      <dgm:prSet presAssocID="{86244F7F-E26F-4CCC-9D4F-F41377EDA931}" presName="spaceRect" presStyleCnt="0"/>
      <dgm:spPr/>
    </dgm:pt>
    <dgm:pt modelId="{98216CFA-7A2C-4019-B527-829DC1B4C7EA}" type="pres">
      <dgm:prSet presAssocID="{86244F7F-E26F-4CCC-9D4F-F41377EDA931}" presName="textRect" presStyleLbl="revTx" presStyleIdx="1" presStyleCnt="5">
        <dgm:presLayoutVars>
          <dgm:chMax val="1"/>
          <dgm:chPref val="1"/>
        </dgm:presLayoutVars>
      </dgm:prSet>
      <dgm:spPr/>
    </dgm:pt>
    <dgm:pt modelId="{817853C6-1C93-4D00-944E-7F56A7F50394}" type="pres">
      <dgm:prSet presAssocID="{C9154EE6-0E8A-42E4-88DF-51D02DC7B6C6}" presName="sibTrans" presStyleLbl="sibTrans2D1" presStyleIdx="0" presStyleCnt="0"/>
      <dgm:spPr/>
    </dgm:pt>
    <dgm:pt modelId="{70E7E1E7-E04E-462A-84ED-BB94FDD9E1A7}" type="pres">
      <dgm:prSet presAssocID="{A69D1FEB-772D-44ED-8BBC-F4DC912AFA33}" presName="compNode" presStyleCnt="0"/>
      <dgm:spPr/>
    </dgm:pt>
    <dgm:pt modelId="{85753025-102B-4BD0-8622-DE5AE02A54AE}" type="pres">
      <dgm:prSet presAssocID="{A69D1FEB-772D-44ED-8BBC-F4DC912AFA33}" presName="iconBgRect" presStyleLbl="bgShp" presStyleIdx="2" presStyleCnt="5"/>
      <dgm:spPr/>
    </dgm:pt>
    <dgm:pt modelId="{300B74BA-00CA-4B43-B39C-D2D42EB503C3}" type="pres">
      <dgm:prSet presAssocID="{A69D1FEB-772D-44ED-8BBC-F4DC912AFA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01A0C6A-0065-4190-9435-DC92A43B4F46}" type="pres">
      <dgm:prSet presAssocID="{A69D1FEB-772D-44ED-8BBC-F4DC912AFA33}" presName="spaceRect" presStyleCnt="0"/>
      <dgm:spPr/>
    </dgm:pt>
    <dgm:pt modelId="{CCE2E67A-CB3A-4E53-B02C-788A2C7BCC7E}" type="pres">
      <dgm:prSet presAssocID="{A69D1FEB-772D-44ED-8BBC-F4DC912AFA33}" presName="textRect" presStyleLbl="revTx" presStyleIdx="2" presStyleCnt="5">
        <dgm:presLayoutVars>
          <dgm:chMax val="1"/>
          <dgm:chPref val="1"/>
        </dgm:presLayoutVars>
      </dgm:prSet>
      <dgm:spPr/>
    </dgm:pt>
    <dgm:pt modelId="{3383FC27-9A8F-45D5-A196-889BDE93140A}" type="pres">
      <dgm:prSet presAssocID="{03EBFE08-67D3-483E-BFE5-3193739CD785}" presName="sibTrans" presStyleLbl="sibTrans2D1" presStyleIdx="0" presStyleCnt="0"/>
      <dgm:spPr/>
    </dgm:pt>
    <dgm:pt modelId="{D66CBD18-A733-48B8-8959-8424A8890794}" type="pres">
      <dgm:prSet presAssocID="{254A4E8A-EB64-43D8-9F80-8F88B44C6D40}" presName="compNode" presStyleCnt="0"/>
      <dgm:spPr/>
    </dgm:pt>
    <dgm:pt modelId="{1985536A-5B75-4BB5-A13C-EB6ED018F04F}" type="pres">
      <dgm:prSet presAssocID="{254A4E8A-EB64-43D8-9F80-8F88B44C6D40}" presName="iconBgRect" presStyleLbl="bgShp" presStyleIdx="3" presStyleCnt="5"/>
      <dgm:spPr/>
    </dgm:pt>
    <dgm:pt modelId="{DE7711C9-6EB4-417F-A7FA-D606581DF189}" type="pres">
      <dgm:prSet presAssocID="{254A4E8A-EB64-43D8-9F80-8F88B44C6D4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50DF5465-A6C2-4433-9988-D6BD3EB5BBB3}" type="pres">
      <dgm:prSet presAssocID="{254A4E8A-EB64-43D8-9F80-8F88B44C6D40}" presName="spaceRect" presStyleCnt="0"/>
      <dgm:spPr/>
    </dgm:pt>
    <dgm:pt modelId="{CE333DBD-CEFA-4175-8951-A8D225B0CBB3}" type="pres">
      <dgm:prSet presAssocID="{254A4E8A-EB64-43D8-9F80-8F88B44C6D40}" presName="textRect" presStyleLbl="revTx" presStyleIdx="3" presStyleCnt="5">
        <dgm:presLayoutVars>
          <dgm:chMax val="1"/>
          <dgm:chPref val="1"/>
        </dgm:presLayoutVars>
      </dgm:prSet>
      <dgm:spPr/>
    </dgm:pt>
    <dgm:pt modelId="{E4BF5D13-CC20-4FB8-ADBC-17B7779C7052}" type="pres">
      <dgm:prSet presAssocID="{2B4C2446-F065-4D4F-97D7-0161122EBA38}" presName="sibTrans" presStyleLbl="sibTrans2D1" presStyleIdx="0" presStyleCnt="0"/>
      <dgm:spPr/>
    </dgm:pt>
    <dgm:pt modelId="{BCADA3EC-D333-468C-BA94-60638B3F59E4}" type="pres">
      <dgm:prSet presAssocID="{F6EB455D-21FD-4A89-A54C-B6B9C1864E8C}" presName="compNode" presStyleCnt="0"/>
      <dgm:spPr/>
    </dgm:pt>
    <dgm:pt modelId="{BCB0E828-457E-4666-B5E6-C82D63E94FBB}" type="pres">
      <dgm:prSet presAssocID="{F6EB455D-21FD-4A89-A54C-B6B9C1864E8C}" presName="iconBgRect" presStyleLbl="bgShp" presStyleIdx="4" presStyleCnt="5"/>
      <dgm:spPr/>
    </dgm:pt>
    <dgm:pt modelId="{411DC979-568B-42FE-A9DA-3756EF866103}" type="pres">
      <dgm:prSet presAssocID="{F6EB455D-21FD-4A89-A54C-B6B9C1864E8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E9ED5A84-24C2-447D-A83D-9A80A4A4A49A}" type="pres">
      <dgm:prSet presAssocID="{F6EB455D-21FD-4A89-A54C-B6B9C1864E8C}" presName="spaceRect" presStyleCnt="0"/>
      <dgm:spPr/>
    </dgm:pt>
    <dgm:pt modelId="{FF8DBC4C-7310-4897-81F3-F31E902A4E23}" type="pres">
      <dgm:prSet presAssocID="{F6EB455D-21FD-4A89-A54C-B6B9C1864E8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3156F0F-8866-4CF0-82CB-C9CA23FAFACD}" type="presOf" srcId="{2B4C2446-F065-4D4F-97D7-0161122EBA38}" destId="{E4BF5D13-CC20-4FB8-ADBC-17B7779C7052}" srcOrd="0" destOrd="0" presId="urn:microsoft.com/office/officeart/2018/2/layout/IconCircleList"/>
    <dgm:cxn modelId="{17B73318-DA0C-4462-8263-E146E95D9FC6}" srcId="{F26A5B91-7E88-4DF7-9BA2-C434D0D397F9}" destId="{86244F7F-E26F-4CCC-9D4F-F41377EDA931}" srcOrd="1" destOrd="0" parTransId="{713775C3-C53A-48C6-A763-66460F462DD2}" sibTransId="{C9154EE6-0E8A-42E4-88DF-51D02DC7B6C6}"/>
    <dgm:cxn modelId="{DCDA5133-2BD2-459E-ACA0-EEC93D53E6A9}" srcId="{F26A5B91-7E88-4DF7-9BA2-C434D0D397F9}" destId="{F6EB455D-21FD-4A89-A54C-B6B9C1864E8C}" srcOrd="4" destOrd="0" parTransId="{78D9606A-8965-4A2B-A62D-D899AC94C80F}" sibTransId="{56A6374C-12CF-4729-BA32-A77E20C07B30}"/>
    <dgm:cxn modelId="{C3AF1268-2DA8-4BA2-A901-00AB81F40788}" type="presOf" srcId="{86244F7F-E26F-4CCC-9D4F-F41377EDA931}" destId="{98216CFA-7A2C-4019-B527-829DC1B4C7EA}" srcOrd="0" destOrd="0" presId="urn:microsoft.com/office/officeart/2018/2/layout/IconCircleList"/>
    <dgm:cxn modelId="{1148F548-D79B-4A50-A5D0-D24D2461AB02}" type="presOf" srcId="{F26A5B91-7E88-4DF7-9BA2-C434D0D397F9}" destId="{37A6EA26-D898-4B98-A1FD-480AF4DEA6CD}" srcOrd="0" destOrd="0" presId="urn:microsoft.com/office/officeart/2018/2/layout/IconCircleList"/>
    <dgm:cxn modelId="{A6E8E353-650F-4FCF-A473-29806149F06B}" srcId="{F26A5B91-7E88-4DF7-9BA2-C434D0D397F9}" destId="{A69D1FEB-772D-44ED-8BBC-F4DC912AFA33}" srcOrd="2" destOrd="0" parTransId="{3ABB061A-C965-4620-9A33-03308A5FBBA4}" sibTransId="{03EBFE08-67D3-483E-BFE5-3193739CD785}"/>
    <dgm:cxn modelId="{90BC9759-0E35-447B-972A-5558C5B2E099}" type="presOf" srcId="{1C710553-8384-499C-9B11-9DFBCBAAE8EF}" destId="{8CB76E8B-74F5-46D0-A0E5-E4628C251B2C}" srcOrd="0" destOrd="0" presId="urn:microsoft.com/office/officeart/2018/2/layout/IconCircleList"/>
    <dgm:cxn modelId="{E986C882-1E96-41AE-8299-FFD92BB125FC}" srcId="{F26A5B91-7E88-4DF7-9BA2-C434D0D397F9}" destId="{1C710553-8384-499C-9B11-9DFBCBAAE8EF}" srcOrd="0" destOrd="0" parTransId="{7099794C-E764-4EFD-82C1-047E9CDD3047}" sibTransId="{AC9267B0-FAE8-46A1-92A8-116C9FD80510}"/>
    <dgm:cxn modelId="{01975987-5028-4C8E-AB5E-E2D92E90E6A6}" type="presOf" srcId="{C9154EE6-0E8A-42E4-88DF-51D02DC7B6C6}" destId="{817853C6-1C93-4D00-944E-7F56A7F50394}" srcOrd="0" destOrd="0" presId="urn:microsoft.com/office/officeart/2018/2/layout/IconCircleList"/>
    <dgm:cxn modelId="{465676B0-C7BD-4AFB-BA20-0584B4441975}" type="presOf" srcId="{03EBFE08-67D3-483E-BFE5-3193739CD785}" destId="{3383FC27-9A8F-45D5-A196-889BDE93140A}" srcOrd="0" destOrd="0" presId="urn:microsoft.com/office/officeart/2018/2/layout/IconCircleList"/>
    <dgm:cxn modelId="{95A9C1BF-71D1-483B-8D56-64E854BAB177}" type="presOf" srcId="{AC9267B0-FAE8-46A1-92A8-116C9FD80510}" destId="{0929336B-8C14-4C78-95EA-4002C895B729}" srcOrd="0" destOrd="0" presId="urn:microsoft.com/office/officeart/2018/2/layout/IconCircleList"/>
    <dgm:cxn modelId="{939398C3-DFE9-48B1-8158-4698B113AF31}" srcId="{F26A5B91-7E88-4DF7-9BA2-C434D0D397F9}" destId="{254A4E8A-EB64-43D8-9F80-8F88B44C6D40}" srcOrd="3" destOrd="0" parTransId="{31CAE45C-19D3-4216-80BD-1D7B9213800B}" sibTransId="{2B4C2446-F065-4D4F-97D7-0161122EBA38}"/>
    <dgm:cxn modelId="{DD26A1CC-F387-4740-B444-6C3E5B2071C3}" type="presOf" srcId="{A69D1FEB-772D-44ED-8BBC-F4DC912AFA33}" destId="{CCE2E67A-CB3A-4E53-B02C-788A2C7BCC7E}" srcOrd="0" destOrd="0" presId="urn:microsoft.com/office/officeart/2018/2/layout/IconCircleList"/>
    <dgm:cxn modelId="{4D2C87D6-A2B2-43D4-95AC-9FF800A91938}" type="presOf" srcId="{254A4E8A-EB64-43D8-9F80-8F88B44C6D40}" destId="{CE333DBD-CEFA-4175-8951-A8D225B0CBB3}" srcOrd="0" destOrd="0" presId="urn:microsoft.com/office/officeart/2018/2/layout/IconCircleList"/>
    <dgm:cxn modelId="{695D19F4-D7C9-4C3B-85CC-6AA5E088DFDB}" type="presOf" srcId="{F6EB455D-21FD-4A89-A54C-B6B9C1864E8C}" destId="{FF8DBC4C-7310-4897-81F3-F31E902A4E23}" srcOrd="0" destOrd="0" presId="urn:microsoft.com/office/officeart/2018/2/layout/IconCircleList"/>
    <dgm:cxn modelId="{01136ACB-F3BE-4FBD-9164-CDF61F3BDB7A}" type="presParOf" srcId="{37A6EA26-D898-4B98-A1FD-480AF4DEA6CD}" destId="{FB63853D-0D6A-4A33-9479-0CB0F498713B}" srcOrd="0" destOrd="0" presId="urn:microsoft.com/office/officeart/2018/2/layout/IconCircleList"/>
    <dgm:cxn modelId="{CF29A1BF-DE57-423C-9E7C-BBBA0589CD65}" type="presParOf" srcId="{FB63853D-0D6A-4A33-9479-0CB0F498713B}" destId="{7A33E2DB-6341-4EE0-84F6-868CFEFA5F9B}" srcOrd="0" destOrd="0" presId="urn:microsoft.com/office/officeart/2018/2/layout/IconCircleList"/>
    <dgm:cxn modelId="{6A7FF947-3A97-4853-B342-154F2E65B6D2}" type="presParOf" srcId="{7A33E2DB-6341-4EE0-84F6-868CFEFA5F9B}" destId="{3E5E6438-B160-400B-8396-9B9F84E2B0D2}" srcOrd="0" destOrd="0" presId="urn:microsoft.com/office/officeart/2018/2/layout/IconCircleList"/>
    <dgm:cxn modelId="{9CE66C4C-D594-4F98-A52C-64556F4A98CA}" type="presParOf" srcId="{7A33E2DB-6341-4EE0-84F6-868CFEFA5F9B}" destId="{4F39DC76-9411-45B7-A39F-72F616A1430E}" srcOrd="1" destOrd="0" presId="urn:microsoft.com/office/officeart/2018/2/layout/IconCircleList"/>
    <dgm:cxn modelId="{52D089CC-B429-4381-88F3-B658D8FEB9F6}" type="presParOf" srcId="{7A33E2DB-6341-4EE0-84F6-868CFEFA5F9B}" destId="{87E7C770-F1E7-4151-B19F-BE178A2DC9B7}" srcOrd="2" destOrd="0" presId="urn:microsoft.com/office/officeart/2018/2/layout/IconCircleList"/>
    <dgm:cxn modelId="{EC5AAC0D-302F-48CF-907C-C83ED42517FC}" type="presParOf" srcId="{7A33E2DB-6341-4EE0-84F6-868CFEFA5F9B}" destId="{8CB76E8B-74F5-46D0-A0E5-E4628C251B2C}" srcOrd="3" destOrd="0" presId="urn:microsoft.com/office/officeart/2018/2/layout/IconCircleList"/>
    <dgm:cxn modelId="{9546F35A-5AF8-4005-A077-FA8E5BA4FB16}" type="presParOf" srcId="{FB63853D-0D6A-4A33-9479-0CB0F498713B}" destId="{0929336B-8C14-4C78-95EA-4002C895B729}" srcOrd="1" destOrd="0" presId="urn:microsoft.com/office/officeart/2018/2/layout/IconCircleList"/>
    <dgm:cxn modelId="{EB90AA02-E407-47AF-81D7-7B77D5A04116}" type="presParOf" srcId="{FB63853D-0D6A-4A33-9479-0CB0F498713B}" destId="{3450CE43-2775-4F1A-9FA6-90EC81E2C0D6}" srcOrd="2" destOrd="0" presId="urn:microsoft.com/office/officeart/2018/2/layout/IconCircleList"/>
    <dgm:cxn modelId="{5FA36C4D-DD26-4986-875A-608EE2FF1B2A}" type="presParOf" srcId="{3450CE43-2775-4F1A-9FA6-90EC81E2C0D6}" destId="{D2D813F9-A411-4CCF-A015-ACA3E9DE46D4}" srcOrd="0" destOrd="0" presId="urn:microsoft.com/office/officeart/2018/2/layout/IconCircleList"/>
    <dgm:cxn modelId="{B34F3764-8C92-43A7-8EF3-FE6192B7C6A0}" type="presParOf" srcId="{3450CE43-2775-4F1A-9FA6-90EC81E2C0D6}" destId="{0F30CE2F-D89A-4CC3-8D6D-61EFC2CDF851}" srcOrd="1" destOrd="0" presId="urn:microsoft.com/office/officeart/2018/2/layout/IconCircleList"/>
    <dgm:cxn modelId="{621DF909-B453-4FDC-AD49-33BA9F5F776E}" type="presParOf" srcId="{3450CE43-2775-4F1A-9FA6-90EC81E2C0D6}" destId="{12815195-D8D7-4BC2-89E3-4BBFED338A01}" srcOrd="2" destOrd="0" presId="urn:microsoft.com/office/officeart/2018/2/layout/IconCircleList"/>
    <dgm:cxn modelId="{A58FD287-87BA-4CE2-B094-25EC02ADCF06}" type="presParOf" srcId="{3450CE43-2775-4F1A-9FA6-90EC81E2C0D6}" destId="{98216CFA-7A2C-4019-B527-829DC1B4C7EA}" srcOrd="3" destOrd="0" presId="urn:microsoft.com/office/officeart/2018/2/layout/IconCircleList"/>
    <dgm:cxn modelId="{D2E1AA40-45A4-450D-B891-C62DAB816F2B}" type="presParOf" srcId="{FB63853D-0D6A-4A33-9479-0CB0F498713B}" destId="{817853C6-1C93-4D00-944E-7F56A7F50394}" srcOrd="3" destOrd="0" presId="urn:microsoft.com/office/officeart/2018/2/layout/IconCircleList"/>
    <dgm:cxn modelId="{0D2B67E2-A137-47E6-95C7-6FB8820C73E8}" type="presParOf" srcId="{FB63853D-0D6A-4A33-9479-0CB0F498713B}" destId="{70E7E1E7-E04E-462A-84ED-BB94FDD9E1A7}" srcOrd="4" destOrd="0" presId="urn:microsoft.com/office/officeart/2018/2/layout/IconCircleList"/>
    <dgm:cxn modelId="{3D7A6940-745B-4620-AE03-03222AB029BB}" type="presParOf" srcId="{70E7E1E7-E04E-462A-84ED-BB94FDD9E1A7}" destId="{85753025-102B-4BD0-8622-DE5AE02A54AE}" srcOrd="0" destOrd="0" presId="urn:microsoft.com/office/officeart/2018/2/layout/IconCircleList"/>
    <dgm:cxn modelId="{D40C73DB-8180-4B4C-B847-390F0B8DEE98}" type="presParOf" srcId="{70E7E1E7-E04E-462A-84ED-BB94FDD9E1A7}" destId="{300B74BA-00CA-4B43-B39C-D2D42EB503C3}" srcOrd="1" destOrd="0" presId="urn:microsoft.com/office/officeart/2018/2/layout/IconCircleList"/>
    <dgm:cxn modelId="{5E0C666D-A8FF-41BC-9ACE-915252B7FD8B}" type="presParOf" srcId="{70E7E1E7-E04E-462A-84ED-BB94FDD9E1A7}" destId="{501A0C6A-0065-4190-9435-DC92A43B4F46}" srcOrd="2" destOrd="0" presId="urn:microsoft.com/office/officeart/2018/2/layout/IconCircleList"/>
    <dgm:cxn modelId="{D31E58D5-2CC6-4743-BB9A-1D538A975F18}" type="presParOf" srcId="{70E7E1E7-E04E-462A-84ED-BB94FDD9E1A7}" destId="{CCE2E67A-CB3A-4E53-B02C-788A2C7BCC7E}" srcOrd="3" destOrd="0" presId="urn:microsoft.com/office/officeart/2018/2/layout/IconCircleList"/>
    <dgm:cxn modelId="{175D8744-4EFB-4E73-BA2A-83F430F4C371}" type="presParOf" srcId="{FB63853D-0D6A-4A33-9479-0CB0F498713B}" destId="{3383FC27-9A8F-45D5-A196-889BDE93140A}" srcOrd="5" destOrd="0" presId="urn:microsoft.com/office/officeart/2018/2/layout/IconCircleList"/>
    <dgm:cxn modelId="{DF5F9520-9282-4AFC-AFB7-E2D9BC84D001}" type="presParOf" srcId="{FB63853D-0D6A-4A33-9479-0CB0F498713B}" destId="{D66CBD18-A733-48B8-8959-8424A8890794}" srcOrd="6" destOrd="0" presId="urn:microsoft.com/office/officeart/2018/2/layout/IconCircleList"/>
    <dgm:cxn modelId="{C6718E6F-93F9-49B2-8AD1-EDE78B9F3850}" type="presParOf" srcId="{D66CBD18-A733-48B8-8959-8424A8890794}" destId="{1985536A-5B75-4BB5-A13C-EB6ED018F04F}" srcOrd="0" destOrd="0" presId="urn:microsoft.com/office/officeart/2018/2/layout/IconCircleList"/>
    <dgm:cxn modelId="{256EB959-BE4A-46CB-9995-25208245A958}" type="presParOf" srcId="{D66CBD18-A733-48B8-8959-8424A8890794}" destId="{DE7711C9-6EB4-417F-A7FA-D606581DF189}" srcOrd="1" destOrd="0" presId="urn:microsoft.com/office/officeart/2018/2/layout/IconCircleList"/>
    <dgm:cxn modelId="{307E4859-8E74-4FF1-8BA6-406D9C2B9718}" type="presParOf" srcId="{D66CBD18-A733-48B8-8959-8424A8890794}" destId="{50DF5465-A6C2-4433-9988-D6BD3EB5BBB3}" srcOrd="2" destOrd="0" presId="urn:microsoft.com/office/officeart/2018/2/layout/IconCircleList"/>
    <dgm:cxn modelId="{F10D3953-3A77-47A9-83C5-0AB3DDC6B07F}" type="presParOf" srcId="{D66CBD18-A733-48B8-8959-8424A8890794}" destId="{CE333DBD-CEFA-4175-8951-A8D225B0CBB3}" srcOrd="3" destOrd="0" presId="urn:microsoft.com/office/officeart/2018/2/layout/IconCircleList"/>
    <dgm:cxn modelId="{48D45223-937B-4217-AF2E-4766D945567A}" type="presParOf" srcId="{FB63853D-0D6A-4A33-9479-0CB0F498713B}" destId="{E4BF5D13-CC20-4FB8-ADBC-17B7779C7052}" srcOrd="7" destOrd="0" presId="urn:microsoft.com/office/officeart/2018/2/layout/IconCircleList"/>
    <dgm:cxn modelId="{BD28C5FA-05E2-49E8-9779-0EB5DD3A7099}" type="presParOf" srcId="{FB63853D-0D6A-4A33-9479-0CB0F498713B}" destId="{BCADA3EC-D333-468C-BA94-60638B3F59E4}" srcOrd="8" destOrd="0" presId="urn:microsoft.com/office/officeart/2018/2/layout/IconCircleList"/>
    <dgm:cxn modelId="{EEE048C2-0491-43AD-891F-422A4B1125D8}" type="presParOf" srcId="{BCADA3EC-D333-468C-BA94-60638B3F59E4}" destId="{BCB0E828-457E-4666-B5E6-C82D63E94FBB}" srcOrd="0" destOrd="0" presId="urn:microsoft.com/office/officeart/2018/2/layout/IconCircleList"/>
    <dgm:cxn modelId="{79C22F61-0C99-4E48-A9C0-6957E7AA1A16}" type="presParOf" srcId="{BCADA3EC-D333-468C-BA94-60638B3F59E4}" destId="{411DC979-568B-42FE-A9DA-3756EF866103}" srcOrd="1" destOrd="0" presId="urn:microsoft.com/office/officeart/2018/2/layout/IconCircleList"/>
    <dgm:cxn modelId="{5AD6A0F3-0C51-4993-BE8F-A7F62C0AFA7A}" type="presParOf" srcId="{BCADA3EC-D333-468C-BA94-60638B3F59E4}" destId="{E9ED5A84-24C2-447D-A83D-9A80A4A4A49A}" srcOrd="2" destOrd="0" presId="urn:microsoft.com/office/officeart/2018/2/layout/IconCircleList"/>
    <dgm:cxn modelId="{D1CC5313-759C-40BB-9CD6-1B0FB5ACFC19}" type="presParOf" srcId="{BCADA3EC-D333-468C-BA94-60638B3F59E4}" destId="{FF8DBC4C-7310-4897-81F3-F31E902A4E2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A199614-BFB6-4715-A259-630B99312818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F7D5B5-76A2-4C29-B64C-71E22B5B7542}">
      <dgm:prSet/>
      <dgm:spPr/>
      <dgm:t>
        <a:bodyPr/>
        <a:lstStyle/>
        <a:p>
          <a:r>
            <a:rPr lang="es-GT"/>
            <a:t>Ventajas</a:t>
          </a:r>
          <a:endParaRPr lang="en-US"/>
        </a:p>
      </dgm:t>
    </dgm:pt>
    <dgm:pt modelId="{C3C0718F-FC7E-49BC-95D3-4196DCFC65EB}" type="parTrans" cxnId="{45857974-F39D-4E41-B054-6D7660F38592}">
      <dgm:prSet/>
      <dgm:spPr/>
      <dgm:t>
        <a:bodyPr/>
        <a:lstStyle/>
        <a:p>
          <a:endParaRPr lang="en-US"/>
        </a:p>
      </dgm:t>
    </dgm:pt>
    <dgm:pt modelId="{7B8291B1-30C9-420F-A3C1-DA2FED2FE9B2}" type="sibTrans" cxnId="{45857974-F39D-4E41-B054-6D7660F38592}">
      <dgm:prSet/>
      <dgm:spPr/>
      <dgm:t>
        <a:bodyPr/>
        <a:lstStyle/>
        <a:p>
          <a:endParaRPr lang="en-US"/>
        </a:p>
      </dgm:t>
    </dgm:pt>
    <dgm:pt modelId="{20AEF421-B677-4615-861A-53485B20A7EB}">
      <dgm:prSet/>
      <dgm:spPr/>
      <dgm:t>
        <a:bodyPr/>
        <a:lstStyle/>
        <a:p>
          <a:r>
            <a:rPr lang="en-US"/>
            <a:t>Código abierto y gratuito.</a:t>
          </a:r>
        </a:p>
      </dgm:t>
    </dgm:pt>
    <dgm:pt modelId="{621BC117-0E9A-46A8-841E-7561C0251BFB}" type="parTrans" cxnId="{F96EFD09-1302-41F2-A0A1-7D5155FA9700}">
      <dgm:prSet/>
      <dgm:spPr/>
      <dgm:t>
        <a:bodyPr/>
        <a:lstStyle/>
        <a:p>
          <a:endParaRPr lang="en-US"/>
        </a:p>
      </dgm:t>
    </dgm:pt>
    <dgm:pt modelId="{E18B3301-8E6D-4908-B2DD-E3CA0E0A8753}" type="sibTrans" cxnId="{F96EFD09-1302-41F2-A0A1-7D5155FA9700}">
      <dgm:prSet/>
      <dgm:spPr/>
      <dgm:t>
        <a:bodyPr/>
        <a:lstStyle/>
        <a:p>
          <a:endParaRPr lang="en-US"/>
        </a:p>
      </dgm:t>
    </dgm:pt>
    <dgm:pt modelId="{222034FB-0E37-4DAF-B5E3-F84E20BD92B1}">
      <dgm:prSet/>
      <dgm:spPr/>
      <dgm:t>
        <a:bodyPr/>
        <a:lstStyle/>
        <a:p>
          <a:r>
            <a:rPr lang="en-US"/>
            <a:t>Gran soporte de arquitecturas.</a:t>
          </a:r>
        </a:p>
      </dgm:t>
    </dgm:pt>
    <dgm:pt modelId="{4F11CD80-C111-4623-840E-1CD171283BE9}" type="parTrans" cxnId="{D8E0CEC1-75C1-473C-8CA1-F04A798447A4}">
      <dgm:prSet/>
      <dgm:spPr/>
      <dgm:t>
        <a:bodyPr/>
        <a:lstStyle/>
        <a:p>
          <a:endParaRPr lang="en-US"/>
        </a:p>
      </dgm:t>
    </dgm:pt>
    <dgm:pt modelId="{44EE28FB-8056-4310-A0CB-9F335A3A5FBD}" type="sibTrans" cxnId="{D8E0CEC1-75C1-473C-8CA1-F04A798447A4}">
      <dgm:prSet/>
      <dgm:spPr/>
      <dgm:t>
        <a:bodyPr/>
        <a:lstStyle/>
        <a:p>
          <a:endParaRPr lang="en-US"/>
        </a:p>
      </dgm:t>
    </dgm:pt>
    <dgm:pt modelId="{CA7D9C17-260E-458B-BF78-89B9561BFD80}">
      <dgm:prSet/>
      <dgm:spPr/>
      <dgm:t>
        <a:bodyPr/>
        <a:lstStyle/>
        <a:p>
          <a:r>
            <a:rPr lang="en-US"/>
            <a:t>Integración con otras herramientas.</a:t>
          </a:r>
        </a:p>
      </dgm:t>
    </dgm:pt>
    <dgm:pt modelId="{C061A636-8E3F-47BE-854B-05AA62F6824F}" type="parTrans" cxnId="{47668B8A-29FE-429E-94E3-729B292ACD53}">
      <dgm:prSet/>
      <dgm:spPr/>
      <dgm:t>
        <a:bodyPr/>
        <a:lstStyle/>
        <a:p>
          <a:endParaRPr lang="en-US"/>
        </a:p>
      </dgm:t>
    </dgm:pt>
    <dgm:pt modelId="{9D899D44-4C4C-480E-9715-A8C135E9E02D}" type="sibTrans" cxnId="{47668B8A-29FE-429E-94E3-729B292ACD53}">
      <dgm:prSet/>
      <dgm:spPr/>
      <dgm:t>
        <a:bodyPr/>
        <a:lstStyle/>
        <a:p>
          <a:endParaRPr lang="en-US"/>
        </a:p>
      </dgm:t>
    </dgm:pt>
    <dgm:pt modelId="{98047AFD-3706-44D9-BAD3-2414F96DE321}">
      <dgm:prSet/>
      <dgm:spPr/>
      <dgm:t>
        <a:bodyPr/>
        <a:lstStyle/>
        <a:p>
          <a:r>
            <a:rPr lang="en-US"/>
            <a:t>Desventajas</a:t>
          </a:r>
        </a:p>
      </dgm:t>
    </dgm:pt>
    <dgm:pt modelId="{4E34520E-8FB2-4774-ACD3-F0124B09EC65}" type="parTrans" cxnId="{C06649A7-C071-4576-8041-04BF5B547FA8}">
      <dgm:prSet/>
      <dgm:spPr/>
      <dgm:t>
        <a:bodyPr/>
        <a:lstStyle/>
        <a:p>
          <a:endParaRPr lang="en-US"/>
        </a:p>
      </dgm:t>
    </dgm:pt>
    <dgm:pt modelId="{38A56ADB-4F86-4B58-87DC-F44EC2C5148F}" type="sibTrans" cxnId="{C06649A7-C071-4576-8041-04BF5B547FA8}">
      <dgm:prSet/>
      <dgm:spPr/>
      <dgm:t>
        <a:bodyPr/>
        <a:lstStyle/>
        <a:p>
          <a:endParaRPr lang="en-US"/>
        </a:p>
      </dgm:t>
    </dgm:pt>
    <dgm:pt modelId="{5BB4E8C3-11EB-4871-812F-963D4F1FBAFA}">
      <dgm:prSet/>
      <dgm:spPr/>
      <dgm:t>
        <a:bodyPr/>
        <a:lstStyle/>
        <a:p>
          <a:r>
            <a:rPr lang="en-US"/>
            <a:t>Requiere conocimientos técnicos.</a:t>
          </a:r>
        </a:p>
      </dgm:t>
    </dgm:pt>
    <dgm:pt modelId="{399D3310-6D8B-434E-8CE5-FB87491228A0}" type="parTrans" cxnId="{09295813-8803-4310-9FC3-C32C40092EF7}">
      <dgm:prSet/>
      <dgm:spPr/>
      <dgm:t>
        <a:bodyPr/>
        <a:lstStyle/>
        <a:p>
          <a:endParaRPr lang="en-US"/>
        </a:p>
      </dgm:t>
    </dgm:pt>
    <dgm:pt modelId="{C23EC673-C9A2-4985-8DA7-357168E21321}" type="sibTrans" cxnId="{09295813-8803-4310-9FC3-C32C40092EF7}">
      <dgm:prSet/>
      <dgm:spPr/>
      <dgm:t>
        <a:bodyPr/>
        <a:lstStyle/>
        <a:p>
          <a:endParaRPr lang="en-US"/>
        </a:p>
      </dgm:t>
    </dgm:pt>
    <dgm:pt modelId="{04746EEB-6EED-4731-8FF1-913C14327479}">
      <dgm:prSet/>
      <dgm:spPr/>
      <dgm:t>
        <a:bodyPr/>
        <a:lstStyle/>
        <a:p>
          <a:r>
            <a:rPr lang="es-ES"/>
            <a:t>Interfaz por línea de comandos (aunque hay frontends).</a:t>
          </a:r>
          <a:endParaRPr lang="en-US"/>
        </a:p>
      </dgm:t>
    </dgm:pt>
    <dgm:pt modelId="{5F056B67-C673-428A-B7EC-BEE51BF0A1FD}" type="parTrans" cxnId="{4C4F143A-2D37-4804-B0E1-32B8CFDA642E}">
      <dgm:prSet/>
      <dgm:spPr/>
      <dgm:t>
        <a:bodyPr/>
        <a:lstStyle/>
        <a:p>
          <a:endParaRPr lang="en-US"/>
        </a:p>
      </dgm:t>
    </dgm:pt>
    <dgm:pt modelId="{E4B29CD7-F3F1-42C0-9F5A-90A90599C757}" type="sibTrans" cxnId="{4C4F143A-2D37-4804-B0E1-32B8CFDA642E}">
      <dgm:prSet/>
      <dgm:spPr/>
      <dgm:t>
        <a:bodyPr/>
        <a:lstStyle/>
        <a:p>
          <a:endParaRPr lang="en-US"/>
        </a:p>
      </dgm:t>
    </dgm:pt>
    <dgm:pt modelId="{B1A6538F-068C-4BAE-A0DC-FA1911EE4176}" type="pres">
      <dgm:prSet presAssocID="{AA199614-BFB6-4715-A259-630B99312818}" presName="Name0" presStyleCnt="0">
        <dgm:presLayoutVars>
          <dgm:dir/>
          <dgm:animLvl val="lvl"/>
          <dgm:resizeHandles val="exact"/>
        </dgm:presLayoutVars>
      </dgm:prSet>
      <dgm:spPr/>
    </dgm:pt>
    <dgm:pt modelId="{6F5BC363-3538-46B8-9A70-0AF81A0C9BD4}" type="pres">
      <dgm:prSet presAssocID="{B6F7D5B5-76A2-4C29-B64C-71E22B5B7542}" presName="composite" presStyleCnt="0"/>
      <dgm:spPr/>
    </dgm:pt>
    <dgm:pt modelId="{0C147779-162A-42DB-85EA-0B329E97369E}" type="pres">
      <dgm:prSet presAssocID="{B6F7D5B5-76A2-4C29-B64C-71E22B5B754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4D9D8F6-1AF1-4C4A-A065-7692DEA719CF}" type="pres">
      <dgm:prSet presAssocID="{B6F7D5B5-76A2-4C29-B64C-71E22B5B7542}" presName="desTx" presStyleLbl="alignAccFollowNode1" presStyleIdx="0" presStyleCnt="2">
        <dgm:presLayoutVars>
          <dgm:bulletEnabled val="1"/>
        </dgm:presLayoutVars>
      </dgm:prSet>
      <dgm:spPr/>
    </dgm:pt>
    <dgm:pt modelId="{6FA581B7-0559-4FFA-91A5-B7E137A80E28}" type="pres">
      <dgm:prSet presAssocID="{7B8291B1-30C9-420F-A3C1-DA2FED2FE9B2}" presName="space" presStyleCnt="0"/>
      <dgm:spPr/>
    </dgm:pt>
    <dgm:pt modelId="{DFD9BC7F-6E12-4010-A8C9-0AC66911B752}" type="pres">
      <dgm:prSet presAssocID="{98047AFD-3706-44D9-BAD3-2414F96DE321}" presName="composite" presStyleCnt="0"/>
      <dgm:spPr/>
    </dgm:pt>
    <dgm:pt modelId="{561D81D0-A974-47E4-924A-DA5F13079CB8}" type="pres">
      <dgm:prSet presAssocID="{98047AFD-3706-44D9-BAD3-2414F96DE32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FE38146-D671-48D8-8E4A-2A15048B7AF5}" type="pres">
      <dgm:prSet presAssocID="{98047AFD-3706-44D9-BAD3-2414F96DE32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96EFD09-1302-41F2-A0A1-7D5155FA9700}" srcId="{B6F7D5B5-76A2-4C29-B64C-71E22B5B7542}" destId="{20AEF421-B677-4615-861A-53485B20A7EB}" srcOrd="0" destOrd="0" parTransId="{621BC117-0E9A-46A8-841E-7561C0251BFB}" sibTransId="{E18B3301-8E6D-4908-B2DD-E3CA0E0A8753}"/>
    <dgm:cxn modelId="{09295813-8803-4310-9FC3-C32C40092EF7}" srcId="{98047AFD-3706-44D9-BAD3-2414F96DE321}" destId="{5BB4E8C3-11EB-4871-812F-963D4F1FBAFA}" srcOrd="0" destOrd="0" parTransId="{399D3310-6D8B-434E-8CE5-FB87491228A0}" sibTransId="{C23EC673-C9A2-4985-8DA7-357168E21321}"/>
    <dgm:cxn modelId="{A5FBF11E-1590-4043-8B72-C58B908671A4}" type="presOf" srcId="{5BB4E8C3-11EB-4871-812F-963D4F1FBAFA}" destId="{9FE38146-D671-48D8-8E4A-2A15048B7AF5}" srcOrd="0" destOrd="0" presId="urn:microsoft.com/office/officeart/2005/8/layout/hList1"/>
    <dgm:cxn modelId="{15BC8A33-6788-45EC-9F10-BB01EA2CAA99}" type="presOf" srcId="{04746EEB-6EED-4731-8FF1-913C14327479}" destId="{9FE38146-D671-48D8-8E4A-2A15048B7AF5}" srcOrd="0" destOrd="1" presId="urn:microsoft.com/office/officeart/2005/8/layout/hList1"/>
    <dgm:cxn modelId="{4C4F143A-2D37-4804-B0E1-32B8CFDA642E}" srcId="{98047AFD-3706-44D9-BAD3-2414F96DE321}" destId="{04746EEB-6EED-4731-8FF1-913C14327479}" srcOrd="1" destOrd="0" parTransId="{5F056B67-C673-428A-B7EC-BEE51BF0A1FD}" sibTransId="{E4B29CD7-F3F1-42C0-9F5A-90A90599C757}"/>
    <dgm:cxn modelId="{9DED7B3B-168B-4200-8923-9E2B4115EB59}" type="presOf" srcId="{222034FB-0E37-4DAF-B5E3-F84E20BD92B1}" destId="{24D9D8F6-1AF1-4C4A-A065-7692DEA719CF}" srcOrd="0" destOrd="1" presId="urn:microsoft.com/office/officeart/2005/8/layout/hList1"/>
    <dgm:cxn modelId="{45857974-F39D-4E41-B054-6D7660F38592}" srcId="{AA199614-BFB6-4715-A259-630B99312818}" destId="{B6F7D5B5-76A2-4C29-B64C-71E22B5B7542}" srcOrd="0" destOrd="0" parTransId="{C3C0718F-FC7E-49BC-95D3-4196DCFC65EB}" sibTransId="{7B8291B1-30C9-420F-A3C1-DA2FED2FE9B2}"/>
    <dgm:cxn modelId="{E6E65482-6A83-4097-8D4C-11ECA3BFE25A}" type="presOf" srcId="{CA7D9C17-260E-458B-BF78-89B9561BFD80}" destId="{24D9D8F6-1AF1-4C4A-A065-7692DEA719CF}" srcOrd="0" destOrd="2" presId="urn:microsoft.com/office/officeart/2005/8/layout/hList1"/>
    <dgm:cxn modelId="{B96ACF83-2B63-43B2-9EB4-FA9B3585144A}" type="presOf" srcId="{98047AFD-3706-44D9-BAD3-2414F96DE321}" destId="{561D81D0-A974-47E4-924A-DA5F13079CB8}" srcOrd="0" destOrd="0" presId="urn:microsoft.com/office/officeart/2005/8/layout/hList1"/>
    <dgm:cxn modelId="{47668B8A-29FE-429E-94E3-729B292ACD53}" srcId="{B6F7D5B5-76A2-4C29-B64C-71E22B5B7542}" destId="{CA7D9C17-260E-458B-BF78-89B9561BFD80}" srcOrd="2" destOrd="0" parTransId="{C061A636-8E3F-47BE-854B-05AA62F6824F}" sibTransId="{9D899D44-4C4C-480E-9715-A8C135E9E02D}"/>
    <dgm:cxn modelId="{C06649A7-C071-4576-8041-04BF5B547FA8}" srcId="{AA199614-BFB6-4715-A259-630B99312818}" destId="{98047AFD-3706-44D9-BAD3-2414F96DE321}" srcOrd="1" destOrd="0" parTransId="{4E34520E-8FB2-4774-ACD3-F0124B09EC65}" sibTransId="{38A56ADB-4F86-4B58-87DC-F44EC2C5148F}"/>
    <dgm:cxn modelId="{D8E0CEC1-75C1-473C-8CA1-F04A798447A4}" srcId="{B6F7D5B5-76A2-4C29-B64C-71E22B5B7542}" destId="{222034FB-0E37-4DAF-B5E3-F84E20BD92B1}" srcOrd="1" destOrd="0" parTransId="{4F11CD80-C111-4623-840E-1CD171283BE9}" sibTransId="{44EE28FB-8056-4310-A0CB-9F335A3A5FBD}"/>
    <dgm:cxn modelId="{0723CBC7-1F4F-4A08-B8E0-1CB98534ED64}" type="presOf" srcId="{AA199614-BFB6-4715-A259-630B99312818}" destId="{B1A6538F-068C-4BAE-A0DC-FA1911EE4176}" srcOrd="0" destOrd="0" presId="urn:microsoft.com/office/officeart/2005/8/layout/hList1"/>
    <dgm:cxn modelId="{2C2C5ADC-B4B7-4DD0-B765-B555030442F6}" type="presOf" srcId="{20AEF421-B677-4615-861A-53485B20A7EB}" destId="{24D9D8F6-1AF1-4C4A-A065-7692DEA719CF}" srcOrd="0" destOrd="0" presId="urn:microsoft.com/office/officeart/2005/8/layout/hList1"/>
    <dgm:cxn modelId="{200745E5-9E78-4898-8E3D-43F9B230BB00}" type="presOf" srcId="{B6F7D5B5-76A2-4C29-B64C-71E22B5B7542}" destId="{0C147779-162A-42DB-85EA-0B329E97369E}" srcOrd="0" destOrd="0" presId="urn:microsoft.com/office/officeart/2005/8/layout/hList1"/>
    <dgm:cxn modelId="{DE09B864-D0DE-4A17-AC80-3B230B5FB8D4}" type="presParOf" srcId="{B1A6538F-068C-4BAE-A0DC-FA1911EE4176}" destId="{6F5BC363-3538-46B8-9A70-0AF81A0C9BD4}" srcOrd="0" destOrd="0" presId="urn:microsoft.com/office/officeart/2005/8/layout/hList1"/>
    <dgm:cxn modelId="{CFBF86CC-FE84-45E4-8D35-37BD6E2420D6}" type="presParOf" srcId="{6F5BC363-3538-46B8-9A70-0AF81A0C9BD4}" destId="{0C147779-162A-42DB-85EA-0B329E97369E}" srcOrd="0" destOrd="0" presId="urn:microsoft.com/office/officeart/2005/8/layout/hList1"/>
    <dgm:cxn modelId="{E487CE03-2AA3-4D43-88D3-C06D88780A48}" type="presParOf" srcId="{6F5BC363-3538-46B8-9A70-0AF81A0C9BD4}" destId="{24D9D8F6-1AF1-4C4A-A065-7692DEA719CF}" srcOrd="1" destOrd="0" presId="urn:microsoft.com/office/officeart/2005/8/layout/hList1"/>
    <dgm:cxn modelId="{E6D9F3B3-D11D-4645-BFE1-E3CE2B0AADDB}" type="presParOf" srcId="{B1A6538F-068C-4BAE-A0DC-FA1911EE4176}" destId="{6FA581B7-0559-4FFA-91A5-B7E137A80E28}" srcOrd="1" destOrd="0" presId="urn:microsoft.com/office/officeart/2005/8/layout/hList1"/>
    <dgm:cxn modelId="{5DB1FCAA-DB52-4719-9C3C-A2E2F6A7DC53}" type="presParOf" srcId="{B1A6538F-068C-4BAE-A0DC-FA1911EE4176}" destId="{DFD9BC7F-6E12-4010-A8C9-0AC66911B752}" srcOrd="2" destOrd="0" presId="urn:microsoft.com/office/officeart/2005/8/layout/hList1"/>
    <dgm:cxn modelId="{9C3F07AA-053F-44D4-A9B2-D07C2C97FAA5}" type="presParOf" srcId="{DFD9BC7F-6E12-4010-A8C9-0AC66911B752}" destId="{561D81D0-A974-47E4-924A-DA5F13079CB8}" srcOrd="0" destOrd="0" presId="urn:microsoft.com/office/officeart/2005/8/layout/hList1"/>
    <dgm:cxn modelId="{79BCFA1B-79A6-4B9F-AC18-4E58D08A742B}" type="presParOf" srcId="{DFD9BC7F-6E12-4010-A8C9-0AC66911B752}" destId="{9FE38146-D671-48D8-8E4A-2A15048B7A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153850-D15B-44C2-998E-9D167956ED7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73C8FA2-C1AB-4ED2-880E-492984B8BE48}">
      <dgm:prSet/>
      <dgm:spPr/>
      <dgm:t>
        <a:bodyPr/>
        <a:lstStyle/>
        <a:p>
          <a:pPr>
            <a:defRPr cap="all"/>
          </a:pPr>
          <a:r>
            <a:rPr lang="es-ES"/>
            <a:t>QEMU es una herramienta potente y flexible para entornos virtualizados.</a:t>
          </a:r>
          <a:endParaRPr lang="en-US"/>
        </a:p>
      </dgm:t>
    </dgm:pt>
    <dgm:pt modelId="{BAFC8669-AE07-4AA6-959B-B0717664F42C}" type="parTrans" cxnId="{8469794C-130E-4242-BEE3-C4155917578A}">
      <dgm:prSet/>
      <dgm:spPr/>
      <dgm:t>
        <a:bodyPr/>
        <a:lstStyle/>
        <a:p>
          <a:endParaRPr lang="en-US"/>
        </a:p>
      </dgm:t>
    </dgm:pt>
    <dgm:pt modelId="{81AB4389-B5E8-4BE6-A33B-D24B9CF0E9B2}" type="sibTrans" cxnId="{8469794C-130E-4242-BEE3-C4155917578A}">
      <dgm:prSet/>
      <dgm:spPr/>
      <dgm:t>
        <a:bodyPr/>
        <a:lstStyle/>
        <a:p>
          <a:endParaRPr lang="en-US"/>
        </a:p>
      </dgm:t>
    </dgm:pt>
    <dgm:pt modelId="{CCF4B38E-85A5-4B96-B2BC-F97D73CB7C9E}">
      <dgm:prSet/>
      <dgm:spPr/>
      <dgm:t>
        <a:bodyPr/>
        <a:lstStyle/>
        <a:p>
          <a:pPr>
            <a:defRPr cap="all"/>
          </a:pPr>
          <a:r>
            <a:rPr lang="es-ES"/>
            <a:t>Ideal para desarrollo, pruebas y aprendizaje de arquitecturas.</a:t>
          </a:r>
          <a:endParaRPr lang="en-US"/>
        </a:p>
      </dgm:t>
    </dgm:pt>
    <dgm:pt modelId="{16C1210F-F95F-4900-987F-C8D9A909D420}" type="parTrans" cxnId="{32C21F72-1BF3-4456-A297-4AD1F7B81C18}">
      <dgm:prSet/>
      <dgm:spPr/>
      <dgm:t>
        <a:bodyPr/>
        <a:lstStyle/>
        <a:p>
          <a:endParaRPr lang="en-US"/>
        </a:p>
      </dgm:t>
    </dgm:pt>
    <dgm:pt modelId="{36A59CA3-E52C-4AC4-9020-C5EB342C7AA3}" type="sibTrans" cxnId="{32C21F72-1BF3-4456-A297-4AD1F7B81C18}">
      <dgm:prSet/>
      <dgm:spPr/>
      <dgm:t>
        <a:bodyPr/>
        <a:lstStyle/>
        <a:p>
          <a:endParaRPr lang="en-US"/>
        </a:p>
      </dgm:t>
    </dgm:pt>
    <dgm:pt modelId="{A0494ECB-F062-4E61-93FF-DAF6A49A005A}">
      <dgm:prSet/>
      <dgm:spPr/>
      <dgm:t>
        <a:bodyPr/>
        <a:lstStyle/>
        <a:p>
          <a:pPr>
            <a:defRPr cap="all"/>
          </a:pPr>
          <a:r>
            <a:rPr lang="es-ES"/>
            <a:t>Su dominio permite explorar escenarios avanzados de computación.</a:t>
          </a:r>
          <a:endParaRPr lang="en-US"/>
        </a:p>
      </dgm:t>
    </dgm:pt>
    <dgm:pt modelId="{45D7D518-1DE9-4715-8521-97834FB6A5B9}" type="parTrans" cxnId="{D094E86C-D287-4617-BC1F-67D893767D0C}">
      <dgm:prSet/>
      <dgm:spPr/>
      <dgm:t>
        <a:bodyPr/>
        <a:lstStyle/>
        <a:p>
          <a:endParaRPr lang="en-US"/>
        </a:p>
      </dgm:t>
    </dgm:pt>
    <dgm:pt modelId="{06EE7CF7-D06D-405C-8D69-48B6273C1879}" type="sibTrans" cxnId="{D094E86C-D287-4617-BC1F-67D893767D0C}">
      <dgm:prSet/>
      <dgm:spPr/>
      <dgm:t>
        <a:bodyPr/>
        <a:lstStyle/>
        <a:p>
          <a:endParaRPr lang="en-US"/>
        </a:p>
      </dgm:t>
    </dgm:pt>
    <dgm:pt modelId="{4021B62A-EAC5-44AD-86E0-A6CA5ED9CA37}" type="pres">
      <dgm:prSet presAssocID="{FE153850-D15B-44C2-998E-9D167956ED72}" presName="root" presStyleCnt="0">
        <dgm:presLayoutVars>
          <dgm:dir/>
          <dgm:resizeHandles val="exact"/>
        </dgm:presLayoutVars>
      </dgm:prSet>
      <dgm:spPr/>
    </dgm:pt>
    <dgm:pt modelId="{7F30C39E-0A9D-4E0B-99BC-AA16075A3A5D}" type="pres">
      <dgm:prSet presAssocID="{E73C8FA2-C1AB-4ED2-880E-492984B8BE48}" presName="compNode" presStyleCnt="0"/>
      <dgm:spPr/>
    </dgm:pt>
    <dgm:pt modelId="{1B230405-3E55-41EE-B976-7B58165F8BF1}" type="pres">
      <dgm:prSet presAssocID="{E73C8FA2-C1AB-4ED2-880E-492984B8BE48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5771F8-3374-4952-B4F6-68611756C7D3}" type="pres">
      <dgm:prSet presAssocID="{E73C8FA2-C1AB-4ED2-880E-492984B8BE4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75EF2D74-D58C-44EA-AF57-29039B46B8F5}" type="pres">
      <dgm:prSet presAssocID="{E73C8FA2-C1AB-4ED2-880E-492984B8BE48}" presName="spaceRect" presStyleCnt="0"/>
      <dgm:spPr/>
    </dgm:pt>
    <dgm:pt modelId="{D6D8D718-C60D-4719-A4F3-C62DC638A034}" type="pres">
      <dgm:prSet presAssocID="{E73C8FA2-C1AB-4ED2-880E-492984B8BE48}" presName="textRect" presStyleLbl="revTx" presStyleIdx="0" presStyleCnt="3">
        <dgm:presLayoutVars>
          <dgm:chMax val="1"/>
          <dgm:chPref val="1"/>
        </dgm:presLayoutVars>
      </dgm:prSet>
      <dgm:spPr/>
    </dgm:pt>
    <dgm:pt modelId="{CCA30D9B-835A-4483-B1BE-1838EB578E74}" type="pres">
      <dgm:prSet presAssocID="{81AB4389-B5E8-4BE6-A33B-D24B9CF0E9B2}" presName="sibTrans" presStyleCnt="0"/>
      <dgm:spPr/>
    </dgm:pt>
    <dgm:pt modelId="{851A03CA-4A08-4EE6-BEA0-301C24599804}" type="pres">
      <dgm:prSet presAssocID="{CCF4B38E-85A5-4B96-B2BC-F97D73CB7C9E}" presName="compNode" presStyleCnt="0"/>
      <dgm:spPr/>
    </dgm:pt>
    <dgm:pt modelId="{F8BE8722-90A2-4747-9495-F060443CE6E1}" type="pres">
      <dgm:prSet presAssocID="{CCF4B38E-85A5-4B96-B2BC-F97D73CB7C9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8385747-1FD0-40C3-A6A5-018AFCFF84D5}" type="pres">
      <dgm:prSet presAssocID="{CCF4B38E-85A5-4B96-B2BC-F97D73CB7C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EA64DC2-D76D-4AD1-979A-8222D683FA21}" type="pres">
      <dgm:prSet presAssocID="{CCF4B38E-85A5-4B96-B2BC-F97D73CB7C9E}" presName="spaceRect" presStyleCnt="0"/>
      <dgm:spPr/>
    </dgm:pt>
    <dgm:pt modelId="{9158E834-8766-491D-ABB0-E7F6DB838A16}" type="pres">
      <dgm:prSet presAssocID="{CCF4B38E-85A5-4B96-B2BC-F97D73CB7C9E}" presName="textRect" presStyleLbl="revTx" presStyleIdx="1" presStyleCnt="3">
        <dgm:presLayoutVars>
          <dgm:chMax val="1"/>
          <dgm:chPref val="1"/>
        </dgm:presLayoutVars>
      </dgm:prSet>
      <dgm:spPr/>
    </dgm:pt>
    <dgm:pt modelId="{5AE9B3B9-89D1-412F-B235-3B42AEB65799}" type="pres">
      <dgm:prSet presAssocID="{36A59CA3-E52C-4AC4-9020-C5EB342C7AA3}" presName="sibTrans" presStyleCnt="0"/>
      <dgm:spPr/>
    </dgm:pt>
    <dgm:pt modelId="{DF57D407-CADE-4228-AAEB-4F4F83738B29}" type="pres">
      <dgm:prSet presAssocID="{A0494ECB-F062-4E61-93FF-DAF6A49A005A}" presName="compNode" presStyleCnt="0"/>
      <dgm:spPr/>
    </dgm:pt>
    <dgm:pt modelId="{09C0F3B9-EEF8-422B-8689-B0B31419B672}" type="pres">
      <dgm:prSet presAssocID="{A0494ECB-F062-4E61-93FF-DAF6A49A005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72592F8-969B-4D61-B551-27068C20533A}" type="pres">
      <dgm:prSet presAssocID="{A0494ECB-F062-4E61-93FF-DAF6A49A00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1953548-57C6-47FE-ADAD-F2FE51873FE2}" type="pres">
      <dgm:prSet presAssocID="{A0494ECB-F062-4E61-93FF-DAF6A49A005A}" presName="spaceRect" presStyleCnt="0"/>
      <dgm:spPr/>
    </dgm:pt>
    <dgm:pt modelId="{869B5F31-EEAA-4F20-A20F-233BE563BFA7}" type="pres">
      <dgm:prSet presAssocID="{A0494ECB-F062-4E61-93FF-DAF6A49A005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626692B-5BBF-4694-8BD7-2B48ECE3B5A3}" type="presOf" srcId="{E73C8FA2-C1AB-4ED2-880E-492984B8BE48}" destId="{D6D8D718-C60D-4719-A4F3-C62DC638A034}" srcOrd="0" destOrd="0" presId="urn:microsoft.com/office/officeart/2018/5/layout/IconLeafLabelList"/>
    <dgm:cxn modelId="{8469794C-130E-4242-BEE3-C4155917578A}" srcId="{FE153850-D15B-44C2-998E-9D167956ED72}" destId="{E73C8FA2-C1AB-4ED2-880E-492984B8BE48}" srcOrd="0" destOrd="0" parTransId="{BAFC8669-AE07-4AA6-959B-B0717664F42C}" sibTransId="{81AB4389-B5E8-4BE6-A33B-D24B9CF0E9B2}"/>
    <dgm:cxn modelId="{D094E86C-D287-4617-BC1F-67D893767D0C}" srcId="{FE153850-D15B-44C2-998E-9D167956ED72}" destId="{A0494ECB-F062-4E61-93FF-DAF6A49A005A}" srcOrd="2" destOrd="0" parTransId="{45D7D518-1DE9-4715-8521-97834FB6A5B9}" sibTransId="{06EE7CF7-D06D-405C-8D69-48B6273C1879}"/>
    <dgm:cxn modelId="{32C21F72-1BF3-4456-A297-4AD1F7B81C18}" srcId="{FE153850-D15B-44C2-998E-9D167956ED72}" destId="{CCF4B38E-85A5-4B96-B2BC-F97D73CB7C9E}" srcOrd="1" destOrd="0" parTransId="{16C1210F-F95F-4900-987F-C8D9A909D420}" sibTransId="{36A59CA3-E52C-4AC4-9020-C5EB342C7AA3}"/>
    <dgm:cxn modelId="{19E76D99-AC92-4E5E-9B2E-D93E11FA5766}" type="presOf" srcId="{A0494ECB-F062-4E61-93FF-DAF6A49A005A}" destId="{869B5F31-EEAA-4F20-A20F-233BE563BFA7}" srcOrd="0" destOrd="0" presId="urn:microsoft.com/office/officeart/2018/5/layout/IconLeafLabelList"/>
    <dgm:cxn modelId="{3E3EDDB4-389E-4008-A640-162277EF8F86}" type="presOf" srcId="{CCF4B38E-85A5-4B96-B2BC-F97D73CB7C9E}" destId="{9158E834-8766-491D-ABB0-E7F6DB838A16}" srcOrd="0" destOrd="0" presId="urn:microsoft.com/office/officeart/2018/5/layout/IconLeafLabelList"/>
    <dgm:cxn modelId="{63D8DFE9-FA54-4DE5-BCA9-ADE31CA79494}" type="presOf" srcId="{FE153850-D15B-44C2-998E-9D167956ED72}" destId="{4021B62A-EAC5-44AD-86E0-A6CA5ED9CA37}" srcOrd="0" destOrd="0" presId="urn:microsoft.com/office/officeart/2018/5/layout/IconLeafLabelList"/>
    <dgm:cxn modelId="{E6D27E73-FA0B-4FF3-9E55-80B1461C0E5F}" type="presParOf" srcId="{4021B62A-EAC5-44AD-86E0-A6CA5ED9CA37}" destId="{7F30C39E-0A9D-4E0B-99BC-AA16075A3A5D}" srcOrd="0" destOrd="0" presId="urn:microsoft.com/office/officeart/2018/5/layout/IconLeafLabelList"/>
    <dgm:cxn modelId="{483EFA6F-667F-4B90-B27C-9C1F4A65FB2A}" type="presParOf" srcId="{7F30C39E-0A9D-4E0B-99BC-AA16075A3A5D}" destId="{1B230405-3E55-41EE-B976-7B58165F8BF1}" srcOrd="0" destOrd="0" presId="urn:microsoft.com/office/officeart/2018/5/layout/IconLeafLabelList"/>
    <dgm:cxn modelId="{3D4057FA-BC9F-465C-BEB6-7EEB33F0E407}" type="presParOf" srcId="{7F30C39E-0A9D-4E0B-99BC-AA16075A3A5D}" destId="{AF5771F8-3374-4952-B4F6-68611756C7D3}" srcOrd="1" destOrd="0" presId="urn:microsoft.com/office/officeart/2018/5/layout/IconLeafLabelList"/>
    <dgm:cxn modelId="{67055672-D9E1-48DC-B084-7F2165EC317C}" type="presParOf" srcId="{7F30C39E-0A9D-4E0B-99BC-AA16075A3A5D}" destId="{75EF2D74-D58C-44EA-AF57-29039B46B8F5}" srcOrd="2" destOrd="0" presId="urn:microsoft.com/office/officeart/2018/5/layout/IconLeafLabelList"/>
    <dgm:cxn modelId="{4BE5900F-D6D2-4CEC-803F-C27D3B590631}" type="presParOf" srcId="{7F30C39E-0A9D-4E0B-99BC-AA16075A3A5D}" destId="{D6D8D718-C60D-4719-A4F3-C62DC638A034}" srcOrd="3" destOrd="0" presId="urn:microsoft.com/office/officeart/2018/5/layout/IconLeafLabelList"/>
    <dgm:cxn modelId="{FD74ECF0-06E8-4DBA-B71D-BCA63CBC2259}" type="presParOf" srcId="{4021B62A-EAC5-44AD-86E0-A6CA5ED9CA37}" destId="{CCA30D9B-835A-4483-B1BE-1838EB578E74}" srcOrd="1" destOrd="0" presId="urn:microsoft.com/office/officeart/2018/5/layout/IconLeafLabelList"/>
    <dgm:cxn modelId="{31B9D272-D0C9-4169-93C8-D5A19020B3AC}" type="presParOf" srcId="{4021B62A-EAC5-44AD-86E0-A6CA5ED9CA37}" destId="{851A03CA-4A08-4EE6-BEA0-301C24599804}" srcOrd="2" destOrd="0" presId="urn:microsoft.com/office/officeart/2018/5/layout/IconLeafLabelList"/>
    <dgm:cxn modelId="{21C9519A-B632-49F5-838F-531A3CD719F9}" type="presParOf" srcId="{851A03CA-4A08-4EE6-BEA0-301C24599804}" destId="{F8BE8722-90A2-4747-9495-F060443CE6E1}" srcOrd="0" destOrd="0" presId="urn:microsoft.com/office/officeart/2018/5/layout/IconLeafLabelList"/>
    <dgm:cxn modelId="{0C429310-D4AE-42FC-B946-D1AF0EF88081}" type="presParOf" srcId="{851A03CA-4A08-4EE6-BEA0-301C24599804}" destId="{08385747-1FD0-40C3-A6A5-018AFCFF84D5}" srcOrd="1" destOrd="0" presId="urn:microsoft.com/office/officeart/2018/5/layout/IconLeafLabelList"/>
    <dgm:cxn modelId="{B289F476-8AB0-489D-9EA1-1C88D8417E35}" type="presParOf" srcId="{851A03CA-4A08-4EE6-BEA0-301C24599804}" destId="{BEA64DC2-D76D-4AD1-979A-8222D683FA21}" srcOrd="2" destOrd="0" presId="urn:microsoft.com/office/officeart/2018/5/layout/IconLeafLabelList"/>
    <dgm:cxn modelId="{122ED3C2-42AD-47EC-B9D1-9B437FF8CFC7}" type="presParOf" srcId="{851A03CA-4A08-4EE6-BEA0-301C24599804}" destId="{9158E834-8766-491D-ABB0-E7F6DB838A16}" srcOrd="3" destOrd="0" presId="urn:microsoft.com/office/officeart/2018/5/layout/IconLeafLabelList"/>
    <dgm:cxn modelId="{6695FCEC-078C-44D7-B2CA-C6AD6B561B35}" type="presParOf" srcId="{4021B62A-EAC5-44AD-86E0-A6CA5ED9CA37}" destId="{5AE9B3B9-89D1-412F-B235-3B42AEB65799}" srcOrd="3" destOrd="0" presId="urn:microsoft.com/office/officeart/2018/5/layout/IconLeafLabelList"/>
    <dgm:cxn modelId="{859338E0-C4D1-410B-A7F2-F5744913707F}" type="presParOf" srcId="{4021B62A-EAC5-44AD-86E0-A6CA5ED9CA37}" destId="{DF57D407-CADE-4228-AAEB-4F4F83738B29}" srcOrd="4" destOrd="0" presId="urn:microsoft.com/office/officeart/2018/5/layout/IconLeafLabelList"/>
    <dgm:cxn modelId="{188D7A9D-05E0-467D-BA1F-E17FE5535A05}" type="presParOf" srcId="{DF57D407-CADE-4228-AAEB-4F4F83738B29}" destId="{09C0F3B9-EEF8-422B-8689-B0B31419B672}" srcOrd="0" destOrd="0" presId="urn:microsoft.com/office/officeart/2018/5/layout/IconLeafLabelList"/>
    <dgm:cxn modelId="{983B6F57-90DC-4A8D-8CD3-81E605F5AD04}" type="presParOf" srcId="{DF57D407-CADE-4228-AAEB-4F4F83738B29}" destId="{872592F8-969B-4D61-B551-27068C20533A}" srcOrd="1" destOrd="0" presId="urn:microsoft.com/office/officeart/2018/5/layout/IconLeafLabelList"/>
    <dgm:cxn modelId="{20171872-568E-407F-96F2-39DD00333E6C}" type="presParOf" srcId="{DF57D407-CADE-4228-AAEB-4F4F83738B29}" destId="{A1953548-57C6-47FE-ADAD-F2FE51873FE2}" srcOrd="2" destOrd="0" presId="urn:microsoft.com/office/officeart/2018/5/layout/IconLeafLabelList"/>
    <dgm:cxn modelId="{B1BEA61E-C4B3-4E72-B316-E005D38A7729}" type="presParOf" srcId="{DF57D407-CADE-4228-AAEB-4F4F83738B29}" destId="{869B5F31-EEAA-4F20-A20F-233BE563BFA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69C6A-CC60-489D-8BCB-A937F62E4B6D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E9205-98A8-4EB5-8EB9-81F7E58720D4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Horarios de calificación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0"/>
        <a:ext cx="10515600" cy="1087834"/>
      </dsp:txXfrm>
    </dsp:sp>
    <dsp:sp modelId="{389BCB78-6D19-42D0-A612-3D48BFD4E2FF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32D59-111C-4016-AB09-2BFC97EBD374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Foro 8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1087834"/>
        <a:ext cx="10515600" cy="1087834"/>
      </dsp:txXfrm>
    </dsp:sp>
    <dsp:sp modelId="{9F2C5F8A-C2D1-4947-B6A1-0D224FB9F134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86931-5658-4129-A72E-7DD854D3E75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419" sz="4200" kern="1200" dirty="0">
              <a:solidFill>
                <a:schemeClr val="bg1"/>
              </a:solidFill>
            </a:rPr>
            <a:t>¿Dudas del proyecto 1?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2175669"/>
        <a:ext cx="10515600" cy="1087834"/>
      </dsp:txXfrm>
    </dsp:sp>
    <dsp:sp modelId="{6B373EA4-E16C-413E-B7AF-59FAE60016DD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158B3-7186-4BB1-A267-561091063BFB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200" kern="1200" dirty="0">
              <a:solidFill>
                <a:schemeClr val="bg1"/>
              </a:solidFill>
            </a:rPr>
            <a:t>Introducción al Código Ensamblador ARM64</a:t>
          </a:r>
          <a:endParaRPr lang="en-US" sz="4200" kern="1200" dirty="0">
            <a:solidFill>
              <a:schemeClr val="bg1"/>
            </a:solidFill>
          </a:endParaRPr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C0E39-3265-4518-93A6-A1B7E814B203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667FC-34C7-44C2-8F16-FD1E78BDF92D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FAD50-044C-40E2-B251-7F547A91EE9D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Arquitectura RISC de 64 bits.</a:t>
          </a:r>
          <a:endParaRPr lang="en-US" sz="2200" kern="1200"/>
        </a:p>
      </dsp:txBody>
      <dsp:txXfrm>
        <a:off x="1844034" y="682"/>
        <a:ext cx="4401230" cy="1596566"/>
      </dsp:txXfrm>
    </dsp:sp>
    <dsp:sp modelId="{4CFF8FED-1760-4714-8ED0-1B3A94184E53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5E955-634C-42BE-A6C7-335C23C414F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96A25-0456-4B58-B835-D5CCA01CC265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Utilizada en dispositivos móviles, sistemas embebidos, servidores y computadoras modernas.</a:t>
          </a:r>
        </a:p>
      </dsp:txBody>
      <dsp:txXfrm>
        <a:off x="1844034" y="1996390"/>
        <a:ext cx="4401230" cy="1596566"/>
      </dsp:txXfrm>
    </dsp:sp>
    <dsp:sp modelId="{486AAE28-CFEF-4917-8D06-5368849ECE6D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0611A-945C-44FC-8CF1-FDC321F0ACD6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79691-5E3C-4426-A85F-647E40E120FD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Ventajas: eficiencia energética, alto rendimiento y escalabilidad.</a:t>
          </a:r>
          <a:endParaRPr lang="en-US" sz="22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D8084-F453-45DE-AD56-BF396377AB9C}">
      <dsp:nvSpPr>
        <dsp:cNvPr id="0" name=""/>
        <dsp:cNvSpPr/>
      </dsp:nvSpPr>
      <dsp:spPr>
        <a:xfrm>
          <a:off x="0" y="2729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4BD2C-D0EE-497B-B2ED-06201C3FCA99}">
      <dsp:nvSpPr>
        <dsp:cNvPr id="0" name=""/>
        <dsp:cNvSpPr/>
      </dsp:nvSpPr>
      <dsp:spPr>
        <a:xfrm>
          <a:off x="0" y="2729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Lenguaje de bajo nivel que se comunica directamente con el hardware.</a:t>
          </a:r>
          <a:endParaRPr lang="en-US" sz="3700" kern="1200"/>
        </a:p>
      </dsp:txBody>
      <dsp:txXfrm>
        <a:off x="0" y="2729"/>
        <a:ext cx="6245265" cy="1861296"/>
      </dsp:txXfrm>
    </dsp:sp>
    <dsp:sp modelId="{C4CBC1D7-FEE8-42EF-A443-F0958314D30F}">
      <dsp:nvSpPr>
        <dsp:cNvPr id="0" name=""/>
        <dsp:cNvSpPr/>
      </dsp:nvSpPr>
      <dsp:spPr>
        <a:xfrm>
          <a:off x="0" y="1864025"/>
          <a:ext cx="6245265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BEEA9-BD97-44EE-A94E-CF3BB9DB9BA7}">
      <dsp:nvSpPr>
        <dsp:cNvPr id="0" name=""/>
        <dsp:cNvSpPr/>
      </dsp:nvSpPr>
      <dsp:spPr>
        <a:xfrm>
          <a:off x="0" y="1864025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Representa instrucciones específicas del procesador.</a:t>
          </a:r>
          <a:endParaRPr lang="en-US" sz="3700" kern="1200"/>
        </a:p>
      </dsp:txBody>
      <dsp:txXfrm>
        <a:off x="0" y="1864025"/>
        <a:ext cx="6245265" cy="1861296"/>
      </dsp:txXfrm>
    </dsp:sp>
    <dsp:sp modelId="{AB033BE1-2E2F-40AC-93ED-D1B19424E69F}">
      <dsp:nvSpPr>
        <dsp:cNvPr id="0" name=""/>
        <dsp:cNvSpPr/>
      </dsp:nvSpPr>
      <dsp:spPr>
        <a:xfrm>
          <a:off x="0" y="3725321"/>
          <a:ext cx="624526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FB64D-6AFF-4E99-947D-FC9DA7F4986B}">
      <dsp:nvSpPr>
        <dsp:cNvPr id="0" name=""/>
        <dsp:cNvSpPr/>
      </dsp:nvSpPr>
      <dsp:spPr>
        <a:xfrm>
          <a:off x="0" y="3725321"/>
          <a:ext cx="6245265" cy="1861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Puente entre lenguaje de alto nivel (C, Java) y lenguaje máquina.</a:t>
          </a:r>
          <a:endParaRPr lang="en-US" sz="3700" kern="1200"/>
        </a:p>
      </dsp:txBody>
      <dsp:txXfrm>
        <a:off x="0" y="3725321"/>
        <a:ext cx="6245265" cy="18612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F1CBF-7EEC-4CE1-8EA1-6C86AA56F424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51DA4-5D82-47FE-8DF5-A019D9047A5A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31 registros generales (X0–X30).</a:t>
          </a:r>
        </a:p>
      </dsp:txBody>
      <dsp:txXfrm>
        <a:off x="510197" y="1855936"/>
        <a:ext cx="2068076" cy="720000"/>
      </dsp:txXfrm>
    </dsp:sp>
    <dsp:sp modelId="{325DF952-E46B-4B05-B060-7012722D88C1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F1FBC-A51E-41C2-8D51-95C5690B387B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Registro especial: XZR/WZR (registro cero).</a:t>
          </a:r>
        </a:p>
      </dsp:txBody>
      <dsp:txXfrm>
        <a:off x="2940187" y="1855936"/>
        <a:ext cx="2068076" cy="720000"/>
      </dsp:txXfrm>
    </dsp:sp>
    <dsp:sp modelId="{609CFE3C-876A-4391-A3F6-465E7CE8941D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9725C-5981-47EE-9895-B7EF091666D9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Soporte para instrucciones de 64 bits y 32 bits.</a:t>
          </a:r>
          <a:endParaRPr lang="en-US" sz="1400" kern="1200"/>
        </a:p>
      </dsp:txBody>
      <dsp:txXfrm>
        <a:off x="5370176" y="1855936"/>
        <a:ext cx="2068076" cy="720000"/>
      </dsp:txXfrm>
    </dsp:sp>
    <dsp:sp modelId="{AA611453-667A-44FE-A3E2-DBD04CC8FA67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AF68A-5808-4104-BD6A-EC534C80B641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Acceso directo a memoria con instrucciones tipo </a:t>
          </a:r>
          <a:r>
            <a:rPr lang="es-ES" sz="1400" b="1" kern="1200"/>
            <a:t>Load/Store</a:t>
          </a:r>
          <a:r>
            <a:rPr lang="es-ES" sz="1400" kern="1200"/>
            <a:t>.</a:t>
          </a:r>
          <a:endParaRPr lang="en-US" sz="1400" kern="1200"/>
        </a:p>
      </dsp:txBody>
      <dsp:txXfrm>
        <a:off x="7800166" y="1855936"/>
        <a:ext cx="2068076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A641A-6087-4988-B6D5-DBBF9B8554B6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C6422-8DAA-4197-A9B6-21BC0038AFAB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Programación de bajo nivel en sistemas embebidos.</a:t>
          </a:r>
          <a:endParaRPr lang="en-US" sz="2300" kern="1200"/>
        </a:p>
      </dsp:txBody>
      <dsp:txXfrm>
        <a:off x="1011204" y="630714"/>
        <a:ext cx="1946396" cy="1946396"/>
      </dsp:txXfrm>
    </dsp:sp>
    <dsp:sp modelId="{159F3081-698A-4898-91A2-FC8BAFD61241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Optimización de rendimiento.</a:t>
          </a:r>
        </a:p>
      </dsp:txBody>
      <dsp:txXfrm>
        <a:off x="3334113" y="630714"/>
        <a:ext cx="1946396" cy="1946396"/>
      </dsp:txXfrm>
    </dsp:sp>
    <dsp:sp modelId="{0B19F0EC-FC48-4DE6-9D65-E852EE270E09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Desarrollo de controladores y firmware.</a:t>
          </a:r>
          <a:endParaRPr lang="en-US" sz="2300" kern="1200"/>
        </a:p>
      </dsp:txBody>
      <dsp:txXfrm>
        <a:off x="1011204" y="2953623"/>
        <a:ext cx="1946396" cy="1946396"/>
      </dsp:txXfrm>
    </dsp:sp>
    <dsp:sp modelId="{A56A433C-61A8-43D1-A95A-25A1F4027B58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Seguridad informática y análisis de malware.</a:t>
          </a:r>
          <a:endParaRPr lang="en-US" sz="2300" kern="1200"/>
        </a:p>
      </dsp:txBody>
      <dsp:txXfrm>
        <a:off x="3334113" y="2953623"/>
        <a:ext cx="1946396" cy="1946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A4192-0E1A-4A2A-8F6D-0058D58DA515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6C6365-35A4-4747-AF95-BAD196F4BB9C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00EBE-731D-4B95-A667-16F48B41BF3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Assembler/Linker: as, ld.</a:t>
          </a:r>
        </a:p>
      </dsp:txBody>
      <dsp:txXfrm>
        <a:off x="100682" y="2684598"/>
        <a:ext cx="2370489" cy="720000"/>
      </dsp:txXfrm>
    </dsp:sp>
    <dsp:sp modelId="{0B194A17-CED0-468C-84DC-C1465D8A6472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E2E5D-D9FF-4D98-9A2C-507BBB1CBBE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3BAAC-2568-4311-A0BC-2DD3515C306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Depuradores: gdb, lldb.</a:t>
          </a:r>
        </a:p>
      </dsp:txBody>
      <dsp:txXfrm>
        <a:off x="2886007" y="2684598"/>
        <a:ext cx="2370489" cy="720000"/>
      </dsp:txXfrm>
    </dsp:sp>
    <dsp:sp modelId="{9F75F473-1BC7-4A70-891B-9A1ACA209C7E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DA2E4-81F5-4722-9947-442B688BBFEB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86E70-00CB-4F33-9E29-1339EDDEF83B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Simuladores/Emuladores: QEMU</a:t>
          </a:r>
        </a:p>
      </dsp:txBody>
      <dsp:txXfrm>
        <a:off x="5671332" y="2684598"/>
        <a:ext cx="2370489" cy="720000"/>
      </dsp:txXfrm>
    </dsp:sp>
    <dsp:sp modelId="{A40BB121-7BCE-4E70-B172-DDEA60F95B6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552FF-4B08-4819-89F3-645967B54D70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330B4-D754-43E1-9E9B-C04013979CE8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Editores ARM64-friendly: Visual Studio Code, Vim, etc.</a:t>
          </a:r>
        </a:p>
      </dsp:txBody>
      <dsp:txXfrm>
        <a:off x="8456657" y="2684598"/>
        <a:ext cx="2370489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88680-EFD9-4829-AABE-B6A0B4D6EB89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A0912-8C00-4C39-A75B-96B2DD3FDB91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405E8-283A-45F9-9E50-AAEC7FFA599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El lenguaje ensamblador ARM64 es esencial para entender el funcionamiento del hardware.</a:t>
          </a:r>
          <a:endParaRPr lang="en-US" sz="1500" kern="1200"/>
        </a:p>
      </dsp:txBody>
      <dsp:txXfrm>
        <a:off x="93445" y="3018902"/>
        <a:ext cx="3206250" cy="720000"/>
      </dsp:txXfrm>
    </dsp:sp>
    <dsp:sp modelId="{EA182DFF-C0D5-45FC-8A3F-6CB2310E02D7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0805F-1122-48BA-9020-42B7EC00BAE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35601-090F-4268-977E-E489048CA6CE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Aunque complejo, es poderoso para tareas de bajo nivel y optimización.</a:t>
          </a:r>
          <a:endParaRPr lang="en-US" sz="1500" kern="1200"/>
        </a:p>
      </dsp:txBody>
      <dsp:txXfrm>
        <a:off x="3860789" y="3018902"/>
        <a:ext cx="3206250" cy="720000"/>
      </dsp:txXfrm>
    </dsp:sp>
    <dsp:sp modelId="{8E1C5276-FF2E-4E1C-B77B-C4962956D0E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A12F74-C250-44E7-9A50-E0A3D2546301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31AB2-4991-49C4-B7DF-66510529101C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500" kern="1200"/>
            <a:t>Dominarlo aporta ventajas en programación avanzada y desarrollo de sistemas.</a:t>
          </a:r>
          <a:endParaRPr lang="en-US" sz="1500" kern="1200"/>
        </a:p>
      </dsp:txBody>
      <dsp:txXfrm>
        <a:off x="7628133" y="3018902"/>
        <a:ext cx="3206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AB79C-3A93-4AE5-9343-8C47DAA63FAA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D1C05B-7CF0-4A5D-9205-C832F7C7B77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68EF3-ABF1-485B-831B-D6BD8F79D763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QEMU significa </a:t>
          </a:r>
          <a:r>
            <a:rPr lang="en-US" sz="2100" b="1" kern="1200"/>
            <a:t>Quick Emulator</a:t>
          </a:r>
          <a:r>
            <a:rPr lang="en-US" sz="2100" kern="1200"/>
            <a:t>.</a:t>
          </a:r>
        </a:p>
      </dsp:txBody>
      <dsp:txXfrm>
        <a:off x="1339618" y="2288"/>
        <a:ext cx="5024605" cy="1159843"/>
      </dsp:txXfrm>
    </dsp:sp>
    <dsp:sp modelId="{33E2CA7C-8ABF-4154-B5F8-E28286E4DE5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48234C-53B5-44CF-B66B-F3BA6160ABC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09BDD-0E61-4886-B892-385C5B09F8B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Es una herramienta de </a:t>
          </a:r>
          <a:r>
            <a:rPr lang="es-ES" sz="2100" b="1" kern="1200"/>
            <a:t>emulación y virtualización de hardware</a:t>
          </a:r>
          <a:r>
            <a:rPr lang="es-ES" sz="2100" kern="1200"/>
            <a:t>.</a:t>
          </a:r>
          <a:endParaRPr lang="en-US" sz="2100" kern="1200"/>
        </a:p>
      </dsp:txBody>
      <dsp:txXfrm>
        <a:off x="1339618" y="1452092"/>
        <a:ext cx="5024605" cy="1159843"/>
      </dsp:txXfrm>
    </dsp:sp>
    <dsp:sp modelId="{9AFAC478-0295-4BF8-A2A9-9BE8C92E2C0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0E212-F01D-4E21-B41D-233A307A5B4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967AF-E940-4F86-9BE2-36D1FA9BBE6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Permite ejecutar un sistema operativo o programa diseñado para una arquitectura diferente a la del hardware anfitrión.</a:t>
          </a:r>
        </a:p>
      </dsp:txBody>
      <dsp:txXfrm>
        <a:off x="1339618" y="2901896"/>
        <a:ext cx="5024605" cy="1159843"/>
      </dsp:txXfrm>
    </dsp:sp>
    <dsp:sp modelId="{AFC03019-0AFB-4BB9-8A75-F5FA01CCB1E4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8711C-7D62-4CD3-9978-8B06896EA79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2B56C-8205-4E2A-BEE9-B627B78FA635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Funciona en múltiples plataformas: </a:t>
          </a:r>
          <a:r>
            <a:rPr lang="en-US" sz="2100" b="1" kern="1200"/>
            <a:t>Linux, Windows, macOS</a:t>
          </a:r>
          <a:r>
            <a:rPr lang="en-US" sz="2100" kern="1200"/>
            <a:t>.</a:t>
          </a:r>
        </a:p>
      </dsp:txBody>
      <dsp:txXfrm>
        <a:off x="1339618" y="4351700"/>
        <a:ext cx="5024605" cy="11598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6438-B160-400B-8396-9B9F84E2B0D2}">
      <dsp:nvSpPr>
        <dsp:cNvPr id="0" name=""/>
        <dsp:cNvSpPr/>
      </dsp:nvSpPr>
      <dsp:spPr>
        <a:xfrm>
          <a:off x="205509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9DC76-9411-45B7-A39F-72F616A1430E}">
      <dsp:nvSpPr>
        <dsp:cNvPr id="0" name=""/>
        <dsp:cNvSpPr/>
      </dsp:nvSpPr>
      <dsp:spPr>
        <a:xfrm>
          <a:off x="396960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76E8B-74F5-46D0-A0E5-E4628C251B2C}">
      <dsp:nvSpPr>
        <dsp:cNvPr id="0" name=""/>
        <dsp:cNvSpPr/>
      </dsp:nvSpPr>
      <dsp:spPr>
        <a:xfrm>
          <a:off x="1312541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Desarrollo de software multiplataforma.</a:t>
          </a:r>
        </a:p>
      </dsp:txBody>
      <dsp:txXfrm>
        <a:off x="1312541" y="619429"/>
        <a:ext cx="2148945" cy="911674"/>
      </dsp:txXfrm>
    </dsp:sp>
    <dsp:sp modelId="{D2D813F9-A411-4CCF-A015-ACA3E9DE46D4}">
      <dsp:nvSpPr>
        <dsp:cNvPr id="0" name=""/>
        <dsp:cNvSpPr/>
      </dsp:nvSpPr>
      <dsp:spPr>
        <a:xfrm>
          <a:off x="3835925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30CE2F-D89A-4CC3-8D6D-61EFC2CDF851}">
      <dsp:nvSpPr>
        <dsp:cNvPr id="0" name=""/>
        <dsp:cNvSpPr/>
      </dsp:nvSpPr>
      <dsp:spPr>
        <a:xfrm>
          <a:off x="4027376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216CFA-7A2C-4019-B527-829DC1B4C7EA}">
      <dsp:nvSpPr>
        <dsp:cNvPr id="0" name=""/>
        <dsp:cNvSpPr/>
      </dsp:nvSpPr>
      <dsp:spPr>
        <a:xfrm>
          <a:off x="4942957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Pruebas de sistemas operativos.</a:t>
          </a:r>
        </a:p>
      </dsp:txBody>
      <dsp:txXfrm>
        <a:off x="4942957" y="619429"/>
        <a:ext cx="2148945" cy="911674"/>
      </dsp:txXfrm>
    </dsp:sp>
    <dsp:sp modelId="{85753025-102B-4BD0-8622-DE5AE02A54AE}">
      <dsp:nvSpPr>
        <dsp:cNvPr id="0" name=""/>
        <dsp:cNvSpPr/>
      </dsp:nvSpPr>
      <dsp:spPr>
        <a:xfrm>
          <a:off x="7466341" y="619429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B74BA-00CA-4B43-B39C-D2D42EB503C3}">
      <dsp:nvSpPr>
        <dsp:cNvPr id="0" name=""/>
        <dsp:cNvSpPr/>
      </dsp:nvSpPr>
      <dsp:spPr>
        <a:xfrm>
          <a:off x="7657792" y="810880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2E67A-CB3A-4E53-B02C-788A2C7BCC7E}">
      <dsp:nvSpPr>
        <dsp:cNvPr id="0" name=""/>
        <dsp:cNvSpPr/>
      </dsp:nvSpPr>
      <dsp:spPr>
        <a:xfrm>
          <a:off x="8573374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Ciberseguridad y análisis forense.</a:t>
          </a:r>
        </a:p>
      </dsp:txBody>
      <dsp:txXfrm>
        <a:off x="8573374" y="619429"/>
        <a:ext cx="2148945" cy="911674"/>
      </dsp:txXfrm>
    </dsp:sp>
    <dsp:sp modelId="{1985536A-5B75-4BB5-A13C-EB6ED018F04F}">
      <dsp:nvSpPr>
        <dsp:cNvPr id="0" name=""/>
        <dsp:cNvSpPr/>
      </dsp:nvSpPr>
      <dsp:spPr>
        <a:xfrm>
          <a:off x="205509" y="2158301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711C9-6EB4-417F-A7FA-D606581DF189}">
      <dsp:nvSpPr>
        <dsp:cNvPr id="0" name=""/>
        <dsp:cNvSpPr/>
      </dsp:nvSpPr>
      <dsp:spPr>
        <a:xfrm>
          <a:off x="396960" y="2349753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33DBD-CEFA-4175-8951-A8D225B0CBB3}">
      <dsp:nvSpPr>
        <dsp:cNvPr id="0" name=""/>
        <dsp:cNvSpPr/>
      </dsp:nvSpPr>
      <dsp:spPr>
        <a:xfrm>
          <a:off x="1312541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Laboratorios de redes y servidores.</a:t>
          </a:r>
          <a:endParaRPr lang="en-US" sz="2100" kern="1200"/>
        </a:p>
      </dsp:txBody>
      <dsp:txXfrm>
        <a:off x="1312541" y="2158301"/>
        <a:ext cx="2148945" cy="911674"/>
      </dsp:txXfrm>
    </dsp:sp>
    <dsp:sp modelId="{BCB0E828-457E-4666-B5E6-C82D63E94FBB}">
      <dsp:nvSpPr>
        <dsp:cNvPr id="0" name=""/>
        <dsp:cNvSpPr/>
      </dsp:nvSpPr>
      <dsp:spPr>
        <a:xfrm>
          <a:off x="3835925" y="2158301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1DC979-568B-42FE-A9DA-3756EF866103}">
      <dsp:nvSpPr>
        <dsp:cNvPr id="0" name=""/>
        <dsp:cNvSpPr/>
      </dsp:nvSpPr>
      <dsp:spPr>
        <a:xfrm>
          <a:off x="4027376" y="2349753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8DBC4C-7310-4897-81F3-F31E902A4E23}">
      <dsp:nvSpPr>
        <dsp:cNvPr id="0" name=""/>
        <dsp:cNvSpPr/>
      </dsp:nvSpPr>
      <dsp:spPr>
        <a:xfrm>
          <a:off x="4942957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Simulación de sistemas embebidos.</a:t>
          </a:r>
        </a:p>
      </dsp:txBody>
      <dsp:txXfrm>
        <a:off x="4942957" y="2158301"/>
        <a:ext cx="2148945" cy="9116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47779-162A-42DB-85EA-0B329E97369E}">
      <dsp:nvSpPr>
        <dsp:cNvPr id="0" name=""/>
        <dsp:cNvSpPr/>
      </dsp:nvSpPr>
      <dsp:spPr>
        <a:xfrm>
          <a:off x="51" y="45909"/>
          <a:ext cx="4913783" cy="921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3200" kern="1200"/>
            <a:t>Ventajas</a:t>
          </a:r>
          <a:endParaRPr lang="en-US" sz="3200" kern="1200"/>
        </a:p>
      </dsp:txBody>
      <dsp:txXfrm>
        <a:off x="51" y="45909"/>
        <a:ext cx="4913783" cy="921600"/>
      </dsp:txXfrm>
    </dsp:sp>
    <dsp:sp modelId="{24D9D8F6-1AF1-4C4A-A065-7692DEA719CF}">
      <dsp:nvSpPr>
        <dsp:cNvPr id="0" name=""/>
        <dsp:cNvSpPr/>
      </dsp:nvSpPr>
      <dsp:spPr>
        <a:xfrm>
          <a:off x="51" y="967509"/>
          <a:ext cx="4913783" cy="33379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Código abierto y gratuito.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Gran soporte de arquitecturas.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Integración con otras herramientas.</a:t>
          </a:r>
        </a:p>
      </dsp:txBody>
      <dsp:txXfrm>
        <a:off x="51" y="967509"/>
        <a:ext cx="4913783" cy="3337920"/>
      </dsp:txXfrm>
    </dsp:sp>
    <dsp:sp modelId="{561D81D0-A974-47E4-924A-DA5F13079CB8}">
      <dsp:nvSpPr>
        <dsp:cNvPr id="0" name=""/>
        <dsp:cNvSpPr/>
      </dsp:nvSpPr>
      <dsp:spPr>
        <a:xfrm>
          <a:off x="5601764" y="45909"/>
          <a:ext cx="4913783" cy="921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Desventajas</a:t>
          </a:r>
        </a:p>
      </dsp:txBody>
      <dsp:txXfrm>
        <a:off x="5601764" y="45909"/>
        <a:ext cx="4913783" cy="921600"/>
      </dsp:txXfrm>
    </dsp:sp>
    <dsp:sp modelId="{9FE38146-D671-48D8-8E4A-2A15048B7AF5}">
      <dsp:nvSpPr>
        <dsp:cNvPr id="0" name=""/>
        <dsp:cNvSpPr/>
      </dsp:nvSpPr>
      <dsp:spPr>
        <a:xfrm>
          <a:off x="5601764" y="967509"/>
          <a:ext cx="4913783" cy="33379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Requiere conocimientos técnicos.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3200" kern="1200"/>
            <a:t>Interfaz por línea de comandos (aunque hay frontends).</a:t>
          </a:r>
          <a:endParaRPr lang="en-US" sz="3200" kern="1200"/>
        </a:p>
      </dsp:txBody>
      <dsp:txXfrm>
        <a:off x="5601764" y="967509"/>
        <a:ext cx="4913783" cy="33379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30405-3E55-41EE-B976-7B58165F8BF1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771F8-3374-4952-B4F6-68611756C7D3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8D718-C60D-4719-A4F3-C62DC638A034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/>
            <a:t>QEMU es una herramienta potente y flexible para entornos virtualizados.</a:t>
          </a:r>
          <a:endParaRPr lang="en-US" sz="1700" kern="1200"/>
        </a:p>
      </dsp:txBody>
      <dsp:txXfrm>
        <a:off x="93445" y="3018902"/>
        <a:ext cx="3206250" cy="720000"/>
      </dsp:txXfrm>
    </dsp:sp>
    <dsp:sp modelId="{F8BE8722-90A2-4747-9495-F060443CE6E1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85747-1FD0-40C3-A6A5-018AFCFF84D5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8E834-8766-491D-ABB0-E7F6DB838A16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/>
            <a:t>Ideal para desarrollo, pruebas y aprendizaje de arquitecturas.</a:t>
          </a:r>
          <a:endParaRPr lang="en-US" sz="1700" kern="1200"/>
        </a:p>
      </dsp:txBody>
      <dsp:txXfrm>
        <a:off x="3860789" y="3018902"/>
        <a:ext cx="3206250" cy="720000"/>
      </dsp:txXfrm>
    </dsp:sp>
    <dsp:sp modelId="{09C0F3B9-EEF8-422B-8689-B0B31419B672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592F8-969B-4D61-B551-27068C20533A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B5F31-EEAA-4F20-A20F-233BE563BFA7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/>
            <a:t>Su dominio permite explorar escenarios avanzados de computación.</a:t>
          </a:r>
          <a:endParaRPr lang="en-US" sz="1700" kern="1200"/>
        </a:p>
      </dsp:txBody>
      <dsp:txXfrm>
        <a:off x="7628133" y="3018902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BF4B6-55B6-2112-6FEC-84780C48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BC4E9-9473-A126-6C58-DF86CFFE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97857A-C1F4-8548-B906-13FA7B3A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725227-9D39-97C3-D7F5-8FC0EF4A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A89AD-66B2-446C-8AF4-790DDDDFE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8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93E3C-B8EB-51B7-9BB4-C4CB6BAA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7B2A4D-BFC4-95D2-9280-B115DB3B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E07BD7-DD38-18DA-033B-90F8BC421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86C728-D9F1-8DB9-743E-066CB5E6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8D3E2-0138-10CE-4366-AE605EE7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35357-164C-43CB-F506-EFBEE4E0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65262-9116-5976-9C17-AAD0061D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9BD1D-3424-6392-96DE-177D81B9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F0090-64AA-D0C1-0D62-72969B13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31022A-1362-9EC2-397E-19992B04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833CB-B353-75A7-F3D9-4AD09FC6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B7B07-25EA-9055-9CBC-232652490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734B15-0F39-4AA1-7E2C-F93895C8D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E56922-3CD7-D4DE-B9A5-57FD0FC9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E02CE5-70F3-306E-2A6A-EBE9E298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DCA18C-3D43-B53C-C789-4FFF6734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0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C187A-3A29-C0CD-9C41-4DA7BB67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AD7E3-B38C-944A-2737-A94282015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7354D-0970-F1C1-DD18-0A4BD1A19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A83F39-3E6C-2075-8AE9-A42FA76B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7DBD25-44B1-1AD9-5B82-B2B0D3994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8306CC-2005-DD4F-3A6E-44F9ACBF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EE1890-BA7A-A0E4-C8E7-F390DD64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B5024A-8066-9DB2-D196-4E5D2F4D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7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C4F15-130E-DED5-4DD1-471CCDBE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C1E12E-BF65-D286-E179-EA99E8AC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7B247B-5F11-13B6-1FCC-7655031C4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E58C2C-8790-3F36-4577-2786B3FC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5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45C85F-AB36-EA7F-94C0-759418C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7E19FD-E868-7F52-15A3-96E56B99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ECAED-854F-641B-4466-DA5E1BCC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4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BB323-BA3D-29B1-8413-212267487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45840-0077-779A-2DCF-C87B2360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A704E8-0610-8A17-7B44-A52FDD31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20DF40-0EDD-D698-1C17-EFF4ADEE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92C3B8-1570-9D0F-898A-EAED5B07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466A8-C172-C0C9-6F9B-C3ECCE0E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A0701-B11D-F3EA-ED8A-2F07027A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C9D635-2885-5F9C-F2C2-E1E5069F39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688030-167F-B178-C172-0733CC586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183C9-C32C-B110-13FE-8C7F276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9F5868-98B6-A1F3-530A-78958E3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8ACF5C-C62A-3908-7370-D5BEAAA9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3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8100-A939-1B70-627B-ACE3F8B8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F634A2-A431-259B-D54D-FB103AF1E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7CF76-927F-796C-CC7C-D840B47F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68857-C29F-29E2-3218-3E1D0E92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47F29-6CE0-FA47-1B1A-6316621F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E11A99-7489-61F7-0E5B-7E4F5360B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8A0E6F-8182-1506-2BA7-9BD2EBDA3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B10C3-7BC3-C14C-C591-6BED29EC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10158-698C-9311-29B1-8D39892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189E5-738C-FD88-28CF-E4938CC1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291C39-909B-47B5-C60B-177ED302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CF43CF-68C4-0F28-153C-C17F0C61E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DEC36-2561-7D03-6692-6E4B00458B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141ED-9EE6-4195-A4B0-8B6E80C5CB6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A0CCD-F82D-DBD4-74DA-EF8D0A685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F0FD8-C656-166C-9F90-397F5532C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4F1DE-6168-480D-9D4A-E99EE60DD5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Different colored organizers">
            <a:extLst>
              <a:ext uri="{FF2B5EF4-FFF2-40B4-BE49-F238E27FC236}">
                <a16:creationId xmlns:a16="http://schemas.microsoft.com/office/drawing/2014/main" id="{A16AAEF8-9D3D-B8F3-C715-394AE6B4E8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702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F2978B-CC5F-CC6D-6589-9ABD285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Organización de lenguajes y compiladores 2 (N)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663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634EDCF-084B-E0E7-8167-FD0AE85B3F38}"/>
              </a:ext>
            </a:extLst>
          </p:cNvPr>
          <p:cNvSpPr/>
          <p:nvPr/>
        </p:nvSpPr>
        <p:spPr>
          <a:xfrm>
            <a:off x="-294968" y="-88490"/>
            <a:ext cx="13027742" cy="7138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6AF36-97E9-9119-E25A-144C5B86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>
                <a:solidFill>
                  <a:schemeClr val="bg1"/>
                </a:solidFill>
              </a:rPr>
              <a:t>Anuncios y contenido	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DA993A6-07C5-4743-A2B8-9F66C4B85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8153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8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5DD4D1-47AB-BD84-B4FA-43B369A2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¿Qué es ARM64?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E9D9A3B-786D-A082-A20F-49F46B229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84944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019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460F8A-F5E7-1436-9340-19C22195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5000"/>
              <a:t>¿Qué es el Lenguaje Ensamblador?</a:t>
            </a:r>
            <a:endParaRPr lang="en-US" sz="5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7AC531D-1276-8BD9-5275-0BF31BC88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03451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83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853EA3-6461-69D2-CAC9-80BC9A3E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Características del Ensamblador ARM64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1CD6063-8E50-10EE-B62F-64062CDE9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32551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72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A42DE9-D2B9-AE1C-401A-B5F74ABA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Estructura de un Programa ARM64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D5B508-BE15-6DE1-80E8-C4FFA2E3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7" y="3195767"/>
            <a:ext cx="10118598" cy="27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7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95360D-1568-6038-2808-F2B93ABBA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Instrucciones Básicas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B2D50B1-6CB3-F804-198B-22CEC9096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909999"/>
              </p:ext>
            </p:extLst>
          </p:nvPr>
        </p:nvGraphicFramePr>
        <p:xfrm>
          <a:off x="1472965" y="1675227"/>
          <a:ext cx="9246069" cy="4394200"/>
        </p:xfrm>
        <a:graphic>
          <a:graphicData uri="http://schemas.openxmlformats.org/drawingml/2006/table">
            <a:tbl>
              <a:tblPr/>
              <a:tblGrid>
                <a:gridCol w="3315052">
                  <a:extLst>
                    <a:ext uri="{9D8B030D-6E8A-4147-A177-3AD203B41FA5}">
                      <a16:colId xmlns:a16="http://schemas.microsoft.com/office/drawing/2014/main" val="2529253404"/>
                    </a:ext>
                  </a:extLst>
                </a:gridCol>
                <a:gridCol w="5931017">
                  <a:extLst>
                    <a:ext uri="{9D8B030D-6E8A-4147-A177-3AD203B41FA5}">
                      <a16:colId xmlns:a16="http://schemas.microsoft.com/office/drawing/2014/main" val="3060693648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r>
                        <a:rPr lang="en-US" sz="2500" b="1" dirty="0" err="1"/>
                        <a:t>Instrucción</a:t>
                      </a:r>
                      <a:endParaRPr lang="en-US" sz="2500" b="1" dirty="0"/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 err="1"/>
                        <a:t>Descripción</a:t>
                      </a:r>
                      <a:endParaRPr lang="en-US" sz="2500" b="1" dirty="0"/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63197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dirty="0"/>
                        <a:t>MOV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Mover valor a un </a:t>
                      </a:r>
                      <a:r>
                        <a:rPr lang="en-US" sz="2500" dirty="0" err="1"/>
                        <a:t>registro</a:t>
                      </a:r>
                      <a:endParaRPr lang="en-US" sz="2500" dirty="0"/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08925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ADD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Suma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7955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SUB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Resta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10497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LDR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Cargar desde memoria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90245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STR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Almacenar en memoria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58314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CMP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Comparar valores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59788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/>
                        <a:t>B, BEQ, BNE</a:t>
                      </a:r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Saltos </a:t>
                      </a:r>
                      <a:r>
                        <a:rPr lang="en-US" sz="2500" dirty="0" err="1"/>
                        <a:t>condicionales</a:t>
                      </a:r>
                      <a:endParaRPr lang="en-US" sz="2500" dirty="0"/>
                    </a:p>
                  </a:txBody>
                  <a:tcPr marL="124835" marR="124835" marT="62418" marB="624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44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71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2C14F-E847-4843-10BF-6B1AB4D6A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Sistema de </a:t>
            </a:r>
            <a:r>
              <a:rPr lang="en-US" dirty="0" err="1"/>
              <a:t>Llamadas</a:t>
            </a:r>
            <a:r>
              <a:rPr lang="en-US" dirty="0"/>
              <a:t> (</a:t>
            </a:r>
            <a:r>
              <a:rPr lang="en-US" dirty="0" err="1"/>
              <a:t>Syscalls</a:t>
            </a:r>
            <a:r>
              <a:rPr lang="en-US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0C085B-1D8D-E26D-C0C8-C03764CCC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ARM64 usa registros para pasar argumentos a funciones del sistema.</a:t>
            </a:r>
          </a:p>
          <a:p>
            <a:r>
              <a:rPr lang="en-US" dirty="0" err="1"/>
              <a:t>Llamada</a:t>
            </a:r>
            <a:r>
              <a:rPr lang="en-US" dirty="0"/>
              <a:t> a exit o write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CAB990-6CBF-F41E-5441-C32F75F2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701" y="3568895"/>
            <a:ext cx="5834597" cy="124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61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3D8C29-2A22-60B1-E9DD-5D935FBE9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Aplicaciones del Ensamblador ARM64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1BD4286-EA33-4F05-C2C6-F37BD4132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51597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09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813B29-F8D6-A99C-9FCD-803AA059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Herramientas Comunes</a:t>
            </a: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8A9E85F4-8628-0E0B-D4BB-2D1736F3A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8995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09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770D9B-2597-C655-C802-26FFB3D5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FF5E3F0-BB9F-A048-9FB1-5F174A1B3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03159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90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F89CBF-202B-F96B-7E1B-0F907785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¿Qué es QEMU?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C680F69-670C-389D-49E2-E780234FB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17585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27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758305-5910-CEB8-DEF8-3AE96DCD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Características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540B6-33DA-7F73-81FA-84C966E7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Emulación de CPU de diferentes arquitecturas (x86, ARM, PowerPC, MIPS, etc.).</a:t>
            </a:r>
          </a:p>
          <a:p>
            <a:r>
              <a:rPr lang="es-ES" sz="1900"/>
              <a:t>Virtualización completa y acelerada por hardware (KVM).</a:t>
            </a:r>
            <a:endParaRPr lang="en-US" sz="1900"/>
          </a:p>
          <a:p>
            <a:r>
              <a:rPr lang="en-US" sz="1900"/>
              <a:t>Portabilidad y flexibilidad.</a:t>
            </a:r>
          </a:p>
          <a:p>
            <a:r>
              <a:rPr lang="es-ES" sz="1900"/>
              <a:t>Soporte para imágenes de disco y snapshots.</a:t>
            </a:r>
            <a:endParaRPr lang="en-US" sz="1900"/>
          </a:p>
          <a:p>
            <a:r>
              <a:rPr lang="es-ES" sz="1900"/>
              <a:t>Puede trabajar de forma independiente o combinada con otros sistemas como </a:t>
            </a:r>
            <a:r>
              <a:rPr lang="es-ES" sz="1900" b="1"/>
              <a:t>KVM o libvirt</a:t>
            </a:r>
            <a:r>
              <a:rPr lang="es-ES" sz="1900"/>
              <a:t>.</a:t>
            </a:r>
            <a:endParaRPr lang="en-US" sz="1900"/>
          </a:p>
        </p:txBody>
      </p:sp>
      <p:pic>
        <p:nvPicPr>
          <p:cNvPr id="19" name="Picture 4" descr="Electronic circuit board">
            <a:extLst>
              <a:ext uri="{FF2B5EF4-FFF2-40B4-BE49-F238E27FC236}">
                <a16:creationId xmlns:a16="http://schemas.microsoft.com/office/drawing/2014/main" id="{B496BF90-7138-DD9A-A8A5-BF52BD84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6" r="4384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1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5C3AC8-047C-CA3A-87AF-900E92E4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Modos de operación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8FA52FB-78AE-6D96-3094-9D69292C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8597"/>
              </p:ext>
            </p:extLst>
          </p:nvPr>
        </p:nvGraphicFramePr>
        <p:xfrm>
          <a:off x="432225" y="2245477"/>
          <a:ext cx="11327550" cy="3893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0596">
                  <a:extLst>
                    <a:ext uri="{9D8B030D-6E8A-4147-A177-3AD203B41FA5}">
                      <a16:colId xmlns:a16="http://schemas.microsoft.com/office/drawing/2014/main" val="410997355"/>
                    </a:ext>
                  </a:extLst>
                </a:gridCol>
                <a:gridCol w="3873670">
                  <a:extLst>
                    <a:ext uri="{9D8B030D-6E8A-4147-A177-3AD203B41FA5}">
                      <a16:colId xmlns:a16="http://schemas.microsoft.com/office/drawing/2014/main" val="2163522456"/>
                    </a:ext>
                  </a:extLst>
                </a:gridCol>
                <a:gridCol w="4083284">
                  <a:extLst>
                    <a:ext uri="{9D8B030D-6E8A-4147-A177-3AD203B41FA5}">
                      <a16:colId xmlns:a16="http://schemas.microsoft.com/office/drawing/2014/main" val="1613461691"/>
                    </a:ext>
                  </a:extLst>
                </a:gridCol>
              </a:tblGrid>
              <a:tr h="1116825">
                <a:tc>
                  <a:txBody>
                    <a:bodyPr/>
                    <a:lstStyle/>
                    <a:p>
                      <a:r>
                        <a:rPr lang="en-US" sz="3000"/>
                        <a:t>Emulación de usuario</a:t>
                      </a:r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Emulación de sistema completo</a:t>
                      </a:r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r>
                        <a:rPr lang="en-US" sz="3000"/>
                        <a:t>Virtualización acelerada (KVM)</a:t>
                      </a:r>
                    </a:p>
                  </a:txBody>
                  <a:tcPr marL="150922" marR="150922" marT="75461" marB="75461"/>
                </a:tc>
                <a:extLst>
                  <a:ext uri="{0D108BD9-81ED-4DB2-BD59-A6C34878D82A}">
                    <a16:rowId xmlns:a16="http://schemas.microsoft.com/office/drawing/2014/main" val="3625341509"/>
                  </a:ext>
                </a:extLst>
              </a:tr>
              <a:tr h="2022358">
                <a:tc>
                  <a:txBody>
                    <a:bodyPr/>
                    <a:lstStyle/>
                    <a:p>
                      <a:r>
                        <a:rPr lang="en-US" sz="3000"/>
                        <a:t>Ejecuta aplicaciones compiladas para otra arquitectura.</a:t>
                      </a:r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r>
                        <a:rPr lang="es-ES" sz="3000"/>
                        <a:t>Emula una máquina completa con disco, red, BIOS, etc.</a:t>
                      </a:r>
                      <a:endParaRPr lang="en-US" sz="3000"/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r>
                        <a:rPr lang="es-ES" sz="3000"/>
                        <a:t>Usa extensiones del hardware para una ejecución más rápida (solo en Linux).</a:t>
                      </a:r>
                      <a:endParaRPr lang="en-US" sz="3000"/>
                    </a:p>
                  </a:txBody>
                  <a:tcPr marL="150922" marR="150922" marT="75461" marB="75461"/>
                </a:tc>
                <a:extLst>
                  <a:ext uri="{0D108BD9-81ED-4DB2-BD59-A6C34878D82A}">
                    <a16:rowId xmlns:a16="http://schemas.microsoft.com/office/drawing/2014/main" val="1092299968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endParaRPr lang="en-US" sz="3000"/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endParaRPr lang="en-US" sz="3000"/>
                    </a:p>
                  </a:txBody>
                  <a:tcPr marL="150922" marR="150922" marT="75461" marB="75461"/>
                </a:tc>
                <a:tc>
                  <a:txBody>
                    <a:bodyPr/>
                    <a:lstStyle/>
                    <a:p>
                      <a:endParaRPr lang="en-US" sz="3000"/>
                    </a:p>
                  </a:txBody>
                  <a:tcPr marL="150922" marR="150922" marT="75461" marB="75461"/>
                </a:tc>
                <a:extLst>
                  <a:ext uri="{0D108BD9-81ED-4DB2-BD59-A6C34878D82A}">
                    <a16:rowId xmlns:a16="http://schemas.microsoft.com/office/drawing/2014/main" val="1322394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64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9829C5-50D2-5D72-E28B-65D6C148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Casos de uso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15BAE96-1B2D-2894-AD1D-F6332A5F6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213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1720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4DFC2E-FF6D-DAE4-FC24-8FE1955D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Comparación con otras herramientas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62807369-62DE-4E70-CB55-A9C20C333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580217"/>
              </p:ext>
            </p:extLst>
          </p:nvPr>
        </p:nvGraphicFramePr>
        <p:xfrm>
          <a:off x="4502428" y="1795481"/>
          <a:ext cx="7225749" cy="32670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18241">
                  <a:extLst>
                    <a:ext uri="{9D8B030D-6E8A-4147-A177-3AD203B41FA5}">
                      <a16:colId xmlns:a16="http://schemas.microsoft.com/office/drawing/2014/main" val="45745778"/>
                    </a:ext>
                  </a:extLst>
                </a:gridCol>
                <a:gridCol w="2707816">
                  <a:extLst>
                    <a:ext uri="{9D8B030D-6E8A-4147-A177-3AD203B41FA5}">
                      <a16:colId xmlns:a16="http://schemas.microsoft.com/office/drawing/2014/main" val="1977846934"/>
                    </a:ext>
                  </a:extLst>
                </a:gridCol>
                <a:gridCol w="1456923">
                  <a:extLst>
                    <a:ext uri="{9D8B030D-6E8A-4147-A177-3AD203B41FA5}">
                      <a16:colId xmlns:a16="http://schemas.microsoft.com/office/drawing/2014/main" val="1602247752"/>
                    </a:ext>
                  </a:extLst>
                </a:gridCol>
                <a:gridCol w="1542769">
                  <a:extLst>
                    <a:ext uri="{9D8B030D-6E8A-4147-A177-3AD203B41FA5}">
                      <a16:colId xmlns:a16="http://schemas.microsoft.com/office/drawing/2014/main" val="2192136364"/>
                    </a:ext>
                  </a:extLst>
                </a:gridCol>
              </a:tblGrid>
              <a:tr h="388513">
                <a:tc>
                  <a:txBody>
                    <a:bodyPr/>
                    <a:lstStyle/>
                    <a:p>
                      <a:r>
                        <a:rPr lang="en-US" sz="1700"/>
                        <a:t>Herramienta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Enfoque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Aceleración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Uso común</a:t>
                      </a:r>
                    </a:p>
                  </a:txBody>
                  <a:tcPr marL="88298" marR="88298" marT="44149" marB="44149"/>
                </a:tc>
                <a:extLst>
                  <a:ext uri="{0D108BD9-81ED-4DB2-BD59-A6C34878D82A}">
                    <a16:rowId xmlns:a16="http://schemas.microsoft.com/office/drawing/2014/main" val="3836792518"/>
                  </a:ext>
                </a:extLst>
              </a:tr>
              <a:tr h="653408">
                <a:tc>
                  <a:txBody>
                    <a:bodyPr/>
                    <a:lstStyle/>
                    <a:p>
                      <a:r>
                        <a:rPr lang="en-US" sz="1700"/>
                        <a:t>QEMU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Emulación/Virtualización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Opcional con KVM</a:t>
                      </a:r>
                    </a:p>
                  </a:txBody>
                  <a:tcPr marL="88298" marR="88298" marT="44149" marB="44149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Versátil y flexible</a:t>
                      </a:r>
                    </a:p>
                  </a:txBody>
                  <a:tcPr marL="88298" marR="88298" marT="44149" marB="44149"/>
                </a:tc>
                <a:extLst>
                  <a:ext uri="{0D108BD9-81ED-4DB2-BD59-A6C34878D82A}">
                    <a16:rowId xmlns:a16="http://schemas.microsoft.com/office/drawing/2014/main" val="3745652130"/>
                  </a:ext>
                </a:extLst>
              </a:tr>
              <a:tr h="918303">
                <a:tc>
                  <a:txBody>
                    <a:bodyPr/>
                    <a:lstStyle/>
                    <a:p>
                      <a:r>
                        <a:rPr lang="en-US" sz="1700"/>
                        <a:t>VirtualBox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Virtualización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s-GT" sz="1700"/>
                        <a:t>Si</a:t>
                      </a:r>
                      <a:endParaRPr lang="en-US" sz="1700"/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Entorno gráfico amigable</a:t>
                      </a:r>
                    </a:p>
                  </a:txBody>
                  <a:tcPr marL="88298" marR="88298" marT="44149" marB="44149"/>
                </a:tc>
                <a:extLst>
                  <a:ext uri="{0D108BD9-81ED-4DB2-BD59-A6C34878D82A}">
                    <a16:rowId xmlns:a16="http://schemas.microsoft.com/office/drawing/2014/main" val="1620627415"/>
                  </a:ext>
                </a:extLst>
              </a:tr>
              <a:tr h="653408">
                <a:tc>
                  <a:txBody>
                    <a:bodyPr/>
                    <a:lstStyle/>
                    <a:p>
                      <a:r>
                        <a:rPr lang="en-US" sz="1700"/>
                        <a:t>VMware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Virtualización comercial</a:t>
                      </a:r>
                    </a:p>
                  </a:txBody>
                  <a:tcPr marL="88298" marR="88298" marT="44149" marB="44149" anchor="ctr"/>
                </a:tc>
                <a:tc>
                  <a:txBody>
                    <a:bodyPr/>
                    <a:lstStyle/>
                    <a:p>
                      <a:r>
                        <a:rPr lang="es-GT" sz="1700"/>
                        <a:t>Si </a:t>
                      </a:r>
                      <a:endParaRPr lang="en-US" sz="1700"/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Empresas y usuarios pro</a:t>
                      </a:r>
                    </a:p>
                  </a:txBody>
                  <a:tcPr marL="88298" marR="88298" marT="44149" marB="44149"/>
                </a:tc>
                <a:extLst>
                  <a:ext uri="{0D108BD9-81ED-4DB2-BD59-A6C34878D82A}">
                    <a16:rowId xmlns:a16="http://schemas.microsoft.com/office/drawing/2014/main" val="3777252074"/>
                  </a:ext>
                </a:extLst>
              </a:tr>
              <a:tr h="653408">
                <a:tc>
                  <a:txBody>
                    <a:bodyPr/>
                    <a:lstStyle/>
                    <a:p>
                      <a:r>
                        <a:rPr lang="en-US" sz="1700"/>
                        <a:t>Docker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Contenedores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 aplica</a:t>
                      </a:r>
                    </a:p>
                  </a:txBody>
                  <a:tcPr marL="88298" marR="88298" marT="44149" marB="44149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Aplicaciones ligeras</a:t>
                      </a:r>
                    </a:p>
                  </a:txBody>
                  <a:tcPr marL="88298" marR="88298" marT="44149" marB="44149"/>
                </a:tc>
                <a:extLst>
                  <a:ext uri="{0D108BD9-81ED-4DB2-BD59-A6C34878D82A}">
                    <a16:rowId xmlns:a16="http://schemas.microsoft.com/office/drawing/2014/main" val="1575744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437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6659B6-B7E4-E708-64CF-DDC5B4F9509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756" b="39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20C3A3-D211-8C92-1C91-618B8B83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Ventajas</a:t>
            </a:r>
            <a:r>
              <a:rPr lang="en-US" dirty="0"/>
              <a:t> y </a:t>
            </a:r>
            <a:r>
              <a:rPr lang="en-US" dirty="0" err="1"/>
              <a:t>desventajas</a:t>
            </a:r>
            <a:endParaRPr lang="en-U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788CA96-2C7E-5F5B-4CE0-034A026CD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9342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7579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0F70B8-61E7-0914-1838-D633911B0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A7D1D3-79AD-5559-0E12-379BB3DAE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0974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9425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A8144BF2-412B-D949-05DE-7B66AE77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162" b="556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37CF7F-393E-D398-D8A8-4106CC21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¿Dudas?</a:t>
            </a:r>
          </a:p>
        </p:txBody>
      </p:sp>
    </p:spTree>
    <p:extLst>
      <p:ext uri="{BB962C8B-B14F-4D97-AF65-F5344CB8AC3E}">
        <p14:creationId xmlns:p14="http://schemas.microsoft.com/office/powerpoint/2010/main" val="3339030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593</Words>
  <Application>Microsoft Office PowerPoint</Application>
  <PresentationFormat>Panorámica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Tema de Office</vt:lpstr>
      <vt:lpstr>Organización de lenguajes y compiladores 2 (N)</vt:lpstr>
      <vt:lpstr>Anuncios y contenido </vt:lpstr>
      <vt:lpstr>¿Qué es ARM64?</vt:lpstr>
      <vt:lpstr>¿Qué es el Lenguaje Ensamblador?</vt:lpstr>
      <vt:lpstr>Características del Ensamblador ARM64</vt:lpstr>
      <vt:lpstr>Estructura de un Programa ARM64</vt:lpstr>
      <vt:lpstr>Instrucciones Básicas</vt:lpstr>
      <vt:lpstr>Sistema de Llamadas (Syscalls)</vt:lpstr>
      <vt:lpstr>Aplicaciones del Ensamblador ARM64</vt:lpstr>
      <vt:lpstr>Herramientas Comunes</vt:lpstr>
      <vt:lpstr>Conclusiones</vt:lpstr>
      <vt:lpstr>¿Qué es QEMU?</vt:lpstr>
      <vt:lpstr>Características principales</vt:lpstr>
      <vt:lpstr>Modos de operación</vt:lpstr>
      <vt:lpstr>Casos de uso</vt:lpstr>
      <vt:lpstr>Comparación con otras herramientas</vt:lpstr>
      <vt:lpstr>Ventajas y desventajas</vt:lpstr>
      <vt:lpstr>Conclusiones</vt:lpstr>
      <vt:lpstr>¿Dudas?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Ronaldo Javier Posadas Guerra</dc:creator>
  <cp:lastModifiedBy>Ronaldo Javier Posadas Guerra</cp:lastModifiedBy>
  <cp:revision>4</cp:revision>
  <dcterms:created xsi:type="dcterms:W3CDTF">2025-03-10T22:37:48Z</dcterms:created>
  <dcterms:modified xsi:type="dcterms:W3CDTF">2025-09-02T00:32:57Z</dcterms:modified>
</cp:coreProperties>
</file>