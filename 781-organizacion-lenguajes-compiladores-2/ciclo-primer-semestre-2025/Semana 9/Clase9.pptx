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77" r:id="rId5"/>
    <p:sldId id="278" r:id="rId6"/>
    <p:sldId id="279" r:id="rId7"/>
    <p:sldId id="280" r:id="rId8"/>
    <p:sldId id="281" r:id="rId9"/>
    <p:sldId id="275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FEE75F-ADF5-4DE0-A285-78CA381377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42FD1B-976E-4ECA-AB37-283FC281287C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Lectura enunciado proyecto 2</a:t>
          </a:r>
          <a:endParaRPr lang="en-US" dirty="0">
            <a:solidFill>
              <a:schemeClr val="bg1"/>
            </a:solidFill>
          </a:endParaRPr>
        </a:p>
      </dgm:t>
    </dgm:pt>
    <dgm:pt modelId="{C535965C-3B7B-4E92-AE83-43B7C5CD7498}" type="parTrans" cxnId="{8AE56D2E-C73B-45DA-AE7E-91D5CF2A6A69}">
      <dgm:prSet/>
      <dgm:spPr/>
      <dgm:t>
        <a:bodyPr/>
        <a:lstStyle/>
        <a:p>
          <a:endParaRPr lang="en-US"/>
        </a:p>
      </dgm:t>
    </dgm:pt>
    <dgm:pt modelId="{BA5CEEEE-230F-4354-8F38-4B1F29CB93DE}" type="sibTrans" cxnId="{8AE56D2E-C73B-45DA-AE7E-91D5CF2A6A69}">
      <dgm:prSet/>
      <dgm:spPr/>
      <dgm:t>
        <a:bodyPr/>
        <a:lstStyle/>
        <a:p>
          <a:endParaRPr lang="en-US"/>
        </a:p>
      </dgm:t>
    </dgm:pt>
    <dgm:pt modelId="{B43E7EF5-EFF8-4E41-AA38-03A4A875CCE0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Foro 9</a:t>
          </a:r>
          <a:endParaRPr lang="en-US" dirty="0">
            <a:solidFill>
              <a:schemeClr val="bg1"/>
            </a:solidFill>
          </a:endParaRPr>
        </a:p>
      </dgm:t>
    </dgm:pt>
    <dgm:pt modelId="{16D53853-B8E4-4441-A4C1-1C77910A1BFD}" type="parTrans" cxnId="{B15D0677-D877-42F2-A652-8E64AEED3D4D}">
      <dgm:prSet/>
      <dgm:spPr/>
      <dgm:t>
        <a:bodyPr/>
        <a:lstStyle/>
        <a:p>
          <a:endParaRPr lang="en-US"/>
        </a:p>
      </dgm:t>
    </dgm:pt>
    <dgm:pt modelId="{A18CA353-6494-4A07-88BB-878A4F38F79E}" type="sibTrans" cxnId="{B15D0677-D877-42F2-A652-8E64AEED3D4D}">
      <dgm:prSet/>
      <dgm:spPr/>
      <dgm:t>
        <a:bodyPr/>
        <a:lstStyle/>
        <a:p>
          <a:endParaRPr lang="en-US"/>
        </a:p>
      </dgm:t>
    </dgm:pt>
    <dgm:pt modelId="{D6DD946A-9DF4-4CE1-A45F-3AEA10F7C36C}">
      <dgm:prSet/>
      <dgm:spPr/>
      <dgm:t>
        <a:bodyPr/>
        <a:lstStyle/>
        <a:p>
          <a:r>
            <a:rPr lang="es-ES" dirty="0">
              <a:solidFill>
                <a:schemeClr val="bg1"/>
              </a:solidFill>
            </a:rPr>
            <a:t>Contenido del curso e instalación de QEMU</a:t>
          </a:r>
          <a:endParaRPr lang="en-US" dirty="0">
            <a:solidFill>
              <a:schemeClr val="bg1"/>
            </a:solidFill>
          </a:endParaRPr>
        </a:p>
      </dgm:t>
    </dgm:pt>
    <dgm:pt modelId="{422B3739-5DA5-4D58-8257-3A87308301D1}" type="parTrans" cxnId="{6F0CAAC2-6F97-4C03-9AFC-3ECBC9031E96}">
      <dgm:prSet/>
      <dgm:spPr/>
      <dgm:t>
        <a:bodyPr/>
        <a:lstStyle/>
        <a:p>
          <a:endParaRPr lang="en-US"/>
        </a:p>
      </dgm:t>
    </dgm:pt>
    <dgm:pt modelId="{7DCD2C70-9F37-4367-8787-3D9D24794CE4}" type="sibTrans" cxnId="{6F0CAAC2-6F97-4C03-9AFC-3ECBC9031E96}">
      <dgm:prSet/>
      <dgm:spPr/>
      <dgm:t>
        <a:bodyPr/>
        <a:lstStyle/>
        <a:p>
          <a:endParaRPr lang="en-US"/>
        </a:p>
      </dgm:t>
    </dgm:pt>
    <dgm:pt modelId="{101779FB-7BB8-41EA-9217-55060DE7C4C8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¿Dudas acera de sus notas?</a:t>
          </a:r>
          <a:endParaRPr lang="en-US" dirty="0">
            <a:solidFill>
              <a:schemeClr val="bg1"/>
            </a:solidFill>
          </a:endParaRPr>
        </a:p>
      </dgm:t>
    </dgm:pt>
    <dgm:pt modelId="{3CEC0896-E546-4CD6-8D23-A1B3D813DBFE}" type="parTrans" cxnId="{A3BA24C9-047E-4846-8CC0-81C9D26701F9}">
      <dgm:prSet/>
      <dgm:spPr/>
      <dgm:t>
        <a:bodyPr/>
        <a:lstStyle/>
        <a:p>
          <a:endParaRPr lang="en-US"/>
        </a:p>
      </dgm:t>
    </dgm:pt>
    <dgm:pt modelId="{E97CA214-5877-4EEC-B5C9-378BCFF8C298}" type="sibTrans" cxnId="{A3BA24C9-047E-4846-8CC0-81C9D26701F9}">
      <dgm:prSet/>
      <dgm:spPr/>
      <dgm:t>
        <a:bodyPr/>
        <a:lstStyle/>
        <a:p>
          <a:endParaRPr lang="en-US"/>
        </a:p>
      </dgm:t>
    </dgm:pt>
    <dgm:pt modelId="{9F0BC360-D5F7-41CE-B1EE-81DE519FFE91}" type="pres">
      <dgm:prSet presAssocID="{4EFEE75F-ADF5-4DE0-A285-78CA3813777C}" presName="vert0" presStyleCnt="0">
        <dgm:presLayoutVars>
          <dgm:dir/>
          <dgm:animOne val="branch"/>
          <dgm:animLvl val="lvl"/>
        </dgm:presLayoutVars>
      </dgm:prSet>
      <dgm:spPr/>
    </dgm:pt>
    <dgm:pt modelId="{86D9387D-A2E6-49FE-9979-AD8AFD2B31C1}" type="pres">
      <dgm:prSet presAssocID="{101779FB-7BB8-41EA-9217-55060DE7C4C8}" presName="thickLine" presStyleLbl="alignNode1" presStyleIdx="0" presStyleCnt="4"/>
      <dgm:spPr/>
    </dgm:pt>
    <dgm:pt modelId="{D873AA65-E30D-4D1C-A48F-E6340F4CC4EF}" type="pres">
      <dgm:prSet presAssocID="{101779FB-7BB8-41EA-9217-55060DE7C4C8}" presName="horz1" presStyleCnt="0"/>
      <dgm:spPr/>
    </dgm:pt>
    <dgm:pt modelId="{424C28A8-297D-44E8-B468-7E7DEBCBD7BF}" type="pres">
      <dgm:prSet presAssocID="{101779FB-7BB8-41EA-9217-55060DE7C4C8}" presName="tx1" presStyleLbl="revTx" presStyleIdx="0" presStyleCnt="4"/>
      <dgm:spPr/>
    </dgm:pt>
    <dgm:pt modelId="{02676C01-4BCC-40AD-A427-302D6137DCC5}" type="pres">
      <dgm:prSet presAssocID="{101779FB-7BB8-41EA-9217-55060DE7C4C8}" presName="vert1" presStyleCnt="0"/>
      <dgm:spPr/>
    </dgm:pt>
    <dgm:pt modelId="{B0969C6A-CC60-489D-8BCB-A937F62E4B6D}" type="pres">
      <dgm:prSet presAssocID="{3D42FD1B-976E-4ECA-AB37-283FC281287C}" presName="thickLine" presStyleLbl="alignNode1" presStyleIdx="1" presStyleCnt="4"/>
      <dgm:spPr/>
    </dgm:pt>
    <dgm:pt modelId="{9EC6AC1D-E069-4753-973B-F7891A71D944}" type="pres">
      <dgm:prSet presAssocID="{3D42FD1B-976E-4ECA-AB37-283FC281287C}" presName="horz1" presStyleCnt="0"/>
      <dgm:spPr/>
    </dgm:pt>
    <dgm:pt modelId="{E6BE9205-98A8-4EB5-8EB9-81F7E58720D4}" type="pres">
      <dgm:prSet presAssocID="{3D42FD1B-976E-4ECA-AB37-283FC281287C}" presName="tx1" presStyleLbl="revTx" presStyleIdx="1" presStyleCnt="4"/>
      <dgm:spPr/>
    </dgm:pt>
    <dgm:pt modelId="{CE5D775D-1189-4430-A3C3-E60FF9291AA1}" type="pres">
      <dgm:prSet presAssocID="{3D42FD1B-976E-4ECA-AB37-283FC281287C}" presName="vert1" presStyleCnt="0"/>
      <dgm:spPr/>
    </dgm:pt>
    <dgm:pt modelId="{389BCB78-6D19-42D0-A612-3D48BFD4E2FF}" type="pres">
      <dgm:prSet presAssocID="{B43E7EF5-EFF8-4E41-AA38-03A4A875CCE0}" presName="thickLine" presStyleLbl="alignNode1" presStyleIdx="2" presStyleCnt="4"/>
      <dgm:spPr/>
    </dgm:pt>
    <dgm:pt modelId="{81C8BF00-94A6-46E0-AC50-DFB9A3A83278}" type="pres">
      <dgm:prSet presAssocID="{B43E7EF5-EFF8-4E41-AA38-03A4A875CCE0}" presName="horz1" presStyleCnt="0"/>
      <dgm:spPr/>
    </dgm:pt>
    <dgm:pt modelId="{4E032D59-111C-4016-AB09-2BFC97EBD374}" type="pres">
      <dgm:prSet presAssocID="{B43E7EF5-EFF8-4E41-AA38-03A4A875CCE0}" presName="tx1" presStyleLbl="revTx" presStyleIdx="2" presStyleCnt="4"/>
      <dgm:spPr/>
    </dgm:pt>
    <dgm:pt modelId="{9A594352-2FE5-4A9E-B1A1-ABB67DF931B6}" type="pres">
      <dgm:prSet presAssocID="{B43E7EF5-EFF8-4E41-AA38-03A4A875CCE0}" presName="vert1" presStyleCnt="0"/>
      <dgm:spPr/>
    </dgm:pt>
    <dgm:pt modelId="{6B373EA4-E16C-413E-B7AF-59FAE60016DD}" type="pres">
      <dgm:prSet presAssocID="{D6DD946A-9DF4-4CE1-A45F-3AEA10F7C36C}" presName="thickLine" presStyleLbl="alignNode1" presStyleIdx="3" presStyleCnt="4"/>
      <dgm:spPr/>
    </dgm:pt>
    <dgm:pt modelId="{04FD0014-3983-4CB5-8EE4-312EB054FA93}" type="pres">
      <dgm:prSet presAssocID="{D6DD946A-9DF4-4CE1-A45F-3AEA10F7C36C}" presName="horz1" presStyleCnt="0"/>
      <dgm:spPr/>
    </dgm:pt>
    <dgm:pt modelId="{7B7158B3-7186-4BB1-A267-561091063BFB}" type="pres">
      <dgm:prSet presAssocID="{D6DD946A-9DF4-4CE1-A45F-3AEA10F7C36C}" presName="tx1" presStyleLbl="revTx" presStyleIdx="3" presStyleCnt="4"/>
      <dgm:spPr/>
    </dgm:pt>
    <dgm:pt modelId="{8DF4FA07-9887-44D3-BE79-7BF15003F531}" type="pres">
      <dgm:prSet presAssocID="{D6DD946A-9DF4-4CE1-A45F-3AEA10F7C36C}" presName="vert1" presStyleCnt="0"/>
      <dgm:spPr/>
    </dgm:pt>
  </dgm:ptLst>
  <dgm:cxnLst>
    <dgm:cxn modelId="{1A92AE29-F926-4C43-9B62-B208F7A69415}" type="presOf" srcId="{D6DD946A-9DF4-4CE1-A45F-3AEA10F7C36C}" destId="{7B7158B3-7186-4BB1-A267-561091063BFB}" srcOrd="0" destOrd="0" presId="urn:microsoft.com/office/officeart/2008/layout/LinedList"/>
    <dgm:cxn modelId="{8AE56D2E-C73B-45DA-AE7E-91D5CF2A6A69}" srcId="{4EFEE75F-ADF5-4DE0-A285-78CA3813777C}" destId="{3D42FD1B-976E-4ECA-AB37-283FC281287C}" srcOrd="1" destOrd="0" parTransId="{C535965C-3B7B-4E92-AE83-43B7C5CD7498}" sibTransId="{BA5CEEEE-230F-4354-8F38-4B1F29CB93DE}"/>
    <dgm:cxn modelId="{22C7B637-944E-4D4C-A7B6-BE881731AE39}" type="presOf" srcId="{B43E7EF5-EFF8-4E41-AA38-03A4A875CCE0}" destId="{4E032D59-111C-4016-AB09-2BFC97EBD374}" srcOrd="0" destOrd="0" presId="urn:microsoft.com/office/officeart/2008/layout/LinedList"/>
    <dgm:cxn modelId="{062D3B67-A78E-4538-9F20-1E98F9F166F4}" type="presOf" srcId="{4EFEE75F-ADF5-4DE0-A285-78CA3813777C}" destId="{9F0BC360-D5F7-41CE-B1EE-81DE519FFE91}" srcOrd="0" destOrd="0" presId="urn:microsoft.com/office/officeart/2008/layout/LinedList"/>
    <dgm:cxn modelId="{B15D0677-D877-42F2-A652-8E64AEED3D4D}" srcId="{4EFEE75F-ADF5-4DE0-A285-78CA3813777C}" destId="{B43E7EF5-EFF8-4E41-AA38-03A4A875CCE0}" srcOrd="2" destOrd="0" parTransId="{16D53853-B8E4-4441-A4C1-1C77910A1BFD}" sibTransId="{A18CA353-6494-4A07-88BB-878A4F38F79E}"/>
    <dgm:cxn modelId="{5E950F80-C17E-44FF-822C-5DC2088C85EB}" type="presOf" srcId="{3D42FD1B-976E-4ECA-AB37-283FC281287C}" destId="{E6BE9205-98A8-4EB5-8EB9-81F7E58720D4}" srcOrd="0" destOrd="0" presId="urn:microsoft.com/office/officeart/2008/layout/LinedList"/>
    <dgm:cxn modelId="{6F0CAAC2-6F97-4C03-9AFC-3ECBC9031E96}" srcId="{4EFEE75F-ADF5-4DE0-A285-78CA3813777C}" destId="{D6DD946A-9DF4-4CE1-A45F-3AEA10F7C36C}" srcOrd="3" destOrd="0" parTransId="{422B3739-5DA5-4D58-8257-3A87308301D1}" sibTransId="{7DCD2C70-9F37-4367-8787-3D9D24794CE4}"/>
    <dgm:cxn modelId="{A3BA24C9-047E-4846-8CC0-81C9D26701F9}" srcId="{4EFEE75F-ADF5-4DE0-A285-78CA3813777C}" destId="{101779FB-7BB8-41EA-9217-55060DE7C4C8}" srcOrd="0" destOrd="0" parTransId="{3CEC0896-E546-4CD6-8D23-A1B3D813DBFE}" sibTransId="{E97CA214-5877-4EEC-B5C9-378BCFF8C298}"/>
    <dgm:cxn modelId="{779CC2F8-106B-4BCC-A6F9-01EDF029733D}" type="presOf" srcId="{101779FB-7BB8-41EA-9217-55060DE7C4C8}" destId="{424C28A8-297D-44E8-B468-7E7DEBCBD7BF}" srcOrd="0" destOrd="0" presId="urn:microsoft.com/office/officeart/2008/layout/LinedList"/>
    <dgm:cxn modelId="{A626ADD1-851F-4749-981A-81FBC36A9C68}" type="presParOf" srcId="{9F0BC360-D5F7-41CE-B1EE-81DE519FFE91}" destId="{86D9387D-A2E6-49FE-9979-AD8AFD2B31C1}" srcOrd="0" destOrd="0" presId="urn:microsoft.com/office/officeart/2008/layout/LinedList"/>
    <dgm:cxn modelId="{68B3ECEB-7134-4178-A954-DBF7F4AD5DD0}" type="presParOf" srcId="{9F0BC360-D5F7-41CE-B1EE-81DE519FFE91}" destId="{D873AA65-E30D-4D1C-A48F-E6340F4CC4EF}" srcOrd="1" destOrd="0" presId="urn:microsoft.com/office/officeart/2008/layout/LinedList"/>
    <dgm:cxn modelId="{39CDFC59-0845-46EA-8090-67CF503EC7A7}" type="presParOf" srcId="{D873AA65-E30D-4D1C-A48F-E6340F4CC4EF}" destId="{424C28A8-297D-44E8-B468-7E7DEBCBD7BF}" srcOrd="0" destOrd="0" presId="urn:microsoft.com/office/officeart/2008/layout/LinedList"/>
    <dgm:cxn modelId="{F895DF88-DA6F-45E9-BA66-5D16C550A148}" type="presParOf" srcId="{D873AA65-E30D-4D1C-A48F-E6340F4CC4EF}" destId="{02676C01-4BCC-40AD-A427-302D6137DCC5}" srcOrd="1" destOrd="0" presId="urn:microsoft.com/office/officeart/2008/layout/LinedList"/>
    <dgm:cxn modelId="{3B62E1A2-3965-427C-B2FF-19CAF27B722A}" type="presParOf" srcId="{9F0BC360-D5F7-41CE-B1EE-81DE519FFE91}" destId="{B0969C6A-CC60-489D-8BCB-A937F62E4B6D}" srcOrd="2" destOrd="0" presId="urn:microsoft.com/office/officeart/2008/layout/LinedList"/>
    <dgm:cxn modelId="{D9022606-3205-424C-B0B5-E2A539463D47}" type="presParOf" srcId="{9F0BC360-D5F7-41CE-B1EE-81DE519FFE91}" destId="{9EC6AC1D-E069-4753-973B-F7891A71D944}" srcOrd="3" destOrd="0" presId="urn:microsoft.com/office/officeart/2008/layout/LinedList"/>
    <dgm:cxn modelId="{4C0157F7-48FF-4B24-843B-1F9B528AA08C}" type="presParOf" srcId="{9EC6AC1D-E069-4753-973B-F7891A71D944}" destId="{E6BE9205-98A8-4EB5-8EB9-81F7E58720D4}" srcOrd="0" destOrd="0" presId="urn:microsoft.com/office/officeart/2008/layout/LinedList"/>
    <dgm:cxn modelId="{3BEBB013-DB9C-49F8-898D-290C40624963}" type="presParOf" srcId="{9EC6AC1D-E069-4753-973B-F7891A71D944}" destId="{CE5D775D-1189-4430-A3C3-E60FF9291AA1}" srcOrd="1" destOrd="0" presId="urn:microsoft.com/office/officeart/2008/layout/LinedList"/>
    <dgm:cxn modelId="{0AD11723-1715-4D28-8FC9-7A2F805288D2}" type="presParOf" srcId="{9F0BC360-D5F7-41CE-B1EE-81DE519FFE91}" destId="{389BCB78-6D19-42D0-A612-3D48BFD4E2FF}" srcOrd="4" destOrd="0" presId="urn:microsoft.com/office/officeart/2008/layout/LinedList"/>
    <dgm:cxn modelId="{90F150BF-7162-49D9-AD72-872B670D7D2E}" type="presParOf" srcId="{9F0BC360-D5F7-41CE-B1EE-81DE519FFE91}" destId="{81C8BF00-94A6-46E0-AC50-DFB9A3A83278}" srcOrd="5" destOrd="0" presId="urn:microsoft.com/office/officeart/2008/layout/LinedList"/>
    <dgm:cxn modelId="{FD9209CA-D04B-4496-AB92-BC62F463E6C8}" type="presParOf" srcId="{81C8BF00-94A6-46E0-AC50-DFB9A3A83278}" destId="{4E032D59-111C-4016-AB09-2BFC97EBD374}" srcOrd="0" destOrd="0" presId="urn:microsoft.com/office/officeart/2008/layout/LinedList"/>
    <dgm:cxn modelId="{BB9316DA-167A-49B9-8E28-39E9DA2AAF15}" type="presParOf" srcId="{81C8BF00-94A6-46E0-AC50-DFB9A3A83278}" destId="{9A594352-2FE5-4A9E-B1A1-ABB67DF931B6}" srcOrd="1" destOrd="0" presId="urn:microsoft.com/office/officeart/2008/layout/LinedList"/>
    <dgm:cxn modelId="{0A6C5A5B-65A5-4029-AE2F-ADA3AFFACFD1}" type="presParOf" srcId="{9F0BC360-D5F7-41CE-B1EE-81DE519FFE91}" destId="{6B373EA4-E16C-413E-B7AF-59FAE60016DD}" srcOrd="6" destOrd="0" presId="urn:microsoft.com/office/officeart/2008/layout/LinedList"/>
    <dgm:cxn modelId="{9A925B4F-CD36-42A9-853B-5AEC97D6F574}" type="presParOf" srcId="{9F0BC360-D5F7-41CE-B1EE-81DE519FFE91}" destId="{04FD0014-3983-4CB5-8EE4-312EB054FA93}" srcOrd="7" destOrd="0" presId="urn:microsoft.com/office/officeart/2008/layout/LinedList"/>
    <dgm:cxn modelId="{F9BEA483-642A-4822-A72C-D81C4E5B4CC5}" type="presParOf" srcId="{04FD0014-3983-4CB5-8EE4-312EB054FA93}" destId="{7B7158B3-7186-4BB1-A267-561091063BFB}" srcOrd="0" destOrd="0" presId="urn:microsoft.com/office/officeart/2008/layout/LinedList"/>
    <dgm:cxn modelId="{E9714803-1055-4FCD-A4B1-A2DB686B7B19}" type="presParOf" srcId="{04FD0014-3983-4CB5-8EE4-312EB054FA93}" destId="{8DF4FA07-9887-44D3-BE79-7BF15003F5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0E5C9B-7976-4F6D-B83F-D0642818B33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64C1F5F-9C01-4BAD-AAEE-AFC710A1AECB}">
      <dgm:prSet/>
      <dgm:spPr/>
      <dgm:t>
        <a:bodyPr/>
        <a:lstStyle/>
        <a:p>
          <a:r>
            <a:rPr lang="es-419"/>
            <a:t>X0 – X7: </a:t>
          </a:r>
          <a:r>
            <a:rPr lang="en-US"/>
            <a:t>argumentos</a:t>
          </a:r>
        </a:p>
      </dgm:t>
    </dgm:pt>
    <dgm:pt modelId="{34B302F7-0442-42CF-9664-3E034570A038}" type="parTrans" cxnId="{F14A28F0-4938-48FA-8808-C4E58EFEC250}">
      <dgm:prSet/>
      <dgm:spPr/>
      <dgm:t>
        <a:bodyPr/>
        <a:lstStyle/>
        <a:p>
          <a:endParaRPr lang="en-US"/>
        </a:p>
      </dgm:t>
    </dgm:pt>
    <dgm:pt modelId="{0F25DCB3-6AF3-4547-9D1D-B8E7F53541C1}" type="sibTrans" cxnId="{F14A28F0-4938-48FA-8808-C4E58EFEC250}">
      <dgm:prSet/>
      <dgm:spPr/>
      <dgm:t>
        <a:bodyPr/>
        <a:lstStyle/>
        <a:p>
          <a:endParaRPr lang="en-US"/>
        </a:p>
      </dgm:t>
    </dgm:pt>
    <dgm:pt modelId="{175AD18B-3237-402E-8A55-2CA83B1E258E}">
      <dgm:prSet/>
      <dgm:spPr/>
      <dgm:t>
        <a:bodyPr/>
        <a:lstStyle/>
        <a:p>
          <a:r>
            <a:rPr lang="en-US"/>
            <a:t>X8: número de syscall</a:t>
          </a:r>
        </a:p>
      </dgm:t>
    </dgm:pt>
    <dgm:pt modelId="{55F8EE0D-E7AB-4390-9F85-4791DC6ADE44}" type="parTrans" cxnId="{765B9908-DFF2-4B0B-9B88-7EC8B10A09DC}">
      <dgm:prSet/>
      <dgm:spPr/>
      <dgm:t>
        <a:bodyPr/>
        <a:lstStyle/>
        <a:p>
          <a:endParaRPr lang="en-US"/>
        </a:p>
      </dgm:t>
    </dgm:pt>
    <dgm:pt modelId="{4734AE67-1B64-40AC-B330-AF307EFE3C4F}" type="sibTrans" cxnId="{765B9908-DFF2-4B0B-9B88-7EC8B10A09DC}">
      <dgm:prSet/>
      <dgm:spPr/>
      <dgm:t>
        <a:bodyPr/>
        <a:lstStyle/>
        <a:p>
          <a:endParaRPr lang="en-US"/>
        </a:p>
      </dgm:t>
    </dgm:pt>
    <dgm:pt modelId="{F3538E93-E2D4-4FED-BC3D-5F2059F5952A}">
      <dgm:prSet/>
      <dgm:spPr/>
      <dgm:t>
        <a:bodyPr/>
        <a:lstStyle/>
        <a:p>
          <a:r>
            <a:rPr lang="en-US"/>
            <a:t>Sp: stack pointer</a:t>
          </a:r>
        </a:p>
      </dgm:t>
    </dgm:pt>
    <dgm:pt modelId="{2FBE9B4A-29CC-439F-A52E-6F3C03D1EEE0}" type="parTrans" cxnId="{E882F93C-6045-459A-8E41-0BACF868C7FF}">
      <dgm:prSet/>
      <dgm:spPr/>
      <dgm:t>
        <a:bodyPr/>
        <a:lstStyle/>
        <a:p>
          <a:endParaRPr lang="en-US"/>
        </a:p>
      </dgm:t>
    </dgm:pt>
    <dgm:pt modelId="{33E46F2B-1070-495A-824C-2CD441D1779C}" type="sibTrans" cxnId="{E882F93C-6045-459A-8E41-0BACF868C7FF}">
      <dgm:prSet/>
      <dgm:spPr/>
      <dgm:t>
        <a:bodyPr/>
        <a:lstStyle/>
        <a:p>
          <a:endParaRPr lang="en-US"/>
        </a:p>
      </dgm:t>
    </dgm:pt>
    <dgm:pt modelId="{07D45C98-3705-4ED7-9AFC-1A36A82E1612}">
      <dgm:prSet/>
      <dgm:spPr/>
      <dgm:t>
        <a:bodyPr/>
        <a:lstStyle/>
        <a:p>
          <a:r>
            <a:rPr lang="en-US"/>
            <a:t>Lr: link register (para retornar)</a:t>
          </a:r>
        </a:p>
      </dgm:t>
    </dgm:pt>
    <dgm:pt modelId="{4C3DBE78-B462-40B7-A5A2-24086F5F4356}" type="parTrans" cxnId="{96982FB1-E709-46A0-89C2-8329B24C4C4C}">
      <dgm:prSet/>
      <dgm:spPr/>
      <dgm:t>
        <a:bodyPr/>
        <a:lstStyle/>
        <a:p>
          <a:endParaRPr lang="en-US"/>
        </a:p>
      </dgm:t>
    </dgm:pt>
    <dgm:pt modelId="{1A88C364-E9AC-43D3-B08D-3254B753A6EE}" type="sibTrans" cxnId="{96982FB1-E709-46A0-89C2-8329B24C4C4C}">
      <dgm:prSet/>
      <dgm:spPr/>
      <dgm:t>
        <a:bodyPr/>
        <a:lstStyle/>
        <a:p>
          <a:endParaRPr lang="en-US"/>
        </a:p>
      </dgm:t>
    </dgm:pt>
    <dgm:pt modelId="{1941B182-02F8-4FA2-B71B-FBFEDF7B9C6B}" type="pres">
      <dgm:prSet presAssocID="{D00E5C9B-7976-4F6D-B83F-D0642818B33C}" presName="vert0" presStyleCnt="0">
        <dgm:presLayoutVars>
          <dgm:dir/>
          <dgm:animOne val="branch"/>
          <dgm:animLvl val="lvl"/>
        </dgm:presLayoutVars>
      </dgm:prSet>
      <dgm:spPr/>
    </dgm:pt>
    <dgm:pt modelId="{B63F877E-85E5-42E8-BFF2-66F95608324E}" type="pres">
      <dgm:prSet presAssocID="{F64C1F5F-9C01-4BAD-AAEE-AFC710A1AECB}" presName="thickLine" presStyleLbl="alignNode1" presStyleIdx="0" presStyleCnt="4"/>
      <dgm:spPr/>
    </dgm:pt>
    <dgm:pt modelId="{157A7F60-1D0C-4CEE-92C1-DBF2D63B019E}" type="pres">
      <dgm:prSet presAssocID="{F64C1F5F-9C01-4BAD-AAEE-AFC710A1AECB}" presName="horz1" presStyleCnt="0"/>
      <dgm:spPr/>
    </dgm:pt>
    <dgm:pt modelId="{40911BED-4431-4F67-AFF6-4893ED12F4A6}" type="pres">
      <dgm:prSet presAssocID="{F64C1F5F-9C01-4BAD-AAEE-AFC710A1AECB}" presName="tx1" presStyleLbl="revTx" presStyleIdx="0" presStyleCnt="4"/>
      <dgm:spPr/>
    </dgm:pt>
    <dgm:pt modelId="{45918C07-9501-4C86-B367-6644F2498DAE}" type="pres">
      <dgm:prSet presAssocID="{F64C1F5F-9C01-4BAD-AAEE-AFC710A1AECB}" presName="vert1" presStyleCnt="0"/>
      <dgm:spPr/>
    </dgm:pt>
    <dgm:pt modelId="{660EBB5D-5C93-44EE-827E-494B67A74E82}" type="pres">
      <dgm:prSet presAssocID="{175AD18B-3237-402E-8A55-2CA83B1E258E}" presName="thickLine" presStyleLbl="alignNode1" presStyleIdx="1" presStyleCnt="4"/>
      <dgm:spPr/>
    </dgm:pt>
    <dgm:pt modelId="{86C19BBF-BF04-4DCB-8A67-02F507B1CF46}" type="pres">
      <dgm:prSet presAssocID="{175AD18B-3237-402E-8A55-2CA83B1E258E}" presName="horz1" presStyleCnt="0"/>
      <dgm:spPr/>
    </dgm:pt>
    <dgm:pt modelId="{4DC20980-A504-433A-B717-8B6029370E8D}" type="pres">
      <dgm:prSet presAssocID="{175AD18B-3237-402E-8A55-2CA83B1E258E}" presName="tx1" presStyleLbl="revTx" presStyleIdx="1" presStyleCnt="4"/>
      <dgm:spPr/>
    </dgm:pt>
    <dgm:pt modelId="{FAD925BA-FFA0-43B5-A343-E8E9435E2C41}" type="pres">
      <dgm:prSet presAssocID="{175AD18B-3237-402E-8A55-2CA83B1E258E}" presName="vert1" presStyleCnt="0"/>
      <dgm:spPr/>
    </dgm:pt>
    <dgm:pt modelId="{45D83F67-5035-4B6A-A0DB-FFEF0C37F808}" type="pres">
      <dgm:prSet presAssocID="{F3538E93-E2D4-4FED-BC3D-5F2059F5952A}" presName="thickLine" presStyleLbl="alignNode1" presStyleIdx="2" presStyleCnt="4"/>
      <dgm:spPr/>
    </dgm:pt>
    <dgm:pt modelId="{689F70FE-12FF-44B9-B666-B6F147103771}" type="pres">
      <dgm:prSet presAssocID="{F3538E93-E2D4-4FED-BC3D-5F2059F5952A}" presName="horz1" presStyleCnt="0"/>
      <dgm:spPr/>
    </dgm:pt>
    <dgm:pt modelId="{4BD133B5-B6F5-49DD-B59F-631DB064BEDB}" type="pres">
      <dgm:prSet presAssocID="{F3538E93-E2D4-4FED-BC3D-5F2059F5952A}" presName="tx1" presStyleLbl="revTx" presStyleIdx="2" presStyleCnt="4"/>
      <dgm:spPr/>
    </dgm:pt>
    <dgm:pt modelId="{BF7CBF0C-5EEF-41EF-95BD-68929504FF65}" type="pres">
      <dgm:prSet presAssocID="{F3538E93-E2D4-4FED-BC3D-5F2059F5952A}" presName="vert1" presStyleCnt="0"/>
      <dgm:spPr/>
    </dgm:pt>
    <dgm:pt modelId="{F94D5C88-14E7-4B72-9B5A-40479DAD5264}" type="pres">
      <dgm:prSet presAssocID="{07D45C98-3705-4ED7-9AFC-1A36A82E1612}" presName="thickLine" presStyleLbl="alignNode1" presStyleIdx="3" presStyleCnt="4"/>
      <dgm:spPr/>
    </dgm:pt>
    <dgm:pt modelId="{78C19E39-685A-4A20-90A1-E98A381B8281}" type="pres">
      <dgm:prSet presAssocID="{07D45C98-3705-4ED7-9AFC-1A36A82E1612}" presName="horz1" presStyleCnt="0"/>
      <dgm:spPr/>
    </dgm:pt>
    <dgm:pt modelId="{E81FE427-1DB3-4DAE-9763-71D8D4433B2C}" type="pres">
      <dgm:prSet presAssocID="{07D45C98-3705-4ED7-9AFC-1A36A82E1612}" presName="tx1" presStyleLbl="revTx" presStyleIdx="3" presStyleCnt="4"/>
      <dgm:spPr/>
    </dgm:pt>
    <dgm:pt modelId="{D1304C87-744E-43C3-9782-08D4DD6E7C69}" type="pres">
      <dgm:prSet presAssocID="{07D45C98-3705-4ED7-9AFC-1A36A82E1612}" presName="vert1" presStyleCnt="0"/>
      <dgm:spPr/>
    </dgm:pt>
  </dgm:ptLst>
  <dgm:cxnLst>
    <dgm:cxn modelId="{8E872A01-EA4B-40F1-AB6A-A7549960F44E}" type="presOf" srcId="{175AD18B-3237-402E-8A55-2CA83B1E258E}" destId="{4DC20980-A504-433A-B717-8B6029370E8D}" srcOrd="0" destOrd="0" presId="urn:microsoft.com/office/officeart/2008/layout/LinedList"/>
    <dgm:cxn modelId="{765B9908-DFF2-4B0B-9B88-7EC8B10A09DC}" srcId="{D00E5C9B-7976-4F6D-B83F-D0642818B33C}" destId="{175AD18B-3237-402E-8A55-2CA83B1E258E}" srcOrd="1" destOrd="0" parTransId="{55F8EE0D-E7AB-4390-9F85-4791DC6ADE44}" sibTransId="{4734AE67-1B64-40AC-B330-AF307EFE3C4F}"/>
    <dgm:cxn modelId="{BFBC2A09-015C-4347-9992-2D37058D1285}" type="presOf" srcId="{D00E5C9B-7976-4F6D-B83F-D0642818B33C}" destId="{1941B182-02F8-4FA2-B71B-FBFEDF7B9C6B}" srcOrd="0" destOrd="0" presId="urn:microsoft.com/office/officeart/2008/layout/LinedList"/>
    <dgm:cxn modelId="{DBEC320B-7EEB-46C5-99A3-FD1A80EB2037}" type="presOf" srcId="{F64C1F5F-9C01-4BAD-AAEE-AFC710A1AECB}" destId="{40911BED-4431-4F67-AFF6-4893ED12F4A6}" srcOrd="0" destOrd="0" presId="urn:microsoft.com/office/officeart/2008/layout/LinedList"/>
    <dgm:cxn modelId="{E882F93C-6045-459A-8E41-0BACF868C7FF}" srcId="{D00E5C9B-7976-4F6D-B83F-D0642818B33C}" destId="{F3538E93-E2D4-4FED-BC3D-5F2059F5952A}" srcOrd="2" destOrd="0" parTransId="{2FBE9B4A-29CC-439F-A52E-6F3C03D1EEE0}" sibTransId="{33E46F2B-1070-495A-824C-2CD441D1779C}"/>
    <dgm:cxn modelId="{2995737D-3BC1-4CD7-8198-80973F53A358}" type="presOf" srcId="{07D45C98-3705-4ED7-9AFC-1A36A82E1612}" destId="{E81FE427-1DB3-4DAE-9763-71D8D4433B2C}" srcOrd="0" destOrd="0" presId="urn:microsoft.com/office/officeart/2008/layout/LinedList"/>
    <dgm:cxn modelId="{96982FB1-E709-46A0-89C2-8329B24C4C4C}" srcId="{D00E5C9B-7976-4F6D-B83F-D0642818B33C}" destId="{07D45C98-3705-4ED7-9AFC-1A36A82E1612}" srcOrd="3" destOrd="0" parTransId="{4C3DBE78-B462-40B7-A5A2-24086F5F4356}" sibTransId="{1A88C364-E9AC-43D3-B08D-3254B753A6EE}"/>
    <dgm:cxn modelId="{FFE519C3-0E6E-4277-8D6F-5F77BD05BA7B}" type="presOf" srcId="{F3538E93-E2D4-4FED-BC3D-5F2059F5952A}" destId="{4BD133B5-B6F5-49DD-B59F-631DB064BEDB}" srcOrd="0" destOrd="0" presId="urn:microsoft.com/office/officeart/2008/layout/LinedList"/>
    <dgm:cxn modelId="{F14A28F0-4938-48FA-8808-C4E58EFEC250}" srcId="{D00E5C9B-7976-4F6D-B83F-D0642818B33C}" destId="{F64C1F5F-9C01-4BAD-AAEE-AFC710A1AECB}" srcOrd="0" destOrd="0" parTransId="{34B302F7-0442-42CF-9664-3E034570A038}" sibTransId="{0F25DCB3-6AF3-4547-9D1D-B8E7F53541C1}"/>
    <dgm:cxn modelId="{972AA16F-5305-4E40-AED9-FC241AF60323}" type="presParOf" srcId="{1941B182-02F8-4FA2-B71B-FBFEDF7B9C6B}" destId="{B63F877E-85E5-42E8-BFF2-66F95608324E}" srcOrd="0" destOrd="0" presId="urn:microsoft.com/office/officeart/2008/layout/LinedList"/>
    <dgm:cxn modelId="{02FD4FAE-F6D6-4795-A9E9-2933AEB6739B}" type="presParOf" srcId="{1941B182-02F8-4FA2-B71B-FBFEDF7B9C6B}" destId="{157A7F60-1D0C-4CEE-92C1-DBF2D63B019E}" srcOrd="1" destOrd="0" presId="urn:microsoft.com/office/officeart/2008/layout/LinedList"/>
    <dgm:cxn modelId="{109BB8C9-23E0-4A66-94A7-2DAE27A7EAC8}" type="presParOf" srcId="{157A7F60-1D0C-4CEE-92C1-DBF2D63B019E}" destId="{40911BED-4431-4F67-AFF6-4893ED12F4A6}" srcOrd="0" destOrd="0" presId="urn:microsoft.com/office/officeart/2008/layout/LinedList"/>
    <dgm:cxn modelId="{7F262C0D-4C91-4B59-8AD8-5271046B1DDC}" type="presParOf" srcId="{157A7F60-1D0C-4CEE-92C1-DBF2D63B019E}" destId="{45918C07-9501-4C86-B367-6644F2498DAE}" srcOrd="1" destOrd="0" presId="urn:microsoft.com/office/officeart/2008/layout/LinedList"/>
    <dgm:cxn modelId="{81F30A38-307A-471F-B979-DF4C34669BAA}" type="presParOf" srcId="{1941B182-02F8-4FA2-B71B-FBFEDF7B9C6B}" destId="{660EBB5D-5C93-44EE-827E-494B67A74E82}" srcOrd="2" destOrd="0" presId="urn:microsoft.com/office/officeart/2008/layout/LinedList"/>
    <dgm:cxn modelId="{7969775B-2053-4515-963D-C6A7B69BEFB4}" type="presParOf" srcId="{1941B182-02F8-4FA2-B71B-FBFEDF7B9C6B}" destId="{86C19BBF-BF04-4DCB-8A67-02F507B1CF46}" srcOrd="3" destOrd="0" presId="urn:microsoft.com/office/officeart/2008/layout/LinedList"/>
    <dgm:cxn modelId="{0C641AA5-66AD-4A64-8E7A-C202E3737A67}" type="presParOf" srcId="{86C19BBF-BF04-4DCB-8A67-02F507B1CF46}" destId="{4DC20980-A504-433A-B717-8B6029370E8D}" srcOrd="0" destOrd="0" presId="urn:microsoft.com/office/officeart/2008/layout/LinedList"/>
    <dgm:cxn modelId="{4CC9313B-5FF8-4E2A-BA64-D09797C7335C}" type="presParOf" srcId="{86C19BBF-BF04-4DCB-8A67-02F507B1CF46}" destId="{FAD925BA-FFA0-43B5-A343-E8E9435E2C41}" srcOrd="1" destOrd="0" presId="urn:microsoft.com/office/officeart/2008/layout/LinedList"/>
    <dgm:cxn modelId="{700EE3B1-F213-430F-9F00-11B1CCFEC2FA}" type="presParOf" srcId="{1941B182-02F8-4FA2-B71B-FBFEDF7B9C6B}" destId="{45D83F67-5035-4B6A-A0DB-FFEF0C37F808}" srcOrd="4" destOrd="0" presId="urn:microsoft.com/office/officeart/2008/layout/LinedList"/>
    <dgm:cxn modelId="{3C01C946-5181-4273-B2D0-CCECC79502E7}" type="presParOf" srcId="{1941B182-02F8-4FA2-B71B-FBFEDF7B9C6B}" destId="{689F70FE-12FF-44B9-B666-B6F147103771}" srcOrd="5" destOrd="0" presId="urn:microsoft.com/office/officeart/2008/layout/LinedList"/>
    <dgm:cxn modelId="{9BF0ECFB-A98A-4CA6-968F-5C8871DDC05F}" type="presParOf" srcId="{689F70FE-12FF-44B9-B666-B6F147103771}" destId="{4BD133B5-B6F5-49DD-B59F-631DB064BEDB}" srcOrd="0" destOrd="0" presId="urn:microsoft.com/office/officeart/2008/layout/LinedList"/>
    <dgm:cxn modelId="{113C3CC0-04A7-4380-8700-DBC99D0873AA}" type="presParOf" srcId="{689F70FE-12FF-44B9-B666-B6F147103771}" destId="{BF7CBF0C-5EEF-41EF-95BD-68929504FF65}" srcOrd="1" destOrd="0" presId="urn:microsoft.com/office/officeart/2008/layout/LinedList"/>
    <dgm:cxn modelId="{B5CA3DE7-8E5E-4F17-A733-A60D50AC7911}" type="presParOf" srcId="{1941B182-02F8-4FA2-B71B-FBFEDF7B9C6B}" destId="{F94D5C88-14E7-4B72-9B5A-40479DAD5264}" srcOrd="6" destOrd="0" presId="urn:microsoft.com/office/officeart/2008/layout/LinedList"/>
    <dgm:cxn modelId="{609D6830-727E-4AF7-9BA7-12EB10034333}" type="presParOf" srcId="{1941B182-02F8-4FA2-B71B-FBFEDF7B9C6B}" destId="{78C19E39-685A-4A20-90A1-E98A381B8281}" srcOrd="7" destOrd="0" presId="urn:microsoft.com/office/officeart/2008/layout/LinedList"/>
    <dgm:cxn modelId="{61C5528B-7BC0-424E-A1A2-2CD29ECB5E05}" type="presParOf" srcId="{78C19E39-685A-4A20-90A1-E98A381B8281}" destId="{E81FE427-1DB3-4DAE-9763-71D8D4433B2C}" srcOrd="0" destOrd="0" presId="urn:microsoft.com/office/officeart/2008/layout/LinedList"/>
    <dgm:cxn modelId="{93DA0446-7839-4A89-906A-E59AB30BAA94}" type="presParOf" srcId="{78C19E39-685A-4A20-90A1-E98A381B8281}" destId="{D1304C87-744E-43C3-9782-08D4DD6E7C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E9FD5A-567A-4471-A55E-1E7953665B6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405A738-7B31-4990-B53A-8CB2714E7AE7}">
      <dgm:prSet/>
      <dgm:spPr/>
      <dgm:t>
        <a:bodyPr/>
        <a:lstStyle/>
        <a:p>
          <a:pPr>
            <a:defRPr cap="all"/>
          </a:pPr>
          <a:r>
            <a:rPr lang="en-US"/>
            <a:t>Docker soporta imágenes multi-arquitectura.</a:t>
          </a:r>
        </a:p>
      </dgm:t>
    </dgm:pt>
    <dgm:pt modelId="{30A76AB7-D34E-4EB4-AB56-F88F662B2181}" type="parTrans" cxnId="{AD75EAD9-AF12-4559-9460-A479A14720E7}">
      <dgm:prSet/>
      <dgm:spPr/>
      <dgm:t>
        <a:bodyPr/>
        <a:lstStyle/>
        <a:p>
          <a:endParaRPr lang="en-US"/>
        </a:p>
      </dgm:t>
    </dgm:pt>
    <dgm:pt modelId="{F6252C82-E0B9-4D00-97DE-4D93F656AAFD}" type="sibTrans" cxnId="{AD75EAD9-AF12-4559-9460-A479A14720E7}">
      <dgm:prSet/>
      <dgm:spPr/>
      <dgm:t>
        <a:bodyPr/>
        <a:lstStyle/>
        <a:p>
          <a:endParaRPr lang="en-US"/>
        </a:p>
      </dgm:t>
    </dgm:pt>
    <dgm:pt modelId="{8C277A35-B0DA-457A-B6BB-9B793D56C447}">
      <dgm:prSet/>
      <dgm:spPr/>
      <dgm:t>
        <a:bodyPr/>
        <a:lstStyle/>
        <a:p>
          <a:pPr>
            <a:defRPr cap="all"/>
          </a:pPr>
          <a:r>
            <a:rPr lang="en-US"/>
            <a:t>QEMU permite correr imágenes ARM64 en x86.</a:t>
          </a:r>
        </a:p>
      </dgm:t>
    </dgm:pt>
    <dgm:pt modelId="{331278FB-81AF-44AF-B577-76E85E277229}" type="parTrans" cxnId="{5098DC24-66AB-4713-A36B-B0A4C7F5A9AC}">
      <dgm:prSet/>
      <dgm:spPr/>
      <dgm:t>
        <a:bodyPr/>
        <a:lstStyle/>
        <a:p>
          <a:endParaRPr lang="en-US"/>
        </a:p>
      </dgm:t>
    </dgm:pt>
    <dgm:pt modelId="{126BA9E1-2E2E-4A2A-9F7D-F737EDF76377}" type="sibTrans" cxnId="{5098DC24-66AB-4713-A36B-B0A4C7F5A9AC}">
      <dgm:prSet/>
      <dgm:spPr/>
      <dgm:t>
        <a:bodyPr/>
        <a:lstStyle/>
        <a:p>
          <a:endParaRPr lang="en-US"/>
        </a:p>
      </dgm:t>
    </dgm:pt>
    <dgm:pt modelId="{8583BB2E-842C-4D8D-AAC5-41CAD7683EB0}">
      <dgm:prSet/>
      <dgm:spPr/>
      <dgm:t>
        <a:bodyPr/>
        <a:lstStyle/>
        <a:p>
          <a:pPr>
            <a:defRPr cap="all"/>
          </a:pPr>
          <a:r>
            <a:rPr lang="en-US"/>
            <a:t>Útil para CI/CD, testing de microservicios y cross-compiling.</a:t>
          </a:r>
        </a:p>
      </dgm:t>
    </dgm:pt>
    <dgm:pt modelId="{54C5CF5A-94FC-4B11-99EC-FD2D376ABA24}" type="parTrans" cxnId="{50ABE115-1B56-41FA-BADB-01987BE8EF1F}">
      <dgm:prSet/>
      <dgm:spPr/>
      <dgm:t>
        <a:bodyPr/>
        <a:lstStyle/>
        <a:p>
          <a:endParaRPr lang="en-US"/>
        </a:p>
      </dgm:t>
    </dgm:pt>
    <dgm:pt modelId="{C8437177-B4E8-4C61-8E81-74CD56143921}" type="sibTrans" cxnId="{50ABE115-1B56-41FA-BADB-01987BE8EF1F}">
      <dgm:prSet/>
      <dgm:spPr/>
      <dgm:t>
        <a:bodyPr/>
        <a:lstStyle/>
        <a:p>
          <a:endParaRPr lang="en-US"/>
        </a:p>
      </dgm:t>
    </dgm:pt>
    <dgm:pt modelId="{83812460-445B-4EED-9384-BF345B3B0E83}" type="pres">
      <dgm:prSet presAssocID="{53E9FD5A-567A-4471-A55E-1E7953665B69}" presName="root" presStyleCnt="0">
        <dgm:presLayoutVars>
          <dgm:dir/>
          <dgm:resizeHandles val="exact"/>
        </dgm:presLayoutVars>
      </dgm:prSet>
      <dgm:spPr/>
    </dgm:pt>
    <dgm:pt modelId="{7B64A085-E7E6-4000-9835-4DC8AC40550B}" type="pres">
      <dgm:prSet presAssocID="{1405A738-7B31-4990-B53A-8CB2714E7AE7}" presName="compNode" presStyleCnt="0"/>
      <dgm:spPr/>
    </dgm:pt>
    <dgm:pt modelId="{1B6335BC-98E1-4F91-A98F-86FD18B4DE0A}" type="pres">
      <dgm:prSet presAssocID="{1405A738-7B31-4990-B53A-8CB2714E7AE7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CF71A33-5DB1-4192-9CAB-CB67F5EEE7C2}" type="pres">
      <dgm:prSet presAssocID="{1405A738-7B31-4990-B53A-8CB2714E7A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ágenes"/>
        </a:ext>
      </dgm:extLst>
    </dgm:pt>
    <dgm:pt modelId="{42A423D4-F93E-4AD8-BE0B-E0AE541BC89A}" type="pres">
      <dgm:prSet presAssocID="{1405A738-7B31-4990-B53A-8CB2714E7AE7}" presName="spaceRect" presStyleCnt="0"/>
      <dgm:spPr/>
    </dgm:pt>
    <dgm:pt modelId="{052C5261-3143-4CBF-9499-8FC04B649499}" type="pres">
      <dgm:prSet presAssocID="{1405A738-7B31-4990-B53A-8CB2714E7AE7}" presName="textRect" presStyleLbl="revTx" presStyleIdx="0" presStyleCnt="3">
        <dgm:presLayoutVars>
          <dgm:chMax val="1"/>
          <dgm:chPref val="1"/>
        </dgm:presLayoutVars>
      </dgm:prSet>
      <dgm:spPr/>
    </dgm:pt>
    <dgm:pt modelId="{BC039674-FB4C-41FF-87C5-3BC11E7151A6}" type="pres">
      <dgm:prSet presAssocID="{F6252C82-E0B9-4D00-97DE-4D93F656AAFD}" presName="sibTrans" presStyleCnt="0"/>
      <dgm:spPr/>
    </dgm:pt>
    <dgm:pt modelId="{C5779517-7D5F-4BF1-B7DF-2CEB1904BD8F}" type="pres">
      <dgm:prSet presAssocID="{8C277A35-B0DA-457A-B6BB-9B793D56C447}" presName="compNode" presStyleCnt="0"/>
      <dgm:spPr/>
    </dgm:pt>
    <dgm:pt modelId="{3781BCB7-0649-42C6-9926-DC277C6A5B1A}" type="pres">
      <dgm:prSet presAssocID="{8C277A35-B0DA-457A-B6BB-9B793D56C44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A681B31-1B54-4B40-991C-F2BA7BFAE9D1}" type="pres">
      <dgm:prSet presAssocID="{8C277A35-B0DA-457A-B6BB-9B793D56C44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utar"/>
        </a:ext>
      </dgm:extLst>
    </dgm:pt>
    <dgm:pt modelId="{14A8CFEC-BDAD-4FF4-8F61-BF3BC2A8D636}" type="pres">
      <dgm:prSet presAssocID="{8C277A35-B0DA-457A-B6BB-9B793D56C447}" presName="spaceRect" presStyleCnt="0"/>
      <dgm:spPr/>
    </dgm:pt>
    <dgm:pt modelId="{82F79919-B41D-421B-8A5F-1AB091C3324D}" type="pres">
      <dgm:prSet presAssocID="{8C277A35-B0DA-457A-B6BB-9B793D56C447}" presName="textRect" presStyleLbl="revTx" presStyleIdx="1" presStyleCnt="3">
        <dgm:presLayoutVars>
          <dgm:chMax val="1"/>
          <dgm:chPref val="1"/>
        </dgm:presLayoutVars>
      </dgm:prSet>
      <dgm:spPr/>
    </dgm:pt>
    <dgm:pt modelId="{2437F6CB-4523-498C-A0CA-5C84DE0E0B18}" type="pres">
      <dgm:prSet presAssocID="{126BA9E1-2E2E-4A2A-9F7D-F737EDF76377}" presName="sibTrans" presStyleCnt="0"/>
      <dgm:spPr/>
    </dgm:pt>
    <dgm:pt modelId="{2B7696A0-0640-4EDD-8E5D-987650D8FD8B}" type="pres">
      <dgm:prSet presAssocID="{8583BB2E-842C-4D8D-AAC5-41CAD7683EB0}" presName="compNode" presStyleCnt="0"/>
      <dgm:spPr/>
    </dgm:pt>
    <dgm:pt modelId="{68A6B577-6C8E-4C51-BA0E-E9122AC4BED8}" type="pres">
      <dgm:prSet presAssocID="{8583BB2E-842C-4D8D-AAC5-41CAD7683EB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D346A37-8184-440E-BD5D-7F1ECC73E4C4}" type="pres">
      <dgm:prSet presAssocID="{8583BB2E-842C-4D8D-AAC5-41CAD7683E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818A24EA-F132-4F11-8F2E-EC5501264C38}" type="pres">
      <dgm:prSet presAssocID="{8583BB2E-842C-4D8D-AAC5-41CAD7683EB0}" presName="spaceRect" presStyleCnt="0"/>
      <dgm:spPr/>
    </dgm:pt>
    <dgm:pt modelId="{DB748254-1F8C-46A6-980E-C87A11E4EFA9}" type="pres">
      <dgm:prSet presAssocID="{8583BB2E-842C-4D8D-AAC5-41CAD7683EB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0ABE115-1B56-41FA-BADB-01987BE8EF1F}" srcId="{53E9FD5A-567A-4471-A55E-1E7953665B69}" destId="{8583BB2E-842C-4D8D-AAC5-41CAD7683EB0}" srcOrd="2" destOrd="0" parTransId="{54C5CF5A-94FC-4B11-99EC-FD2D376ABA24}" sibTransId="{C8437177-B4E8-4C61-8E81-74CD56143921}"/>
    <dgm:cxn modelId="{5098DC24-66AB-4713-A36B-B0A4C7F5A9AC}" srcId="{53E9FD5A-567A-4471-A55E-1E7953665B69}" destId="{8C277A35-B0DA-457A-B6BB-9B793D56C447}" srcOrd="1" destOrd="0" parTransId="{331278FB-81AF-44AF-B577-76E85E277229}" sibTransId="{126BA9E1-2E2E-4A2A-9F7D-F737EDF76377}"/>
    <dgm:cxn modelId="{C4467F26-A728-4851-9BAA-7B9E7A97479A}" type="presOf" srcId="{8C277A35-B0DA-457A-B6BB-9B793D56C447}" destId="{82F79919-B41D-421B-8A5F-1AB091C3324D}" srcOrd="0" destOrd="0" presId="urn:microsoft.com/office/officeart/2018/5/layout/IconLeafLabelList"/>
    <dgm:cxn modelId="{F09CC62D-F40A-4AC8-B658-B2735F43FEFB}" type="presOf" srcId="{1405A738-7B31-4990-B53A-8CB2714E7AE7}" destId="{052C5261-3143-4CBF-9499-8FC04B649499}" srcOrd="0" destOrd="0" presId="urn:microsoft.com/office/officeart/2018/5/layout/IconLeafLabelList"/>
    <dgm:cxn modelId="{6D9EAB65-E794-4A9B-A8D8-FD7EB65A52C5}" type="presOf" srcId="{53E9FD5A-567A-4471-A55E-1E7953665B69}" destId="{83812460-445B-4EED-9384-BF345B3B0E83}" srcOrd="0" destOrd="0" presId="urn:microsoft.com/office/officeart/2018/5/layout/IconLeafLabelList"/>
    <dgm:cxn modelId="{7B3FBF9E-68A2-42FE-81A9-CE12D8CFB034}" type="presOf" srcId="{8583BB2E-842C-4D8D-AAC5-41CAD7683EB0}" destId="{DB748254-1F8C-46A6-980E-C87A11E4EFA9}" srcOrd="0" destOrd="0" presId="urn:microsoft.com/office/officeart/2018/5/layout/IconLeafLabelList"/>
    <dgm:cxn modelId="{AD75EAD9-AF12-4559-9460-A479A14720E7}" srcId="{53E9FD5A-567A-4471-A55E-1E7953665B69}" destId="{1405A738-7B31-4990-B53A-8CB2714E7AE7}" srcOrd="0" destOrd="0" parTransId="{30A76AB7-D34E-4EB4-AB56-F88F662B2181}" sibTransId="{F6252C82-E0B9-4D00-97DE-4D93F656AAFD}"/>
    <dgm:cxn modelId="{906395DD-F9CE-4140-B0A9-072CC9A5AB62}" type="presParOf" srcId="{83812460-445B-4EED-9384-BF345B3B0E83}" destId="{7B64A085-E7E6-4000-9835-4DC8AC40550B}" srcOrd="0" destOrd="0" presId="urn:microsoft.com/office/officeart/2018/5/layout/IconLeafLabelList"/>
    <dgm:cxn modelId="{5D1DB7F0-693B-4780-B974-3426ABC2EDA5}" type="presParOf" srcId="{7B64A085-E7E6-4000-9835-4DC8AC40550B}" destId="{1B6335BC-98E1-4F91-A98F-86FD18B4DE0A}" srcOrd="0" destOrd="0" presId="urn:microsoft.com/office/officeart/2018/5/layout/IconLeafLabelList"/>
    <dgm:cxn modelId="{60212E62-3CF4-401E-8B5B-7247D42EF086}" type="presParOf" srcId="{7B64A085-E7E6-4000-9835-4DC8AC40550B}" destId="{BCF71A33-5DB1-4192-9CAB-CB67F5EEE7C2}" srcOrd="1" destOrd="0" presId="urn:microsoft.com/office/officeart/2018/5/layout/IconLeafLabelList"/>
    <dgm:cxn modelId="{CFD324EF-2350-42D8-BB5D-5BD27A40884B}" type="presParOf" srcId="{7B64A085-E7E6-4000-9835-4DC8AC40550B}" destId="{42A423D4-F93E-4AD8-BE0B-E0AE541BC89A}" srcOrd="2" destOrd="0" presId="urn:microsoft.com/office/officeart/2018/5/layout/IconLeafLabelList"/>
    <dgm:cxn modelId="{2C182CE6-3133-4550-AE74-772BE340A16E}" type="presParOf" srcId="{7B64A085-E7E6-4000-9835-4DC8AC40550B}" destId="{052C5261-3143-4CBF-9499-8FC04B649499}" srcOrd="3" destOrd="0" presId="urn:microsoft.com/office/officeart/2018/5/layout/IconLeafLabelList"/>
    <dgm:cxn modelId="{F16A16E1-A29D-4D8A-96E8-C105D36B3C82}" type="presParOf" srcId="{83812460-445B-4EED-9384-BF345B3B0E83}" destId="{BC039674-FB4C-41FF-87C5-3BC11E7151A6}" srcOrd="1" destOrd="0" presId="urn:microsoft.com/office/officeart/2018/5/layout/IconLeafLabelList"/>
    <dgm:cxn modelId="{D65146D4-BB04-4FD8-BEFA-F651E5F8ECB8}" type="presParOf" srcId="{83812460-445B-4EED-9384-BF345B3B0E83}" destId="{C5779517-7D5F-4BF1-B7DF-2CEB1904BD8F}" srcOrd="2" destOrd="0" presId="urn:microsoft.com/office/officeart/2018/5/layout/IconLeafLabelList"/>
    <dgm:cxn modelId="{62C5C9BC-2EDD-48DF-9898-34C22148EA69}" type="presParOf" srcId="{C5779517-7D5F-4BF1-B7DF-2CEB1904BD8F}" destId="{3781BCB7-0649-42C6-9926-DC277C6A5B1A}" srcOrd="0" destOrd="0" presId="urn:microsoft.com/office/officeart/2018/5/layout/IconLeafLabelList"/>
    <dgm:cxn modelId="{7CDD34A0-9873-4745-AAD1-CB1F9DC3E1C1}" type="presParOf" srcId="{C5779517-7D5F-4BF1-B7DF-2CEB1904BD8F}" destId="{2A681B31-1B54-4B40-991C-F2BA7BFAE9D1}" srcOrd="1" destOrd="0" presId="urn:microsoft.com/office/officeart/2018/5/layout/IconLeafLabelList"/>
    <dgm:cxn modelId="{D0A629CD-5FE8-4854-B3ED-BAA1CD85159B}" type="presParOf" srcId="{C5779517-7D5F-4BF1-B7DF-2CEB1904BD8F}" destId="{14A8CFEC-BDAD-4FF4-8F61-BF3BC2A8D636}" srcOrd="2" destOrd="0" presId="urn:microsoft.com/office/officeart/2018/5/layout/IconLeafLabelList"/>
    <dgm:cxn modelId="{44783608-DF96-4B4D-BC3A-2C1EAB367037}" type="presParOf" srcId="{C5779517-7D5F-4BF1-B7DF-2CEB1904BD8F}" destId="{82F79919-B41D-421B-8A5F-1AB091C3324D}" srcOrd="3" destOrd="0" presId="urn:microsoft.com/office/officeart/2018/5/layout/IconLeafLabelList"/>
    <dgm:cxn modelId="{1DD0534E-9FAE-4BAC-8D55-953FD7DD8B90}" type="presParOf" srcId="{83812460-445B-4EED-9384-BF345B3B0E83}" destId="{2437F6CB-4523-498C-A0CA-5C84DE0E0B18}" srcOrd="3" destOrd="0" presId="urn:microsoft.com/office/officeart/2018/5/layout/IconLeafLabelList"/>
    <dgm:cxn modelId="{BAE7EC8E-C596-4680-9543-B8B5494362FF}" type="presParOf" srcId="{83812460-445B-4EED-9384-BF345B3B0E83}" destId="{2B7696A0-0640-4EDD-8E5D-987650D8FD8B}" srcOrd="4" destOrd="0" presId="urn:microsoft.com/office/officeart/2018/5/layout/IconLeafLabelList"/>
    <dgm:cxn modelId="{1B969D4C-8B93-4A15-A743-EEC267A9E522}" type="presParOf" srcId="{2B7696A0-0640-4EDD-8E5D-987650D8FD8B}" destId="{68A6B577-6C8E-4C51-BA0E-E9122AC4BED8}" srcOrd="0" destOrd="0" presId="urn:microsoft.com/office/officeart/2018/5/layout/IconLeafLabelList"/>
    <dgm:cxn modelId="{8862FA48-18FD-4D9C-8D1B-9BC396EE2E4D}" type="presParOf" srcId="{2B7696A0-0640-4EDD-8E5D-987650D8FD8B}" destId="{4D346A37-8184-440E-BD5D-7F1ECC73E4C4}" srcOrd="1" destOrd="0" presId="urn:microsoft.com/office/officeart/2018/5/layout/IconLeafLabelList"/>
    <dgm:cxn modelId="{61E7DFB1-439A-43F0-9DE4-F8202C4DC595}" type="presParOf" srcId="{2B7696A0-0640-4EDD-8E5D-987650D8FD8B}" destId="{818A24EA-F132-4F11-8F2E-EC5501264C38}" srcOrd="2" destOrd="0" presId="urn:microsoft.com/office/officeart/2018/5/layout/IconLeafLabelList"/>
    <dgm:cxn modelId="{7E572216-5D47-4A4B-9784-C8FFB938BD9D}" type="presParOf" srcId="{2B7696A0-0640-4EDD-8E5D-987650D8FD8B}" destId="{DB748254-1F8C-46A6-980E-C87A11E4EFA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9387D-A2E6-49FE-9979-AD8AFD2B31C1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C28A8-297D-44E8-B468-7E7DEBCBD7BF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4200" kern="1200" dirty="0">
              <a:solidFill>
                <a:schemeClr val="bg1"/>
              </a:solidFill>
            </a:rPr>
            <a:t>¿Dudas acera de sus notas?</a:t>
          </a:r>
          <a:endParaRPr lang="en-US" sz="4200" kern="1200" dirty="0">
            <a:solidFill>
              <a:schemeClr val="bg1"/>
            </a:solidFill>
          </a:endParaRPr>
        </a:p>
      </dsp:txBody>
      <dsp:txXfrm>
        <a:off x="0" y="0"/>
        <a:ext cx="10515600" cy="1087834"/>
      </dsp:txXfrm>
    </dsp:sp>
    <dsp:sp modelId="{B0969C6A-CC60-489D-8BCB-A937F62E4B6D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E9205-98A8-4EB5-8EB9-81F7E58720D4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4200" kern="1200" dirty="0">
              <a:solidFill>
                <a:schemeClr val="bg1"/>
              </a:solidFill>
            </a:rPr>
            <a:t>Lectura enunciado proyecto 2</a:t>
          </a:r>
          <a:endParaRPr lang="en-US" sz="4200" kern="1200" dirty="0">
            <a:solidFill>
              <a:schemeClr val="bg1"/>
            </a:solidFill>
          </a:endParaRPr>
        </a:p>
      </dsp:txBody>
      <dsp:txXfrm>
        <a:off x="0" y="1087834"/>
        <a:ext cx="10515600" cy="1087834"/>
      </dsp:txXfrm>
    </dsp:sp>
    <dsp:sp modelId="{389BCB78-6D19-42D0-A612-3D48BFD4E2FF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32D59-111C-4016-AB09-2BFC97EBD374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4200" kern="1200" dirty="0">
              <a:solidFill>
                <a:schemeClr val="bg1"/>
              </a:solidFill>
            </a:rPr>
            <a:t>Foro 9</a:t>
          </a:r>
          <a:endParaRPr lang="en-US" sz="4200" kern="1200" dirty="0">
            <a:solidFill>
              <a:schemeClr val="bg1"/>
            </a:solidFill>
          </a:endParaRPr>
        </a:p>
      </dsp:txBody>
      <dsp:txXfrm>
        <a:off x="0" y="2175669"/>
        <a:ext cx="10515600" cy="1087834"/>
      </dsp:txXfrm>
    </dsp:sp>
    <dsp:sp modelId="{6B373EA4-E16C-413E-B7AF-59FAE60016DD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158B3-7186-4BB1-A267-561091063BFB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200" kern="1200" dirty="0">
              <a:solidFill>
                <a:schemeClr val="bg1"/>
              </a:solidFill>
            </a:rPr>
            <a:t>Contenido del curso e instalación de QEMU</a:t>
          </a:r>
          <a:endParaRPr lang="en-US" sz="4200" kern="1200" dirty="0">
            <a:solidFill>
              <a:schemeClr val="bg1"/>
            </a:solidFill>
          </a:endParaRPr>
        </a:p>
      </dsp:txBody>
      <dsp:txXfrm>
        <a:off x="0" y="3263503"/>
        <a:ext cx="105156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3F877E-85E5-42E8-BFF2-66F95608324E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11BED-4431-4F67-AFF6-4893ED12F4A6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4000" kern="1200"/>
            <a:t>X0 – X7: </a:t>
          </a:r>
          <a:r>
            <a:rPr lang="en-US" sz="4000" kern="1200"/>
            <a:t>argumentos</a:t>
          </a:r>
        </a:p>
      </dsp:txBody>
      <dsp:txXfrm>
        <a:off x="0" y="0"/>
        <a:ext cx="6900512" cy="1384035"/>
      </dsp:txXfrm>
    </dsp:sp>
    <dsp:sp modelId="{660EBB5D-5C93-44EE-827E-494B67A74E82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20980-A504-433A-B717-8B6029370E8D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X8: número de syscall</a:t>
          </a:r>
        </a:p>
      </dsp:txBody>
      <dsp:txXfrm>
        <a:off x="0" y="1384035"/>
        <a:ext cx="6900512" cy="1384035"/>
      </dsp:txXfrm>
    </dsp:sp>
    <dsp:sp modelId="{45D83F67-5035-4B6A-A0DB-FFEF0C37F808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133B5-B6F5-49DD-B59F-631DB064BEDB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Sp: stack pointer</a:t>
          </a:r>
        </a:p>
      </dsp:txBody>
      <dsp:txXfrm>
        <a:off x="0" y="2768070"/>
        <a:ext cx="6900512" cy="1384035"/>
      </dsp:txXfrm>
    </dsp:sp>
    <dsp:sp modelId="{F94D5C88-14E7-4B72-9B5A-40479DAD5264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FE427-1DB3-4DAE-9763-71D8D4433B2C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Lr: link register (para retornar)</a:t>
          </a:r>
        </a:p>
      </dsp:txBody>
      <dsp:txXfrm>
        <a:off x="0" y="4152105"/>
        <a:ext cx="6900512" cy="13840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6335BC-98E1-4F91-A98F-86FD18B4DE0A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71A33-5DB1-4192-9CAB-CB67F5EEE7C2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C5261-3143-4CBF-9499-8FC04B649499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Docker soporta imágenes multi-arquitectura.</a:t>
          </a:r>
        </a:p>
      </dsp:txBody>
      <dsp:txXfrm>
        <a:off x="93445" y="3018902"/>
        <a:ext cx="3206250" cy="720000"/>
      </dsp:txXfrm>
    </dsp:sp>
    <dsp:sp modelId="{3781BCB7-0649-42C6-9926-DC277C6A5B1A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81B31-1B54-4B40-991C-F2BA7BFAE9D1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79919-B41D-421B-8A5F-1AB091C3324D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QEMU permite correr imágenes ARM64 en x86.</a:t>
          </a:r>
        </a:p>
      </dsp:txBody>
      <dsp:txXfrm>
        <a:off x="3860789" y="3018902"/>
        <a:ext cx="3206250" cy="720000"/>
      </dsp:txXfrm>
    </dsp:sp>
    <dsp:sp modelId="{68A6B577-6C8E-4C51-BA0E-E9122AC4BED8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346A37-8184-440E-BD5D-7F1ECC73E4C4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48254-1F8C-46A6-980E-C87A11E4EFA9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Útil para CI/CD, testing de microservicios y cross-compiling.</a:t>
          </a:r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BF4B6-55B6-2112-6FEC-84780C485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FBC4E9-9473-A126-6C58-DF86CFFE6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97857A-C1F4-8548-B906-13FA7B3A0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725227-9D39-97C3-D7F5-8FC0EF4AD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A89AD-66B2-446C-8AF4-790DDDDF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8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93E3C-B8EB-51B7-9BB4-C4CB6BAA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7B2A4D-BFC4-95D2-9280-B115DB3B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E07BD7-DD38-18DA-033B-90F8BC42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86C728-D9F1-8DB9-743E-066CB5E6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B8D3E2-0138-10CE-4366-AE605EE7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7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35357-164C-43CB-F506-EFBEE4E0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F65262-9116-5976-9C17-AAD0061D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E9BD1D-3424-6392-96DE-177D81B9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EF0090-64AA-D0C1-0D62-72969B13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31022A-1362-9EC2-397E-19992B04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9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833CB-B353-75A7-F3D9-4AD09FC6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B7B07-25EA-9055-9CBC-232652490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734B15-0F39-4AA1-7E2C-F93895C8D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E56922-3CD7-D4DE-B9A5-57FD0FC9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E02CE5-70F3-306E-2A6A-EBE9E298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DCA18C-3D43-B53C-C789-4FFF6734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0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C187A-3A29-C0CD-9C41-4DA7BB672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8AD7E3-B38C-944A-2737-A94282015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A7354D-0970-F1C1-DD18-0A4BD1A19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A83F39-3E6C-2075-8AE9-A42FA76B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7DBD25-44B1-1AD9-5B82-B2B0D3994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8306CC-2005-DD4F-3A6E-44F9ACBF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7EE1890-BA7A-A0E4-C8E7-F390DD64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B5024A-8066-9DB2-D196-4E5D2F4D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7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C4F15-130E-DED5-4DD1-471CCDBE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C1E12E-BF65-D286-E179-EA99E8AC9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7B247B-5F11-13B6-1FCC-7655031C4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E58C2C-8790-3F36-4577-2786B3FC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5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845C85F-AB36-EA7F-94C0-759418C1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7E19FD-E868-7F52-15A3-96E56B99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FECAED-854F-641B-4466-DA5E1BCC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4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BB323-BA3D-29B1-8413-212267487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E45840-0077-779A-2DCF-C87B2360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A704E8-0610-8A17-7B44-A52FDD314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20DF40-0EDD-D698-1C17-EFF4ADEE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92C3B8-1570-9D0F-898A-EAED5B07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466A8-C172-C0C9-6F9B-C3ECCE0E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A0701-B11D-F3EA-ED8A-2F07027A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C9D635-2885-5F9C-F2C2-E1E5069F3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688030-167F-B178-C172-0733CC586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2183C9-C32C-B110-13FE-8C7F2762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9F5868-98B6-A1F3-530A-78958E3BF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8ACF5C-C62A-3908-7370-D5BEAAA9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32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D8100-A939-1B70-627B-ACE3F8B8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F634A2-A431-259B-D54D-FB103AF1E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87CF76-927F-796C-CC7C-D840B47F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68857-C29F-29E2-3218-3E1D0E92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47F29-6CE0-FA47-1B1A-6316621F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87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E11A99-7489-61F7-0E5B-7E4F5360B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8A0E6F-8182-1506-2BA7-9BD2EBDA3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6B10C3-7BC3-C14C-C591-6BED29EC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10158-698C-9311-29B1-8D39892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9189E5-738C-FD88-28CF-E4938CC1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8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291C39-909B-47B5-C60B-177ED302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CF43CF-68C4-0F28-153C-C17F0C61E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2DEC36-2561-7D03-6692-6E4B00458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0A0CCD-F82D-DBD4-74DA-EF8D0A685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F0FD8-C656-166C-9F90-397F5532C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1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Different colored organizers">
            <a:extLst>
              <a:ext uri="{FF2B5EF4-FFF2-40B4-BE49-F238E27FC236}">
                <a16:creationId xmlns:a16="http://schemas.microsoft.com/office/drawing/2014/main" id="{A16AAEF8-9D3D-B8F3-C715-394AE6B4E8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7025"/>
          <a:stretch/>
        </p:blipFill>
        <p:spPr>
          <a:xfrm>
            <a:off x="20" y="9144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F2978B-CC5F-CC6D-6589-9ABD2856E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419">
                <a:solidFill>
                  <a:srgbClr val="FFFFFF"/>
                </a:solidFill>
              </a:rPr>
              <a:t>Organización de lenguajes y compiladores 2 (N)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663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634EDCF-084B-E0E7-8167-FD0AE85B3F38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D6AF36-97E9-9119-E25A-144C5B86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Anuncios y contenido	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DA993A6-07C5-4743-A2B8-9F66C4B85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8645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981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27132E-4B35-1FC6-D1B7-AF131D744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¿Qué es una syscall?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695E52-4BDF-DE1B-05B8-8DDF9D798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809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 syscall (llamada al sistema) permite que un programa interactúe con el sistema operativo.</a:t>
            </a:r>
          </a:p>
        </p:txBody>
      </p:sp>
      <p:grpSp>
        <p:nvGrpSpPr>
          <p:cNvPr id="40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F65FD9A-7FA3-37B4-CCA2-2116228E4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535564"/>
              </p:ext>
            </p:extLst>
          </p:nvPr>
        </p:nvGraphicFramePr>
        <p:xfrm>
          <a:off x="5922492" y="1169826"/>
          <a:ext cx="5536002" cy="4459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720">
                  <a:extLst>
                    <a:ext uri="{9D8B030D-6E8A-4147-A177-3AD203B41FA5}">
                      <a16:colId xmlns:a16="http://schemas.microsoft.com/office/drawing/2014/main" val="2158590097"/>
                    </a:ext>
                  </a:extLst>
                </a:gridCol>
                <a:gridCol w="1553720">
                  <a:extLst>
                    <a:ext uri="{9D8B030D-6E8A-4147-A177-3AD203B41FA5}">
                      <a16:colId xmlns:a16="http://schemas.microsoft.com/office/drawing/2014/main" val="657833194"/>
                    </a:ext>
                  </a:extLst>
                </a:gridCol>
                <a:gridCol w="2428562">
                  <a:extLst>
                    <a:ext uri="{9D8B030D-6E8A-4147-A177-3AD203B41FA5}">
                      <a16:colId xmlns:a16="http://schemas.microsoft.com/office/drawing/2014/main" val="3107825634"/>
                    </a:ext>
                  </a:extLst>
                </a:gridCol>
              </a:tblGrid>
              <a:tr h="554300">
                <a:tc>
                  <a:txBody>
                    <a:bodyPr/>
                    <a:lstStyle/>
                    <a:p>
                      <a:r>
                        <a:rPr lang="es-419" sz="2500"/>
                        <a:t>Nombre</a:t>
                      </a:r>
                      <a:endParaRPr lang="en-US" sz="2500"/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s-419" sz="2500"/>
                        <a:t>Número</a:t>
                      </a:r>
                      <a:endParaRPr lang="en-US" sz="2500"/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s-419" sz="2500"/>
                        <a:t>Descripción</a:t>
                      </a:r>
                      <a:endParaRPr lang="en-US" sz="2500"/>
                    </a:p>
                  </a:txBody>
                  <a:tcPr marL="125977" marR="125977" marT="62989" marB="62989"/>
                </a:tc>
                <a:extLst>
                  <a:ext uri="{0D108BD9-81ED-4DB2-BD59-A6C34878D82A}">
                    <a16:rowId xmlns:a16="http://schemas.microsoft.com/office/drawing/2014/main" val="3042776263"/>
                  </a:ext>
                </a:extLst>
              </a:tr>
              <a:tr h="932232">
                <a:tc>
                  <a:txBody>
                    <a:bodyPr/>
                    <a:lstStyle/>
                    <a:p>
                      <a:r>
                        <a:rPr lang="en-US" sz="2500"/>
                        <a:t>write</a:t>
                      </a:r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s-419" sz="2500"/>
                        <a:t>64</a:t>
                      </a:r>
                      <a:endParaRPr lang="en-US" sz="2500"/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Escribir en salida</a:t>
                      </a:r>
                    </a:p>
                  </a:txBody>
                  <a:tcPr marL="125977" marR="125977" marT="62989" marB="62989"/>
                </a:tc>
                <a:extLst>
                  <a:ext uri="{0D108BD9-81ED-4DB2-BD59-A6C34878D82A}">
                    <a16:rowId xmlns:a16="http://schemas.microsoft.com/office/drawing/2014/main" val="3660923215"/>
                  </a:ext>
                </a:extLst>
              </a:tr>
              <a:tr h="932232">
                <a:tc>
                  <a:txBody>
                    <a:bodyPr/>
                    <a:lstStyle/>
                    <a:p>
                      <a:r>
                        <a:rPr lang="en-US" sz="2500"/>
                        <a:t>read</a:t>
                      </a:r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s-419" sz="2500"/>
                        <a:t>63</a:t>
                      </a:r>
                      <a:endParaRPr lang="en-US" sz="2500"/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Leer desde entrada</a:t>
                      </a:r>
                    </a:p>
                  </a:txBody>
                  <a:tcPr marL="125977" marR="125977" marT="62989" marB="62989"/>
                </a:tc>
                <a:extLst>
                  <a:ext uri="{0D108BD9-81ED-4DB2-BD59-A6C34878D82A}">
                    <a16:rowId xmlns:a16="http://schemas.microsoft.com/office/drawing/2014/main" val="2891396346"/>
                  </a:ext>
                </a:extLst>
              </a:tr>
              <a:tr h="932232">
                <a:tc>
                  <a:txBody>
                    <a:bodyPr/>
                    <a:lstStyle/>
                    <a:p>
                      <a:r>
                        <a:rPr lang="en-US" sz="2500"/>
                        <a:t>exit</a:t>
                      </a:r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s-419" sz="2500"/>
                        <a:t>93</a:t>
                      </a:r>
                      <a:endParaRPr lang="en-US" sz="2500"/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Terminar el programa</a:t>
                      </a:r>
                    </a:p>
                  </a:txBody>
                  <a:tcPr marL="125977" marR="125977" marT="62989" marB="62989"/>
                </a:tc>
                <a:extLst>
                  <a:ext uri="{0D108BD9-81ED-4DB2-BD59-A6C34878D82A}">
                    <a16:rowId xmlns:a16="http://schemas.microsoft.com/office/drawing/2014/main" val="1504893596"/>
                  </a:ext>
                </a:extLst>
              </a:tr>
              <a:tr h="554300">
                <a:tc>
                  <a:txBody>
                    <a:bodyPr/>
                    <a:lstStyle/>
                    <a:p>
                      <a:r>
                        <a:rPr lang="en-US" sz="2500"/>
                        <a:t>open</a:t>
                      </a:r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s-419" sz="2500"/>
                        <a:t>56</a:t>
                      </a:r>
                      <a:endParaRPr lang="en-US" sz="2500"/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Abrir archivo</a:t>
                      </a:r>
                    </a:p>
                  </a:txBody>
                  <a:tcPr marL="125977" marR="125977" marT="62989" marB="62989"/>
                </a:tc>
                <a:extLst>
                  <a:ext uri="{0D108BD9-81ED-4DB2-BD59-A6C34878D82A}">
                    <a16:rowId xmlns:a16="http://schemas.microsoft.com/office/drawing/2014/main" val="3175800091"/>
                  </a:ext>
                </a:extLst>
              </a:tr>
              <a:tr h="554300">
                <a:tc>
                  <a:txBody>
                    <a:bodyPr/>
                    <a:lstStyle/>
                    <a:p>
                      <a:r>
                        <a:rPr lang="en-US" sz="2500"/>
                        <a:t>close</a:t>
                      </a:r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s-419" sz="2500"/>
                        <a:t>57</a:t>
                      </a:r>
                      <a:endParaRPr lang="en-US" sz="2500"/>
                    </a:p>
                  </a:txBody>
                  <a:tcPr marL="125977" marR="125977" marT="62989" marB="62989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Cerrar archivo</a:t>
                      </a:r>
                    </a:p>
                  </a:txBody>
                  <a:tcPr marL="125977" marR="125977" marT="62989" marB="62989"/>
                </a:tc>
                <a:extLst>
                  <a:ext uri="{0D108BD9-81ED-4DB2-BD59-A6C34878D82A}">
                    <a16:rowId xmlns:a16="http://schemas.microsoft.com/office/drawing/2014/main" val="78130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9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0A95D-0AD4-403D-C757-FA44BB6F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41712"/>
            <a:ext cx="7923815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de EXIT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E9194035-2B4F-7B94-FBC9-D0B7A1818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39" y="2931362"/>
            <a:ext cx="10478721" cy="184775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167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489D8-6247-06F0-1F0D-5D045280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s-ES" sz="3200"/>
              <a:t>¿Cómo se pasan argumentos en ARM64?</a:t>
            </a:r>
            <a:endParaRPr lang="en-US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E2844-DC3F-C51E-AB11-44FE610BCD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70" r="46080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20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D02459-CF84-2D9E-72FC-69237085D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2000"/>
              <a:t>Se usan los registros X0 a X7 para pasar argumentos.</a:t>
            </a:r>
          </a:p>
          <a:p>
            <a:r>
              <a:rPr lang="en-US" sz="2000"/>
              <a:t>X0 </a:t>
            </a:r>
            <a:r>
              <a:rPr lang="es-ES" sz="2000"/>
              <a:t>también se usa para retornar valores.</a:t>
            </a:r>
          </a:p>
          <a:p>
            <a:r>
              <a:rPr lang="es-ES" sz="2000"/>
              <a:t>El número de syscall se coloca en X8.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946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B17460-BE47-6590-8DDC-2CDAB411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/>
              <a:t>Registros importantes: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B446722-987A-B62E-75A8-679E64F44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786579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424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CCE90B-FF01-010C-A93E-31A9D9CFC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Emular ARM64 con Docker y QEMU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CBF811A-B222-A0A8-0831-9AAE4F3B1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7865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669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53FFB4-0632-13CA-1BC4-23F43124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Comparativa: x86_64 vs ARM64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C72FE0E-8D57-6CAA-39FE-6476FA40B3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721936"/>
              </p:ext>
            </p:extLst>
          </p:nvPr>
        </p:nvGraphicFramePr>
        <p:xfrm>
          <a:off x="1102075" y="2228087"/>
          <a:ext cx="9987851" cy="394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361">
                  <a:extLst>
                    <a:ext uri="{9D8B030D-6E8A-4147-A177-3AD203B41FA5}">
                      <a16:colId xmlns:a16="http://schemas.microsoft.com/office/drawing/2014/main" val="516386209"/>
                    </a:ext>
                  </a:extLst>
                </a:gridCol>
                <a:gridCol w="3092988">
                  <a:extLst>
                    <a:ext uri="{9D8B030D-6E8A-4147-A177-3AD203B41FA5}">
                      <a16:colId xmlns:a16="http://schemas.microsoft.com/office/drawing/2014/main" val="1352568419"/>
                    </a:ext>
                  </a:extLst>
                </a:gridCol>
                <a:gridCol w="3335502">
                  <a:extLst>
                    <a:ext uri="{9D8B030D-6E8A-4147-A177-3AD203B41FA5}">
                      <a16:colId xmlns:a16="http://schemas.microsoft.com/office/drawing/2014/main" val="3705053184"/>
                    </a:ext>
                  </a:extLst>
                </a:gridCol>
              </a:tblGrid>
              <a:tr h="590989">
                <a:tc>
                  <a:txBody>
                    <a:bodyPr/>
                    <a:lstStyle/>
                    <a:p>
                      <a:r>
                        <a:rPr lang="en-US" sz="2600"/>
                        <a:t>Característica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x86_64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ARM64</a:t>
                      </a:r>
                    </a:p>
                  </a:txBody>
                  <a:tcPr marL="134316" marR="134316" marT="67158" marB="67158"/>
                </a:tc>
                <a:extLst>
                  <a:ext uri="{0D108BD9-81ED-4DB2-BD59-A6C34878D82A}">
                    <a16:rowId xmlns:a16="http://schemas.microsoft.com/office/drawing/2014/main" val="1321355723"/>
                  </a:ext>
                </a:extLst>
              </a:tr>
              <a:tr h="590989">
                <a:tc>
                  <a:txBody>
                    <a:bodyPr/>
                    <a:lstStyle/>
                    <a:p>
                      <a:r>
                        <a:rPr lang="en-US" sz="2600"/>
                        <a:t>Registros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16 generales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31 generales</a:t>
                      </a:r>
                    </a:p>
                  </a:txBody>
                  <a:tcPr marL="134316" marR="134316" marT="67158" marB="67158"/>
                </a:tc>
                <a:extLst>
                  <a:ext uri="{0D108BD9-81ED-4DB2-BD59-A6C34878D82A}">
                    <a16:rowId xmlns:a16="http://schemas.microsoft.com/office/drawing/2014/main" val="4102754623"/>
                  </a:ext>
                </a:extLst>
              </a:tr>
              <a:tr h="590989">
                <a:tc>
                  <a:txBody>
                    <a:bodyPr/>
                    <a:lstStyle/>
                    <a:p>
                      <a:r>
                        <a:rPr lang="en-US" sz="2600"/>
                        <a:t>Instrucciones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CISC (complejas)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RISC (simples)</a:t>
                      </a:r>
                    </a:p>
                  </a:txBody>
                  <a:tcPr marL="134316" marR="134316" marT="67158" marB="67158"/>
                </a:tc>
                <a:extLst>
                  <a:ext uri="{0D108BD9-81ED-4DB2-BD59-A6C34878D82A}">
                    <a16:rowId xmlns:a16="http://schemas.microsoft.com/office/drawing/2014/main" val="974319934"/>
                  </a:ext>
                </a:extLst>
              </a:tr>
              <a:tr h="590989">
                <a:tc>
                  <a:txBody>
                    <a:bodyPr/>
                    <a:lstStyle/>
                    <a:p>
                      <a:r>
                        <a:rPr lang="en-US" sz="2600"/>
                        <a:t>Consumo energético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Alto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Bajo</a:t>
                      </a:r>
                    </a:p>
                  </a:txBody>
                  <a:tcPr marL="134316" marR="134316" marT="67158" marB="67158"/>
                </a:tc>
                <a:extLst>
                  <a:ext uri="{0D108BD9-81ED-4DB2-BD59-A6C34878D82A}">
                    <a16:rowId xmlns:a16="http://schemas.microsoft.com/office/drawing/2014/main" val="186769968"/>
                  </a:ext>
                </a:extLst>
              </a:tr>
              <a:tr h="590989">
                <a:tc>
                  <a:txBody>
                    <a:bodyPr/>
                    <a:lstStyle/>
                    <a:p>
                      <a:r>
                        <a:rPr lang="en-US" sz="2600"/>
                        <a:t>Rendimiento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Alto en desktop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Alto en móviles</a:t>
                      </a:r>
                    </a:p>
                  </a:txBody>
                  <a:tcPr marL="134316" marR="134316" marT="67158" marB="67158"/>
                </a:tc>
                <a:extLst>
                  <a:ext uri="{0D108BD9-81ED-4DB2-BD59-A6C34878D82A}">
                    <a16:rowId xmlns:a16="http://schemas.microsoft.com/office/drawing/2014/main" val="3284497068"/>
                  </a:ext>
                </a:extLst>
              </a:tr>
              <a:tr h="993935">
                <a:tc>
                  <a:txBody>
                    <a:bodyPr/>
                    <a:lstStyle/>
                    <a:p>
                      <a:r>
                        <a:rPr lang="en-US" sz="2600"/>
                        <a:t>Aplicaciones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PCs, servidores</a:t>
                      </a:r>
                    </a:p>
                  </a:txBody>
                  <a:tcPr marL="134316" marR="134316" marT="67158" marB="67158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Móviles, servidores ARM, IoT</a:t>
                      </a:r>
                    </a:p>
                  </a:txBody>
                  <a:tcPr marL="134316" marR="134316" marT="67158" marB="67158"/>
                </a:tc>
                <a:extLst>
                  <a:ext uri="{0D108BD9-81ED-4DB2-BD59-A6C34878D82A}">
                    <a16:rowId xmlns:a16="http://schemas.microsoft.com/office/drawing/2014/main" val="3041282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371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A8144BF2-412B-D949-05DE-7B66AE774D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0162" b="556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037CF7F-393E-D398-D8A8-4106CC21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¿Dudas?</a:t>
            </a:r>
          </a:p>
        </p:txBody>
      </p:sp>
    </p:spTree>
    <p:extLst>
      <p:ext uri="{BB962C8B-B14F-4D97-AF65-F5344CB8AC3E}">
        <p14:creationId xmlns:p14="http://schemas.microsoft.com/office/powerpoint/2010/main" val="3339030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245709-9C0F-081C-13C8-2F55E940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Instalación e ejecución de código ARM64</a:t>
            </a:r>
          </a:p>
        </p:txBody>
      </p:sp>
    </p:spTree>
    <p:extLst>
      <p:ext uri="{BB962C8B-B14F-4D97-AF65-F5344CB8AC3E}">
        <p14:creationId xmlns:p14="http://schemas.microsoft.com/office/powerpoint/2010/main" val="119813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229</Words>
  <Application>Microsoft Office PowerPoint</Application>
  <PresentationFormat>Panorámica</PresentationFormat>
  <Paragraphs>61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Organización de lenguajes y compiladores 2 (N)</vt:lpstr>
      <vt:lpstr>Anuncios y contenido </vt:lpstr>
      <vt:lpstr>¿Qué es una syscall?</vt:lpstr>
      <vt:lpstr>Ejemplo de EXIT </vt:lpstr>
      <vt:lpstr>¿Cómo se pasan argumentos en ARM64?</vt:lpstr>
      <vt:lpstr>Registros importantes:</vt:lpstr>
      <vt:lpstr>Emular ARM64 con Docker y QEMU</vt:lpstr>
      <vt:lpstr>Comparativa: x86_64 vs ARM64</vt:lpstr>
      <vt:lpstr>¿Dudas?</vt:lpstr>
      <vt:lpstr>Instalación e ejecución de código ARM64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Ronaldo Javier Posadas Guerra</dc:creator>
  <cp:lastModifiedBy>Ronaldo Javier Posadas Guerra</cp:lastModifiedBy>
  <cp:revision>5</cp:revision>
  <dcterms:created xsi:type="dcterms:W3CDTF">2025-03-10T22:37:48Z</dcterms:created>
  <dcterms:modified xsi:type="dcterms:W3CDTF">2025-09-02T00:33:49Z</dcterms:modified>
</cp:coreProperties>
</file>