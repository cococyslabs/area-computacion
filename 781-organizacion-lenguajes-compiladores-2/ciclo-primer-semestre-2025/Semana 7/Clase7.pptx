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5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FEE75F-ADF5-4DE0-A285-78CA381377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42FD1B-976E-4ECA-AB37-283FC281287C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Foro 7</a:t>
          </a:r>
          <a:endParaRPr lang="en-US" dirty="0">
            <a:solidFill>
              <a:schemeClr val="bg1"/>
            </a:solidFill>
          </a:endParaRPr>
        </a:p>
      </dgm:t>
    </dgm:pt>
    <dgm:pt modelId="{C535965C-3B7B-4E92-AE83-43B7C5CD7498}" type="parTrans" cxnId="{8AE56D2E-C73B-45DA-AE7E-91D5CF2A6A69}">
      <dgm:prSet/>
      <dgm:spPr/>
      <dgm:t>
        <a:bodyPr/>
        <a:lstStyle/>
        <a:p>
          <a:endParaRPr lang="en-US"/>
        </a:p>
      </dgm:t>
    </dgm:pt>
    <dgm:pt modelId="{BA5CEEEE-230F-4354-8F38-4B1F29CB93DE}" type="sibTrans" cxnId="{8AE56D2E-C73B-45DA-AE7E-91D5CF2A6A69}">
      <dgm:prSet/>
      <dgm:spPr/>
      <dgm:t>
        <a:bodyPr/>
        <a:lstStyle/>
        <a:p>
          <a:endParaRPr lang="en-US"/>
        </a:p>
      </dgm:t>
    </dgm:pt>
    <dgm:pt modelId="{C19931BD-FC3F-4709-A82E-CF05311251B4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¿Dudas del proyecto 1?</a:t>
          </a:r>
          <a:endParaRPr lang="en-US" dirty="0">
            <a:solidFill>
              <a:schemeClr val="bg1"/>
            </a:solidFill>
          </a:endParaRPr>
        </a:p>
      </dgm:t>
    </dgm:pt>
    <dgm:pt modelId="{F7E4A33C-54FD-44FB-A215-6B4CE1094620}" type="parTrans" cxnId="{B2BE2772-8125-4202-9058-F5F043BC5F12}">
      <dgm:prSet/>
      <dgm:spPr/>
      <dgm:t>
        <a:bodyPr/>
        <a:lstStyle/>
        <a:p>
          <a:endParaRPr lang="en-US"/>
        </a:p>
      </dgm:t>
    </dgm:pt>
    <dgm:pt modelId="{4ED2C7A9-603D-4781-8DAD-72248417461F}" type="sibTrans" cxnId="{B2BE2772-8125-4202-9058-F5F043BC5F12}">
      <dgm:prSet/>
      <dgm:spPr/>
      <dgm:t>
        <a:bodyPr/>
        <a:lstStyle/>
        <a:p>
          <a:endParaRPr lang="en-US"/>
        </a:p>
      </dgm:t>
    </dgm:pt>
    <dgm:pt modelId="{8CAAE7E8-5543-4193-AB60-F24FB8ACA7B8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Contenido del curso</a:t>
          </a:r>
          <a:endParaRPr lang="en-US" dirty="0">
            <a:solidFill>
              <a:schemeClr val="bg1"/>
            </a:solidFill>
          </a:endParaRPr>
        </a:p>
      </dgm:t>
    </dgm:pt>
    <dgm:pt modelId="{0BABA691-917A-4BD0-98E0-A583206EB5AD}" type="parTrans" cxnId="{226C4D9E-FFBA-49D8-85B6-D1B908F30082}">
      <dgm:prSet/>
      <dgm:spPr/>
      <dgm:t>
        <a:bodyPr/>
        <a:lstStyle/>
        <a:p>
          <a:endParaRPr lang="en-US"/>
        </a:p>
      </dgm:t>
    </dgm:pt>
    <dgm:pt modelId="{59E64598-8853-4DE5-9966-C86A6019307E}" type="sibTrans" cxnId="{226C4D9E-FFBA-49D8-85B6-D1B908F30082}">
      <dgm:prSet/>
      <dgm:spPr/>
      <dgm:t>
        <a:bodyPr/>
        <a:lstStyle/>
        <a:p>
          <a:endParaRPr lang="en-US"/>
        </a:p>
      </dgm:t>
    </dgm:pt>
    <dgm:pt modelId="{9F0BC360-D5F7-41CE-B1EE-81DE519FFE91}" type="pres">
      <dgm:prSet presAssocID="{4EFEE75F-ADF5-4DE0-A285-78CA3813777C}" presName="vert0" presStyleCnt="0">
        <dgm:presLayoutVars>
          <dgm:dir/>
          <dgm:animOne val="branch"/>
          <dgm:animLvl val="lvl"/>
        </dgm:presLayoutVars>
      </dgm:prSet>
      <dgm:spPr/>
    </dgm:pt>
    <dgm:pt modelId="{B0969C6A-CC60-489D-8BCB-A937F62E4B6D}" type="pres">
      <dgm:prSet presAssocID="{3D42FD1B-976E-4ECA-AB37-283FC281287C}" presName="thickLine" presStyleLbl="alignNode1" presStyleIdx="0" presStyleCnt="3"/>
      <dgm:spPr/>
    </dgm:pt>
    <dgm:pt modelId="{9EC6AC1D-E069-4753-973B-F7891A71D944}" type="pres">
      <dgm:prSet presAssocID="{3D42FD1B-976E-4ECA-AB37-283FC281287C}" presName="horz1" presStyleCnt="0"/>
      <dgm:spPr/>
    </dgm:pt>
    <dgm:pt modelId="{E6BE9205-98A8-4EB5-8EB9-81F7E58720D4}" type="pres">
      <dgm:prSet presAssocID="{3D42FD1B-976E-4ECA-AB37-283FC281287C}" presName="tx1" presStyleLbl="revTx" presStyleIdx="0" presStyleCnt="3"/>
      <dgm:spPr/>
    </dgm:pt>
    <dgm:pt modelId="{CE5D775D-1189-4430-A3C3-E60FF9291AA1}" type="pres">
      <dgm:prSet presAssocID="{3D42FD1B-976E-4ECA-AB37-283FC281287C}" presName="vert1" presStyleCnt="0"/>
      <dgm:spPr/>
    </dgm:pt>
    <dgm:pt modelId="{9F2C5F8A-C2D1-4947-B6A1-0D224FB9F134}" type="pres">
      <dgm:prSet presAssocID="{C19931BD-FC3F-4709-A82E-CF05311251B4}" presName="thickLine" presStyleLbl="alignNode1" presStyleIdx="1" presStyleCnt="3"/>
      <dgm:spPr/>
    </dgm:pt>
    <dgm:pt modelId="{1C47D244-E0F7-48D6-9C06-98986480CB91}" type="pres">
      <dgm:prSet presAssocID="{C19931BD-FC3F-4709-A82E-CF05311251B4}" presName="horz1" presStyleCnt="0"/>
      <dgm:spPr/>
    </dgm:pt>
    <dgm:pt modelId="{93486931-5658-4129-A72E-7DD854D3E757}" type="pres">
      <dgm:prSet presAssocID="{C19931BD-FC3F-4709-A82E-CF05311251B4}" presName="tx1" presStyleLbl="revTx" presStyleIdx="1" presStyleCnt="3"/>
      <dgm:spPr/>
    </dgm:pt>
    <dgm:pt modelId="{59917B08-5ADB-4A06-A96E-D56FE548FBFA}" type="pres">
      <dgm:prSet presAssocID="{C19931BD-FC3F-4709-A82E-CF05311251B4}" presName="vert1" presStyleCnt="0"/>
      <dgm:spPr/>
    </dgm:pt>
    <dgm:pt modelId="{71D5DF47-CC96-4944-A53D-3E035F9A58D6}" type="pres">
      <dgm:prSet presAssocID="{8CAAE7E8-5543-4193-AB60-F24FB8ACA7B8}" presName="thickLine" presStyleLbl="alignNode1" presStyleIdx="2" presStyleCnt="3"/>
      <dgm:spPr/>
    </dgm:pt>
    <dgm:pt modelId="{52782894-2C74-4FA3-A195-D5DB57970CD1}" type="pres">
      <dgm:prSet presAssocID="{8CAAE7E8-5543-4193-AB60-F24FB8ACA7B8}" presName="horz1" presStyleCnt="0"/>
      <dgm:spPr/>
    </dgm:pt>
    <dgm:pt modelId="{337959DB-A813-46C6-88C4-5C4E5B8F485E}" type="pres">
      <dgm:prSet presAssocID="{8CAAE7E8-5543-4193-AB60-F24FB8ACA7B8}" presName="tx1" presStyleLbl="revTx" presStyleIdx="2" presStyleCnt="3"/>
      <dgm:spPr/>
    </dgm:pt>
    <dgm:pt modelId="{02CEFFF0-F0C7-423D-9753-B90F966A9E9C}" type="pres">
      <dgm:prSet presAssocID="{8CAAE7E8-5543-4193-AB60-F24FB8ACA7B8}" presName="vert1" presStyleCnt="0"/>
      <dgm:spPr/>
    </dgm:pt>
  </dgm:ptLst>
  <dgm:cxnLst>
    <dgm:cxn modelId="{EE395C00-7DA7-4C45-90B3-F5113276E464}" type="presOf" srcId="{C19931BD-FC3F-4709-A82E-CF05311251B4}" destId="{93486931-5658-4129-A72E-7DD854D3E757}" srcOrd="0" destOrd="0" presId="urn:microsoft.com/office/officeart/2008/layout/LinedList"/>
    <dgm:cxn modelId="{8AE56D2E-C73B-45DA-AE7E-91D5CF2A6A69}" srcId="{4EFEE75F-ADF5-4DE0-A285-78CA3813777C}" destId="{3D42FD1B-976E-4ECA-AB37-283FC281287C}" srcOrd="0" destOrd="0" parTransId="{C535965C-3B7B-4E92-AE83-43B7C5CD7498}" sibTransId="{BA5CEEEE-230F-4354-8F38-4B1F29CB93DE}"/>
    <dgm:cxn modelId="{062D3B67-A78E-4538-9F20-1E98F9F166F4}" type="presOf" srcId="{4EFEE75F-ADF5-4DE0-A285-78CA3813777C}" destId="{9F0BC360-D5F7-41CE-B1EE-81DE519FFE91}" srcOrd="0" destOrd="0" presId="urn:microsoft.com/office/officeart/2008/layout/LinedList"/>
    <dgm:cxn modelId="{B2BE2772-8125-4202-9058-F5F043BC5F12}" srcId="{4EFEE75F-ADF5-4DE0-A285-78CA3813777C}" destId="{C19931BD-FC3F-4709-A82E-CF05311251B4}" srcOrd="1" destOrd="0" parTransId="{F7E4A33C-54FD-44FB-A215-6B4CE1094620}" sibTransId="{4ED2C7A9-603D-4781-8DAD-72248417461F}"/>
    <dgm:cxn modelId="{226C4D9E-FFBA-49D8-85B6-D1B908F30082}" srcId="{4EFEE75F-ADF5-4DE0-A285-78CA3813777C}" destId="{8CAAE7E8-5543-4193-AB60-F24FB8ACA7B8}" srcOrd="2" destOrd="0" parTransId="{0BABA691-917A-4BD0-98E0-A583206EB5AD}" sibTransId="{59E64598-8853-4DE5-9966-C86A6019307E}"/>
    <dgm:cxn modelId="{78116DD2-4D7B-4144-99B5-E4B730EC9674}" type="presOf" srcId="{3D42FD1B-976E-4ECA-AB37-283FC281287C}" destId="{E6BE9205-98A8-4EB5-8EB9-81F7E58720D4}" srcOrd="0" destOrd="0" presId="urn:microsoft.com/office/officeart/2008/layout/LinedList"/>
    <dgm:cxn modelId="{8C0A15E3-CBBB-4E6E-B9B5-B1E4EB1D0EF1}" type="presOf" srcId="{8CAAE7E8-5543-4193-AB60-F24FB8ACA7B8}" destId="{337959DB-A813-46C6-88C4-5C4E5B8F485E}" srcOrd="0" destOrd="0" presId="urn:microsoft.com/office/officeart/2008/layout/LinedList"/>
    <dgm:cxn modelId="{C7C1F6B1-5BB3-469F-984C-F35191A784DA}" type="presParOf" srcId="{9F0BC360-D5F7-41CE-B1EE-81DE519FFE91}" destId="{B0969C6A-CC60-489D-8BCB-A937F62E4B6D}" srcOrd="0" destOrd="0" presId="urn:microsoft.com/office/officeart/2008/layout/LinedList"/>
    <dgm:cxn modelId="{3FFDBC25-4A4B-4452-AA2D-D9478F4424BF}" type="presParOf" srcId="{9F0BC360-D5F7-41CE-B1EE-81DE519FFE91}" destId="{9EC6AC1D-E069-4753-973B-F7891A71D944}" srcOrd="1" destOrd="0" presId="urn:microsoft.com/office/officeart/2008/layout/LinedList"/>
    <dgm:cxn modelId="{2F04E902-98A6-49C0-B0C3-2A3116215CA7}" type="presParOf" srcId="{9EC6AC1D-E069-4753-973B-F7891A71D944}" destId="{E6BE9205-98A8-4EB5-8EB9-81F7E58720D4}" srcOrd="0" destOrd="0" presId="urn:microsoft.com/office/officeart/2008/layout/LinedList"/>
    <dgm:cxn modelId="{644A4333-E8ED-4506-A8FF-DFA06562FA0B}" type="presParOf" srcId="{9EC6AC1D-E069-4753-973B-F7891A71D944}" destId="{CE5D775D-1189-4430-A3C3-E60FF9291AA1}" srcOrd="1" destOrd="0" presId="urn:microsoft.com/office/officeart/2008/layout/LinedList"/>
    <dgm:cxn modelId="{CFADA25D-7C07-478D-AB3F-F348BDB7A2B7}" type="presParOf" srcId="{9F0BC360-D5F7-41CE-B1EE-81DE519FFE91}" destId="{9F2C5F8A-C2D1-4947-B6A1-0D224FB9F134}" srcOrd="2" destOrd="0" presId="urn:microsoft.com/office/officeart/2008/layout/LinedList"/>
    <dgm:cxn modelId="{57B40561-1C09-4527-AF1D-4EBF31929DB9}" type="presParOf" srcId="{9F0BC360-D5F7-41CE-B1EE-81DE519FFE91}" destId="{1C47D244-E0F7-48D6-9C06-98986480CB91}" srcOrd="3" destOrd="0" presId="urn:microsoft.com/office/officeart/2008/layout/LinedList"/>
    <dgm:cxn modelId="{8ED8879A-6837-4368-8EA0-47470A25539E}" type="presParOf" srcId="{1C47D244-E0F7-48D6-9C06-98986480CB91}" destId="{93486931-5658-4129-A72E-7DD854D3E757}" srcOrd="0" destOrd="0" presId="urn:microsoft.com/office/officeart/2008/layout/LinedList"/>
    <dgm:cxn modelId="{1483548C-FCA1-46F5-B27B-1DEED5222D16}" type="presParOf" srcId="{1C47D244-E0F7-48D6-9C06-98986480CB91}" destId="{59917B08-5ADB-4A06-A96E-D56FE548FBFA}" srcOrd="1" destOrd="0" presId="urn:microsoft.com/office/officeart/2008/layout/LinedList"/>
    <dgm:cxn modelId="{CD14D99A-39F4-4D52-88FA-90FB121E2550}" type="presParOf" srcId="{9F0BC360-D5F7-41CE-B1EE-81DE519FFE91}" destId="{71D5DF47-CC96-4944-A53D-3E035F9A58D6}" srcOrd="4" destOrd="0" presId="urn:microsoft.com/office/officeart/2008/layout/LinedList"/>
    <dgm:cxn modelId="{E03924A7-922B-46E3-AAE3-B9D67307219C}" type="presParOf" srcId="{9F0BC360-D5F7-41CE-B1EE-81DE519FFE91}" destId="{52782894-2C74-4FA3-A195-D5DB57970CD1}" srcOrd="5" destOrd="0" presId="urn:microsoft.com/office/officeart/2008/layout/LinedList"/>
    <dgm:cxn modelId="{FBE50E42-9025-41AD-9280-1A7947713B0F}" type="presParOf" srcId="{52782894-2C74-4FA3-A195-D5DB57970CD1}" destId="{337959DB-A813-46C6-88C4-5C4E5B8F485E}" srcOrd="0" destOrd="0" presId="urn:microsoft.com/office/officeart/2008/layout/LinedList"/>
    <dgm:cxn modelId="{496B0BD5-DFDF-4EA5-B704-839EE585D702}" type="presParOf" srcId="{52782894-2C74-4FA3-A195-D5DB57970CD1}" destId="{02CEFFF0-F0C7-423D-9753-B90F966A9E9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C4C3CA-8FE1-41E5-90D3-E1DEE28D83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7136B8-DF24-4150-8DD4-835095F970E7}">
      <dgm:prSet/>
      <dgm:spPr/>
      <dgm:t>
        <a:bodyPr/>
        <a:lstStyle/>
        <a:p>
          <a:r>
            <a:rPr lang="en-US"/>
            <a:t>Representan mejor entidades reales.</a:t>
          </a:r>
        </a:p>
      </dgm:t>
    </dgm:pt>
    <dgm:pt modelId="{11B20FA0-49B8-4951-8055-72555DA167F9}" type="parTrans" cxnId="{EDA8B3B1-83FB-419C-A12A-2A1722EACCC9}">
      <dgm:prSet/>
      <dgm:spPr/>
      <dgm:t>
        <a:bodyPr/>
        <a:lstStyle/>
        <a:p>
          <a:endParaRPr lang="en-US"/>
        </a:p>
      </dgm:t>
    </dgm:pt>
    <dgm:pt modelId="{1A04AD71-C774-448B-8778-B08742A2FF0D}" type="sibTrans" cxnId="{EDA8B3B1-83FB-419C-A12A-2A1722EACCC9}">
      <dgm:prSet/>
      <dgm:spPr/>
      <dgm:t>
        <a:bodyPr/>
        <a:lstStyle/>
        <a:p>
          <a:endParaRPr lang="en-US"/>
        </a:p>
      </dgm:t>
    </dgm:pt>
    <dgm:pt modelId="{02399ABE-50EF-4138-8D33-E05AE79AFD07}">
      <dgm:prSet/>
      <dgm:spPr/>
      <dgm:t>
        <a:bodyPr/>
        <a:lstStyle/>
        <a:p>
          <a:r>
            <a:rPr lang="en-US"/>
            <a:t>Permiten agrupar datos relacionados.</a:t>
          </a:r>
        </a:p>
      </dgm:t>
    </dgm:pt>
    <dgm:pt modelId="{677F9EBA-1628-49FF-84FE-FC1B57D5A5B2}" type="parTrans" cxnId="{D24AAD6C-9B1D-46BE-A19E-F319B84860EE}">
      <dgm:prSet/>
      <dgm:spPr/>
      <dgm:t>
        <a:bodyPr/>
        <a:lstStyle/>
        <a:p>
          <a:endParaRPr lang="en-US"/>
        </a:p>
      </dgm:t>
    </dgm:pt>
    <dgm:pt modelId="{AD25A1FD-486F-4272-900D-FC7DF6AFC724}" type="sibTrans" cxnId="{D24AAD6C-9B1D-46BE-A19E-F319B84860EE}">
      <dgm:prSet/>
      <dgm:spPr/>
      <dgm:t>
        <a:bodyPr/>
        <a:lstStyle/>
        <a:p>
          <a:endParaRPr lang="en-US"/>
        </a:p>
      </dgm:t>
    </dgm:pt>
    <dgm:pt modelId="{62C73599-2BB5-4180-AE26-4BC1A52CCE5C}">
      <dgm:prSet/>
      <dgm:spPr/>
      <dgm:t>
        <a:bodyPr/>
        <a:lstStyle/>
        <a:p>
          <a:r>
            <a:rPr lang="en-US"/>
            <a:t>Escalables y reutilizables.</a:t>
          </a:r>
        </a:p>
      </dgm:t>
    </dgm:pt>
    <dgm:pt modelId="{2898A051-A390-48C5-8382-B2A91131E492}" type="parTrans" cxnId="{DBF57089-14DE-483E-B9BD-A933518AEF3F}">
      <dgm:prSet/>
      <dgm:spPr/>
      <dgm:t>
        <a:bodyPr/>
        <a:lstStyle/>
        <a:p>
          <a:endParaRPr lang="en-US"/>
        </a:p>
      </dgm:t>
    </dgm:pt>
    <dgm:pt modelId="{97F62180-8DF0-4435-B2A6-B3970AF97D4E}" type="sibTrans" cxnId="{DBF57089-14DE-483E-B9BD-A933518AEF3F}">
      <dgm:prSet/>
      <dgm:spPr/>
      <dgm:t>
        <a:bodyPr/>
        <a:lstStyle/>
        <a:p>
          <a:endParaRPr lang="en-US"/>
        </a:p>
      </dgm:t>
    </dgm:pt>
    <dgm:pt modelId="{B1141EB6-F186-4C92-9035-9F2DEE356631}">
      <dgm:prSet/>
      <dgm:spPr/>
      <dgm:t>
        <a:bodyPr/>
        <a:lstStyle/>
        <a:p>
          <a:r>
            <a:rPr lang="es-ES"/>
            <a:t>Junto a slices → manejo estructurado de datos complejos.</a:t>
          </a:r>
          <a:endParaRPr lang="en-US"/>
        </a:p>
      </dgm:t>
    </dgm:pt>
    <dgm:pt modelId="{E834392E-B865-4732-9855-1B5654A2EA24}" type="parTrans" cxnId="{61307D56-5306-42C1-86A2-764165F1B13E}">
      <dgm:prSet/>
      <dgm:spPr/>
      <dgm:t>
        <a:bodyPr/>
        <a:lstStyle/>
        <a:p>
          <a:endParaRPr lang="en-US"/>
        </a:p>
      </dgm:t>
    </dgm:pt>
    <dgm:pt modelId="{E56FC60A-E8EE-4252-839C-5E2410E17725}" type="sibTrans" cxnId="{61307D56-5306-42C1-86A2-764165F1B13E}">
      <dgm:prSet/>
      <dgm:spPr/>
      <dgm:t>
        <a:bodyPr/>
        <a:lstStyle/>
        <a:p>
          <a:endParaRPr lang="en-US"/>
        </a:p>
      </dgm:t>
    </dgm:pt>
    <dgm:pt modelId="{92A8FB62-970C-41DF-AC39-CCDEE4B41009}" type="pres">
      <dgm:prSet presAssocID="{3AC4C3CA-8FE1-41E5-90D3-E1DEE28D8351}" presName="root" presStyleCnt="0">
        <dgm:presLayoutVars>
          <dgm:dir/>
          <dgm:resizeHandles val="exact"/>
        </dgm:presLayoutVars>
      </dgm:prSet>
      <dgm:spPr/>
    </dgm:pt>
    <dgm:pt modelId="{12B57456-3CEC-4DC1-AB82-7231F51E3FC2}" type="pres">
      <dgm:prSet presAssocID="{187136B8-DF24-4150-8DD4-835095F970E7}" presName="compNode" presStyleCnt="0"/>
      <dgm:spPr/>
    </dgm:pt>
    <dgm:pt modelId="{9A8C81FD-E491-469B-B52F-1F4E9B7730CE}" type="pres">
      <dgm:prSet presAssocID="{187136B8-DF24-4150-8DD4-835095F970E7}" presName="bgRect" presStyleLbl="bgShp" presStyleIdx="0" presStyleCnt="4"/>
      <dgm:spPr/>
    </dgm:pt>
    <dgm:pt modelId="{E9833760-4EFF-4D47-97D7-99F65FDC193F}" type="pres">
      <dgm:prSet presAssocID="{187136B8-DF24-4150-8DD4-835095F970E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ona"/>
        </a:ext>
      </dgm:extLst>
    </dgm:pt>
    <dgm:pt modelId="{019F8EC4-3E4B-43F3-8105-0A801A24CBCC}" type="pres">
      <dgm:prSet presAssocID="{187136B8-DF24-4150-8DD4-835095F970E7}" presName="spaceRect" presStyleCnt="0"/>
      <dgm:spPr/>
    </dgm:pt>
    <dgm:pt modelId="{C755AB96-90FA-48DC-A12B-5074BFCC8923}" type="pres">
      <dgm:prSet presAssocID="{187136B8-DF24-4150-8DD4-835095F970E7}" presName="parTx" presStyleLbl="revTx" presStyleIdx="0" presStyleCnt="4">
        <dgm:presLayoutVars>
          <dgm:chMax val="0"/>
          <dgm:chPref val="0"/>
        </dgm:presLayoutVars>
      </dgm:prSet>
      <dgm:spPr/>
    </dgm:pt>
    <dgm:pt modelId="{F9DEFA34-F50F-40B3-8451-4079866475B8}" type="pres">
      <dgm:prSet presAssocID="{1A04AD71-C774-448B-8778-B08742A2FF0D}" presName="sibTrans" presStyleCnt="0"/>
      <dgm:spPr/>
    </dgm:pt>
    <dgm:pt modelId="{B3589E60-434B-44C7-B11A-5CE70C057799}" type="pres">
      <dgm:prSet presAssocID="{02399ABE-50EF-4138-8D33-E05AE79AFD07}" presName="compNode" presStyleCnt="0"/>
      <dgm:spPr/>
    </dgm:pt>
    <dgm:pt modelId="{76D4F5A0-3953-434A-8D2A-94A2CE898B5B}" type="pres">
      <dgm:prSet presAssocID="{02399ABE-50EF-4138-8D33-E05AE79AFD07}" presName="bgRect" presStyleLbl="bgShp" presStyleIdx="1" presStyleCnt="4"/>
      <dgm:spPr/>
    </dgm:pt>
    <dgm:pt modelId="{9CB9C481-807F-4E43-80FD-53F5F597BF81}" type="pres">
      <dgm:prSet presAssocID="{02399ABE-50EF-4138-8D33-E05AE79AFD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75DB9047-24E5-4FD3-9AFC-A453D4139881}" type="pres">
      <dgm:prSet presAssocID="{02399ABE-50EF-4138-8D33-E05AE79AFD07}" presName="spaceRect" presStyleCnt="0"/>
      <dgm:spPr/>
    </dgm:pt>
    <dgm:pt modelId="{FE7E94AF-F088-4739-BB0F-B070B1D2625C}" type="pres">
      <dgm:prSet presAssocID="{02399ABE-50EF-4138-8D33-E05AE79AFD07}" presName="parTx" presStyleLbl="revTx" presStyleIdx="1" presStyleCnt="4">
        <dgm:presLayoutVars>
          <dgm:chMax val="0"/>
          <dgm:chPref val="0"/>
        </dgm:presLayoutVars>
      </dgm:prSet>
      <dgm:spPr/>
    </dgm:pt>
    <dgm:pt modelId="{DB3DBC7A-05D9-4939-A846-B093D55990F7}" type="pres">
      <dgm:prSet presAssocID="{AD25A1FD-486F-4272-900D-FC7DF6AFC724}" presName="sibTrans" presStyleCnt="0"/>
      <dgm:spPr/>
    </dgm:pt>
    <dgm:pt modelId="{6386054B-D0D7-4D43-BB3A-3995C8697DDD}" type="pres">
      <dgm:prSet presAssocID="{62C73599-2BB5-4180-AE26-4BC1A52CCE5C}" presName="compNode" presStyleCnt="0"/>
      <dgm:spPr/>
    </dgm:pt>
    <dgm:pt modelId="{E920CDEC-7D2B-4BFE-975D-C475C8E20715}" type="pres">
      <dgm:prSet presAssocID="{62C73599-2BB5-4180-AE26-4BC1A52CCE5C}" presName="bgRect" presStyleLbl="bgShp" presStyleIdx="2" presStyleCnt="4"/>
      <dgm:spPr/>
    </dgm:pt>
    <dgm:pt modelId="{0FF63CCD-3D53-4CDA-A2EE-1882DB87B60B}" type="pres">
      <dgm:prSet presAssocID="{62C73599-2BB5-4180-AE26-4BC1A52CCE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876CCCA9-96A5-4A1C-85A4-6B0DCBBFC393}" type="pres">
      <dgm:prSet presAssocID="{62C73599-2BB5-4180-AE26-4BC1A52CCE5C}" presName="spaceRect" presStyleCnt="0"/>
      <dgm:spPr/>
    </dgm:pt>
    <dgm:pt modelId="{8653EC8B-7FDA-4688-9794-351451F5BFA7}" type="pres">
      <dgm:prSet presAssocID="{62C73599-2BB5-4180-AE26-4BC1A52CCE5C}" presName="parTx" presStyleLbl="revTx" presStyleIdx="2" presStyleCnt="4">
        <dgm:presLayoutVars>
          <dgm:chMax val="0"/>
          <dgm:chPref val="0"/>
        </dgm:presLayoutVars>
      </dgm:prSet>
      <dgm:spPr/>
    </dgm:pt>
    <dgm:pt modelId="{81A0758A-C76C-4822-BB21-1E17D9B377A0}" type="pres">
      <dgm:prSet presAssocID="{97F62180-8DF0-4435-B2A6-B3970AF97D4E}" presName="sibTrans" presStyleCnt="0"/>
      <dgm:spPr/>
    </dgm:pt>
    <dgm:pt modelId="{E80D9370-6149-45EA-9A41-A4B9B831FEDD}" type="pres">
      <dgm:prSet presAssocID="{B1141EB6-F186-4C92-9035-9F2DEE356631}" presName="compNode" presStyleCnt="0"/>
      <dgm:spPr/>
    </dgm:pt>
    <dgm:pt modelId="{676E9B08-A5E6-4212-A9DF-5C6249DA3D9C}" type="pres">
      <dgm:prSet presAssocID="{B1141EB6-F186-4C92-9035-9F2DEE356631}" presName="bgRect" presStyleLbl="bgShp" presStyleIdx="3" presStyleCnt="4"/>
      <dgm:spPr/>
    </dgm:pt>
    <dgm:pt modelId="{5B55A90A-7D3F-4C29-B6F6-EAEF53A34DEC}" type="pres">
      <dgm:prSet presAssocID="{B1141EB6-F186-4C92-9035-9F2DEE3566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CAF9A35A-AE89-4EBE-BD14-24E084756B71}" type="pres">
      <dgm:prSet presAssocID="{B1141EB6-F186-4C92-9035-9F2DEE356631}" presName="spaceRect" presStyleCnt="0"/>
      <dgm:spPr/>
    </dgm:pt>
    <dgm:pt modelId="{26D1570C-2602-4C8A-A69F-D915AC9AD121}" type="pres">
      <dgm:prSet presAssocID="{B1141EB6-F186-4C92-9035-9F2DEE35663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B3C390D-9022-4C2A-8D58-1A17E786F4B5}" type="presOf" srcId="{187136B8-DF24-4150-8DD4-835095F970E7}" destId="{C755AB96-90FA-48DC-A12B-5074BFCC8923}" srcOrd="0" destOrd="0" presId="urn:microsoft.com/office/officeart/2018/2/layout/IconVerticalSolidList"/>
    <dgm:cxn modelId="{D24AAD6C-9B1D-46BE-A19E-F319B84860EE}" srcId="{3AC4C3CA-8FE1-41E5-90D3-E1DEE28D8351}" destId="{02399ABE-50EF-4138-8D33-E05AE79AFD07}" srcOrd="1" destOrd="0" parTransId="{677F9EBA-1628-49FF-84FE-FC1B57D5A5B2}" sibTransId="{AD25A1FD-486F-4272-900D-FC7DF6AFC724}"/>
    <dgm:cxn modelId="{61307D56-5306-42C1-86A2-764165F1B13E}" srcId="{3AC4C3CA-8FE1-41E5-90D3-E1DEE28D8351}" destId="{B1141EB6-F186-4C92-9035-9F2DEE356631}" srcOrd="3" destOrd="0" parTransId="{E834392E-B865-4732-9855-1B5654A2EA24}" sibTransId="{E56FC60A-E8EE-4252-839C-5E2410E17725}"/>
    <dgm:cxn modelId="{02F3727C-212B-4BF5-88C4-7E4CB3850F72}" type="presOf" srcId="{02399ABE-50EF-4138-8D33-E05AE79AFD07}" destId="{FE7E94AF-F088-4739-BB0F-B070B1D2625C}" srcOrd="0" destOrd="0" presId="urn:microsoft.com/office/officeart/2018/2/layout/IconVerticalSolidList"/>
    <dgm:cxn modelId="{90F0B07E-C377-4439-BD36-ACB8D2527B73}" type="presOf" srcId="{3AC4C3CA-8FE1-41E5-90D3-E1DEE28D8351}" destId="{92A8FB62-970C-41DF-AC39-CCDEE4B41009}" srcOrd="0" destOrd="0" presId="urn:microsoft.com/office/officeart/2018/2/layout/IconVerticalSolidList"/>
    <dgm:cxn modelId="{94699883-0902-4F97-80B8-876DAACD8103}" type="presOf" srcId="{B1141EB6-F186-4C92-9035-9F2DEE356631}" destId="{26D1570C-2602-4C8A-A69F-D915AC9AD121}" srcOrd="0" destOrd="0" presId="urn:microsoft.com/office/officeart/2018/2/layout/IconVerticalSolidList"/>
    <dgm:cxn modelId="{DBF57089-14DE-483E-B9BD-A933518AEF3F}" srcId="{3AC4C3CA-8FE1-41E5-90D3-E1DEE28D8351}" destId="{62C73599-2BB5-4180-AE26-4BC1A52CCE5C}" srcOrd="2" destOrd="0" parTransId="{2898A051-A390-48C5-8382-B2A91131E492}" sibTransId="{97F62180-8DF0-4435-B2A6-B3970AF97D4E}"/>
    <dgm:cxn modelId="{EDA8B3B1-83FB-419C-A12A-2A1722EACCC9}" srcId="{3AC4C3CA-8FE1-41E5-90D3-E1DEE28D8351}" destId="{187136B8-DF24-4150-8DD4-835095F970E7}" srcOrd="0" destOrd="0" parTransId="{11B20FA0-49B8-4951-8055-72555DA167F9}" sibTransId="{1A04AD71-C774-448B-8778-B08742A2FF0D}"/>
    <dgm:cxn modelId="{0AEDB4CF-0A36-4184-A611-7515A2D5267B}" type="presOf" srcId="{62C73599-2BB5-4180-AE26-4BC1A52CCE5C}" destId="{8653EC8B-7FDA-4688-9794-351451F5BFA7}" srcOrd="0" destOrd="0" presId="urn:microsoft.com/office/officeart/2018/2/layout/IconVerticalSolidList"/>
    <dgm:cxn modelId="{C30EB57E-D6E3-4241-8D68-F21F8904A629}" type="presParOf" srcId="{92A8FB62-970C-41DF-AC39-CCDEE4B41009}" destId="{12B57456-3CEC-4DC1-AB82-7231F51E3FC2}" srcOrd="0" destOrd="0" presId="urn:microsoft.com/office/officeart/2018/2/layout/IconVerticalSolidList"/>
    <dgm:cxn modelId="{8E832FC0-72E1-4B8A-9CB6-99137CA26508}" type="presParOf" srcId="{12B57456-3CEC-4DC1-AB82-7231F51E3FC2}" destId="{9A8C81FD-E491-469B-B52F-1F4E9B7730CE}" srcOrd="0" destOrd="0" presId="urn:microsoft.com/office/officeart/2018/2/layout/IconVerticalSolidList"/>
    <dgm:cxn modelId="{79E28DD7-C0D9-47E2-A9AC-91D47A7DA56B}" type="presParOf" srcId="{12B57456-3CEC-4DC1-AB82-7231F51E3FC2}" destId="{E9833760-4EFF-4D47-97D7-99F65FDC193F}" srcOrd="1" destOrd="0" presId="urn:microsoft.com/office/officeart/2018/2/layout/IconVerticalSolidList"/>
    <dgm:cxn modelId="{A31A3CE6-D19C-462E-8484-180115D6EFF2}" type="presParOf" srcId="{12B57456-3CEC-4DC1-AB82-7231F51E3FC2}" destId="{019F8EC4-3E4B-43F3-8105-0A801A24CBCC}" srcOrd="2" destOrd="0" presId="urn:microsoft.com/office/officeart/2018/2/layout/IconVerticalSolidList"/>
    <dgm:cxn modelId="{DE6ADF7D-B7B2-457B-BCDC-A94B01B003D3}" type="presParOf" srcId="{12B57456-3CEC-4DC1-AB82-7231F51E3FC2}" destId="{C755AB96-90FA-48DC-A12B-5074BFCC8923}" srcOrd="3" destOrd="0" presId="urn:microsoft.com/office/officeart/2018/2/layout/IconVerticalSolidList"/>
    <dgm:cxn modelId="{6E845488-5BD7-45F1-B20B-ED841C8B6671}" type="presParOf" srcId="{92A8FB62-970C-41DF-AC39-CCDEE4B41009}" destId="{F9DEFA34-F50F-40B3-8451-4079866475B8}" srcOrd="1" destOrd="0" presId="urn:microsoft.com/office/officeart/2018/2/layout/IconVerticalSolidList"/>
    <dgm:cxn modelId="{6CB97369-612A-4E35-8313-B724210D1B80}" type="presParOf" srcId="{92A8FB62-970C-41DF-AC39-CCDEE4B41009}" destId="{B3589E60-434B-44C7-B11A-5CE70C057799}" srcOrd="2" destOrd="0" presId="urn:microsoft.com/office/officeart/2018/2/layout/IconVerticalSolidList"/>
    <dgm:cxn modelId="{8E4E1CBB-E15E-4065-BB7C-0CA10AD7DCA3}" type="presParOf" srcId="{B3589E60-434B-44C7-B11A-5CE70C057799}" destId="{76D4F5A0-3953-434A-8D2A-94A2CE898B5B}" srcOrd="0" destOrd="0" presId="urn:microsoft.com/office/officeart/2018/2/layout/IconVerticalSolidList"/>
    <dgm:cxn modelId="{E1480CB4-632A-4F5C-9CCE-109FC0685EDB}" type="presParOf" srcId="{B3589E60-434B-44C7-B11A-5CE70C057799}" destId="{9CB9C481-807F-4E43-80FD-53F5F597BF81}" srcOrd="1" destOrd="0" presId="urn:microsoft.com/office/officeart/2018/2/layout/IconVerticalSolidList"/>
    <dgm:cxn modelId="{1D261E23-3823-4E7D-90B2-406553778BCB}" type="presParOf" srcId="{B3589E60-434B-44C7-B11A-5CE70C057799}" destId="{75DB9047-24E5-4FD3-9AFC-A453D4139881}" srcOrd="2" destOrd="0" presId="urn:microsoft.com/office/officeart/2018/2/layout/IconVerticalSolidList"/>
    <dgm:cxn modelId="{E4E3EBE6-DF60-434F-952C-6F228066B412}" type="presParOf" srcId="{B3589E60-434B-44C7-B11A-5CE70C057799}" destId="{FE7E94AF-F088-4739-BB0F-B070B1D2625C}" srcOrd="3" destOrd="0" presId="urn:microsoft.com/office/officeart/2018/2/layout/IconVerticalSolidList"/>
    <dgm:cxn modelId="{4A813FE8-3E77-4D41-A738-8E1A3A21551B}" type="presParOf" srcId="{92A8FB62-970C-41DF-AC39-CCDEE4B41009}" destId="{DB3DBC7A-05D9-4939-A846-B093D55990F7}" srcOrd="3" destOrd="0" presId="urn:microsoft.com/office/officeart/2018/2/layout/IconVerticalSolidList"/>
    <dgm:cxn modelId="{A9E78E91-2710-4EC3-8F52-C22F51AB92B5}" type="presParOf" srcId="{92A8FB62-970C-41DF-AC39-CCDEE4B41009}" destId="{6386054B-D0D7-4D43-BB3A-3995C8697DDD}" srcOrd="4" destOrd="0" presId="urn:microsoft.com/office/officeart/2018/2/layout/IconVerticalSolidList"/>
    <dgm:cxn modelId="{A161A98B-F4C8-4023-A7D5-704F1BA6B4A3}" type="presParOf" srcId="{6386054B-D0D7-4D43-BB3A-3995C8697DDD}" destId="{E920CDEC-7D2B-4BFE-975D-C475C8E20715}" srcOrd="0" destOrd="0" presId="urn:microsoft.com/office/officeart/2018/2/layout/IconVerticalSolidList"/>
    <dgm:cxn modelId="{52BB03E9-E736-4545-8F7E-F897DB5783EB}" type="presParOf" srcId="{6386054B-D0D7-4D43-BB3A-3995C8697DDD}" destId="{0FF63CCD-3D53-4CDA-A2EE-1882DB87B60B}" srcOrd="1" destOrd="0" presId="urn:microsoft.com/office/officeart/2018/2/layout/IconVerticalSolidList"/>
    <dgm:cxn modelId="{3F557545-462B-4C68-8946-C40F5D95ECCC}" type="presParOf" srcId="{6386054B-D0D7-4D43-BB3A-3995C8697DDD}" destId="{876CCCA9-96A5-4A1C-85A4-6B0DCBBFC393}" srcOrd="2" destOrd="0" presId="urn:microsoft.com/office/officeart/2018/2/layout/IconVerticalSolidList"/>
    <dgm:cxn modelId="{6863D401-238E-4AE9-B835-360905CAA7E6}" type="presParOf" srcId="{6386054B-D0D7-4D43-BB3A-3995C8697DDD}" destId="{8653EC8B-7FDA-4688-9794-351451F5BFA7}" srcOrd="3" destOrd="0" presId="urn:microsoft.com/office/officeart/2018/2/layout/IconVerticalSolidList"/>
    <dgm:cxn modelId="{732AF266-0EBB-44A7-B9CC-94A69F17ADD1}" type="presParOf" srcId="{92A8FB62-970C-41DF-AC39-CCDEE4B41009}" destId="{81A0758A-C76C-4822-BB21-1E17D9B377A0}" srcOrd="5" destOrd="0" presId="urn:microsoft.com/office/officeart/2018/2/layout/IconVerticalSolidList"/>
    <dgm:cxn modelId="{5D1F83FE-DCDD-4371-B34D-984BB021B6DE}" type="presParOf" srcId="{92A8FB62-970C-41DF-AC39-CCDEE4B41009}" destId="{E80D9370-6149-45EA-9A41-A4B9B831FEDD}" srcOrd="6" destOrd="0" presId="urn:microsoft.com/office/officeart/2018/2/layout/IconVerticalSolidList"/>
    <dgm:cxn modelId="{18D3639A-F217-4AFF-835A-AEDC9EA45755}" type="presParOf" srcId="{E80D9370-6149-45EA-9A41-A4B9B831FEDD}" destId="{676E9B08-A5E6-4212-A9DF-5C6249DA3D9C}" srcOrd="0" destOrd="0" presId="urn:microsoft.com/office/officeart/2018/2/layout/IconVerticalSolidList"/>
    <dgm:cxn modelId="{03071A65-F8A6-4D57-8288-C82CF083CA99}" type="presParOf" srcId="{E80D9370-6149-45EA-9A41-A4B9B831FEDD}" destId="{5B55A90A-7D3F-4C29-B6F6-EAEF53A34DEC}" srcOrd="1" destOrd="0" presId="urn:microsoft.com/office/officeart/2018/2/layout/IconVerticalSolidList"/>
    <dgm:cxn modelId="{108B1812-4F48-4185-A34D-10CB1C7D54E7}" type="presParOf" srcId="{E80D9370-6149-45EA-9A41-A4B9B831FEDD}" destId="{CAF9A35A-AE89-4EBE-BD14-24E084756B71}" srcOrd="2" destOrd="0" presId="urn:microsoft.com/office/officeart/2018/2/layout/IconVerticalSolidList"/>
    <dgm:cxn modelId="{BDFBD79D-D596-4E8C-A9F4-05E1C60DAACA}" type="presParOf" srcId="{E80D9370-6149-45EA-9A41-A4B9B831FEDD}" destId="{26D1570C-2602-4C8A-A69F-D915AC9AD1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EFD17D-587D-4B2C-9E20-B4A30D653D8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0EA2E7-590C-459B-BA43-E8B94F11D139}">
      <dgm:prSet/>
      <dgm:spPr/>
      <dgm:t>
        <a:bodyPr/>
        <a:lstStyle/>
        <a:p>
          <a:r>
            <a:rPr lang="es-ES"/>
            <a:t>Los structs son la base para crear tipos personalizados en Go.</a:t>
          </a:r>
          <a:endParaRPr lang="en-US"/>
        </a:p>
      </dgm:t>
    </dgm:pt>
    <dgm:pt modelId="{F5C9F457-E31B-42A5-93E2-C38AD0BBDF9F}" type="parTrans" cxnId="{AA98206E-B620-45D7-9606-CF85384C22E0}">
      <dgm:prSet/>
      <dgm:spPr/>
      <dgm:t>
        <a:bodyPr/>
        <a:lstStyle/>
        <a:p>
          <a:endParaRPr lang="en-US"/>
        </a:p>
      </dgm:t>
    </dgm:pt>
    <dgm:pt modelId="{E559AFDB-3157-47C6-BDFA-02A53BB80254}" type="sibTrans" cxnId="{AA98206E-B620-45D7-9606-CF85384C22E0}">
      <dgm:prSet/>
      <dgm:spPr/>
      <dgm:t>
        <a:bodyPr/>
        <a:lstStyle/>
        <a:p>
          <a:endParaRPr lang="en-US"/>
        </a:p>
      </dgm:t>
    </dgm:pt>
    <dgm:pt modelId="{72BB69E3-A22A-4C74-AFB5-A8B47A3F17BB}">
      <dgm:prSet/>
      <dgm:spPr/>
      <dgm:t>
        <a:bodyPr/>
        <a:lstStyle/>
        <a:p>
          <a:r>
            <a:rPr lang="es-ES"/>
            <a:t>Te permiten estructurar tus programas de forma limpia, modular y legible.</a:t>
          </a:r>
          <a:endParaRPr lang="en-US"/>
        </a:p>
      </dgm:t>
    </dgm:pt>
    <dgm:pt modelId="{4290296C-E0AA-44DF-AA55-A70B418239C3}" type="parTrans" cxnId="{528EC8E0-9B44-44A8-97EB-3A48B4013625}">
      <dgm:prSet/>
      <dgm:spPr/>
      <dgm:t>
        <a:bodyPr/>
        <a:lstStyle/>
        <a:p>
          <a:endParaRPr lang="en-US"/>
        </a:p>
      </dgm:t>
    </dgm:pt>
    <dgm:pt modelId="{7FD382E0-7702-47A7-97A3-B3ED0FFBCC0F}" type="sibTrans" cxnId="{528EC8E0-9B44-44A8-97EB-3A48B4013625}">
      <dgm:prSet/>
      <dgm:spPr/>
      <dgm:t>
        <a:bodyPr/>
        <a:lstStyle/>
        <a:p>
          <a:endParaRPr lang="en-US"/>
        </a:p>
      </dgm:t>
    </dgm:pt>
    <dgm:pt modelId="{42A23871-207D-40BA-80EC-AF04A55ED46F}">
      <dgm:prSet/>
      <dgm:spPr/>
      <dgm:t>
        <a:bodyPr/>
        <a:lstStyle/>
        <a:p>
          <a:r>
            <a:rPr lang="es-ES"/>
            <a:t>Slices + Structs = combinación poderosa en desarrollo real.</a:t>
          </a:r>
          <a:endParaRPr lang="en-US"/>
        </a:p>
      </dgm:t>
    </dgm:pt>
    <dgm:pt modelId="{9E9B6AFB-F941-4375-A06F-BB44E34B4B31}" type="parTrans" cxnId="{1AF521CE-FB60-43A2-A9B5-AAFFB67D3FB5}">
      <dgm:prSet/>
      <dgm:spPr/>
      <dgm:t>
        <a:bodyPr/>
        <a:lstStyle/>
        <a:p>
          <a:endParaRPr lang="en-US"/>
        </a:p>
      </dgm:t>
    </dgm:pt>
    <dgm:pt modelId="{3E715732-D7EA-4AEC-9F52-152A244134BA}" type="sibTrans" cxnId="{1AF521CE-FB60-43A2-A9B5-AAFFB67D3FB5}">
      <dgm:prSet/>
      <dgm:spPr/>
      <dgm:t>
        <a:bodyPr/>
        <a:lstStyle/>
        <a:p>
          <a:endParaRPr lang="en-US"/>
        </a:p>
      </dgm:t>
    </dgm:pt>
    <dgm:pt modelId="{37AE3C14-3D44-43F4-B68A-D1FEFD5C9264}" type="pres">
      <dgm:prSet presAssocID="{65EFD17D-587D-4B2C-9E20-B4A30D653D80}" presName="linear" presStyleCnt="0">
        <dgm:presLayoutVars>
          <dgm:animLvl val="lvl"/>
          <dgm:resizeHandles val="exact"/>
        </dgm:presLayoutVars>
      </dgm:prSet>
      <dgm:spPr/>
    </dgm:pt>
    <dgm:pt modelId="{73D75C7C-367C-4E5F-86F5-A5221DF9CFF5}" type="pres">
      <dgm:prSet presAssocID="{450EA2E7-590C-459B-BA43-E8B94F11D13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34B2393-BCD8-42D3-AB0A-B6EA0B6BCC0C}" type="pres">
      <dgm:prSet presAssocID="{E559AFDB-3157-47C6-BDFA-02A53BB80254}" presName="spacer" presStyleCnt="0"/>
      <dgm:spPr/>
    </dgm:pt>
    <dgm:pt modelId="{E72A2447-1A38-454C-88DE-55EEDF1B95EE}" type="pres">
      <dgm:prSet presAssocID="{72BB69E3-A22A-4C74-AFB5-A8B47A3F17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DB5EDC-9A51-40E5-B5BA-EAA1B86BF7F3}" type="pres">
      <dgm:prSet presAssocID="{7FD382E0-7702-47A7-97A3-B3ED0FFBCC0F}" presName="spacer" presStyleCnt="0"/>
      <dgm:spPr/>
    </dgm:pt>
    <dgm:pt modelId="{9BF330F7-0580-4521-9C52-62B3309A7E55}" type="pres">
      <dgm:prSet presAssocID="{42A23871-207D-40BA-80EC-AF04A55ED4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A660426-A8D1-4606-A939-68686A2883EC}" type="presOf" srcId="{450EA2E7-590C-459B-BA43-E8B94F11D139}" destId="{73D75C7C-367C-4E5F-86F5-A5221DF9CFF5}" srcOrd="0" destOrd="0" presId="urn:microsoft.com/office/officeart/2005/8/layout/vList2"/>
    <dgm:cxn modelId="{AA98206E-B620-45D7-9606-CF85384C22E0}" srcId="{65EFD17D-587D-4B2C-9E20-B4A30D653D80}" destId="{450EA2E7-590C-459B-BA43-E8B94F11D139}" srcOrd="0" destOrd="0" parTransId="{F5C9F457-E31B-42A5-93E2-C38AD0BBDF9F}" sibTransId="{E559AFDB-3157-47C6-BDFA-02A53BB80254}"/>
    <dgm:cxn modelId="{F7D12F7D-F10D-4BF7-9471-F33A499C9402}" type="presOf" srcId="{72BB69E3-A22A-4C74-AFB5-A8B47A3F17BB}" destId="{E72A2447-1A38-454C-88DE-55EEDF1B95EE}" srcOrd="0" destOrd="0" presId="urn:microsoft.com/office/officeart/2005/8/layout/vList2"/>
    <dgm:cxn modelId="{1AF521CE-FB60-43A2-A9B5-AAFFB67D3FB5}" srcId="{65EFD17D-587D-4B2C-9E20-B4A30D653D80}" destId="{42A23871-207D-40BA-80EC-AF04A55ED46F}" srcOrd="2" destOrd="0" parTransId="{9E9B6AFB-F941-4375-A06F-BB44E34B4B31}" sibTransId="{3E715732-D7EA-4AEC-9F52-152A244134BA}"/>
    <dgm:cxn modelId="{CDBB08DE-9C07-448D-895A-2CFB183D7CAD}" type="presOf" srcId="{42A23871-207D-40BA-80EC-AF04A55ED46F}" destId="{9BF330F7-0580-4521-9C52-62B3309A7E55}" srcOrd="0" destOrd="0" presId="urn:microsoft.com/office/officeart/2005/8/layout/vList2"/>
    <dgm:cxn modelId="{528EC8E0-9B44-44A8-97EB-3A48B4013625}" srcId="{65EFD17D-587D-4B2C-9E20-B4A30D653D80}" destId="{72BB69E3-A22A-4C74-AFB5-A8B47A3F17BB}" srcOrd="1" destOrd="0" parTransId="{4290296C-E0AA-44DF-AA55-A70B418239C3}" sibTransId="{7FD382E0-7702-47A7-97A3-B3ED0FFBCC0F}"/>
    <dgm:cxn modelId="{AFE8C9ED-B115-4336-8647-63A2F6DC2F1C}" type="presOf" srcId="{65EFD17D-587D-4B2C-9E20-B4A30D653D80}" destId="{37AE3C14-3D44-43F4-B68A-D1FEFD5C9264}" srcOrd="0" destOrd="0" presId="urn:microsoft.com/office/officeart/2005/8/layout/vList2"/>
    <dgm:cxn modelId="{F4C7895B-59D6-4D4A-9834-02660458B5AC}" type="presParOf" srcId="{37AE3C14-3D44-43F4-B68A-D1FEFD5C9264}" destId="{73D75C7C-367C-4E5F-86F5-A5221DF9CFF5}" srcOrd="0" destOrd="0" presId="urn:microsoft.com/office/officeart/2005/8/layout/vList2"/>
    <dgm:cxn modelId="{00409366-2AD8-4D72-B4C7-89EC590B7E9F}" type="presParOf" srcId="{37AE3C14-3D44-43F4-B68A-D1FEFD5C9264}" destId="{F34B2393-BCD8-42D3-AB0A-B6EA0B6BCC0C}" srcOrd="1" destOrd="0" presId="urn:microsoft.com/office/officeart/2005/8/layout/vList2"/>
    <dgm:cxn modelId="{3869018F-C179-4E1E-B5AD-C0A55B7264B4}" type="presParOf" srcId="{37AE3C14-3D44-43F4-B68A-D1FEFD5C9264}" destId="{E72A2447-1A38-454C-88DE-55EEDF1B95EE}" srcOrd="2" destOrd="0" presId="urn:microsoft.com/office/officeart/2005/8/layout/vList2"/>
    <dgm:cxn modelId="{63BAA441-0396-4E96-AA65-29C1259AB09E}" type="presParOf" srcId="{37AE3C14-3D44-43F4-B68A-D1FEFD5C9264}" destId="{07DB5EDC-9A51-40E5-B5BA-EAA1B86BF7F3}" srcOrd="3" destOrd="0" presId="urn:microsoft.com/office/officeart/2005/8/layout/vList2"/>
    <dgm:cxn modelId="{7C41BB40-82CF-4EFA-BDCF-1BA46EBBEAAB}" type="presParOf" srcId="{37AE3C14-3D44-43F4-B68A-D1FEFD5C9264}" destId="{9BF330F7-0580-4521-9C52-62B3309A7E5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17294C-AD93-4474-B269-9D60DDE9CFE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61B869-5E75-473F-8546-642DD2ED2DC2}">
      <dgm:prSet/>
      <dgm:spPr/>
      <dgm:t>
        <a:bodyPr/>
        <a:lstStyle/>
        <a:p>
          <a:pPr>
            <a:defRPr b="1"/>
          </a:pPr>
          <a:r>
            <a:rPr lang="en-US"/>
            <a:t>¿Qué es un Slice?</a:t>
          </a:r>
        </a:p>
      </dgm:t>
    </dgm:pt>
    <dgm:pt modelId="{9FF908C3-D331-4895-B7E9-D01D1F872029}" type="parTrans" cxnId="{69AA95A6-5457-4CC5-935A-7097F131F851}">
      <dgm:prSet/>
      <dgm:spPr/>
      <dgm:t>
        <a:bodyPr/>
        <a:lstStyle/>
        <a:p>
          <a:endParaRPr lang="en-US"/>
        </a:p>
      </dgm:t>
    </dgm:pt>
    <dgm:pt modelId="{389C3560-EB05-4A98-ABB2-FDD64FF5BB56}" type="sibTrans" cxnId="{69AA95A6-5457-4CC5-935A-7097F131F851}">
      <dgm:prSet/>
      <dgm:spPr/>
      <dgm:t>
        <a:bodyPr/>
        <a:lstStyle/>
        <a:p>
          <a:endParaRPr lang="en-US"/>
        </a:p>
      </dgm:t>
    </dgm:pt>
    <dgm:pt modelId="{4383FE24-A4A0-41EB-8D38-F8B2C1C89BD0}">
      <dgm:prSet/>
      <dgm:spPr/>
      <dgm:t>
        <a:bodyPr/>
        <a:lstStyle/>
        <a:p>
          <a:r>
            <a:rPr lang="es-ES"/>
            <a:t>Una estructura flexible y dinámica basada en arrays.</a:t>
          </a:r>
          <a:endParaRPr lang="en-US"/>
        </a:p>
      </dgm:t>
    </dgm:pt>
    <dgm:pt modelId="{434202AC-CE82-492A-8FE7-808B3D7EC643}" type="parTrans" cxnId="{7D96ECC7-8E84-48B1-8FB5-C3CF91DD8D34}">
      <dgm:prSet/>
      <dgm:spPr/>
      <dgm:t>
        <a:bodyPr/>
        <a:lstStyle/>
        <a:p>
          <a:endParaRPr lang="en-US"/>
        </a:p>
      </dgm:t>
    </dgm:pt>
    <dgm:pt modelId="{A0B1AFFC-AE85-4002-B513-1D5EC9F862EB}" type="sibTrans" cxnId="{7D96ECC7-8E84-48B1-8FB5-C3CF91DD8D34}">
      <dgm:prSet/>
      <dgm:spPr/>
      <dgm:t>
        <a:bodyPr/>
        <a:lstStyle/>
        <a:p>
          <a:endParaRPr lang="en-US"/>
        </a:p>
      </dgm:t>
    </dgm:pt>
    <dgm:pt modelId="{84FF4738-FFEC-4627-9E23-5FCE4278622F}">
      <dgm:prSet/>
      <dgm:spPr/>
      <dgm:t>
        <a:bodyPr/>
        <a:lstStyle/>
        <a:p>
          <a:r>
            <a:rPr lang="es-ES"/>
            <a:t>Puede cambiar de tamaño y es mucho más usada que los arrays fijos</a:t>
          </a:r>
          <a:r>
            <a:rPr lang="en-US"/>
            <a:t>.</a:t>
          </a:r>
        </a:p>
      </dgm:t>
    </dgm:pt>
    <dgm:pt modelId="{87F1EEB5-8701-4863-B0C7-E99E027452DF}" type="parTrans" cxnId="{ED30FAAB-77B4-489B-BCBE-DE3911E1D72C}">
      <dgm:prSet/>
      <dgm:spPr/>
      <dgm:t>
        <a:bodyPr/>
        <a:lstStyle/>
        <a:p>
          <a:endParaRPr lang="en-US"/>
        </a:p>
      </dgm:t>
    </dgm:pt>
    <dgm:pt modelId="{95C553C2-1D3F-48B5-9A94-EC3FA0214275}" type="sibTrans" cxnId="{ED30FAAB-77B4-489B-BCBE-DE3911E1D72C}">
      <dgm:prSet/>
      <dgm:spPr/>
      <dgm:t>
        <a:bodyPr/>
        <a:lstStyle/>
        <a:p>
          <a:endParaRPr lang="en-US"/>
        </a:p>
      </dgm:t>
    </dgm:pt>
    <dgm:pt modelId="{94B94271-F968-43C8-B624-4033086B855B}">
      <dgm:prSet/>
      <dgm:spPr/>
      <dgm:t>
        <a:bodyPr/>
        <a:lstStyle/>
        <a:p>
          <a:pPr>
            <a:defRPr b="1"/>
          </a:pPr>
          <a:r>
            <a:rPr lang="es-ES"/>
            <a:t>¿Qué es una matriz dinámica (slice de slices)?</a:t>
          </a:r>
          <a:endParaRPr lang="en-US"/>
        </a:p>
      </dgm:t>
    </dgm:pt>
    <dgm:pt modelId="{A4E26EB7-54C8-4783-BFDB-B982D3624CAC}" type="parTrans" cxnId="{F3707D17-C930-4A68-98CB-D3E7C358E7D3}">
      <dgm:prSet/>
      <dgm:spPr/>
      <dgm:t>
        <a:bodyPr/>
        <a:lstStyle/>
        <a:p>
          <a:endParaRPr lang="en-US"/>
        </a:p>
      </dgm:t>
    </dgm:pt>
    <dgm:pt modelId="{FD7FD573-DB55-4DD6-831F-18C2903618C1}" type="sibTrans" cxnId="{F3707D17-C930-4A68-98CB-D3E7C358E7D3}">
      <dgm:prSet/>
      <dgm:spPr/>
      <dgm:t>
        <a:bodyPr/>
        <a:lstStyle/>
        <a:p>
          <a:endParaRPr lang="en-US"/>
        </a:p>
      </dgm:t>
    </dgm:pt>
    <dgm:pt modelId="{7BEBFE0B-86B4-4F0F-80D5-2A150AD758EF}">
      <dgm:prSet/>
      <dgm:spPr/>
      <dgm:t>
        <a:bodyPr/>
        <a:lstStyle/>
        <a:p>
          <a:r>
            <a:rPr lang="es-ES"/>
            <a:t>Representación de matrices mediante slices anidados.</a:t>
          </a:r>
          <a:endParaRPr lang="en-US"/>
        </a:p>
      </dgm:t>
    </dgm:pt>
    <dgm:pt modelId="{95A14433-3998-4C54-B3B4-773D81C245BF}" type="parTrans" cxnId="{FC582B3A-CFE3-4B08-98B3-8F3D83255B8E}">
      <dgm:prSet/>
      <dgm:spPr/>
      <dgm:t>
        <a:bodyPr/>
        <a:lstStyle/>
        <a:p>
          <a:endParaRPr lang="en-US"/>
        </a:p>
      </dgm:t>
    </dgm:pt>
    <dgm:pt modelId="{09A16138-9CC6-400A-BF60-DB28CFA82297}" type="sibTrans" cxnId="{FC582B3A-CFE3-4B08-98B3-8F3D83255B8E}">
      <dgm:prSet/>
      <dgm:spPr/>
      <dgm:t>
        <a:bodyPr/>
        <a:lstStyle/>
        <a:p>
          <a:endParaRPr lang="en-US"/>
        </a:p>
      </dgm:t>
    </dgm:pt>
    <dgm:pt modelId="{BF91B377-572C-4783-B83B-32B7A00F9068}">
      <dgm:prSet/>
      <dgm:spPr/>
      <dgm:t>
        <a:bodyPr/>
        <a:lstStyle/>
        <a:p>
          <a:r>
            <a:rPr lang="es-ES"/>
            <a:t>Muy útil para estructuras 2D con flexibilidad.</a:t>
          </a:r>
          <a:endParaRPr lang="en-US"/>
        </a:p>
      </dgm:t>
    </dgm:pt>
    <dgm:pt modelId="{3E30E9B5-C799-4E30-9FD0-7FE0AF44D633}" type="parTrans" cxnId="{4D80FB86-E623-4C40-BC89-656FB7EBE2A2}">
      <dgm:prSet/>
      <dgm:spPr/>
      <dgm:t>
        <a:bodyPr/>
        <a:lstStyle/>
        <a:p>
          <a:endParaRPr lang="en-US"/>
        </a:p>
      </dgm:t>
    </dgm:pt>
    <dgm:pt modelId="{71E0385B-4744-4995-A7C2-6B798FEFD7FD}" type="sibTrans" cxnId="{4D80FB86-E623-4C40-BC89-656FB7EBE2A2}">
      <dgm:prSet/>
      <dgm:spPr/>
      <dgm:t>
        <a:bodyPr/>
        <a:lstStyle/>
        <a:p>
          <a:endParaRPr lang="en-US"/>
        </a:p>
      </dgm:t>
    </dgm:pt>
    <dgm:pt modelId="{36B706B3-E3AA-4161-AAB7-67AC6DAE75A0}" type="pres">
      <dgm:prSet presAssocID="{3C17294C-AD93-4474-B269-9D60DDE9CFE4}" presName="root" presStyleCnt="0">
        <dgm:presLayoutVars>
          <dgm:dir/>
          <dgm:resizeHandles val="exact"/>
        </dgm:presLayoutVars>
      </dgm:prSet>
      <dgm:spPr/>
    </dgm:pt>
    <dgm:pt modelId="{A9329969-EB95-47C4-B259-0C914098EDB0}" type="pres">
      <dgm:prSet presAssocID="{3D61B869-5E75-473F-8546-642DD2ED2DC2}" presName="compNode" presStyleCnt="0"/>
      <dgm:spPr/>
    </dgm:pt>
    <dgm:pt modelId="{8FF726FE-69D2-4A86-BE22-50F5E375A23E}" type="pres">
      <dgm:prSet presAssocID="{3D61B869-5E75-473F-8546-642DD2ED2D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37FA4204-58F5-416C-BC37-AEC929E44900}" type="pres">
      <dgm:prSet presAssocID="{3D61B869-5E75-473F-8546-642DD2ED2DC2}" presName="iconSpace" presStyleCnt="0"/>
      <dgm:spPr/>
    </dgm:pt>
    <dgm:pt modelId="{DCADE6FB-A42C-4C10-B55D-1FE53E1213BF}" type="pres">
      <dgm:prSet presAssocID="{3D61B869-5E75-473F-8546-642DD2ED2DC2}" presName="parTx" presStyleLbl="revTx" presStyleIdx="0" presStyleCnt="4">
        <dgm:presLayoutVars>
          <dgm:chMax val="0"/>
          <dgm:chPref val="0"/>
        </dgm:presLayoutVars>
      </dgm:prSet>
      <dgm:spPr/>
    </dgm:pt>
    <dgm:pt modelId="{0B1033CB-0517-462F-BC0B-B7FB0EDC2D2B}" type="pres">
      <dgm:prSet presAssocID="{3D61B869-5E75-473F-8546-642DD2ED2DC2}" presName="txSpace" presStyleCnt="0"/>
      <dgm:spPr/>
    </dgm:pt>
    <dgm:pt modelId="{5DAAA415-AEF9-4553-8CD0-CBC00C70B6B2}" type="pres">
      <dgm:prSet presAssocID="{3D61B869-5E75-473F-8546-642DD2ED2DC2}" presName="desTx" presStyleLbl="revTx" presStyleIdx="1" presStyleCnt="4">
        <dgm:presLayoutVars/>
      </dgm:prSet>
      <dgm:spPr/>
    </dgm:pt>
    <dgm:pt modelId="{7AA87AA9-D030-48ED-B91E-AFC49F4662D2}" type="pres">
      <dgm:prSet presAssocID="{389C3560-EB05-4A98-ABB2-FDD64FF5BB56}" presName="sibTrans" presStyleCnt="0"/>
      <dgm:spPr/>
    </dgm:pt>
    <dgm:pt modelId="{963ACA2F-0EE1-4785-94E9-458F13E5D192}" type="pres">
      <dgm:prSet presAssocID="{94B94271-F968-43C8-B624-4033086B855B}" presName="compNode" presStyleCnt="0"/>
      <dgm:spPr/>
    </dgm:pt>
    <dgm:pt modelId="{0C5BDB0C-9388-4F6F-AA05-79690CBAA895}" type="pres">
      <dgm:prSet presAssocID="{94B94271-F968-43C8-B624-4033086B855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7F6DF7B1-CAD1-4680-B8E0-901944309654}" type="pres">
      <dgm:prSet presAssocID="{94B94271-F968-43C8-B624-4033086B855B}" presName="iconSpace" presStyleCnt="0"/>
      <dgm:spPr/>
    </dgm:pt>
    <dgm:pt modelId="{B71BE90F-071D-434C-8517-5E6CC2B57187}" type="pres">
      <dgm:prSet presAssocID="{94B94271-F968-43C8-B624-4033086B855B}" presName="parTx" presStyleLbl="revTx" presStyleIdx="2" presStyleCnt="4">
        <dgm:presLayoutVars>
          <dgm:chMax val="0"/>
          <dgm:chPref val="0"/>
        </dgm:presLayoutVars>
      </dgm:prSet>
      <dgm:spPr/>
    </dgm:pt>
    <dgm:pt modelId="{D75B2A56-A70E-4A19-8EEC-4E525FBA4D5E}" type="pres">
      <dgm:prSet presAssocID="{94B94271-F968-43C8-B624-4033086B855B}" presName="txSpace" presStyleCnt="0"/>
      <dgm:spPr/>
    </dgm:pt>
    <dgm:pt modelId="{DF20769A-FF31-42D8-8043-CBFD6061DA01}" type="pres">
      <dgm:prSet presAssocID="{94B94271-F968-43C8-B624-4033086B855B}" presName="desTx" presStyleLbl="revTx" presStyleIdx="3" presStyleCnt="4">
        <dgm:presLayoutVars/>
      </dgm:prSet>
      <dgm:spPr/>
    </dgm:pt>
  </dgm:ptLst>
  <dgm:cxnLst>
    <dgm:cxn modelId="{F3707D17-C930-4A68-98CB-D3E7C358E7D3}" srcId="{3C17294C-AD93-4474-B269-9D60DDE9CFE4}" destId="{94B94271-F968-43C8-B624-4033086B855B}" srcOrd="1" destOrd="0" parTransId="{A4E26EB7-54C8-4783-BFDB-B982D3624CAC}" sibTransId="{FD7FD573-DB55-4DD6-831F-18C2903618C1}"/>
    <dgm:cxn modelId="{657A5224-FC48-458B-8B58-475757E66927}" type="presOf" srcId="{3C17294C-AD93-4474-B269-9D60DDE9CFE4}" destId="{36B706B3-E3AA-4161-AAB7-67AC6DAE75A0}" srcOrd="0" destOrd="0" presId="urn:microsoft.com/office/officeart/2018/2/layout/IconLabelDescriptionList"/>
    <dgm:cxn modelId="{FC582B3A-CFE3-4B08-98B3-8F3D83255B8E}" srcId="{94B94271-F968-43C8-B624-4033086B855B}" destId="{7BEBFE0B-86B4-4F0F-80D5-2A150AD758EF}" srcOrd="0" destOrd="0" parTransId="{95A14433-3998-4C54-B3B4-773D81C245BF}" sibTransId="{09A16138-9CC6-400A-BF60-DB28CFA82297}"/>
    <dgm:cxn modelId="{432C3667-AC4C-4AC1-8676-1DE4DD9DE7F2}" type="presOf" srcId="{BF91B377-572C-4783-B83B-32B7A00F9068}" destId="{DF20769A-FF31-42D8-8043-CBFD6061DA01}" srcOrd="0" destOrd="1" presId="urn:microsoft.com/office/officeart/2018/2/layout/IconLabelDescriptionList"/>
    <dgm:cxn modelId="{ED13656E-98F7-4A88-9E5E-6895FA9BF008}" type="presOf" srcId="{94B94271-F968-43C8-B624-4033086B855B}" destId="{B71BE90F-071D-434C-8517-5E6CC2B57187}" srcOrd="0" destOrd="0" presId="urn:microsoft.com/office/officeart/2018/2/layout/IconLabelDescriptionList"/>
    <dgm:cxn modelId="{4D80FB86-E623-4C40-BC89-656FB7EBE2A2}" srcId="{94B94271-F968-43C8-B624-4033086B855B}" destId="{BF91B377-572C-4783-B83B-32B7A00F9068}" srcOrd="1" destOrd="0" parTransId="{3E30E9B5-C799-4E30-9FD0-7FE0AF44D633}" sibTransId="{71E0385B-4744-4995-A7C2-6B798FEFD7FD}"/>
    <dgm:cxn modelId="{7608AA9D-3FBF-49B3-A3B4-AD30B5E039B6}" type="presOf" srcId="{3D61B869-5E75-473F-8546-642DD2ED2DC2}" destId="{DCADE6FB-A42C-4C10-B55D-1FE53E1213BF}" srcOrd="0" destOrd="0" presId="urn:microsoft.com/office/officeart/2018/2/layout/IconLabelDescriptionList"/>
    <dgm:cxn modelId="{7120339E-3A1F-4EDA-A646-E0D869353043}" type="presOf" srcId="{84FF4738-FFEC-4627-9E23-5FCE4278622F}" destId="{5DAAA415-AEF9-4553-8CD0-CBC00C70B6B2}" srcOrd="0" destOrd="1" presId="urn:microsoft.com/office/officeart/2018/2/layout/IconLabelDescriptionList"/>
    <dgm:cxn modelId="{69AA95A6-5457-4CC5-935A-7097F131F851}" srcId="{3C17294C-AD93-4474-B269-9D60DDE9CFE4}" destId="{3D61B869-5E75-473F-8546-642DD2ED2DC2}" srcOrd="0" destOrd="0" parTransId="{9FF908C3-D331-4895-B7E9-D01D1F872029}" sibTransId="{389C3560-EB05-4A98-ABB2-FDD64FF5BB56}"/>
    <dgm:cxn modelId="{ED30FAAB-77B4-489B-BCBE-DE3911E1D72C}" srcId="{3D61B869-5E75-473F-8546-642DD2ED2DC2}" destId="{84FF4738-FFEC-4627-9E23-5FCE4278622F}" srcOrd="1" destOrd="0" parTransId="{87F1EEB5-8701-4863-B0C7-E99E027452DF}" sibTransId="{95C553C2-1D3F-48B5-9A94-EC3FA0214275}"/>
    <dgm:cxn modelId="{7D96ECC7-8E84-48B1-8FB5-C3CF91DD8D34}" srcId="{3D61B869-5E75-473F-8546-642DD2ED2DC2}" destId="{4383FE24-A4A0-41EB-8D38-F8B2C1C89BD0}" srcOrd="0" destOrd="0" parTransId="{434202AC-CE82-492A-8FE7-808B3D7EC643}" sibTransId="{A0B1AFFC-AE85-4002-B513-1D5EC9F862EB}"/>
    <dgm:cxn modelId="{4002F5CC-30D5-4873-A6F6-57144446644D}" type="presOf" srcId="{7BEBFE0B-86B4-4F0F-80D5-2A150AD758EF}" destId="{DF20769A-FF31-42D8-8043-CBFD6061DA01}" srcOrd="0" destOrd="0" presId="urn:microsoft.com/office/officeart/2018/2/layout/IconLabelDescriptionList"/>
    <dgm:cxn modelId="{E9D3DAED-3837-4AB9-B481-79D25C154651}" type="presOf" srcId="{4383FE24-A4A0-41EB-8D38-F8B2C1C89BD0}" destId="{5DAAA415-AEF9-4553-8CD0-CBC00C70B6B2}" srcOrd="0" destOrd="0" presId="urn:microsoft.com/office/officeart/2018/2/layout/IconLabelDescriptionList"/>
    <dgm:cxn modelId="{B43F4DC0-BF4C-4261-867E-52B586D38237}" type="presParOf" srcId="{36B706B3-E3AA-4161-AAB7-67AC6DAE75A0}" destId="{A9329969-EB95-47C4-B259-0C914098EDB0}" srcOrd="0" destOrd="0" presId="urn:microsoft.com/office/officeart/2018/2/layout/IconLabelDescriptionList"/>
    <dgm:cxn modelId="{E976ED0F-CDE6-408D-B140-3BE7DFA2A5D9}" type="presParOf" srcId="{A9329969-EB95-47C4-B259-0C914098EDB0}" destId="{8FF726FE-69D2-4A86-BE22-50F5E375A23E}" srcOrd="0" destOrd="0" presId="urn:microsoft.com/office/officeart/2018/2/layout/IconLabelDescriptionList"/>
    <dgm:cxn modelId="{543F8304-81E5-4873-B788-77D19205F976}" type="presParOf" srcId="{A9329969-EB95-47C4-B259-0C914098EDB0}" destId="{37FA4204-58F5-416C-BC37-AEC929E44900}" srcOrd="1" destOrd="0" presId="urn:microsoft.com/office/officeart/2018/2/layout/IconLabelDescriptionList"/>
    <dgm:cxn modelId="{32743EFA-FF65-4B96-B8A8-2AC13FBF8EEB}" type="presParOf" srcId="{A9329969-EB95-47C4-B259-0C914098EDB0}" destId="{DCADE6FB-A42C-4C10-B55D-1FE53E1213BF}" srcOrd="2" destOrd="0" presId="urn:microsoft.com/office/officeart/2018/2/layout/IconLabelDescriptionList"/>
    <dgm:cxn modelId="{8EB60EF8-79FD-4CAC-96AC-1B1F9B2AC4C3}" type="presParOf" srcId="{A9329969-EB95-47C4-B259-0C914098EDB0}" destId="{0B1033CB-0517-462F-BC0B-B7FB0EDC2D2B}" srcOrd="3" destOrd="0" presId="urn:microsoft.com/office/officeart/2018/2/layout/IconLabelDescriptionList"/>
    <dgm:cxn modelId="{B3CA21C2-5D4C-42DC-B803-B69A48F516A9}" type="presParOf" srcId="{A9329969-EB95-47C4-B259-0C914098EDB0}" destId="{5DAAA415-AEF9-4553-8CD0-CBC00C70B6B2}" srcOrd="4" destOrd="0" presId="urn:microsoft.com/office/officeart/2018/2/layout/IconLabelDescriptionList"/>
    <dgm:cxn modelId="{2C1314E5-2EFB-4E73-A87F-A729B1E5AEF3}" type="presParOf" srcId="{36B706B3-E3AA-4161-AAB7-67AC6DAE75A0}" destId="{7AA87AA9-D030-48ED-B91E-AFC49F4662D2}" srcOrd="1" destOrd="0" presId="urn:microsoft.com/office/officeart/2018/2/layout/IconLabelDescriptionList"/>
    <dgm:cxn modelId="{050E01F1-198D-4038-A71E-A43B4103A5D2}" type="presParOf" srcId="{36B706B3-E3AA-4161-AAB7-67AC6DAE75A0}" destId="{963ACA2F-0EE1-4785-94E9-458F13E5D192}" srcOrd="2" destOrd="0" presId="urn:microsoft.com/office/officeart/2018/2/layout/IconLabelDescriptionList"/>
    <dgm:cxn modelId="{414BC8A6-31FC-4502-BED3-2A1B05839E9E}" type="presParOf" srcId="{963ACA2F-0EE1-4785-94E9-458F13E5D192}" destId="{0C5BDB0C-9388-4F6F-AA05-79690CBAA895}" srcOrd="0" destOrd="0" presId="urn:microsoft.com/office/officeart/2018/2/layout/IconLabelDescriptionList"/>
    <dgm:cxn modelId="{DD090856-8C83-405A-9109-C16EC21C2935}" type="presParOf" srcId="{963ACA2F-0EE1-4785-94E9-458F13E5D192}" destId="{7F6DF7B1-CAD1-4680-B8E0-901944309654}" srcOrd="1" destOrd="0" presId="urn:microsoft.com/office/officeart/2018/2/layout/IconLabelDescriptionList"/>
    <dgm:cxn modelId="{0C19CDAE-B679-44F0-ACF9-C387740D7DCB}" type="presParOf" srcId="{963ACA2F-0EE1-4785-94E9-458F13E5D192}" destId="{B71BE90F-071D-434C-8517-5E6CC2B57187}" srcOrd="2" destOrd="0" presId="urn:microsoft.com/office/officeart/2018/2/layout/IconLabelDescriptionList"/>
    <dgm:cxn modelId="{833FDAC4-3EDF-4FFC-AC23-2F219B996584}" type="presParOf" srcId="{963ACA2F-0EE1-4785-94E9-458F13E5D192}" destId="{D75B2A56-A70E-4A19-8EEC-4E525FBA4D5E}" srcOrd="3" destOrd="0" presId="urn:microsoft.com/office/officeart/2018/2/layout/IconLabelDescriptionList"/>
    <dgm:cxn modelId="{EB0F6FE0-BA3D-4DE2-81AC-5BCB05934D77}" type="presParOf" srcId="{963ACA2F-0EE1-4785-94E9-458F13E5D192}" destId="{DF20769A-FF31-42D8-8043-CBFD6061DA0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D40617-3492-4627-8995-E157D2B883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7DD4E5-1406-439E-8386-19D4669CDFA1}">
      <dgm:prSet/>
      <dgm:spPr/>
      <dgm:t>
        <a:bodyPr/>
        <a:lstStyle/>
        <a:p>
          <a:r>
            <a:rPr lang="es-ES"/>
            <a:t>Los slices son estructuras poderosas en Go.</a:t>
          </a:r>
          <a:endParaRPr lang="en-US"/>
        </a:p>
      </dgm:t>
    </dgm:pt>
    <dgm:pt modelId="{BD196631-334F-4FFF-AFB2-C097C5CE8F42}" type="parTrans" cxnId="{2009EE8A-C02D-42B7-A8F3-DF3ECAA8C624}">
      <dgm:prSet/>
      <dgm:spPr/>
      <dgm:t>
        <a:bodyPr/>
        <a:lstStyle/>
        <a:p>
          <a:endParaRPr lang="en-US"/>
        </a:p>
      </dgm:t>
    </dgm:pt>
    <dgm:pt modelId="{9D9B8ED8-5414-467B-8AFF-A9A300200931}" type="sibTrans" cxnId="{2009EE8A-C02D-42B7-A8F3-DF3ECAA8C624}">
      <dgm:prSet/>
      <dgm:spPr/>
      <dgm:t>
        <a:bodyPr/>
        <a:lstStyle/>
        <a:p>
          <a:endParaRPr lang="en-US"/>
        </a:p>
      </dgm:t>
    </dgm:pt>
    <dgm:pt modelId="{13387856-E8D7-4F1C-9D0D-DD7A798F18AE}">
      <dgm:prSet/>
      <dgm:spPr/>
      <dgm:t>
        <a:bodyPr/>
        <a:lstStyle/>
        <a:p>
          <a:r>
            <a:rPr lang="es-ES"/>
            <a:t>Las matrices dinámicas son muy útiles en estructuras flexibles.</a:t>
          </a:r>
          <a:endParaRPr lang="en-US"/>
        </a:p>
      </dgm:t>
    </dgm:pt>
    <dgm:pt modelId="{3D205153-E6E4-40BD-9AEC-FA53D78EFECA}" type="parTrans" cxnId="{F587BCDA-3E57-4F57-BD2B-779F4962497E}">
      <dgm:prSet/>
      <dgm:spPr/>
      <dgm:t>
        <a:bodyPr/>
        <a:lstStyle/>
        <a:p>
          <a:endParaRPr lang="en-US"/>
        </a:p>
      </dgm:t>
    </dgm:pt>
    <dgm:pt modelId="{50BC87DF-F9CA-4121-86C5-C0D97056E0E1}" type="sibTrans" cxnId="{F587BCDA-3E57-4F57-BD2B-779F4962497E}">
      <dgm:prSet/>
      <dgm:spPr/>
      <dgm:t>
        <a:bodyPr/>
        <a:lstStyle/>
        <a:p>
          <a:endParaRPr lang="en-US"/>
        </a:p>
      </dgm:t>
    </dgm:pt>
    <dgm:pt modelId="{F0C1C37C-7944-46DC-A455-47FCD71EEE90}">
      <dgm:prSet/>
      <dgm:spPr/>
      <dgm:t>
        <a:bodyPr/>
        <a:lstStyle/>
        <a:p>
          <a:r>
            <a:rPr lang="es-ES"/>
            <a:t>Una base esencial para manipulación de datos.</a:t>
          </a:r>
          <a:endParaRPr lang="en-US"/>
        </a:p>
      </dgm:t>
    </dgm:pt>
    <dgm:pt modelId="{AE82A63E-39B2-45DF-A83F-540C300FCBF4}" type="parTrans" cxnId="{D62D9845-58CA-40B2-83F5-8775B7170AFA}">
      <dgm:prSet/>
      <dgm:spPr/>
      <dgm:t>
        <a:bodyPr/>
        <a:lstStyle/>
        <a:p>
          <a:endParaRPr lang="en-US"/>
        </a:p>
      </dgm:t>
    </dgm:pt>
    <dgm:pt modelId="{E8E776F1-E434-4AE1-A33D-A4674E80D92F}" type="sibTrans" cxnId="{D62D9845-58CA-40B2-83F5-8775B7170AFA}">
      <dgm:prSet/>
      <dgm:spPr/>
      <dgm:t>
        <a:bodyPr/>
        <a:lstStyle/>
        <a:p>
          <a:endParaRPr lang="en-US"/>
        </a:p>
      </dgm:t>
    </dgm:pt>
    <dgm:pt modelId="{37CAB89A-948E-4E9C-9EF8-0FBA79F2F434}" type="pres">
      <dgm:prSet presAssocID="{F4D40617-3492-4627-8995-E157D2B883B4}" presName="root" presStyleCnt="0">
        <dgm:presLayoutVars>
          <dgm:dir/>
          <dgm:resizeHandles val="exact"/>
        </dgm:presLayoutVars>
      </dgm:prSet>
      <dgm:spPr/>
    </dgm:pt>
    <dgm:pt modelId="{F8D3DF04-FAA8-4B56-9128-3E63A91500FD}" type="pres">
      <dgm:prSet presAssocID="{EB7DD4E5-1406-439E-8386-19D4669CDFA1}" presName="compNode" presStyleCnt="0"/>
      <dgm:spPr/>
    </dgm:pt>
    <dgm:pt modelId="{1DEF1681-9A7C-4F53-B2E2-DB330344F6F0}" type="pres">
      <dgm:prSet presAssocID="{EB7DD4E5-1406-439E-8386-19D4669CDFA1}" presName="bgRect" presStyleLbl="bgShp" presStyleIdx="0" presStyleCnt="3"/>
      <dgm:spPr/>
    </dgm:pt>
    <dgm:pt modelId="{EACED9E9-15B5-4469-9F8E-85CF0581DB9F}" type="pres">
      <dgm:prSet presAssocID="{EB7DD4E5-1406-439E-8386-19D4669CDFA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zón"/>
        </a:ext>
      </dgm:extLst>
    </dgm:pt>
    <dgm:pt modelId="{8072353E-567E-44C5-BA43-79554C19CFF9}" type="pres">
      <dgm:prSet presAssocID="{EB7DD4E5-1406-439E-8386-19D4669CDFA1}" presName="spaceRect" presStyleCnt="0"/>
      <dgm:spPr/>
    </dgm:pt>
    <dgm:pt modelId="{98565050-2B95-4FBC-9D07-DB9C5146CBF3}" type="pres">
      <dgm:prSet presAssocID="{EB7DD4E5-1406-439E-8386-19D4669CDFA1}" presName="parTx" presStyleLbl="revTx" presStyleIdx="0" presStyleCnt="3">
        <dgm:presLayoutVars>
          <dgm:chMax val="0"/>
          <dgm:chPref val="0"/>
        </dgm:presLayoutVars>
      </dgm:prSet>
      <dgm:spPr/>
    </dgm:pt>
    <dgm:pt modelId="{B88FEA54-E0F7-4BA8-8CE1-FB9AAD28588C}" type="pres">
      <dgm:prSet presAssocID="{9D9B8ED8-5414-467B-8AFF-A9A300200931}" presName="sibTrans" presStyleCnt="0"/>
      <dgm:spPr/>
    </dgm:pt>
    <dgm:pt modelId="{C3E04BFC-0A39-49CD-B85C-BBC5100A15B9}" type="pres">
      <dgm:prSet presAssocID="{13387856-E8D7-4F1C-9D0D-DD7A798F18AE}" presName="compNode" presStyleCnt="0"/>
      <dgm:spPr/>
    </dgm:pt>
    <dgm:pt modelId="{0CD75686-0C44-4DA5-B2CE-153402945F41}" type="pres">
      <dgm:prSet presAssocID="{13387856-E8D7-4F1C-9D0D-DD7A798F18AE}" presName="bgRect" presStyleLbl="bgShp" presStyleIdx="1" presStyleCnt="3"/>
      <dgm:spPr/>
    </dgm:pt>
    <dgm:pt modelId="{0F9EE174-1EF5-4671-897D-5C43559F5FAD}" type="pres">
      <dgm:prSet presAssocID="{13387856-E8D7-4F1C-9D0D-DD7A798F18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8CCF10F1-1DB5-4432-A693-D1F7CCAF1CB2}" type="pres">
      <dgm:prSet presAssocID="{13387856-E8D7-4F1C-9D0D-DD7A798F18AE}" presName="spaceRect" presStyleCnt="0"/>
      <dgm:spPr/>
    </dgm:pt>
    <dgm:pt modelId="{FE21358D-D945-4F4A-AEEA-E960874F0822}" type="pres">
      <dgm:prSet presAssocID="{13387856-E8D7-4F1C-9D0D-DD7A798F18AE}" presName="parTx" presStyleLbl="revTx" presStyleIdx="1" presStyleCnt="3">
        <dgm:presLayoutVars>
          <dgm:chMax val="0"/>
          <dgm:chPref val="0"/>
        </dgm:presLayoutVars>
      </dgm:prSet>
      <dgm:spPr/>
    </dgm:pt>
    <dgm:pt modelId="{CABA10F9-D595-466F-B2D5-6D33FE22875F}" type="pres">
      <dgm:prSet presAssocID="{50BC87DF-F9CA-4121-86C5-C0D97056E0E1}" presName="sibTrans" presStyleCnt="0"/>
      <dgm:spPr/>
    </dgm:pt>
    <dgm:pt modelId="{6C7A9D6F-4156-477B-B3F4-98D3EC64BD97}" type="pres">
      <dgm:prSet presAssocID="{F0C1C37C-7944-46DC-A455-47FCD71EEE90}" presName="compNode" presStyleCnt="0"/>
      <dgm:spPr/>
    </dgm:pt>
    <dgm:pt modelId="{91337AA2-E525-4B2D-8461-D4BB3181B506}" type="pres">
      <dgm:prSet presAssocID="{F0C1C37C-7944-46DC-A455-47FCD71EEE90}" presName="bgRect" presStyleLbl="bgShp" presStyleIdx="2" presStyleCnt="3"/>
      <dgm:spPr/>
    </dgm:pt>
    <dgm:pt modelId="{7B5EABB4-CE86-4341-B697-58CF43C759DF}" type="pres">
      <dgm:prSet presAssocID="{F0C1C37C-7944-46DC-A455-47FCD71EEE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999E581C-3F6A-4753-87C6-4FE83BAB16C4}" type="pres">
      <dgm:prSet presAssocID="{F0C1C37C-7944-46DC-A455-47FCD71EEE90}" presName="spaceRect" presStyleCnt="0"/>
      <dgm:spPr/>
    </dgm:pt>
    <dgm:pt modelId="{A4C2DF61-EC53-424B-8199-21FF8E69205C}" type="pres">
      <dgm:prSet presAssocID="{F0C1C37C-7944-46DC-A455-47FCD71EEE9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62D9845-58CA-40B2-83F5-8775B7170AFA}" srcId="{F4D40617-3492-4627-8995-E157D2B883B4}" destId="{F0C1C37C-7944-46DC-A455-47FCD71EEE90}" srcOrd="2" destOrd="0" parTransId="{AE82A63E-39B2-45DF-A83F-540C300FCBF4}" sibTransId="{E8E776F1-E434-4AE1-A33D-A4674E80D92F}"/>
    <dgm:cxn modelId="{602E186E-8F76-4AF7-90CF-77E9A711A58E}" type="presOf" srcId="{F4D40617-3492-4627-8995-E157D2B883B4}" destId="{37CAB89A-948E-4E9C-9EF8-0FBA79F2F434}" srcOrd="0" destOrd="0" presId="urn:microsoft.com/office/officeart/2018/2/layout/IconVerticalSolidList"/>
    <dgm:cxn modelId="{2009EE8A-C02D-42B7-A8F3-DF3ECAA8C624}" srcId="{F4D40617-3492-4627-8995-E157D2B883B4}" destId="{EB7DD4E5-1406-439E-8386-19D4669CDFA1}" srcOrd="0" destOrd="0" parTransId="{BD196631-334F-4FFF-AFB2-C097C5CE8F42}" sibTransId="{9D9B8ED8-5414-467B-8AFF-A9A300200931}"/>
    <dgm:cxn modelId="{F438639B-7CCA-4637-A301-5D7384106ED4}" type="presOf" srcId="{F0C1C37C-7944-46DC-A455-47FCD71EEE90}" destId="{A4C2DF61-EC53-424B-8199-21FF8E69205C}" srcOrd="0" destOrd="0" presId="urn:microsoft.com/office/officeart/2018/2/layout/IconVerticalSolidList"/>
    <dgm:cxn modelId="{A8256FAD-DF67-41F2-9F06-41B4ECE8A060}" type="presOf" srcId="{13387856-E8D7-4F1C-9D0D-DD7A798F18AE}" destId="{FE21358D-D945-4F4A-AEEA-E960874F0822}" srcOrd="0" destOrd="0" presId="urn:microsoft.com/office/officeart/2018/2/layout/IconVerticalSolidList"/>
    <dgm:cxn modelId="{82D7E3B1-A4A7-45E8-8069-4CFD835A0D24}" type="presOf" srcId="{EB7DD4E5-1406-439E-8386-19D4669CDFA1}" destId="{98565050-2B95-4FBC-9D07-DB9C5146CBF3}" srcOrd="0" destOrd="0" presId="urn:microsoft.com/office/officeart/2018/2/layout/IconVerticalSolidList"/>
    <dgm:cxn modelId="{F587BCDA-3E57-4F57-BD2B-779F4962497E}" srcId="{F4D40617-3492-4627-8995-E157D2B883B4}" destId="{13387856-E8D7-4F1C-9D0D-DD7A798F18AE}" srcOrd="1" destOrd="0" parTransId="{3D205153-E6E4-40BD-9AEC-FA53D78EFECA}" sibTransId="{50BC87DF-F9CA-4121-86C5-C0D97056E0E1}"/>
    <dgm:cxn modelId="{B7E493F0-65C0-4A27-A826-568635D139A5}" type="presParOf" srcId="{37CAB89A-948E-4E9C-9EF8-0FBA79F2F434}" destId="{F8D3DF04-FAA8-4B56-9128-3E63A91500FD}" srcOrd="0" destOrd="0" presId="urn:microsoft.com/office/officeart/2018/2/layout/IconVerticalSolidList"/>
    <dgm:cxn modelId="{042725C1-C6F6-47DD-AEE7-6A92E4C49418}" type="presParOf" srcId="{F8D3DF04-FAA8-4B56-9128-3E63A91500FD}" destId="{1DEF1681-9A7C-4F53-B2E2-DB330344F6F0}" srcOrd="0" destOrd="0" presId="urn:microsoft.com/office/officeart/2018/2/layout/IconVerticalSolidList"/>
    <dgm:cxn modelId="{DEC19BFB-2118-4852-AC9C-F8CF1DFC9815}" type="presParOf" srcId="{F8D3DF04-FAA8-4B56-9128-3E63A91500FD}" destId="{EACED9E9-15B5-4469-9F8E-85CF0581DB9F}" srcOrd="1" destOrd="0" presId="urn:microsoft.com/office/officeart/2018/2/layout/IconVerticalSolidList"/>
    <dgm:cxn modelId="{4D91FF38-B439-4BDC-AF34-49D56F4D7D0F}" type="presParOf" srcId="{F8D3DF04-FAA8-4B56-9128-3E63A91500FD}" destId="{8072353E-567E-44C5-BA43-79554C19CFF9}" srcOrd="2" destOrd="0" presId="urn:microsoft.com/office/officeart/2018/2/layout/IconVerticalSolidList"/>
    <dgm:cxn modelId="{9EAF748E-B8DD-4002-9275-B1E9BF291FB5}" type="presParOf" srcId="{F8D3DF04-FAA8-4B56-9128-3E63A91500FD}" destId="{98565050-2B95-4FBC-9D07-DB9C5146CBF3}" srcOrd="3" destOrd="0" presId="urn:microsoft.com/office/officeart/2018/2/layout/IconVerticalSolidList"/>
    <dgm:cxn modelId="{EEC4E8A1-5A60-431F-B4AB-4884683718BB}" type="presParOf" srcId="{37CAB89A-948E-4E9C-9EF8-0FBA79F2F434}" destId="{B88FEA54-E0F7-4BA8-8CE1-FB9AAD28588C}" srcOrd="1" destOrd="0" presId="urn:microsoft.com/office/officeart/2018/2/layout/IconVerticalSolidList"/>
    <dgm:cxn modelId="{1106049F-7429-460B-B386-48C19C4D147A}" type="presParOf" srcId="{37CAB89A-948E-4E9C-9EF8-0FBA79F2F434}" destId="{C3E04BFC-0A39-49CD-B85C-BBC5100A15B9}" srcOrd="2" destOrd="0" presId="urn:microsoft.com/office/officeart/2018/2/layout/IconVerticalSolidList"/>
    <dgm:cxn modelId="{8233C602-7766-49CD-ABE8-13461F063D66}" type="presParOf" srcId="{C3E04BFC-0A39-49CD-B85C-BBC5100A15B9}" destId="{0CD75686-0C44-4DA5-B2CE-153402945F41}" srcOrd="0" destOrd="0" presId="urn:microsoft.com/office/officeart/2018/2/layout/IconVerticalSolidList"/>
    <dgm:cxn modelId="{2CDF651E-80EB-4C7A-AC43-5CDCDE6EC3E2}" type="presParOf" srcId="{C3E04BFC-0A39-49CD-B85C-BBC5100A15B9}" destId="{0F9EE174-1EF5-4671-897D-5C43559F5FAD}" srcOrd="1" destOrd="0" presId="urn:microsoft.com/office/officeart/2018/2/layout/IconVerticalSolidList"/>
    <dgm:cxn modelId="{D62670E5-00AF-4CD6-B5B6-1F3D28110BEA}" type="presParOf" srcId="{C3E04BFC-0A39-49CD-B85C-BBC5100A15B9}" destId="{8CCF10F1-1DB5-4432-A693-D1F7CCAF1CB2}" srcOrd="2" destOrd="0" presId="urn:microsoft.com/office/officeart/2018/2/layout/IconVerticalSolidList"/>
    <dgm:cxn modelId="{3CB0A344-7EC5-464C-8E97-440E60E27256}" type="presParOf" srcId="{C3E04BFC-0A39-49CD-B85C-BBC5100A15B9}" destId="{FE21358D-D945-4F4A-AEEA-E960874F0822}" srcOrd="3" destOrd="0" presId="urn:microsoft.com/office/officeart/2018/2/layout/IconVerticalSolidList"/>
    <dgm:cxn modelId="{B8602E19-2C15-4CBE-BDF0-A9F8BE3821B4}" type="presParOf" srcId="{37CAB89A-948E-4E9C-9EF8-0FBA79F2F434}" destId="{CABA10F9-D595-466F-B2D5-6D33FE22875F}" srcOrd="3" destOrd="0" presId="urn:microsoft.com/office/officeart/2018/2/layout/IconVerticalSolidList"/>
    <dgm:cxn modelId="{10B1A1B8-5AF5-4B55-BDA1-C23BEBFC5275}" type="presParOf" srcId="{37CAB89A-948E-4E9C-9EF8-0FBA79F2F434}" destId="{6C7A9D6F-4156-477B-B3F4-98D3EC64BD97}" srcOrd="4" destOrd="0" presId="urn:microsoft.com/office/officeart/2018/2/layout/IconVerticalSolidList"/>
    <dgm:cxn modelId="{E647321F-9116-4147-BBB3-9D6DC427B62D}" type="presParOf" srcId="{6C7A9D6F-4156-477B-B3F4-98D3EC64BD97}" destId="{91337AA2-E525-4B2D-8461-D4BB3181B506}" srcOrd="0" destOrd="0" presId="urn:microsoft.com/office/officeart/2018/2/layout/IconVerticalSolidList"/>
    <dgm:cxn modelId="{9B2D08EC-988B-45D7-B937-5FE6DEFFD497}" type="presParOf" srcId="{6C7A9D6F-4156-477B-B3F4-98D3EC64BD97}" destId="{7B5EABB4-CE86-4341-B697-58CF43C759DF}" srcOrd="1" destOrd="0" presId="urn:microsoft.com/office/officeart/2018/2/layout/IconVerticalSolidList"/>
    <dgm:cxn modelId="{0AD27271-7ACD-4764-B94D-5D81B316DF43}" type="presParOf" srcId="{6C7A9D6F-4156-477B-B3F4-98D3EC64BD97}" destId="{999E581C-3F6A-4753-87C6-4FE83BAB16C4}" srcOrd="2" destOrd="0" presId="urn:microsoft.com/office/officeart/2018/2/layout/IconVerticalSolidList"/>
    <dgm:cxn modelId="{675E49BF-860A-4692-92CB-8647863C77F4}" type="presParOf" srcId="{6C7A9D6F-4156-477B-B3F4-98D3EC64BD97}" destId="{A4C2DF61-EC53-424B-8199-21FF8E6920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69C6A-CC60-489D-8BCB-A937F62E4B6D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E9205-98A8-4EB5-8EB9-81F7E58720D4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6500" kern="1200" dirty="0">
              <a:solidFill>
                <a:schemeClr val="bg1"/>
              </a:solidFill>
            </a:rPr>
            <a:t>Foro 7</a:t>
          </a:r>
          <a:endParaRPr lang="en-US" sz="6500" kern="1200" dirty="0">
            <a:solidFill>
              <a:schemeClr val="bg1"/>
            </a:solidFill>
          </a:endParaRPr>
        </a:p>
      </dsp:txBody>
      <dsp:txXfrm>
        <a:off x="0" y="2124"/>
        <a:ext cx="10515600" cy="1449029"/>
      </dsp:txXfrm>
    </dsp:sp>
    <dsp:sp modelId="{9F2C5F8A-C2D1-4947-B6A1-0D224FB9F134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86931-5658-4129-A72E-7DD854D3E757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6500" kern="1200" dirty="0">
              <a:solidFill>
                <a:schemeClr val="bg1"/>
              </a:solidFill>
            </a:rPr>
            <a:t>¿Dudas del proyecto 1?</a:t>
          </a:r>
          <a:endParaRPr lang="en-US" sz="6500" kern="1200" dirty="0">
            <a:solidFill>
              <a:schemeClr val="bg1"/>
            </a:solidFill>
          </a:endParaRPr>
        </a:p>
      </dsp:txBody>
      <dsp:txXfrm>
        <a:off x="0" y="1451154"/>
        <a:ext cx="10515600" cy="1449029"/>
      </dsp:txXfrm>
    </dsp:sp>
    <dsp:sp modelId="{71D5DF47-CC96-4944-A53D-3E035F9A58D6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959DB-A813-46C6-88C4-5C4E5B8F485E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6500" kern="1200" dirty="0">
              <a:solidFill>
                <a:schemeClr val="bg1"/>
              </a:solidFill>
            </a:rPr>
            <a:t>Contenido del curso</a:t>
          </a:r>
          <a:endParaRPr lang="en-US" sz="6500" kern="1200" dirty="0">
            <a:solidFill>
              <a:schemeClr val="bg1"/>
            </a:solidFill>
          </a:endParaRPr>
        </a:p>
      </dsp:txBody>
      <dsp:txXfrm>
        <a:off x="0" y="2900183"/>
        <a:ext cx="10515600" cy="1449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C81FD-E491-469B-B52F-1F4E9B7730CE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33760-4EFF-4D47-97D7-99F65FDC193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5AB96-90FA-48DC-A12B-5074BFCC8923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Representan mejor entidades reales.</a:t>
          </a:r>
        </a:p>
      </dsp:txBody>
      <dsp:txXfrm>
        <a:off x="1428292" y="2439"/>
        <a:ext cx="4873308" cy="1236616"/>
      </dsp:txXfrm>
    </dsp:sp>
    <dsp:sp modelId="{76D4F5A0-3953-434A-8D2A-94A2CE898B5B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9C481-807F-4E43-80FD-53F5F597BF8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E94AF-F088-4739-BB0F-B070B1D2625C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Permiten agrupar datos relacionados.</a:t>
          </a:r>
        </a:p>
      </dsp:txBody>
      <dsp:txXfrm>
        <a:off x="1428292" y="1548210"/>
        <a:ext cx="4873308" cy="1236616"/>
      </dsp:txXfrm>
    </dsp:sp>
    <dsp:sp modelId="{E920CDEC-7D2B-4BFE-975D-C475C8E20715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63CCD-3D53-4CDA-A2EE-1882DB87B60B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3EC8B-7FDA-4688-9794-351451F5BFA7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Escalables y reutilizables.</a:t>
          </a:r>
        </a:p>
      </dsp:txBody>
      <dsp:txXfrm>
        <a:off x="1428292" y="3093981"/>
        <a:ext cx="4873308" cy="1236616"/>
      </dsp:txXfrm>
    </dsp:sp>
    <dsp:sp modelId="{676E9B08-A5E6-4212-A9DF-5C6249DA3D9C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55A90A-7D3F-4C29-B6F6-EAEF53A34DE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1570C-2602-4C8A-A69F-D915AC9AD121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Junto a slices → manejo estructurado de datos complejos.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75C7C-367C-4E5F-86F5-A5221DF9CFF5}">
      <dsp:nvSpPr>
        <dsp:cNvPr id="0" name=""/>
        <dsp:cNvSpPr/>
      </dsp:nvSpPr>
      <dsp:spPr>
        <a:xfrm>
          <a:off x="0" y="36994"/>
          <a:ext cx="630160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Los structs son la base para crear tipos personalizados en Go.</a:t>
          </a:r>
          <a:endParaRPr lang="en-US" sz="3400" kern="1200"/>
        </a:p>
      </dsp:txBody>
      <dsp:txXfrm>
        <a:off x="91269" y="128263"/>
        <a:ext cx="6119063" cy="1687122"/>
      </dsp:txXfrm>
    </dsp:sp>
    <dsp:sp modelId="{E72A2447-1A38-454C-88DE-55EEDF1B95EE}">
      <dsp:nvSpPr>
        <dsp:cNvPr id="0" name=""/>
        <dsp:cNvSpPr/>
      </dsp:nvSpPr>
      <dsp:spPr>
        <a:xfrm>
          <a:off x="0" y="2004574"/>
          <a:ext cx="6301601" cy="18696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Te permiten estructurar tus programas de forma limpia, modular y legible.</a:t>
          </a:r>
          <a:endParaRPr lang="en-US" sz="3400" kern="1200"/>
        </a:p>
      </dsp:txBody>
      <dsp:txXfrm>
        <a:off x="91269" y="2095843"/>
        <a:ext cx="6119063" cy="1687122"/>
      </dsp:txXfrm>
    </dsp:sp>
    <dsp:sp modelId="{9BF330F7-0580-4521-9C52-62B3309A7E55}">
      <dsp:nvSpPr>
        <dsp:cNvPr id="0" name=""/>
        <dsp:cNvSpPr/>
      </dsp:nvSpPr>
      <dsp:spPr>
        <a:xfrm>
          <a:off x="0" y="3972154"/>
          <a:ext cx="6301601" cy="18696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Slices + Structs = combinación poderosa en desarrollo real.</a:t>
          </a:r>
          <a:endParaRPr lang="en-US" sz="3400" kern="1200"/>
        </a:p>
      </dsp:txBody>
      <dsp:txXfrm>
        <a:off x="91269" y="4063423"/>
        <a:ext cx="6119063" cy="1687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26FE-69D2-4A86-BE22-50F5E375A23E}">
      <dsp:nvSpPr>
        <dsp:cNvPr id="0" name=""/>
        <dsp:cNvSpPr/>
      </dsp:nvSpPr>
      <dsp:spPr>
        <a:xfrm>
          <a:off x="559800" y="45850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DE6FB-A42C-4C10-B55D-1FE53E1213BF}">
      <dsp:nvSpPr>
        <dsp:cNvPr id="0" name=""/>
        <dsp:cNvSpPr/>
      </dsp:nvSpPr>
      <dsp:spPr>
        <a:xfrm>
          <a:off x="559800" y="2118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¿Qué es un Slice?</a:t>
          </a:r>
        </a:p>
      </dsp:txBody>
      <dsp:txXfrm>
        <a:off x="559800" y="2118181"/>
        <a:ext cx="4320000" cy="648000"/>
      </dsp:txXfrm>
    </dsp:sp>
    <dsp:sp modelId="{5DAAA415-AEF9-4553-8CD0-CBC00C70B6B2}">
      <dsp:nvSpPr>
        <dsp:cNvPr id="0" name=""/>
        <dsp:cNvSpPr/>
      </dsp:nvSpPr>
      <dsp:spPr>
        <a:xfrm>
          <a:off x="559800" y="2834867"/>
          <a:ext cx="4320000" cy="1057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Una estructura flexible y dinámica basada en arrays.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Puede cambiar de tamaño y es mucho más usada que los arrays fijos</a:t>
          </a:r>
          <a:r>
            <a:rPr lang="en-US" sz="1700" kern="1200"/>
            <a:t>.</a:t>
          </a:r>
        </a:p>
      </dsp:txBody>
      <dsp:txXfrm>
        <a:off x="559800" y="2834867"/>
        <a:ext cx="4320000" cy="1057964"/>
      </dsp:txXfrm>
    </dsp:sp>
    <dsp:sp modelId="{0C5BDB0C-9388-4F6F-AA05-79690CBAA895}">
      <dsp:nvSpPr>
        <dsp:cNvPr id="0" name=""/>
        <dsp:cNvSpPr/>
      </dsp:nvSpPr>
      <dsp:spPr>
        <a:xfrm>
          <a:off x="5635800" y="45850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BE90F-071D-434C-8517-5E6CC2B57187}">
      <dsp:nvSpPr>
        <dsp:cNvPr id="0" name=""/>
        <dsp:cNvSpPr/>
      </dsp:nvSpPr>
      <dsp:spPr>
        <a:xfrm>
          <a:off x="5635800" y="2118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300" kern="1200"/>
            <a:t>¿Qué es una matriz dinámica (slice de slices)?</a:t>
          </a:r>
          <a:endParaRPr lang="en-US" sz="2300" kern="1200"/>
        </a:p>
      </dsp:txBody>
      <dsp:txXfrm>
        <a:off x="5635800" y="2118181"/>
        <a:ext cx="4320000" cy="648000"/>
      </dsp:txXfrm>
    </dsp:sp>
    <dsp:sp modelId="{DF20769A-FF31-42D8-8043-CBFD6061DA01}">
      <dsp:nvSpPr>
        <dsp:cNvPr id="0" name=""/>
        <dsp:cNvSpPr/>
      </dsp:nvSpPr>
      <dsp:spPr>
        <a:xfrm>
          <a:off x="5635800" y="2834867"/>
          <a:ext cx="4320000" cy="1057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Representación de matrices mediante slices anidados.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Muy útil para estructuras 2D con flexibilidad.</a:t>
          </a:r>
          <a:endParaRPr lang="en-US" sz="1700" kern="1200"/>
        </a:p>
      </dsp:txBody>
      <dsp:txXfrm>
        <a:off x="5635800" y="2834867"/>
        <a:ext cx="4320000" cy="10579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F1681-9A7C-4F53-B2E2-DB330344F6F0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ED9E9-15B5-4469-9F8E-85CF0581DB9F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65050-2B95-4FBC-9D07-DB9C5146CBF3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Los slices son estructuras poderosas en Go.</a:t>
          </a:r>
          <a:endParaRPr lang="en-US" sz="2500" kern="1200"/>
        </a:p>
      </dsp:txBody>
      <dsp:txXfrm>
        <a:off x="1939533" y="717"/>
        <a:ext cx="4362067" cy="1679249"/>
      </dsp:txXfrm>
    </dsp:sp>
    <dsp:sp modelId="{0CD75686-0C44-4DA5-B2CE-153402945F41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EE174-1EF5-4671-897D-5C43559F5FA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1358D-D945-4F4A-AEEA-E960874F0822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Las matrices dinámicas son muy útiles en estructuras flexibles.</a:t>
          </a:r>
          <a:endParaRPr lang="en-US" sz="2500" kern="1200"/>
        </a:p>
      </dsp:txBody>
      <dsp:txXfrm>
        <a:off x="1939533" y="2099779"/>
        <a:ext cx="4362067" cy="1679249"/>
      </dsp:txXfrm>
    </dsp:sp>
    <dsp:sp modelId="{91337AA2-E525-4B2D-8461-D4BB3181B506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EABB4-CE86-4341-B697-58CF43C759DF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2DF61-EC53-424B-8199-21FF8E69205C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Una base esencial para manipulación de datos.</a:t>
          </a:r>
          <a:endParaRPr lang="en-US" sz="2500" kern="1200"/>
        </a:p>
      </dsp:txBody>
      <dsp:txXfrm>
        <a:off x="1939533" y="4198841"/>
        <a:ext cx="43620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BF4B6-55B6-2112-6FEC-84780C485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FBC4E9-9473-A126-6C58-DF86CFFE6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97857A-C1F4-8548-B906-13FA7B3A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725227-9D39-97C3-D7F5-8FC0EF4A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A89AD-66B2-446C-8AF4-790DDDDF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8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93E3C-B8EB-51B7-9BB4-C4CB6BAA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B2A4D-BFC4-95D2-9280-B115DB3B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E07BD7-DD38-18DA-033B-90F8BC42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86C728-D9F1-8DB9-743E-066CB5E6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8D3E2-0138-10CE-4366-AE605EE7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35357-164C-43CB-F506-EFBEE4E0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F65262-9116-5976-9C17-AAD0061D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E9BD1D-3424-6392-96DE-177D81B9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EF0090-64AA-D0C1-0D62-72969B13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31022A-1362-9EC2-397E-19992B04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833CB-B353-75A7-F3D9-4AD09FC6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B7B07-25EA-9055-9CBC-232652490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734B15-0F39-4AA1-7E2C-F93895C8D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E56922-3CD7-D4DE-B9A5-57FD0FC9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E02CE5-70F3-306E-2A6A-EBE9E298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DCA18C-3D43-B53C-C789-4FFF6734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0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C187A-3A29-C0CD-9C41-4DA7BB67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AD7E3-B38C-944A-2737-A94282015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A7354D-0970-F1C1-DD18-0A4BD1A19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A83F39-3E6C-2075-8AE9-A42FA76B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7DBD25-44B1-1AD9-5B82-B2B0D3994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8306CC-2005-DD4F-3A6E-44F9ACBF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7EE1890-BA7A-A0E4-C8E7-F390DD64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B5024A-8066-9DB2-D196-4E5D2F4D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7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C4F15-130E-DED5-4DD1-471CCDBE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C1E12E-BF65-D286-E179-EA99E8AC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7B247B-5F11-13B6-1FCC-7655031C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E58C2C-8790-3F36-4577-2786B3FC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5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45C85F-AB36-EA7F-94C0-759418C1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7E19FD-E868-7F52-15A3-96E56B99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FECAED-854F-641B-4466-DA5E1BCC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4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BB323-BA3D-29B1-8413-21226748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E45840-0077-779A-2DCF-C87B2360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A704E8-0610-8A17-7B44-A52FDD31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20DF40-0EDD-D698-1C17-EFF4ADEE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92C3B8-1570-9D0F-898A-EAED5B07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466A8-C172-C0C9-6F9B-C3ECCE0E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A0701-B11D-F3EA-ED8A-2F07027A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C9D635-2885-5F9C-F2C2-E1E5069F3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688030-167F-B178-C172-0733CC586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2183C9-C32C-B110-13FE-8C7F2762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9F5868-98B6-A1F3-530A-78958E3B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8ACF5C-C62A-3908-7370-D5BEAAA9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32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D8100-A939-1B70-627B-ACE3F8B8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F634A2-A431-259B-D54D-FB103AF1E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7CF76-927F-796C-CC7C-D840B47F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68857-C29F-29E2-3218-3E1D0E92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47F29-6CE0-FA47-1B1A-6316621F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8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E11A99-7489-61F7-0E5B-7E4F5360B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8A0E6F-8182-1506-2BA7-9BD2EBDA3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B10C3-7BC3-C14C-C591-6BED29EC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10158-698C-9311-29B1-8D39892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189E5-738C-FD88-28CF-E4938CC1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291C39-909B-47B5-C60B-177ED302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F43CF-68C4-0F28-153C-C17F0C61E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2DEC36-2561-7D03-6692-6E4B00458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0A0CCD-F82D-DBD4-74DA-EF8D0A685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F0FD8-C656-166C-9F90-397F5532C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Different colored organizers">
            <a:extLst>
              <a:ext uri="{FF2B5EF4-FFF2-40B4-BE49-F238E27FC236}">
                <a16:creationId xmlns:a16="http://schemas.microsoft.com/office/drawing/2014/main" id="{A16AAEF8-9D3D-B8F3-C715-394AE6B4E8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702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F2978B-CC5F-CC6D-6589-9ABD2856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419">
                <a:solidFill>
                  <a:srgbClr val="FFFFFF"/>
                </a:solidFill>
              </a:rPr>
              <a:t>Organización de lenguajes y compiladores 2 (N)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663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634EDCF-084B-E0E7-8167-FD0AE85B3F38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D6AF36-97E9-9119-E25A-144C5B86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Anuncios y contenido	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DA993A6-07C5-4743-A2B8-9F66C4B85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8914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8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357C17-862A-18E7-69AA-C3D08E8E7583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4AB917-D6DD-1B17-F0D8-3EB2FBF2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¿</a:t>
            </a:r>
            <a:r>
              <a:rPr lang="en-US" dirty="0" err="1">
                <a:solidFill>
                  <a:schemeClr val="bg1"/>
                </a:solidFill>
              </a:rPr>
              <a:t>Qué</a:t>
            </a:r>
            <a:r>
              <a:rPr lang="en-US" dirty="0">
                <a:solidFill>
                  <a:schemeClr val="bg1"/>
                </a:solidFill>
              </a:rPr>
              <a:t> es un Struct?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75D011-1F28-A8AE-A38D-BCC3080E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Un </a:t>
            </a:r>
            <a:r>
              <a:rPr lang="es-ES" b="1" dirty="0" err="1">
                <a:solidFill>
                  <a:schemeClr val="bg1"/>
                </a:solidFill>
              </a:rPr>
              <a:t>struct</a:t>
            </a:r>
            <a:r>
              <a:rPr lang="es-ES" b="1" dirty="0">
                <a:solidFill>
                  <a:schemeClr val="bg1"/>
                </a:solidFill>
              </a:rPr>
              <a:t> (estructura)</a:t>
            </a:r>
            <a:r>
              <a:rPr lang="es-ES" dirty="0">
                <a:solidFill>
                  <a:schemeClr val="bg1"/>
                </a:solidFill>
              </a:rPr>
              <a:t> es un tipo de dato compuesto que agrupa múltiples campos.</a:t>
            </a:r>
          </a:p>
          <a:p>
            <a:r>
              <a:rPr lang="es-ES" dirty="0">
                <a:solidFill>
                  <a:schemeClr val="bg1"/>
                </a:solidFill>
              </a:rPr>
              <a:t>Cada campo puede tener </a:t>
            </a:r>
            <a:r>
              <a:rPr lang="es-ES" b="1" dirty="0">
                <a:solidFill>
                  <a:schemeClr val="bg1"/>
                </a:solidFill>
              </a:rPr>
              <a:t>un tipo diferente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r>
              <a:rPr lang="es-ES" dirty="0">
                <a:solidFill>
                  <a:schemeClr val="bg1"/>
                </a:solidFill>
              </a:rPr>
              <a:t>Muy útil para representar </a:t>
            </a:r>
            <a:r>
              <a:rPr lang="es-ES" b="1" dirty="0">
                <a:solidFill>
                  <a:schemeClr val="bg1"/>
                </a:solidFill>
              </a:rPr>
              <a:t>entidades del mundo real</a:t>
            </a:r>
            <a:r>
              <a:rPr lang="es-ES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8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74AE3F-37A3-AFC5-6B90-1EA63C3F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s-419">
                <a:solidFill>
                  <a:schemeClr val="bg1"/>
                </a:solidFill>
              </a:rPr>
              <a:t>Declaración de Structs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3DBC15-D32E-F6FF-1AE2-7290EFA1E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bg1"/>
                </a:solidFill>
              </a:rPr>
              <a:t>El nombre del struct inicia en </a:t>
            </a:r>
            <a:r>
              <a:rPr lang="es-ES" sz="2000" b="1">
                <a:solidFill>
                  <a:schemeClr val="bg1"/>
                </a:solidFill>
              </a:rPr>
              <a:t>mayúscula</a:t>
            </a:r>
            <a:r>
              <a:rPr lang="es-ES" sz="2000">
                <a:solidFill>
                  <a:schemeClr val="bg1"/>
                </a:solidFill>
              </a:rPr>
              <a:t> si se desea exportar.</a:t>
            </a:r>
          </a:p>
          <a:p>
            <a:r>
              <a:rPr lang="es-ES" sz="2000">
                <a:solidFill>
                  <a:schemeClr val="bg1"/>
                </a:solidFill>
              </a:rPr>
              <a:t>Los campos también deben estar en mayúscula si se accede desde otro paquete.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48DB14-8794-0BDB-9A3D-55C846435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93" y="802061"/>
            <a:ext cx="3588640" cy="19202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07C3E2C-0975-BB51-BD2E-77445E709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61" y="4243833"/>
            <a:ext cx="3588640" cy="17573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5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6">
            <a:extLst>
              <a:ext uri="{FF2B5EF4-FFF2-40B4-BE49-F238E27FC236}">
                <a16:creationId xmlns:a16="http://schemas.microsoft.com/office/drawing/2014/main" id="{73C6410A-55E9-4E74-BABB-784CEB6EA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A37076D5-1C3F-4C3B-BAB4-FAB6C7629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8437418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C52787-1330-13FE-32B8-830F868B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91" y="1574223"/>
            <a:ext cx="5829301" cy="22140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bg1">
                    <a:alpha val="60000"/>
                  </a:schemeClr>
                </a:solidFill>
              </a:rPr>
              <a:t>Slice de Structs (</a:t>
            </a:r>
            <a:r>
              <a:rPr lang="en-US" sz="3200" dirty="0" err="1">
                <a:solidFill>
                  <a:schemeClr val="bg1">
                    <a:alpha val="60000"/>
                  </a:schemeClr>
                </a:solidFill>
              </a:rPr>
              <a:t>lista</a:t>
            </a:r>
            <a:r>
              <a:rPr lang="en-US" sz="3200" dirty="0">
                <a:solidFill>
                  <a:schemeClr val="bg1">
                    <a:alpha val="60000"/>
                  </a:schemeClr>
                </a:solidFill>
              </a:rPr>
              <a:t> de </a:t>
            </a:r>
            <a:r>
              <a:rPr lang="en-US" sz="3200" dirty="0" err="1">
                <a:solidFill>
                  <a:schemeClr val="bg1">
                    <a:alpha val="60000"/>
                  </a:schemeClr>
                </a:solidFill>
              </a:rPr>
              <a:t>objetos</a:t>
            </a:r>
            <a:r>
              <a:rPr lang="en-US" sz="3200" dirty="0">
                <a:solidFill>
                  <a:schemeClr val="bg1">
                    <a:alpha val="60000"/>
                  </a:schemeClr>
                </a:solidFill>
              </a:rPr>
              <a:t>)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004DDD5-F669-2999-5B86-81E374A023E8}"/>
              </a:ext>
            </a:extLst>
          </p:cNvPr>
          <p:cNvSpPr txBox="1">
            <a:spLocks/>
          </p:cNvSpPr>
          <p:nvPr/>
        </p:nvSpPr>
        <p:spPr>
          <a:xfrm>
            <a:off x="5269790" y="1025479"/>
            <a:ext cx="5881253" cy="1315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0"/>
              </a:spcBef>
            </a:pPr>
            <a:r>
              <a:rPr lang="en-US" sz="14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Acceso a Campos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0BA54D9-9314-F6B9-3A7B-53C4FEE2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975" y="1342526"/>
            <a:ext cx="4030228" cy="83589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F2AC132-6156-83E6-8007-865FF34F2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971" y="2503413"/>
            <a:ext cx="4030228" cy="114941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7B2875A-FEF2-BCDB-92AE-41A577E30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967" y="3977817"/>
            <a:ext cx="4030229" cy="105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1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07FA815-3AB7-F820-91AC-463BC80463E6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9ADBCB-EF60-A162-1EF9-8C2D296C2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05" y="643467"/>
            <a:ext cx="902719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4B97B0-5F04-C659-C847-7E8B2B00A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737" y="1384296"/>
            <a:ext cx="460534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Funciones con Structs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5DD344-9C3C-4E67-FDD7-21C508A12B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74" y="1057275"/>
            <a:ext cx="5917401" cy="15517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36B2BE-65F4-46E3-AFDD-A9AE9E885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BD06F3-6216-59D9-3876-A55E84864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74" y="3802389"/>
            <a:ext cx="5917401" cy="199833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9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613BE9-9DA9-13FC-2F17-35AC98A3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Ventajas de Structs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B0A09DC-DA71-8316-2266-F56C6FBDB0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39894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726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EE9E3F-C392-BF68-A9D4-7225DB1E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Conclusión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los</a:t>
            </a:r>
            <a:r>
              <a:rPr lang="en-US" dirty="0">
                <a:solidFill>
                  <a:schemeClr val="bg1"/>
                </a:solidFill>
              </a:rPr>
              <a:t> Structs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6B79962-EC7D-30A1-17AB-5560EAC94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61230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465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962251-C699-B435-CE1F-EA0AA60EA7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0786" b="49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9A471B-DF9B-0D74-E25B-5C2A340F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Introducción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D7A50E6-123A-12E7-0570-D6CC3A1F9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2565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7651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F3697C1-69AE-12EE-4D36-6E72CD11FF77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BEF9FC-C5ED-BB82-F443-4582FDCC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Declaración</a:t>
            </a:r>
            <a:r>
              <a:rPr lang="en-US" dirty="0">
                <a:solidFill>
                  <a:schemeClr val="bg1"/>
                </a:solidFill>
              </a:rPr>
              <a:t> de Slices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0B68C-0123-8B92-DAB2-C48114205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 se </a:t>
            </a:r>
            <a:r>
              <a:rPr lang="en-US" dirty="0" err="1">
                <a:solidFill>
                  <a:schemeClr val="bg1"/>
                </a:solidFill>
              </a:rPr>
              <a:t>necesita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declarar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tamaño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s-ES" dirty="0">
                <a:solidFill>
                  <a:schemeClr val="bg1"/>
                </a:solidFill>
              </a:rPr>
              <a:t>Se puede expandir fácilmente con </a:t>
            </a:r>
            <a:r>
              <a:rPr lang="es-ES" b="1" dirty="0" err="1">
                <a:solidFill>
                  <a:schemeClr val="bg1"/>
                </a:solidFill>
              </a:rPr>
              <a:t>append</a:t>
            </a:r>
            <a:r>
              <a:rPr lang="es-ES" dirty="0">
                <a:solidFill>
                  <a:schemeClr val="bg1"/>
                </a:solidFill>
              </a:rPr>
              <a:t>().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012F02B-8096-85B0-D7D5-ADE9C0A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396" y="3747304"/>
            <a:ext cx="6035756" cy="5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18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FE1E1AF-9598-C179-6A35-D3118635E2B3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A8A041-F73B-BB83-1802-591F7C58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Acceso y </a:t>
            </a:r>
            <a:r>
              <a:rPr lang="en-US" dirty="0" err="1">
                <a:solidFill>
                  <a:schemeClr val="bg1"/>
                </a:solidFill>
              </a:rPr>
              <a:t>Modificación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3D5F74-91E4-EF02-1DB4-ED39860E2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Se accede igual que con </a:t>
            </a:r>
            <a:r>
              <a:rPr lang="es-ES" dirty="0" err="1">
                <a:solidFill>
                  <a:schemeClr val="bg1"/>
                </a:solidFill>
              </a:rPr>
              <a:t>arrays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Se </a:t>
            </a:r>
            <a:r>
              <a:rPr lang="en-US" dirty="0" err="1">
                <a:solidFill>
                  <a:schemeClr val="bg1"/>
                </a:solidFill>
              </a:rPr>
              <a:t>puede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modificar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agregar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elementos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3F57C7-A6BB-59B9-D373-61A5104E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7" y="3668876"/>
            <a:ext cx="10926285" cy="117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0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3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F7EBCCD-E8C7-2EBE-D8AD-EC5A3187B99A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15">
            <a:extLst>
              <a:ext uri="{FF2B5EF4-FFF2-40B4-BE49-F238E27FC236}">
                <a16:creationId xmlns:a16="http://schemas.microsoft.com/office/drawing/2014/main" id="{B9A1D9BC-1455-4308-9ABD-A3F8EDB6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ight Triangle 1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D9B1AA-6797-EB70-07CD-1F4670BD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961" y="962526"/>
            <a:ext cx="5384800" cy="3210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</a:rPr>
              <a:t>Recorrer</a:t>
            </a:r>
            <a:r>
              <a:rPr lang="en-US" sz="7200" dirty="0">
                <a:solidFill>
                  <a:schemeClr val="bg1"/>
                </a:solidFill>
              </a:rPr>
              <a:t> un Slice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201F4E-7528-4974-7A93-CA9A8831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558" y="1875409"/>
            <a:ext cx="3676070" cy="155359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FA5BE3-390D-C82A-2F14-EF5FF544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558" y="4076249"/>
            <a:ext cx="3767811" cy="176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25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EB5F14-5014-49D1-B590-9E2B7721C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D2B953D-3D65-4BA7-80E6-13939079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0604" y="147284"/>
            <a:ext cx="4314573" cy="431457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4CA0A0B8-0ABD-4C1D-8BDE-4D94C94FD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FF2923AC-40BC-4610-B6BD-AECABAF6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A188E6-9899-40AA-9648-7B9BEAF52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81974" y="1174396"/>
            <a:ext cx="5290997" cy="5290997"/>
            <a:chOff x="1881974" y="1174396"/>
            <a:chExt cx="5290997" cy="5290997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10D3957-AAB5-4037-A58C-20FF0E226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4478242-FDA7-48D1-A53E-3E0EDB2A7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F47059C0-3CD3-44C5-9FBC-C5CEA6D9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254" y="1065353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80179A-148A-21BE-A447-135B2BC55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763" y="1893347"/>
            <a:ext cx="4079551" cy="28776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Agregar Elementos con append()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8A6A50F-EF16-474F-9BD1-2D663EBEA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A37927-0235-4A56-8680-D7B36716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D5F1B50-7A4C-4505-93E5-35FB75146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0E3BF41A-71D0-C00F-061E-6820429A5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" r="7738"/>
          <a:stretch/>
        </p:blipFill>
        <p:spPr>
          <a:xfrm>
            <a:off x="7337500" y="1768730"/>
            <a:ext cx="2560781" cy="1071680"/>
          </a:xfrm>
          <a:prstGeom prst="rect">
            <a:avLst/>
          </a:prstGeom>
        </p:spPr>
      </p:pic>
      <p:grpSp>
        <p:nvGrpSpPr>
          <p:cNvPr id="39" name="Graphic 185">
            <a:extLst>
              <a:ext uri="{FF2B5EF4-FFF2-40B4-BE49-F238E27FC236}">
                <a16:creationId xmlns:a16="http://schemas.microsoft.com/office/drawing/2014/main" id="{4717BE92-F93B-41D0-A644-64F6E524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6418" y="4140693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CA26306-9FAA-4D01-957F-3E9B25A25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A458C4D-E6E4-42CA-BC7C-301BFBAA7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CDA802E-5743-4261-84A2-D9D8F19A3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FCFC560-017D-4F70-ADE9-00A770915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5F55DD-D975-452E-9674-461DBDBDE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D245B05D-DA60-40E2-8A0A-B078C91D7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01FD61C-FC3A-43C0-9641-28B0C1A5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3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010" y="-18660"/>
            <a:ext cx="4902679" cy="466700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DCEC70C-9F4B-4A73-B4BD-AE50AD617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010" y="-18660"/>
            <a:ext cx="4902679" cy="466700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955" y="-18660"/>
            <a:ext cx="4902678" cy="4544235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255DF9-DF70-EC6A-E9C0-BC2A6506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477" y="306277"/>
            <a:ext cx="4024032" cy="28857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Matrices Dinámicas (Slices de Slices)</a:t>
            </a:r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5744" y="619036"/>
            <a:ext cx="857067" cy="8570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4D525A72-77E7-4E14-BEE2-FC3A19EC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5744" y="619036"/>
            <a:ext cx="857067" cy="8570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2A35A97-AF48-1319-BAAA-805949098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92"/>
          <a:stretch/>
        </p:blipFill>
        <p:spPr>
          <a:xfrm>
            <a:off x="7325365" y="3370769"/>
            <a:ext cx="3083023" cy="1290234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DA31323F-03C2-4114-B2CC-79931D22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412" y="1675422"/>
            <a:ext cx="4680928" cy="46809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8EBCA3-8AAD-4596-8EBF-43A43542F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412" y="1675422"/>
            <a:ext cx="4680928" cy="4680928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49330" y="222739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9457709F-7F08-4A4A-9DB7-1AFB3FCF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70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BB4024-1E7D-BC9C-5696-A596D9B0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75" y="1354819"/>
            <a:ext cx="5240881" cy="24110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Acceso y Modificación en mtx2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4B5B83-7AD8-45D7-4DD0-6D73AA4A6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4" y="2267632"/>
            <a:ext cx="4397376" cy="161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16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E87BE55-5FF5-5F32-6113-5CF5B1CC4A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" b="18670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4329BBD-C41C-B4B6-513A-CBB6DCE77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" b="1034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85F6256-C23D-8669-5E66-852B6D7EE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53959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Recorrer una Matriz Dinámica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509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9F07DC0-DF43-3B8F-4F2A-91E56CC6F88D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8CADE-8D99-315D-9649-48F5B3A0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Agregar</a:t>
            </a:r>
            <a:r>
              <a:rPr lang="en-US" dirty="0">
                <a:solidFill>
                  <a:schemeClr val="bg1"/>
                </a:solidFill>
              </a:rPr>
              <a:t> Filas o </a:t>
            </a:r>
            <a:r>
              <a:rPr lang="en-US" dirty="0" err="1">
                <a:solidFill>
                  <a:schemeClr val="bg1"/>
                </a:solidFill>
              </a:rPr>
              <a:t>Columnas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7218F4-6247-966F-C927-6E3C3BC7C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573" y="3003177"/>
            <a:ext cx="9736854" cy="85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37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9295D91-8F3E-5A32-1014-1BEFF4CBB7D4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1CB64E-E108-17F5-1207-9D5E28DF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Diferencias</a:t>
            </a:r>
            <a:r>
              <a:rPr lang="en-US" dirty="0">
                <a:solidFill>
                  <a:schemeClr val="bg1"/>
                </a:solidFill>
              </a:rPr>
              <a:t> Slice vs Array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D008E39-72CE-194F-1763-DC61D7D8C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822851"/>
              </p:ext>
            </p:extLst>
          </p:nvPr>
        </p:nvGraphicFramePr>
        <p:xfrm>
          <a:off x="732630" y="15748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794428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621052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59124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Características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 err="1"/>
                        <a:t>Slices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50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Tamaño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Fijo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Dinámico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87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Flexibilidad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Limitada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Alta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95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Uso común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Menor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Muy frecuente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34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Pasaje a funciones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Copia completa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Referencia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0397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01BE821F-6680-A751-A745-B43FD2B3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661" y="3539532"/>
            <a:ext cx="3267531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32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E63D6D-0650-568C-46B4-ECF37D23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Conclusión de los slices ([] y [][])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136F675-1CB2-73E4-D10D-859E9CA53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13170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8808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346</Words>
  <Application>Microsoft Office PowerPoint</Application>
  <PresentationFormat>Panorámica</PresentationFormat>
  <Paragraphs>63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Organización de lenguajes y compiladores 2 (N)</vt:lpstr>
      <vt:lpstr>Anuncios y contenido </vt:lpstr>
      <vt:lpstr>¿Qué es un Struct?</vt:lpstr>
      <vt:lpstr>Declaración de Structs</vt:lpstr>
      <vt:lpstr>Slice de Structs (lista de objetos)</vt:lpstr>
      <vt:lpstr>Presentación de PowerPoint</vt:lpstr>
      <vt:lpstr>Funciones con Structs</vt:lpstr>
      <vt:lpstr>Ventajas de Structs</vt:lpstr>
      <vt:lpstr>Conclusión de los Structs</vt:lpstr>
      <vt:lpstr>Introducción</vt:lpstr>
      <vt:lpstr>Declaración de Slices</vt:lpstr>
      <vt:lpstr>Acceso y Modificación</vt:lpstr>
      <vt:lpstr>Recorrer un Slice</vt:lpstr>
      <vt:lpstr>Agregar Elementos con append()</vt:lpstr>
      <vt:lpstr>Matrices Dinámicas (Slices de Slices)</vt:lpstr>
      <vt:lpstr>Acceso y Modificación en mtx2</vt:lpstr>
      <vt:lpstr>Recorrer una Matriz Dinámica</vt:lpstr>
      <vt:lpstr>Agregar Filas o Columnas</vt:lpstr>
      <vt:lpstr>Diferencias Slice vs Array</vt:lpstr>
      <vt:lpstr>Conclusión de los slices ([] y [][])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Ronaldo Javier Posadas Guerra</dc:creator>
  <cp:lastModifiedBy>Ronaldo Javier Posadas Guerra</cp:lastModifiedBy>
  <cp:revision>3</cp:revision>
  <dcterms:created xsi:type="dcterms:W3CDTF">2025-03-10T22:37:48Z</dcterms:created>
  <dcterms:modified xsi:type="dcterms:W3CDTF">2025-09-02T00:32:14Z</dcterms:modified>
</cp:coreProperties>
</file>