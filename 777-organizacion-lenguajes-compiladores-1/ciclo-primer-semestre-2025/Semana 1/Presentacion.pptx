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Lobster"/>
      <p:regular r:id="rId14"/>
    </p:embeddedFont>
    <p:embeddedFont>
      <p:font typeface="Pacifico"/>
      <p:regular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4XPQKHEnl4myTqXyM/oUJ6DrH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acifico-regular.fntdata"/><Relationship Id="rId14" Type="http://schemas.openxmlformats.org/officeDocument/2006/relationships/font" Target="fonts/Lobster-regular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ceae3e62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5ceae3e625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0" y="6439750"/>
            <a:ext cx="138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Laboratorio 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506650" y="2479350"/>
            <a:ext cx="132747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del curso y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1593399" y="4651950"/>
            <a:ext cx="3858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/>
              <a:t>Presentación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670400" y="5554500"/>
            <a:ext cx="4812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/>
              <a:t>Conociendo a los </a:t>
            </a:r>
            <a:r>
              <a:rPr lang="en-US" sz="2799"/>
              <a:t>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1216230" y="4472668"/>
            <a:ext cx="49197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0" i="0" lang="en-US" sz="4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de </a:t>
            </a:r>
            <a:r>
              <a:rPr lang="en-US" sz="4499"/>
              <a:t>Quizizz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670402" y="7349450"/>
            <a:ext cx="42585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/>
              <a:t>Programa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670400" y="6457050"/>
            <a:ext cx="606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/>
              <a:t>Diagnóstico</a:t>
            </a:r>
            <a:r>
              <a:rPr lang="en-US" sz="2799"/>
              <a:t> del curso anterior (LFP1)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593400" y="8389350"/>
            <a:ext cx="66456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/>
              <a:t>Diagnostico de este curso (Compi1)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Bienvenida y Presentación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539160" y="4652327"/>
            <a:ext cx="720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¿Quién es el aux?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1374889" y="3027816"/>
            <a:ext cx="126255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25">
                <a:solidFill>
                  <a:srgbClr val="131416"/>
                </a:solidFill>
              </a:rPr>
              <a:t>Cada estudiante deberá compartir:</a:t>
            </a:r>
            <a:endParaRPr sz="3425">
              <a:solidFill>
                <a:srgbClr val="131416"/>
              </a:solidFill>
            </a:endParaRPr>
          </a:p>
          <a:p>
            <a:pPr indent="-44608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25"/>
              <a:buChar char="●"/>
            </a:pPr>
            <a:r>
              <a:rPr lang="en-US" sz="3425">
                <a:solidFill>
                  <a:srgbClr val="131416"/>
                </a:solidFill>
              </a:rPr>
              <a:t>Nombre, Intereses o expectativas sobre el curso.</a:t>
            </a:r>
            <a:endParaRPr sz="3425">
              <a:solidFill>
                <a:srgbClr val="131416"/>
              </a:solidFill>
            </a:endParaRPr>
          </a:p>
          <a:p>
            <a:pPr indent="-44608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25"/>
              <a:buChar char="●"/>
            </a:pPr>
            <a:r>
              <a:rPr lang="en-US" sz="3425">
                <a:solidFill>
                  <a:srgbClr val="131416"/>
                </a:solidFill>
              </a:rPr>
              <a:t>Experiencia previa relacionada con el tema (si aplica).</a:t>
            </a:r>
            <a:endParaRPr sz="3425">
              <a:solidFill>
                <a:srgbClr val="131416"/>
              </a:solidFill>
            </a:endParaRPr>
          </a:p>
          <a:p>
            <a:pPr indent="-44608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25"/>
              <a:buChar char="●"/>
            </a:pPr>
            <a:r>
              <a:rPr lang="en-US" sz="3425">
                <a:solidFill>
                  <a:srgbClr val="131416"/>
                </a:solidFill>
              </a:rPr>
              <a:t>Un dato curioso sobre sí mismo.</a:t>
            </a:r>
            <a:endParaRPr sz="3425">
              <a:solidFill>
                <a:srgbClr val="131416"/>
              </a:solidFill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8777825" y="3649725"/>
            <a:ext cx="7699800" cy="4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Vamos a evaluar 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recuerdan de LFP. 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temas se nos dificultan y que temas son 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amenos. 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2491990" y="9385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2679550" y="3572725"/>
            <a:ext cx="102870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Competencias y objetivos del curso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Temarios y Contenidos Principales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ceae3e625_0_21"/>
          <p:cNvSpPr txBox="1"/>
          <p:nvPr/>
        </p:nvSpPr>
        <p:spPr>
          <a:xfrm>
            <a:off x="2476590" y="10925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Diagnóstico</a:t>
            </a: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del nuevo 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" name="Google Shape;136;g35ceae3e625_0_21"/>
          <p:cNvSpPr txBox="1"/>
          <p:nvPr/>
        </p:nvSpPr>
        <p:spPr>
          <a:xfrm>
            <a:off x="1093375" y="3880725"/>
            <a:ext cx="7699800" cy="4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Veremos que temas se repiten de LFP a compi 1, que temas son nuevos. </a:t>
            </a:r>
            <a:b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(Aquí los repitentes deberian manejarse mejor)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