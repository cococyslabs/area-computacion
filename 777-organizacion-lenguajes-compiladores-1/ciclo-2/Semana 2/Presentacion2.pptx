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10287000" cx="18288000"/>
  <p:notesSz cx="6858000" cy="9144000"/>
  <p:embeddedFontLst>
    <p:embeddedFont>
      <p:font typeface="Lobster"/>
      <p:regular r:id="rId15"/>
    </p:embeddedFont>
    <p:embeddedFont>
      <p:font typeface="Pacifico"/>
      <p:regular r:id="rId16"/>
    </p:embeddedFont>
    <p:embeddedFont>
      <p:font typeface="Open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ewmnM6E6VIFRAbu8IgnvGn9Xv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obster-regular.fntdata"/><Relationship Id="rId14" Type="http://schemas.openxmlformats.org/officeDocument/2006/relationships/slide" Target="slides/slide9.xml"/><Relationship Id="rId17" Type="http://schemas.openxmlformats.org/officeDocument/2006/relationships/font" Target="fonts/OpenSans-regular.fntdata"/><Relationship Id="rId16" Type="http://schemas.openxmlformats.org/officeDocument/2006/relationships/font" Target="fonts/Pacific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0" name="Google Shape;18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0" y="6439750"/>
            <a:ext cx="138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Laboratorio 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506650" y="2479350"/>
            <a:ext cx="13274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6619" y="452048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11739805" y="2798634"/>
            <a:ext cx="5353646" cy="1701145"/>
            <a:chOff x="0" y="-114300"/>
            <a:chExt cx="1410014" cy="448038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del 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08" name="Google Shape;108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9" name="Google Shape;109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 de Quizziz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" name="Google Shape;110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2" name="Google Shape;112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" name="Google Shape;113;p2"/>
          <p:cNvGrpSpPr/>
          <p:nvPr/>
        </p:nvGrpSpPr>
        <p:grpSpPr>
          <a:xfrm>
            <a:off x="176619" y="6425875"/>
            <a:ext cx="4613551" cy="845385"/>
            <a:chOff x="0" y="-76200"/>
            <a:chExt cx="1964221" cy="359923"/>
          </a:xfrm>
        </p:grpSpPr>
        <p:sp>
          <p:nvSpPr>
            <p:cNvPr id="114" name="Google Shape;114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5" name="Google Shape;115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2"/>
          <p:cNvGrpSpPr/>
          <p:nvPr/>
        </p:nvGrpSpPr>
        <p:grpSpPr>
          <a:xfrm>
            <a:off x="176619" y="7349457"/>
            <a:ext cx="4613551" cy="845385"/>
            <a:chOff x="0" y="-76200"/>
            <a:chExt cx="1964221" cy="359923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6619" y="8412915"/>
            <a:ext cx="4613551" cy="845385"/>
            <a:chOff x="0" y="-76200"/>
            <a:chExt cx="1964221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1" name="Google Shape;121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TEMA 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3" name="Google Shape;123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4" name="Google Shape;124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6" name="Google Shape;126;p2"/>
          <p:cNvSpPr/>
          <p:nvPr/>
        </p:nvSpPr>
        <p:spPr>
          <a:xfrm>
            <a:off x="6488300" y="5365870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7"/>
                </a:lnTo>
                <a:lnTo>
                  <a:pt x="0" y="45759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2"/>
          <p:cNvSpPr txBox="1"/>
          <p:nvPr/>
        </p:nvSpPr>
        <p:spPr>
          <a:xfrm>
            <a:off x="7087316" y="6295138"/>
            <a:ext cx="3428436" cy="2730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todos los recordatorios como lo sean, cortos, entregas, horarios de calificación. Colocaras, link de video y link o codigo de quizziz si lo amerita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COMPETENCIA(S)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5539160" y="4652327"/>
            <a:ext cx="7209681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Indica la competencia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14046211" y="6528182"/>
            <a:ext cx="3428436" cy="3121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el programa del curso encontraras la competencia o competencias que debe cumplir el curso que estas impartiendo.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41"/>
              <a:buFont typeface="Arial"/>
              <a:buNone/>
            </a:pPr>
            <a:r>
              <a:rPr b="0" i="0" lang="en-US" sz="2241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Colocala(s) en este apartado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/>
        </p:nvSpPr>
        <p:spPr>
          <a:xfrm>
            <a:off x="1374889" y="3027816"/>
            <a:ext cx="12625499" cy="783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Parte teórica que se requiera  (conocimiento)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4"/>
          <p:cNvSpPr txBox="1"/>
          <p:nvPr/>
        </p:nvSpPr>
        <p:spPr>
          <a:xfrm>
            <a:off x="14141311" y="6442453"/>
            <a:ext cx="3238236" cy="28158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Queda a tu discreción de donde te guías para generar el contenido que agregaras(libros, paginas web, etc. que fundamente teóricamente los temas que estas exponiendo a los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1374889" y="3650660"/>
            <a:ext cx="14365800" cy="15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Cuando se pueda dar ejemplos de </a:t>
            </a:r>
            <a:r>
              <a:rPr lang="en-US" sz="3575">
                <a:solidFill>
                  <a:srgbClr val="131416"/>
                </a:solidFill>
              </a:rPr>
              <a:t>aplicación</a:t>
            </a: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lang="en-US" sz="3575">
                <a:solidFill>
                  <a:srgbClr val="131416"/>
                </a:solidFill>
              </a:rPr>
              <a:t>vayan</a:t>
            </a: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de acuerdo a los temas vistos (comprension y aplicacion)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5"/>
          <p:cNvSpPr txBox="1"/>
          <p:nvPr/>
        </p:nvSpPr>
        <p:spPr>
          <a:xfrm>
            <a:off x="14141311" y="6442453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Parte de la Taxonomía de Bloom nos habla de la parte de crear (llevar a la realidad la teoría aprendida) trata de dar ejemplos de este estilo, si aplican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6212437" y="3860833"/>
            <a:ext cx="6911332" cy="16591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Aca se colocaran conceptos cortos  pero fundamentales para el tema visto.  (analisis y sintesis)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6"/>
          <p:cNvSpPr txBox="1"/>
          <p:nvPr/>
        </p:nvSpPr>
        <p:spPr>
          <a:xfrm>
            <a:off x="14141311" y="6315059"/>
            <a:ext cx="3238236" cy="3168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 puntos clave de tu presentación, que consideres serán de ayuda para tus estudiantes. Enfocados a retener de mejor manera la información que les deseas transmitir (cortos pero certeros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NOMBRE DEL VALOR Y/O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5" name="Google Shape;165;p7"/>
          <p:cNvSpPr txBox="1"/>
          <p:nvPr/>
        </p:nvSpPr>
        <p:spPr>
          <a:xfrm>
            <a:off x="1116331" y="2896179"/>
            <a:ext cx="6911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en una educación por competencias enseñamos valores indica ejemplos prácticos  desde lo aprendido como van los valores aplicados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7" name="Google Shape;167;p7"/>
          <p:cNvSpPr txBox="1"/>
          <p:nvPr/>
        </p:nvSpPr>
        <p:spPr>
          <a:xfrm>
            <a:off x="14252781" y="6573512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Nuestra casa de estudios cuenta con valores como Excelencia, Compromiso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Responsabilidad, Ética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Integridad, trata de relacionarlos a los temas que estas impartiendo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0447200" y="2896175"/>
            <a:ext cx="66993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Más práctica, menos teoría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Hablar de valores puede ser aburrido si solo se queda en definiciones. Mejor usa casos reales, dinámicas, debates, videos, juegos de rol o storytelling.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 txBox="1"/>
          <p:nvPr/>
        </p:nvSpPr>
        <p:spPr>
          <a:xfrm>
            <a:off x="5056656" y="6413479"/>
            <a:ext cx="6911400" cy="25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En que momento indicar los valores: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 inicio de la clase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Durante la exposicion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Al final de la clas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5" name="Google Shape;175;p8"/>
          <p:cNvSpPr txBox="1"/>
          <p:nvPr/>
        </p:nvSpPr>
        <p:spPr>
          <a:xfrm>
            <a:off x="5803381" y="4280604"/>
            <a:ext cx="6911332" cy="22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7" name="Google Shape;177;p8"/>
          <p:cNvSpPr txBox="1"/>
          <p:nvPr/>
        </p:nvSpPr>
        <p:spPr>
          <a:xfrm>
            <a:off x="14236857" y="6780527"/>
            <a:ext cx="3238236" cy="211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Colocaras la referencias que apliquen de aquel materia, bibliográfico o paginas de internet del cual te has basado para generar tu presentación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5" name="Google Shape;18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