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o Black" charset="1" panose="020B0A03020202020B04"/>
      <p:regular r:id="rId15"/>
    </p:embeddedFon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https://forms.gle/QUtYBjBaRH6WTyvd7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USAC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4796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LUIS EDUARDO MONROY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0892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0892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LABORATORIO DE OCL1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376252" y="5143500"/>
            <a:ext cx="719514" cy="719514"/>
          </a:xfrm>
          <a:custGeom>
            <a:avLst/>
            <a:gdLst/>
            <a:ahLst/>
            <a:cxnLst/>
            <a:rect r="r" b="b" t="t" l="l"/>
            <a:pathLst>
              <a:path h="719514" w="719514">
                <a:moveTo>
                  <a:pt x="0" y="0"/>
                </a:moveTo>
                <a:lnTo>
                  <a:pt x="719515" y="0"/>
                </a:lnTo>
                <a:lnTo>
                  <a:pt x="719515" y="719514"/>
                </a:lnTo>
                <a:lnTo>
                  <a:pt x="0" y="719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85854" y="3950633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DIAGNOSTICO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975968"/>
            <a:ext cx="611073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Escuela de Ingeniería de Ciencias Y Sistemas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568514"/>
            <a:ext cx="303460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Facultad de Ingeniería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99594" y="1814513"/>
          <a:ext cx="6511183" cy="493395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PRESENTACION AUXILIAR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EVALUACION DE LOS ESTUDIANTES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PRESENTACION DE LOS ESTUDIANTES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CENSO DE HORARIOS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PROGRAMA DEL CURSO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EVALUACION DE CONOCIMIENTOS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983" t="0" r="52377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3430366" y="4880657"/>
            <a:ext cx="38289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ABOUT 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5907" y="4001198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PRESENTACION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886898"/>
            <a:ext cx="5489373" cy="4121056"/>
            <a:chOff x="0" y="0"/>
            <a:chExt cx="8916670" cy="6694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0" t="-69907" r="0" b="-3245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28700" y="5279046"/>
            <a:ext cx="5489373" cy="4121056"/>
            <a:chOff x="0" y="0"/>
            <a:chExt cx="8916670" cy="66940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5663" t="0" r="-566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456423" y="1883102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55907" y="4218713"/>
            <a:ext cx="7203393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EVALUACION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9756" y="5231421"/>
            <a:ext cx="1021954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LINK: https://create.kahoot.it/share/diagnostico/55bac03b-a3b0-4eaf-9732-1827e396bc92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5936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19538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57564"/>
            <a:ext cx="727903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ESTUDIANTES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0501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4020" y="7078855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¿Que espe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ras del curso de compiladores?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635821" y="7078855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¿Tienes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amigos que esten llevando el curso o lo han llevado con aterioridad?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52302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7622" y="7078855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¿Te distr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aes facilmente cuando el curso no es dinamico?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7082" y="1009650"/>
            <a:ext cx="81153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HORARIOS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7082" y="2365608"/>
            <a:ext cx="8076918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CALIFICACION DE OCL1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477110" y="846594"/>
            <a:ext cx="9974597" cy="841313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7112861"/>
            <a:ext cx="766415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FORMULARIO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47818" y="981075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7082" y="7678579"/>
            <a:ext cx="639201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forms.gle/QUtYBjBaRH6WTyvd7"/>
              </a:rPr>
              <a:t>https://forms.gle/QUtYBjBaRH6WTyvd7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8700" y="4292535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310389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887"/>
            <a:ext cx="882679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PROGRAMA DEL CURSO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963582" y="5640615"/>
            <a:ext cx="4123962" cy="815442"/>
            <a:chOff x="0" y="0"/>
            <a:chExt cx="5498615" cy="10872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5498615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LISTADO DE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22859"/>
              <a:ext cx="5498615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DESGLOCE DE TEMAS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05388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161405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CONOCIMIENTOS DEL CURSO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34879"/>
            <a:ext cx="80074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EVALUACION DE CONOCIMIENTOS SOBRE COMPILADORES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5909370"/>
            <a:ext cx="934457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LINK: https://create.kahoot.it/share/conocimientos-del-curso/72a3980c-6721-46b2-8fda-dee82c12be77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BIENVENIDOS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738073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E-mail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8247" y="5712038"/>
            <a:ext cx="79748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2991163360101@ingenieria.usac.edu.gt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51253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8247" y="6325218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+502 45503433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03775"/>
            <a:ext cx="47646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DAG6yFOQbKQ</dc:identifier>
  <dcterms:modified xsi:type="dcterms:W3CDTF">2011-08-01T06:04:30Z</dcterms:modified>
  <cp:revision>1</cp:revision>
  <dc:title>semana diagnostico</dc:title>
</cp:coreProperties>
</file>