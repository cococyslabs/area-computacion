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Inter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C8/GuLk1uN7klPc199pBX1P6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bold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775576" y="716625"/>
            <a:ext cx="79929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Inter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Redes de Computadoras</a:t>
            </a:r>
            <a:endParaRPr b="0" i="0" sz="4350" u="none" cap="none" strike="noStrike"/>
          </a:p>
        </p:txBody>
      </p:sp>
      <p:sp>
        <p:nvSpPr>
          <p:cNvPr id="46" name="Google Shape;46;p1"/>
          <p:cNvSpPr/>
          <p:nvPr/>
        </p:nvSpPr>
        <p:spPr>
          <a:xfrm>
            <a:off x="1092637" y="1741408"/>
            <a:ext cx="30480" cy="5771555"/>
          </a:xfrm>
          <a:prstGeom prst="roundRect">
            <a:avLst>
              <a:gd fmla="val 305361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1326654" y="2224564"/>
            <a:ext cx="775573" cy="30480"/>
          </a:xfrm>
          <a:prstGeom prst="roundRect">
            <a:avLst>
              <a:gd fmla="val 305361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858619" y="1990606"/>
            <a:ext cx="498515" cy="498515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1041142" y="2073593"/>
            <a:ext cx="133350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60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2326600" y="1962983"/>
            <a:ext cx="2769989" cy="346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¿Qué es una red?</a:t>
            </a:r>
            <a:endParaRPr b="0" i="0" sz="2150" u="none" cap="none" strike="noStrike"/>
          </a:p>
        </p:txBody>
      </p:sp>
      <p:sp>
        <p:nvSpPr>
          <p:cNvPr id="51" name="Google Shape;51;p1"/>
          <p:cNvSpPr/>
          <p:nvPr/>
        </p:nvSpPr>
        <p:spPr>
          <a:xfrm>
            <a:off x="2326600" y="2442091"/>
            <a:ext cx="6041827" cy="354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Conecta personas y equipos para transmitir información.</a:t>
            </a:r>
            <a:endParaRPr b="0" i="0" sz="1700" u="none" cap="none" strike="noStrike"/>
          </a:p>
        </p:txBody>
      </p:sp>
      <p:sp>
        <p:nvSpPr>
          <p:cNvPr id="52" name="Google Shape;52;p1"/>
          <p:cNvSpPr/>
          <p:nvPr/>
        </p:nvSpPr>
        <p:spPr>
          <a:xfrm>
            <a:off x="1326654" y="3722846"/>
            <a:ext cx="775573" cy="30480"/>
          </a:xfrm>
          <a:prstGeom prst="roundRect">
            <a:avLst>
              <a:gd fmla="val 305361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858619" y="3488888"/>
            <a:ext cx="498515" cy="498515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008162" y="3571875"/>
            <a:ext cx="199430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600" u="none" cap="none" strike="noStrike"/>
          </a:p>
        </p:txBody>
      </p:sp>
      <p:sp>
        <p:nvSpPr>
          <p:cNvPr id="55" name="Google Shape;55;p1"/>
          <p:cNvSpPr/>
          <p:nvPr/>
        </p:nvSpPr>
        <p:spPr>
          <a:xfrm>
            <a:off x="2326600" y="3461266"/>
            <a:ext cx="2769989" cy="346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Tipos de redes</a:t>
            </a:r>
            <a:endParaRPr b="0" i="0" sz="2150" u="none" cap="none" strike="noStrike"/>
          </a:p>
        </p:txBody>
      </p:sp>
      <p:sp>
        <p:nvSpPr>
          <p:cNvPr id="56" name="Google Shape;56;p1"/>
          <p:cNvSpPr/>
          <p:nvPr/>
        </p:nvSpPr>
        <p:spPr>
          <a:xfrm>
            <a:off x="2326600" y="3940373"/>
            <a:ext cx="6041827" cy="354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PAN, LAN, WAN, MAN según cantidad de usuarios.</a:t>
            </a:r>
            <a:endParaRPr b="0" i="0" sz="1700" u="none" cap="none" strike="noStrike"/>
          </a:p>
        </p:txBody>
      </p:sp>
      <p:sp>
        <p:nvSpPr>
          <p:cNvPr id="57" name="Google Shape;57;p1"/>
          <p:cNvSpPr/>
          <p:nvPr/>
        </p:nvSpPr>
        <p:spPr>
          <a:xfrm>
            <a:off x="1326654" y="5221129"/>
            <a:ext cx="775573" cy="30480"/>
          </a:xfrm>
          <a:prstGeom prst="roundRect">
            <a:avLst>
              <a:gd fmla="val 305361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858619" y="4987171"/>
            <a:ext cx="498515" cy="498515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1005542" y="5070158"/>
            <a:ext cx="204549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600" u="none" cap="none" strike="noStrike"/>
          </a:p>
        </p:txBody>
      </p:sp>
      <p:sp>
        <p:nvSpPr>
          <p:cNvPr id="60" name="Google Shape;60;p1"/>
          <p:cNvSpPr/>
          <p:nvPr/>
        </p:nvSpPr>
        <p:spPr>
          <a:xfrm>
            <a:off x="2326600" y="4959548"/>
            <a:ext cx="2769989" cy="346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Elementos de una red</a:t>
            </a:r>
            <a:endParaRPr b="0" i="0" sz="2150" u="none" cap="none" strike="noStrike"/>
          </a:p>
        </p:txBody>
      </p:sp>
      <p:sp>
        <p:nvSpPr>
          <p:cNvPr id="61" name="Google Shape;61;p1"/>
          <p:cNvSpPr/>
          <p:nvPr/>
        </p:nvSpPr>
        <p:spPr>
          <a:xfrm>
            <a:off x="2326600" y="5438656"/>
            <a:ext cx="6041827" cy="354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Hosts, periféricos, dispositivos de red, medios.</a:t>
            </a:r>
            <a:endParaRPr b="0" i="0" sz="1700" u="none" cap="none" strike="noStrike"/>
          </a:p>
        </p:txBody>
      </p:sp>
      <p:sp>
        <p:nvSpPr>
          <p:cNvPr id="62" name="Google Shape;62;p1"/>
          <p:cNvSpPr/>
          <p:nvPr/>
        </p:nvSpPr>
        <p:spPr>
          <a:xfrm>
            <a:off x="1326654" y="6719411"/>
            <a:ext cx="775573" cy="30480"/>
          </a:xfrm>
          <a:prstGeom prst="roundRect">
            <a:avLst>
              <a:gd fmla="val 305361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858619" y="6485453"/>
            <a:ext cx="498515" cy="498515"/>
          </a:xfrm>
          <a:prstGeom prst="roundRect">
            <a:avLst>
              <a:gd fmla="val 18670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1000423" y="6568440"/>
            <a:ext cx="214789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600" u="none" cap="none" strike="noStrike"/>
          </a:p>
        </p:txBody>
      </p:sp>
      <p:sp>
        <p:nvSpPr>
          <p:cNvPr id="65" name="Google Shape;65;p1"/>
          <p:cNvSpPr/>
          <p:nvPr/>
        </p:nvSpPr>
        <p:spPr>
          <a:xfrm>
            <a:off x="2326600" y="6457831"/>
            <a:ext cx="2769989" cy="346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Topología</a:t>
            </a:r>
            <a:endParaRPr b="0" i="0" sz="2150" u="none" cap="none" strike="noStrike"/>
          </a:p>
        </p:txBody>
      </p:sp>
      <p:sp>
        <p:nvSpPr>
          <p:cNvPr id="66" name="Google Shape;66;p1"/>
          <p:cNvSpPr/>
          <p:nvPr/>
        </p:nvSpPr>
        <p:spPr>
          <a:xfrm>
            <a:off x="2326600" y="6936938"/>
            <a:ext cx="6041827" cy="354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Mapa físico o lógico para intercambiar datos.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610" y="2491740"/>
            <a:ext cx="486918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808687" y="1575767"/>
            <a:ext cx="68832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Redes de Comunicación</a:t>
            </a:r>
            <a:endParaRPr b="0" i="0" sz="485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1219081" y="3381851"/>
            <a:ext cx="30480" cy="2607707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1481554" y="3921919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956608" y="3659505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1159966" y="3752017"/>
            <a:ext cx="148590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900" u="none" cap="none" strike="noStrike"/>
          </a:p>
        </p:txBody>
      </p:sp>
      <p:sp>
        <p:nvSpPr>
          <p:cNvPr id="79" name="Google Shape;79;p2"/>
          <p:cNvSpPr/>
          <p:nvPr/>
        </p:nvSpPr>
        <p:spPr>
          <a:xfrm>
            <a:off x="2592110" y="3628668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¿Qué es una red?</a:t>
            </a:r>
            <a:endParaRPr b="0" i="0" sz="2400" u="none" cap="none" strike="noStrike"/>
          </a:p>
        </p:txBody>
      </p:sp>
      <p:sp>
        <p:nvSpPr>
          <p:cNvPr id="80" name="Google Shape;80;p2"/>
          <p:cNvSpPr/>
          <p:nvPr/>
        </p:nvSpPr>
        <p:spPr>
          <a:xfrm>
            <a:off x="2592110" y="4162544"/>
            <a:ext cx="5687854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Es aquella que nos proporciona la capacidad de conectar a personas y a equipos con otros, con la finalidad de realizar TX (Transmisión) y RX (Recepción) de paquetes de información.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864023" y="768200"/>
            <a:ext cx="81996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Redes de Computadoras</a:t>
            </a:r>
            <a:endParaRPr b="0" i="0" sz="48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1219081" y="1910001"/>
            <a:ext cx="30480" cy="5551408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481554" y="2450068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56608" y="2187654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59966" y="2280166"/>
            <a:ext cx="148590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90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2592110" y="2156817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Tipos de redes</a:t>
            </a:r>
            <a:endParaRPr b="0" i="0" sz="240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2592110" y="2690693"/>
            <a:ext cx="5687854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Tenemos diferentes clasificaciones que se diferencian es en la cantidad de usuarios que estas pueden manejar:</a:t>
            </a:r>
            <a:endParaRPr b="0" i="0" sz="1900" u="none" cap="none" strike="noStrike"/>
          </a:p>
        </p:txBody>
      </p:sp>
      <p:sp>
        <p:nvSpPr>
          <p:cNvPr id="94" name="Google Shape;94;p3"/>
          <p:cNvSpPr/>
          <p:nvPr/>
        </p:nvSpPr>
        <p:spPr>
          <a:xfrm>
            <a:off x="1481554" y="4909542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956608" y="4647128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123176" y="4739640"/>
            <a:ext cx="222171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90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2592110" y="4616291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RED PAN</a:t>
            </a:r>
            <a:endParaRPr b="0" i="0" sz="2400" u="none" cap="none" strike="noStrike"/>
          </a:p>
        </p:txBody>
      </p:sp>
      <p:sp>
        <p:nvSpPr>
          <p:cNvPr id="98" name="Google Shape;98;p3"/>
          <p:cNvSpPr/>
          <p:nvPr/>
        </p:nvSpPr>
        <p:spPr>
          <a:xfrm>
            <a:off x="2592110" y="5150168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(RED DE ÁREA PERSONAL)</a:t>
            </a:r>
            <a:endParaRPr b="0" i="0" sz="1900" u="none" cap="none" strike="noStrike"/>
          </a:p>
        </p:txBody>
      </p:sp>
      <p:sp>
        <p:nvSpPr>
          <p:cNvPr id="99" name="Google Shape;99;p3"/>
          <p:cNvSpPr/>
          <p:nvPr/>
        </p:nvSpPr>
        <p:spPr>
          <a:xfrm>
            <a:off x="1481554" y="6578918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956608" y="6316504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120319" y="6409015"/>
            <a:ext cx="228005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90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2592110" y="6285667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RED LAN</a:t>
            </a:r>
            <a:endParaRPr b="0" i="0" sz="240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2592110" y="6819543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(RED DE ÁREA LOCAL)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864037" y="1331344"/>
            <a:ext cx="70020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Redes de Computadoras</a:t>
            </a:r>
            <a:endParaRPr b="0" i="0" sz="485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1219081" y="3139678"/>
            <a:ext cx="30480" cy="3091934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481554" y="3679746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56608" y="3417332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159966" y="3509843"/>
            <a:ext cx="148590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90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2592110" y="3386495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RED WAN</a:t>
            </a:r>
            <a:endParaRPr b="0" i="0" sz="24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2592110" y="3920371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(RED DE AREA AMPLIA)</a:t>
            </a:r>
            <a:endParaRPr b="0" i="0" sz="190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1481554" y="5349121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956608" y="5086707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123176" y="5179219"/>
            <a:ext cx="222171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90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2592110" y="5055870"/>
            <a:ext cx="30861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RED MAN</a:t>
            </a:r>
            <a:endParaRPr b="0" i="0" sz="2400" u="none" cap="none" strike="noStrike"/>
          </a:p>
        </p:txBody>
      </p:sp>
      <p:sp>
        <p:nvSpPr>
          <p:cNvPr id="121" name="Google Shape;121;p4"/>
          <p:cNvSpPr/>
          <p:nvPr/>
        </p:nvSpPr>
        <p:spPr>
          <a:xfrm>
            <a:off x="2592110" y="5589746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(RED DE AREA METROPOLITANA)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610" y="2491740"/>
            <a:ext cx="486918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864023" y="1147775"/>
            <a:ext cx="71847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Elementos de una red</a:t>
            </a:r>
            <a:endParaRPr b="0" i="0" sz="48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1219081" y="2289572"/>
            <a:ext cx="30480" cy="4792266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481554" y="2829639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956608" y="2567226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159966" y="2659737"/>
            <a:ext cx="148590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90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2592110" y="2536388"/>
            <a:ext cx="5687854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Incluyen nodos (dispositivos) y enlaces (conexiones físicas o inalámbricas) que permiten la comunicación.</a:t>
            </a:r>
            <a:endParaRPr b="0" i="0" sz="190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1481554" y="4755237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956608" y="4492823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123176" y="4585335"/>
            <a:ext cx="222171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9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2592110" y="4461986"/>
            <a:ext cx="3639979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 lo que compone un red</a:t>
            </a:r>
            <a:endParaRPr b="0" i="0" sz="240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2592110" y="4995863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Calibri"/>
              <a:buAutoNum type="arabicPeriod"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Hosts </a:t>
            </a:r>
            <a:endParaRPr b="0" i="0" sz="1900" u="none" cap="none" strike="noStrike"/>
          </a:p>
        </p:txBody>
      </p:sp>
      <p:sp>
        <p:nvSpPr>
          <p:cNvPr id="140" name="Google Shape;140;p5"/>
          <p:cNvSpPr/>
          <p:nvPr/>
        </p:nvSpPr>
        <p:spPr>
          <a:xfrm>
            <a:off x="2592110" y="5477232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Calibri"/>
              <a:buAutoNum type="arabicPeriod" startAt="2"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Periféricos </a:t>
            </a:r>
            <a:endParaRPr b="0" i="0" sz="190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2592110" y="5958602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Calibri"/>
              <a:buAutoNum type="arabicPeriod" startAt="3"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Dispositivos de red </a:t>
            </a:r>
            <a:endParaRPr b="0" i="0" sz="1900" u="none" cap="none" strike="noStrike"/>
          </a:p>
        </p:txBody>
      </p:sp>
      <p:sp>
        <p:nvSpPr>
          <p:cNvPr id="142" name="Google Shape;142;p5"/>
          <p:cNvSpPr/>
          <p:nvPr/>
        </p:nvSpPr>
        <p:spPr>
          <a:xfrm>
            <a:off x="2592110" y="6439972"/>
            <a:ext cx="568785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Calibri"/>
              <a:buAutoNum type="arabicPeriod" startAt="4"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Medios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673302" y="529000"/>
            <a:ext cx="89070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Inter"/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Elementos de una red</a:t>
            </a:r>
            <a:endParaRPr b="0" i="0" sz="375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673298" y="1514713"/>
            <a:ext cx="13283803" cy="5676424"/>
          </a:xfrm>
          <a:prstGeom prst="roundRect">
            <a:avLst>
              <a:gd fmla="val 1423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80918" y="1522333"/>
            <a:ext cx="13268563" cy="55376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73204" y="1645325"/>
            <a:ext cx="128839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5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680918" y="2076093"/>
            <a:ext cx="13268563" cy="86153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873204" y="2199084"/>
            <a:ext cx="1288399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 host en una red es cualquier dispositivo que tiene una dirección única y que puede enviar o recibir datos en la red. Pueden ser computadoras, servidores, impresoras, dispositivos móviles, entre otros.</a:t>
            </a:r>
            <a:endParaRPr b="0" i="0" sz="150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680918" y="2937629"/>
            <a:ext cx="13268563" cy="55376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73204" y="3060621"/>
            <a:ext cx="128839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50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680918" y="3491389"/>
            <a:ext cx="13268563" cy="86153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873204" y="3614380"/>
            <a:ext cx="1288399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Los periféricos son dispositivos adicionales conectados a una computadora u otro dispositivo principal. En el contexto de una red, los periféricos pueden ser impresoras, escáneres, cámaras web, etc.</a:t>
            </a:r>
            <a:endParaRPr b="0" i="0" sz="1500" u="none" cap="none" strike="noStrike"/>
          </a:p>
        </p:txBody>
      </p:sp>
      <p:sp>
        <p:nvSpPr>
          <p:cNvPr id="158" name="Google Shape;158;p6"/>
          <p:cNvSpPr/>
          <p:nvPr/>
        </p:nvSpPr>
        <p:spPr>
          <a:xfrm>
            <a:off x="680918" y="4352925"/>
            <a:ext cx="13268563" cy="55376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73204" y="4475917"/>
            <a:ext cx="128839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500" u="none" cap="none" strike="noStrike"/>
          </a:p>
        </p:txBody>
      </p:sp>
      <p:sp>
        <p:nvSpPr>
          <p:cNvPr id="160" name="Google Shape;160;p6"/>
          <p:cNvSpPr/>
          <p:nvPr/>
        </p:nvSpPr>
        <p:spPr>
          <a:xfrm>
            <a:off x="680918" y="4906685"/>
            <a:ext cx="13268563" cy="86153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73204" y="5029676"/>
            <a:ext cx="1288399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Los dispositivos de red son hardware especializado que facilita la comunicación y la gestión de datos en una red. Incluyen routers, switches, hubs, firewalls, entre otros.</a:t>
            </a:r>
            <a:endParaRPr b="0" i="0" sz="1500" u="none" cap="none" strike="noStrike"/>
          </a:p>
        </p:txBody>
      </p:sp>
      <p:sp>
        <p:nvSpPr>
          <p:cNvPr id="162" name="Google Shape;162;p6"/>
          <p:cNvSpPr/>
          <p:nvPr/>
        </p:nvSpPr>
        <p:spPr>
          <a:xfrm>
            <a:off x="680918" y="5768221"/>
            <a:ext cx="13268563" cy="55376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73204" y="5891213"/>
            <a:ext cx="128839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50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680918" y="6321981"/>
            <a:ext cx="13268563" cy="86153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73204" y="6444972"/>
            <a:ext cx="1288399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Los medios de red son los canales físicos o inalámbricos a través de los cuales se transmiten los datos en una red. Pueden ser cables de cobre, fibra óptica, ondas de radio, etc.</a:t>
            </a:r>
            <a:endParaRPr b="0" i="0" sz="1500" u="none" cap="none" strike="noStrike"/>
          </a:p>
        </p:txBody>
      </p:sp>
      <p:sp>
        <p:nvSpPr>
          <p:cNvPr id="166" name="Google Shape;166;p6"/>
          <p:cNvSpPr/>
          <p:nvPr/>
        </p:nvSpPr>
        <p:spPr>
          <a:xfrm>
            <a:off x="673298" y="7407473"/>
            <a:ext cx="1328380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2610" y="2288858"/>
            <a:ext cx="4869180" cy="365188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864037" y="1999298"/>
            <a:ext cx="6172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Topologías </a:t>
            </a:r>
            <a:endParaRPr b="0" i="0" sz="485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1219081" y="3141107"/>
            <a:ext cx="30480" cy="3089077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1481554" y="3681174"/>
            <a:ext cx="864037" cy="30480"/>
          </a:xfrm>
          <a:prstGeom prst="roundRect">
            <a:avLst>
              <a:gd fmla="val 340200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956608" y="3418761"/>
            <a:ext cx="555427" cy="555427"/>
          </a:xfrm>
          <a:prstGeom prst="roundRect">
            <a:avLst>
              <a:gd fmla="val 18669" name="adj"/>
            </a:avLst>
          </a:prstGeom>
          <a:solidFill>
            <a:srgbClr val="110080"/>
          </a:solidFill>
          <a:ln cap="flat" cmpd="sng" w="152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159966" y="3511272"/>
            <a:ext cx="148590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9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2592094" y="3387925"/>
            <a:ext cx="4958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Que es una topología?</a:t>
            </a:r>
            <a:endParaRPr b="0" i="0" sz="2400" u="none" cap="none" strike="noStrike"/>
          </a:p>
        </p:txBody>
      </p:sp>
      <p:sp>
        <p:nvSpPr>
          <p:cNvPr id="180" name="Google Shape;180;p7"/>
          <p:cNvSpPr/>
          <p:nvPr/>
        </p:nvSpPr>
        <p:spPr>
          <a:xfrm>
            <a:off x="2592110" y="3921800"/>
            <a:ext cx="568785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 un mapa físico o lógico de una red para intercambiar datos.</a:t>
            </a:r>
            <a:endParaRPr b="0" i="0" sz="1900" u="none" cap="none" strike="noStrike"/>
          </a:p>
        </p:txBody>
      </p:sp>
      <p:sp>
        <p:nvSpPr>
          <p:cNvPr id="181" name="Google Shape;181;p7"/>
          <p:cNvSpPr/>
          <p:nvPr/>
        </p:nvSpPr>
        <p:spPr>
          <a:xfrm>
            <a:off x="2592110" y="4798219"/>
            <a:ext cx="5687854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La disposición física o lógica de los nodos y enlaces en una rwd, como bus, anillo, estrella, malla, etc.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2024-11-04T03:24:17Z</dcterms:created>
  <dc:creator>PptxGenJS</dc:creator>
</cp:coreProperties>
</file>