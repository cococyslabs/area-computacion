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Lst>
  <p:sldSz cy="10287000" cx="18288000"/>
  <p:notesSz cx="6858000" cy="9144000"/>
  <p:embeddedFontLst>
    <p:embeddedFont>
      <p:font typeface="Sniglet"/>
      <p:regular r:id="rId61"/>
    </p:embeddedFont>
    <p:embeddedFont>
      <p:font typeface="DM Sans"/>
      <p:regular r:id="rId62"/>
      <p:bold r:id="rId63"/>
      <p:italic r:id="rId64"/>
      <p:boldItalic r:id="rId6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66" roundtripDataSignature="AMtx7mhzrZOLOfj2M4uhiI50Ng+FNMOsH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DMSans-regular.fntdata"/><Relationship Id="rId61" Type="http://schemas.openxmlformats.org/officeDocument/2006/relationships/font" Target="fonts/Sniglet-regular.fntdata"/><Relationship Id="rId20" Type="http://schemas.openxmlformats.org/officeDocument/2006/relationships/slide" Target="slides/slide15.xml"/><Relationship Id="rId64" Type="http://schemas.openxmlformats.org/officeDocument/2006/relationships/font" Target="fonts/DMSans-italic.fntdata"/><Relationship Id="rId63" Type="http://schemas.openxmlformats.org/officeDocument/2006/relationships/font" Target="fonts/DMSans-bold.fntdata"/><Relationship Id="rId22" Type="http://schemas.openxmlformats.org/officeDocument/2006/relationships/slide" Target="slides/slide17.xml"/><Relationship Id="rId66" Type="http://customschemas.google.com/relationships/presentationmetadata" Target="metadata"/><Relationship Id="rId21" Type="http://schemas.openxmlformats.org/officeDocument/2006/relationships/slide" Target="slides/slide16.xml"/><Relationship Id="rId65" Type="http://schemas.openxmlformats.org/officeDocument/2006/relationships/font" Target="fonts/DMSans-boldItalic.fntdata"/><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p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p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4" name="Shape 774"/>
        <p:cNvGrpSpPr/>
        <p:nvPr/>
      </p:nvGrpSpPr>
      <p:grpSpPr>
        <a:xfrm>
          <a:off x="0" y="0"/>
          <a:ext cx="0" cy="0"/>
          <a:chOff x="0" y="0"/>
          <a:chExt cx="0" cy="0"/>
        </a:xfrm>
      </p:grpSpPr>
      <p:sp>
        <p:nvSpPr>
          <p:cNvPr id="775" name="Google Shape;775;p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0" name="Shape 790"/>
        <p:cNvGrpSpPr/>
        <p:nvPr/>
      </p:nvGrpSpPr>
      <p:grpSpPr>
        <a:xfrm>
          <a:off x="0" y="0"/>
          <a:ext cx="0" cy="0"/>
          <a:chOff x="0" y="0"/>
          <a:chExt cx="0" cy="0"/>
        </a:xfrm>
      </p:grpSpPr>
      <p:sp>
        <p:nvSpPr>
          <p:cNvPr id="791" name="Google Shape;791;p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2" name="Shape 822"/>
        <p:cNvGrpSpPr/>
        <p:nvPr/>
      </p:nvGrpSpPr>
      <p:grpSpPr>
        <a:xfrm>
          <a:off x="0" y="0"/>
          <a:ext cx="0" cy="0"/>
          <a:chOff x="0" y="0"/>
          <a:chExt cx="0" cy="0"/>
        </a:xfrm>
      </p:grpSpPr>
      <p:sp>
        <p:nvSpPr>
          <p:cNvPr id="823" name="Google Shape;823;p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4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p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4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p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4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p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4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5" name="Shape 935"/>
        <p:cNvGrpSpPr/>
        <p:nvPr/>
      </p:nvGrpSpPr>
      <p:grpSpPr>
        <a:xfrm>
          <a:off x="0" y="0"/>
          <a:ext cx="0" cy="0"/>
          <a:chOff x="0" y="0"/>
          <a:chExt cx="0" cy="0"/>
        </a:xfrm>
      </p:grpSpPr>
      <p:sp>
        <p:nvSpPr>
          <p:cNvPr id="936" name="Google Shape;936;p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5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7" name="Shape 967"/>
        <p:cNvGrpSpPr/>
        <p:nvPr/>
      </p:nvGrpSpPr>
      <p:grpSpPr>
        <a:xfrm>
          <a:off x="0" y="0"/>
          <a:ext cx="0" cy="0"/>
          <a:chOff x="0" y="0"/>
          <a:chExt cx="0" cy="0"/>
        </a:xfrm>
      </p:grpSpPr>
      <p:sp>
        <p:nvSpPr>
          <p:cNvPr id="968" name="Google Shape;968;p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5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5" name="Shape 985"/>
        <p:cNvGrpSpPr/>
        <p:nvPr/>
      </p:nvGrpSpPr>
      <p:grpSpPr>
        <a:xfrm>
          <a:off x="0" y="0"/>
          <a:ext cx="0" cy="0"/>
          <a:chOff x="0" y="0"/>
          <a:chExt cx="0" cy="0"/>
        </a:xfrm>
      </p:grpSpPr>
      <p:sp>
        <p:nvSpPr>
          <p:cNvPr id="986" name="Google Shape;986;p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5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0" name="Shape 1010"/>
        <p:cNvGrpSpPr/>
        <p:nvPr/>
      </p:nvGrpSpPr>
      <p:grpSpPr>
        <a:xfrm>
          <a:off x="0" y="0"/>
          <a:ext cx="0" cy="0"/>
          <a:chOff x="0" y="0"/>
          <a:chExt cx="0" cy="0"/>
        </a:xfrm>
      </p:grpSpPr>
      <p:sp>
        <p:nvSpPr>
          <p:cNvPr id="1011" name="Google Shape;1011;p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5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1" name="Shape 1021"/>
        <p:cNvGrpSpPr/>
        <p:nvPr/>
      </p:nvGrpSpPr>
      <p:grpSpPr>
        <a:xfrm>
          <a:off x="0" y="0"/>
          <a:ext cx="0" cy="0"/>
          <a:chOff x="0" y="0"/>
          <a:chExt cx="0" cy="0"/>
        </a:xfrm>
      </p:grpSpPr>
      <p:sp>
        <p:nvSpPr>
          <p:cNvPr id="1022" name="Google Shape;1022;p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5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9" name="Shape 1039"/>
        <p:cNvGrpSpPr/>
        <p:nvPr/>
      </p:nvGrpSpPr>
      <p:grpSpPr>
        <a:xfrm>
          <a:off x="0" y="0"/>
          <a:ext cx="0" cy="0"/>
          <a:chOff x="0" y="0"/>
          <a:chExt cx="0" cy="0"/>
        </a:xfrm>
      </p:grpSpPr>
      <p:sp>
        <p:nvSpPr>
          <p:cNvPr id="1040" name="Google Shape;1040;p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5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5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5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5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58"/>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58"/>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5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5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5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5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5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5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5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5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60"/>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6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6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6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6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1"/>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6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6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6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6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6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6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6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6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6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6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6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6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6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6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6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6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6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6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65"/>
          <p:cNvSpPr/>
          <p:nvPr>
            <p:ph idx="2" type="pic"/>
          </p:nvPr>
        </p:nvSpPr>
        <p:spPr>
          <a:xfrm>
            <a:off x="1792288" y="612775"/>
            <a:ext cx="5486400" cy="4114800"/>
          </a:xfrm>
          <a:prstGeom prst="rect">
            <a:avLst/>
          </a:prstGeom>
          <a:noFill/>
          <a:ln>
            <a:noFill/>
          </a:ln>
        </p:spPr>
      </p:sp>
      <p:sp>
        <p:nvSpPr>
          <p:cNvPr id="64" name="Google Shape;64;p6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6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6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6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6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66"/>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6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6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6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67"/>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6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6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6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6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5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5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5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15.png"/><Relationship Id="rId5"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hyperlink" Target="https://www.youtube.com/watch?v=cumVT5Xp6yU"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10.png"/><Relationship Id="rId5" Type="http://schemas.openxmlformats.org/officeDocument/2006/relationships/image" Target="../media/image3.jpg"/><Relationship Id="rId6" Type="http://schemas.openxmlformats.org/officeDocument/2006/relationships/image" Target="../media/image4.png"/></Relationships>
</file>

<file path=ppt/slides/_rels/slide4.xml.rels><?xml version="1.0" encoding="UTF-8" standalone="yes"?><Relationships xmlns="http://schemas.openxmlformats.org/package/2006/relationships"><Relationship Id="rId11" Type="http://schemas.openxmlformats.org/officeDocument/2006/relationships/image" Target="../media/image20.png"/><Relationship Id="rId10" Type="http://schemas.openxmlformats.org/officeDocument/2006/relationships/image" Target="../media/image21.png"/><Relationship Id="rId13" Type="http://schemas.openxmlformats.org/officeDocument/2006/relationships/image" Target="../media/image17.png"/><Relationship Id="rId12" Type="http://schemas.openxmlformats.org/officeDocument/2006/relationships/image" Target="../media/image16.png"/><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14.png"/><Relationship Id="rId9" Type="http://schemas.openxmlformats.org/officeDocument/2006/relationships/image" Target="../media/image43.png"/><Relationship Id="rId14" Type="http://schemas.openxmlformats.org/officeDocument/2006/relationships/image" Target="../media/image31.png"/><Relationship Id="rId5" Type="http://schemas.openxmlformats.org/officeDocument/2006/relationships/image" Target="../media/image13.png"/><Relationship Id="rId6" Type="http://schemas.openxmlformats.org/officeDocument/2006/relationships/image" Target="../media/image22.png"/><Relationship Id="rId7" Type="http://schemas.openxmlformats.org/officeDocument/2006/relationships/image" Target="../media/image12.png"/><Relationship Id="rId8" Type="http://schemas.openxmlformats.org/officeDocument/2006/relationships/image" Target="../media/image18.png"/></Relationships>
</file>

<file path=ppt/slides/_rels/slide5.xml.rels><?xml version="1.0" encoding="UTF-8" standalone="yes"?><Relationships xmlns="http://schemas.openxmlformats.org/package/2006/relationships"><Relationship Id="rId10" Type="http://schemas.openxmlformats.org/officeDocument/2006/relationships/image" Target="../media/image36.png"/><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7.png"/><Relationship Id="rId4" Type="http://schemas.openxmlformats.org/officeDocument/2006/relationships/image" Target="../media/image29.png"/><Relationship Id="rId9" Type="http://schemas.openxmlformats.org/officeDocument/2006/relationships/image" Target="../media/image30.png"/><Relationship Id="rId5" Type="http://schemas.openxmlformats.org/officeDocument/2006/relationships/image" Target="../media/image21.png"/><Relationship Id="rId6" Type="http://schemas.openxmlformats.org/officeDocument/2006/relationships/image" Target="../media/image20.png"/><Relationship Id="rId7" Type="http://schemas.openxmlformats.org/officeDocument/2006/relationships/image" Target="../media/image43.png"/><Relationship Id="rId8" Type="http://schemas.openxmlformats.org/officeDocument/2006/relationships/image" Target="../media/image34.png"/></Relationships>
</file>

<file path=ppt/slides/_rels/slide6.xml.rels><?xml version="1.0" encoding="UTF-8" standalone="yes"?><Relationships xmlns="http://schemas.openxmlformats.org/package/2006/relationships"><Relationship Id="rId10" Type="http://schemas.openxmlformats.org/officeDocument/2006/relationships/image" Target="../media/image51.png"/><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7.png"/><Relationship Id="rId4" Type="http://schemas.openxmlformats.org/officeDocument/2006/relationships/image" Target="../media/image26.png"/><Relationship Id="rId9" Type="http://schemas.openxmlformats.org/officeDocument/2006/relationships/image" Target="../media/image59.png"/><Relationship Id="rId5" Type="http://schemas.openxmlformats.org/officeDocument/2006/relationships/image" Target="../media/image24.png"/><Relationship Id="rId6" Type="http://schemas.openxmlformats.org/officeDocument/2006/relationships/image" Target="../media/image35.png"/><Relationship Id="rId7" Type="http://schemas.openxmlformats.org/officeDocument/2006/relationships/image" Target="../media/image40.png"/><Relationship Id="rId8" Type="http://schemas.openxmlformats.org/officeDocument/2006/relationships/image" Target="../media/image2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7.png"/><Relationship Id="rId4" Type="http://schemas.openxmlformats.org/officeDocument/2006/relationships/image" Target="../media/image44.png"/><Relationship Id="rId9" Type="http://schemas.openxmlformats.org/officeDocument/2006/relationships/image" Target="../media/image61.png"/><Relationship Id="rId5" Type="http://schemas.openxmlformats.org/officeDocument/2006/relationships/image" Target="../media/image39.png"/><Relationship Id="rId6" Type="http://schemas.openxmlformats.org/officeDocument/2006/relationships/image" Target="../media/image25.png"/><Relationship Id="rId7" Type="http://schemas.openxmlformats.org/officeDocument/2006/relationships/image" Target="../media/image40.png"/><Relationship Id="rId8" Type="http://schemas.openxmlformats.org/officeDocument/2006/relationships/image" Target="../media/image2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2.png"/><Relationship Id="rId4" Type="http://schemas.openxmlformats.org/officeDocument/2006/relationships/image" Target="../media/image30.png"/><Relationship Id="rId5" Type="http://schemas.openxmlformats.org/officeDocument/2006/relationships/image" Target="../media/image66.png"/><Relationship Id="rId6" Type="http://schemas.openxmlformats.org/officeDocument/2006/relationships/image" Target="../media/image64.png"/><Relationship Id="rId7" Type="http://schemas.openxmlformats.org/officeDocument/2006/relationships/image" Target="../media/image63.png"/><Relationship Id="rId8" Type="http://schemas.openxmlformats.org/officeDocument/2006/relationships/image" Target="../media/image67.png"/></Relationships>
</file>

<file path=ppt/slides/_rels/slide9.xml.rels><?xml version="1.0" encoding="UTF-8" standalone="yes"?><Relationships xmlns="http://schemas.openxmlformats.org/package/2006/relationships"><Relationship Id="rId11" Type="http://schemas.openxmlformats.org/officeDocument/2006/relationships/image" Target="../media/image20.png"/><Relationship Id="rId10" Type="http://schemas.openxmlformats.org/officeDocument/2006/relationships/image" Target="../media/image21.png"/><Relationship Id="rId13" Type="http://schemas.openxmlformats.org/officeDocument/2006/relationships/image" Target="../media/image17.png"/><Relationship Id="rId12" Type="http://schemas.openxmlformats.org/officeDocument/2006/relationships/image" Target="../media/image16.png"/><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14.png"/><Relationship Id="rId9" Type="http://schemas.openxmlformats.org/officeDocument/2006/relationships/image" Target="../media/image43.png"/><Relationship Id="rId14" Type="http://schemas.openxmlformats.org/officeDocument/2006/relationships/image" Target="../media/image31.png"/><Relationship Id="rId5" Type="http://schemas.openxmlformats.org/officeDocument/2006/relationships/image" Target="../media/image13.png"/><Relationship Id="rId6" Type="http://schemas.openxmlformats.org/officeDocument/2006/relationships/image" Target="../media/image22.png"/><Relationship Id="rId7" Type="http://schemas.openxmlformats.org/officeDocument/2006/relationships/image" Target="../media/image12.png"/><Relationship Id="rId8" Type="http://schemas.openxmlformats.org/officeDocument/2006/relationships/image" Target="../media/image18.png"/></Relationships>
</file>

<file path=ppt/slides/_rels/slide10.xml.rels><?xml version="1.0" encoding="UTF-8" standalone="yes"?><Relationships xmlns="http://schemas.openxmlformats.org/package/2006/relationships"><Relationship Id="rId10" Type="http://schemas.openxmlformats.org/officeDocument/2006/relationships/image" Target="../media/image36.png"/><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7.png"/><Relationship Id="rId4" Type="http://schemas.openxmlformats.org/officeDocument/2006/relationships/image" Target="../media/image29.png"/><Relationship Id="rId9" Type="http://schemas.openxmlformats.org/officeDocument/2006/relationships/image" Target="../media/image30.png"/><Relationship Id="rId5" Type="http://schemas.openxmlformats.org/officeDocument/2006/relationships/image" Target="../media/image21.png"/><Relationship Id="rId6" Type="http://schemas.openxmlformats.org/officeDocument/2006/relationships/image" Target="../media/image20.png"/><Relationship Id="rId7" Type="http://schemas.openxmlformats.org/officeDocument/2006/relationships/image" Target="../media/image43.png"/><Relationship Id="rId8" Type="http://schemas.openxmlformats.org/officeDocument/2006/relationships/image" Target="../media/image3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7.png"/><Relationship Id="rId4" Type="http://schemas.openxmlformats.org/officeDocument/2006/relationships/image" Target="../media/image25.png"/><Relationship Id="rId5" Type="http://schemas.openxmlformats.org/officeDocument/2006/relationships/image" Target="../media/image40.png"/><Relationship Id="rId6" Type="http://schemas.openxmlformats.org/officeDocument/2006/relationships/image" Target="../media/image26.png"/></Relationships>
</file>

<file path=ppt/slides/_rels/slide12.xml.rels><?xml version="1.0" encoding="UTF-8" standalone="yes"?><Relationships xmlns="http://schemas.openxmlformats.org/package/2006/relationships"><Relationship Id="rId11" Type="http://schemas.openxmlformats.org/officeDocument/2006/relationships/image" Target="../media/image20.png"/><Relationship Id="rId10" Type="http://schemas.openxmlformats.org/officeDocument/2006/relationships/image" Target="../media/image21.png"/><Relationship Id="rId13" Type="http://schemas.openxmlformats.org/officeDocument/2006/relationships/image" Target="../media/image17.png"/><Relationship Id="rId12" Type="http://schemas.openxmlformats.org/officeDocument/2006/relationships/image" Target="../media/image16.png"/><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7.png"/><Relationship Id="rId4" Type="http://schemas.openxmlformats.org/officeDocument/2006/relationships/image" Target="../media/image14.png"/><Relationship Id="rId9" Type="http://schemas.openxmlformats.org/officeDocument/2006/relationships/image" Target="../media/image43.png"/><Relationship Id="rId14" Type="http://schemas.openxmlformats.org/officeDocument/2006/relationships/image" Target="../media/image31.png"/><Relationship Id="rId5" Type="http://schemas.openxmlformats.org/officeDocument/2006/relationships/image" Target="../media/image13.png"/><Relationship Id="rId6" Type="http://schemas.openxmlformats.org/officeDocument/2006/relationships/image" Target="../media/image22.png"/><Relationship Id="rId7" Type="http://schemas.openxmlformats.org/officeDocument/2006/relationships/image" Target="../media/image12.png"/><Relationship Id="rId8" Type="http://schemas.openxmlformats.org/officeDocument/2006/relationships/image" Target="../media/image18.png"/></Relationships>
</file>

<file path=ppt/slides/_rels/slide13.xml.rels><?xml version="1.0" encoding="UTF-8" standalone="yes"?><Relationships xmlns="http://schemas.openxmlformats.org/package/2006/relationships"><Relationship Id="rId10" Type="http://schemas.openxmlformats.org/officeDocument/2006/relationships/image" Target="../media/image36.png"/><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7.png"/><Relationship Id="rId4" Type="http://schemas.openxmlformats.org/officeDocument/2006/relationships/image" Target="../media/image29.png"/><Relationship Id="rId9" Type="http://schemas.openxmlformats.org/officeDocument/2006/relationships/image" Target="../media/image30.png"/><Relationship Id="rId5" Type="http://schemas.openxmlformats.org/officeDocument/2006/relationships/image" Target="../media/image21.png"/><Relationship Id="rId6" Type="http://schemas.openxmlformats.org/officeDocument/2006/relationships/image" Target="../media/image20.png"/><Relationship Id="rId7" Type="http://schemas.openxmlformats.org/officeDocument/2006/relationships/image" Target="../media/image43.png"/><Relationship Id="rId8" Type="http://schemas.openxmlformats.org/officeDocument/2006/relationships/image" Target="../media/image3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7.png"/><Relationship Id="rId4" Type="http://schemas.openxmlformats.org/officeDocument/2006/relationships/image" Target="../media/image25.png"/><Relationship Id="rId5" Type="http://schemas.openxmlformats.org/officeDocument/2006/relationships/image" Target="../media/image40.png"/><Relationship Id="rId6" Type="http://schemas.openxmlformats.org/officeDocument/2006/relationships/image" Target="../media/image26.png"/></Relationships>
</file>

<file path=ppt/slides/_rels/slide15.xml.rels><?xml version="1.0" encoding="UTF-8" standalone="yes"?><Relationships xmlns="http://schemas.openxmlformats.org/package/2006/relationships"><Relationship Id="rId11" Type="http://schemas.openxmlformats.org/officeDocument/2006/relationships/image" Target="../media/image20.png"/><Relationship Id="rId10" Type="http://schemas.openxmlformats.org/officeDocument/2006/relationships/image" Target="../media/image21.png"/><Relationship Id="rId13" Type="http://schemas.openxmlformats.org/officeDocument/2006/relationships/image" Target="../media/image17.png"/><Relationship Id="rId12" Type="http://schemas.openxmlformats.org/officeDocument/2006/relationships/image" Target="../media/image16.png"/><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7.png"/><Relationship Id="rId4" Type="http://schemas.openxmlformats.org/officeDocument/2006/relationships/image" Target="../media/image14.png"/><Relationship Id="rId9" Type="http://schemas.openxmlformats.org/officeDocument/2006/relationships/image" Target="../media/image43.png"/><Relationship Id="rId14" Type="http://schemas.openxmlformats.org/officeDocument/2006/relationships/image" Target="../media/image31.png"/><Relationship Id="rId5" Type="http://schemas.openxmlformats.org/officeDocument/2006/relationships/image" Target="../media/image13.png"/><Relationship Id="rId6" Type="http://schemas.openxmlformats.org/officeDocument/2006/relationships/image" Target="../media/image22.png"/><Relationship Id="rId7" Type="http://schemas.openxmlformats.org/officeDocument/2006/relationships/image" Target="../media/image12.png"/><Relationship Id="rId8" Type="http://schemas.openxmlformats.org/officeDocument/2006/relationships/image" Target="../media/image18.png"/></Relationships>
</file>

<file path=ppt/slides/_rels/slide16.xml.rels><?xml version="1.0" encoding="UTF-8" standalone="yes"?><Relationships xmlns="http://schemas.openxmlformats.org/package/2006/relationships"><Relationship Id="rId10" Type="http://schemas.openxmlformats.org/officeDocument/2006/relationships/image" Target="../media/image72.png"/><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5.png"/><Relationship Id="rId4" Type="http://schemas.openxmlformats.org/officeDocument/2006/relationships/image" Target="../media/image40.png"/><Relationship Id="rId9" Type="http://schemas.openxmlformats.org/officeDocument/2006/relationships/image" Target="../media/image79.png"/><Relationship Id="rId5" Type="http://schemas.openxmlformats.org/officeDocument/2006/relationships/image" Target="../media/image69.png"/><Relationship Id="rId6" Type="http://schemas.openxmlformats.org/officeDocument/2006/relationships/image" Target="../media/image82.png"/><Relationship Id="rId7" Type="http://schemas.openxmlformats.org/officeDocument/2006/relationships/image" Target="../media/image73.png"/><Relationship Id="rId8" Type="http://schemas.openxmlformats.org/officeDocument/2006/relationships/image" Target="../media/image24.png"/></Relationships>
</file>

<file path=ppt/slides/_rels/slide17.xml.rels><?xml version="1.0" encoding="UTF-8" standalone="yes"?><Relationships xmlns="http://schemas.openxmlformats.org/package/2006/relationships"><Relationship Id="rId10" Type="http://schemas.openxmlformats.org/officeDocument/2006/relationships/image" Target="../media/image72.png"/><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5.png"/><Relationship Id="rId4" Type="http://schemas.openxmlformats.org/officeDocument/2006/relationships/image" Target="../media/image40.png"/><Relationship Id="rId9" Type="http://schemas.openxmlformats.org/officeDocument/2006/relationships/image" Target="../media/image79.png"/><Relationship Id="rId5" Type="http://schemas.openxmlformats.org/officeDocument/2006/relationships/image" Target="../media/image69.png"/><Relationship Id="rId6" Type="http://schemas.openxmlformats.org/officeDocument/2006/relationships/image" Target="../media/image82.png"/><Relationship Id="rId7" Type="http://schemas.openxmlformats.org/officeDocument/2006/relationships/image" Target="../media/image73.png"/><Relationship Id="rId8" Type="http://schemas.openxmlformats.org/officeDocument/2006/relationships/image" Target="../media/image24.png"/></Relationships>
</file>

<file path=ppt/slides/_rels/slide18.xml.rels><?xml version="1.0" encoding="UTF-8" standalone="yes"?><Relationships xmlns="http://schemas.openxmlformats.org/package/2006/relationships"><Relationship Id="rId11" Type="http://schemas.openxmlformats.org/officeDocument/2006/relationships/image" Target="../media/image84.png"/><Relationship Id="rId10" Type="http://schemas.openxmlformats.org/officeDocument/2006/relationships/image" Target="../media/image21.png"/><Relationship Id="rId13" Type="http://schemas.openxmlformats.org/officeDocument/2006/relationships/image" Target="../media/image85.png"/><Relationship Id="rId12" Type="http://schemas.openxmlformats.org/officeDocument/2006/relationships/image" Target="../media/image68.png"/><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77.png"/><Relationship Id="rId4" Type="http://schemas.openxmlformats.org/officeDocument/2006/relationships/image" Target="../media/image76.png"/><Relationship Id="rId9" Type="http://schemas.openxmlformats.org/officeDocument/2006/relationships/image" Target="../media/image12.png"/><Relationship Id="rId5" Type="http://schemas.openxmlformats.org/officeDocument/2006/relationships/image" Target="../media/image75.png"/><Relationship Id="rId6" Type="http://schemas.openxmlformats.org/officeDocument/2006/relationships/image" Target="../media/image43.png"/><Relationship Id="rId7" Type="http://schemas.openxmlformats.org/officeDocument/2006/relationships/image" Target="../media/image20.png"/><Relationship Id="rId8" Type="http://schemas.openxmlformats.org/officeDocument/2006/relationships/image" Target="../media/image31.png"/></Relationships>
</file>

<file path=ppt/slides/_rels/slide19.xml.rels><?xml version="1.0" encoding="UTF-8" standalone="yes"?><Relationships xmlns="http://schemas.openxmlformats.org/package/2006/relationships"><Relationship Id="rId11" Type="http://schemas.openxmlformats.org/officeDocument/2006/relationships/image" Target="../media/image72.png"/><Relationship Id="rId10" Type="http://schemas.openxmlformats.org/officeDocument/2006/relationships/image" Target="../media/image24.png"/><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5.png"/><Relationship Id="rId4" Type="http://schemas.openxmlformats.org/officeDocument/2006/relationships/image" Target="../media/image40.png"/><Relationship Id="rId9" Type="http://schemas.openxmlformats.org/officeDocument/2006/relationships/image" Target="../media/image73.png"/><Relationship Id="rId5" Type="http://schemas.openxmlformats.org/officeDocument/2006/relationships/image" Target="../media/image69.png"/><Relationship Id="rId6" Type="http://schemas.openxmlformats.org/officeDocument/2006/relationships/image" Target="../media/image82.png"/><Relationship Id="rId7" Type="http://schemas.openxmlformats.org/officeDocument/2006/relationships/image" Target="../media/image81.png"/><Relationship Id="rId8" Type="http://schemas.openxmlformats.org/officeDocument/2006/relationships/image" Target="../media/image84.png"/></Relationships>
</file>

<file path=ppt/slides/_rels/slide20.xml.rels><?xml version="1.0" encoding="UTF-8" standalone="yes"?><Relationships xmlns="http://schemas.openxmlformats.org/package/2006/relationships"><Relationship Id="rId10" Type="http://schemas.openxmlformats.org/officeDocument/2006/relationships/image" Target="../media/image72.png"/><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5.png"/><Relationship Id="rId4" Type="http://schemas.openxmlformats.org/officeDocument/2006/relationships/image" Target="../media/image40.png"/><Relationship Id="rId9" Type="http://schemas.openxmlformats.org/officeDocument/2006/relationships/image" Target="../media/image24.png"/><Relationship Id="rId5" Type="http://schemas.openxmlformats.org/officeDocument/2006/relationships/image" Target="../media/image69.png"/><Relationship Id="rId6" Type="http://schemas.openxmlformats.org/officeDocument/2006/relationships/image" Target="../media/image82.png"/><Relationship Id="rId7" Type="http://schemas.openxmlformats.org/officeDocument/2006/relationships/image" Target="../media/image89.png"/><Relationship Id="rId8" Type="http://schemas.openxmlformats.org/officeDocument/2006/relationships/image" Target="../media/image73.png"/></Relationships>
</file>

<file path=ppt/slides/_rels/slide21.xml.rels><?xml version="1.0" encoding="UTF-8" standalone="yes"?><Relationships xmlns="http://schemas.openxmlformats.org/package/2006/relationships"><Relationship Id="rId11" Type="http://schemas.openxmlformats.org/officeDocument/2006/relationships/image" Target="../media/image20.png"/><Relationship Id="rId10" Type="http://schemas.openxmlformats.org/officeDocument/2006/relationships/image" Target="../media/image21.png"/><Relationship Id="rId13" Type="http://schemas.openxmlformats.org/officeDocument/2006/relationships/image" Target="../media/image17.png"/><Relationship Id="rId12" Type="http://schemas.openxmlformats.org/officeDocument/2006/relationships/image" Target="../media/image16.png"/><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7.png"/><Relationship Id="rId4" Type="http://schemas.openxmlformats.org/officeDocument/2006/relationships/image" Target="../media/image14.png"/><Relationship Id="rId9" Type="http://schemas.openxmlformats.org/officeDocument/2006/relationships/image" Target="../media/image43.png"/><Relationship Id="rId14" Type="http://schemas.openxmlformats.org/officeDocument/2006/relationships/image" Target="../media/image31.png"/><Relationship Id="rId5" Type="http://schemas.openxmlformats.org/officeDocument/2006/relationships/image" Target="../media/image13.png"/><Relationship Id="rId6" Type="http://schemas.openxmlformats.org/officeDocument/2006/relationships/image" Target="../media/image22.png"/><Relationship Id="rId7" Type="http://schemas.openxmlformats.org/officeDocument/2006/relationships/image" Target="../media/image12.png"/><Relationship Id="rId8"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7.png"/><Relationship Id="rId4" Type="http://schemas.openxmlformats.org/officeDocument/2006/relationships/image" Target="../media/image25.png"/><Relationship Id="rId5" Type="http://schemas.openxmlformats.org/officeDocument/2006/relationships/image" Target="../media/image40.png"/><Relationship Id="rId6" Type="http://schemas.openxmlformats.org/officeDocument/2006/relationships/image" Target="../media/image26.png"/><Relationship Id="rId7" Type="http://schemas.openxmlformats.org/officeDocument/2006/relationships/image" Target="../media/image9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5.png"/><Relationship Id="rId4" Type="http://schemas.openxmlformats.org/officeDocument/2006/relationships/image" Target="../media/image40.png"/><Relationship Id="rId5" Type="http://schemas.openxmlformats.org/officeDocument/2006/relationships/image" Target="../media/image9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43.png"/><Relationship Id="rId4" Type="http://schemas.openxmlformats.org/officeDocument/2006/relationships/image" Target="../media/image20.png"/><Relationship Id="rId5" Type="http://schemas.openxmlformats.org/officeDocument/2006/relationships/image" Target="../media/image31.png"/><Relationship Id="rId6" Type="http://schemas.openxmlformats.org/officeDocument/2006/relationships/image" Target="../media/image12.png"/><Relationship Id="rId7" Type="http://schemas.openxmlformats.org/officeDocument/2006/relationships/image" Target="../media/image21.png"/><Relationship Id="rId8" Type="http://schemas.openxmlformats.org/officeDocument/2006/relationships/image" Target="../media/image92.png"/></Relationships>
</file>

<file path=ppt/slides/_rels/slide25.xml.rels><?xml version="1.0" encoding="UTF-8" standalone="yes"?><Relationships xmlns="http://schemas.openxmlformats.org/package/2006/relationships"><Relationship Id="rId10" Type="http://schemas.openxmlformats.org/officeDocument/2006/relationships/image" Target="../media/image24.png"/><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35.png"/><Relationship Id="rId4" Type="http://schemas.openxmlformats.org/officeDocument/2006/relationships/image" Target="../media/image40.png"/><Relationship Id="rId9" Type="http://schemas.openxmlformats.org/officeDocument/2006/relationships/image" Target="../media/image73.png"/><Relationship Id="rId5" Type="http://schemas.openxmlformats.org/officeDocument/2006/relationships/image" Target="../media/image69.png"/><Relationship Id="rId6" Type="http://schemas.openxmlformats.org/officeDocument/2006/relationships/image" Target="../media/image82.png"/><Relationship Id="rId7" Type="http://schemas.openxmlformats.org/officeDocument/2006/relationships/image" Target="../media/image72.png"/><Relationship Id="rId8" Type="http://schemas.openxmlformats.org/officeDocument/2006/relationships/image" Target="../media/image95.png"/></Relationships>
</file>

<file path=ppt/slides/_rels/slide26.xml.rels><?xml version="1.0" encoding="UTF-8" standalone="yes"?><Relationships xmlns="http://schemas.openxmlformats.org/package/2006/relationships"><Relationship Id="rId10" Type="http://schemas.openxmlformats.org/officeDocument/2006/relationships/image" Target="../media/image24.png"/><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35.png"/><Relationship Id="rId4" Type="http://schemas.openxmlformats.org/officeDocument/2006/relationships/image" Target="../media/image40.png"/><Relationship Id="rId9" Type="http://schemas.openxmlformats.org/officeDocument/2006/relationships/image" Target="../media/image73.png"/><Relationship Id="rId5" Type="http://schemas.openxmlformats.org/officeDocument/2006/relationships/image" Target="../media/image69.png"/><Relationship Id="rId6" Type="http://schemas.openxmlformats.org/officeDocument/2006/relationships/image" Target="../media/image82.png"/><Relationship Id="rId7" Type="http://schemas.openxmlformats.org/officeDocument/2006/relationships/image" Target="../media/image72.png"/><Relationship Id="rId8" Type="http://schemas.openxmlformats.org/officeDocument/2006/relationships/image" Target="../media/image95.png"/></Relationships>
</file>

<file path=ppt/slides/_rels/slide27.xml.rels><?xml version="1.0" encoding="UTF-8" standalone="yes"?><Relationships xmlns="http://schemas.openxmlformats.org/package/2006/relationships"><Relationship Id="rId10" Type="http://schemas.openxmlformats.org/officeDocument/2006/relationships/image" Target="../media/image24.png"/><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35.png"/><Relationship Id="rId4" Type="http://schemas.openxmlformats.org/officeDocument/2006/relationships/image" Target="../media/image40.png"/><Relationship Id="rId9" Type="http://schemas.openxmlformats.org/officeDocument/2006/relationships/image" Target="../media/image73.png"/><Relationship Id="rId5" Type="http://schemas.openxmlformats.org/officeDocument/2006/relationships/image" Target="../media/image69.png"/><Relationship Id="rId6" Type="http://schemas.openxmlformats.org/officeDocument/2006/relationships/image" Target="../media/image82.png"/><Relationship Id="rId7" Type="http://schemas.openxmlformats.org/officeDocument/2006/relationships/image" Target="../media/image72.png"/><Relationship Id="rId8" Type="http://schemas.openxmlformats.org/officeDocument/2006/relationships/image" Target="../media/image9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35.png"/><Relationship Id="rId4" Type="http://schemas.openxmlformats.org/officeDocument/2006/relationships/image" Target="../media/image40.png"/><Relationship Id="rId9" Type="http://schemas.openxmlformats.org/officeDocument/2006/relationships/image" Target="../media/image24.png"/><Relationship Id="rId5" Type="http://schemas.openxmlformats.org/officeDocument/2006/relationships/image" Target="../media/image69.png"/><Relationship Id="rId6" Type="http://schemas.openxmlformats.org/officeDocument/2006/relationships/image" Target="../media/image82.png"/><Relationship Id="rId7" Type="http://schemas.openxmlformats.org/officeDocument/2006/relationships/image" Target="../media/image72.png"/><Relationship Id="rId8" Type="http://schemas.openxmlformats.org/officeDocument/2006/relationships/image" Target="../media/image9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35.png"/><Relationship Id="rId4" Type="http://schemas.openxmlformats.org/officeDocument/2006/relationships/image" Target="../media/image40.png"/><Relationship Id="rId9" Type="http://schemas.openxmlformats.org/officeDocument/2006/relationships/image" Target="../media/image24.png"/><Relationship Id="rId5" Type="http://schemas.openxmlformats.org/officeDocument/2006/relationships/image" Target="../media/image69.png"/><Relationship Id="rId6" Type="http://schemas.openxmlformats.org/officeDocument/2006/relationships/image" Target="../media/image82.png"/><Relationship Id="rId7" Type="http://schemas.openxmlformats.org/officeDocument/2006/relationships/image" Target="../media/image72.png"/><Relationship Id="rId8" Type="http://schemas.openxmlformats.org/officeDocument/2006/relationships/image" Target="../media/image9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43.png"/><Relationship Id="rId4" Type="http://schemas.openxmlformats.org/officeDocument/2006/relationships/image" Target="../media/image20.png"/><Relationship Id="rId5" Type="http://schemas.openxmlformats.org/officeDocument/2006/relationships/image" Target="../media/image31.png"/><Relationship Id="rId6" Type="http://schemas.openxmlformats.org/officeDocument/2006/relationships/image" Target="../media/image12.png"/><Relationship Id="rId7" Type="http://schemas.openxmlformats.org/officeDocument/2006/relationships/image" Target="../media/image21.png"/><Relationship Id="rId8" Type="http://schemas.openxmlformats.org/officeDocument/2006/relationships/image" Target="../media/image102.png"/></Relationships>
</file>

<file path=ppt/slides/_rels/slide31.xml.rels><?xml version="1.0" encoding="UTF-8" standalone="yes"?><Relationships xmlns="http://schemas.openxmlformats.org/package/2006/relationships"><Relationship Id="rId11" Type="http://schemas.openxmlformats.org/officeDocument/2006/relationships/image" Target="../media/image20.png"/><Relationship Id="rId10" Type="http://schemas.openxmlformats.org/officeDocument/2006/relationships/image" Target="../media/image21.png"/><Relationship Id="rId13" Type="http://schemas.openxmlformats.org/officeDocument/2006/relationships/image" Target="../media/image17.png"/><Relationship Id="rId12" Type="http://schemas.openxmlformats.org/officeDocument/2006/relationships/image" Target="../media/image16.png"/><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7.png"/><Relationship Id="rId4" Type="http://schemas.openxmlformats.org/officeDocument/2006/relationships/image" Target="../media/image14.png"/><Relationship Id="rId9" Type="http://schemas.openxmlformats.org/officeDocument/2006/relationships/image" Target="../media/image43.png"/><Relationship Id="rId14" Type="http://schemas.openxmlformats.org/officeDocument/2006/relationships/image" Target="../media/image31.png"/><Relationship Id="rId5" Type="http://schemas.openxmlformats.org/officeDocument/2006/relationships/image" Target="../media/image13.png"/><Relationship Id="rId6" Type="http://schemas.openxmlformats.org/officeDocument/2006/relationships/image" Target="../media/image22.png"/><Relationship Id="rId7" Type="http://schemas.openxmlformats.org/officeDocument/2006/relationships/image" Target="../media/image12.png"/><Relationship Id="rId8" Type="http://schemas.openxmlformats.org/officeDocument/2006/relationships/image" Target="../media/image1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35.png"/><Relationship Id="rId4" Type="http://schemas.openxmlformats.org/officeDocument/2006/relationships/image" Target="../media/image40.png"/><Relationship Id="rId9" Type="http://schemas.openxmlformats.org/officeDocument/2006/relationships/image" Target="../media/image99.png"/><Relationship Id="rId5" Type="http://schemas.openxmlformats.org/officeDocument/2006/relationships/image" Target="../media/image69.png"/><Relationship Id="rId6" Type="http://schemas.openxmlformats.org/officeDocument/2006/relationships/image" Target="../media/image82.png"/><Relationship Id="rId7" Type="http://schemas.openxmlformats.org/officeDocument/2006/relationships/image" Target="../media/image72.png"/><Relationship Id="rId8" Type="http://schemas.openxmlformats.org/officeDocument/2006/relationships/image" Target="../media/image24.png"/></Relationships>
</file>

<file path=ppt/slides/_rels/slide33.xml.rels><?xml version="1.0" encoding="UTF-8" standalone="yes"?><Relationships xmlns="http://schemas.openxmlformats.org/package/2006/relationships"><Relationship Id="rId11" Type="http://schemas.openxmlformats.org/officeDocument/2006/relationships/image" Target="../media/image73.png"/><Relationship Id="rId10" Type="http://schemas.openxmlformats.org/officeDocument/2006/relationships/image" Target="../media/image72.png"/><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35.png"/><Relationship Id="rId4" Type="http://schemas.openxmlformats.org/officeDocument/2006/relationships/image" Target="../media/image40.png"/><Relationship Id="rId9" Type="http://schemas.openxmlformats.org/officeDocument/2006/relationships/image" Target="../media/image99.png"/><Relationship Id="rId5" Type="http://schemas.openxmlformats.org/officeDocument/2006/relationships/image" Target="../media/image24.png"/><Relationship Id="rId6" Type="http://schemas.openxmlformats.org/officeDocument/2006/relationships/image" Target="../media/image69.png"/><Relationship Id="rId7" Type="http://schemas.openxmlformats.org/officeDocument/2006/relationships/image" Target="../media/image82.png"/><Relationship Id="rId8" Type="http://schemas.openxmlformats.org/officeDocument/2006/relationships/image" Target="../media/image84.png"/></Relationships>
</file>

<file path=ppt/slides/_rels/slide34.xml.rels><?xml version="1.0" encoding="UTF-8" standalone="yes"?><Relationships xmlns="http://schemas.openxmlformats.org/package/2006/relationships"><Relationship Id="rId11" Type="http://schemas.openxmlformats.org/officeDocument/2006/relationships/image" Target="../media/image84.png"/><Relationship Id="rId10" Type="http://schemas.openxmlformats.org/officeDocument/2006/relationships/image" Target="../media/image21.png"/><Relationship Id="rId12" Type="http://schemas.openxmlformats.org/officeDocument/2006/relationships/image" Target="../media/image108.png"/><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77.png"/><Relationship Id="rId4" Type="http://schemas.openxmlformats.org/officeDocument/2006/relationships/image" Target="../media/image76.png"/><Relationship Id="rId9" Type="http://schemas.openxmlformats.org/officeDocument/2006/relationships/image" Target="../media/image12.png"/><Relationship Id="rId5" Type="http://schemas.openxmlformats.org/officeDocument/2006/relationships/image" Target="../media/image75.png"/><Relationship Id="rId6" Type="http://schemas.openxmlformats.org/officeDocument/2006/relationships/image" Target="../media/image43.png"/><Relationship Id="rId7" Type="http://schemas.openxmlformats.org/officeDocument/2006/relationships/image" Target="../media/image20.png"/><Relationship Id="rId8" Type="http://schemas.openxmlformats.org/officeDocument/2006/relationships/image" Target="../media/image31.png"/></Relationships>
</file>

<file path=ppt/slides/_rels/slide35.xml.rels><?xml version="1.0" encoding="UTF-8" standalone="yes"?><Relationships xmlns="http://schemas.openxmlformats.org/package/2006/relationships"><Relationship Id="rId11" Type="http://schemas.openxmlformats.org/officeDocument/2006/relationships/image" Target="../media/image84.png"/><Relationship Id="rId10" Type="http://schemas.openxmlformats.org/officeDocument/2006/relationships/image" Target="../media/image21.png"/><Relationship Id="rId12" Type="http://schemas.openxmlformats.org/officeDocument/2006/relationships/image" Target="../media/image98.png"/><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77.png"/><Relationship Id="rId4" Type="http://schemas.openxmlformats.org/officeDocument/2006/relationships/image" Target="../media/image76.png"/><Relationship Id="rId9" Type="http://schemas.openxmlformats.org/officeDocument/2006/relationships/image" Target="../media/image12.png"/><Relationship Id="rId5" Type="http://schemas.openxmlformats.org/officeDocument/2006/relationships/image" Target="../media/image75.png"/><Relationship Id="rId6" Type="http://schemas.openxmlformats.org/officeDocument/2006/relationships/image" Target="../media/image43.png"/><Relationship Id="rId7" Type="http://schemas.openxmlformats.org/officeDocument/2006/relationships/image" Target="../media/image20.png"/><Relationship Id="rId8" Type="http://schemas.openxmlformats.org/officeDocument/2006/relationships/image" Target="../media/image31.png"/></Relationships>
</file>

<file path=ppt/slides/_rels/slide36.xml.rels><?xml version="1.0" encoding="UTF-8" standalone="yes"?><Relationships xmlns="http://schemas.openxmlformats.org/package/2006/relationships"><Relationship Id="rId11" Type="http://schemas.openxmlformats.org/officeDocument/2006/relationships/image" Target="../media/image84.png"/><Relationship Id="rId10" Type="http://schemas.openxmlformats.org/officeDocument/2006/relationships/image" Target="../media/image21.png"/><Relationship Id="rId12" Type="http://schemas.openxmlformats.org/officeDocument/2006/relationships/image" Target="../media/image110.png"/><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77.png"/><Relationship Id="rId4" Type="http://schemas.openxmlformats.org/officeDocument/2006/relationships/image" Target="../media/image76.png"/><Relationship Id="rId9" Type="http://schemas.openxmlformats.org/officeDocument/2006/relationships/image" Target="../media/image12.png"/><Relationship Id="rId5" Type="http://schemas.openxmlformats.org/officeDocument/2006/relationships/image" Target="../media/image75.png"/><Relationship Id="rId6" Type="http://schemas.openxmlformats.org/officeDocument/2006/relationships/image" Target="../media/image43.png"/><Relationship Id="rId7" Type="http://schemas.openxmlformats.org/officeDocument/2006/relationships/image" Target="../media/image20.png"/><Relationship Id="rId8" Type="http://schemas.openxmlformats.org/officeDocument/2006/relationships/image" Target="../media/image31.png"/></Relationships>
</file>

<file path=ppt/slides/_rels/slide37.xml.rels><?xml version="1.0" encoding="UTF-8" standalone="yes"?><Relationships xmlns="http://schemas.openxmlformats.org/package/2006/relationships"><Relationship Id="rId11" Type="http://schemas.openxmlformats.org/officeDocument/2006/relationships/image" Target="../media/image20.png"/><Relationship Id="rId10" Type="http://schemas.openxmlformats.org/officeDocument/2006/relationships/image" Target="../media/image21.png"/><Relationship Id="rId13" Type="http://schemas.openxmlformats.org/officeDocument/2006/relationships/image" Target="../media/image17.png"/><Relationship Id="rId12" Type="http://schemas.openxmlformats.org/officeDocument/2006/relationships/image" Target="../media/image16.png"/><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7.png"/><Relationship Id="rId4" Type="http://schemas.openxmlformats.org/officeDocument/2006/relationships/image" Target="../media/image14.png"/><Relationship Id="rId9" Type="http://schemas.openxmlformats.org/officeDocument/2006/relationships/image" Target="../media/image43.png"/><Relationship Id="rId14" Type="http://schemas.openxmlformats.org/officeDocument/2006/relationships/image" Target="../media/image31.png"/><Relationship Id="rId5" Type="http://schemas.openxmlformats.org/officeDocument/2006/relationships/image" Target="../media/image13.png"/><Relationship Id="rId6" Type="http://schemas.openxmlformats.org/officeDocument/2006/relationships/image" Target="../media/image22.png"/><Relationship Id="rId7" Type="http://schemas.openxmlformats.org/officeDocument/2006/relationships/image" Target="../media/image12.png"/><Relationship Id="rId8" Type="http://schemas.openxmlformats.org/officeDocument/2006/relationships/image" Target="../media/image1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35.png"/><Relationship Id="rId4" Type="http://schemas.openxmlformats.org/officeDocument/2006/relationships/image" Target="../media/image40.png"/><Relationship Id="rId9" Type="http://schemas.openxmlformats.org/officeDocument/2006/relationships/image" Target="../media/image24.png"/><Relationship Id="rId5" Type="http://schemas.openxmlformats.org/officeDocument/2006/relationships/image" Target="../media/image69.png"/><Relationship Id="rId6" Type="http://schemas.openxmlformats.org/officeDocument/2006/relationships/image" Target="../media/image82.png"/><Relationship Id="rId7" Type="http://schemas.openxmlformats.org/officeDocument/2006/relationships/image" Target="../media/image72.png"/><Relationship Id="rId8" Type="http://schemas.openxmlformats.org/officeDocument/2006/relationships/image" Target="../media/image117.png"/></Relationships>
</file>

<file path=ppt/slides/_rels/slide39.xml.rels><?xml version="1.0" encoding="UTF-8" standalone="yes"?><Relationships xmlns="http://schemas.openxmlformats.org/package/2006/relationships"><Relationship Id="rId11" Type="http://schemas.openxmlformats.org/officeDocument/2006/relationships/image" Target="../media/image20.png"/><Relationship Id="rId10" Type="http://schemas.openxmlformats.org/officeDocument/2006/relationships/image" Target="../media/image21.png"/><Relationship Id="rId13" Type="http://schemas.openxmlformats.org/officeDocument/2006/relationships/image" Target="../media/image17.png"/><Relationship Id="rId12" Type="http://schemas.openxmlformats.org/officeDocument/2006/relationships/image" Target="../media/image16.png"/><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7.png"/><Relationship Id="rId4" Type="http://schemas.openxmlformats.org/officeDocument/2006/relationships/image" Target="../media/image14.png"/><Relationship Id="rId9" Type="http://schemas.openxmlformats.org/officeDocument/2006/relationships/image" Target="../media/image43.png"/><Relationship Id="rId14" Type="http://schemas.openxmlformats.org/officeDocument/2006/relationships/image" Target="../media/image31.png"/><Relationship Id="rId5" Type="http://schemas.openxmlformats.org/officeDocument/2006/relationships/image" Target="../media/image13.png"/><Relationship Id="rId6" Type="http://schemas.openxmlformats.org/officeDocument/2006/relationships/image" Target="../media/image22.png"/><Relationship Id="rId7" Type="http://schemas.openxmlformats.org/officeDocument/2006/relationships/image" Target="../media/image12.png"/><Relationship Id="rId8" Type="http://schemas.openxmlformats.org/officeDocument/2006/relationships/image" Target="../media/image1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27.png"/><Relationship Id="rId4" Type="http://schemas.openxmlformats.org/officeDocument/2006/relationships/image" Target="../media/image25.png"/><Relationship Id="rId5" Type="http://schemas.openxmlformats.org/officeDocument/2006/relationships/image" Target="../media/image40.png"/><Relationship Id="rId6" Type="http://schemas.openxmlformats.org/officeDocument/2006/relationships/image" Target="../media/image2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27.png"/><Relationship Id="rId4" Type="http://schemas.openxmlformats.org/officeDocument/2006/relationships/image" Target="../media/image25.png"/><Relationship Id="rId5" Type="http://schemas.openxmlformats.org/officeDocument/2006/relationships/image" Target="../media/image40.png"/><Relationship Id="rId6" Type="http://schemas.openxmlformats.org/officeDocument/2006/relationships/image" Target="../media/image2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27.png"/><Relationship Id="rId4" Type="http://schemas.openxmlformats.org/officeDocument/2006/relationships/image" Target="../media/image25.png"/><Relationship Id="rId5" Type="http://schemas.openxmlformats.org/officeDocument/2006/relationships/image" Target="../media/image40.png"/><Relationship Id="rId6" Type="http://schemas.openxmlformats.org/officeDocument/2006/relationships/image" Target="../media/image26.png"/></Relationships>
</file>

<file path=ppt/slides/_rels/slide43.xml.rels><?xml version="1.0" encoding="UTF-8" standalone="yes"?><Relationships xmlns="http://schemas.openxmlformats.org/package/2006/relationships"><Relationship Id="rId10" Type="http://schemas.openxmlformats.org/officeDocument/2006/relationships/image" Target="../media/image26.png"/><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35.png"/><Relationship Id="rId4" Type="http://schemas.openxmlformats.org/officeDocument/2006/relationships/image" Target="../media/image40.png"/><Relationship Id="rId9" Type="http://schemas.openxmlformats.org/officeDocument/2006/relationships/image" Target="../media/image105.png"/><Relationship Id="rId5" Type="http://schemas.openxmlformats.org/officeDocument/2006/relationships/image" Target="../media/image25.png"/><Relationship Id="rId6" Type="http://schemas.openxmlformats.org/officeDocument/2006/relationships/image" Target="../media/image37.png"/><Relationship Id="rId7" Type="http://schemas.openxmlformats.org/officeDocument/2006/relationships/image" Target="../media/image24.png"/><Relationship Id="rId8" Type="http://schemas.openxmlformats.org/officeDocument/2006/relationships/image" Target="../media/image5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106.png"/><Relationship Id="rId4" Type="http://schemas.openxmlformats.org/officeDocument/2006/relationships/image" Target="../media/image101.png"/><Relationship Id="rId9" Type="http://schemas.openxmlformats.org/officeDocument/2006/relationships/image" Target="../media/image128.png"/><Relationship Id="rId5" Type="http://schemas.openxmlformats.org/officeDocument/2006/relationships/image" Target="../media/image34.png"/><Relationship Id="rId6" Type="http://schemas.openxmlformats.org/officeDocument/2006/relationships/image" Target="../media/image104.png"/><Relationship Id="rId7" Type="http://schemas.openxmlformats.org/officeDocument/2006/relationships/image" Target="../media/image114.png"/><Relationship Id="rId8" Type="http://schemas.openxmlformats.org/officeDocument/2006/relationships/image" Target="../media/image2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35.png"/><Relationship Id="rId4" Type="http://schemas.openxmlformats.org/officeDocument/2006/relationships/image" Target="../media/image40.png"/><Relationship Id="rId5" Type="http://schemas.openxmlformats.org/officeDocument/2006/relationships/image" Target="../media/image25.png"/><Relationship Id="rId6" Type="http://schemas.openxmlformats.org/officeDocument/2006/relationships/image" Target="../media/image103.png"/><Relationship Id="rId7" Type="http://schemas.openxmlformats.org/officeDocument/2006/relationships/image" Target="../media/image11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35.png"/><Relationship Id="rId4" Type="http://schemas.openxmlformats.org/officeDocument/2006/relationships/image" Target="../media/image40.png"/><Relationship Id="rId5" Type="http://schemas.openxmlformats.org/officeDocument/2006/relationships/image" Target="../media/image25.png"/><Relationship Id="rId6" Type="http://schemas.openxmlformats.org/officeDocument/2006/relationships/image" Target="../media/image103.png"/><Relationship Id="rId7" Type="http://schemas.openxmlformats.org/officeDocument/2006/relationships/image" Target="../media/image119.png"/><Relationship Id="rId8" Type="http://schemas.openxmlformats.org/officeDocument/2006/relationships/image" Target="../media/image116.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106.png"/><Relationship Id="rId4" Type="http://schemas.openxmlformats.org/officeDocument/2006/relationships/image" Target="../media/image101.png"/><Relationship Id="rId9" Type="http://schemas.openxmlformats.org/officeDocument/2006/relationships/image" Target="../media/image128.png"/><Relationship Id="rId5" Type="http://schemas.openxmlformats.org/officeDocument/2006/relationships/image" Target="../media/image34.png"/><Relationship Id="rId6" Type="http://schemas.openxmlformats.org/officeDocument/2006/relationships/image" Target="../media/image104.png"/><Relationship Id="rId7" Type="http://schemas.openxmlformats.org/officeDocument/2006/relationships/image" Target="../media/image114.png"/><Relationship Id="rId8" Type="http://schemas.openxmlformats.org/officeDocument/2006/relationships/image" Target="../media/image2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35.png"/><Relationship Id="rId4" Type="http://schemas.openxmlformats.org/officeDocument/2006/relationships/image" Target="../media/image40.png"/><Relationship Id="rId5" Type="http://schemas.openxmlformats.org/officeDocument/2006/relationships/image" Target="../media/image25.png"/><Relationship Id="rId6" Type="http://schemas.openxmlformats.org/officeDocument/2006/relationships/image" Target="../media/image103.png"/><Relationship Id="rId7" Type="http://schemas.openxmlformats.org/officeDocument/2006/relationships/image" Target="../media/image119.png"/><Relationship Id="rId8" Type="http://schemas.openxmlformats.org/officeDocument/2006/relationships/image" Target="../media/image116.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106.png"/><Relationship Id="rId4" Type="http://schemas.openxmlformats.org/officeDocument/2006/relationships/image" Target="../media/image101.png"/><Relationship Id="rId9" Type="http://schemas.openxmlformats.org/officeDocument/2006/relationships/image" Target="../media/image128.png"/><Relationship Id="rId5" Type="http://schemas.openxmlformats.org/officeDocument/2006/relationships/image" Target="../media/image34.png"/><Relationship Id="rId6" Type="http://schemas.openxmlformats.org/officeDocument/2006/relationships/image" Target="../media/image104.png"/><Relationship Id="rId7" Type="http://schemas.openxmlformats.org/officeDocument/2006/relationships/image" Target="../media/image114.png"/><Relationship Id="rId8" Type="http://schemas.openxmlformats.org/officeDocument/2006/relationships/image" Target="../media/image2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35.png"/><Relationship Id="rId4" Type="http://schemas.openxmlformats.org/officeDocument/2006/relationships/image" Target="../media/image40.png"/><Relationship Id="rId5" Type="http://schemas.openxmlformats.org/officeDocument/2006/relationships/image" Target="../media/image25.png"/><Relationship Id="rId6" Type="http://schemas.openxmlformats.org/officeDocument/2006/relationships/image" Target="../media/image103.png"/><Relationship Id="rId7" Type="http://schemas.openxmlformats.org/officeDocument/2006/relationships/image" Target="../media/image116.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5.png"/><Relationship Id="rId4" Type="http://schemas.openxmlformats.org/officeDocument/2006/relationships/image" Target="../media/image123.png"/><Relationship Id="rId5" Type="http://schemas.openxmlformats.org/officeDocument/2006/relationships/image" Target="../media/image8.png"/><Relationship Id="rId6" Type="http://schemas.openxmlformats.org/officeDocument/2006/relationships/image" Target="../media/image130.png"/><Relationship Id="rId7" Type="http://schemas.openxmlformats.org/officeDocument/2006/relationships/image" Target="../media/image12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129.png"/><Relationship Id="rId4" Type="http://schemas.openxmlformats.org/officeDocument/2006/relationships/image" Target="../media/image8.png"/><Relationship Id="rId5" Type="http://schemas.openxmlformats.org/officeDocument/2006/relationships/image" Target="../media/image5.png"/><Relationship Id="rId6" Type="http://schemas.openxmlformats.org/officeDocument/2006/relationships/image" Target="../media/image12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135.png"/><Relationship Id="rId4" Type="http://schemas.openxmlformats.org/officeDocument/2006/relationships/image" Target="../media/image138.png"/><Relationship Id="rId5" Type="http://schemas.openxmlformats.org/officeDocument/2006/relationships/image" Target="../media/image132.png"/><Relationship Id="rId6" Type="http://schemas.openxmlformats.org/officeDocument/2006/relationships/image" Target="../media/image139.png"/><Relationship Id="rId7" Type="http://schemas.openxmlformats.org/officeDocument/2006/relationships/image" Target="../media/image1.png"/></Relationships>
</file>

<file path=ppt/slides/_rels/slide54.xml.rels><?xml version="1.0" encoding="UTF-8" standalone="yes"?><Relationships xmlns="http://schemas.openxmlformats.org/package/2006/relationships"><Relationship Id="rId11" Type="http://schemas.openxmlformats.org/officeDocument/2006/relationships/image" Target="../media/image12.png"/><Relationship Id="rId10" Type="http://schemas.openxmlformats.org/officeDocument/2006/relationships/hyperlink" Target="https://spicturess.blogspot.com/2018/11/download-networking-para-el-hogar-y.html" TargetMode="External"/><Relationship Id="rId13" Type="http://schemas.openxmlformats.org/officeDocument/2006/relationships/image" Target="../media/image26.png"/><Relationship Id="rId12" Type="http://schemas.openxmlformats.org/officeDocument/2006/relationships/image" Target="../media/image133.png"/><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136.png"/><Relationship Id="rId4" Type="http://schemas.openxmlformats.org/officeDocument/2006/relationships/image" Target="../media/image37.png"/><Relationship Id="rId9" Type="http://schemas.openxmlformats.org/officeDocument/2006/relationships/image" Target="../media/image131.png"/><Relationship Id="rId5" Type="http://schemas.openxmlformats.org/officeDocument/2006/relationships/image" Target="../media/image27.png"/><Relationship Id="rId6" Type="http://schemas.openxmlformats.org/officeDocument/2006/relationships/image" Target="../media/image21.png"/><Relationship Id="rId7" Type="http://schemas.openxmlformats.org/officeDocument/2006/relationships/image" Target="../media/image43.png"/><Relationship Id="rId8" Type="http://schemas.openxmlformats.org/officeDocument/2006/relationships/image" Target="../media/image13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123.png"/><Relationship Id="rId4" Type="http://schemas.openxmlformats.org/officeDocument/2006/relationships/image" Target="../media/image137.png"/><Relationship Id="rId5" Type="http://schemas.openxmlformats.org/officeDocument/2006/relationships/image" Target="../media/image140.png"/><Relationship Id="rId6" Type="http://schemas.openxmlformats.org/officeDocument/2006/relationships/hyperlink" Target="https://spicturess.blogspot.com/2018/11/download-networking-para-el-hogar-y.html"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C52F"/>
        </a:solidFill>
      </p:bgPr>
    </p:bg>
    <p:spTree>
      <p:nvGrpSpPr>
        <p:cNvPr id="83" name="Shape 83"/>
        <p:cNvGrpSpPr/>
        <p:nvPr/>
      </p:nvGrpSpPr>
      <p:grpSpPr>
        <a:xfrm>
          <a:off x="0" y="0"/>
          <a:ext cx="0" cy="0"/>
          <a:chOff x="0" y="0"/>
          <a:chExt cx="0" cy="0"/>
        </a:xfrm>
      </p:grpSpPr>
      <p:sp>
        <p:nvSpPr>
          <p:cNvPr id="84" name="Google Shape;84;p1"/>
          <p:cNvSpPr/>
          <p:nvPr/>
        </p:nvSpPr>
        <p:spPr>
          <a:xfrm>
            <a:off x="9325622" y="8417444"/>
            <a:ext cx="3751556" cy="3083097"/>
          </a:xfrm>
          <a:custGeom>
            <a:rect b="b" l="l" r="r" t="t"/>
            <a:pathLst>
              <a:path extrusionOk="0" h="3083097" w="3751556">
                <a:moveTo>
                  <a:pt x="0" y="0"/>
                </a:moveTo>
                <a:lnTo>
                  <a:pt x="3751556" y="0"/>
                </a:lnTo>
                <a:lnTo>
                  <a:pt x="3751556" y="3083096"/>
                </a:lnTo>
                <a:lnTo>
                  <a:pt x="0" y="3083096"/>
                </a:lnTo>
                <a:lnTo>
                  <a:pt x="0" y="0"/>
                </a:lnTo>
                <a:close/>
              </a:path>
            </a:pathLst>
          </a:custGeom>
          <a:blipFill rotWithShape="1">
            <a:blip r:embed="rId3">
              <a:alphaModFix/>
            </a:blip>
            <a:stretch>
              <a:fillRect b="0" l="0" r="0" t="0"/>
            </a:stretch>
          </a:blipFill>
          <a:ln>
            <a:noFill/>
          </a:ln>
        </p:spPr>
      </p:sp>
      <p:sp>
        <p:nvSpPr>
          <p:cNvPr id="85" name="Google Shape;85;p1"/>
          <p:cNvSpPr/>
          <p:nvPr/>
        </p:nvSpPr>
        <p:spPr>
          <a:xfrm rot="5400000">
            <a:off x="8343484" y="-1931163"/>
            <a:ext cx="1601031" cy="4114800"/>
          </a:xfrm>
          <a:custGeom>
            <a:rect b="b" l="l" r="r" t="t"/>
            <a:pathLst>
              <a:path extrusionOk="0" h="4114800" w="1601031">
                <a:moveTo>
                  <a:pt x="0" y="0"/>
                </a:moveTo>
                <a:lnTo>
                  <a:pt x="1601032" y="0"/>
                </a:lnTo>
                <a:lnTo>
                  <a:pt x="1601032" y="4114800"/>
                </a:lnTo>
                <a:lnTo>
                  <a:pt x="0" y="4114800"/>
                </a:lnTo>
                <a:lnTo>
                  <a:pt x="0" y="0"/>
                </a:lnTo>
                <a:close/>
              </a:path>
            </a:pathLst>
          </a:custGeom>
          <a:blipFill rotWithShape="1">
            <a:blip r:embed="rId4">
              <a:alphaModFix/>
            </a:blip>
            <a:stretch>
              <a:fillRect b="0" l="0" r="0" t="0"/>
            </a:stretch>
          </a:blipFill>
          <a:ln>
            <a:noFill/>
          </a:ln>
        </p:spPr>
      </p:sp>
      <p:sp>
        <p:nvSpPr>
          <p:cNvPr id="86" name="Google Shape;86;p1"/>
          <p:cNvSpPr txBox="1"/>
          <p:nvPr/>
        </p:nvSpPr>
        <p:spPr>
          <a:xfrm>
            <a:off x="3348425" y="3929992"/>
            <a:ext cx="11591100" cy="2397000"/>
          </a:xfrm>
          <a:prstGeom prst="rect">
            <a:avLst/>
          </a:prstGeom>
          <a:noFill/>
          <a:ln>
            <a:noFill/>
          </a:ln>
        </p:spPr>
        <p:txBody>
          <a:bodyPr anchorCtr="0" anchor="t" bIns="0" lIns="0" spcFirstLastPara="1" rIns="0" wrap="square" tIns="0">
            <a:spAutoFit/>
          </a:bodyPr>
          <a:lstStyle/>
          <a:p>
            <a:pPr indent="0" lvl="0" marL="0" marR="0" rtl="0" algn="ctr">
              <a:lnSpc>
                <a:spcPct val="139991"/>
              </a:lnSpc>
              <a:spcBef>
                <a:spcPts val="0"/>
              </a:spcBef>
              <a:spcAft>
                <a:spcPts val="0"/>
              </a:spcAft>
              <a:buNone/>
            </a:pPr>
            <a:r>
              <a:rPr b="0" i="0" lang="en-US" sz="6489" u="none" cap="none" strike="noStrike">
                <a:solidFill>
                  <a:srgbClr val="272626"/>
                </a:solidFill>
                <a:latin typeface="Arial"/>
                <a:ea typeface="Arial"/>
                <a:cs typeface="Arial"/>
                <a:sym typeface="Arial"/>
              </a:rPr>
              <a:t>DISPOSITIVOS Y PROTOCOLOS EN LA CAPA 2</a:t>
            </a:r>
            <a:endParaRPr sz="700"/>
          </a:p>
        </p:txBody>
      </p:sp>
      <p:sp>
        <p:nvSpPr>
          <p:cNvPr id="87" name="Google Shape;87;p1"/>
          <p:cNvSpPr txBox="1"/>
          <p:nvPr/>
        </p:nvSpPr>
        <p:spPr>
          <a:xfrm>
            <a:off x="3690712" y="1940762"/>
            <a:ext cx="10906577" cy="2077176"/>
          </a:xfrm>
          <a:prstGeom prst="rect">
            <a:avLst/>
          </a:prstGeom>
          <a:noFill/>
          <a:ln>
            <a:noFill/>
          </a:ln>
        </p:spPr>
        <p:txBody>
          <a:bodyPr anchorCtr="0" anchor="t" bIns="0" lIns="0" spcFirstLastPara="1" rIns="0" wrap="square" tIns="0">
            <a:spAutoFit/>
          </a:bodyPr>
          <a:lstStyle/>
          <a:p>
            <a:pPr indent="0" lvl="0" marL="0" marR="0" rtl="0" algn="ctr">
              <a:lnSpc>
                <a:spcPct val="139996"/>
              </a:lnSpc>
              <a:spcBef>
                <a:spcPts val="0"/>
              </a:spcBef>
              <a:spcAft>
                <a:spcPts val="0"/>
              </a:spcAft>
              <a:buNone/>
            </a:pPr>
            <a:r>
              <a:rPr b="0" i="0" lang="en-US" sz="11971" u="none" cap="none" strike="noStrike">
                <a:solidFill>
                  <a:srgbClr val="FFFFFF"/>
                </a:solidFill>
                <a:latin typeface="Arial"/>
                <a:ea typeface="Arial"/>
                <a:cs typeface="Arial"/>
                <a:sym typeface="Arial"/>
              </a:rPr>
              <a:t>UNIDAD 2 </a:t>
            </a:r>
            <a:endParaRPr/>
          </a:p>
        </p:txBody>
      </p:sp>
      <p:sp>
        <p:nvSpPr>
          <p:cNvPr id="88" name="Google Shape;88;p1"/>
          <p:cNvSpPr txBox="1"/>
          <p:nvPr/>
        </p:nvSpPr>
        <p:spPr>
          <a:xfrm>
            <a:off x="4339762" y="6719191"/>
            <a:ext cx="9608475" cy="681004"/>
          </a:xfrm>
          <a:prstGeom prst="rect">
            <a:avLst/>
          </a:prstGeom>
          <a:noFill/>
          <a:ln>
            <a:noFill/>
          </a:ln>
        </p:spPr>
        <p:txBody>
          <a:bodyPr anchorCtr="0" anchor="t" bIns="0" lIns="0" spcFirstLastPara="1" rIns="0" wrap="square" tIns="0">
            <a:spAutoFit/>
          </a:bodyPr>
          <a:lstStyle/>
          <a:p>
            <a:pPr indent="0" lvl="0" marL="0" marR="0" rtl="0" algn="ctr">
              <a:lnSpc>
                <a:spcPct val="140009"/>
              </a:lnSpc>
              <a:spcBef>
                <a:spcPts val="0"/>
              </a:spcBef>
              <a:spcAft>
                <a:spcPts val="0"/>
              </a:spcAft>
              <a:buNone/>
            </a:pPr>
            <a:r>
              <a:rPr b="0" i="0" lang="en-US" sz="4009" u="none" cap="none" strike="noStrike">
                <a:solidFill>
                  <a:srgbClr val="272626"/>
                </a:solidFill>
                <a:latin typeface="Sniglet"/>
                <a:ea typeface="Sniglet"/>
                <a:cs typeface="Sniglet"/>
                <a:sym typeface="Sniglet"/>
              </a:rPr>
              <a:t>Segmentación y Direccionamiento</a:t>
            </a:r>
            <a:endParaRPr/>
          </a:p>
        </p:txBody>
      </p:sp>
      <p:sp>
        <p:nvSpPr>
          <p:cNvPr id="89" name="Google Shape;89;p1"/>
          <p:cNvSpPr/>
          <p:nvPr/>
        </p:nvSpPr>
        <p:spPr>
          <a:xfrm>
            <a:off x="11281931" y="0"/>
            <a:ext cx="7006069" cy="1853504"/>
          </a:xfrm>
          <a:custGeom>
            <a:rect b="b" l="l" r="r" t="t"/>
            <a:pathLst>
              <a:path extrusionOk="0" h="1853504" w="7006069">
                <a:moveTo>
                  <a:pt x="0" y="0"/>
                </a:moveTo>
                <a:lnTo>
                  <a:pt x="7006069" y="0"/>
                </a:lnTo>
                <a:lnTo>
                  <a:pt x="7006069" y="1853504"/>
                </a:lnTo>
                <a:lnTo>
                  <a:pt x="0" y="1853504"/>
                </a:lnTo>
                <a:lnTo>
                  <a:pt x="0" y="0"/>
                </a:lnTo>
                <a:close/>
              </a:path>
            </a:pathLst>
          </a:custGeom>
          <a:blipFill rotWithShape="1">
            <a:blip r:embed="rId5">
              <a:alphaModFix/>
            </a:blip>
            <a:stretch>
              <a:fillRect b="0" l="0" r="0" t="0"/>
            </a:stretch>
          </a:blipFill>
          <a:ln>
            <a:noFill/>
          </a:ln>
        </p:spPr>
      </p:sp>
      <p:sp>
        <p:nvSpPr>
          <p:cNvPr id="90" name="Google Shape;90;p1"/>
          <p:cNvSpPr txBox="1"/>
          <p:nvPr/>
        </p:nvSpPr>
        <p:spPr>
          <a:xfrm>
            <a:off x="388831" y="7666895"/>
            <a:ext cx="9608475" cy="2292097"/>
          </a:xfrm>
          <a:prstGeom prst="rect">
            <a:avLst/>
          </a:prstGeom>
          <a:noFill/>
          <a:ln>
            <a:noFill/>
          </a:ln>
        </p:spPr>
        <p:txBody>
          <a:bodyPr anchorCtr="0" anchor="t" bIns="0" lIns="0" spcFirstLastPara="1" rIns="0" wrap="square" tIns="0">
            <a:spAutoFit/>
          </a:bodyPr>
          <a:lstStyle/>
          <a:p>
            <a:pPr indent="0" lvl="0" marL="0" marR="0" rtl="0" algn="l">
              <a:lnSpc>
                <a:spcPct val="140009"/>
              </a:lnSpc>
              <a:spcBef>
                <a:spcPts val="0"/>
              </a:spcBef>
              <a:spcAft>
                <a:spcPts val="0"/>
              </a:spcAft>
              <a:buNone/>
            </a:pPr>
            <a:r>
              <a:rPr b="0" i="0" lang="en-US" sz="4009" u="none" cap="none" strike="noStrike">
                <a:solidFill>
                  <a:srgbClr val="272626"/>
                </a:solidFill>
                <a:latin typeface="Sniglet"/>
                <a:ea typeface="Sniglet"/>
                <a:cs typeface="Sniglet"/>
                <a:sym typeface="Sniglet"/>
              </a:rPr>
              <a:t>Redes de Computadoras 1</a:t>
            </a:r>
            <a:endParaRPr/>
          </a:p>
          <a:p>
            <a:pPr indent="0" lvl="0" marL="0" marR="0" rtl="0" algn="l">
              <a:lnSpc>
                <a:spcPct val="140013"/>
              </a:lnSpc>
              <a:spcBef>
                <a:spcPts val="0"/>
              </a:spcBef>
              <a:spcAft>
                <a:spcPts val="0"/>
              </a:spcAft>
              <a:buNone/>
            </a:pPr>
            <a:r>
              <a:rPr b="0" i="0" lang="en-US" sz="3009" u="none" cap="none" strike="noStrike">
                <a:solidFill>
                  <a:srgbClr val="272626"/>
                </a:solidFill>
                <a:latin typeface="Sniglet"/>
                <a:ea typeface="Sniglet"/>
                <a:cs typeface="Sniglet"/>
                <a:sym typeface="Sniglet"/>
              </a:rPr>
              <a:t>Escuela de Ingeniería de Ciencias y Sistemas</a:t>
            </a:r>
            <a:endParaRPr/>
          </a:p>
          <a:p>
            <a:pPr indent="0" lvl="0" marL="0" marR="0" rtl="0" algn="l">
              <a:lnSpc>
                <a:spcPct val="140013"/>
              </a:lnSpc>
              <a:spcBef>
                <a:spcPts val="0"/>
              </a:spcBef>
              <a:spcAft>
                <a:spcPts val="0"/>
              </a:spcAft>
              <a:buNone/>
            </a:pPr>
            <a:r>
              <a:rPr b="0" i="0" lang="en-US" sz="3009" u="none" cap="none" strike="noStrike">
                <a:solidFill>
                  <a:srgbClr val="272626"/>
                </a:solidFill>
                <a:latin typeface="Sniglet"/>
                <a:ea typeface="Sniglet"/>
                <a:cs typeface="Sniglet"/>
                <a:sym typeface="Sniglet"/>
              </a:rPr>
              <a:t>Facultad de Ingeniería</a:t>
            </a:r>
            <a:endParaRPr/>
          </a:p>
          <a:p>
            <a:pPr indent="0" lvl="0" marL="0" marR="0" rtl="0" algn="l">
              <a:lnSpc>
                <a:spcPct val="140013"/>
              </a:lnSpc>
              <a:spcBef>
                <a:spcPts val="0"/>
              </a:spcBef>
              <a:spcAft>
                <a:spcPts val="0"/>
              </a:spcAft>
              <a:buNone/>
            </a:pPr>
            <a:r>
              <a:rPr b="0" i="0" lang="en-US" sz="3009" u="none" cap="none" strike="noStrike">
                <a:solidFill>
                  <a:srgbClr val="272626"/>
                </a:solidFill>
                <a:latin typeface="Sniglet"/>
                <a:ea typeface="Sniglet"/>
                <a:cs typeface="Sniglet"/>
                <a:sym typeface="Sniglet"/>
              </a:rPr>
              <a:t>Universidad de San Carlos de Guatemala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CEB"/>
        </a:solidFill>
      </p:bgPr>
    </p:bg>
    <p:spTree>
      <p:nvGrpSpPr>
        <p:cNvPr id="94" name="Shape 94"/>
        <p:cNvGrpSpPr/>
        <p:nvPr/>
      </p:nvGrpSpPr>
      <p:grpSpPr>
        <a:xfrm>
          <a:off x="0" y="0"/>
          <a:ext cx="0" cy="0"/>
          <a:chOff x="0" y="0"/>
          <a:chExt cx="0" cy="0"/>
        </a:xfrm>
      </p:grpSpPr>
      <p:sp>
        <p:nvSpPr>
          <p:cNvPr id="95" name="Google Shape;95;p2"/>
          <p:cNvSpPr/>
          <p:nvPr/>
        </p:nvSpPr>
        <p:spPr>
          <a:xfrm>
            <a:off x="12519848" y="-3730406"/>
            <a:ext cx="5046464" cy="5000587"/>
          </a:xfrm>
          <a:custGeom>
            <a:rect b="b" l="l" r="r" t="t"/>
            <a:pathLst>
              <a:path extrusionOk="0" h="5000587" w="5046464">
                <a:moveTo>
                  <a:pt x="0" y="0"/>
                </a:moveTo>
                <a:lnTo>
                  <a:pt x="5046464" y="0"/>
                </a:lnTo>
                <a:lnTo>
                  <a:pt x="5046464" y="5000587"/>
                </a:lnTo>
                <a:lnTo>
                  <a:pt x="0" y="5000587"/>
                </a:lnTo>
                <a:lnTo>
                  <a:pt x="0" y="0"/>
                </a:lnTo>
                <a:close/>
              </a:path>
            </a:pathLst>
          </a:custGeom>
          <a:blipFill rotWithShape="1">
            <a:blip r:embed="rId3">
              <a:alphaModFix/>
            </a:blip>
            <a:stretch>
              <a:fillRect b="0" l="0" r="0" t="0"/>
            </a:stretch>
          </a:blipFill>
          <a:ln>
            <a:noFill/>
          </a:ln>
        </p:spPr>
      </p:sp>
      <p:sp>
        <p:nvSpPr>
          <p:cNvPr id="96" name="Google Shape;96;p2"/>
          <p:cNvSpPr txBox="1"/>
          <p:nvPr/>
        </p:nvSpPr>
        <p:spPr>
          <a:xfrm>
            <a:off x="4045625" y="587366"/>
            <a:ext cx="3147000" cy="682800"/>
          </a:xfrm>
          <a:prstGeom prst="rect">
            <a:avLst/>
          </a:prstGeom>
          <a:noFill/>
          <a:ln>
            <a:noFill/>
          </a:ln>
        </p:spPr>
        <p:txBody>
          <a:bodyPr anchorCtr="0" anchor="t" bIns="0" lIns="0" spcFirstLastPara="1" rIns="0" wrap="square" tIns="0">
            <a:spAutoFit/>
          </a:bodyPr>
          <a:lstStyle/>
          <a:p>
            <a:pPr indent="0" lvl="0" marL="0" marR="0" rtl="0" algn="l">
              <a:lnSpc>
                <a:spcPct val="140022"/>
              </a:lnSpc>
              <a:spcBef>
                <a:spcPts val="0"/>
              </a:spcBef>
              <a:spcAft>
                <a:spcPts val="0"/>
              </a:spcAft>
              <a:buNone/>
            </a:pPr>
            <a:r>
              <a:rPr b="0" i="0" lang="en-US" sz="4435" u="none" cap="none" strike="noStrike">
                <a:solidFill>
                  <a:srgbClr val="2B2B2B"/>
                </a:solidFill>
                <a:latin typeface="Arial"/>
                <a:ea typeface="Arial"/>
                <a:cs typeface="Arial"/>
                <a:sym typeface="Arial"/>
              </a:rPr>
              <a:t>AGENDA</a:t>
            </a:r>
            <a:endParaRPr/>
          </a:p>
        </p:txBody>
      </p:sp>
      <p:sp>
        <p:nvSpPr>
          <p:cNvPr id="97" name="Google Shape;97;p2"/>
          <p:cNvSpPr txBox="1"/>
          <p:nvPr/>
        </p:nvSpPr>
        <p:spPr>
          <a:xfrm>
            <a:off x="2094592" y="4324325"/>
            <a:ext cx="4108800" cy="522900"/>
          </a:xfrm>
          <a:prstGeom prst="rect">
            <a:avLst/>
          </a:prstGeom>
          <a:noFill/>
          <a:ln>
            <a:noFill/>
          </a:ln>
        </p:spPr>
        <p:txBody>
          <a:bodyPr anchorCtr="0" anchor="t" bIns="0" lIns="0" spcFirstLastPara="1" rIns="0" wrap="square" tIns="0">
            <a:spAutoFit/>
          </a:bodyPr>
          <a:lstStyle/>
          <a:p>
            <a:pPr indent="0" lvl="0" marL="0" marR="0" rtl="0" algn="l">
              <a:lnSpc>
                <a:spcPct val="139994"/>
              </a:lnSpc>
              <a:spcBef>
                <a:spcPts val="0"/>
              </a:spcBef>
              <a:spcAft>
                <a:spcPts val="0"/>
              </a:spcAft>
              <a:buNone/>
            </a:pPr>
            <a:r>
              <a:rPr b="0" i="0" lang="en-US" sz="3398" u="none" cap="none" strike="noStrike">
                <a:solidFill>
                  <a:srgbClr val="2B2B2B"/>
                </a:solidFill>
                <a:latin typeface="Arial"/>
                <a:ea typeface="Arial"/>
                <a:cs typeface="Arial"/>
                <a:sym typeface="Arial"/>
              </a:rPr>
              <a:t>Lectura Práctica</a:t>
            </a:r>
            <a:endParaRPr/>
          </a:p>
        </p:txBody>
      </p:sp>
      <p:sp>
        <p:nvSpPr>
          <p:cNvPr id="98" name="Google Shape;98;p2"/>
          <p:cNvSpPr/>
          <p:nvPr/>
        </p:nvSpPr>
        <p:spPr>
          <a:xfrm>
            <a:off x="297880" y="4082205"/>
            <a:ext cx="1279794" cy="1266996"/>
          </a:xfrm>
          <a:custGeom>
            <a:rect b="b" l="l" r="r" t="t"/>
            <a:pathLst>
              <a:path extrusionOk="0" h="1266996" w="1279794">
                <a:moveTo>
                  <a:pt x="0" y="0"/>
                </a:moveTo>
                <a:lnTo>
                  <a:pt x="1279794" y="0"/>
                </a:lnTo>
                <a:lnTo>
                  <a:pt x="1279794" y="1266996"/>
                </a:lnTo>
                <a:lnTo>
                  <a:pt x="0" y="1266996"/>
                </a:lnTo>
                <a:lnTo>
                  <a:pt x="0" y="0"/>
                </a:lnTo>
                <a:close/>
              </a:path>
            </a:pathLst>
          </a:custGeom>
          <a:blipFill rotWithShape="1">
            <a:blip r:embed="rId4">
              <a:alphaModFix/>
            </a:blip>
            <a:stretch>
              <a:fillRect b="0" l="0" r="0" t="0"/>
            </a:stretch>
          </a:blipFill>
          <a:ln>
            <a:noFill/>
          </a:ln>
        </p:spPr>
      </p:sp>
      <p:sp>
        <p:nvSpPr>
          <p:cNvPr id="99" name="Google Shape;99;p2"/>
          <p:cNvSpPr txBox="1"/>
          <p:nvPr/>
        </p:nvSpPr>
        <p:spPr>
          <a:xfrm>
            <a:off x="565407" y="4201646"/>
            <a:ext cx="744600" cy="8118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5275" u="none" cap="none" strike="noStrike">
                <a:solidFill>
                  <a:srgbClr val="2B2B2B"/>
                </a:solidFill>
                <a:latin typeface="Arial"/>
                <a:ea typeface="Arial"/>
                <a:cs typeface="Arial"/>
                <a:sym typeface="Arial"/>
              </a:rPr>
              <a:t>2</a:t>
            </a:r>
            <a:endParaRPr/>
          </a:p>
        </p:txBody>
      </p:sp>
      <p:sp>
        <p:nvSpPr>
          <p:cNvPr id="100" name="Google Shape;100;p2"/>
          <p:cNvSpPr txBox="1"/>
          <p:nvPr/>
        </p:nvSpPr>
        <p:spPr>
          <a:xfrm>
            <a:off x="2094592" y="6175850"/>
            <a:ext cx="4108800" cy="522900"/>
          </a:xfrm>
          <a:prstGeom prst="rect">
            <a:avLst/>
          </a:prstGeom>
          <a:noFill/>
          <a:ln>
            <a:noFill/>
          </a:ln>
        </p:spPr>
        <p:txBody>
          <a:bodyPr anchorCtr="0" anchor="t" bIns="0" lIns="0" spcFirstLastPara="1" rIns="0" wrap="square" tIns="0">
            <a:spAutoFit/>
          </a:bodyPr>
          <a:lstStyle/>
          <a:p>
            <a:pPr indent="0" lvl="0" marL="0" marR="0" rtl="0" algn="l">
              <a:lnSpc>
                <a:spcPct val="139994"/>
              </a:lnSpc>
              <a:spcBef>
                <a:spcPts val="0"/>
              </a:spcBef>
              <a:spcAft>
                <a:spcPts val="0"/>
              </a:spcAft>
              <a:buNone/>
            </a:pPr>
            <a:r>
              <a:rPr b="0" i="0" lang="en-US" sz="3398" u="none" cap="none" strike="noStrike">
                <a:solidFill>
                  <a:srgbClr val="2B2B2B"/>
                </a:solidFill>
                <a:latin typeface="Arial"/>
                <a:ea typeface="Arial"/>
                <a:cs typeface="Arial"/>
                <a:sym typeface="Arial"/>
              </a:rPr>
              <a:t>Notas tarea 2</a:t>
            </a:r>
            <a:endParaRPr/>
          </a:p>
        </p:txBody>
      </p:sp>
      <p:sp>
        <p:nvSpPr>
          <p:cNvPr id="101" name="Google Shape;101;p2"/>
          <p:cNvSpPr/>
          <p:nvPr/>
        </p:nvSpPr>
        <p:spPr>
          <a:xfrm>
            <a:off x="297880" y="5933730"/>
            <a:ext cx="1279794" cy="1266996"/>
          </a:xfrm>
          <a:custGeom>
            <a:rect b="b" l="l" r="r" t="t"/>
            <a:pathLst>
              <a:path extrusionOk="0" h="1266996" w="1279794">
                <a:moveTo>
                  <a:pt x="0" y="0"/>
                </a:moveTo>
                <a:lnTo>
                  <a:pt x="1279794" y="0"/>
                </a:lnTo>
                <a:lnTo>
                  <a:pt x="1279794" y="1266996"/>
                </a:lnTo>
                <a:lnTo>
                  <a:pt x="0" y="1266996"/>
                </a:lnTo>
                <a:lnTo>
                  <a:pt x="0" y="0"/>
                </a:lnTo>
                <a:close/>
              </a:path>
            </a:pathLst>
          </a:custGeom>
          <a:blipFill rotWithShape="1">
            <a:blip r:embed="rId4">
              <a:alphaModFix/>
            </a:blip>
            <a:stretch>
              <a:fillRect b="0" l="0" r="0" t="0"/>
            </a:stretch>
          </a:blipFill>
          <a:ln>
            <a:noFill/>
          </a:ln>
        </p:spPr>
      </p:sp>
      <p:sp>
        <p:nvSpPr>
          <p:cNvPr id="102" name="Google Shape;102;p2"/>
          <p:cNvSpPr txBox="1"/>
          <p:nvPr/>
        </p:nvSpPr>
        <p:spPr>
          <a:xfrm>
            <a:off x="565407" y="6053170"/>
            <a:ext cx="744600" cy="8118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5275" u="none" cap="none" strike="noStrike">
                <a:solidFill>
                  <a:srgbClr val="2B2B2B"/>
                </a:solidFill>
                <a:latin typeface="Arial"/>
                <a:ea typeface="Arial"/>
                <a:cs typeface="Arial"/>
                <a:sym typeface="Arial"/>
              </a:rPr>
              <a:t>3</a:t>
            </a:r>
            <a:endParaRPr/>
          </a:p>
        </p:txBody>
      </p:sp>
      <p:sp>
        <p:nvSpPr>
          <p:cNvPr id="103" name="Google Shape;103;p2"/>
          <p:cNvSpPr txBox="1"/>
          <p:nvPr/>
        </p:nvSpPr>
        <p:spPr>
          <a:xfrm>
            <a:off x="2094592" y="8027375"/>
            <a:ext cx="4108800" cy="1255200"/>
          </a:xfrm>
          <a:prstGeom prst="rect">
            <a:avLst/>
          </a:prstGeom>
          <a:noFill/>
          <a:ln>
            <a:noFill/>
          </a:ln>
        </p:spPr>
        <p:txBody>
          <a:bodyPr anchorCtr="0" anchor="t" bIns="0" lIns="0" spcFirstLastPara="1" rIns="0" wrap="square" tIns="0">
            <a:spAutoFit/>
          </a:bodyPr>
          <a:lstStyle/>
          <a:p>
            <a:pPr indent="0" lvl="0" marL="0" marR="0" rtl="0" algn="l">
              <a:lnSpc>
                <a:spcPct val="139994"/>
              </a:lnSpc>
              <a:spcBef>
                <a:spcPts val="0"/>
              </a:spcBef>
              <a:spcAft>
                <a:spcPts val="0"/>
              </a:spcAft>
              <a:buNone/>
            </a:pPr>
            <a:r>
              <a:rPr lang="en-US" sz="3398">
                <a:solidFill>
                  <a:srgbClr val="2B2B2B"/>
                </a:solidFill>
              </a:rPr>
              <a:t>Modos y tipos de acceso</a:t>
            </a:r>
            <a:endParaRPr/>
          </a:p>
        </p:txBody>
      </p:sp>
      <p:sp>
        <p:nvSpPr>
          <p:cNvPr id="104" name="Google Shape;104;p2"/>
          <p:cNvSpPr/>
          <p:nvPr/>
        </p:nvSpPr>
        <p:spPr>
          <a:xfrm>
            <a:off x="297880" y="7785254"/>
            <a:ext cx="1279794" cy="1266996"/>
          </a:xfrm>
          <a:custGeom>
            <a:rect b="b" l="l" r="r" t="t"/>
            <a:pathLst>
              <a:path extrusionOk="0" h="1266996" w="1279794">
                <a:moveTo>
                  <a:pt x="0" y="0"/>
                </a:moveTo>
                <a:lnTo>
                  <a:pt x="1279794" y="0"/>
                </a:lnTo>
                <a:lnTo>
                  <a:pt x="1279794" y="1266996"/>
                </a:lnTo>
                <a:lnTo>
                  <a:pt x="0" y="1266996"/>
                </a:lnTo>
                <a:lnTo>
                  <a:pt x="0" y="0"/>
                </a:lnTo>
                <a:close/>
              </a:path>
            </a:pathLst>
          </a:custGeom>
          <a:blipFill rotWithShape="1">
            <a:blip r:embed="rId4">
              <a:alphaModFix/>
            </a:blip>
            <a:stretch>
              <a:fillRect b="0" l="0" r="0" t="0"/>
            </a:stretch>
          </a:blipFill>
          <a:ln>
            <a:noFill/>
          </a:ln>
        </p:spPr>
      </p:sp>
      <p:sp>
        <p:nvSpPr>
          <p:cNvPr id="105" name="Google Shape;105;p2"/>
          <p:cNvSpPr txBox="1"/>
          <p:nvPr/>
        </p:nvSpPr>
        <p:spPr>
          <a:xfrm>
            <a:off x="565407" y="7904695"/>
            <a:ext cx="744600" cy="8118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5275" u="none" cap="none" strike="noStrike">
                <a:solidFill>
                  <a:srgbClr val="2B2B2B"/>
                </a:solidFill>
                <a:latin typeface="Arial"/>
                <a:ea typeface="Arial"/>
                <a:cs typeface="Arial"/>
                <a:sym typeface="Arial"/>
              </a:rPr>
              <a:t>4</a:t>
            </a:r>
            <a:endParaRPr/>
          </a:p>
        </p:txBody>
      </p:sp>
      <p:sp>
        <p:nvSpPr>
          <p:cNvPr id="106" name="Google Shape;106;p2"/>
          <p:cNvSpPr txBox="1"/>
          <p:nvPr/>
        </p:nvSpPr>
        <p:spPr>
          <a:xfrm>
            <a:off x="2094592" y="2472800"/>
            <a:ext cx="4108800" cy="522900"/>
          </a:xfrm>
          <a:prstGeom prst="rect">
            <a:avLst/>
          </a:prstGeom>
          <a:noFill/>
          <a:ln>
            <a:noFill/>
          </a:ln>
        </p:spPr>
        <p:txBody>
          <a:bodyPr anchorCtr="0" anchor="t" bIns="0" lIns="0" spcFirstLastPara="1" rIns="0" wrap="square" tIns="0">
            <a:spAutoFit/>
          </a:bodyPr>
          <a:lstStyle/>
          <a:p>
            <a:pPr indent="0" lvl="0" marL="0" marR="0" rtl="0" algn="l">
              <a:lnSpc>
                <a:spcPct val="139994"/>
              </a:lnSpc>
              <a:spcBef>
                <a:spcPts val="0"/>
              </a:spcBef>
              <a:spcAft>
                <a:spcPts val="0"/>
              </a:spcAft>
              <a:buNone/>
            </a:pPr>
            <a:r>
              <a:rPr b="0" i="0" lang="en-US" sz="3398" u="none" cap="none" strike="noStrike">
                <a:solidFill>
                  <a:srgbClr val="2B2B2B"/>
                </a:solidFill>
                <a:latin typeface="Arial"/>
                <a:ea typeface="Arial"/>
                <a:cs typeface="Arial"/>
                <a:sym typeface="Arial"/>
              </a:rPr>
              <a:t>Foro Semanal</a:t>
            </a:r>
            <a:endParaRPr/>
          </a:p>
        </p:txBody>
      </p:sp>
      <p:sp>
        <p:nvSpPr>
          <p:cNvPr id="107" name="Google Shape;107;p2"/>
          <p:cNvSpPr/>
          <p:nvPr/>
        </p:nvSpPr>
        <p:spPr>
          <a:xfrm>
            <a:off x="297880" y="2230680"/>
            <a:ext cx="1279794" cy="1266996"/>
          </a:xfrm>
          <a:custGeom>
            <a:rect b="b" l="l" r="r" t="t"/>
            <a:pathLst>
              <a:path extrusionOk="0" h="1266996" w="1279794">
                <a:moveTo>
                  <a:pt x="0" y="0"/>
                </a:moveTo>
                <a:lnTo>
                  <a:pt x="1279794" y="0"/>
                </a:lnTo>
                <a:lnTo>
                  <a:pt x="1279794" y="1266996"/>
                </a:lnTo>
                <a:lnTo>
                  <a:pt x="0" y="1266996"/>
                </a:lnTo>
                <a:lnTo>
                  <a:pt x="0" y="0"/>
                </a:lnTo>
                <a:close/>
              </a:path>
            </a:pathLst>
          </a:custGeom>
          <a:blipFill rotWithShape="1">
            <a:blip r:embed="rId4">
              <a:alphaModFix/>
            </a:blip>
            <a:stretch>
              <a:fillRect b="0" l="0" r="0" t="0"/>
            </a:stretch>
          </a:blipFill>
          <a:ln>
            <a:noFill/>
          </a:ln>
        </p:spPr>
      </p:sp>
      <p:sp>
        <p:nvSpPr>
          <p:cNvPr id="108" name="Google Shape;108;p2"/>
          <p:cNvSpPr txBox="1"/>
          <p:nvPr/>
        </p:nvSpPr>
        <p:spPr>
          <a:xfrm>
            <a:off x="565407" y="2350121"/>
            <a:ext cx="744600" cy="8118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5275" u="none" cap="none" strike="noStrike">
                <a:solidFill>
                  <a:srgbClr val="2B2B2B"/>
                </a:solidFill>
                <a:latin typeface="Arial"/>
                <a:ea typeface="Arial"/>
                <a:cs typeface="Arial"/>
                <a:sym typeface="Arial"/>
              </a:rPr>
              <a:t>1</a:t>
            </a:r>
            <a:endParaRPr/>
          </a:p>
        </p:txBody>
      </p:sp>
      <p:sp>
        <p:nvSpPr>
          <p:cNvPr id="109" name="Google Shape;109;p2"/>
          <p:cNvSpPr txBox="1"/>
          <p:nvPr/>
        </p:nvSpPr>
        <p:spPr>
          <a:xfrm>
            <a:off x="12988727" y="1547863"/>
            <a:ext cx="3757800" cy="682800"/>
          </a:xfrm>
          <a:prstGeom prst="rect">
            <a:avLst/>
          </a:prstGeom>
          <a:noFill/>
          <a:ln>
            <a:noFill/>
          </a:ln>
        </p:spPr>
        <p:txBody>
          <a:bodyPr anchorCtr="0" anchor="t" bIns="0" lIns="0" spcFirstLastPara="1" rIns="0" wrap="square" tIns="0">
            <a:spAutoFit/>
          </a:bodyPr>
          <a:lstStyle/>
          <a:p>
            <a:pPr indent="0" lvl="0" marL="0" marR="0" rtl="0" algn="l">
              <a:lnSpc>
                <a:spcPct val="140022"/>
              </a:lnSpc>
              <a:spcBef>
                <a:spcPts val="0"/>
              </a:spcBef>
              <a:spcAft>
                <a:spcPts val="0"/>
              </a:spcAft>
              <a:buNone/>
            </a:pPr>
            <a:r>
              <a:rPr b="0" i="0" lang="en-US" sz="4435" u="none" cap="none" strike="noStrike">
                <a:solidFill>
                  <a:srgbClr val="2B2B2B"/>
                </a:solidFill>
                <a:latin typeface="Arial"/>
                <a:ea typeface="Arial"/>
                <a:cs typeface="Arial"/>
                <a:sym typeface="Arial"/>
              </a:rPr>
              <a:t>RECURSOS</a:t>
            </a:r>
            <a:endParaRPr/>
          </a:p>
        </p:txBody>
      </p:sp>
      <p:sp>
        <p:nvSpPr>
          <p:cNvPr id="110" name="Google Shape;110;p2"/>
          <p:cNvSpPr/>
          <p:nvPr/>
        </p:nvSpPr>
        <p:spPr>
          <a:xfrm>
            <a:off x="11598301" y="2580930"/>
            <a:ext cx="1279794" cy="1266996"/>
          </a:xfrm>
          <a:custGeom>
            <a:rect b="b" l="l" r="r" t="t"/>
            <a:pathLst>
              <a:path extrusionOk="0" h="1266996" w="1279794">
                <a:moveTo>
                  <a:pt x="0" y="0"/>
                </a:moveTo>
                <a:lnTo>
                  <a:pt x="1279794" y="0"/>
                </a:lnTo>
                <a:lnTo>
                  <a:pt x="1279794" y="1266996"/>
                </a:lnTo>
                <a:lnTo>
                  <a:pt x="0" y="1266996"/>
                </a:lnTo>
                <a:lnTo>
                  <a:pt x="0" y="0"/>
                </a:lnTo>
                <a:close/>
              </a:path>
            </a:pathLst>
          </a:custGeom>
          <a:blipFill rotWithShape="1">
            <a:blip r:embed="rId4">
              <a:alphaModFix/>
            </a:blip>
            <a:stretch>
              <a:fillRect b="0" l="0" r="0" t="0"/>
            </a:stretch>
          </a:blipFill>
          <a:ln>
            <a:noFill/>
          </a:ln>
        </p:spPr>
      </p:sp>
      <p:sp>
        <p:nvSpPr>
          <p:cNvPr id="111" name="Google Shape;111;p2"/>
          <p:cNvSpPr txBox="1"/>
          <p:nvPr/>
        </p:nvSpPr>
        <p:spPr>
          <a:xfrm>
            <a:off x="12988730" y="2497757"/>
            <a:ext cx="4108800" cy="1033500"/>
          </a:xfrm>
          <a:prstGeom prst="rect">
            <a:avLst/>
          </a:prstGeom>
          <a:noFill/>
          <a:ln>
            <a:noFill/>
          </a:ln>
        </p:spPr>
        <p:txBody>
          <a:bodyPr anchorCtr="0" anchor="t" bIns="0" lIns="0" spcFirstLastPara="1" rIns="0" wrap="square" tIns="0">
            <a:spAutoFit/>
          </a:bodyPr>
          <a:lstStyle/>
          <a:p>
            <a:pPr indent="0" lvl="0" marL="0" marR="0" rtl="0" algn="l">
              <a:lnSpc>
                <a:spcPct val="139992"/>
              </a:lnSpc>
              <a:spcBef>
                <a:spcPts val="0"/>
              </a:spcBef>
              <a:spcAft>
                <a:spcPts val="0"/>
              </a:spcAft>
              <a:buNone/>
            </a:pPr>
            <a:r>
              <a:rPr lang="en-US" sz="2798" u="sng">
                <a:solidFill>
                  <a:schemeClr val="hlink"/>
                </a:solidFill>
                <a:hlinkClick r:id="rId5"/>
              </a:rPr>
              <a:t>https://www.youtube.com/watch?v=cumVT5Xp6yU</a:t>
            </a:r>
            <a:endParaRPr/>
          </a:p>
        </p:txBody>
      </p:sp>
      <p:sp>
        <p:nvSpPr>
          <p:cNvPr id="112" name="Google Shape;112;p2"/>
          <p:cNvSpPr txBox="1"/>
          <p:nvPr/>
        </p:nvSpPr>
        <p:spPr>
          <a:xfrm>
            <a:off x="7205967" y="4324325"/>
            <a:ext cx="4108800" cy="522900"/>
          </a:xfrm>
          <a:prstGeom prst="rect">
            <a:avLst/>
          </a:prstGeom>
          <a:noFill/>
          <a:ln>
            <a:noFill/>
          </a:ln>
        </p:spPr>
        <p:txBody>
          <a:bodyPr anchorCtr="0" anchor="t" bIns="0" lIns="0" spcFirstLastPara="1" rIns="0" wrap="square" tIns="0">
            <a:spAutoFit/>
          </a:bodyPr>
          <a:lstStyle/>
          <a:p>
            <a:pPr indent="0" lvl="0" marL="0" marR="0" rtl="0" algn="l">
              <a:lnSpc>
                <a:spcPct val="139994"/>
              </a:lnSpc>
              <a:spcBef>
                <a:spcPts val="0"/>
              </a:spcBef>
              <a:spcAft>
                <a:spcPts val="0"/>
              </a:spcAft>
              <a:buNone/>
            </a:pPr>
            <a:r>
              <a:rPr lang="en-US" sz="3398">
                <a:solidFill>
                  <a:srgbClr val="2B2B2B"/>
                </a:solidFill>
              </a:rPr>
              <a:t>Conmutación</a:t>
            </a:r>
            <a:endParaRPr/>
          </a:p>
        </p:txBody>
      </p:sp>
      <p:sp>
        <p:nvSpPr>
          <p:cNvPr id="113" name="Google Shape;113;p2"/>
          <p:cNvSpPr/>
          <p:nvPr/>
        </p:nvSpPr>
        <p:spPr>
          <a:xfrm>
            <a:off x="5409255" y="4082205"/>
            <a:ext cx="1279794" cy="1266996"/>
          </a:xfrm>
          <a:custGeom>
            <a:rect b="b" l="l" r="r" t="t"/>
            <a:pathLst>
              <a:path extrusionOk="0" h="1266996" w="1279794">
                <a:moveTo>
                  <a:pt x="0" y="0"/>
                </a:moveTo>
                <a:lnTo>
                  <a:pt x="1279794" y="0"/>
                </a:lnTo>
                <a:lnTo>
                  <a:pt x="1279794" y="1266996"/>
                </a:lnTo>
                <a:lnTo>
                  <a:pt x="0" y="1266996"/>
                </a:lnTo>
                <a:lnTo>
                  <a:pt x="0" y="0"/>
                </a:lnTo>
                <a:close/>
              </a:path>
            </a:pathLst>
          </a:custGeom>
          <a:blipFill rotWithShape="1">
            <a:blip r:embed="rId4">
              <a:alphaModFix/>
            </a:blip>
            <a:stretch>
              <a:fillRect b="0" l="0" r="0" t="0"/>
            </a:stretch>
          </a:blipFill>
          <a:ln>
            <a:noFill/>
          </a:ln>
        </p:spPr>
      </p:sp>
      <p:sp>
        <p:nvSpPr>
          <p:cNvPr id="114" name="Google Shape;114;p2"/>
          <p:cNvSpPr txBox="1"/>
          <p:nvPr/>
        </p:nvSpPr>
        <p:spPr>
          <a:xfrm>
            <a:off x="5676782" y="4201646"/>
            <a:ext cx="744600" cy="8118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5275">
                <a:solidFill>
                  <a:srgbClr val="2B2B2B"/>
                </a:solidFill>
              </a:rPr>
              <a:t>6</a:t>
            </a:r>
            <a:endParaRPr/>
          </a:p>
        </p:txBody>
      </p:sp>
      <p:sp>
        <p:nvSpPr>
          <p:cNvPr id="115" name="Google Shape;115;p2"/>
          <p:cNvSpPr txBox="1"/>
          <p:nvPr/>
        </p:nvSpPr>
        <p:spPr>
          <a:xfrm>
            <a:off x="7205967" y="6175850"/>
            <a:ext cx="4108800" cy="522900"/>
          </a:xfrm>
          <a:prstGeom prst="rect">
            <a:avLst/>
          </a:prstGeom>
          <a:noFill/>
          <a:ln>
            <a:noFill/>
          </a:ln>
        </p:spPr>
        <p:txBody>
          <a:bodyPr anchorCtr="0" anchor="t" bIns="0" lIns="0" spcFirstLastPara="1" rIns="0" wrap="square" tIns="0">
            <a:spAutoFit/>
          </a:bodyPr>
          <a:lstStyle/>
          <a:p>
            <a:pPr indent="0" lvl="0" marL="0" marR="0" rtl="0" algn="l">
              <a:lnSpc>
                <a:spcPct val="139994"/>
              </a:lnSpc>
              <a:spcBef>
                <a:spcPts val="0"/>
              </a:spcBef>
              <a:spcAft>
                <a:spcPts val="0"/>
              </a:spcAft>
              <a:buNone/>
            </a:pPr>
            <a:r>
              <a:rPr lang="en-US" sz="3398">
                <a:solidFill>
                  <a:srgbClr val="2B2B2B"/>
                </a:solidFill>
              </a:rPr>
              <a:t>Hub y Switch</a:t>
            </a:r>
            <a:endParaRPr/>
          </a:p>
        </p:txBody>
      </p:sp>
      <p:sp>
        <p:nvSpPr>
          <p:cNvPr id="116" name="Google Shape;116;p2"/>
          <p:cNvSpPr/>
          <p:nvPr/>
        </p:nvSpPr>
        <p:spPr>
          <a:xfrm>
            <a:off x="5409255" y="5933730"/>
            <a:ext cx="1279794" cy="1266996"/>
          </a:xfrm>
          <a:custGeom>
            <a:rect b="b" l="l" r="r" t="t"/>
            <a:pathLst>
              <a:path extrusionOk="0" h="1266996" w="1279794">
                <a:moveTo>
                  <a:pt x="0" y="0"/>
                </a:moveTo>
                <a:lnTo>
                  <a:pt x="1279794" y="0"/>
                </a:lnTo>
                <a:lnTo>
                  <a:pt x="1279794" y="1266996"/>
                </a:lnTo>
                <a:lnTo>
                  <a:pt x="0" y="1266996"/>
                </a:lnTo>
                <a:lnTo>
                  <a:pt x="0" y="0"/>
                </a:lnTo>
                <a:close/>
              </a:path>
            </a:pathLst>
          </a:custGeom>
          <a:blipFill rotWithShape="1">
            <a:blip r:embed="rId4">
              <a:alphaModFix/>
            </a:blip>
            <a:stretch>
              <a:fillRect b="0" l="0" r="0" t="0"/>
            </a:stretch>
          </a:blipFill>
          <a:ln>
            <a:noFill/>
          </a:ln>
        </p:spPr>
      </p:sp>
      <p:sp>
        <p:nvSpPr>
          <p:cNvPr id="117" name="Google Shape;117;p2"/>
          <p:cNvSpPr txBox="1"/>
          <p:nvPr/>
        </p:nvSpPr>
        <p:spPr>
          <a:xfrm>
            <a:off x="5676782" y="6053170"/>
            <a:ext cx="744600" cy="8118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5275">
                <a:solidFill>
                  <a:srgbClr val="2B2B2B"/>
                </a:solidFill>
              </a:rPr>
              <a:t>7</a:t>
            </a:r>
            <a:endParaRPr/>
          </a:p>
        </p:txBody>
      </p:sp>
      <p:sp>
        <p:nvSpPr>
          <p:cNvPr id="118" name="Google Shape;118;p2"/>
          <p:cNvSpPr txBox="1"/>
          <p:nvPr/>
        </p:nvSpPr>
        <p:spPr>
          <a:xfrm>
            <a:off x="7205967" y="8027375"/>
            <a:ext cx="4108800" cy="522900"/>
          </a:xfrm>
          <a:prstGeom prst="rect">
            <a:avLst/>
          </a:prstGeom>
          <a:noFill/>
          <a:ln>
            <a:noFill/>
          </a:ln>
        </p:spPr>
        <p:txBody>
          <a:bodyPr anchorCtr="0" anchor="t" bIns="0" lIns="0" spcFirstLastPara="1" rIns="0" wrap="square" tIns="0">
            <a:spAutoFit/>
          </a:bodyPr>
          <a:lstStyle/>
          <a:p>
            <a:pPr indent="0" lvl="0" marL="0" marR="0" rtl="0" algn="l">
              <a:lnSpc>
                <a:spcPct val="139994"/>
              </a:lnSpc>
              <a:spcBef>
                <a:spcPts val="0"/>
              </a:spcBef>
              <a:spcAft>
                <a:spcPts val="0"/>
              </a:spcAft>
              <a:buNone/>
            </a:pPr>
            <a:r>
              <a:rPr lang="en-US" sz="3398">
                <a:solidFill>
                  <a:srgbClr val="2B2B2B"/>
                </a:solidFill>
              </a:rPr>
              <a:t>Protocolo ARP</a:t>
            </a:r>
            <a:endParaRPr/>
          </a:p>
        </p:txBody>
      </p:sp>
      <p:sp>
        <p:nvSpPr>
          <p:cNvPr id="119" name="Google Shape;119;p2"/>
          <p:cNvSpPr/>
          <p:nvPr/>
        </p:nvSpPr>
        <p:spPr>
          <a:xfrm>
            <a:off x="5409255" y="7785254"/>
            <a:ext cx="1279794" cy="1266996"/>
          </a:xfrm>
          <a:custGeom>
            <a:rect b="b" l="l" r="r" t="t"/>
            <a:pathLst>
              <a:path extrusionOk="0" h="1266996" w="1279794">
                <a:moveTo>
                  <a:pt x="0" y="0"/>
                </a:moveTo>
                <a:lnTo>
                  <a:pt x="1279794" y="0"/>
                </a:lnTo>
                <a:lnTo>
                  <a:pt x="1279794" y="1266996"/>
                </a:lnTo>
                <a:lnTo>
                  <a:pt x="0" y="1266996"/>
                </a:lnTo>
                <a:lnTo>
                  <a:pt x="0" y="0"/>
                </a:lnTo>
                <a:close/>
              </a:path>
            </a:pathLst>
          </a:custGeom>
          <a:blipFill rotWithShape="1">
            <a:blip r:embed="rId4">
              <a:alphaModFix/>
            </a:blip>
            <a:stretch>
              <a:fillRect b="0" l="0" r="0" t="0"/>
            </a:stretch>
          </a:blipFill>
          <a:ln>
            <a:noFill/>
          </a:ln>
        </p:spPr>
      </p:sp>
      <p:sp>
        <p:nvSpPr>
          <p:cNvPr id="120" name="Google Shape;120;p2"/>
          <p:cNvSpPr txBox="1"/>
          <p:nvPr/>
        </p:nvSpPr>
        <p:spPr>
          <a:xfrm>
            <a:off x="5676782" y="7904695"/>
            <a:ext cx="744600" cy="8118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5275">
                <a:solidFill>
                  <a:srgbClr val="2B2B2B"/>
                </a:solidFill>
              </a:rPr>
              <a:t>8</a:t>
            </a:r>
            <a:endParaRPr/>
          </a:p>
        </p:txBody>
      </p:sp>
      <p:sp>
        <p:nvSpPr>
          <p:cNvPr id="121" name="Google Shape;121;p2"/>
          <p:cNvSpPr txBox="1"/>
          <p:nvPr/>
        </p:nvSpPr>
        <p:spPr>
          <a:xfrm>
            <a:off x="7205967" y="2472800"/>
            <a:ext cx="4108800" cy="522900"/>
          </a:xfrm>
          <a:prstGeom prst="rect">
            <a:avLst/>
          </a:prstGeom>
          <a:noFill/>
          <a:ln>
            <a:noFill/>
          </a:ln>
        </p:spPr>
        <p:txBody>
          <a:bodyPr anchorCtr="0" anchor="t" bIns="0" lIns="0" spcFirstLastPara="1" rIns="0" wrap="square" tIns="0">
            <a:spAutoFit/>
          </a:bodyPr>
          <a:lstStyle/>
          <a:p>
            <a:pPr indent="0" lvl="0" marL="0" marR="0" rtl="0" algn="l">
              <a:lnSpc>
                <a:spcPct val="139994"/>
              </a:lnSpc>
              <a:spcBef>
                <a:spcPts val="0"/>
              </a:spcBef>
              <a:spcAft>
                <a:spcPts val="0"/>
              </a:spcAft>
              <a:buNone/>
            </a:pPr>
            <a:r>
              <a:rPr lang="en-US" sz="3398">
                <a:solidFill>
                  <a:srgbClr val="2B2B2B"/>
                </a:solidFill>
              </a:rPr>
              <a:t>Acceso al medio</a:t>
            </a:r>
            <a:endParaRPr/>
          </a:p>
        </p:txBody>
      </p:sp>
      <p:sp>
        <p:nvSpPr>
          <p:cNvPr id="122" name="Google Shape;122;p2"/>
          <p:cNvSpPr/>
          <p:nvPr/>
        </p:nvSpPr>
        <p:spPr>
          <a:xfrm>
            <a:off x="5409255" y="2230680"/>
            <a:ext cx="1279794" cy="1266996"/>
          </a:xfrm>
          <a:custGeom>
            <a:rect b="b" l="l" r="r" t="t"/>
            <a:pathLst>
              <a:path extrusionOk="0" h="1266996" w="1279794">
                <a:moveTo>
                  <a:pt x="0" y="0"/>
                </a:moveTo>
                <a:lnTo>
                  <a:pt x="1279794" y="0"/>
                </a:lnTo>
                <a:lnTo>
                  <a:pt x="1279794" y="1266996"/>
                </a:lnTo>
                <a:lnTo>
                  <a:pt x="0" y="1266996"/>
                </a:lnTo>
                <a:lnTo>
                  <a:pt x="0" y="0"/>
                </a:lnTo>
                <a:close/>
              </a:path>
            </a:pathLst>
          </a:custGeom>
          <a:blipFill rotWithShape="1">
            <a:blip r:embed="rId4">
              <a:alphaModFix/>
            </a:blip>
            <a:stretch>
              <a:fillRect b="0" l="0" r="0" t="0"/>
            </a:stretch>
          </a:blipFill>
          <a:ln>
            <a:noFill/>
          </a:ln>
        </p:spPr>
      </p:sp>
      <p:sp>
        <p:nvSpPr>
          <p:cNvPr id="123" name="Google Shape;123;p2"/>
          <p:cNvSpPr txBox="1"/>
          <p:nvPr/>
        </p:nvSpPr>
        <p:spPr>
          <a:xfrm>
            <a:off x="5676782" y="2350121"/>
            <a:ext cx="744600" cy="8118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5275">
                <a:solidFill>
                  <a:srgbClr val="2B2B2B"/>
                </a:solidFill>
              </a:rPr>
              <a:t>5</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D556"/>
        </a:solidFill>
      </p:bgPr>
    </p:bg>
    <p:spTree>
      <p:nvGrpSpPr>
        <p:cNvPr id="127" name="Shape 127"/>
        <p:cNvGrpSpPr/>
        <p:nvPr/>
      </p:nvGrpSpPr>
      <p:grpSpPr>
        <a:xfrm>
          <a:off x="0" y="0"/>
          <a:ext cx="0" cy="0"/>
          <a:chOff x="0" y="0"/>
          <a:chExt cx="0" cy="0"/>
        </a:xfrm>
      </p:grpSpPr>
      <p:sp>
        <p:nvSpPr>
          <p:cNvPr id="128" name="Google Shape;128;p3"/>
          <p:cNvSpPr/>
          <p:nvPr/>
        </p:nvSpPr>
        <p:spPr>
          <a:xfrm>
            <a:off x="1614742" y="2172850"/>
            <a:ext cx="5059815" cy="1214356"/>
          </a:xfrm>
          <a:custGeom>
            <a:rect b="b" l="l" r="r" t="t"/>
            <a:pathLst>
              <a:path extrusionOk="0" h="1214356" w="5059815">
                <a:moveTo>
                  <a:pt x="0" y="0"/>
                </a:moveTo>
                <a:lnTo>
                  <a:pt x="5059815" y="0"/>
                </a:lnTo>
                <a:lnTo>
                  <a:pt x="5059815" y="1214355"/>
                </a:lnTo>
                <a:lnTo>
                  <a:pt x="0" y="1214355"/>
                </a:lnTo>
                <a:lnTo>
                  <a:pt x="0" y="0"/>
                </a:lnTo>
                <a:close/>
              </a:path>
            </a:pathLst>
          </a:custGeom>
          <a:blipFill rotWithShape="1">
            <a:blip r:embed="rId3">
              <a:alphaModFix/>
            </a:blip>
            <a:stretch>
              <a:fillRect b="0" l="0" r="0" t="0"/>
            </a:stretch>
          </a:blipFill>
          <a:ln>
            <a:noFill/>
          </a:ln>
        </p:spPr>
      </p:sp>
      <p:sp>
        <p:nvSpPr>
          <p:cNvPr id="129" name="Google Shape;129;p3"/>
          <p:cNvSpPr/>
          <p:nvPr/>
        </p:nvSpPr>
        <p:spPr>
          <a:xfrm rot="-3058523">
            <a:off x="14502287" y="7610059"/>
            <a:ext cx="6354757" cy="5353883"/>
          </a:xfrm>
          <a:custGeom>
            <a:rect b="b" l="l" r="r" t="t"/>
            <a:pathLst>
              <a:path extrusionOk="0" h="5353883" w="6354757">
                <a:moveTo>
                  <a:pt x="0" y="0"/>
                </a:moveTo>
                <a:lnTo>
                  <a:pt x="6354757" y="0"/>
                </a:lnTo>
                <a:lnTo>
                  <a:pt x="6354757" y="5353882"/>
                </a:lnTo>
                <a:lnTo>
                  <a:pt x="0" y="5353882"/>
                </a:lnTo>
                <a:lnTo>
                  <a:pt x="0" y="0"/>
                </a:lnTo>
                <a:close/>
              </a:path>
            </a:pathLst>
          </a:custGeom>
          <a:blipFill rotWithShape="1">
            <a:blip r:embed="rId4">
              <a:alphaModFix/>
            </a:blip>
            <a:stretch>
              <a:fillRect b="0" l="0" r="0" t="0"/>
            </a:stretch>
          </a:blipFill>
          <a:ln>
            <a:noFill/>
          </a:ln>
        </p:spPr>
      </p:sp>
      <p:sp>
        <p:nvSpPr>
          <p:cNvPr id="130" name="Google Shape;130;p3"/>
          <p:cNvSpPr/>
          <p:nvPr/>
        </p:nvSpPr>
        <p:spPr>
          <a:xfrm rot="-3058523">
            <a:off x="10001622" y="-1218942"/>
            <a:ext cx="6354757" cy="5353883"/>
          </a:xfrm>
          <a:custGeom>
            <a:rect b="b" l="l" r="r" t="t"/>
            <a:pathLst>
              <a:path extrusionOk="0" h="5353883" w="6354757">
                <a:moveTo>
                  <a:pt x="0" y="0"/>
                </a:moveTo>
                <a:lnTo>
                  <a:pt x="6354757" y="0"/>
                </a:lnTo>
                <a:lnTo>
                  <a:pt x="6354757" y="5353883"/>
                </a:lnTo>
                <a:lnTo>
                  <a:pt x="0" y="5353883"/>
                </a:lnTo>
                <a:lnTo>
                  <a:pt x="0" y="0"/>
                </a:lnTo>
                <a:close/>
              </a:path>
            </a:pathLst>
          </a:custGeom>
          <a:blipFill rotWithShape="1">
            <a:blip r:embed="rId4">
              <a:alphaModFix/>
            </a:blip>
            <a:stretch>
              <a:fillRect b="0" l="0" r="0" t="0"/>
            </a:stretch>
          </a:blipFill>
          <a:ln>
            <a:noFill/>
          </a:ln>
        </p:spPr>
      </p:sp>
      <p:sp>
        <p:nvSpPr>
          <p:cNvPr id="131" name="Google Shape;131;p3"/>
          <p:cNvSpPr/>
          <p:nvPr/>
        </p:nvSpPr>
        <p:spPr>
          <a:xfrm>
            <a:off x="10763255" y="1146345"/>
            <a:ext cx="8911406" cy="7976248"/>
          </a:xfrm>
          <a:custGeom>
            <a:rect b="b" l="l" r="r" t="t"/>
            <a:pathLst>
              <a:path extrusionOk="0" h="11644630" w="13009880">
                <a:moveTo>
                  <a:pt x="10152380" y="938530"/>
                </a:moveTo>
                <a:cubicBezTo>
                  <a:pt x="8962390" y="189230"/>
                  <a:pt x="8643620" y="154940"/>
                  <a:pt x="7245350" y="0"/>
                </a:cubicBezTo>
                <a:cubicBezTo>
                  <a:pt x="4039870" y="38100"/>
                  <a:pt x="1441450" y="1889760"/>
                  <a:pt x="435610" y="4933950"/>
                </a:cubicBezTo>
                <a:cubicBezTo>
                  <a:pt x="91440" y="5975350"/>
                  <a:pt x="0" y="7139940"/>
                  <a:pt x="403860" y="8159750"/>
                </a:cubicBezTo>
                <a:cubicBezTo>
                  <a:pt x="934720" y="9499600"/>
                  <a:pt x="2254250" y="10407650"/>
                  <a:pt x="3648710" y="10773410"/>
                </a:cubicBezTo>
                <a:cubicBezTo>
                  <a:pt x="5043170" y="11140440"/>
                  <a:pt x="6578600" y="11644630"/>
                  <a:pt x="8008620" y="11470640"/>
                </a:cubicBezTo>
                <a:cubicBezTo>
                  <a:pt x="9123680" y="11334750"/>
                  <a:pt x="10237470" y="10519410"/>
                  <a:pt x="11071860" y="9767570"/>
                </a:cubicBezTo>
                <a:cubicBezTo>
                  <a:pt x="11625580" y="9268460"/>
                  <a:pt x="11971020" y="8576310"/>
                  <a:pt x="12202160" y="7867650"/>
                </a:cubicBezTo>
                <a:cubicBezTo>
                  <a:pt x="13009880" y="5401310"/>
                  <a:pt x="12348210" y="2322830"/>
                  <a:pt x="10152380" y="938530"/>
                </a:cubicBezTo>
                <a:close/>
              </a:path>
            </a:pathLst>
          </a:custGeom>
          <a:blipFill rotWithShape="1">
            <a:blip r:embed="rId5">
              <a:alphaModFix/>
            </a:blip>
            <a:stretch>
              <a:fillRect b="-30701" l="0" r="0" t="-3070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3"/>
          <p:cNvSpPr/>
          <p:nvPr/>
        </p:nvSpPr>
        <p:spPr>
          <a:xfrm>
            <a:off x="-378046" y="7292120"/>
            <a:ext cx="5850753" cy="2142838"/>
          </a:xfrm>
          <a:custGeom>
            <a:rect b="b" l="l" r="r" t="t"/>
            <a:pathLst>
              <a:path extrusionOk="0" h="2142838" w="5850753">
                <a:moveTo>
                  <a:pt x="0" y="0"/>
                </a:moveTo>
                <a:lnTo>
                  <a:pt x="5850753" y="0"/>
                </a:lnTo>
                <a:lnTo>
                  <a:pt x="5850753" y="2142838"/>
                </a:lnTo>
                <a:lnTo>
                  <a:pt x="0" y="2142838"/>
                </a:lnTo>
                <a:lnTo>
                  <a:pt x="0" y="0"/>
                </a:lnTo>
                <a:close/>
              </a:path>
            </a:pathLst>
          </a:custGeom>
          <a:blipFill rotWithShape="1">
            <a:blip r:embed="rId6">
              <a:alphaModFix/>
            </a:blip>
            <a:stretch>
              <a:fillRect b="0" l="0" r="0" t="0"/>
            </a:stretch>
          </a:blipFill>
          <a:ln>
            <a:noFill/>
          </a:ln>
        </p:spPr>
      </p:sp>
      <p:sp>
        <p:nvSpPr>
          <p:cNvPr id="133" name="Google Shape;133;p3"/>
          <p:cNvSpPr txBox="1"/>
          <p:nvPr/>
        </p:nvSpPr>
        <p:spPr>
          <a:xfrm>
            <a:off x="1932476" y="1353225"/>
            <a:ext cx="5538300" cy="768000"/>
          </a:xfrm>
          <a:prstGeom prst="rect">
            <a:avLst/>
          </a:prstGeom>
          <a:noFill/>
          <a:ln>
            <a:noFill/>
          </a:ln>
        </p:spPr>
        <p:txBody>
          <a:bodyPr anchorCtr="0" anchor="t" bIns="0" lIns="0" spcFirstLastPara="1" rIns="0" wrap="square" tIns="0">
            <a:spAutoFit/>
          </a:bodyPr>
          <a:lstStyle/>
          <a:p>
            <a:pPr indent="0" lvl="0" marL="0" marR="0" rtl="0" algn="l">
              <a:lnSpc>
                <a:spcPct val="140008"/>
              </a:lnSpc>
              <a:spcBef>
                <a:spcPts val="0"/>
              </a:spcBef>
              <a:spcAft>
                <a:spcPts val="0"/>
              </a:spcAft>
              <a:buNone/>
            </a:pPr>
            <a:r>
              <a:rPr b="0" i="0" lang="en-US" sz="4989" u="none" cap="none" strike="noStrike">
                <a:solidFill>
                  <a:srgbClr val="2B2B2B"/>
                </a:solidFill>
                <a:latin typeface="Arial"/>
                <a:ea typeface="Arial"/>
                <a:cs typeface="Arial"/>
                <a:sym typeface="Arial"/>
              </a:rPr>
              <a:t>COMPETENCIA</a:t>
            </a:r>
            <a:endParaRPr/>
          </a:p>
        </p:txBody>
      </p:sp>
      <p:sp>
        <p:nvSpPr>
          <p:cNvPr id="134" name="Google Shape;134;p3"/>
          <p:cNvSpPr txBox="1"/>
          <p:nvPr/>
        </p:nvSpPr>
        <p:spPr>
          <a:xfrm>
            <a:off x="1932471" y="2080006"/>
            <a:ext cx="10983907" cy="1038554"/>
          </a:xfrm>
          <a:prstGeom prst="rect">
            <a:avLst/>
          </a:prstGeom>
          <a:noFill/>
          <a:ln>
            <a:noFill/>
          </a:ln>
        </p:spPr>
        <p:txBody>
          <a:bodyPr anchorCtr="0" anchor="t" bIns="0" lIns="0" spcFirstLastPara="1" rIns="0" wrap="square" tIns="0">
            <a:spAutoFit/>
          </a:bodyPr>
          <a:lstStyle/>
          <a:p>
            <a:pPr indent="0" lvl="0" marL="0" marR="0" rtl="0" algn="l">
              <a:lnSpc>
                <a:spcPct val="139986"/>
              </a:lnSpc>
              <a:spcBef>
                <a:spcPts val="0"/>
              </a:spcBef>
              <a:spcAft>
                <a:spcPts val="0"/>
              </a:spcAft>
              <a:buNone/>
            </a:pPr>
            <a:r>
              <a:rPr b="0" i="0" lang="en-US" sz="5987" u="none" cap="none" strike="noStrike">
                <a:solidFill>
                  <a:srgbClr val="2B2B2B"/>
                </a:solidFill>
                <a:latin typeface="Arial"/>
                <a:ea typeface="Arial"/>
                <a:cs typeface="Arial"/>
                <a:sym typeface="Arial"/>
              </a:rPr>
              <a:t>QUE DESARROLLAREMOS</a:t>
            </a:r>
            <a:endParaRPr/>
          </a:p>
        </p:txBody>
      </p:sp>
      <p:sp>
        <p:nvSpPr>
          <p:cNvPr id="135" name="Google Shape;135;p3"/>
          <p:cNvSpPr txBox="1"/>
          <p:nvPr/>
        </p:nvSpPr>
        <p:spPr>
          <a:xfrm>
            <a:off x="1932471" y="3588840"/>
            <a:ext cx="7884395" cy="3861436"/>
          </a:xfrm>
          <a:prstGeom prst="rect">
            <a:avLst/>
          </a:prstGeom>
          <a:noFill/>
          <a:ln>
            <a:noFill/>
          </a:ln>
        </p:spPr>
        <p:txBody>
          <a:bodyPr anchorCtr="0" anchor="t" bIns="0" lIns="0" spcFirstLastPara="1" rIns="0" wrap="square" tIns="0">
            <a:spAutoFit/>
          </a:bodyPr>
          <a:lstStyle/>
          <a:p>
            <a:pPr indent="0" lvl="0" marL="0" marR="0" rtl="0" algn="ctr">
              <a:lnSpc>
                <a:spcPct val="150014"/>
              </a:lnSpc>
              <a:spcBef>
                <a:spcPts val="0"/>
              </a:spcBef>
              <a:spcAft>
                <a:spcPts val="0"/>
              </a:spcAft>
              <a:buNone/>
            </a:pPr>
            <a:r>
              <a:rPr b="0" i="0" lang="en-US" sz="3399" u="none" cap="none" strike="noStrike">
                <a:solidFill>
                  <a:srgbClr val="2B2B2B"/>
                </a:solidFill>
                <a:latin typeface="Arial"/>
                <a:ea typeface="Arial"/>
                <a:cs typeface="Arial"/>
                <a:sym typeface="Arial"/>
              </a:rPr>
              <a:t>El estudiante diseña una topología de red utilizando dispositivos de red virtuales o físicos para crear un entorno funcional que cumpla requerimientos específicos de comunicación </a:t>
            </a:r>
            <a:endParaRPr/>
          </a:p>
          <a:p>
            <a:pPr indent="0" lvl="0" marL="0" marR="0" rtl="0" algn="ctr">
              <a:lnSpc>
                <a:spcPct val="150014"/>
              </a:lnSpc>
              <a:spcBef>
                <a:spcPts val="0"/>
              </a:spcBef>
              <a:spcAft>
                <a:spcPts val="0"/>
              </a:spcAft>
              <a:buNone/>
            </a:pPr>
            <a:r>
              <a:t/>
            </a:r>
            <a:endParaRPr b="0" i="0" sz="3399" u="none" cap="none" strike="noStrike">
              <a:solidFill>
                <a:srgbClr val="2B2B2B"/>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CD46"/>
        </a:solidFill>
      </p:bgPr>
    </p:bg>
    <p:spTree>
      <p:nvGrpSpPr>
        <p:cNvPr id="139" name="Shape 139"/>
        <p:cNvGrpSpPr/>
        <p:nvPr/>
      </p:nvGrpSpPr>
      <p:grpSpPr>
        <a:xfrm>
          <a:off x="0" y="0"/>
          <a:ext cx="0" cy="0"/>
          <a:chOff x="0" y="0"/>
          <a:chExt cx="0" cy="0"/>
        </a:xfrm>
      </p:grpSpPr>
      <p:sp>
        <p:nvSpPr>
          <p:cNvPr id="140" name="Google Shape;140;p4"/>
          <p:cNvSpPr/>
          <p:nvPr/>
        </p:nvSpPr>
        <p:spPr>
          <a:xfrm rot="315885">
            <a:off x="7787552" y="3775386"/>
            <a:ext cx="7513387" cy="4931514"/>
          </a:xfrm>
          <a:custGeom>
            <a:rect b="b" l="l" r="r" t="t"/>
            <a:pathLst>
              <a:path extrusionOk="0" h="4931514" w="7513387">
                <a:moveTo>
                  <a:pt x="0" y="0"/>
                </a:moveTo>
                <a:lnTo>
                  <a:pt x="7513386" y="0"/>
                </a:lnTo>
                <a:lnTo>
                  <a:pt x="7513386" y="4931514"/>
                </a:lnTo>
                <a:lnTo>
                  <a:pt x="0" y="4931514"/>
                </a:lnTo>
                <a:lnTo>
                  <a:pt x="0" y="0"/>
                </a:lnTo>
                <a:close/>
              </a:path>
            </a:pathLst>
          </a:custGeom>
          <a:blipFill rotWithShape="1">
            <a:blip r:embed="rId3">
              <a:alphaModFix/>
            </a:blip>
            <a:stretch>
              <a:fillRect b="0" l="0" r="0" t="0"/>
            </a:stretch>
          </a:blipFill>
          <a:ln>
            <a:noFill/>
          </a:ln>
        </p:spPr>
      </p:sp>
      <p:sp>
        <p:nvSpPr>
          <p:cNvPr id="141" name="Google Shape;141;p4"/>
          <p:cNvSpPr/>
          <p:nvPr/>
        </p:nvSpPr>
        <p:spPr>
          <a:xfrm rot="-266862">
            <a:off x="2743409" y="2871761"/>
            <a:ext cx="5990432" cy="5839575"/>
          </a:xfrm>
          <a:custGeom>
            <a:rect b="b" l="l" r="r" t="t"/>
            <a:pathLst>
              <a:path extrusionOk="0" h="5839575" w="5990432">
                <a:moveTo>
                  <a:pt x="0" y="0"/>
                </a:moveTo>
                <a:lnTo>
                  <a:pt x="5990432" y="0"/>
                </a:lnTo>
                <a:lnTo>
                  <a:pt x="5990432" y="5839574"/>
                </a:lnTo>
                <a:lnTo>
                  <a:pt x="0" y="5839574"/>
                </a:lnTo>
                <a:lnTo>
                  <a:pt x="0" y="0"/>
                </a:lnTo>
                <a:close/>
              </a:path>
            </a:pathLst>
          </a:custGeom>
          <a:blipFill rotWithShape="1">
            <a:blip r:embed="rId4">
              <a:alphaModFix/>
            </a:blip>
            <a:stretch>
              <a:fillRect b="-45036" l="0" r="0" t="0"/>
            </a:stretch>
          </a:blipFill>
          <a:ln>
            <a:noFill/>
          </a:ln>
        </p:spPr>
      </p:sp>
      <p:sp>
        <p:nvSpPr>
          <p:cNvPr id="142" name="Google Shape;142;p4"/>
          <p:cNvSpPr/>
          <p:nvPr/>
        </p:nvSpPr>
        <p:spPr>
          <a:xfrm rot="-82494">
            <a:off x="2911657" y="1750113"/>
            <a:ext cx="11731235" cy="6714183"/>
          </a:xfrm>
          <a:custGeom>
            <a:rect b="b" l="l" r="r" t="t"/>
            <a:pathLst>
              <a:path extrusionOk="0" h="6714183" w="11731235">
                <a:moveTo>
                  <a:pt x="0" y="0"/>
                </a:moveTo>
                <a:lnTo>
                  <a:pt x="11731235" y="0"/>
                </a:lnTo>
                <a:lnTo>
                  <a:pt x="11731235" y="6714183"/>
                </a:lnTo>
                <a:lnTo>
                  <a:pt x="0" y="6714183"/>
                </a:lnTo>
                <a:lnTo>
                  <a:pt x="0" y="0"/>
                </a:lnTo>
                <a:close/>
              </a:path>
            </a:pathLst>
          </a:custGeom>
          <a:blipFill rotWithShape="1">
            <a:blip r:embed="rId5">
              <a:alphaModFix/>
            </a:blip>
            <a:stretch>
              <a:fillRect b="-33422" l="0" r="0" t="0"/>
            </a:stretch>
          </a:blipFill>
          <a:ln>
            <a:noFill/>
          </a:ln>
        </p:spPr>
      </p:sp>
      <p:sp>
        <p:nvSpPr>
          <p:cNvPr id="143" name="Google Shape;143;p4"/>
          <p:cNvSpPr txBox="1"/>
          <p:nvPr/>
        </p:nvSpPr>
        <p:spPr>
          <a:xfrm rot="-82460">
            <a:off x="4628329" y="3142106"/>
            <a:ext cx="8918266" cy="4812779"/>
          </a:xfrm>
          <a:prstGeom prst="rect">
            <a:avLst/>
          </a:prstGeom>
          <a:noFill/>
          <a:ln>
            <a:noFill/>
          </a:ln>
        </p:spPr>
        <p:txBody>
          <a:bodyPr anchorCtr="0" anchor="t" bIns="0" lIns="0" spcFirstLastPara="1" rIns="0" wrap="square" tIns="0">
            <a:spAutoFit/>
          </a:bodyPr>
          <a:lstStyle/>
          <a:p>
            <a:pPr indent="0" lvl="0" marL="0" marR="0" rtl="0" algn="ctr">
              <a:lnSpc>
                <a:spcPct val="103999"/>
              </a:lnSpc>
              <a:spcBef>
                <a:spcPts val="0"/>
              </a:spcBef>
              <a:spcAft>
                <a:spcPts val="0"/>
              </a:spcAft>
              <a:buNone/>
            </a:pPr>
            <a:r>
              <a:rPr b="1" i="0" lang="en-US" sz="10152" u="none" cap="none" strike="noStrike">
                <a:solidFill>
                  <a:srgbClr val="000000"/>
                </a:solidFill>
                <a:latin typeface="Arial"/>
                <a:ea typeface="Arial"/>
                <a:cs typeface="Arial"/>
                <a:sym typeface="Arial"/>
              </a:rPr>
              <a:t>Modos y Tipos de Acceso</a:t>
            </a:r>
            <a:endParaRPr/>
          </a:p>
        </p:txBody>
      </p:sp>
      <p:sp>
        <p:nvSpPr>
          <p:cNvPr id="144" name="Google Shape;144;p4"/>
          <p:cNvSpPr/>
          <p:nvPr/>
        </p:nvSpPr>
        <p:spPr>
          <a:xfrm>
            <a:off x="2526002" y="1208717"/>
            <a:ext cx="3038649" cy="2879120"/>
          </a:xfrm>
          <a:custGeom>
            <a:rect b="b" l="l" r="r" t="t"/>
            <a:pathLst>
              <a:path extrusionOk="0" h="2879120" w="3038649">
                <a:moveTo>
                  <a:pt x="0" y="0"/>
                </a:moveTo>
                <a:lnTo>
                  <a:pt x="3038649" y="0"/>
                </a:lnTo>
                <a:lnTo>
                  <a:pt x="3038649" y="2879120"/>
                </a:lnTo>
                <a:lnTo>
                  <a:pt x="0" y="2879120"/>
                </a:lnTo>
                <a:lnTo>
                  <a:pt x="0" y="0"/>
                </a:lnTo>
                <a:close/>
              </a:path>
            </a:pathLst>
          </a:custGeom>
          <a:blipFill rotWithShape="1">
            <a:blip r:embed="rId6">
              <a:alphaModFix/>
            </a:blip>
            <a:stretch>
              <a:fillRect b="0" l="0" r="0" t="0"/>
            </a:stretch>
          </a:blipFill>
          <a:ln>
            <a:noFill/>
          </a:ln>
        </p:spPr>
      </p:sp>
      <p:sp>
        <p:nvSpPr>
          <p:cNvPr id="145" name="Google Shape;145;p4"/>
          <p:cNvSpPr/>
          <p:nvPr/>
        </p:nvSpPr>
        <p:spPr>
          <a:xfrm>
            <a:off x="-1489043" y="5940621"/>
            <a:ext cx="2978086" cy="4114800"/>
          </a:xfrm>
          <a:custGeom>
            <a:rect b="b" l="l" r="r" t="t"/>
            <a:pathLst>
              <a:path extrusionOk="0" h="4114800" w="2978086">
                <a:moveTo>
                  <a:pt x="0" y="0"/>
                </a:moveTo>
                <a:lnTo>
                  <a:pt x="2978086" y="0"/>
                </a:lnTo>
                <a:lnTo>
                  <a:pt x="2978086" y="4114800"/>
                </a:lnTo>
                <a:lnTo>
                  <a:pt x="0" y="4114800"/>
                </a:lnTo>
                <a:lnTo>
                  <a:pt x="0" y="0"/>
                </a:lnTo>
                <a:close/>
              </a:path>
            </a:pathLst>
          </a:custGeom>
          <a:blipFill rotWithShape="1">
            <a:blip r:embed="rId7">
              <a:alphaModFix/>
            </a:blip>
            <a:stretch>
              <a:fillRect b="0" l="0" r="0" t="0"/>
            </a:stretch>
          </a:blipFill>
          <a:ln>
            <a:noFill/>
          </a:ln>
        </p:spPr>
      </p:sp>
      <p:sp>
        <p:nvSpPr>
          <p:cNvPr id="146" name="Google Shape;146;p4"/>
          <p:cNvSpPr/>
          <p:nvPr/>
        </p:nvSpPr>
        <p:spPr>
          <a:xfrm>
            <a:off x="12399360" y="4481928"/>
            <a:ext cx="4572264" cy="4653704"/>
          </a:xfrm>
          <a:custGeom>
            <a:rect b="b" l="l" r="r" t="t"/>
            <a:pathLst>
              <a:path extrusionOk="0" h="4653704" w="4572264">
                <a:moveTo>
                  <a:pt x="0" y="0"/>
                </a:moveTo>
                <a:lnTo>
                  <a:pt x="4572265" y="0"/>
                </a:lnTo>
                <a:lnTo>
                  <a:pt x="4572265" y="4653705"/>
                </a:lnTo>
                <a:lnTo>
                  <a:pt x="0" y="4653705"/>
                </a:lnTo>
                <a:lnTo>
                  <a:pt x="0" y="0"/>
                </a:lnTo>
                <a:close/>
              </a:path>
            </a:pathLst>
          </a:custGeom>
          <a:blipFill rotWithShape="1">
            <a:blip r:embed="rId8">
              <a:alphaModFix/>
            </a:blip>
            <a:stretch>
              <a:fillRect b="0" l="0" r="0" t="0"/>
            </a:stretch>
          </a:blipFill>
          <a:ln>
            <a:noFill/>
          </a:ln>
        </p:spPr>
      </p:sp>
      <p:sp>
        <p:nvSpPr>
          <p:cNvPr id="147" name="Google Shape;147;p4"/>
          <p:cNvSpPr/>
          <p:nvPr/>
        </p:nvSpPr>
        <p:spPr>
          <a:xfrm rot="-10197389">
            <a:off x="15531917" y="-653517"/>
            <a:ext cx="5396459" cy="4114800"/>
          </a:xfrm>
          <a:custGeom>
            <a:rect b="b" l="l" r="r" t="t"/>
            <a:pathLst>
              <a:path extrusionOk="0" h="4114800" w="5396459">
                <a:moveTo>
                  <a:pt x="0" y="0"/>
                </a:moveTo>
                <a:lnTo>
                  <a:pt x="5396459" y="0"/>
                </a:lnTo>
                <a:lnTo>
                  <a:pt x="5396459" y="4114800"/>
                </a:lnTo>
                <a:lnTo>
                  <a:pt x="0" y="4114800"/>
                </a:lnTo>
                <a:lnTo>
                  <a:pt x="0" y="0"/>
                </a:lnTo>
                <a:close/>
              </a:path>
            </a:pathLst>
          </a:custGeom>
          <a:blipFill rotWithShape="1">
            <a:blip r:embed="rId9">
              <a:alphaModFix/>
            </a:blip>
            <a:stretch>
              <a:fillRect b="0" l="0" r="0" t="0"/>
            </a:stretch>
          </a:blipFill>
          <a:ln>
            <a:noFill/>
          </a:ln>
        </p:spPr>
      </p:sp>
      <p:sp>
        <p:nvSpPr>
          <p:cNvPr id="148" name="Google Shape;148;p4"/>
          <p:cNvSpPr/>
          <p:nvPr/>
        </p:nvSpPr>
        <p:spPr>
          <a:xfrm rot="-9994124">
            <a:off x="5425198" y="9403862"/>
            <a:ext cx="5875677" cy="3238967"/>
          </a:xfrm>
          <a:custGeom>
            <a:rect b="b" l="l" r="r" t="t"/>
            <a:pathLst>
              <a:path extrusionOk="0" h="3238967" w="5875677">
                <a:moveTo>
                  <a:pt x="0" y="0"/>
                </a:moveTo>
                <a:lnTo>
                  <a:pt x="5875677" y="0"/>
                </a:lnTo>
                <a:lnTo>
                  <a:pt x="5875677" y="3238967"/>
                </a:lnTo>
                <a:lnTo>
                  <a:pt x="0" y="3238967"/>
                </a:lnTo>
                <a:lnTo>
                  <a:pt x="0" y="0"/>
                </a:lnTo>
                <a:close/>
              </a:path>
            </a:pathLst>
          </a:custGeom>
          <a:blipFill rotWithShape="1">
            <a:blip r:embed="rId10">
              <a:alphaModFix/>
            </a:blip>
            <a:stretch>
              <a:fillRect b="0" l="0" r="0" t="0"/>
            </a:stretch>
          </a:blipFill>
          <a:ln>
            <a:noFill/>
          </a:ln>
        </p:spPr>
      </p:sp>
      <p:sp>
        <p:nvSpPr>
          <p:cNvPr id="149" name="Google Shape;149;p4"/>
          <p:cNvSpPr/>
          <p:nvPr/>
        </p:nvSpPr>
        <p:spPr>
          <a:xfrm rot="-7239578">
            <a:off x="-916157" y="-1028700"/>
            <a:ext cx="2227136" cy="4114800"/>
          </a:xfrm>
          <a:custGeom>
            <a:rect b="b" l="l" r="r" t="t"/>
            <a:pathLst>
              <a:path extrusionOk="0" h="4114800" w="2227136">
                <a:moveTo>
                  <a:pt x="0" y="0"/>
                </a:moveTo>
                <a:lnTo>
                  <a:pt x="2227136" y="0"/>
                </a:lnTo>
                <a:lnTo>
                  <a:pt x="2227136" y="4114800"/>
                </a:lnTo>
                <a:lnTo>
                  <a:pt x="0" y="4114800"/>
                </a:lnTo>
                <a:lnTo>
                  <a:pt x="0" y="0"/>
                </a:lnTo>
                <a:close/>
              </a:path>
            </a:pathLst>
          </a:custGeom>
          <a:blipFill rotWithShape="1">
            <a:blip r:embed="rId11">
              <a:alphaModFix/>
            </a:blip>
            <a:stretch>
              <a:fillRect b="0" l="0" r="0" t="0"/>
            </a:stretch>
          </a:blipFill>
          <a:ln>
            <a:noFill/>
          </a:ln>
        </p:spPr>
      </p:sp>
      <p:sp>
        <p:nvSpPr>
          <p:cNvPr id="150" name="Google Shape;150;p4"/>
          <p:cNvSpPr/>
          <p:nvPr/>
        </p:nvSpPr>
        <p:spPr>
          <a:xfrm rot="2598121">
            <a:off x="2491871" y="7209833"/>
            <a:ext cx="3007321" cy="1759283"/>
          </a:xfrm>
          <a:custGeom>
            <a:rect b="b" l="l" r="r" t="t"/>
            <a:pathLst>
              <a:path extrusionOk="0" h="1759283" w="3007321">
                <a:moveTo>
                  <a:pt x="0" y="0"/>
                </a:moveTo>
                <a:lnTo>
                  <a:pt x="3007320" y="0"/>
                </a:lnTo>
                <a:lnTo>
                  <a:pt x="3007320" y="1759283"/>
                </a:lnTo>
                <a:lnTo>
                  <a:pt x="0" y="1759283"/>
                </a:lnTo>
                <a:lnTo>
                  <a:pt x="0" y="0"/>
                </a:lnTo>
                <a:close/>
              </a:path>
            </a:pathLst>
          </a:custGeom>
          <a:blipFill rotWithShape="1">
            <a:blip r:embed="rId12">
              <a:alphaModFix/>
            </a:blip>
            <a:stretch>
              <a:fillRect b="0" l="0" r="0" t="0"/>
            </a:stretch>
          </a:blipFill>
          <a:ln>
            <a:noFill/>
          </a:ln>
        </p:spPr>
      </p:sp>
      <p:sp>
        <p:nvSpPr>
          <p:cNvPr id="151" name="Google Shape;151;p4"/>
          <p:cNvSpPr/>
          <p:nvPr/>
        </p:nvSpPr>
        <p:spPr>
          <a:xfrm rot="3945637">
            <a:off x="13786679" y="3168847"/>
            <a:ext cx="1146208" cy="2324001"/>
          </a:xfrm>
          <a:custGeom>
            <a:rect b="b" l="l" r="r" t="t"/>
            <a:pathLst>
              <a:path extrusionOk="0" h="2324001" w="1146208">
                <a:moveTo>
                  <a:pt x="0" y="0"/>
                </a:moveTo>
                <a:lnTo>
                  <a:pt x="1146208" y="0"/>
                </a:lnTo>
                <a:lnTo>
                  <a:pt x="1146208" y="2324000"/>
                </a:lnTo>
                <a:lnTo>
                  <a:pt x="0" y="2324000"/>
                </a:lnTo>
                <a:lnTo>
                  <a:pt x="0" y="0"/>
                </a:lnTo>
                <a:close/>
              </a:path>
            </a:pathLst>
          </a:custGeom>
          <a:blipFill rotWithShape="1">
            <a:blip r:embed="rId13">
              <a:alphaModFix/>
            </a:blip>
            <a:stretch>
              <a:fillRect b="-23885" l="-165097" r="0" t="0"/>
            </a:stretch>
          </a:blipFill>
          <a:ln>
            <a:noFill/>
          </a:ln>
        </p:spPr>
      </p:sp>
      <p:sp>
        <p:nvSpPr>
          <p:cNvPr id="152" name="Google Shape;152;p4"/>
          <p:cNvSpPr/>
          <p:nvPr/>
        </p:nvSpPr>
        <p:spPr>
          <a:xfrm rot="-5400000">
            <a:off x="16049771" y="7736121"/>
            <a:ext cx="5396459" cy="4114800"/>
          </a:xfrm>
          <a:custGeom>
            <a:rect b="b" l="l" r="r" t="t"/>
            <a:pathLst>
              <a:path extrusionOk="0" h="4114800" w="5396459">
                <a:moveTo>
                  <a:pt x="0" y="0"/>
                </a:moveTo>
                <a:lnTo>
                  <a:pt x="5396459" y="0"/>
                </a:lnTo>
                <a:lnTo>
                  <a:pt x="5396459" y="4114800"/>
                </a:lnTo>
                <a:lnTo>
                  <a:pt x="0" y="4114800"/>
                </a:lnTo>
                <a:lnTo>
                  <a:pt x="0" y="0"/>
                </a:lnTo>
                <a:close/>
              </a:path>
            </a:pathLst>
          </a:custGeom>
          <a:blipFill rotWithShape="1">
            <a:blip r:embed="rId9">
              <a:alphaModFix/>
            </a:blip>
            <a:stretch>
              <a:fillRect b="0" l="0" r="0" t="0"/>
            </a:stretch>
          </a:blipFill>
          <a:ln>
            <a:noFill/>
          </a:ln>
        </p:spPr>
      </p:sp>
      <p:sp>
        <p:nvSpPr>
          <p:cNvPr id="153" name="Google Shape;153;p4"/>
          <p:cNvSpPr/>
          <p:nvPr/>
        </p:nvSpPr>
        <p:spPr>
          <a:xfrm rot="10252938">
            <a:off x="8709979" y="-1552077"/>
            <a:ext cx="4257941" cy="2458961"/>
          </a:xfrm>
          <a:custGeom>
            <a:rect b="b" l="l" r="r" t="t"/>
            <a:pathLst>
              <a:path extrusionOk="0" h="2458961" w="4257941">
                <a:moveTo>
                  <a:pt x="0" y="0"/>
                </a:moveTo>
                <a:lnTo>
                  <a:pt x="4257941" y="0"/>
                </a:lnTo>
                <a:lnTo>
                  <a:pt x="4257941" y="2458961"/>
                </a:lnTo>
                <a:lnTo>
                  <a:pt x="0" y="2458961"/>
                </a:lnTo>
                <a:lnTo>
                  <a:pt x="0" y="0"/>
                </a:lnTo>
                <a:close/>
              </a:path>
            </a:pathLst>
          </a:custGeom>
          <a:blipFill rotWithShape="1">
            <a:blip r:embed="rId14">
              <a:alphaModFix/>
            </a:blip>
            <a:stretch>
              <a:fillRect b="0" l="0" r="0" t="0"/>
            </a:stretch>
          </a:blipFill>
          <a:ln>
            <a:noFill/>
          </a:ln>
        </p:spPr>
      </p:sp>
      <p:sp>
        <p:nvSpPr>
          <p:cNvPr id="154" name="Google Shape;154;p4"/>
          <p:cNvSpPr/>
          <p:nvPr/>
        </p:nvSpPr>
        <p:spPr>
          <a:xfrm rot="5947534">
            <a:off x="3555012" y="-2929516"/>
            <a:ext cx="2978086" cy="4114800"/>
          </a:xfrm>
          <a:custGeom>
            <a:rect b="b" l="l" r="r" t="t"/>
            <a:pathLst>
              <a:path extrusionOk="0" h="4114800" w="2978086">
                <a:moveTo>
                  <a:pt x="0" y="0"/>
                </a:moveTo>
                <a:lnTo>
                  <a:pt x="2978087" y="0"/>
                </a:lnTo>
                <a:lnTo>
                  <a:pt x="2978087" y="4114800"/>
                </a:lnTo>
                <a:lnTo>
                  <a:pt x="0" y="4114800"/>
                </a:lnTo>
                <a:lnTo>
                  <a:pt x="0" y="0"/>
                </a:lnTo>
                <a:close/>
              </a:path>
            </a:pathLst>
          </a:custGeom>
          <a:blipFill rotWithShape="1">
            <a:blip r:embed="rId7">
              <a:alphaModFix/>
            </a:blip>
            <a:stretch>
              <a:fillRect b="0" l="0" r="0" t="0"/>
            </a:stretch>
          </a:blipFill>
          <a:ln>
            <a:noFill/>
          </a:ln>
        </p:spPr>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CD46"/>
        </a:solidFill>
      </p:bgPr>
    </p:bg>
    <p:spTree>
      <p:nvGrpSpPr>
        <p:cNvPr id="158" name="Shape 158"/>
        <p:cNvGrpSpPr/>
        <p:nvPr/>
      </p:nvGrpSpPr>
      <p:grpSpPr>
        <a:xfrm>
          <a:off x="0" y="0"/>
          <a:ext cx="0" cy="0"/>
          <a:chOff x="0" y="0"/>
          <a:chExt cx="0" cy="0"/>
        </a:xfrm>
      </p:grpSpPr>
      <p:sp>
        <p:nvSpPr>
          <p:cNvPr id="159" name="Google Shape;159;p5"/>
          <p:cNvSpPr/>
          <p:nvPr/>
        </p:nvSpPr>
        <p:spPr>
          <a:xfrm rot="5334016">
            <a:off x="2984710" y="-330562"/>
            <a:ext cx="7947547" cy="11237085"/>
          </a:xfrm>
          <a:custGeom>
            <a:rect b="b" l="l" r="r" t="t"/>
            <a:pathLst>
              <a:path extrusionOk="0" h="11237085" w="7947547">
                <a:moveTo>
                  <a:pt x="0" y="0"/>
                </a:moveTo>
                <a:lnTo>
                  <a:pt x="7947547" y="0"/>
                </a:lnTo>
                <a:lnTo>
                  <a:pt x="7947547" y="11237086"/>
                </a:lnTo>
                <a:lnTo>
                  <a:pt x="0" y="11237086"/>
                </a:lnTo>
                <a:lnTo>
                  <a:pt x="0" y="0"/>
                </a:lnTo>
                <a:close/>
              </a:path>
            </a:pathLst>
          </a:custGeom>
          <a:blipFill rotWithShape="1">
            <a:blip r:embed="rId3">
              <a:alphaModFix/>
            </a:blip>
            <a:stretch>
              <a:fillRect b="0" l="0" r="0" t="0"/>
            </a:stretch>
          </a:blipFill>
          <a:ln>
            <a:noFill/>
          </a:ln>
        </p:spPr>
      </p:sp>
      <p:sp>
        <p:nvSpPr>
          <p:cNvPr id="160" name="Google Shape;160;p5"/>
          <p:cNvSpPr/>
          <p:nvPr/>
        </p:nvSpPr>
        <p:spPr>
          <a:xfrm rot="289427">
            <a:off x="10909787" y="2661597"/>
            <a:ext cx="5693033" cy="5693033"/>
          </a:xfrm>
          <a:custGeom>
            <a:rect b="b" l="l" r="r" t="t"/>
            <a:pathLst>
              <a:path extrusionOk="0" h="5693033" w="5693033">
                <a:moveTo>
                  <a:pt x="0" y="0"/>
                </a:moveTo>
                <a:lnTo>
                  <a:pt x="5693033" y="0"/>
                </a:lnTo>
                <a:lnTo>
                  <a:pt x="5693033" y="5693034"/>
                </a:lnTo>
                <a:lnTo>
                  <a:pt x="0" y="5693034"/>
                </a:lnTo>
                <a:lnTo>
                  <a:pt x="0" y="0"/>
                </a:lnTo>
                <a:close/>
              </a:path>
            </a:pathLst>
          </a:custGeom>
          <a:blipFill rotWithShape="1">
            <a:blip r:embed="rId4">
              <a:alphaModFix/>
            </a:blip>
            <a:stretch>
              <a:fillRect b="0" l="0" r="0" t="0"/>
            </a:stretch>
          </a:blipFill>
          <a:ln>
            <a:noFill/>
          </a:ln>
        </p:spPr>
      </p:sp>
      <p:sp>
        <p:nvSpPr>
          <p:cNvPr id="161" name="Google Shape;161;p5"/>
          <p:cNvSpPr/>
          <p:nvPr/>
        </p:nvSpPr>
        <p:spPr>
          <a:xfrm rot="-10703534">
            <a:off x="14045195" y="8969388"/>
            <a:ext cx="5875677" cy="3238967"/>
          </a:xfrm>
          <a:custGeom>
            <a:rect b="b" l="l" r="r" t="t"/>
            <a:pathLst>
              <a:path extrusionOk="0" h="3238967" w="5875677">
                <a:moveTo>
                  <a:pt x="0" y="0"/>
                </a:moveTo>
                <a:lnTo>
                  <a:pt x="5875677" y="0"/>
                </a:lnTo>
                <a:lnTo>
                  <a:pt x="5875677" y="3238967"/>
                </a:lnTo>
                <a:lnTo>
                  <a:pt x="0" y="3238967"/>
                </a:lnTo>
                <a:lnTo>
                  <a:pt x="0" y="0"/>
                </a:lnTo>
                <a:close/>
              </a:path>
            </a:pathLst>
          </a:custGeom>
          <a:blipFill rotWithShape="1">
            <a:blip r:embed="rId5">
              <a:alphaModFix/>
            </a:blip>
            <a:stretch>
              <a:fillRect b="0" l="0" r="0" t="0"/>
            </a:stretch>
          </a:blipFill>
          <a:ln>
            <a:noFill/>
          </a:ln>
        </p:spPr>
      </p:sp>
      <p:sp>
        <p:nvSpPr>
          <p:cNvPr id="162" name="Google Shape;162;p5"/>
          <p:cNvSpPr/>
          <p:nvPr/>
        </p:nvSpPr>
        <p:spPr>
          <a:xfrm rot="-8190165">
            <a:off x="-673911" y="-2226504"/>
            <a:ext cx="2227136" cy="4114800"/>
          </a:xfrm>
          <a:custGeom>
            <a:rect b="b" l="l" r="r" t="t"/>
            <a:pathLst>
              <a:path extrusionOk="0" h="4114800" w="2227136">
                <a:moveTo>
                  <a:pt x="0" y="0"/>
                </a:moveTo>
                <a:lnTo>
                  <a:pt x="2227135" y="0"/>
                </a:lnTo>
                <a:lnTo>
                  <a:pt x="2227135" y="4114800"/>
                </a:lnTo>
                <a:lnTo>
                  <a:pt x="0" y="4114800"/>
                </a:lnTo>
                <a:lnTo>
                  <a:pt x="0" y="0"/>
                </a:lnTo>
                <a:close/>
              </a:path>
            </a:pathLst>
          </a:custGeom>
          <a:blipFill rotWithShape="1">
            <a:blip r:embed="rId6">
              <a:alphaModFix/>
            </a:blip>
            <a:stretch>
              <a:fillRect b="0" l="0" r="0" t="0"/>
            </a:stretch>
          </a:blipFill>
          <a:ln>
            <a:noFill/>
          </a:ln>
        </p:spPr>
      </p:sp>
      <p:sp>
        <p:nvSpPr>
          <p:cNvPr id="163" name="Google Shape;163;p5"/>
          <p:cNvSpPr/>
          <p:nvPr/>
        </p:nvSpPr>
        <p:spPr>
          <a:xfrm rot="8941024">
            <a:off x="14751177" y="-2393404"/>
            <a:ext cx="4861231" cy="3706689"/>
          </a:xfrm>
          <a:custGeom>
            <a:rect b="b" l="l" r="r" t="t"/>
            <a:pathLst>
              <a:path extrusionOk="0" h="3706689" w="4861231">
                <a:moveTo>
                  <a:pt x="0" y="0"/>
                </a:moveTo>
                <a:lnTo>
                  <a:pt x="4861232" y="0"/>
                </a:lnTo>
                <a:lnTo>
                  <a:pt x="4861232" y="3706689"/>
                </a:lnTo>
                <a:lnTo>
                  <a:pt x="0" y="3706689"/>
                </a:lnTo>
                <a:lnTo>
                  <a:pt x="0" y="0"/>
                </a:lnTo>
                <a:close/>
              </a:path>
            </a:pathLst>
          </a:custGeom>
          <a:blipFill rotWithShape="1">
            <a:blip r:embed="rId7">
              <a:alphaModFix/>
            </a:blip>
            <a:stretch>
              <a:fillRect b="0" l="0" r="0" t="0"/>
            </a:stretch>
          </a:blipFill>
          <a:ln>
            <a:noFill/>
          </a:ln>
        </p:spPr>
      </p:sp>
      <p:sp>
        <p:nvSpPr>
          <p:cNvPr id="164" name="Google Shape;164;p5"/>
          <p:cNvSpPr/>
          <p:nvPr/>
        </p:nvSpPr>
        <p:spPr>
          <a:xfrm rot="-9194561">
            <a:off x="8489073" y="4316096"/>
            <a:ext cx="1770025" cy="942538"/>
          </a:xfrm>
          <a:custGeom>
            <a:rect b="b" l="l" r="r" t="t"/>
            <a:pathLst>
              <a:path extrusionOk="0" h="942983" w="1770861">
                <a:moveTo>
                  <a:pt x="0" y="0"/>
                </a:moveTo>
                <a:lnTo>
                  <a:pt x="1770860" y="0"/>
                </a:lnTo>
                <a:lnTo>
                  <a:pt x="1770860" y="942984"/>
                </a:lnTo>
                <a:lnTo>
                  <a:pt x="0" y="942984"/>
                </a:lnTo>
                <a:lnTo>
                  <a:pt x="0" y="0"/>
                </a:lnTo>
                <a:close/>
              </a:path>
            </a:pathLst>
          </a:custGeom>
          <a:blipFill rotWithShape="1">
            <a:blip r:embed="rId8">
              <a:alphaModFix/>
            </a:blip>
            <a:stretch>
              <a:fillRect b="0" l="0" r="0" t="0"/>
            </a:stretch>
          </a:blipFill>
          <a:ln>
            <a:noFill/>
          </a:ln>
        </p:spPr>
      </p:sp>
      <p:sp>
        <p:nvSpPr>
          <p:cNvPr id="165" name="Google Shape;165;p5"/>
          <p:cNvSpPr/>
          <p:nvPr/>
        </p:nvSpPr>
        <p:spPr>
          <a:xfrm rot="-65983">
            <a:off x="991839" y="5178149"/>
            <a:ext cx="5741357" cy="1137833"/>
          </a:xfrm>
          <a:custGeom>
            <a:rect b="b" l="l" r="r" t="t"/>
            <a:pathLst>
              <a:path extrusionOk="0" h="1137833" w="5741357">
                <a:moveTo>
                  <a:pt x="0" y="0"/>
                </a:moveTo>
                <a:lnTo>
                  <a:pt x="5741357" y="0"/>
                </a:lnTo>
                <a:lnTo>
                  <a:pt x="5741357" y="1137833"/>
                </a:lnTo>
                <a:lnTo>
                  <a:pt x="0" y="1137833"/>
                </a:lnTo>
                <a:lnTo>
                  <a:pt x="0" y="0"/>
                </a:lnTo>
                <a:close/>
              </a:path>
            </a:pathLst>
          </a:custGeom>
          <a:blipFill rotWithShape="1">
            <a:blip r:embed="rId9">
              <a:alphaModFix/>
            </a:blip>
            <a:stretch>
              <a:fillRect b="0" l="0" r="0" t="0"/>
            </a:stretch>
          </a:blipFill>
          <a:ln>
            <a:noFill/>
          </a:ln>
        </p:spPr>
      </p:sp>
      <p:sp>
        <p:nvSpPr>
          <p:cNvPr id="166" name="Google Shape;166;p5"/>
          <p:cNvSpPr/>
          <p:nvPr/>
        </p:nvSpPr>
        <p:spPr>
          <a:xfrm rot="3945637">
            <a:off x="15511873" y="1684572"/>
            <a:ext cx="1209807" cy="2452951"/>
          </a:xfrm>
          <a:custGeom>
            <a:rect b="b" l="l" r="r" t="t"/>
            <a:pathLst>
              <a:path extrusionOk="0" h="2452951" w="1209807">
                <a:moveTo>
                  <a:pt x="0" y="0"/>
                </a:moveTo>
                <a:lnTo>
                  <a:pt x="1209807" y="0"/>
                </a:lnTo>
                <a:lnTo>
                  <a:pt x="1209807" y="2452951"/>
                </a:lnTo>
                <a:lnTo>
                  <a:pt x="0" y="2452951"/>
                </a:lnTo>
                <a:lnTo>
                  <a:pt x="0" y="0"/>
                </a:lnTo>
                <a:close/>
              </a:path>
            </a:pathLst>
          </a:custGeom>
          <a:blipFill rotWithShape="1">
            <a:blip r:embed="rId10">
              <a:alphaModFix/>
            </a:blip>
            <a:stretch>
              <a:fillRect b="-23885" l="-165097" r="0" t="0"/>
            </a:stretch>
          </a:blipFill>
          <a:ln>
            <a:noFill/>
          </a:ln>
        </p:spPr>
      </p:sp>
      <p:sp>
        <p:nvSpPr>
          <p:cNvPr id="167" name="Google Shape;167;p5"/>
          <p:cNvSpPr txBox="1"/>
          <p:nvPr/>
        </p:nvSpPr>
        <p:spPr>
          <a:xfrm rot="-65983">
            <a:off x="2258645" y="3122366"/>
            <a:ext cx="8329523" cy="884809"/>
          </a:xfrm>
          <a:prstGeom prst="rect">
            <a:avLst/>
          </a:prstGeom>
          <a:noFill/>
          <a:ln>
            <a:noFill/>
          </a:ln>
        </p:spPr>
        <p:txBody>
          <a:bodyPr anchorCtr="0" anchor="t" bIns="0" lIns="0" spcFirstLastPara="1" rIns="0" wrap="square" tIns="0">
            <a:spAutoFit/>
          </a:bodyPr>
          <a:lstStyle/>
          <a:p>
            <a:pPr indent="0" lvl="0" marL="0" marR="0" rtl="0" algn="l">
              <a:lnSpc>
                <a:spcPct val="105999"/>
              </a:lnSpc>
              <a:spcBef>
                <a:spcPts val="0"/>
              </a:spcBef>
              <a:spcAft>
                <a:spcPts val="0"/>
              </a:spcAft>
              <a:buNone/>
            </a:pPr>
            <a:r>
              <a:rPr b="1" i="0" lang="en-US" sz="5300" u="none" cap="none" strike="noStrike">
                <a:solidFill>
                  <a:srgbClr val="000000"/>
                </a:solidFill>
                <a:latin typeface="Arial"/>
                <a:ea typeface="Arial"/>
                <a:cs typeface="Arial"/>
                <a:sym typeface="Arial"/>
              </a:rPr>
              <a:t>Capas de Acceso</a:t>
            </a:r>
            <a:endParaRPr/>
          </a:p>
        </p:txBody>
      </p:sp>
      <p:sp>
        <p:nvSpPr>
          <p:cNvPr id="168" name="Google Shape;168;p5"/>
          <p:cNvSpPr txBox="1"/>
          <p:nvPr/>
        </p:nvSpPr>
        <p:spPr>
          <a:xfrm rot="-65983">
            <a:off x="2299602" y="5247319"/>
            <a:ext cx="3256019" cy="85725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i="0" lang="en-US" sz="4500" u="none" cap="none" strike="noStrike">
                <a:solidFill>
                  <a:srgbClr val="000000"/>
                </a:solidFill>
                <a:latin typeface="Arial"/>
                <a:ea typeface="Arial"/>
                <a:cs typeface="Arial"/>
                <a:sym typeface="Arial"/>
              </a:rPr>
              <a:t>Definición:</a:t>
            </a:r>
            <a:endParaRPr/>
          </a:p>
        </p:txBody>
      </p:sp>
      <p:sp>
        <p:nvSpPr>
          <p:cNvPr id="169" name="Google Shape;169;p5"/>
          <p:cNvSpPr txBox="1"/>
          <p:nvPr/>
        </p:nvSpPr>
        <p:spPr>
          <a:xfrm rot="-65983">
            <a:off x="2335211" y="6773989"/>
            <a:ext cx="7234355" cy="147574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2300" u="none" cap="none" strike="noStrike">
                <a:solidFill>
                  <a:srgbClr val="000000"/>
                </a:solidFill>
                <a:latin typeface="DM Sans"/>
                <a:ea typeface="DM Sans"/>
                <a:cs typeface="DM Sans"/>
                <a:sym typeface="DM Sans"/>
              </a:rPr>
              <a:t>Es el nivel más básico de la red. Es la parte de la red mediante la cual las personas pueden acceder a otros hosts, así como a los archivos y dispositivos compartidos.</a:t>
            </a:r>
            <a:endParaRPr/>
          </a:p>
        </p:txBody>
      </p:sp>
      <p:sp>
        <p:nvSpPr>
          <p:cNvPr id="170" name="Google Shape;170;p5"/>
          <p:cNvSpPr txBox="1"/>
          <p:nvPr/>
        </p:nvSpPr>
        <p:spPr>
          <a:xfrm rot="315736">
            <a:off x="11062855" y="4157647"/>
            <a:ext cx="5394759" cy="884809"/>
          </a:xfrm>
          <a:prstGeom prst="rect">
            <a:avLst/>
          </a:prstGeom>
          <a:noFill/>
          <a:ln>
            <a:noFill/>
          </a:ln>
        </p:spPr>
        <p:txBody>
          <a:bodyPr anchorCtr="0" anchor="t" bIns="0" lIns="0" spcFirstLastPara="1" rIns="0" wrap="square" tIns="0">
            <a:spAutoFit/>
          </a:bodyPr>
          <a:lstStyle/>
          <a:p>
            <a:pPr indent="0" lvl="0" marL="0" marR="0" rtl="0" algn="l">
              <a:lnSpc>
                <a:spcPct val="105999"/>
              </a:lnSpc>
              <a:spcBef>
                <a:spcPts val="0"/>
              </a:spcBef>
              <a:spcAft>
                <a:spcPts val="0"/>
              </a:spcAft>
              <a:buNone/>
            </a:pPr>
            <a:r>
              <a:rPr b="1" i="0" lang="en-US" sz="5300" u="none" cap="none" strike="noStrike">
                <a:solidFill>
                  <a:srgbClr val="000000"/>
                </a:solidFill>
                <a:latin typeface="Arial"/>
                <a:ea typeface="Arial"/>
                <a:cs typeface="Arial"/>
                <a:sym typeface="Arial"/>
              </a:rPr>
              <a:t>Tipos de Acceso</a:t>
            </a:r>
            <a:endParaRPr/>
          </a:p>
        </p:txBody>
      </p:sp>
      <p:sp>
        <p:nvSpPr>
          <p:cNvPr id="171" name="Google Shape;171;p5"/>
          <p:cNvSpPr txBox="1"/>
          <p:nvPr/>
        </p:nvSpPr>
        <p:spPr>
          <a:xfrm rot="296512">
            <a:off x="11591274" y="5369271"/>
            <a:ext cx="2818052" cy="1147445"/>
          </a:xfrm>
          <a:prstGeom prst="rect">
            <a:avLst/>
          </a:prstGeom>
          <a:noFill/>
          <a:ln>
            <a:noFill/>
          </a:ln>
        </p:spPr>
        <p:txBody>
          <a:bodyPr anchorCtr="0" anchor="t" bIns="0" lIns="0" spcFirstLastPara="1" rIns="0" wrap="square" tIns="0">
            <a:spAutoFit/>
          </a:bodyPr>
          <a:lstStyle/>
          <a:p>
            <a:pPr indent="-367027" lvl="1" marL="734055" marR="0" rtl="0" algn="l">
              <a:lnSpc>
                <a:spcPct val="130008"/>
              </a:lnSpc>
              <a:spcBef>
                <a:spcPts val="0"/>
              </a:spcBef>
              <a:spcAft>
                <a:spcPts val="0"/>
              </a:spcAft>
              <a:buClr>
                <a:srgbClr val="000000"/>
              </a:buClr>
              <a:buSzPts val="3399"/>
              <a:buFont typeface="Arial"/>
              <a:buChar char="•"/>
            </a:pPr>
            <a:r>
              <a:rPr b="0" i="0" lang="en-US" sz="3399" u="none" cap="none" strike="noStrike">
                <a:solidFill>
                  <a:srgbClr val="000000"/>
                </a:solidFill>
                <a:latin typeface="DM Sans"/>
                <a:ea typeface="DM Sans"/>
                <a:cs typeface="DM Sans"/>
                <a:sym typeface="DM Sans"/>
              </a:rPr>
              <a:t>Local</a:t>
            </a:r>
            <a:endParaRPr/>
          </a:p>
          <a:p>
            <a:pPr indent="-367027" lvl="1" marL="734055" marR="0" rtl="0" algn="l">
              <a:lnSpc>
                <a:spcPct val="130008"/>
              </a:lnSpc>
              <a:spcBef>
                <a:spcPts val="0"/>
              </a:spcBef>
              <a:spcAft>
                <a:spcPts val="0"/>
              </a:spcAft>
              <a:buClr>
                <a:srgbClr val="000000"/>
              </a:buClr>
              <a:buSzPts val="3399"/>
              <a:buFont typeface="Arial"/>
              <a:buChar char="•"/>
            </a:pPr>
            <a:r>
              <a:rPr b="0" i="0" lang="en-US" sz="3399" u="none" cap="none" strike="noStrike">
                <a:solidFill>
                  <a:srgbClr val="000000"/>
                </a:solidFill>
                <a:latin typeface="DM Sans"/>
                <a:ea typeface="DM Sans"/>
                <a:cs typeface="DM Sans"/>
                <a:sym typeface="DM Sans"/>
              </a:rPr>
              <a:t>Remoto</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1C5E9"/>
        </a:solidFill>
      </p:bgPr>
    </p:bg>
    <p:spTree>
      <p:nvGrpSpPr>
        <p:cNvPr id="175" name="Shape 175"/>
        <p:cNvGrpSpPr/>
        <p:nvPr/>
      </p:nvGrpSpPr>
      <p:grpSpPr>
        <a:xfrm>
          <a:off x="0" y="0"/>
          <a:ext cx="0" cy="0"/>
          <a:chOff x="0" y="0"/>
          <a:chExt cx="0" cy="0"/>
        </a:xfrm>
      </p:grpSpPr>
      <p:sp>
        <p:nvSpPr>
          <p:cNvPr id="176" name="Google Shape;176;p6"/>
          <p:cNvSpPr/>
          <p:nvPr/>
        </p:nvSpPr>
        <p:spPr>
          <a:xfrm flipH="1" rot="-611101">
            <a:off x="1405515" y="3774385"/>
            <a:ext cx="7513387" cy="4931514"/>
          </a:xfrm>
          <a:custGeom>
            <a:rect b="b" l="l" r="r" t="t"/>
            <a:pathLst>
              <a:path extrusionOk="0" h="4931514" w="7513387">
                <a:moveTo>
                  <a:pt x="7513387" y="0"/>
                </a:moveTo>
                <a:lnTo>
                  <a:pt x="0" y="0"/>
                </a:lnTo>
                <a:lnTo>
                  <a:pt x="0" y="4931513"/>
                </a:lnTo>
                <a:lnTo>
                  <a:pt x="7513387" y="4931513"/>
                </a:lnTo>
                <a:lnTo>
                  <a:pt x="7513387" y="0"/>
                </a:lnTo>
                <a:close/>
              </a:path>
            </a:pathLst>
          </a:custGeom>
          <a:blipFill rotWithShape="1">
            <a:blip r:embed="rId3">
              <a:alphaModFix/>
            </a:blip>
            <a:stretch>
              <a:fillRect b="0" l="0" r="0" t="0"/>
            </a:stretch>
          </a:blipFill>
          <a:ln>
            <a:noFill/>
          </a:ln>
        </p:spPr>
      </p:sp>
      <p:grpSp>
        <p:nvGrpSpPr>
          <p:cNvPr id="177" name="Google Shape;177;p6"/>
          <p:cNvGrpSpPr/>
          <p:nvPr/>
        </p:nvGrpSpPr>
        <p:grpSpPr>
          <a:xfrm rot="-147150">
            <a:off x="1980994" y="1606590"/>
            <a:ext cx="7168936" cy="6967315"/>
            <a:chOff x="0" y="0"/>
            <a:chExt cx="1888115" cy="1835013"/>
          </a:xfrm>
        </p:grpSpPr>
        <p:sp>
          <p:nvSpPr>
            <p:cNvPr id="178" name="Google Shape;178;p6"/>
            <p:cNvSpPr/>
            <p:nvPr/>
          </p:nvSpPr>
          <p:spPr>
            <a:xfrm>
              <a:off x="0" y="0"/>
              <a:ext cx="1888115" cy="1835013"/>
            </a:xfrm>
            <a:custGeom>
              <a:rect b="b" l="l" r="r" t="t"/>
              <a:pathLst>
                <a:path extrusionOk="0" h="1835013" w="1888115">
                  <a:moveTo>
                    <a:pt x="0" y="0"/>
                  </a:moveTo>
                  <a:lnTo>
                    <a:pt x="1888115" y="0"/>
                  </a:lnTo>
                  <a:lnTo>
                    <a:pt x="1888115" y="1835013"/>
                  </a:lnTo>
                  <a:lnTo>
                    <a:pt x="0" y="1835013"/>
                  </a:lnTo>
                  <a:close/>
                </a:path>
              </a:pathLst>
            </a:custGeom>
            <a:solidFill>
              <a:srgbClr val="FFFFFF"/>
            </a:solidFill>
            <a:ln>
              <a:noFill/>
            </a:ln>
          </p:spPr>
        </p:sp>
        <p:sp>
          <p:nvSpPr>
            <p:cNvPr id="179" name="Google Shape;179;p6"/>
            <p:cNvSpPr txBox="1"/>
            <p:nvPr/>
          </p:nvSpPr>
          <p:spPr>
            <a:xfrm>
              <a:off x="0" y="38100"/>
              <a:ext cx="1888115" cy="1796913"/>
            </a:xfrm>
            <a:prstGeom prst="rect">
              <a:avLst/>
            </a:prstGeom>
            <a:noFill/>
            <a:ln>
              <a:noFill/>
            </a:ln>
          </p:spPr>
          <p:txBody>
            <a:bodyPr anchorCtr="0" anchor="ctr" bIns="50800" lIns="50800" spcFirstLastPara="1" rIns="50800" wrap="square" tIns="50800">
              <a:noAutofit/>
            </a:bodyPr>
            <a:lstStyle/>
            <a:p>
              <a:pPr indent="0" lvl="0" marL="0" marR="0" rtl="0" algn="ctr">
                <a:lnSpc>
                  <a:spcPct val="149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80" name="Google Shape;180;p6"/>
          <p:cNvSpPr txBox="1"/>
          <p:nvPr/>
        </p:nvSpPr>
        <p:spPr>
          <a:xfrm rot="-147150">
            <a:off x="2419079" y="2166127"/>
            <a:ext cx="6278570" cy="1022858"/>
          </a:xfrm>
          <a:prstGeom prst="rect">
            <a:avLst/>
          </a:prstGeom>
          <a:noFill/>
          <a:ln>
            <a:noFill/>
          </a:ln>
        </p:spPr>
        <p:txBody>
          <a:bodyPr anchorCtr="0" anchor="t" bIns="0" lIns="0" spcFirstLastPara="1" rIns="0" wrap="square" tIns="0">
            <a:spAutoFit/>
          </a:bodyPr>
          <a:lstStyle/>
          <a:p>
            <a:pPr indent="0" lvl="0" marL="0" marR="0" rtl="0" algn="l">
              <a:lnSpc>
                <a:spcPct val="106000"/>
              </a:lnSpc>
              <a:spcBef>
                <a:spcPts val="0"/>
              </a:spcBef>
              <a:spcAft>
                <a:spcPts val="0"/>
              </a:spcAft>
              <a:buNone/>
            </a:pPr>
            <a:r>
              <a:rPr b="1" i="0" lang="en-US" sz="6099" u="none" cap="none" strike="noStrike">
                <a:solidFill>
                  <a:srgbClr val="000000"/>
                </a:solidFill>
                <a:latin typeface="Arial"/>
                <a:ea typeface="Arial"/>
                <a:cs typeface="Arial"/>
                <a:sym typeface="Arial"/>
              </a:rPr>
              <a:t>Local</a:t>
            </a:r>
            <a:endParaRPr/>
          </a:p>
        </p:txBody>
      </p:sp>
      <p:sp>
        <p:nvSpPr>
          <p:cNvPr id="181" name="Google Shape;181;p6"/>
          <p:cNvSpPr/>
          <p:nvPr/>
        </p:nvSpPr>
        <p:spPr>
          <a:xfrm rot="3945637">
            <a:off x="8539096" y="2742690"/>
            <a:ext cx="1209807" cy="2452951"/>
          </a:xfrm>
          <a:custGeom>
            <a:rect b="b" l="l" r="r" t="t"/>
            <a:pathLst>
              <a:path extrusionOk="0" h="2452951" w="1209807">
                <a:moveTo>
                  <a:pt x="0" y="0"/>
                </a:moveTo>
                <a:lnTo>
                  <a:pt x="1209808" y="0"/>
                </a:lnTo>
                <a:lnTo>
                  <a:pt x="1209808" y="2452950"/>
                </a:lnTo>
                <a:lnTo>
                  <a:pt x="0" y="2452950"/>
                </a:lnTo>
                <a:lnTo>
                  <a:pt x="0" y="0"/>
                </a:lnTo>
                <a:close/>
              </a:path>
            </a:pathLst>
          </a:custGeom>
          <a:blipFill rotWithShape="1">
            <a:blip r:embed="rId4">
              <a:alphaModFix/>
            </a:blip>
            <a:stretch>
              <a:fillRect b="-23885" l="-165097" r="0" t="0"/>
            </a:stretch>
          </a:blipFill>
          <a:ln>
            <a:noFill/>
          </a:ln>
        </p:spPr>
      </p:sp>
      <p:sp>
        <p:nvSpPr>
          <p:cNvPr id="182" name="Google Shape;182;p6"/>
          <p:cNvSpPr/>
          <p:nvPr/>
        </p:nvSpPr>
        <p:spPr>
          <a:xfrm rot="-277003">
            <a:off x="7446970" y="472649"/>
            <a:ext cx="1209807" cy="2452951"/>
          </a:xfrm>
          <a:custGeom>
            <a:rect b="b" l="l" r="r" t="t"/>
            <a:pathLst>
              <a:path extrusionOk="0" h="2452951" w="1209807">
                <a:moveTo>
                  <a:pt x="0" y="0"/>
                </a:moveTo>
                <a:lnTo>
                  <a:pt x="1209807" y="0"/>
                </a:lnTo>
                <a:lnTo>
                  <a:pt x="1209807" y="2452951"/>
                </a:lnTo>
                <a:lnTo>
                  <a:pt x="0" y="2452951"/>
                </a:lnTo>
                <a:lnTo>
                  <a:pt x="0" y="0"/>
                </a:lnTo>
                <a:close/>
              </a:path>
            </a:pathLst>
          </a:custGeom>
          <a:blipFill rotWithShape="1">
            <a:blip r:embed="rId5">
              <a:alphaModFix/>
            </a:blip>
            <a:stretch>
              <a:fillRect b="-23885" l="-165097" r="0" t="0"/>
            </a:stretch>
          </a:blipFill>
          <a:ln>
            <a:noFill/>
          </a:ln>
        </p:spPr>
      </p:sp>
      <p:sp>
        <p:nvSpPr>
          <p:cNvPr id="183" name="Google Shape;183;p6"/>
          <p:cNvSpPr/>
          <p:nvPr/>
        </p:nvSpPr>
        <p:spPr>
          <a:xfrm rot="-3890007">
            <a:off x="14059290" y="-2028417"/>
            <a:ext cx="2227136" cy="4114800"/>
          </a:xfrm>
          <a:custGeom>
            <a:rect b="b" l="l" r="r" t="t"/>
            <a:pathLst>
              <a:path extrusionOk="0" h="4114800" w="2227136">
                <a:moveTo>
                  <a:pt x="0" y="0"/>
                </a:moveTo>
                <a:lnTo>
                  <a:pt x="2227136" y="0"/>
                </a:lnTo>
                <a:lnTo>
                  <a:pt x="2227136" y="4114800"/>
                </a:lnTo>
                <a:lnTo>
                  <a:pt x="0" y="4114800"/>
                </a:lnTo>
                <a:lnTo>
                  <a:pt x="0" y="0"/>
                </a:lnTo>
                <a:close/>
              </a:path>
            </a:pathLst>
          </a:custGeom>
          <a:blipFill rotWithShape="1">
            <a:blip r:embed="rId6">
              <a:alphaModFix/>
            </a:blip>
            <a:stretch>
              <a:fillRect b="0" l="0" r="0" t="0"/>
            </a:stretch>
          </a:blipFill>
          <a:ln>
            <a:noFill/>
          </a:ln>
        </p:spPr>
      </p:sp>
      <p:sp>
        <p:nvSpPr>
          <p:cNvPr id="184" name="Google Shape;184;p6"/>
          <p:cNvSpPr/>
          <p:nvPr/>
        </p:nvSpPr>
        <p:spPr>
          <a:xfrm rot="2496945">
            <a:off x="-990421" y="-2028417"/>
            <a:ext cx="2978086" cy="4114800"/>
          </a:xfrm>
          <a:custGeom>
            <a:rect b="b" l="l" r="r" t="t"/>
            <a:pathLst>
              <a:path extrusionOk="0" h="4114800" w="2978086">
                <a:moveTo>
                  <a:pt x="0" y="0"/>
                </a:moveTo>
                <a:lnTo>
                  <a:pt x="2978086" y="0"/>
                </a:lnTo>
                <a:lnTo>
                  <a:pt x="2978086" y="4114800"/>
                </a:lnTo>
                <a:lnTo>
                  <a:pt x="0" y="4114800"/>
                </a:lnTo>
                <a:lnTo>
                  <a:pt x="0" y="0"/>
                </a:lnTo>
                <a:close/>
              </a:path>
            </a:pathLst>
          </a:custGeom>
          <a:blipFill rotWithShape="1">
            <a:blip r:embed="rId7">
              <a:alphaModFix/>
            </a:blip>
            <a:stretch>
              <a:fillRect b="0" l="0" r="0" t="0"/>
            </a:stretch>
          </a:blipFill>
          <a:ln>
            <a:noFill/>
          </a:ln>
        </p:spPr>
      </p:sp>
      <p:sp>
        <p:nvSpPr>
          <p:cNvPr id="185" name="Google Shape;185;p6"/>
          <p:cNvSpPr/>
          <p:nvPr/>
        </p:nvSpPr>
        <p:spPr>
          <a:xfrm rot="-5400000">
            <a:off x="16867676" y="6100311"/>
            <a:ext cx="5396459" cy="4114800"/>
          </a:xfrm>
          <a:custGeom>
            <a:rect b="b" l="l" r="r" t="t"/>
            <a:pathLst>
              <a:path extrusionOk="0" h="4114800" w="5396459">
                <a:moveTo>
                  <a:pt x="0" y="0"/>
                </a:moveTo>
                <a:lnTo>
                  <a:pt x="5396459" y="0"/>
                </a:lnTo>
                <a:lnTo>
                  <a:pt x="5396459" y="4114800"/>
                </a:lnTo>
                <a:lnTo>
                  <a:pt x="0" y="4114800"/>
                </a:lnTo>
                <a:lnTo>
                  <a:pt x="0" y="0"/>
                </a:lnTo>
                <a:close/>
              </a:path>
            </a:pathLst>
          </a:custGeom>
          <a:blipFill rotWithShape="1">
            <a:blip r:embed="rId8">
              <a:alphaModFix/>
            </a:blip>
            <a:stretch>
              <a:fillRect b="0" l="0" r="0" t="0"/>
            </a:stretch>
          </a:blipFill>
          <a:ln>
            <a:noFill/>
          </a:ln>
        </p:spPr>
      </p:sp>
      <p:sp>
        <p:nvSpPr>
          <p:cNvPr id="186" name="Google Shape;186;p6"/>
          <p:cNvSpPr/>
          <p:nvPr/>
        </p:nvSpPr>
        <p:spPr>
          <a:xfrm rot="5529777">
            <a:off x="3244274" y="771889"/>
            <a:ext cx="972233" cy="1676264"/>
          </a:xfrm>
          <a:custGeom>
            <a:rect b="b" l="l" r="r" t="t"/>
            <a:pathLst>
              <a:path extrusionOk="0" h="1676264" w="972233">
                <a:moveTo>
                  <a:pt x="0" y="0"/>
                </a:moveTo>
                <a:lnTo>
                  <a:pt x="972233" y="0"/>
                </a:lnTo>
                <a:lnTo>
                  <a:pt x="972233" y="1676264"/>
                </a:lnTo>
                <a:lnTo>
                  <a:pt x="0" y="1676264"/>
                </a:lnTo>
                <a:lnTo>
                  <a:pt x="0" y="0"/>
                </a:lnTo>
                <a:close/>
              </a:path>
            </a:pathLst>
          </a:custGeom>
          <a:blipFill rotWithShape="1">
            <a:blip r:embed="rId9">
              <a:alphaModFix/>
            </a:blip>
            <a:stretch>
              <a:fillRect b="0" l="0" r="0" t="0"/>
            </a:stretch>
          </a:blipFill>
          <a:ln>
            <a:noFill/>
          </a:ln>
        </p:spPr>
      </p:sp>
      <p:sp>
        <p:nvSpPr>
          <p:cNvPr id="187" name="Google Shape;187;p6"/>
          <p:cNvSpPr/>
          <p:nvPr/>
        </p:nvSpPr>
        <p:spPr>
          <a:xfrm>
            <a:off x="11812775" y="2619952"/>
            <a:ext cx="4940591" cy="4940591"/>
          </a:xfrm>
          <a:custGeom>
            <a:rect b="b" l="l" r="r" t="t"/>
            <a:pathLst>
              <a:path extrusionOk="0" h="4940591" w="4940591">
                <a:moveTo>
                  <a:pt x="0" y="0"/>
                </a:moveTo>
                <a:lnTo>
                  <a:pt x="4940591" y="0"/>
                </a:lnTo>
                <a:lnTo>
                  <a:pt x="4940591" y="4940592"/>
                </a:lnTo>
                <a:lnTo>
                  <a:pt x="0" y="4940592"/>
                </a:lnTo>
                <a:lnTo>
                  <a:pt x="0" y="0"/>
                </a:lnTo>
                <a:close/>
              </a:path>
            </a:pathLst>
          </a:custGeom>
          <a:blipFill rotWithShape="1">
            <a:blip r:embed="rId10">
              <a:alphaModFix/>
            </a:blip>
            <a:stretch>
              <a:fillRect b="0" l="0" r="0" t="0"/>
            </a:stretch>
          </a:blipFill>
          <a:ln>
            <a:noFill/>
          </a:ln>
        </p:spPr>
      </p:sp>
      <p:sp>
        <p:nvSpPr>
          <p:cNvPr id="188" name="Google Shape;188;p6"/>
          <p:cNvSpPr txBox="1"/>
          <p:nvPr/>
        </p:nvSpPr>
        <p:spPr>
          <a:xfrm rot="-147150">
            <a:off x="2493045" y="3453812"/>
            <a:ext cx="6144834" cy="1114425"/>
          </a:xfrm>
          <a:prstGeom prst="rect">
            <a:avLst/>
          </a:prstGeom>
          <a:noFill/>
          <a:ln>
            <a:noFill/>
          </a:ln>
        </p:spPr>
        <p:txBody>
          <a:bodyPr anchorCtr="0" anchor="t" bIns="0" lIns="0" spcFirstLastPara="1" rIns="0" wrap="square" tIns="0">
            <a:spAutoFit/>
          </a:bodyPr>
          <a:lstStyle/>
          <a:p>
            <a:pPr indent="0" lvl="0" marL="0" marR="0" rtl="0" algn="l">
              <a:lnSpc>
                <a:spcPct val="120040"/>
              </a:lnSpc>
              <a:spcBef>
                <a:spcPts val="0"/>
              </a:spcBef>
              <a:spcAft>
                <a:spcPts val="0"/>
              </a:spcAft>
              <a:buNone/>
            </a:pPr>
            <a:r>
              <a:rPr b="0" i="0" lang="en-US" sz="2450" u="none" cap="none" strike="noStrike">
                <a:solidFill>
                  <a:srgbClr val="000000"/>
                </a:solidFill>
                <a:latin typeface="DM Sans"/>
                <a:ea typeface="DM Sans"/>
                <a:cs typeface="DM Sans"/>
                <a:sym typeface="DM Sans"/>
              </a:rPr>
              <a:t>Capacidad de interactuar con un sistema o dispositivo directamente desde el lugar físico donde se encuentra.</a:t>
            </a:r>
            <a:endParaRPr/>
          </a:p>
        </p:txBody>
      </p:sp>
      <p:sp>
        <p:nvSpPr>
          <p:cNvPr id="189" name="Google Shape;189;p6"/>
          <p:cNvSpPr txBox="1"/>
          <p:nvPr/>
        </p:nvSpPr>
        <p:spPr>
          <a:xfrm rot="-147150">
            <a:off x="2486949" y="4992957"/>
            <a:ext cx="6278570" cy="1022858"/>
          </a:xfrm>
          <a:prstGeom prst="rect">
            <a:avLst/>
          </a:prstGeom>
          <a:noFill/>
          <a:ln>
            <a:noFill/>
          </a:ln>
        </p:spPr>
        <p:txBody>
          <a:bodyPr anchorCtr="0" anchor="t" bIns="0" lIns="0" spcFirstLastPara="1" rIns="0" wrap="square" tIns="0">
            <a:spAutoFit/>
          </a:bodyPr>
          <a:lstStyle/>
          <a:p>
            <a:pPr indent="0" lvl="0" marL="0" marR="0" rtl="0" algn="l">
              <a:lnSpc>
                <a:spcPct val="106000"/>
              </a:lnSpc>
              <a:spcBef>
                <a:spcPts val="0"/>
              </a:spcBef>
              <a:spcAft>
                <a:spcPts val="0"/>
              </a:spcAft>
              <a:buNone/>
            </a:pPr>
            <a:r>
              <a:rPr b="1" i="0" lang="en-US" sz="6099" u="none" cap="none" strike="noStrike">
                <a:solidFill>
                  <a:srgbClr val="000000"/>
                </a:solidFill>
                <a:latin typeface="Arial"/>
                <a:ea typeface="Arial"/>
                <a:cs typeface="Arial"/>
                <a:sym typeface="Arial"/>
              </a:rPr>
              <a:t>Remoto</a:t>
            </a:r>
            <a:endParaRPr/>
          </a:p>
        </p:txBody>
      </p:sp>
      <p:sp>
        <p:nvSpPr>
          <p:cNvPr id="190" name="Google Shape;190;p6"/>
          <p:cNvSpPr txBox="1"/>
          <p:nvPr/>
        </p:nvSpPr>
        <p:spPr>
          <a:xfrm rot="-147150">
            <a:off x="2560915" y="6094905"/>
            <a:ext cx="6144834" cy="1485900"/>
          </a:xfrm>
          <a:prstGeom prst="rect">
            <a:avLst/>
          </a:prstGeom>
          <a:noFill/>
          <a:ln>
            <a:noFill/>
          </a:ln>
        </p:spPr>
        <p:txBody>
          <a:bodyPr anchorCtr="0" anchor="t" bIns="0" lIns="0" spcFirstLastPara="1" rIns="0" wrap="square" tIns="0">
            <a:spAutoFit/>
          </a:bodyPr>
          <a:lstStyle/>
          <a:p>
            <a:pPr indent="0" lvl="0" marL="0" marR="0" rtl="0" algn="l">
              <a:lnSpc>
                <a:spcPct val="120040"/>
              </a:lnSpc>
              <a:spcBef>
                <a:spcPts val="0"/>
              </a:spcBef>
              <a:spcAft>
                <a:spcPts val="0"/>
              </a:spcAft>
              <a:buNone/>
            </a:pPr>
            <a:r>
              <a:rPr b="0" i="0" lang="en-US" sz="2450" u="none" cap="none" strike="noStrike">
                <a:solidFill>
                  <a:srgbClr val="000000"/>
                </a:solidFill>
                <a:latin typeface="DM Sans"/>
                <a:ea typeface="DM Sans"/>
                <a:cs typeface="DM Sans"/>
                <a:sym typeface="DM Sans"/>
              </a:rPr>
              <a:t>Implica la capacidad de conectarse y controlar un sistema o dispositivo desde una ubicación distante, a menudo a través de redes como Internet.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1C5E9"/>
        </a:solidFill>
      </p:bgPr>
    </p:bg>
    <p:spTree>
      <p:nvGrpSpPr>
        <p:cNvPr id="194" name="Shape 194"/>
        <p:cNvGrpSpPr/>
        <p:nvPr/>
      </p:nvGrpSpPr>
      <p:grpSpPr>
        <a:xfrm>
          <a:off x="0" y="0"/>
          <a:ext cx="0" cy="0"/>
          <a:chOff x="0" y="0"/>
          <a:chExt cx="0" cy="0"/>
        </a:xfrm>
      </p:grpSpPr>
      <p:sp>
        <p:nvSpPr>
          <p:cNvPr id="195" name="Google Shape;195;p7"/>
          <p:cNvSpPr/>
          <p:nvPr/>
        </p:nvSpPr>
        <p:spPr>
          <a:xfrm rot="5334016">
            <a:off x="2943079" y="-375134"/>
            <a:ext cx="7873590" cy="11132517"/>
          </a:xfrm>
          <a:custGeom>
            <a:rect b="b" l="l" r="r" t="t"/>
            <a:pathLst>
              <a:path extrusionOk="0" h="11132517" w="7873590">
                <a:moveTo>
                  <a:pt x="0" y="0"/>
                </a:moveTo>
                <a:lnTo>
                  <a:pt x="7873590" y="0"/>
                </a:lnTo>
                <a:lnTo>
                  <a:pt x="7873590" y="11132518"/>
                </a:lnTo>
                <a:lnTo>
                  <a:pt x="0" y="11132518"/>
                </a:lnTo>
                <a:lnTo>
                  <a:pt x="0" y="0"/>
                </a:lnTo>
                <a:close/>
              </a:path>
            </a:pathLst>
          </a:custGeom>
          <a:blipFill rotWithShape="1">
            <a:blip r:embed="rId3">
              <a:alphaModFix/>
            </a:blip>
            <a:stretch>
              <a:fillRect b="0" l="0" r="0" t="0"/>
            </a:stretch>
          </a:blipFill>
          <a:ln>
            <a:noFill/>
          </a:ln>
        </p:spPr>
      </p:sp>
      <p:grpSp>
        <p:nvGrpSpPr>
          <p:cNvPr id="196" name="Google Shape;196;p7"/>
          <p:cNvGrpSpPr/>
          <p:nvPr/>
        </p:nvGrpSpPr>
        <p:grpSpPr>
          <a:xfrm>
            <a:off x="1570942" y="3802483"/>
            <a:ext cx="4290862" cy="1967345"/>
            <a:chOff x="0" y="0"/>
            <a:chExt cx="5721150" cy="2623128"/>
          </a:xfrm>
        </p:grpSpPr>
        <p:sp>
          <p:nvSpPr>
            <p:cNvPr id="197" name="Google Shape;197;p7"/>
            <p:cNvSpPr/>
            <p:nvPr/>
          </p:nvSpPr>
          <p:spPr>
            <a:xfrm rot="-74946">
              <a:off x="22834" y="404734"/>
              <a:ext cx="5675482" cy="2156789"/>
            </a:xfrm>
            <a:custGeom>
              <a:rect b="b" l="l" r="r" t="t"/>
              <a:pathLst>
                <a:path extrusionOk="0" h="2156789" w="5675482">
                  <a:moveTo>
                    <a:pt x="0" y="0"/>
                  </a:moveTo>
                  <a:lnTo>
                    <a:pt x="5675482" y="0"/>
                  </a:lnTo>
                  <a:lnTo>
                    <a:pt x="5675482" y="2156788"/>
                  </a:lnTo>
                  <a:lnTo>
                    <a:pt x="0" y="2156788"/>
                  </a:lnTo>
                  <a:lnTo>
                    <a:pt x="0" y="0"/>
                  </a:lnTo>
                  <a:close/>
                </a:path>
              </a:pathLst>
            </a:custGeom>
            <a:blipFill rotWithShape="1">
              <a:blip r:embed="rId4">
                <a:alphaModFix/>
              </a:blip>
              <a:stretch>
                <a:fillRect b="-136999" l="-72" r="-795" t="-28421"/>
              </a:stretch>
            </a:blipFill>
            <a:ln>
              <a:noFill/>
            </a:ln>
          </p:spPr>
        </p:sp>
        <p:sp>
          <p:nvSpPr>
            <p:cNvPr id="198" name="Google Shape;198;p7"/>
            <p:cNvSpPr txBox="1"/>
            <p:nvPr/>
          </p:nvSpPr>
          <p:spPr>
            <a:xfrm rot="-98667">
              <a:off x="364242" y="660805"/>
              <a:ext cx="4992391" cy="163512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2000" u="none" cap="none" strike="noStrike">
                  <a:solidFill>
                    <a:srgbClr val="000000"/>
                  </a:solidFill>
                  <a:latin typeface="DM Sans"/>
                  <a:ea typeface="DM Sans"/>
                  <a:cs typeface="DM Sans"/>
                  <a:sym typeface="DM Sans"/>
                </a:rPr>
                <a:t>SSH (Secure Shell):</a:t>
              </a:r>
              <a:r>
                <a:rPr b="0" i="0" lang="en-US" sz="2000" u="none" cap="none" strike="noStrike">
                  <a:solidFill>
                    <a:srgbClr val="000000"/>
                  </a:solidFill>
                  <a:latin typeface="DM Sans"/>
                  <a:ea typeface="DM Sans"/>
                  <a:cs typeface="DM Sans"/>
                  <a:sym typeface="DM Sans"/>
                </a:rPr>
                <a:t> Utilizado para acceder de forma segura a sistemas remotos a través de una conexión encriptada.</a:t>
              </a:r>
              <a:endParaRPr/>
            </a:p>
          </p:txBody>
        </p:sp>
        <p:sp>
          <p:nvSpPr>
            <p:cNvPr id="199" name="Google Shape;199;p7"/>
            <p:cNvSpPr/>
            <p:nvPr/>
          </p:nvSpPr>
          <p:spPr>
            <a:xfrm rot="158309">
              <a:off x="1945016" y="41827"/>
              <a:ext cx="1831117" cy="602604"/>
            </a:xfrm>
            <a:custGeom>
              <a:rect b="b" l="l" r="r" t="t"/>
              <a:pathLst>
                <a:path extrusionOk="0" h="602604" w="1831117">
                  <a:moveTo>
                    <a:pt x="0" y="0"/>
                  </a:moveTo>
                  <a:lnTo>
                    <a:pt x="1831118" y="0"/>
                  </a:lnTo>
                  <a:lnTo>
                    <a:pt x="1831118" y="602605"/>
                  </a:lnTo>
                  <a:lnTo>
                    <a:pt x="0" y="602605"/>
                  </a:lnTo>
                  <a:lnTo>
                    <a:pt x="0" y="0"/>
                  </a:lnTo>
                  <a:close/>
                </a:path>
              </a:pathLst>
            </a:custGeom>
            <a:blipFill rotWithShape="1">
              <a:blip r:embed="rId5">
                <a:alphaModFix/>
              </a:blip>
              <a:stretch>
                <a:fillRect b="0" l="0" r="0" t="0"/>
              </a:stretch>
            </a:blipFill>
            <a:ln>
              <a:noFill/>
            </a:ln>
          </p:spPr>
        </p:sp>
      </p:grpSp>
      <p:grpSp>
        <p:nvGrpSpPr>
          <p:cNvPr id="200" name="Google Shape;200;p7"/>
          <p:cNvGrpSpPr/>
          <p:nvPr/>
        </p:nvGrpSpPr>
        <p:grpSpPr>
          <a:xfrm>
            <a:off x="7317704" y="3581210"/>
            <a:ext cx="4260113" cy="1941634"/>
            <a:chOff x="1" y="0"/>
            <a:chExt cx="5680151" cy="2588845"/>
          </a:xfrm>
        </p:grpSpPr>
        <p:sp>
          <p:nvSpPr>
            <p:cNvPr id="201" name="Google Shape;201;p7"/>
            <p:cNvSpPr/>
            <p:nvPr/>
          </p:nvSpPr>
          <p:spPr>
            <a:xfrm rot="7463">
              <a:off x="2335" y="425898"/>
              <a:ext cx="5675482" cy="2156789"/>
            </a:xfrm>
            <a:custGeom>
              <a:rect b="b" l="l" r="r" t="t"/>
              <a:pathLst>
                <a:path extrusionOk="0" h="2156789" w="5675482">
                  <a:moveTo>
                    <a:pt x="0" y="0"/>
                  </a:moveTo>
                  <a:lnTo>
                    <a:pt x="5675482" y="0"/>
                  </a:lnTo>
                  <a:lnTo>
                    <a:pt x="5675482" y="2156788"/>
                  </a:lnTo>
                  <a:lnTo>
                    <a:pt x="0" y="2156788"/>
                  </a:lnTo>
                  <a:lnTo>
                    <a:pt x="0" y="0"/>
                  </a:lnTo>
                  <a:close/>
                </a:path>
              </a:pathLst>
            </a:custGeom>
            <a:blipFill rotWithShape="1">
              <a:blip r:embed="rId4">
                <a:alphaModFix/>
              </a:blip>
              <a:stretch>
                <a:fillRect b="-136999" l="-72" r="-795" t="-28421"/>
              </a:stretch>
            </a:blipFill>
            <a:ln>
              <a:noFill/>
            </a:ln>
          </p:spPr>
        </p:sp>
        <p:sp>
          <p:nvSpPr>
            <p:cNvPr id="202" name="Google Shape;202;p7"/>
            <p:cNvSpPr txBox="1"/>
            <p:nvPr/>
          </p:nvSpPr>
          <p:spPr>
            <a:xfrm>
              <a:off x="123669" y="681967"/>
              <a:ext cx="5432813" cy="163512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2000" u="none" cap="none" strike="noStrike">
                  <a:solidFill>
                    <a:srgbClr val="000000"/>
                  </a:solidFill>
                  <a:latin typeface="DM Sans"/>
                  <a:ea typeface="DM Sans"/>
                  <a:cs typeface="DM Sans"/>
                  <a:sym typeface="DM Sans"/>
                </a:rPr>
                <a:t>VPN (Virtual Private Network):</a:t>
              </a:r>
              <a:r>
                <a:rPr b="0" i="0" lang="en-US" sz="2000" u="none" cap="none" strike="noStrike">
                  <a:solidFill>
                    <a:srgbClr val="000000"/>
                  </a:solidFill>
                  <a:latin typeface="DM Sans"/>
                  <a:ea typeface="DM Sans"/>
                  <a:cs typeface="DM Sans"/>
                  <a:sym typeface="DM Sans"/>
                </a:rPr>
                <a:t> Crea una conexión segura sobre una red no segura, permitiendo el acceso remoto de manera segura.</a:t>
              </a:r>
              <a:endParaRPr/>
            </a:p>
          </p:txBody>
        </p:sp>
        <p:sp>
          <p:nvSpPr>
            <p:cNvPr id="203" name="Google Shape;203;p7"/>
            <p:cNvSpPr/>
            <p:nvPr/>
          </p:nvSpPr>
          <p:spPr>
            <a:xfrm rot="240719">
              <a:off x="1951843" y="63319"/>
              <a:ext cx="1831117" cy="602604"/>
            </a:xfrm>
            <a:custGeom>
              <a:rect b="b" l="l" r="r" t="t"/>
              <a:pathLst>
                <a:path extrusionOk="0" h="602604" w="1831117">
                  <a:moveTo>
                    <a:pt x="0" y="0"/>
                  </a:moveTo>
                  <a:lnTo>
                    <a:pt x="1831117" y="0"/>
                  </a:lnTo>
                  <a:lnTo>
                    <a:pt x="1831117" y="602604"/>
                  </a:lnTo>
                  <a:lnTo>
                    <a:pt x="0" y="602604"/>
                  </a:lnTo>
                  <a:lnTo>
                    <a:pt x="0" y="0"/>
                  </a:lnTo>
                  <a:close/>
                </a:path>
              </a:pathLst>
            </a:custGeom>
            <a:blipFill rotWithShape="1">
              <a:blip r:embed="rId5">
                <a:alphaModFix/>
              </a:blip>
              <a:stretch>
                <a:fillRect b="0" l="0" r="0" t="0"/>
              </a:stretch>
            </a:blipFill>
            <a:ln>
              <a:noFill/>
            </a:ln>
          </p:spPr>
        </p:sp>
      </p:grpSp>
      <p:sp>
        <p:nvSpPr>
          <p:cNvPr id="204" name="Google Shape;204;p7"/>
          <p:cNvSpPr txBox="1"/>
          <p:nvPr/>
        </p:nvSpPr>
        <p:spPr>
          <a:xfrm rot="-72239">
            <a:off x="1039498" y="1696174"/>
            <a:ext cx="11639142" cy="1984248"/>
          </a:xfrm>
          <a:prstGeom prst="rect">
            <a:avLst/>
          </a:prstGeom>
          <a:noFill/>
          <a:ln>
            <a:noFill/>
          </a:ln>
        </p:spPr>
        <p:txBody>
          <a:bodyPr anchorCtr="0" anchor="t" bIns="0" lIns="0" spcFirstLastPara="1" rIns="0" wrap="square" tIns="0">
            <a:spAutoFit/>
          </a:bodyPr>
          <a:lstStyle/>
          <a:p>
            <a:pPr indent="0" lvl="0" marL="0" marR="0" rtl="0" algn="ctr">
              <a:lnSpc>
                <a:spcPct val="105999"/>
              </a:lnSpc>
              <a:spcBef>
                <a:spcPts val="0"/>
              </a:spcBef>
              <a:spcAft>
                <a:spcPts val="0"/>
              </a:spcAft>
              <a:buNone/>
            </a:pPr>
            <a:r>
              <a:rPr b="1" i="0" lang="en-US" sz="6600" u="none" cap="none" strike="noStrike">
                <a:solidFill>
                  <a:srgbClr val="000000"/>
                </a:solidFill>
                <a:latin typeface="Arial"/>
                <a:ea typeface="Arial"/>
                <a:cs typeface="Arial"/>
                <a:sym typeface="Arial"/>
              </a:rPr>
              <a:t>Ejemplos de Herramientas para acceso remoto</a:t>
            </a:r>
            <a:endParaRPr/>
          </a:p>
        </p:txBody>
      </p:sp>
      <p:sp>
        <p:nvSpPr>
          <p:cNvPr id="205" name="Google Shape;205;p7"/>
          <p:cNvSpPr/>
          <p:nvPr/>
        </p:nvSpPr>
        <p:spPr>
          <a:xfrm rot="10472255">
            <a:off x="15552867" y="-1626397"/>
            <a:ext cx="5396459" cy="4114800"/>
          </a:xfrm>
          <a:custGeom>
            <a:rect b="b" l="l" r="r" t="t"/>
            <a:pathLst>
              <a:path extrusionOk="0" h="4114800" w="5396459">
                <a:moveTo>
                  <a:pt x="0" y="0"/>
                </a:moveTo>
                <a:lnTo>
                  <a:pt x="5396459" y="0"/>
                </a:lnTo>
                <a:lnTo>
                  <a:pt x="5396459" y="4114800"/>
                </a:lnTo>
                <a:lnTo>
                  <a:pt x="0" y="4114800"/>
                </a:lnTo>
                <a:lnTo>
                  <a:pt x="0" y="0"/>
                </a:lnTo>
                <a:close/>
              </a:path>
            </a:pathLst>
          </a:custGeom>
          <a:blipFill rotWithShape="1">
            <a:blip r:embed="rId6">
              <a:alphaModFix/>
            </a:blip>
            <a:stretch>
              <a:fillRect b="0" l="0" r="0" t="0"/>
            </a:stretch>
          </a:blipFill>
          <a:ln>
            <a:noFill/>
          </a:ln>
        </p:spPr>
      </p:sp>
      <p:sp>
        <p:nvSpPr>
          <p:cNvPr id="206" name="Google Shape;206;p7"/>
          <p:cNvSpPr/>
          <p:nvPr/>
        </p:nvSpPr>
        <p:spPr>
          <a:xfrm rot="5947534">
            <a:off x="5442991" y="-3000949"/>
            <a:ext cx="2978086" cy="4114800"/>
          </a:xfrm>
          <a:custGeom>
            <a:rect b="b" l="l" r="r" t="t"/>
            <a:pathLst>
              <a:path extrusionOk="0" h="4114800" w="2978086">
                <a:moveTo>
                  <a:pt x="0" y="0"/>
                </a:moveTo>
                <a:lnTo>
                  <a:pt x="2978086" y="0"/>
                </a:lnTo>
                <a:lnTo>
                  <a:pt x="2978086" y="4114800"/>
                </a:lnTo>
                <a:lnTo>
                  <a:pt x="0" y="4114800"/>
                </a:lnTo>
                <a:lnTo>
                  <a:pt x="0" y="0"/>
                </a:lnTo>
                <a:close/>
              </a:path>
            </a:pathLst>
          </a:custGeom>
          <a:blipFill rotWithShape="1">
            <a:blip r:embed="rId7">
              <a:alphaModFix/>
            </a:blip>
            <a:stretch>
              <a:fillRect b="0" l="0" r="0" t="0"/>
            </a:stretch>
          </a:blipFill>
          <a:ln>
            <a:noFill/>
          </a:ln>
        </p:spPr>
      </p:sp>
      <p:sp>
        <p:nvSpPr>
          <p:cNvPr id="207" name="Google Shape;207;p7"/>
          <p:cNvSpPr/>
          <p:nvPr/>
        </p:nvSpPr>
        <p:spPr>
          <a:xfrm rot="-4370532">
            <a:off x="-2215631" y="7617785"/>
            <a:ext cx="2978086" cy="4114800"/>
          </a:xfrm>
          <a:custGeom>
            <a:rect b="b" l="l" r="r" t="t"/>
            <a:pathLst>
              <a:path extrusionOk="0" h="4114800" w="2978086">
                <a:moveTo>
                  <a:pt x="0" y="0"/>
                </a:moveTo>
                <a:lnTo>
                  <a:pt x="2978086" y="0"/>
                </a:lnTo>
                <a:lnTo>
                  <a:pt x="2978086" y="4114800"/>
                </a:lnTo>
                <a:lnTo>
                  <a:pt x="0" y="4114800"/>
                </a:lnTo>
                <a:lnTo>
                  <a:pt x="0" y="0"/>
                </a:lnTo>
                <a:close/>
              </a:path>
            </a:pathLst>
          </a:custGeom>
          <a:blipFill rotWithShape="1">
            <a:blip r:embed="rId7">
              <a:alphaModFix/>
            </a:blip>
            <a:stretch>
              <a:fillRect b="0" l="0" r="0" t="0"/>
            </a:stretch>
          </a:blipFill>
          <a:ln>
            <a:noFill/>
          </a:ln>
        </p:spPr>
      </p:sp>
      <p:sp>
        <p:nvSpPr>
          <p:cNvPr id="208" name="Google Shape;208;p7"/>
          <p:cNvSpPr/>
          <p:nvPr/>
        </p:nvSpPr>
        <p:spPr>
          <a:xfrm rot="5336227">
            <a:off x="12348089" y="1346379"/>
            <a:ext cx="1209807" cy="2452951"/>
          </a:xfrm>
          <a:custGeom>
            <a:rect b="b" l="l" r="r" t="t"/>
            <a:pathLst>
              <a:path extrusionOk="0" h="2452951" w="1209807">
                <a:moveTo>
                  <a:pt x="0" y="0"/>
                </a:moveTo>
                <a:lnTo>
                  <a:pt x="1209807" y="0"/>
                </a:lnTo>
                <a:lnTo>
                  <a:pt x="1209807" y="2452951"/>
                </a:lnTo>
                <a:lnTo>
                  <a:pt x="0" y="2452951"/>
                </a:lnTo>
                <a:lnTo>
                  <a:pt x="0" y="0"/>
                </a:lnTo>
                <a:close/>
              </a:path>
            </a:pathLst>
          </a:custGeom>
          <a:blipFill rotWithShape="1">
            <a:blip r:embed="rId8">
              <a:alphaModFix/>
            </a:blip>
            <a:stretch>
              <a:fillRect b="-23885" l="-165097" r="0" t="0"/>
            </a:stretch>
          </a:blipFill>
          <a:ln>
            <a:noFill/>
          </a:ln>
        </p:spPr>
      </p:sp>
      <p:grpSp>
        <p:nvGrpSpPr>
          <p:cNvPr id="209" name="Google Shape;209;p7"/>
          <p:cNvGrpSpPr/>
          <p:nvPr/>
        </p:nvGrpSpPr>
        <p:grpSpPr>
          <a:xfrm>
            <a:off x="1678319" y="6298558"/>
            <a:ext cx="4291067" cy="1967345"/>
            <a:chOff x="-274" y="0"/>
            <a:chExt cx="5721423" cy="2623128"/>
          </a:xfrm>
        </p:grpSpPr>
        <p:sp>
          <p:nvSpPr>
            <p:cNvPr id="210" name="Google Shape;210;p7"/>
            <p:cNvSpPr/>
            <p:nvPr/>
          </p:nvSpPr>
          <p:spPr>
            <a:xfrm rot="-74946">
              <a:off x="22834" y="404734"/>
              <a:ext cx="5675482" cy="2156789"/>
            </a:xfrm>
            <a:custGeom>
              <a:rect b="b" l="l" r="r" t="t"/>
              <a:pathLst>
                <a:path extrusionOk="0" h="2156789" w="5675482">
                  <a:moveTo>
                    <a:pt x="0" y="0"/>
                  </a:moveTo>
                  <a:lnTo>
                    <a:pt x="5675482" y="0"/>
                  </a:lnTo>
                  <a:lnTo>
                    <a:pt x="5675482" y="2156788"/>
                  </a:lnTo>
                  <a:lnTo>
                    <a:pt x="0" y="2156788"/>
                  </a:lnTo>
                  <a:lnTo>
                    <a:pt x="0" y="0"/>
                  </a:lnTo>
                  <a:close/>
                </a:path>
              </a:pathLst>
            </a:custGeom>
            <a:blipFill rotWithShape="1">
              <a:blip r:embed="rId4">
                <a:alphaModFix/>
              </a:blip>
              <a:stretch>
                <a:fillRect b="-136999" l="-72" r="-795" t="-28421"/>
              </a:stretch>
            </a:blipFill>
            <a:ln>
              <a:noFill/>
            </a:ln>
          </p:spPr>
        </p:sp>
        <p:sp>
          <p:nvSpPr>
            <p:cNvPr id="211" name="Google Shape;211;p7"/>
            <p:cNvSpPr txBox="1"/>
            <p:nvPr/>
          </p:nvSpPr>
          <p:spPr>
            <a:xfrm rot="-98667">
              <a:off x="22019" y="660805"/>
              <a:ext cx="5676838" cy="163512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2000" u="none" cap="none" strike="noStrike">
                  <a:solidFill>
                    <a:srgbClr val="000000"/>
                  </a:solidFill>
                  <a:latin typeface="DM Sans"/>
                  <a:ea typeface="DM Sans"/>
                  <a:cs typeface="DM Sans"/>
                  <a:sym typeface="DM Sans"/>
                </a:rPr>
                <a:t>Escritorio Remoto (Remote Desktop):</a:t>
              </a:r>
              <a:r>
                <a:rPr b="0" i="0" lang="en-US" sz="2000" u="none" cap="none" strike="noStrike">
                  <a:solidFill>
                    <a:srgbClr val="000000"/>
                  </a:solidFill>
                  <a:latin typeface="DM Sans"/>
                  <a:ea typeface="DM Sans"/>
                  <a:cs typeface="DM Sans"/>
                  <a:sym typeface="DM Sans"/>
                </a:rPr>
                <a:t> Permite ver y controlar la pantalla de otro dispositivo como si estuvieras físicamente presente.</a:t>
              </a:r>
              <a:endParaRPr/>
            </a:p>
          </p:txBody>
        </p:sp>
        <p:sp>
          <p:nvSpPr>
            <p:cNvPr id="212" name="Google Shape;212;p7"/>
            <p:cNvSpPr/>
            <p:nvPr/>
          </p:nvSpPr>
          <p:spPr>
            <a:xfrm rot="158309">
              <a:off x="1945016" y="41827"/>
              <a:ext cx="1831117" cy="602604"/>
            </a:xfrm>
            <a:custGeom>
              <a:rect b="b" l="l" r="r" t="t"/>
              <a:pathLst>
                <a:path extrusionOk="0" h="602604" w="1831117">
                  <a:moveTo>
                    <a:pt x="0" y="0"/>
                  </a:moveTo>
                  <a:lnTo>
                    <a:pt x="1831118" y="0"/>
                  </a:lnTo>
                  <a:lnTo>
                    <a:pt x="1831118" y="602605"/>
                  </a:lnTo>
                  <a:lnTo>
                    <a:pt x="0" y="602605"/>
                  </a:lnTo>
                  <a:lnTo>
                    <a:pt x="0" y="0"/>
                  </a:lnTo>
                  <a:close/>
                </a:path>
              </a:pathLst>
            </a:custGeom>
            <a:blipFill rotWithShape="1">
              <a:blip r:embed="rId5">
                <a:alphaModFix/>
              </a:blip>
              <a:stretch>
                <a:fillRect b="0" l="0" r="0" t="0"/>
              </a:stretch>
            </a:blipFill>
            <a:ln>
              <a:noFill/>
            </a:ln>
          </p:spPr>
        </p:sp>
      </p:grpSp>
      <p:grpSp>
        <p:nvGrpSpPr>
          <p:cNvPr id="213" name="Google Shape;213;p7"/>
          <p:cNvGrpSpPr/>
          <p:nvPr/>
        </p:nvGrpSpPr>
        <p:grpSpPr>
          <a:xfrm>
            <a:off x="7424440" y="6188452"/>
            <a:ext cx="4294350" cy="1967346"/>
            <a:chOff x="-274" y="0"/>
            <a:chExt cx="5725800" cy="2623128"/>
          </a:xfrm>
        </p:grpSpPr>
        <p:sp>
          <p:nvSpPr>
            <p:cNvPr id="214" name="Google Shape;214;p7"/>
            <p:cNvSpPr/>
            <p:nvPr/>
          </p:nvSpPr>
          <p:spPr>
            <a:xfrm rot="-74946">
              <a:off x="22834" y="404734"/>
              <a:ext cx="5675482" cy="2156789"/>
            </a:xfrm>
            <a:custGeom>
              <a:rect b="b" l="l" r="r" t="t"/>
              <a:pathLst>
                <a:path extrusionOk="0" h="2156789" w="5675482">
                  <a:moveTo>
                    <a:pt x="0" y="0"/>
                  </a:moveTo>
                  <a:lnTo>
                    <a:pt x="5675482" y="0"/>
                  </a:lnTo>
                  <a:lnTo>
                    <a:pt x="5675482" y="2156788"/>
                  </a:lnTo>
                  <a:lnTo>
                    <a:pt x="0" y="2156788"/>
                  </a:lnTo>
                  <a:lnTo>
                    <a:pt x="0" y="0"/>
                  </a:lnTo>
                  <a:close/>
                </a:path>
              </a:pathLst>
            </a:custGeom>
            <a:blipFill rotWithShape="1">
              <a:blip r:embed="rId4">
                <a:alphaModFix/>
              </a:blip>
              <a:stretch>
                <a:fillRect b="-136999" l="-72" r="-795" t="-28421"/>
              </a:stretch>
            </a:blipFill>
            <a:ln>
              <a:noFill/>
            </a:ln>
          </p:spPr>
        </p:sp>
        <p:sp>
          <p:nvSpPr>
            <p:cNvPr id="215" name="Google Shape;215;p7"/>
            <p:cNvSpPr txBox="1"/>
            <p:nvPr/>
          </p:nvSpPr>
          <p:spPr>
            <a:xfrm rot="-98662">
              <a:off x="24207" y="660779"/>
              <a:ext cx="5676838" cy="1793834"/>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1900" u="none" cap="none" strike="noStrike">
                  <a:solidFill>
                    <a:srgbClr val="000000"/>
                  </a:solidFill>
                  <a:latin typeface="DM Sans"/>
                  <a:ea typeface="DM Sans"/>
                  <a:cs typeface="DM Sans"/>
                  <a:sym typeface="DM Sans"/>
                </a:rPr>
                <a:t>TeamViewer, AnyDesk, y similares: </a:t>
              </a:r>
              <a:r>
                <a:rPr b="0" i="0" lang="en-US" sz="1900" u="none" cap="none" strike="noStrike">
                  <a:solidFill>
                    <a:srgbClr val="000000"/>
                  </a:solidFill>
                  <a:latin typeface="DM Sans"/>
                  <a:ea typeface="DM Sans"/>
                  <a:cs typeface="DM Sans"/>
                  <a:sym typeface="DM Sans"/>
                </a:rPr>
                <a:t>Herramientas de escritorio remoto que facilitan la colaboración y el soporte técnico a distancia.</a:t>
              </a:r>
              <a:endParaRPr sz="1300"/>
            </a:p>
          </p:txBody>
        </p:sp>
        <p:sp>
          <p:nvSpPr>
            <p:cNvPr id="216" name="Google Shape;216;p7"/>
            <p:cNvSpPr/>
            <p:nvPr/>
          </p:nvSpPr>
          <p:spPr>
            <a:xfrm rot="154594">
              <a:off x="1945372" y="40895"/>
              <a:ext cx="1832970" cy="603214"/>
            </a:xfrm>
            <a:custGeom>
              <a:rect b="b" l="l" r="r" t="t"/>
              <a:pathLst>
                <a:path extrusionOk="0" h="602604" w="1831117">
                  <a:moveTo>
                    <a:pt x="0" y="0"/>
                  </a:moveTo>
                  <a:lnTo>
                    <a:pt x="1831118" y="0"/>
                  </a:lnTo>
                  <a:lnTo>
                    <a:pt x="1831118" y="602605"/>
                  </a:lnTo>
                  <a:lnTo>
                    <a:pt x="0" y="602605"/>
                  </a:lnTo>
                  <a:lnTo>
                    <a:pt x="0" y="0"/>
                  </a:lnTo>
                  <a:close/>
                </a:path>
              </a:pathLst>
            </a:custGeom>
            <a:blipFill rotWithShape="1">
              <a:blip r:embed="rId5">
                <a:alphaModFix/>
              </a:blip>
              <a:stretch>
                <a:fillRect b="0" l="0" r="0" t="0"/>
              </a:stretch>
            </a:blipFill>
            <a:ln>
              <a:noFill/>
            </a:ln>
          </p:spPr>
        </p:sp>
      </p:grpSp>
      <p:sp>
        <p:nvSpPr>
          <p:cNvPr id="217" name="Google Shape;217;p7"/>
          <p:cNvSpPr/>
          <p:nvPr/>
        </p:nvSpPr>
        <p:spPr>
          <a:xfrm>
            <a:off x="12698202" y="4109057"/>
            <a:ext cx="5385857" cy="2827575"/>
          </a:xfrm>
          <a:custGeom>
            <a:rect b="b" l="l" r="r" t="t"/>
            <a:pathLst>
              <a:path extrusionOk="0" h="2827575" w="5385857">
                <a:moveTo>
                  <a:pt x="0" y="0"/>
                </a:moveTo>
                <a:lnTo>
                  <a:pt x="5385857" y="0"/>
                </a:lnTo>
                <a:lnTo>
                  <a:pt x="5385857" y="2827575"/>
                </a:lnTo>
                <a:lnTo>
                  <a:pt x="0" y="2827575"/>
                </a:lnTo>
                <a:lnTo>
                  <a:pt x="0" y="0"/>
                </a:lnTo>
                <a:close/>
              </a:path>
            </a:pathLst>
          </a:custGeom>
          <a:blipFill rotWithShape="1">
            <a:blip r:embed="rId9">
              <a:alphaModFix/>
            </a:blip>
            <a:stretch>
              <a:fillRect b="0" l="0" r="0" t="0"/>
            </a:stretch>
          </a:blipFill>
          <a:ln>
            <a:noFill/>
          </a:ln>
        </p:spPr>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1C5E9"/>
        </a:solidFill>
      </p:bgPr>
    </p:bg>
    <p:spTree>
      <p:nvGrpSpPr>
        <p:cNvPr id="221" name="Shape 221"/>
        <p:cNvGrpSpPr/>
        <p:nvPr/>
      </p:nvGrpSpPr>
      <p:grpSpPr>
        <a:xfrm>
          <a:off x="0" y="0"/>
          <a:ext cx="0" cy="0"/>
          <a:chOff x="0" y="0"/>
          <a:chExt cx="0" cy="0"/>
        </a:xfrm>
      </p:grpSpPr>
      <p:grpSp>
        <p:nvGrpSpPr>
          <p:cNvPr id="222" name="Google Shape;222;p8"/>
          <p:cNvGrpSpPr/>
          <p:nvPr/>
        </p:nvGrpSpPr>
        <p:grpSpPr>
          <a:xfrm>
            <a:off x="1028700" y="1028700"/>
            <a:ext cx="16230600" cy="8229600"/>
            <a:chOff x="0" y="0"/>
            <a:chExt cx="4274726" cy="2167467"/>
          </a:xfrm>
        </p:grpSpPr>
        <p:sp>
          <p:nvSpPr>
            <p:cNvPr id="223" name="Google Shape;223;p8"/>
            <p:cNvSpPr/>
            <p:nvPr/>
          </p:nvSpPr>
          <p:spPr>
            <a:xfrm>
              <a:off x="0" y="0"/>
              <a:ext cx="4274726" cy="2167467"/>
            </a:xfrm>
            <a:custGeom>
              <a:rect b="b" l="l" r="r" t="t"/>
              <a:pathLst>
                <a:path extrusionOk="0" h="2167467" w="4274726">
                  <a:moveTo>
                    <a:pt x="0" y="0"/>
                  </a:moveTo>
                  <a:lnTo>
                    <a:pt x="4274726" y="0"/>
                  </a:lnTo>
                  <a:lnTo>
                    <a:pt x="4274726" y="2167467"/>
                  </a:lnTo>
                  <a:lnTo>
                    <a:pt x="0" y="2167467"/>
                  </a:lnTo>
                  <a:close/>
                </a:path>
              </a:pathLst>
            </a:custGeom>
            <a:solidFill>
              <a:srgbClr val="FFFFFF"/>
            </a:solidFill>
            <a:ln>
              <a:noFill/>
            </a:ln>
          </p:spPr>
        </p:sp>
        <p:sp>
          <p:nvSpPr>
            <p:cNvPr id="224" name="Google Shape;224;p8"/>
            <p:cNvSpPr txBox="1"/>
            <p:nvPr/>
          </p:nvSpPr>
          <p:spPr>
            <a:xfrm>
              <a:off x="0" y="38100"/>
              <a:ext cx="4274726" cy="2129367"/>
            </a:xfrm>
            <a:prstGeom prst="rect">
              <a:avLst/>
            </a:prstGeom>
            <a:noFill/>
            <a:ln>
              <a:noFill/>
            </a:ln>
          </p:spPr>
          <p:txBody>
            <a:bodyPr anchorCtr="0" anchor="ctr" bIns="50800" lIns="50800" spcFirstLastPara="1" rIns="50800" wrap="square" tIns="50800">
              <a:noAutofit/>
            </a:bodyPr>
            <a:lstStyle/>
            <a:p>
              <a:pPr indent="0" lvl="0" marL="0" marR="0" rtl="0" algn="ctr">
                <a:lnSpc>
                  <a:spcPct val="149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25" name="Google Shape;225;p8"/>
          <p:cNvSpPr/>
          <p:nvPr/>
        </p:nvSpPr>
        <p:spPr>
          <a:xfrm rot="8941024">
            <a:off x="-375068" y="-904303"/>
            <a:ext cx="2807536" cy="2140746"/>
          </a:xfrm>
          <a:custGeom>
            <a:rect b="b" l="l" r="r" t="t"/>
            <a:pathLst>
              <a:path extrusionOk="0" h="2140746" w="2807536">
                <a:moveTo>
                  <a:pt x="0" y="0"/>
                </a:moveTo>
                <a:lnTo>
                  <a:pt x="2807536" y="0"/>
                </a:lnTo>
                <a:lnTo>
                  <a:pt x="2807536" y="2140746"/>
                </a:lnTo>
                <a:lnTo>
                  <a:pt x="0" y="2140746"/>
                </a:lnTo>
                <a:lnTo>
                  <a:pt x="0" y="0"/>
                </a:lnTo>
                <a:close/>
              </a:path>
            </a:pathLst>
          </a:custGeom>
          <a:blipFill rotWithShape="1">
            <a:blip r:embed="rId3">
              <a:alphaModFix/>
            </a:blip>
            <a:stretch>
              <a:fillRect b="0" l="0" r="0" t="0"/>
            </a:stretch>
          </a:blipFill>
          <a:ln>
            <a:noFill/>
          </a:ln>
        </p:spPr>
      </p:sp>
      <p:sp>
        <p:nvSpPr>
          <p:cNvPr id="226" name="Google Shape;226;p8"/>
          <p:cNvSpPr/>
          <p:nvPr/>
        </p:nvSpPr>
        <p:spPr>
          <a:xfrm>
            <a:off x="549205" y="1685512"/>
            <a:ext cx="7819064" cy="1549596"/>
          </a:xfrm>
          <a:custGeom>
            <a:rect b="b" l="l" r="r" t="t"/>
            <a:pathLst>
              <a:path extrusionOk="0" h="1549596" w="7819064">
                <a:moveTo>
                  <a:pt x="0" y="0"/>
                </a:moveTo>
                <a:lnTo>
                  <a:pt x="7819064" y="0"/>
                </a:lnTo>
                <a:lnTo>
                  <a:pt x="7819064" y="1549596"/>
                </a:lnTo>
                <a:lnTo>
                  <a:pt x="0" y="1549596"/>
                </a:lnTo>
                <a:lnTo>
                  <a:pt x="0" y="0"/>
                </a:lnTo>
                <a:close/>
              </a:path>
            </a:pathLst>
          </a:custGeom>
          <a:blipFill rotWithShape="1">
            <a:blip r:embed="rId4">
              <a:alphaModFix/>
            </a:blip>
            <a:stretch>
              <a:fillRect b="0" l="0" r="0" t="0"/>
            </a:stretch>
          </a:blipFill>
          <a:ln>
            <a:noFill/>
          </a:ln>
        </p:spPr>
      </p:sp>
      <p:sp>
        <p:nvSpPr>
          <p:cNvPr id="227" name="Google Shape;227;p8"/>
          <p:cNvSpPr/>
          <p:nvPr/>
        </p:nvSpPr>
        <p:spPr>
          <a:xfrm>
            <a:off x="424871" y="1685512"/>
            <a:ext cx="7924348" cy="1570462"/>
          </a:xfrm>
          <a:custGeom>
            <a:rect b="b" l="l" r="r" t="t"/>
            <a:pathLst>
              <a:path extrusionOk="0" h="1570462" w="7924348">
                <a:moveTo>
                  <a:pt x="0" y="0"/>
                </a:moveTo>
                <a:lnTo>
                  <a:pt x="7924348" y="0"/>
                </a:lnTo>
                <a:lnTo>
                  <a:pt x="7924348" y="1570462"/>
                </a:lnTo>
                <a:lnTo>
                  <a:pt x="0" y="1570462"/>
                </a:lnTo>
                <a:lnTo>
                  <a:pt x="0" y="0"/>
                </a:lnTo>
                <a:close/>
              </a:path>
            </a:pathLst>
          </a:custGeom>
          <a:blipFill rotWithShape="1">
            <a:blip r:embed="rId4">
              <a:alphaModFix/>
            </a:blip>
            <a:stretch>
              <a:fillRect b="0" l="0" r="0" t="0"/>
            </a:stretch>
          </a:blipFill>
          <a:ln>
            <a:noFill/>
          </a:ln>
        </p:spPr>
      </p:sp>
      <p:sp>
        <p:nvSpPr>
          <p:cNvPr id="228" name="Google Shape;228;p8"/>
          <p:cNvSpPr/>
          <p:nvPr/>
        </p:nvSpPr>
        <p:spPr>
          <a:xfrm>
            <a:off x="-929615" y="6638411"/>
            <a:ext cx="2708971" cy="3742965"/>
          </a:xfrm>
          <a:custGeom>
            <a:rect b="b" l="l" r="r" t="t"/>
            <a:pathLst>
              <a:path extrusionOk="0" h="3742965" w="2708971">
                <a:moveTo>
                  <a:pt x="0" y="0"/>
                </a:moveTo>
                <a:lnTo>
                  <a:pt x="2708971" y="0"/>
                </a:lnTo>
                <a:lnTo>
                  <a:pt x="2708971" y="3742965"/>
                </a:lnTo>
                <a:lnTo>
                  <a:pt x="0" y="3742965"/>
                </a:lnTo>
                <a:lnTo>
                  <a:pt x="0" y="0"/>
                </a:lnTo>
                <a:close/>
              </a:path>
            </a:pathLst>
          </a:custGeom>
          <a:blipFill rotWithShape="1">
            <a:blip r:embed="rId5">
              <a:alphaModFix/>
            </a:blip>
            <a:stretch>
              <a:fillRect b="0" l="0" r="0" t="0"/>
            </a:stretch>
          </a:blipFill>
          <a:ln>
            <a:noFill/>
          </a:ln>
        </p:spPr>
      </p:sp>
      <p:sp>
        <p:nvSpPr>
          <p:cNvPr id="229" name="Google Shape;229;p8"/>
          <p:cNvSpPr/>
          <p:nvPr/>
        </p:nvSpPr>
        <p:spPr>
          <a:xfrm>
            <a:off x="11776329" y="1028700"/>
            <a:ext cx="5482971" cy="8229600"/>
          </a:xfrm>
          <a:custGeom>
            <a:rect b="b" l="l" r="r" t="t"/>
            <a:pathLst>
              <a:path extrusionOk="0" h="8229600" w="5482971">
                <a:moveTo>
                  <a:pt x="0" y="0"/>
                </a:moveTo>
                <a:lnTo>
                  <a:pt x="5482971" y="0"/>
                </a:lnTo>
                <a:lnTo>
                  <a:pt x="5482971" y="8229600"/>
                </a:lnTo>
                <a:lnTo>
                  <a:pt x="0" y="8229600"/>
                </a:lnTo>
                <a:lnTo>
                  <a:pt x="0" y="0"/>
                </a:lnTo>
                <a:close/>
              </a:path>
            </a:pathLst>
          </a:custGeom>
          <a:blipFill rotWithShape="1">
            <a:blip r:embed="rId6">
              <a:alphaModFix/>
            </a:blip>
            <a:stretch>
              <a:fillRect b="0" l="0" r="0" t="0"/>
            </a:stretch>
          </a:blipFill>
          <a:ln>
            <a:noFill/>
          </a:ln>
        </p:spPr>
      </p:sp>
      <p:sp>
        <p:nvSpPr>
          <p:cNvPr id="230" name="Google Shape;230;p8"/>
          <p:cNvSpPr/>
          <p:nvPr/>
        </p:nvSpPr>
        <p:spPr>
          <a:xfrm>
            <a:off x="15927897" y="-740300"/>
            <a:ext cx="4020027" cy="2728593"/>
          </a:xfrm>
          <a:custGeom>
            <a:rect b="b" l="l" r="r" t="t"/>
            <a:pathLst>
              <a:path extrusionOk="0" h="2728593" w="4020027">
                <a:moveTo>
                  <a:pt x="0" y="0"/>
                </a:moveTo>
                <a:lnTo>
                  <a:pt x="4020027" y="0"/>
                </a:lnTo>
                <a:lnTo>
                  <a:pt x="4020027" y="2728593"/>
                </a:lnTo>
                <a:lnTo>
                  <a:pt x="0" y="2728593"/>
                </a:lnTo>
                <a:lnTo>
                  <a:pt x="0" y="0"/>
                </a:lnTo>
                <a:close/>
              </a:path>
            </a:pathLst>
          </a:custGeom>
          <a:blipFill rotWithShape="1">
            <a:blip r:embed="rId7">
              <a:alphaModFix/>
            </a:blip>
            <a:stretch>
              <a:fillRect b="0" l="0" r="0" t="0"/>
            </a:stretch>
          </a:blipFill>
          <a:ln>
            <a:noFill/>
          </a:ln>
        </p:spPr>
      </p:sp>
      <p:sp>
        <p:nvSpPr>
          <p:cNvPr id="231" name="Google Shape;231;p8"/>
          <p:cNvSpPr/>
          <p:nvPr/>
        </p:nvSpPr>
        <p:spPr>
          <a:xfrm rot="-5518863">
            <a:off x="15777822" y="8003750"/>
            <a:ext cx="2301817" cy="3018777"/>
          </a:xfrm>
          <a:custGeom>
            <a:rect b="b" l="l" r="r" t="t"/>
            <a:pathLst>
              <a:path extrusionOk="0" h="3018777" w="2301817">
                <a:moveTo>
                  <a:pt x="0" y="0"/>
                </a:moveTo>
                <a:lnTo>
                  <a:pt x="2301818" y="0"/>
                </a:lnTo>
                <a:lnTo>
                  <a:pt x="2301818" y="3018777"/>
                </a:lnTo>
                <a:lnTo>
                  <a:pt x="0" y="3018777"/>
                </a:lnTo>
                <a:lnTo>
                  <a:pt x="0" y="0"/>
                </a:lnTo>
                <a:close/>
              </a:path>
            </a:pathLst>
          </a:custGeom>
          <a:blipFill rotWithShape="1">
            <a:blip r:embed="rId8">
              <a:alphaModFix/>
            </a:blip>
            <a:stretch>
              <a:fillRect b="0" l="0" r="0" t="0"/>
            </a:stretch>
          </a:blipFill>
          <a:ln>
            <a:noFill/>
          </a:ln>
        </p:spPr>
      </p:sp>
      <p:sp>
        <p:nvSpPr>
          <p:cNvPr id="232" name="Google Shape;232;p8"/>
          <p:cNvSpPr txBox="1"/>
          <p:nvPr/>
        </p:nvSpPr>
        <p:spPr>
          <a:xfrm>
            <a:off x="2783200" y="4797550"/>
            <a:ext cx="7052400" cy="2111100"/>
          </a:xfrm>
          <a:prstGeom prst="rect">
            <a:avLst/>
          </a:prstGeom>
          <a:noFill/>
          <a:ln>
            <a:noFill/>
          </a:ln>
        </p:spPr>
        <p:txBody>
          <a:bodyPr anchorCtr="0" anchor="t" bIns="0" lIns="0" spcFirstLastPara="1" rIns="0" wrap="square" tIns="0">
            <a:spAutoFit/>
          </a:bodyPr>
          <a:lstStyle/>
          <a:p>
            <a:pPr indent="0" lvl="0" marL="0" marR="0" rtl="0" algn="l">
              <a:lnSpc>
                <a:spcPct val="130010"/>
              </a:lnSpc>
              <a:spcBef>
                <a:spcPts val="0"/>
              </a:spcBef>
              <a:spcAft>
                <a:spcPts val="0"/>
              </a:spcAft>
              <a:buNone/>
            </a:pPr>
            <a:r>
              <a:rPr b="0" i="0" lang="en-US" sz="2799" u="none" cap="none" strike="noStrike">
                <a:solidFill>
                  <a:srgbClr val="606060"/>
                </a:solidFill>
                <a:latin typeface="DM Sans"/>
                <a:ea typeface="DM Sans"/>
                <a:cs typeface="DM Sans"/>
                <a:sym typeface="DM Sans"/>
              </a:rPr>
              <a:t>Está compuesta por:</a:t>
            </a:r>
            <a:endParaRPr/>
          </a:p>
          <a:p>
            <a:pPr indent="-302258" lvl="1" marL="604518" marR="0" rtl="0" algn="l">
              <a:lnSpc>
                <a:spcPct val="130010"/>
              </a:lnSpc>
              <a:spcBef>
                <a:spcPts val="0"/>
              </a:spcBef>
              <a:spcAft>
                <a:spcPts val="0"/>
              </a:spcAft>
              <a:buClr>
                <a:srgbClr val="606060"/>
              </a:buClr>
              <a:buSzPts val="2799"/>
              <a:buFont typeface="Arial"/>
              <a:buChar char="•"/>
            </a:pPr>
            <a:r>
              <a:rPr b="0" i="0" lang="en-US" sz="2799" u="none" cap="none" strike="noStrike">
                <a:solidFill>
                  <a:srgbClr val="606060"/>
                </a:solidFill>
                <a:latin typeface="DM Sans"/>
                <a:ea typeface="DM Sans"/>
                <a:cs typeface="DM Sans"/>
                <a:sym typeface="DM Sans"/>
              </a:rPr>
              <a:t>Dispositivos Host</a:t>
            </a:r>
            <a:endParaRPr/>
          </a:p>
          <a:p>
            <a:pPr indent="-302258" lvl="1" marL="604518" marR="0" rtl="0" algn="l">
              <a:lnSpc>
                <a:spcPct val="130010"/>
              </a:lnSpc>
              <a:spcBef>
                <a:spcPts val="0"/>
              </a:spcBef>
              <a:spcAft>
                <a:spcPts val="0"/>
              </a:spcAft>
              <a:buClr>
                <a:srgbClr val="606060"/>
              </a:buClr>
              <a:buSzPts val="2799"/>
              <a:buFont typeface="Arial"/>
              <a:buChar char="•"/>
            </a:pPr>
            <a:r>
              <a:rPr b="0" i="0" lang="en-US" sz="2799" u="none" cap="none" strike="noStrike">
                <a:solidFill>
                  <a:srgbClr val="606060"/>
                </a:solidFill>
                <a:latin typeface="DM Sans"/>
                <a:ea typeface="DM Sans"/>
                <a:cs typeface="DM Sans"/>
                <a:sym typeface="DM Sans"/>
              </a:rPr>
              <a:t>Primera línea de dispositivos de red a los que los hosts están conectados.</a:t>
            </a:r>
            <a:endParaRPr/>
          </a:p>
        </p:txBody>
      </p:sp>
      <p:sp>
        <p:nvSpPr>
          <p:cNvPr id="233" name="Google Shape;233;p8"/>
          <p:cNvSpPr txBox="1"/>
          <p:nvPr/>
        </p:nvSpPr>
        <p:spPr>
          <a:xfrm>
            <a:off x="1647406" y="1739683"/>
            <a:ext cx="6320813" cy="1495425"/>
          </a:xfrm>
          <a:prstGeom prst="rect">
            <a:avLst/>
          </a:prstGeom>
          <a:noFill/>
          <a:ln>
            <a:noFill/>
          </a:ln>
        </p:spPr>
        <p:txBody>
          <a:bodyPr anchorCtr="0" anchor="t" bIns="0" lIns="0" spcFirstLastPara="1" rIns="0" wrap="square" tIns="0">
            <a:spAutoFit/>
          </a:bodyPr>
          <a:lstStyle/>
          <a:p>
            <a:pPr indent="0" lvl="0" marL="0" marR="0" rtl="0" algn="l">
              <a:lnSpc>
                <a:spcPct val="104999"/>
              </a:lnSpc>
              <a:spcBef>
                <a:spcPts val="0"/>
              </a:spcBef>
              <a:spcAft>
                <a:spcPts val="0"/>
              </a:spcAft>
              <a:buNone/>
            </a:pPr>
            <a:r>
              <a:rPr b="1" i="0" lang="en-US" sz="5000" u="none" cap="none" strike="noStrike">
                <a:solidFill>
                  <a:srgbClr val="000000"/>
                </a:solidFill>
                <a:latin typeface="Arial"/>
                <a:ea typeface="Arial"/>
                <a:cs typeface="Arial"/>
                <a:sym typeface="Arial"/>
              </a:rPr>
              <a:t>Elementos de la capa de acceso</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CD46"/>
        </a:solidFill>
      </p:bgPr>
    </p:bg>
    <p:spTree>
      <p:nvGrpSpPr>
        <p:cNvPr id="237" name="Shape 237"/>
        <p:cNvGrpSpPr/>
        <p:nvPr/>
      </p:nvGrpSpPr>
      <p:grpSpPr>
        <a:xfrm>
          <a:off x="0" y="0"/>
          <a:ext cx="0" cy="0"/>
          <a:chOff x="0" y="0"/>
          <a:chExt cx="0" cy="0"/>
        </a:xfrm>
      </p:grpSpPr>
      <p:sp>
        <p:nvSpPr>
          <p:cNvPr id="238" name="Google Shape;238;p9"/>
          <p:cNvSpPr/>
          <p:nvPr/>
        </p:nvSpPr>
        <p:spPr>
          <a:xfrm rot="315885">
            <a:off x="7787552" y="3775386"/>
            <a:ext cx="7513387" cy="4931514"/>
          </a:xfrm>
          <a:custGeom>
            <a:rect b="b" l="l" r="r" t="t"/>
            <a:pathLst>
              <a:path extrusionOk="0" h="4931514" w="7513387">
                <a:moveTo>
                  <a:pt x="0" y="0"/>
                </a:moveTo>
                <a:lnTo>
                  <a:pt x="7513386" y="0"/>
                </a:lnTo>
                <a:lnTo>
                  <a:pt x="7513386" y="4931514"/>
                </a:lnTo>
                <a:lnTo>
                  <a:pt x="0" y="4931514"/>
                </a:lnTo>
                <a:lnTo>
                  <a:pt x="0" y="0"/>
                </a:lnTo>
                <a:close/>
              </a:path>
            </a:pathLst>
          </a:custGeom>
          <a:blipFill rotWithShape="1">
            <a:blip r:embed="rId3">
              <a:alphaModFix/>
            </a:blip>
            <a:stretch>
              <a:fillRect b="0" l="0" r="0" t="0"/>
            </a:stretch>
          </a:blipFill>
          <a:ln>
            <a:noFill/>
          </a:ln>
        </p:spPr>
      </p:sp>
      <p:sp>
        <p:nvSpPr>
          <p:cNvPr id="239" name="Google Shape;239;p9"/>
          <p:cNvSpPr/>
          <p:nvPr/>
        </p:nvSpPr>
        <p:spPr>
          <a:xfrm rot="-266862">
            <a:off x="2743409" y="2871761"/>
            <a:ext cx="5990432" cy="5839575"/>
          </a:xfrm>
          <a:custGeom>
            <a:rect b="b" l="l" r="r" t="t"/>
            <a:pathLst>
              <a:path extrusionOk="0" h="5839575" w="5990432">
                <a:moveTo>
                  <a:pt x="0" y="0"/>
                </a:moveTo>
                <a:lnTo>
                  <a:pt x="5990432" y="0"/>
                </a:lnTo>
                <a:lnTo>
                  <a:pt x="5990432" y="5839574"/>
                </a:lnTo>
                <a:lnTo>
                  <a:pt x="0" y="5839574"/>
                </a:lnTo>
                <a:lnTo>
                  <a:pt x="0" y="0"/>
                </a:lnTo>
                <a:close/>
              </a:path>
            </a:pathLst>
          </a:custGeom>
          <a:blipFill rotWithShape="1">
            <a:blip r:embed="rId4">
              <a:alphaModFix/>
            </a:blip>
            <a:stretch>
              <a:fillRect b="-45036" l="0" r="0" t="0"/>
            </a:stretch>
          </a:blipFill>
          <a:ln>
            <a:noFill/>
          </a:ln>
        </p:spPr>
      </p:sp>
      <p:sp>
        <p:nvSpPr>
          <p:cNvPr id="240" name="Google Shape;240;p9"/>
          <p:cNvSpPr/>
          <p:nvPr/>
        </p:nvSpPr>
        <p:spPr>
          <a:xfrm rot="-82494">
            <a:off x="2911657" y="1750113"/>
            <a:ext cx="11731235" cy="6714183"/>
          </a:xfrm>
          <a:custGeom>
            <a:rect b="b" l="l" r="r" t="t"/>
            <a:pathLst>
              <a:path extrusionOk="0" h="6714183" w="11731235">
                <a:moveTo>
                  <a:pt x="0" y="0"/>
                </a:moveTo>
                <a:lnTo>
                  <a:pt x="11731235" y="0"/>
                </a:lnTo>
                <a:lnTo>
                  <a:pt x="11731235" y="6714183"/>
                </a:lnTo>
                <a:lnTo>
                  <a:pt x="0" y="6714183"/>
                </a:lnTo>
                <a:lnTo>
                  <a:pt x="0" y="0"/>
                </a:lnTo>
                <a:close/>
              </a:path>
            </a:pathLst>
          </a:custGeom>
          <a:blipFill rotWithShape="1">
            <a:blip r:embed="rId5">
              <a:alphaModFix/>
            </a:blip>
            <a:stretch>
              <a:fillRect b="-33422" l="0" r="0" t="0"/>
            </a:stretch>
          </a:blipFill>
          <a:ln>
            <a:noFill/>
          </a:ln>
        </p:spPr>
      </p:sp>
      <p:sp>
        <p:nvSpPr>
          <p:cNvPr id="241" name="Google Shape;241;p9"/>
          <p:cNvSpPr txBox="1"/>
          <p:nvPr/>
        </p:nvSpPr>
        <p:spPr>
          <a:xfrm rot="-82494">
            <a:off x="4978288" y="3750800"/>
            <a:ext cx="8468664" cy="3006639"/>
          </a:xfrm>
          <a:prstGeom prst="rect">
            <a:avLst/>
          </a:prstGeom>
          <a:noFill/>
          <a:ln>
            <a:noFill/>
          </a:ln>
        </p:spPr>
        <p:txBody>
          <a:bodyPr anchorCtr="0" anchor="t" bIns="0" lIns="0" spcFirstLastPara="1" rIns="0" wrap="square" tIns="0">
            <a:spAutoFit/>
          </a:bodyPr>
          <a:lstStyle/>
          <a:p>
            <a:pPr indent="0" lvl="0" marL="0" marR="0" rtl="0" algn="ctr">
              <a:lnSpc>
                <a:spcPct val="103999"/>
              </a:lnSpc>
              <a:spcBef>
                <a:spcPts val="0"/>
              </a:spcBef>
              <a:spcAft>
                <a:spcPts val="0"/>
              </a:spcAft>
              <a:buNone/>
            </a:pPr>
            <a:r>
              <a:rPr b="1" i="0" lang="en-US" sz="10152" u="none" cap="none" strike="noStrike">
                <a:solidFill>
                  <a:srgbClr val="000000"/>
                </a:solidFill>
                <a:latin typeface="Arial"/>
                <a:ea typeface="Arial"/>
                <a:cs typeface="Arial"/>
                <a:sym typeface="Arial"/>
              </a:rPr>
              <a:t>Acceso al medio</a:t>
            </a:r>
            <a:endParaRPr/>
          </a:p>
        </p:txBody>
      </p:sp>
      <p:sp>
        <p:nvSpPr>
          <p:cNvPr id="242" name="Google Shape;242;p9"/>
          <p:cNvSpPr/>
          <p:nvPr/>
        </p:nvSpPr>
        <p:spPr>
          <a:xfrm>
            <a:off x="2526002" y="1208717"/>
            <a:ext cx="3038649" cy="2879120"/>
          </a:xfrm>
          <a:custGeom>
            <a:rect b="b" l="l" r="r" t="t"/>
            <a:pathLst>
              <a:path extrusionOk="0" h="2879120" w="3038649">
                <a:moveTo>
                  <a:pt x="0" y="0"/>
                </a:moveTo>
                <a:lnTo>
                  <a:pt x="3038649" y="0"/>
                </a:lnTo>
                <a:lnTo>
                  <a:pt x="3038649" y="2879120"/>
                </a:lnTo>
                <a:lnTo>
                  <a:pt x="0" y="2879120"/>
                </a:lnTo>
                <a:lnTo>
                  <a:pt x="0" y="0"/>
                </a:lnTo>
                <a:close/>
              </a:path>
            </a:pathLst>
          </a:custGeom>
          <a:blipFill rotWithShape="1">
            <a:blip r:embed="rId6">
              <a:alphaModFix/>
            </a:blip>
            <a:stretch>
              <a:fillRect b="0" l="0" r="0" t="0"/>
            </a:stretch>
          </a:blipFill>
          <a:ln>
            <a:noFill/>
          </a:ln>
        </p:spPr>
      </p:sp>
      <p:sp>
        <p:nvSpPr>
          <p:cNvPr id="243" name="Google Shape;243;p9"/>
          <p:cNvSpPr/>
          <p:nvPr/>
        </p:nvSpPr>
        <p:spPr>
          <a:xfrm>
            <a:off x="-1489043" y="5940621"/>
            <a:ext cx="2978086" cy="4114800"/>
          </a:xfrm>
          <a:custGeom>
            <a:rect b="b" l="l" r="r" t="t"/>
            <a:pathLst>
              <a:path extrusionOk="0" h="4114800" w="2978086">
                <a:moveTo>
                  <a:pt x="0" y="0"/>
                </a:moveTo>
                <a:lnTo>
                  <a:pt x="2978086" y="0"/>
                </a:lnTo>
                <a:lnTo>
                  <a:pt x="2978086" y="4114800"/>
                </a:lnTo>
                <a:lnTo>
                  <a:pt x="0" y="4114800"/>
                </a:lnTo>
                <a:lnTo>
                  <a:pt x="0" y="0"/>
                </a:lnTo>
                <a:close/>
              </a:path>
            </a:pathLst>
          </a:custGeom>
          <a:blipFill rotWithShape="1">
            <a:blip r:embed="rId7">
              <a:alphaModFix/>
            </a:blip>
            <a:stretch>
              <a:fillRect b="0" l="0" r="0" t="0"/>
            </a:stretch>
          </a:blipFill>
          <a:ln>
            <a:noFill/>
          </a:ln>
        </p:spPr>
      </p:sp>
      <p:sp>
        <p:nvSpPr>
          <p:cNvPr id="244" name="Google Shape;244;p9"/>
          <p:cNvSpPr/>
          <p:nvPr/>
        </p:nvSpPr>
        <p:spPr>
          <a:xfrm>
            <a:off x="12399360" y="4481928"/>
            <a:ext cx="4572264" cy="4653704"/>
          </a:xfrm>
          <a:custGeom>
            <a:rect b="b" l="l" r="r" t="t"/>
            <a:pathLst>
              <a:path extrusionOk="0" h="4653704" w="4572264">
                <a:moveTo>
                  <a:pt x="0" y="0"/>
                </a:moveTo>
                <a:lnTo>
                  <a:pt x="4572265" y="0"/>
                </a:lnTo>
                <a:lnTo>
                  <a:pt x="4572265" y="4653705"/>
                </a:lnTo>
                <a:lnTo>
                  <a:pt x="0" y="4653705"/>
                </a:lnTo>
                <a:lnTo>
                  <a:pt x="0" y="0"/>
                </a:lnTo>
                <a:close/>
              </a:path>
            </a:pathLst>
          </a:custGeom>
          <a:blipFill rotWithShape="1">
            <a:blip r:embed="rId8">
              <a:alphaModFix/>
            </a:blip>
            <a:stretch>
              <a:fillRect b="0" l="0" r="0" t="0"/>
            </a:stretch>
          </a:blipFill>
          <a:ln>
            <a:noFill/>
          </a:ln>
        </p:spPr>
      </p:sp>
      <p:sp>
        <p:nvSpPr>
          <p:cNvPr id="245" name="Google Shape;245;p9"/>
          <p:cNvSpPr/>
          <p:nvPr/>
        </p:nvSpPr>
        <p:spPr>
          <a:xfrm rot="-10197389">
            <a:off x="15531917" y="-653517"/>
            <a:ext cx="5396459" cy="4114800"/>
          </a:xfrm>
          <a:custGeom>
            <a:rect b="b" l="l" r="r" t="t"/>
            <a:pathLst>
              <a:path extrusionOk="0" h="4114800" w="5396459">
                <a:moveTo>
                  <a:pt x="0" y="0"/>
                </a:moveTo>
                <a:lnTo>
                  <a:pt x="5396459" y="0"/>
                </a:lnTo>
                <a:lnTo>
                  <a:pt x="5396459" y="4114800"/>
                </a:lnTo>
                <a:lnTo>
                  <a:pt x="0" y="4114800"/>
                </a:lnTo>
                <a:lnTo>
                  <a:pt x="0" y="0"/>
                </a:lnTo>
                <a:close/>
              </a:path>
            </a:pathLst>
          </a:custGeom>
          <a:blipFill rotWithShape="1">
            <a:blip r:embed="rId9">
              <a:alphaModFix/>
            </a:blip>
            <a:stretch>
              <a:fillRect b="0" l="0" r="0" t="0"/>
            </a:stretch>
          </a:blipFill>
          <a:ln>
            <a:noFill/>
          </a:ln>
        </p:spPr>
      </p:sp>
      <p:sp>
        <p:nvSpPr>
          <p:cNvPr id="246" name="Google Shape;246;p9"/>
          <p:cNvSpPr/>
          <p:nvPr/>
        </p:nvSpPr>
        <p:spPr>
          <a:xfrm rot="-9994124">
            <a:off x="5425198" y="9403862"/>
            <a:ext cx="5875677" cy="3238967"/>
          </a:xfrm>
          <a:custGeom>
            <a:rect b="b" l="l" r="r" t="t"/>
            <a:pathLst>
              <a:path extrusionOk="0" h="3238967" w="5875677">
                <a:moveTo>
                  <a:pt x="0" y="0"/>
                </a:moveTo>
                <a:lnTo>
                  <a:pt x="5875677" y="0"/>
                </a:lnTo>
                <a:lnTo>
                  <a:pt x="5875677" y="3238967"/>
                </a:lnTo>
                <a:lnTo>
                  <a:pt x="0" y="3238967"/>
                </a:lnTo>
                <a:lnTo>
                  <a:pt x="0" y="0"/>
                </a:lnTo>
                <a:close/>
              </a:path>
            </a:pathLst>
          </a:custGeom>
          <a:blipFill rotWithShape="1">
            <a:blip r:embed="rId10">
              <a:alphaModFix/>
            </a:blip>
            <a:stretch>
              <a:fillRect b="0" l="0" r="0" t="0"/>
            </a:stretch>
          </a:blipFill>
          <a:ln>
            <a:noFill/>
          </a:ln>
        </p:spPr>
      </p:sp>
      <p:sp>
        <p:nvSpPr>
          <p:cNvPr id="247" name="Google Shape;247;p9"/>
          <p:cNvSpPr/>
          <p:nvPr/>
        </p:nvSpPr>
        <p:spPr>
          <a:xfrm rot="-7239578">
            <a:off x="-916157" y="-1028700"/>
            <a:ext cx="2227136" cy="4114800"/>
          </a:xfrm>
          <a:custGeom>
            <a:rect b="b" l="l" r="r" t="t"/>
            <a:pathLst>
              <a:path extrusionOk="0" h="4114800" w="2227136">
                <a:moveTo>
                  <a:pt x="0" y="0"/>
                </a:moveTo>
                <a:lnTo>
                  <a:pt x="2227136" y="0"/>
                </a:lnTo>
                <a:lnTo>
                  <a:pt x="2227136" y="4114800"/>
                </a:lnTo>
                <a:lnTo>
                  <a:pt x="0" y="4114800"/>
                </a:lnTo>
                <a:lnTo>
                  <a:pt x="0" y="0"/>
                </a:lnTo>
                <a:close/>
              </a:path>
            </a:pathLst>
          </a:custGeom>
          <a:blipFill rotWithShape="1">
            <a:blip r:embed="rId11">
              <a:alphaModFix/>
            </a:blip>
            <a:stretch>
              <a:fillRect b="0" l="0" r="0" t="0"/>
            </a:stretch>
          </a:blipFill>
          <a:ln>
            <a:noFill/>
          </a:ln>
        </p:spPr>
      </p:sp>
      <p:sp>
        <p:nvSpPr>
          <p:cNvPr id="248" name="Google Shape;248;p9"/>
          <p:cNvSpPr/>
          <p:nvPr/>
        </p:nvSpPr>
        <p:spPr>
          <a:xfrm rot="2598121">
            <a:off x="2491871" y="7209833"/>
            <a:ext cx="3007321" cy="1759283"/>
          </a:xfrm>
          <a:custGeom>
            <a:rect b="b" l="l" r="r" t="t"/>
            <a:pathLst>
              <a:path extrusionOk="0" h="1759283" w="3007321">
                <a:moveTo>
                  <a:pt x="0" y="0"/>
                </a:moveTo>
                <a:lnTo>
                  <a:pt x="3007320" y="0"/>
                </a:lnTo>
                <a:lnTo>
                  <a:pt x="3007320" y="1759283"/>
                </a:lnTo>
                <a:lnTo>
                  <a:pt x="0" y="1759283"/>
                </a:lnTo>
                <a:lnTo>
                  <a:pt x="0" y="0"/>
                </a:lnTo>
                <a:close/>
              </a:path>
            </a:pathLst>
          </a:custGeom>
          <a:blipFill rotWithShape="1">
            <a:blip r:embed="rId12">
              <a:alphaModFix/>
            </a:blip>
            <a:stretch>
              <a:fillRect b="0" l="0" r="0" t="0"/>
            </a:stretch>
          </a:blipFill>
          <a:ln>
            <a:noFill/>
          </a:ln>
        </p:spPr>
      </p:sp>
      <p:sp>
        <p:nvSpPr>
          <p:cNvPr id="249" name="Google Shape;249;p9"/>
          <p:cNvSpPr/>
          <p:nvPr/>
        </p:nvSpPr>
        <p:spPr>
          <a:xfrm rot="3945637">
            <a:off x="13786679" y="3168847"/>
            <a:ext cx="1146208" cy="2324001"/>
          </a:xfrm>
          <a:custGeom>
            <a:rect b="b" l="l" r="r" t="t"/>
            <a:pathLst>
              <a:path extrusionOk="0" h="2324001" w="1146208">
                <a:moveTo>
                  <a:pt x="0" y="0"/>
                </a:moveTo>
                <a:lnTo>
                  <a:pt x="1146208" y="0"/>
                </a:lnTo>
                <a:lnTo>
                  <a:pt x="1146208" y="2324000"/>
                </a:lnTo>
                <a:lnTo>
                  <a:pt x="0" y="2324000"/>
                </a:lnTo>
                <a:lnTo>
                  <a:pt x="0" y="0"/>
                </a:lnTo>
                <a:close/>
              </a:path>
            </a:pathLst>
          </a:custGeom>
          <a:blipFill rotWithShape="1">
            <a:blip r:embed="rId13">
              <a:alphaModFix/>
            </a:blip>
            <a:stretch>
              <a:fillRect b="-23885" l="-165097" r="0" t="0"/>
            </a:stretch>
          </a:blipFill>
          <a:ln>
            <a:noFill/>
          </a:ln>
        </p:spPr>
      </p:sp>
      <p:sp>
        <p:nvSpPr>
          <p:cNvPr id="250" name="Google Shape;250;p9"/>
          <p:cNvSpPr/>
          <p:nvPr/>
        </p:nvSpPr>
        <p:spPr>
          <a:xfrm rot="-5400000">
            <a:off x="16049771" y="7736121"/>
            <a:ext cx="5396459" cy="4114800"/>
          </a:xfrm>
          <a:custGeom>
            <a:rect b="b" l="l" r="r" t="t"/>
            <a:pathLst>
              <a:path extrusionOk="0" h="4114800" w="5396459">
                <a:moveTo>
                  <a:pt x="0" y="0"/>
                </a:moveTo>
                <a:lnTo>
                  <a:pt x="5396459" y="0"/>
                </a:lnTo>
                <a:lnTo>
                  <a:pt x="5396459" y="4114800"/>
                </a:lnTo>
                <a:lnTo>
                  <a:pt x="0" y="4114800"/>
                </a:lnTo>
                <a:lnTo>
                  <a:pt x="0" y="0"/>
                </a:lnTo>
                <a:close/>
              </a:path>
            </a:pathLst>
          </a:custGeom>
          <a:blipFill rotWithShape="1">
            <a:blip r:embed="rId9">
              <a:alphaModFix/>
            </a:blip>
            <a:stretch>
              <a:fillRect b="0" l="0" r="0" t="0"/>
            </a:stretch>
          </a:blipFill>
          <a:ln>
            <a:noFill/>
          </a:ln>
        </p:spPr>
      </p:sp>
      <p:sp>
        <p:nvSpPr>
          <p:cNvPr id="251" name="Google Shape;251;p9"/>
          <p:cNvSpPr/>
          <p:nvPr/>
        </p:nvSpPr>
        <p:spPr>
          <a:xfrm rot="10252938">
            <a:off x="8709979" y="-1552077"/>
            <a:ext cx="4257941" cy="2458961"/>
          </a:xfrm>
          <a:custGeom>
            <a:rect b="b" l="l" r="r" t="t"/>
            <a:pathLst>
              <a:path extrusionOk="0" h="2458961" w="4257941">
                <a:moveTo>
                  <a:pt x="0" y="0"/>
                </a:moveTo>
                <a:lnTo>
                  <a:pt x="4257941" y="0"/>
                </a:lnTo>
                <a:lnTo>
                  <a:pt x="4257941" y="2458961"/>
                </a:lnTo>
                <a:lnTo>
                  <a:pt x="0" y="2458961"/>
                </a:lnTo>
                <a:lnTo>
                  <a:pt x="0" y="0"/>
                </a:lnTo>
                <a:close/>
              </a:path>
            </a:pathLst>
          </a:custGeom>
          <a:blipFill rotWithShape="1">
            <a:blip r:embed="rId14">
              <a:alphaModFix/>
            </a:blip>
            <a:stretch>
              <a:fillRect b="0" l="0" r="0" t="0"/>
            </a:stretch>
          </a:blipFill>
          <a:ln>
            <a:noFill/>
          </a:ln>
        </p:spPr>
      </p:sp>
      <p:sp>
        <p:nvSpPr>
          <p:cNvPr id="252" name="Google Shape;252;p9"/>
          <p:cNvSpPr/>
          <p:nvPr/>
        </p:nvSpPr>
        <p:spPr>
          <a:xfrm rot="5947534">
            <a:off x="3555012" y="-2929516"/>
            <a:ext cx="2978086" cy="4114800"/>
          </a:xfrm>
          <a:custGeom>
            <a:rect b="b" l="l" r="r" t="t"/>
            <a:pathLst>
              <a:path extrusionOk="0" h="4114800" w="2978086">
                <a:moveTo>
                  <a:pt x="0" y="0"/>
                </a:moveTo>
                <a:lnTo>
                  <a:pt x="2978087" y="0"/>
                </a:lnTo>
                <a:lnTo>
                  <a:pt x="2978087" y="4114800"/>
                </a:lnTo>
                <a:lnTo>
                  <a:pt x="0" y="4114800"/>
                </a:lnTo>
                <a:lnTo>
                  <a:pt x="0" y="0"/>
                </a:lnTo>
                <a:close/>
              </a:path>
            </a:pathLst>
          </a:custGeom>
          <a:blipFill rotWithShape="1">
            <a:blip r:embed="rId7">
              <a:alphaModFix/>
            </a:blip>
            <a:stretch>
              <a:fillRect b="0" l="0" r="0" t="0"/>
            </a:stretch>
          </a:blipFill>
          <a:ln>
            <a:noFill/>
          </a:ln>
        </p:spPr>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CD46"/>
        </a:solidFill>
      </p:bgPr>
    </p:bg>
    <p:spTree>
      <p:nvGrpSpPr>
        <p:cNvPr id="256" name="Shape 256"/>
        <p:cNvGrpSpPr/>
        <p:nvPr/>
      </p:nvGrpSpPr>
      <p:grpSpPr>
        <a:xfrm>
          <a:off x="0" y="0"/>
          <a:ext cx="0" cy="0"/>
          <a:chOff x="0" y="0"/>
          <a:chExt cx="0" cy="0"/>
        </a:xfrm>
      </p:grpSpPr>
      <p:sp>
        <p:nvSpPr>
          <p:cNvPr id="257" name="Google Shape;257;p10"/>
          <p:cNvSpPr/>
          <p:nvPr/>
        </p:nvSpPr>
        <p:spPr>
          <a:xfrm rot="5334016">
            <a:off x="2984710" y="-330562"/>
            <a:ext cx="7947547" cy="11237085"/>
          </a:xfrm>
          <a:custGeom>
            <a:rect b="b" l="l" r="r" t="t"/>
            <a:pathLst>
              <a:path extrusionOk="0" h="11237085" w="7947547">
                <a:moveTo>
                  <a:pt x="0" y="0"/>
                </a:moveTo>
                <a:lnTo>
                  <a:pt x="7947547" y="0"/>
                </a:lnTo>
                <a:lnTo>
                  <a:pt x="7947547" y="11237086"/>
                </a:lnTo>
                <a:lnTo>
                  <a:pt x="0" y="11237086"/>
                </a:lnTo>
                <a:lnTo>
                  <a:pt x="0" y="0"/>
                </a:lnTo>
                <a:close/>
              </a:path>
            </a:pathLst>
          </a:custGeom>
          <a:blipFill rotWithShape="1">
            <a:blip r:embed="rId3">
              <a:alphaModFix/>
            </a:blip>
            <a:stretch>
              <a:fillRect b="0" l="0" r="0" t="0"/>
            </a:stretch>
          </a:blipFill>
          <a:ln>
            <a:noFill/>
          </a:ln>
        </p:spPr>
      </p:sp>
      <p:sp>
        <p:nvSpPr>
          <p:cNvPr id="258" name="Google Shape;258;p10"/>
          <p:cNvSpPr/>
          <p:nvPr/>
        </p:nvSpPr>
        <p:spPr>
          <a:xfrm rot="289427">
            <a:off x="10909787" y="2661597"/>
            <a:ext cx="5693033" cy="5693033"/>
          </a:xfrm>
          <a:custGeom>
            <a:rect b="b" l="l" r="r" t="t"/>
            <a:pathLst>
              <a:path extrusionOk="0" h="5693033" w="5693033">
                <a:moveTo>
                  <a:pt x="0" y="0"/>
                </a:moveTo>
                <a:lnTo>
                  <a:pt x="5693033" y="0"/>
                </a:lnTo>
                <a:lnTo>
                  <a:pt x="5693033" y="5693034"/>
                </a:lnTo>
                <a:lnTo>
                  <a:pt x="0" y="5693034"/>
                </a:lnTo>
                <a:lnTo>
                  <a:pt x="0" y="0"/>
                </a:lnTo>
                <a:close/>
              </a:path>
            </a:pathLst>
          </a:custGeom>
          <a:blipFill rotWithShape="1">
            <a:blip r:embed="rId4">
              <a:alphaModFix/>
            </a:blip>
            <a:stretch>
              <a:fillRect b="0" l="0" r="0" t="0"/>
            </a:stretch>
          </a:blipFill>
          <a:ln>
            <a:noFill/>
          </a:ln>
        </p:spPr>
      </p:sp>
      <p:sp>
        <p:nvSpPr>
          <p:cNvPr id="259" name="Google Shape;259;p10"/>
          <p:cNvSpPr/>
          <p:nvPr/>
        </p:nvSpPr>
        <p:spPr>
          <a:xfrm rot="-10703534">
            <a:off x="14045195" y="8969388"/>
            <a:ext cx="5875677" cy="3238967"/>
          </a:xfrm>
          <a:custGeom>
            <a:rect b="b" l="l" r="r" t="t"/>
            <a:pathLst>
              <a:path extrusionOk="0" h="3238967" w="5875677">
                <a:moveTo>
                  <a:pt x="0" y="0"/>
                </a:moveTo>
                <a:lnTo>
                  <a:pt x="5875677" y="0"/>
                </a:lnTo>
                <a:lnTo>
                  <a:pt x="5875677" y="3238967"/>
                </a:lnTo>
                <a:lnTo>
                  <a:pt x="0" y="3238967"/>
                </a:lnTo>
                <a:lnTo>
                  <a:pt x="0" y="0"/>
                </a:lnTo>
                <a:close/>
              </a:path>
            </a:pathLst>
          </a:custGeom>
          <a:blipFill rotWithShape="1">
            <a:blip r:embed="rId5">
              <a:alphaModFix/>
            </a:blip>
            <a:stretch>
              <a:fillRect b="0" l="0" r="0" t="0"/>
            </a:stretch>
          </a:blipFill>
          <a:ln>
            <a:noFill/>
          </a:ln>
        </p:spPr>
      </p:sp>
      <p:sp>
        <p:nvSpPr>
          <p:cNvPr id="260" name="Google Shape;260;p10"/>
          <p:cNvSpPr/>
          <p:nvPr/>
        </p:nvSpPr>
        <p:spPr>
          <a:xfrm rot="-8190165">
            <a:off x="-673911" y="-2226504"/>
            <a:ext cx="2227136" cy="4114800"/>
          </a:xfrm>
          <a:custGeom>
            <a:rect b="b" l="l" r="r" t="t"/>
            <a:pathLst>
              <a:path extrusionOk="0" h="4114800" w="2227136">
                <a:moveTo>
                  <a:pt x="0" y="0"/>
                </a:moveTo>
                <a:lnTo>
                  <a:pt x="2227135" y="0"/>
                </a:lnTo>
                <a:lnTo>
                  <a:pt x="2227135" y="4114800"/>
                </a:lnTo>
                <a:lnTo>
                  <a:pt x="0" y="4114800"/>
                </a:lnTo>
                <a:lnTo>
                  <a:pt x="0" y="0"/>
                </a:lnTo>
                <a:close/>
              </a:path>
            </a:pathLst>
          </a:custGeom>
          <a:blipFill rotWithShape="1">
            <a:blip r:embed="rId6">
              <a:alphaModFix/>
            </a:blip>
            <a:stretch>
              <a:fillRect b="0" l="0" r="0" t="0"/>
            </a:stretch>
          </a:blipFill>
          <a:ln>
            <a:noFill/>
          </a:ln>
        </p:spPr>
      </p:sp>
      <p:sp>
        <p:nvSpPr>
          <p:cNvPr id="261" name="Google Shape;261;p10"/>
          <p:cNvSpPr/>
          <p:nvPr/>
        </p:nvSpPr>
        <p:spPr>
          <a:xfrm rot="8941024">
            <a:off x="14751177" y="-2393404"/>
            <a:ext cx="4861231" cy="3706689"/>
          </a:xfrm>
          <a:custGeom>
            <a:rect b="b" l="l" r="r" t="t"/>
            <a:pathLst>
              <a:path extrusionOk="0" h="3706689" w="4861231">
                <a:moveTo>
                  <a:pt x="0" y="0"/>
                </a:moveTo>
                <a:lnTo>
                  <a:pt x="4861232" y="0"/>
                </a:lnTo>
                <a:lnTo>
                  <a:pt x="4861232" y="3706689"/>
                </a:lnTo>
                <a:lnTo>
                  <a:pt x="0" y="3706689"/>
                </a:lnTo>
                <a:lnTo>
                  <a:pt x="0" y="0"/>
                </a:lnTo>
                <a:close/>
              </a:path>
            </a:pathLst>
          </a:custGeom>
          <a:blipFill rotWithShape="1">
            <a:blip r:embed="rId7">
              <a:alphaModFix/>
            </a:blip>
            <a:stretch>
              <a:fillRect b="0" l="0" r="0" t="0"/>
            </a:stretch>
          </a:blipFill>
          <a:ln>
            <a:noFill/>
          </a:ln>
        </p:spPr>
      </p:sp>
      <p:sp>
        <p:nvSpPr>
          <p:cNvPr id="262" name="Google Shape;262;p10"/>
          <p:cNvSpPr/>
          <p:nvPr/>
        </p:nvSpPr>
        <p:spPr>
          <a:xfrm rot="-9191049">
            <a:off x="8258570" y="3649707"/>
            <a:ext cx="1770861" cy="942983"/>
          </a:xfrm>
          <a:custGeom>
            <a:rect b="b" l="l" r="r" t="t"/>
            <a:pathLst>
              <a:path extrusionOk="0" h="942983" w="1770861">
                <a:moveTo>
                  <a:pt x="0" y="0"/>
                </a:moveTo>
                <a:lnTo>
                  <a:pt x="1770860" y="0"/>
                </a:lnTo>
                <a:lnTo>
                  <a:pt x="1770860" y="942984"/>
                </a:lnTo>
                <a:lnTo>
                  <a:pt x="0" y="942984"/>
                </a:lnTo>
                <a:lnTo>
                  <a:pt x="0" y="0"/>
                </a:lnTo>
                <a:close/>
              </a:path>
            </a:pathLst>
          </a:custGeom>
          <a:blipFill rotWithShape="1">
            <a:blip r:embed="rId8">
              <a:alphaModFix/>
            </a:blip>
            <a:stretch>
              <a:fillRect b="0" l="0" r="0" t="0"/>
            </a:stretch>
          </a:blipFill>
          <a:ln>
            <a:noFill/>
          </a:ln>
        </p:spPr>
      </p:sp>
      <p:sp>
        <p:nvSpPr>
          <p:cNvPr id="263" name="Google Shape;263;p10"/>
          <p:cNvSpPr/>
          <p:nvPr/>
        </p:nvSpPr>
        <p:spPr>
          <a:xfrm rot="-65983">
            <a:off x="1039090" y="3537695"/>
            <a:ext cx="5741357" cy="1137833"/>
          </a:xfrm>
          <a:custGeom>
            <a:rect b="b" l="l" r="r" t="t"/>
            <a:pathLst>
              <a:path extrusionOk="0" h="1137833" w="5741357">
                <a:moveTo>
                  <a:pt x="0" y="0"/>
                </a:moveTo>
                <a:lnTo>
                  <a:pt x="5741357" y="0"/>
                </a:lnTo>
                <a:lnTo>
                  <a:pt x="5741357" y="1137832"/>
                </a:lnTo>
                <a:lnTo>
                  <a:pt x="0" y="1137832"/>
                </a:lnTo>
                <a:lnTo>
                  <a:pt x="0" y="0"/>
                </a:lnTo>
                <a:close/>
              </a:path>
            </a:pathLst>
          </a:custGeom>
          <a:blipFill rotWithShape="1">
            <a:blip r:embed="rId9">
              <a:alphaModFix/>
            </a:blip>
            <a:stretch>
              <a:fillRect b="0" l="0" r="0" t="0"/>
            </a:stretch>
          </a:blipFill>
          <a:ln>
            <a:noFill/>
          </a:ln>
        </p:spPr>
      </p:sp>
      <p:sp>
        <p:nvSpPr>
          <p:cNvPr id="264" name="Google Shape;264;p10"/>
          <p:cNvSpPr/>
          <p:nvPr/>
        </p:nvSpPr>
        <p:spPr>
          <a:xfrm rot="3945637">
            <a:off x="15511873" y="1684572"/>
            <a:ext cx="1209807" cy="2452951"/>
          </a:xfrm>
          <a:custGeom>
            <a:rect b="b" l="l" r="r" t="t"/>
            <a:pathLst>
              <a:path extrusionOk="0" h="2452951" w="1209807">
                <a:moveTo>
                  <a:pt x="0" y="0"/>
                </a:moveTo>
                <a:lnTo>
                  <a:pt x="1209807" y="0"/>
                </a:lnTo>
                <a:lnTo>
                  <a:pt x="1209807" y="2452951"/>
                </a:lnTo>
                <a:lnTo>
                  <a:pt x="0" y="2452951"/>
                </a:lnTo>
                <a:lnTo>
                  <a:pt x="0" y="0"/>
                </a:lnTo>
                <a:close/>
              </a:path>
            </a:pathLst>
          </a:custGeom>
          <a:blipFill rotWithShape="1">
            <a:blip r:embed="rId10">
              <a:alphaModFix/>
            </a:blip>
            <a:stretch>
              <a:fillRect b="-23885" l="-165097" r="0" t="0"/>
            </a:stretch>
          </a:blipFill>
          <a:ln>
            <a:noFill/>
          </a:ln>
        </p:spPr>
      </p:sp>
      <p:sp>
        <p:nvSpPr>
          <p:cNvPr id="265" name="Google Shape;265;p10"/>
          <p:cNvSpPr txBox="1"/>
          <p:nvPr/>
        </p:nvSpPr>
        <p:spPr>
          <a:xfrm rot="-65983">
            <a:off x="2301044" y="2425788"/>
            <a:ext cx="8329523" cy="884809"/>
          </a:xfrm>
          <a:prstGeom prst="rect">
            <a:avLst/>
          </a:prstGeom>
          <a:noFill/>
          <a:ln>
            <a:noFill/>
          </a:ln>
        </p:spPr>
        <p:txBody>
          <a:bodyPr anchorCtr="0" anchor="t" bIns="0" lIns="0" spcFirstLastPara="1" rIns="0" wrap="square" tIns="0">
            <a:spAutoFit/>
          </a:bodyPr>
          <a:lstStyle/>
          <a:p>
            <a:pPr indent="0" lvl="0" marL="0" marR="0" rtl="0" algn="l">
              <a:lnSpc>
                <a:spcPct val="105999"/>
              </a:lnSpc>
              <a:spcBef>
                <a:spcPts val="0"/>
              </a:spcBef>
              <a:spcAft>
                <a:spcPts val="0"/>
              </a:spcAft>
              <a:buNone/>
            </a:pPr>
            <a:r>
              <a:rPr b="1" i="0" lang="en-US" sz="5300" u="none" cap="none" strike="noStrike">
                <a:solidFill>
                  <a:srgbClr val="000000"/>
                </a:solidFill>
                <a:latin typeface="Arial"/>
                <a:ea typeface="Arial"/>
                <a:cs typeface="Arial"/>
                <a:sym typeface="Arial"/>
              </a:rPr>
              <a:t>Acceso al medio</a:t>
            </a:r>
            <a:endParaRPr/>
          </a:p>
        </p:txBody>
      </p:sp>
      <p:sp>
        <p:nvSpPr>
          <p:cNvPr id="266" name="Google Shape;266;p10"/>
          <p:cNvSpPr txBox="1"/>
          <p:nvPr/>
        </p:nvSpPr>
        <p:spPr>
          <a:xfrm rot="-65983">
            <a:off x="2346853" y="3606865"/>
            <a:ext cx="3256019" cy="85725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i="0" lang="en-US" sz="4500" u="none" cap="none" strike="noStrike">
                <a:solidFill>
                  <a:srgbClr val="000000"/>
                </a:solidFill>
                <a:latin typeface="Arial"/>
                <a:ea typeface="Arial"/>
                <a:cs typeface="Arial"/>
                <a:sym typeface="Arial"/>
              </a:rPr>
              <a:t>Definición:</a:t>
            </a:r>
            <a:endParaRPr/>
          </a:p>
        </p:txBody>
      </p:sp>
      <p:sp>
        <p:nvSpPr>
          <p:cNvPr id="267" name="Google Shape;267;p10"/>
          <p:cNvSpPr txBox="1"/>
          <p:nvPr/>
        </p:nvSpPr>
        <p:spPr>
          <a:xfrm rot="-66009">
            <a:off x="2335858" y="4749503"/>
            <a:ext cx="7234334" cy="449603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2300" u="none" cap="none" strike="noStrike">
                <a:solidFill>
                  <a:srgbClr val="000000"/>
                </a:solidFill>
                <a:latin typeface="DM Sans"/>
                <a:ea typeface="DM Sans"/>
                <a:cs typeface="DM Sans"/>
                <a:sym typeface="DM Sans"/>
              </a:rPr>
              <a:t>Se refiere a la forma en que los dispositivos de una red comparten el medio de transmisión para enviar y recibir datos. El medio de transmisión puede ser un cable de cobre, una fibra óptica o el aire (en el caso de redes inalámbricas).</a:t>
            </a:r>
            <a:endParaRPr/>
          </a:p>
          <a:p>
            <a:pPr indent="0" lvl="0" marL="0" marR="0" rtl="0" algn="l">
              <a:lnSpc>
                <a:spcPct val="130000"/>
              </a:lnSpc>
              <a:spcBef>
                <a:spcPts val="0"/>
              </a:spcBef>
              <a:spcAft>
                <a:spcPts val="0"/>
              </a:spcAft>
              <a:buNone/>
            </a:pPr>
            <a:r>
              <a:t/>
            </a:r>
            <a:endParaRPr b="0" i="0" sz="2300" u="none" cap="none" strike="noStrike">
              <a:solidFill>
                <a:srgbClr val="000000"/>
              </a:solidFill>
              <a:latin typeface="DM Sans"/>
              <a:ea typeface="DM Sans"/>
              <a:cs typeface="DM Sans"/>
              <a:sym typeface="DM Sans"/>
            </a:endParaRPr>
          </a:p>
          <a:p>
            <a:pPr indent="0" lvl="0" marL="0" marR="0" rtl="0" algn="l">
              <a:lnSpc>
                <a:spcPct val="130000"/>
              </a:lnSpc>
              <a:spcBef>
                <a:spcPts val="0"/>
              </a:spcBef>
              <a:spcAft>
                <a:spcPts val="0"/>
              </a:spcAft>
              <a:buNone/>
            </a:pPr>
            <a:r>
              <a:rPr b="0" i="0" lang="en-US" sz="2300" u="none" cap="none" strike="noStrike">
                <a:solidFill>
                  <a:srgbClr val="000000"/>
                </a:solidFill>
                <a:latin typeface="DM Sans"/>
                <a:ea typeface="DM Sans"/>
                <a:cs typeface="DM Sans"/>
                <a:sym typeface="DM Sans"/>
              </a:rPr>
              <a:t>Hay dos tipos principales de acceso al medio: acceso por división de tiempo (TDMA, por sus siglas en inglés) y acceso por división de frecuencia (FDMA, por sus siglas en inglés).</a:t>
            </a:r>
            <a:endParaRPr/>
          </a:p>
        </p:txBody>
      </p:sp>
      <p:sp>
        <p:nvSpPr>
          <p:cNvPr id="268" name="Google Shape;268;p10"/>
          <p:cNvSpPr txBox="1"/>
          <p:nvPr/>
        </p:nvSpPr>
        <p:spPr>
          <a:xfrm rot="315681">
            <a:off x="11141509" y="3677063"/>
            <a:ext cx="5394830" cy="1680517"/>
          </a:xfrm>
          <a:prstGeom prst="rect">
            <a:avLst/>
          </a:prstGeom>
          <a:noFill/>
          <a:ln>
            <a:noFill/>
          </a:ln>
        </p:spPr>
        <p:txBody>
          <a:bodyPr anchorCtr="0" anchor="t" bIns="0" lIns="0" spcFirstLastPara="1" rIns="0" wrap="square" tIns="0">
            <a:spAutoFit/>
          </a:bodyPr>
          <a:lstStyle/>
          <a:p>
            <a:pPr indent="0" lvl="0" marL="0" marR="0" rtl="0" algn="l">
              <a:lnSpc>
                <a:spcPct val="105999"/>
              </a:lnSpc>
              <a:spcBef>
                <a:spcPts val="0"/>
              </a:spcBef>
              <a:spcAft>
                <a:spcPts val="0"/>
              </a:spcAft>
              <a:buNone/>
            </a:pPr>
            <a:r>
              <a:rPr b="1" i="0" lang="en-US" sz="5300" u="none" cap="none" strike="noStrike">
                <a:solidFill>
                  <a:srgbClr val="000000"/>
                </a:solidFill>
                <a:latin typeface="Arial"/>
                <a:ea typeface="Arial"/>
                <a:cs typeface="Arial"/>
                <a:sym typeface="Arial"/>
              </a:rPr>
              <a:t>Tipos Principales</a:t>
            </a:r>
            <a:endParaRPr/>
          </a:p>
        </p:txBody>
      </p:sp>
      <p:sp>
        <p:nvSpPr>
          <p:cNvPr id="269" name="Google Shape;269;p10"/>
          <p:cNvSpPr txBox="1"/>
          <p:nvPr/>
        </p:nvSpPr>
        <p:spPr>
          <a:xfrm rot="296512">
            <a:off x="11591274" y="5393083"/>
            <a:ext cx="2818052" cy="1099820"/>
          </a:xfrm>
          <a:prstGeom prst="rect">
            <a:avLst/>
          </a:prstGeom>
          <a:noFill/>
          <a:ln>
            <a:noFill/>
          </a:ln>
        </p:spPr>
        <p:txBody>
          <a:bodyPr anchorCtr="0" anchor="t" bIns="0" lIns="0" spcFirstLastPara="1" rIns="0" wrap="square" tIns="0">
            <a:spAutoFit/>
          </a:bodyPr>
          <a:lstStyle/>
          <a:p>
            <a:pPr indent="-367027" lvl="1" marL="734055" marR="0" rtl="0" algn="l">
              <a:lnSpc>
                <a:spcPct val="130008"/>
              </a:lnSpc>
              <a:spcBef>
                <a:spcPts val="0"/>
              </a:spcBef>
              <a:spcAft>
                <a:spcPts val="0"/>
              </a:spcAft>
              <a:buClr>
                <a:srgbClr val="000000"/>
              </a:buClr>
              <a:buSzPts val="3399"/>
              <a:buFont typeface="Arial"/>
              <a:buChar char="•"/>
            </a:pPr>
            <a:r>
              <a:rPr b="0" i="0" lang="en-US" sz="3399" u="none" cap="none" strike="noStrike">
                <a:solidFill>
                  <a:srgbClr val="000000"/>
                </a:solidFill>
                <a:latin typeface="DM Sans"/>
                <a:ea typeface="DM Sans"/>
                <a:cs typeface="DM Sans"/>
                <a:sym typeface="DM Sans"/>
              </a:rPr>
              <a:t>TDMA</a:t>
            </a:r>
            <a:endParaRPr/>
          </a:p>
          <a:p>
            <a:pPr indent="-367027" lvl="1" marL="734055" marR="0" rtl="0" algn="l">
              <a:lnSpc>
                <a:spcPct val="130008"/>
              </a:lnSpc>
              <a:spcBef>
                <a:spcPts val="0"/>
              </a:spcBef>
              <a:spcAft>
                <a:spcPts val="0"/>
              </a:spcAft>
              <a:buClr>
                <a:srgbClr val="000000"/>
              </a:buClr>
              <a:buSzPts val="3399"/>
              <a:buFont typeface="Arial"/>
              <a:buChar char="•"/>
            </a:pPr>
            <a:r>
              <a:rPr b="0" i="0" lang="en-US" sz="3399" u="none" cap="none" strike="noStrike">
                <a:solidFill>
                  <a:srgbClr val="000000"/>
                </a:solidFill>
                <a:latin typeface="DM Sans"/>
                <a:ea typeface="DM Sans"/>
                <a:cs typeface="DM Sans"/>
                <a:sym typeface="DM Sans"/>
              </a:rPr>
              <a:t>FDMA</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1C5E9"/>
        </a:solidFill>
      </p:bgPr>
    </p:bg>
    <p:spTree>
      <p:nvGrpSpPr>
        <p:cNvPr id="273" name="Shape 273"/>
        <p:cNvGrpSpPr/>
        <p:nvPr/>
      </p:nvGrpSpPr>
      <p:grpSpPr>
        <a:xfrm>
          <a:off x="0" y="0"/>
          <a:ext cx="0" cy="0"/>
          <a:chOff x="0" y="0"/>
          <a:chExt cx="0" cy="0"/>
        </a:xfrm>
      </p:grpSpPr>
      <p:sp>
        <p:nvSpPr>
          <p:cNvPr id="274" name="Google Shape;274;p11"/>
          <p:cNvSpPr/>
          <p:nvPr/>
        </p:nvSpPr>
        <p:spPr>
          <a:xfrm rot="5400000">
            <a:off x="4798355" y="-244754"/>
            <a:ext cx="7873590" cy="11132517"/>
          </a:xfrm>
          <a:custGeom>
            <a:rect b="b" l="l" r="r" t="t"/>
            <a:pathLst>
              <a:path extrusionOk="0" h="11132517" w="7873590">
                <a:moveTo>
                  <a:pt x="0" y="0"/>
                </a:moveTo>
                <a:lnTo>
                  <a:pt x="7873590" y="0"/>
                </a:lnTo>
                <a:lnTo>
                  <a:pt x="7873590" y="11132518"/>
                </a:lnTo>
                <a:lnTo>
                  <a:pt x="0" y="11132518"/>
                </a:lnTo>
                <a:lnTo>
                  <a:pt x="0" y="0"/>
                </a:lnTo>
                <a:close/>
              </a:path>
            </a:pathLst>
          </a:custGeom>
          <a:blipFill rotWithShape="1">
            <a:blip r:embed="rId3">
              <a:alphaModFix/>
            </a:blip>
            <a:stretch>
              <a:fillRect b="0" l="0" r="0" t="0"/>
            </a:stretch>
          </a:blipFill>
          <a:ln>
            <a:noFill/>
          </a:ln>
        </p:spPr>
      </p:sp>
      <p:sp>
        <p:nvSpPr>
          <p:cNvPr id="275" name="Google Shape;275;p11"/>
          <p:cNvSpPr/>
          <p:nvPr/>
        </p:nvSpPr>
        <p:spPr>
          <a:xfrm rot="10472255">
            <a:off x="15552867" y="-1626397"/>
            <a:ext cx="5396459" cy="4114800"/>
          </a:xfrm>
          <a:custGeom>
            <a:rect b="b" l="l" r="r" t="t"/>
            <a:pathLst>
              <a:path extrusionOk="0" h="4114800" w="5396459">
                <a:moveTo>
                  <a:pt x="0" y="0"/>
                </a:moveTo>
                <a:lnTo>
                  <a:pt x="5396459" y="0"/>
                </a:lnTo>
                <a:lnTo>
                  <a:pt x="5396459" y="4114800"/>
                </a:lnTo>
                <a:lnTo>
                  <a:pt x="0" y="4114800"/>
                </a:lnTo>
                <a:lnTo>
                  <a:pt x="0" y="0"/>
                </a:lnTo>
                <a:close/>
              </a:path>
            </a:pathLst>
          </a:custGeom>
          <a:blipFill rotWithShape="1">
            <a:blip r:embed="rId4">
              <a:alphaModFix/>
            </a:blip>
            <a:stretch>
              <a:fillRect b="0" l="0" r="0" t="0"/>
            </a:stretch>
          </a:blipFill>
          <a:ln>
            <a:noFill/>
          </a:ln>
        </p:spPr>
      </p:sp>
      <p:sp>
        <p:nvSpPr>
          <p:cNvPr id="276" name="Google Shape;276;p11"/>
          <p:cNvSpPr/>
          <p:nvPr/>
        </p:nvSpPr>
        <p:spPr>
          <a:xfrm rot="5947534">
            <a:off x="5442991" y="-3000949"/>
            <a:ext cx="2978086" cy="4114800"/>
          </a:xfrm>
          <a:custGeom>
            <a:rect b="b" l="l" r="r" t="t"/>
            <a:pathLst>
              <a:path extrusionOk="0" h="4114800" w="2978086">
                <a:moveTo>
                  <a:pt x="0" y="0"/>
                </a:moveTo>
                <a:lnTo>
                  <a:pt x="2978086" y="0"/>
                </a:lnTo>
                <a:lnTo>
                  <a:pt x="2978086" y="4114800"/>
                </a:lnTo>
                <a:lnTo>
                  <a:pt x="0" y="4114800"/>
                </a:lnTo>
                <a:lnTo>
                  <a:pt x="0" y="0"/>
                </a:lnTo>
                <a:close/>
              </a:path>
            </a:pathLst>
          </a:custGeom>
          <a:blipFill rotWithShape="1">
            <a:blip r:embed="rId5">
              <a:alphaModFix/>
            </a:blip>
            <a:stretch>
              <a:fillRect b="0" l="0" r="0" t="0"/>
            </a:stretch>
          </a:blipFill>
          <a:ln>
            <a:noFill/>
          </a:ln>
        </p:spPr>
      </p:sp>
      <p:sp>
        <p:nvSpPr>
          <p:cNvPr id="277" name="Google Shape;277;p11"/>
          <p:cNvSpPr/>
          <p:nvPr/>
        </p:nvSpPr>
        <p:spPr>
          <a:xfrm rot="-4370532">
            <a:off x="-2215631" y="7617785"/>
            <a:ext cx="2978086" cy="4114800"/>
          </a:xfrm>
          <a:custGeom>
            <a:rect b="b" l="l" r="r" t="t"/>
            <a:pathLst>
              <a:path extrusionOk="0" h="4114800" w="2978086">
                <a:moveTo>
                  <a:pt x="0" y="0"/>
                </a:moveTo>
                <a:lnTo>
                  <a:pt x="2978086" y="0"/>
                </a:lnTo>
                <a:lnTo>
                  <a:pt x="2978086" y="4114800"/>
                </a:lnTo>
                <a:lnTo>
                  <a:pt x="0" y="4114800"/>
                </a:lnTo>
                <a:lnTo>
                  <a:pt x="0" y="0"/>
                </a:lnTo>
                <a:close/>
              </a:path>
            </a:pathLst>
          </a:custGeom>
          <a:blipFill rotWithShape="1">
            <a:blip r:embed="rId5">
              <a:alphaModFix/>
            </a:blip>
            <a:stretch>
              <a:fillRect b="0" l="0" r="0" t="0"/>
            </a:stretch>
          </a:blipFill>
          <a:ln>
            <a:noFill/>
          </a:ln>
        </p:spPr>
      </p:sp>
      <p:sp>
        <p:nvSpPr>
          <p:cNvPr id="278" name="Google Shape;278;p11"/>
          <p:cNvSpPr/>
          <p:nvPr/>
        </p:nvSpPr>
        <p:spPr>
          <a:xfrm rot="5336227">
            <a:off x="14245633" y="1346379"/>
            <a:ext cx="1209807" cy="2452951"/>
          </a:xfrm>
          <a:custGeom>
            <a:rect b="b" l="l" r="r" t="t"/>
            <a:pathLst>
              <a:path extrusionOk="0" h="2452951" w="1209807">
                <a:moveTo>
                  <a:pt x="0" y="0"/>
                </a:moveTo>
                <a:lnTo>
                  <a:pt x="1209807" y="0"/>
                </a:lnTo>
                <a:lnTo>
                  <a:pt x="1209807" y="2452951"/>
                </a:lnTo>
                <a:lnTo>
                  <a:pt x="0" y="2452951"/>
                </a:lnTo>
                <a:lnTo>
                  <a:pt x="0" y="0"/>
                </a:lnTo>
                <a:close/>
              </a:path>
            </a:pathLst>
          </a:custGeom>
          <a:blipFill rotWithShape="1">
            <a:blip r:embed="rId6">
              <a:alphaModFix/>
            </a:blip>
            <a:stretch>
              <a:fillRect b="-23885" l="-165097" r="0" t="0"/>
            </a:stretch>
          </a:blipFill>
          <a:ln>
            <a:noFill/>
          </a:ln>
        </p:spPr>
      </p:sp>
      <p:sp>
        <p:nvSpPr>
          <p:cNvPr id="279" name="Google Shape;279;p11"/>
          <p:cNvSpPr txBox="1"/>
          <p:nvPr/>
        </p:nvSpPr>
        <p:spPr>
          <a:xfrm>
            <a:off x="3480083" y="2428509"/>
            <a:ext cx="10095000" cy="1000500"/>
          </a:xfrm>
          <a:prstGeom prst="rect">
            <a:avLst/>
          </a:prstGeom>
          <a:noFill/>
          <a:ln>
            <a:noFill/>
          </a:ln>
        </p:spPr>
        <p:txBody>
          <a:bodyPr anchorCtr="0" anchor="t" bIns="0" lIns="0" spcFirstLastPara="1" rIns="0" wrap="square" tIns="0">
            <a:spAutoFit/>
          </a:bodyPr>
          <a:lstStyle/>
          <a:p>
            <a:pPr indent="0" lvl="0" marL="0" marR="0" rtl="0" algn="ctr">
              <a:lnSpc>
                <a:spcPct val="105999"/>
              </a:lnSpc>
              <a:spcBef>
                <a:spcPts val="0"/>
              </a:spcBef>
              <a:spcAft>
                <a:spcPts val="0"/>
              </a:spcAft>
              <a:buNone/>
            </a:pPr>
            <a:r>
              <a:rPr b="1" i="0" lang="en-US" sz="6500" u="none" cap="none" strike="noStrike">
                <a:solidFill>
                  <a:srgbClr val="000000"/>
                </a:solidFill>
                <a:latin typeface="Arial"/>
                <a:ea typeface="Arial"/>
                <a:cs typeface="Arial"/>
                <a:sym typeface="Arial"/>
              </a:rPr>
              <a:t>Tipos de acceso al medio</a:t>
            </a:r>
            <a:endParaRPr sz="1300"/>
          </a:p>
        </p:txBody>
      </p:sp>
      <p:sp>
        <p:nvSpPr>
          <p:cNvPr id="280" name="Google Shape;280;p11"/>
          <p:cNvSpPr txBox="1"/>
          <p:nvPr/>
        </p:nvSpPr>
        <p:spPr>
          <a:xfrm>
            <a:off x="3601489" y="3930719"/>
            <a:ext cx="9852179" cy="3714750"/>
          </a:xfrm>
          <a:prstGeom prst="rect">
            <a:avLst/>
          </a:prstGeom>
          <a:noFill/>
          <a:ln>
            <a:noFill/>
          </a:ln>
        </p:spPr>
        <p:txBody>
          <a:bodyPr anchorCtr="0" anchor="t" bIns="0" lIns="0" spcFirstLastPara="1" rIns="0" wrap="square" tIns="0">
            <a:spAutoFit/>
          </a:bodyPr>
          <a:lstStyle/>
          <a:p>
            <a:pPr indent="-269874" lvl="1" marL="539749" marR="0" rtl="0" algn="just">
              <a:lnSpc>
                <a:spcPct val="120008"/>
              </a:lnSpc>
              <a:spcBef>
                <a:spcPts val="0"/>
              </a:spcBef>
              <a:spcAft>
                <a:spcPts val="0"/>
              </a:spcAft>
              <a:buClr>
                <a:srgbClr val="000000"/>
              </a:buClr>
              <a:buSzPts val="2499"/>
              <a:buFont typeface="Arial"/>
              <a:buChar char="•"/>
            </a:pPr>
            <a:r>
              <a:rPr b="0" i="0" lang="en-US" sz="2499" u="none" cap="none" strike="noStrike">
                <a:solidFill>
                  <a:srgbClr val="000000"/>
                </a:solidFill>
                <a:latin typeface="DM Sans"/>
                <a:ea typeface="DM Sans"/>
                <a:cs typeface="DM Sans"/>
                <a:sym typeface="DM Sans"/>
              </a:rPr>
              <a:t>En el acceso por división de tiempo, el medio de transmisión se divide en tiempos de transmisión asignados a diferentes dispositivos. Cada dispositivo tiene un período de tiempo asignado para transmitir y recibir datos, y solo puede transmitir durante ese período.</a:t>
            </a:r>
            <a:endParaRPr/>
          </a:p>
          <a:p>
            <a:pPr indent="-269874" lvl="1" marL="539749" marR="0" rtl="0" algn="just">
              <a:lnSpc>
                <a:spcPct val="120008"/>
              </a:lnSpc>
              <a:spcBef>
                <a:spcPts val="0"/>
              </a:spcBef>
              <a:spcAft>
                <a:spcPts val="0"/>
              </a:spcAft>
              <a:buClr>
                <a:srgbClr val="000000"/>
              </a:buClr>
              <a:buSzPts val="2499"/>
              <a:buFont typeface="Arial"/>
              <a:buChar char="•"/>
            </a:pPr>
            <a:r>
              <a:rPr b="0" i="0" lang="en-US" sz="2499" u="none" cap="none" strike="noStrike">
                <a:solidFill>
                  <a:srgbClr val="000000"/>
                </a:solidFill>
                <a:latin typeface="DM Sans"/>
                <a:ea typeface="DM Sans"/>
                <a:cs typeface="DM Sans"/>
                <a:sym typeface="DM Sans"/>
              </a:rPr>
              <a:t>En el acceso por división de frecuencia, el medio de transmisión se divide en bandas de frecuencia asignadas a diferentes dispositivos. Cada dispositivo tiene una banda de frecuencia asignada para transmitir y recibir datos, y solo puede transmitir en esa banda.</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CD46"/>
        </a:solidFill>
      </p:bgPr>
    </p:bg>
    <p:spTree>
      <p:nvGrpSpPr>
        <p:cNvPr id="284" name="Shape 284"/>
        <p:cNvGrpSpPr/>
        <p:nvPr/>
      </p:nvGrpSpPr>
      <p:grpSpPr>
        <a:xfrm>
          <a:off x="0" y="0"/>
          <a:ext cx="0" cy="0"/>
          <a:chOff x="0" y="0"/>
          <a:chExt cx="0" cy="0"/>
        </a:xfrm>
      </p:grpSpPr>
      <p:sp>
        <p:nvSpPr>
          <p:cNvPr id="285" name="Google Shape;285;p12"/>
          <p:cNvSpPr/>
          <p:nvPr/>
        </p:nvSpPr>
        <p:spPr>
          <a:xfrm rot="315885">
            <a:off x="7787552" y="3775386"/>
            <a:ext cx="7513387" cy="4931514"/>
          </a:xfrm>
          <a:custGeom>
            <a:rect b="b" l="l" r="r" t="t"/>
            <a:pathLst>
              <a:path extrusionOk="0" h="4931514" w="7513387">
                <a:moveTo>
                  <a:pt x="0" y="0"/>
                </a:moveTo>
                <a:lnTo>
                  <a:pt x="7513386" y="0"/>
                </a:lnTo>
                <a:lnTo>
                  <a:pt x="7513386" y="4931514"/>
                </a:lnTo>
                <a:lnTo>
                  <a:pt x="0" y="4931514"/>
                </a:lnTo>
                <a:lnTo>
                  <a:pt x="0" y="0"/>
                </a:lnTo>
                <a:close/>
              </a:path>
            </a:pathLst>
          </a:custGeom>
          <a:blipFill rotWithShape="1">
            <a:blip r:embed="rId3">
              <a:alphaModFix/>
            </a:blip>
            <a:stretch>
              <a:fillRect b="0" l="0" r="0" t="0"/>
            </a:stretch>
          </a:blipFill>
          <a:ln>
            <a:noFill/>
          </a:ln>
        </p:spPr>
      </p:sp>
      <p:sp>
        <p:nvSpPr>
          <p:cNvPr id="286" name="Google Shape;286;p12"/>
          <p:cNvSpPr/>
          <p:nvPr/>
        </p:nvSpPr>
        <p:spPr>
          <a:xfrm rot="-266862">
            <a:off x="2743409" y="2871761"/>
            <a:ext cx="5990432" cy="5839575"/>
          </a:xfrm>
          <a:custGeom>
            <a:rect b="b" l="l" r="r" t="t"/>
            <a:pathLst>
              <a:path extrusionOk="0" h="5839575" w="5990432">
                <a:moveTo>
                  <a:pt x="0" y="0"/>
                </a:moveTo>
                <a:lnTo>
                  <a:pt x="5990432" y="0"/>
                </a:lnTo>
                <a:lnTo>
                  <a:pt x="5990432" y="5839574"/>
                </a:lnTo>
                <a:lnTo>
                  <a:pt x="0" y="5839574"/>
                </a:lnTo>
                <a:lnTo>
                  <a:pt x="0" y="0"/>
                </a:lnTo>
                <a:close/>
              </a:path>
            </a:pathLst>
          </a:custGeom>
          <a:blipFill rotWithShape="1">
            <a:blip r:embed="rId4">
              <a:alphaModFix/>
            </a:blip>
            <a:stretch>
              <a:fillRect b="-45036" l="0" r="0" t="0"/>
            </a:stretch>
          </a:blipFill>
          <a:ln>
            <a:noFill/>
          </a:ln>
        </p:spPr>
      </p:sp>
      <p:sp>
        <p:nvSpPr>
          <p:cNvPr id="287" name="Google Shape;287;p12"/>
          <p:cNvSpPr/>
          <p:nvPr/>
        </p:nvSpPr>
        <p:spPr>
          <a:xfrm rot="-82494">
            <a:off x="2911657" y="1750113"/>
            <a:ext cx="11731235" cy="6714183"/>
          </a:xfrm>
          <a:custGeom>
            <a:rect b="b" l="l" r="r" t="t"/>
            <a:pathLst>
              <a:path extrusionOk="0" h="6714183" w="11731235">
                <a:moveTo>
                  <a:pt x="0" y="0"/>
                </a:moveTo>
                <a:lnTo>
                  <a:pt x="11731235" y="0"/>
                </a:lnTo>
                <a:lnTo>
                  <a:pt x="11731235" y="6714183"/>
                </a:lnTo>
                <a:lnTo>
                  <a:pt x="0" y="6714183"/>
                </a:lnTo>
                <a:lnTo>
                  <a:pt x="0" y="0"/>
                </a:lnTo>
                <a:close/>
              </a:path>
            </a:pathLst>
          </a:custGeom>
          <a:blipFill rotWithShape="1">
            <a:blip r:embed="rId5">
              <a:alphaModFix/>
            </a:blip>
            <a:stretch>
              <a:fillRect b="-33422" l="0" r="0" t="0"/>
            </a:stretch>
          </a:blipFill>
          <a:ln>
            <a:noFill/>
          </a:ln>
        </p:spPr>
      </p:sp>
      <p:sp>
        <p:nvSpPr>
          <p:cNvPr id="288" name="Google Shape;288;p12"/>
          <p:cNvSpPr txBox="1"/>
          <p:nvPr/>
        </p:nvSpPr>
        <p:spPr>
          <a:xfrm rot="-82494">
            <a:off x="4978288" y="4417550"/>
            <a:ext cx="8468664" cy="1673139"/>
          </a:xfrm>
          <a:prstGeom prst="rect">
            <a:avLst/>
          </a:prstGeom>
          <a:noFill/>
          <a:ln>
            <a:noFill/>
          </a:ln>
        </p:spPr>
        <p:txBody>
          <a:bodyPr anchorCtr="0" anchor="t" bIns="0" lIns="0" spcFirstLastPara="1" rIns="0" wrap="square" tIns="0">
            <a:spAutoFit/>
          </a:bodyPr>
          <a:lstStyle/>
          <a:p>
            <a:pPr indent="0" lvl="0" marL="0" marR="0" rtl="0" algn="ctr">
              <a:lnSpc>
                <a:spcPct val="103999"/>
              </a:lnSpc>
              <a:spcBef>
                <a:spcPts val="0"/>
              </a:spcBef>
              <a:spcAft>
                <a:spcPts val="0"/>
              </a:spcAft>
              <a:buNone/>
            </a:pPr>
            <a:r>
              <a:rPr b="1" i="0" lang="en-US" sz="10152" u="none" cap="none" strike="noStrike">
                <a:solidFill>
                  <a:srgbClr val="000000"/>
                </a:solidFill>
                <a:latin typeface="Arial"/>
                <a:ea typeface="Arial"/>
                <a:cs typeface="Arial"/>
                <a:sym typeface="Arial"/>
              </a:rPr>
              <a:t>Conmutación</a:t>
            </a:r>
            <a:endParaRPr/>
          </a:p>
        </p:txBody>
      </p:sp>
      <p:sp>
        <p:nvSpPr>
          <p:cNvPr id="289" name="Google Shape;289;p12"/>
          <p:cNvSpPr/>
          <p:nvPr/>
        </p:nvSpPr>
        <p:spPr>
          <a:xfrm>
            <a:off x="2526002" y="1208717"/>
            <a:ext cx="3038649" cy="2879120"/>
          </a:xfrm>
          <a:custGeom>
            <a:rect b="b" l="l" r="r" t="t"/>
            <a:pathLst>
              <a:path extrusionOk="0" h="2879120" w="3038649">
                <a:moveTo>
                  <a:pt x="0" y="0"/>
                </a:moveTo>
                <a:lnTo>
                  <a:pt x="3038649" y="0"/>
                </a:lnTo>
                <a:lnTo>
                  <a:pt x="3038649" y="2879120"/>
                </a:lnTo>
                <a:lnTo>
                  <a:pt x="0" y="2879120"/>
                </a:lnTo>
                <a:lnTo>
                  <a:pt x="0" y="0"/>
                </a:lnTo>
                <a:close/>
              </a:path>
            </a:pathLst>
          </a:custGeom>
          <a:blipFill rotWithShape="1">
            <a:blip r:embed="rId6">
              <a:alphaModFix/>
            </a:blip>
            <a:stretch>
              <a:fillRect b="0" l="0" r="0" t="0"/>
            </a:stretch>
          </a:blipFill>
          <a:ln>
            <a:noFill/>
          </a:ln>
        </p:spPr>
      </p:sp>
      <p:sp>
        <p:nvSpPr>
          <p:cNvPr id="290" name="Google Shape;290;p12"/>
          <p:cNvSpPr/>
          <p:nvPr/>
        </p:nvSpPr>
        <p:spPr>
          <a:xfrm>
            <a:off x="-1489043" y="5940621"/>
            <a:ext cx="2978086" cy="4114800"/>
          </a:xfrm>
          <a:custGeom>
            <a:rect b="b" l="l" r="r" t="t"/>
            <a:pathLst>
              <a:path extrusionOk="0" h="4114800" w="2978086">
                <a:moveTo>
                  <a:pt x="0" y="0"/>
                </a:moveTo>
                <a:lnTo>
                  <a:pt x="2978086" y="0"/>
                </a:lnTo>
                <a:lnTo>
                  <a:pt x="2978086" y="4114800"/>
                </a:lnTo>
                <a:lnTo>
                  <a:pt x="0" y="4114800"/>
                </a:lnTo>
                <a:lnTo>
                  <a:pt x="0" y="0"/>
                </a:lnTo>
                <a:close/>
              </a:path>
            </a:pathLst>
          </a:custGeom>
          <a:blipFill rotWithShape="1">
            <a:blip r:embed="rId7">
              <a:alphaModFix/>
            </a:blip>
            <a:stretch>
              <a:fillRect b="0" l="0" r="0" t="0"/>
            </a:stretch>
          </a:blipFill>
          <a:ln>
            <a:noFill/>
          </a:ln>
        </p:spPr>
      </p:sp>
      <p:sp>
        <p:nvSpPr>
          <p:cNvPr id="291" name="Google Shape;291;p12"/>
          <p:cNvSpPr/>
          <p:nvPr/>
        </p:nvSpPr>
        <p:spPr>
          <a:xfrm>
            <a:off x="12399360" y="4481928"/>
            <a:ext cx="4572264" cy="4653704"/>
          </a:xfrm>
          <a:custGeom>
            <a:rect b="b" l="l" r="r" t="t"/>
            <a:pathLst>
              <a:path extrusionOk="0" h="4653704" w="4572264">
                <a:moveTo>
                  <a:pt x="0" y="0"/>
                </a:moveTo>
                <a:lnTo>
                  <a:pt x="4572265" y="0"/>
                </a:lnTo>
                <a:lnTo>
                  <a:pt x="4572265" y="4653705"/>
                </a:lnTo>
                <a:lnTo>
                  <a:pt x="0" y="4653705"/>
                </a:lnTo>
                <a:lnTo>
                  <a:pt x="0" y="0"/>
                </a:lnTo>
                <a:close/>
              </a:path>
            </a:pathLst>
          </a:custGeom>
          <a:blipFill rotWithShape="1">
            <a:blip r:embed="rId8">
              <a:alphaModFix/>
            </a:blip>
            <a:stretch>
              <a:fillRect b="0" l="0" r="0" t="0"/>
            </a:stretch>
          </a:blipFill>
          <a:ln>
            <a:noFill/>
          </a:ln>
        </p:spPr>
      </p:sp>
      <p:sp>
        <p:nvSpPr>
          <p:cNvPr id="292" name="Google Shape;292;p12"/>
          <p:cNvSpPr/>
          <p:nvPr/>
        </p:nvSpPr>
        <p:spPr>
          <a:xfrm rot="-10197389">
            <a:off x="15531917" y="-653517"/>
            <a:ext cx="5396459" cy="4114800"/>
          </a:xfrm>
          <a:custGeom>
            <a:rect b="b" l="l" r="r" t="t"/>
            <a:pathLst>
              <a:path extrusionOk="0" h="4114800" w="5396459">
                <a:moveTo>
                  <a:pt x="0" y="0"/>
                </a:moveTo>
                <a:lnTo>
                  <a:pt x="5396459" y="0"/>
                </a:lnTo>
                <a:lnTo>
                  <a:pt x="5396459" y="4114800"/>
                </a:lnTo>
                <a:lnTo>
                  <a:pt x="0" y="4114800"/>
                </a:lnTo>
                <a:lnTo>
                  <a:pt x="0" y="0"/>
                </a:lnTo>
                <a:close/>
              </a:path>
            </a:pathLst>
          </a:custGeom>
          <a:blipFill rotWithShape="1">
            <a:blip r:embed="rId9">
              <a:alphaModFix/>
            </a:blip>
            <a:stretch>
              <a:fillRect b="0" l="0" r="0" t="0"/>
            </a:stretch>
          </a:blipFill>
          <a:ln>
            <a:noFill/>
          </a:ln>
        </p:spPr>
      </p:sp>
      <p:sp>
        <p:nvSpPr>
          <p:cNvPr id="293" name="Google Shape;293;p12"/>
          <p:cNvSpPr/>
          <p:nvPr/>
        </p:nvSpPr>
        <p:spPr>
          <a:xfrm rot="-9994124">
            <a:off x="5425198" y="9403862"/>
            <a:ext cx="5875677" cy="3238967"/>
          </a:xfrm>
          <a:custGeom>
            <a:rect b="b" l="l" r="r" t="t"/>
            <a:pathLst>
              <a:path extrusionOk="0" h="3238967" w="5875677">
                <a:moveTo>
                  <a:pt x="0" y="0"/>
                </a:moveTo>
                <a:lnTo>
                  <a:pt x="5875677" y="0"/>
                </a:lnTo>
                <a:lnTo>
                  <a:pt x="5875677" y="3238967"/>
                </a:lnTo>
                <a:lnTo>
                  <a:pt x="0" y="3238967"/>
                </a:lnTo>
                <a:lnTo>
                  <a:pt x="0" y="0"/>
                </a:lnTo>
                <a:close/>
              </a:path>
            </a:pathLst>
          </a:custGeom>
          <a:blipFill rotWithShape="1">
            <a:blip r:embed="rId10">
              <a:alphaModFix/>
            </a:blip>
            <a:stretch>
              <a:fillRect b="0" l="0" r="0" t="0"/>
            </a:stretch>
          </a:blipFill>
          <a:ln>
            <a:noFill/>
          </a:ln>
        </p:spPr>
      </p:sp>
      <p:sp>
        <p:nvSpPr>
          <p:cNvPr id="294" name="Google Shape;294;p12"/>
          <p:cNvSpPr/>
          <p:nvPr/>
        </p:nvSpPr>
        <p:spPr>
          <a:xfrm rot="-7239578">
            <a:off x="-916157" y="-1028700"/>
            <a:ext cx="2227136" cy="4114800"/>
          </a:xfrm>
          <a:custGeom>
            <a:rect b="b" l="l" r="r" t="t"/>
            <a:pathLst>
              <a:path extrusionOk="0" h="4114800" w="2227136">
                <a:moveTo>
                  <a:pt x="0" y="0"/>
                </a:moveTo>
                <a:lnTo>
                  <a:pt x="2227136" y="0"/>
                </a:lnTo>
                <a:lnTo>
                  <a:pt x="2227136" y="4114800"/>
                </a:lnTo>
                <a:lnTo>
                  <a:pt x="0" y="4114800"/>
                </a:lnTo>
                <a:lnTo>
                  <a:pt x="0" y="0"/>
                </a:lnTo>
                <a:close/>
              </a:path>
            </a:pathLst>
          </a:custGeom>
          <a:blipFill rotWithShape="1">
            <a:blip r:embed="rId11">
              <a:alphaModFix/>
            </a:blip>
            <a:stretch>
              <a:fillRect b="0" l="0" r="0" t="0"/>
            </a:stretch>
          </a:blipFill>
          <a:ln>
            <a:noFill/>
          </a:ln>
        </p:spPr>
      </p:sp>
      <p:sp>
        <p:nvSpPr>
          <p:cNvPr id="295" name="Google Shape;295;p12"/>
          <p:cNvSpPr/>
          <p:nvPr/>
        </p:nvSpPr>
        <p:spPr>
          <a:xfrm rot="2598121">
            <a:off x="2491871" y="7209833"/>
            <a:ext cx="3007321" cy="1759283"/>
          </a:xfrm>
          <a:custGeom>
            <a:rect b="b" l="l" r="r" t="t"/>
            <a:pathLst>
              <a:path extrusionOk="0" h="1759283" w="3007321">
                <a:moveTo>
                  <a:pt x="0" y="0"/>
                </a:moveTo>
                <a:lnTo>
                  <a:pt x="3007320" y="0"/>
                </a:lnTo>
                <a:lnTo>
                  <a:pt x="3007320" y="1759283"/>
                </a:lnTo>
                <a:lnTo>
                  <a:pt x="0" y="1759283"/>
                </a:lnTo>
                <a:lnTo>
                  <a:pt x="0" y="0"/>
                </a:lnTo>
                <a:close/>
              </a:path>
            </a:pathLst>
          </a:custGeom>
          <a:blipFill rotWithShape="1">
            <a:blip r:embed="rId12">
              <a:alphaModFix/>
            </a:blip>
            <a:stretch>
              <a:fillRect b="0" l="0" r="0" t="0"/>
            </a:stretch>
          </a:blipFill>
          <a:ln>
            <a:noFill/>
          </a:ln>
        </p:spPr>
      </p:sp>
      <p:sp>
        <p:nvSpPr>
          <p:cNvPr id="296" name="Google Shape;296;p12"/>
          <p:cNvSpPr/>
          <p:nvPr/>
        </p:nvSpPr>
        <p:spPr>
          <a:xfrm rot="3945637">
            <a:off x="13786679" y="3168847"/>
            <a:ext cx="1146208" cy="2324001"/>
          </a:xfrm>
          <a:custGeom>
            <a:rect b="b" l="l" r="r" t="t"/>
            <a:pathLst>
              <a:path extrusionOk="0" h="2324001" w="1146208">
                <a:moveTo>
                  <a:pt x="0" y="0"/>
                </a:moveTo>
                <a:lnTo>
                  <a:pt x="1146208" y="0"/>
                </a:lnTo>
                <a:lnTo>
                  <a:pt x="1146208" y="2324000"/>
                </a:lnTo>
                <a:lnTo>
                  <a:pt x="0" y="2324000"/>
                </a:lnTo>
                <a:lnTo>
                  <a:pt x="0" y="0"/>
                </a:lnTo>
                <a:close/>
              </a:path>
            </a:pathLst>
          </a:custGeom>
          <a:blipFill rotWithShape="1">
            <a:blip r:embed="rId13">
              <a:alphaModFix/>
            </a:blip>
            <a:stretch>
              <a:fillRect b="-23885" l="-165097" r="0" t="0"/>
            </a:stretch>
          </a:blipFill>
          <a:ln>
            <a:noFill/>
          </a:ln>
        </p:spPr>
      </p:sp>
      <p:sp>
        <p:nvSpPr>
          <p:cNvPr id="297" name="Google Shape;297;p12"/>
          <p:cNvSpPr/>
          <p:nvPr/>
        </p:nvSpPr>
        <p:spPr>
          <a:xfrm rot="-5400000">
            <a:off x="16049771" y="7736121"/>
            <a:ext cx="5396459" cy="4114800"/>
          </a:xfrm>
          <a:custGeom>
            <a:rect b="b" l="l" r="r" t="t"/>
            <a:pathLst>
              <a:path extrusionOk="0" h="4114800" w="5396459">
                <a:moveTo>
                  <a:pt x="0" y="0"/>
                </a:moveTo>
                <a:lnTo>
                  <a:pt x="5396459" y="0"/>
                </a:lnTo>
                <a:lnTo>
                  <a:pt x="5396459" y="4114800"/>
                </a:lnTo>
                <a:lnTo>
                  <a:pt x="0" y="4114800"/>
                </a:lnTo>
                <a:lnTo>
                  <a:pt x="0" y="0"/>
                </a:lnTo>
                <a:close/>
              </a:path>
            </a:pathLst>
          </a:custGeom>
          <a:blipFill rotWithShape="1">
            <a:blip r:embed="rId9">
              <a:alphaModFix/>
            </a:blip>
            <a:stretch>
              <a:fillRect b="0" l="0" r="0" t="0"/>
            </a:stretch>
          </a:blipFill>
          <a:ln>
            <a:noFill/>
          </a:ln>
        </p:spPr>
      </p:sp>
      <p:sp>
        <p:nvSpPr>
          <p:cNvPr id="298" name="Google Shape;298;p12"/>
          <p:cNvSpPr/>
          <p:nvPr/>
        </p:nvSpPr>
        <p:spPr>
          <a:xfrm rot="10252938">
            <a:off x="8709979" y="-1552077"/>
            <a:ext cx="4257941" cy="2458961"/>
          </a:xfrm>
          <a:custGeom>
            <a:rect b="b" l="l" r="r" t="t"/>
            <a:pathLst>
              <a:path extrusionOk="0" h="2458961" w="4257941">
                <a:moveTo>
                  <a:pt x="0" y="0"/>
                </a:moveTo>
                <a:lnTo>
                  <a:pt x="4257941" y="0"/>
                </a:lnTo>
                <a:lnTo>
                  <a:pt x="4257941" y="2458961"/>
                </a:lnTo>
                <a:lnTo>
                  <a:pt x="0" y="2458961"/>
                </a:lnTo>
                <a:lnTo>
                  <a:pt x="0" y="0"/>
                </a:lnTo>
                <a:close/>
              </a:path>
            </a:pathLst>
          </a:custGeom>
          <a:blipFill rotWithShape="1">
            <a:blip r:embed="rId14">
              <a:alphaModFix/>
            </a:blip>
            <a:stretch>
              <a:fillRect b="0" l="0" r="0" t="0"/>
            </a:stretch>
          </a:blipFill>
          <a:ln>
            <a:noFill/>
          </a:ln>
        </p:spPr>
      </p:sp>
      <p:sp>
        <p:nvSpPr>
          <p:cNvPr id="299" name="Google Shape;299;p12"/>
          <p:cNvSpPr/>
          <p:nvPr/>
        </p:nvSpPr>
        <p:spPr>
          <a:xfrm rot="5947534">
            <a:off x="3555012" y="-2929516"/>
            <a:ext cx="2978086" cy="4114800"/>
          </a:xfrm>
          <a:custGeom>
            <a:rect b="b" l="l" r="r" t="t"/>
            <a:pathLst>
              <a:path extrusionOk="0" h="4114800" w="2978086">
                <a:moveTo>
                  <a:pt x="0" y="0"/>
                </a:moveTo>
                <a:lnTo>
                  <a:pt x="2978087" y="0"/>
                </a:lnTo>
                <a:lnTo>
                  <a:pt x="2978087" y="4114800"/>
                </a:lnTo>
                <a:lnTo>
                  <a:pt x="0" y="4114800"/>
                </a:lnTo>
                <a:lnTo>
                  <a:pt x="0" y="0"/>
                </a:lnTo>
                <a:close/>
              </a:path>
            </a:pathLst>
          </a:custGeom>
          <a:blipFill rotWithShape="1">
            <a:blip r:embed="rId7">
              <a:alphaModFix/>
            </a:blip>
            <a:stretch>
              <a:fillRect b="0" l="0" r="0" t="0"/>
            </a:stretch>
          </a:blipFill>
          <a:ln>
            <a:noFill/>
          </a:ln>
        </p:spPr>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CD46"/>
        </a:solidFill>
      </p:bgPr>
    </p:bg>
    <p:spTree>
      <p:nvGrpSpPr>
        <p:cNvPr id="303" name="Shape 303"/>
        <p:cNvGrpSpPr/>
        <p:nvPr/>
      </p:nvGrpSpPr>
      <p:grpSpPr>
        <a:xfrm>
          <a:off x="0" y="0"/>
          <a:ext cx="0" cy="0"/>
          <a:chOff x="0" y="0"/>
          <a:chExt cx="0" cy="0"/>
        </a:xfrm>
      </p:grpSpPr>
      <p:sp>
        <p:nvSpPr>
          <p:cNvPr id="304" name="Google Shape;304;p13"/>
          <p:cNvSpPr/>
          <p:nvPr/>
        </p:nvSpPr>
        <p:spPr>
          <a:xfrm rot="5334016">
            <a:off x="2984710" y="-330562"/>
            <a:ext cx="7947547" cy="11237085"/>
          </a:xfrm>
          <a:custGeom>
            <a:rect b="b" l="l" r="r" t="t"/>
            <a:pathLst>
              <a:path extrusionOk="0" h="11237085" w="7947547">
                <a:moveTo>
                  <a:pt x="0" y="0"/>
                </a:moveTo>
                <a:lnTo>
                  <a:pt x="7947547" y="0"/>
                </a:lnTo>
                <a:lnTo>
                  <a:pt x="7947547" y="11237086"/>
                </a:lnTo>
                <a:lnTo>
                  <a:pt x="0" y="11237086"/>
                </a:lnTo>
                <a:lnTo>
                  <a:pt x="0" y="0"/>
                </a:lnTo>
                <a:close/>
              </a:path>
            </a:pathLst>
          </a:custGeom>
          <a:blipFill rotWithShape="1">
            <a:blip r:embed="rId3">
              <a:alphaModFix/>
            </a:blip>
            <a:stretch>
              <a:fillRect b="0" l="0" r="0" t="0"/>
            </a:stretch>
          </a:blipFill>
          <a:ln>
            <a:noFill/>
          </a:ln>
        </p:spPr>
      </p:sp>
      <p:sp>
        <p:nvSpPr>
          <p:cNvPr id="305" name="Google Shape;305;p13"/>
          <p:cNvSpPr/>
          <p:nvPr/>
        </p:nvSpPr>
        <p:spPr>
          <a:xfrm rot="289427">
            <a:off x="10909787" y="2661597"/>
            <a:ext cx="5693033" cy="5693033"/>
          </a:xfrm>
          <a:custGeom>
            <a:rect b="b" l="l" r="r" t="t"/>
            <a:pathLst>
              <a:path extrusionOk="0" h="5693033" w="5693033">
                <a:moveTo>
                  <a:pt x="0" y="0"/>
                </a:moveTo>
                <a:lnTo>
                  <a:pt x="5693033" y="0"/>
                </a:lnTo>
                <a:lnTo>
                  <a:pt x="5693033" y="5693034"/>
                </a:lnTo>
                <a:lnTo>
                  <a:pt x="0" y="5693034"/>
                </a:lnTo>
                <a:lnTo>
                  <a:pt x="0" y="0"/>
                </a:lnTo>
                <a:close/>
              </a:path>
            </a:pathLst>
          </a:custGeom>
          <a:blipFill rotWithShape="1">
            <a:blip r:embed="rId4">
              <a:alphaModFix/>
            </a:blip>
            <a:stretch>
              <a:fillRect b="0" l="0" r="0" t="0"/>
            </a:stretch>
          </a:blipFill>
          <a:ln>
            <a:noFill/>
          </a:ln>
        </p:spPr>
      </p:sp>
      <p:sp>
        <p:nvSpPr>
          <p:cNvPr id="306" name="Google Shape;306;p13"/>
          <p:cNvSpPr/>
          <p:nvPr/>
        </p:nvSpPr>
        <p:spPr>
          <a:xfrm rot="-10703534">
            <a:off x="14045195" y="8969388"/>
            <a:ext cx="5875677" cy="3238967"/>
          </a:xfrm>
          <a:custGeom>
            <a:rect b="b" l="l" r="r" t="t"/>
            <a:pathLst>
              <a:path extrusionOk="0" h="3238967" w="5875677">
                <a:moveTo>
                  <a:pt x="0" y="0"/>
                </a:moveTo>
                <a:lnTo>
                  <a:pt x="5875677" y="0"/>
                </a:lnTo>
                <a:lnTo>
                  <a:pt x="5875677" y="3238967"/>
                </a:lnTo>
                <a:lnTo>
                  <a:pt x="0" y="3238967"/>
                </a:lnTo>
                <a:lnTo>
                  <a:pt x="0" y="0"/>
                </a:lnTo>
                <a:close/>
              </a:path>
            </a:pathLst>
          </a:custGeom>
          <a:blipFill rotWithShape="1">
            <a:blip r:embed="rId5">
              <a:alphaModFix/>
            </a:blip>
            <a:stretch>
              <a:fillRect b="0" l="0" r="0" t="0"/>
            </a:stretch>
          </a:blipFill>
          <a:ln>
            <a:noFill/>
          </a:ln>
        </p:spPr>
      </p:sp>
      <p:sp>
        <p:nvSpPr>
          <p:cNvPr id="307" name="Google Shape;307;p13"/>
          <p:cNvSpPr/>
          <p:nvPr/>
        </p:nvSpPr>
        <p:spPr>
          <a:xfrm rot="-8190165">
            <a:off x="-673911" y="-2226504"/>
            <a:ext cx="2227136" cy="4114800"/>
          </a:xfrm>
          <a:custGeom>
            <a:rect b="b" l="l" r="r" t="t"/>
            <a:pathLst>
              <a:path extrusionOk="0" h="4114800" w="2227136">
                <a:moveTo>
                  <a:pt x="0" y="0"/>
                </a:moveTo>
                <a:lnTo>
                  <a:pt x="2227135" y="0"/>
                </a:lnTo>
                <a:lnTo>
                  <a:pt x="2227135" y="4114800"/>
                </a:lnTo>
                <a:lnTo>
                  <a:pt x="0" y="4114800"/>
                </a:lnTo>
                <a:lnTo>
                  <a:pt x="0" y="0"/>
                </a:lnTo>
                <a:close/>
              </a:path>
            </a:pathLst>
          </a:custGeom>
          <a:blipFill rotWithShape="1">
            <a:blip r:embed="rId6">
              <a:alphaModFix/>
            </a:blip>
            <a:stretch>
              <a:fillRect b="0" l="0" r="0" t="0"/>
            </a:stretch>
          </a:blipFill>
          <a:ln>
            <a:noFill/>
          </a:ln>
        </p:spPr>
      </p:sp>
      <p:sp>
        <p:nvSpPr>
          <p:cNvPr id="308" name="Google Shape;308;p13"/>
          <p:cNvSpPr/>
          <p:nvPr/>
        </p:nvSpPr>
        <p:spPr>
          <a:xfrm rot="8941024">
            <a:off x="14751177" y="-2393404"/>
            <a:ext cx="4861231" cy="3706689"/>
          </a:xfrm>
          <a:custGeom>
            <a:rect b="b" l="l" r="r" t="t"/>
            <a:pathLst>
              <a:path extrusionOk="0" h="3706689" w="4861231">
                <a:moveTo>
                  <a:pt x="0" y="0"/>
                </a:moveTo>
                <a:lnTo>
                  <a:pt x="4861232" y="0"/>
                </a:lnTo>
                <a:lnTo>
                  <a:pt x="4861232" y="3706689"/>
                </a:lnTo>
                <a:lnTo>
                  <a:pt x="0" y="3706689"/>
                </a:lnTo>
                <a:lnTo>
                  <a:pt x="0" y="0"/>
                </a:lnTo>
                <a:close/>
              </a:path>
            </a:pathLst>
          </a:custGeom>
          <a:blipFill rotWithShape="1">
            <a:blip r:embed="rId7">
              <a:alphaModFix/>
            </a:blip>
            <a:stretch>
              <a:fillRect b="0" l="0" r="0" t="0"/>
            </a:stretch>
          </a:blipFill>
          <a:ln>
            <a:noFill/>
          </a:ln>
        </p:spPr>
      </p:sp>
      <p:sp>
        <p:nvSpPr>
          <p:cNvPr id="309" name="Google Shape;309;p13"/>
          <p:cNvSpPr/>
          <p:nvPr/>
        </p:nvSpPr>
        <p:spPr>
          <a:xfrm rot="-9191049">
            <a:off x="9145305" y="3222120"/>
            <a:ext cx="1770861" cy="942983"/>
          </a:xfrm>
          <a:custGeom>
            <a:rect b="b" l="l" r="r" t="t"/>
            <a:pathLst>
              <a:path extrusionOk="0" h="942983" w="1770861">
                <a:moveTo>
                  <a:pt x="0" y="0"/>
                </a:moveTo>
                <a:lnTo>
                  <a:pt x="1770861" y="0"/>
                </a:lnTo>
                <a:lnTo>
                  <a:pt x="1770861" y="942984"/>
                </a:lnTo>
                <a:lnTo>
                  <a:pt x="0" y="942984"/>
                </a:lnTo>
                <a:lnTo>
                  <a:pt x="0" y="0"/>
                </a:lnTo>
                <a:close/>
              </a:path>
            </a:pathLst>
          </a:custGeom>
          <a:blipFill rotWithShape="1">
            <a:blip r:embed="rId8">
              <a:alphaModFix/>
            </a:blip>
            <a:stretch>
              <a:fillRect b="0" l="0" r="0" t="0"/>
            </a:stretch>
          </a:blipFill>
          <a:ln>
            <a:noFill/>
          </a:ln>
        </p:spPr>
      </p:sp>
      <p:sp>
        <p:nvSpPr>
          <p:cNvPr id="310" name="Google Shape;310;p13"/>
          <p:cNvSpPr/>
          <p:nvPr/>
        </p:nvSpPr>
        <p:spPr>
          <a:xfrm rot="-65983">
            <a:off x="1039090" y="2928376"/>
            <a:ext cx="5741357" cy="1137833"/>
          </a:xfrm>
          <a:custGeom>
            <a:rect b="b" l="l" r="r" t="t"/>
            <a:pathLst>
              <a:path extrusionOk="0" h="1137833" w="5741357">
                <a:moveTo>
                  <a:pt x="0" y="0"/>
                </a:moveTo>
                <a:lnTo>
                  <a:pt x="5741357" y="0"/>
                </a:lnTo>
                <a:lnTo>
                  <a:pt x="5741357" y="1137832"/>
                </a:lnTo>
                <a:lnTo>
                  <a:pt x="0" y="1137832"/>
                </a:lnTo>
                <a:lnTo>
                  <a:pt x="0" y="0"/>
                </a:lnTo>
                <a:close/>
              </a:path>
            </a:pathLst>
          </a:custGeom>
          <a:blipFill rotWithShape="1">
            <a:blip r:embed="rId9">
              <a:alphaModFix/>
            </a:blip>
            <a:stretch>
              <a:fillRect b="0" l="0" r="0" t="0"/>
            </a:stretch>
          </a:blipFill>
          <a:ln>
            <a:noFill/>
          </a:ln>
        </p:spPr>
      </p:sp>
      <p:sp>
        <p:nvSpPr>
          <p:cNvPr id="311" name="Google Shape;311;p13"/>
          <p:cNvSpPr/>
          <p:nvPr/>
        </p:nvSpPr>
        <p:spPr>
          <a:xfrm rot="3945637">
            <a:off x="15511873" y="1684572"/>
            <a:ext cx="1209807" cy="2452951"/>
          </a:xfrm>
          <a:custGeom>
            <a:rect b="b" l="l" r="r" t="t"/>
            <a:pathLst>
              <a:path extrusionOk="0" h="2452951" w="1209807">
                <a:moveTo>
                  <a:pt x="0" y="0"/>
                </a:moveTo>
                <a:lnTo>
                  <a:pt x="1209807" y="0"/>
                </a:lnTo>
                <a:lnTo>
                  <a:pt x="1209807" y="2452951"/>
                </a:lnTo>
                <a:lnTo>
                  <a:pt x="0" y="2452951"/>
                </a:lnTo>
                <a:lnTo>
                  <a:pt x="0" y="0"/>
                </a:lnTo>
                <a:close/>
              </a:path>
            </a:pathLst>
          </a:custGeom>
          <a:blipFill rotWithShape="1">
            <a:blip r:embed="rId10">
              <a:alphaModFix/>
            </a:blip>
            <a:stretch>
              <a:fillRect b="-23885" l="-165097" r="0" t="0"/>
            </a:stretch>
          </a:blipFill>
          <a:ln>
            <a:noFill/>
          </a:ln>
        </p:spPr>
      </p:sp>
      <p:sp>
        <p:nvSpPr>
          <p:cNvPr id="312" name="Google Shape;312;p13"/>
          <p:cNvSpPr txBox="1"/>
          <p:nvPr/>
        </p:nvSpPr>
        <p:spPr>
          <a:xfrm rot="-65983">
            <a:off x="2343255" y="1946387"/>
            <a:ext cx="8329523" cy="884809"/>
          </a:xfrm>
          <a:prstGeom prst="rect">
            <a:avLst/>
          </a:prstGeom>
          <a:noFill/>
          <a:ln>
            <a:noFill/>
          </a:ln>
        </p:spPr>
        <p:txBody>
          <a:bodyPr anchorCtr="0" anchor="t" bIns="0" lIns="0" spcFirstLastPara="1" rIns="0" wrap="square" tIns="0">
            <a:spAutoFit/>
          </a:bodyPr>
          <a:lstStyle/>
          <a:p>
            <a:pPr indent="0" lvl="0" marL="0" marR="0" rtl="0" algn="ctr">
              <a:lnSpc>
                <a:spcPct val="105999"/>
              </a:lnSpc>
              <a:spcBef>
                <a:spcPts val="0"/>
              </a:spcBef>
              <a:spcAft>
                <a:spcPts val="0"/>
              </a:spcAft>
              <a:buNone/>
            </a:pPr>
            <a:r>
              <a:rPr b="1" i="0" lang="en-US" sz="5300" u="none" cap="none" strike="noStrike">
                <a:solidFill>
                  <a:srgbClr val="000000"/>
                </a:solidFill>
                <a:latin typeface="Arial"/>
                <a:ea typeface="Arial"/>
                <a:cs typeface="Arial"/>
                <a:sym typeface="Arial"/>
              </a:rPr>
              <a:t>Conmutación</a:t>
            </a:r>
            <a:endParaRPr/>
          </a:p>
        </p:txBody>
      </p:sp>
      <p:sp>
        <p:nvSpPr>
          <p:cNvPr id="313" name="Google Shape;313;p13"/>
          <p:cNvSpPr txBox="1"/>
          <p:nvPr/>
        </p:nvSpPr>
        <p:spPr>
          <a:xfrm rot="-65983">
            <a:off x="2346853" y="2997546"/>
            <a:ext cx="3256019" cy="85725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i="0" lang="en-US" sz="4500" u="none" cap="none" strike="noStrike">
                <a:solidFill>
                  <a:srgbClr val="000000"/>
                </a:solidFill>
                <a:latin typeface="Arial"/>
                <a:ea typeface="Arial"/>
                <a:cs typeface="Arial"/>
                <a:sym typeface="Arial"/>
              </a:rPr>
              <a:t>Definición:</a:t>
            </a:r>
            <a:endParaRPr/>
          </a:p>
        </p:txBody>
      </p:sp>
      <p:sp>
        <p:nvSpPr>
          <p:cNvPr id="314" name="Google Shape;314;p13"/>
          <p:cNvSpPr txBox="1"/>
          <p:nvPr/>
        </p:nvSpPr>
        <p:spPr>
          <a:xfrm rot="-65983">
            <a:off x="1835838" y="5058735"/>
            <a:ext cx="8513963" cy="3333115"/>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0" i="0" lang="en-US" sz="2300" u="none" cap="none" strike="noStrike">
                <a:solidFill>
                  <a:srgbClr val="000000"/>
                </a:solidFill>
                <a:latin typeface="DM Sans"/>
                <a:ea typeface="DM Sans"/>
                <a:cs typeface="DM Sans"/>
                <a:sym typeface="DM Sans"/>
              </a:rPr>
              <a:t>Es un proceso en el que los paquetes de datos son enrutados a través de una red hacia su destino final. En una red conmutada, los paquetes son enviados a un dispositivo llamado conmutador o switch, que determina la mejor ruta para su envío a través de la red.</a:t>
            </a:r>
            <a:endParaRPr/>
          </a:p>
          <a:p>
            <a:pPr indent="0" lvl="0" marL="0" marR="0" rtl="0" algn="just">
              <a:lnSpc>
                <a:spcPct val="130000"/>
              </a:lnSpc>
              <a:spcBef>
                <a:spcPts val="0"/>
              </a:spcBef>
              <a:spcAft>
                <a:spcPts val="0"/>
              </a:spcAft>
              <a:buNone/>
            </a:pPr>
            <a:r>
              <a:t/>
            </a:r>
            <a:endParaRPr b="0" i="0" sz="2300" u="none" cap="none" strike="noStrike">
              <a:solidFill>
                <a:srgbClr val="000000"/>
              </a:solidFill>
              <a:latin typeface="DM Sans"/>
              <a:ea typeface="DM Sans"/>
              <a:cs typeface="DM Sans"/>
              <a:sym typeface="DM Sans"/>
            </a:endParaRPr>
          </a:p>
          <a:p>
            <a:pPr indent="0" lvl="0" marL="0" marR="0" rtl="0" algn="just">
              <a:lnSpc>
                <a:spcPct val="130000"/>
              </a:lnSpc>
              <a:spcBef>
                <a:spcPts val="0"/>
              </a:spcBef>
              <a:spcAft>
                <a:spcPts val="0"/>
              </a:spcAft>
              <a:buNone/>
            </a:pPr>
            <a:r>
              <a:rPr b="0" i="0" lang="en-US" sz="2300" u="none" cap="none" strike="noStrike">
                <a:solidFill>
                  <a:srgbClr val="000000"/>
                </a:solidFill>
                <a:latin typeface="DM Sans"/>
                <a:ea typeface="DM Sans"/>
                <a:cs typeface="DM Sans"/>
                <a:sym typeface="DM Sans"/>
              </a:rPr>
              <a:t>Existen dos tipos principales de conmutación: conmutación de circuito y conmutación de paquetes.</a:t>
            </a:r>
            <a:endParaRPr/>
          </a:p>
          <a:p>
            <a:pPr indent="0" lvl="0" marL="0" marR="0" rtl="0" algn="just">
              <a:lnSpc>
                <a:spcPct val="130000"/>
              </a:lnSpc>
              <a:spcBef>
                <a:spcPts val="0"/>
              </a:spcBef>
              <a:spcAft>
                <a:spcPts val="0"/>
              </a:spcAft>
              <a:buNone/>
            </a:pPr>
            <a:r>
              <a:t/>
            </a:r>
            <a:endParaRPr b="0" i="0" sz="2300" u="none" cap="none" strike="noStrike">
              <a:solidFill>
                <a:srgbClr val="000000"/>
              </a:solidFill>
              <a:latin typeface="DM Sans"/>
              <a:ea typeface="DM Sans"/>
              <a:cs typeface="DM Sans"/>
              <a:sym typeface="DM Sans"/>
            </a:endParaRPr>
          </a:p>
        </p:txBody>
      </p:sp>
      <p:sp>
        <p:nvSpPr>
          <p:cNvPr id="315" name="Google Shape;315;p13"/>
          <p:cNvSpPr txBox="1"/>
          <p:nvPr/>
        </p:nvSpPr>
        <p:spPr>
          <a:xfrm rot="315681">
            <a:off x="11022246" y="3672788"/>
            <a:ext cx="5394830" cy="1680517"/>
          </a:xfrm>
          <a:prstGeom prst="rect">
            <a:avLst/>
          </a:prstGeom>
          <a:noFill/>
          <a:ln>
            <a:noFill/>
          </a:ln>
        </p:spPr>
        <p:txBody>
          <a:bodyPr anchorCtr="0" anchor="t" bIns="0" lIns="0" spcFirstLastPara="1" rIns="0" wrap="square" tIns="0">
            <a:spAutoFit/>
          </a:bodyPr>
          <a:lstStyle/>
          <a:p>
            <a:pPr indent="0" lvl="0" marL="0" marR="0" rtl="0" algn="l">
              <a:lnSpc>
                <a:spcPct val="105999"/>
              </a:lnSpc>
              <a:spcBef>
                <a:spcPts val="0"/>
              </a:spcBef>
              <a:spcAft>
                <a:spcPts val="0"/>
              </a:spcAft>
              <a:buNone/>
            </a:pPr>
            <a:r>
              <a:rPr b="1" i="0" lang="en-US" sz="5300" u="none" cap="none" strike="noStrike">
                <a:solidFill>
                  <a:srgbClr val="000000"/>
                </a:solidFill>
                <a:latin typeface="Arial"/>
                <a:ea typeface="Arial"/>
                <a:cs typeface="Arial"/>
                <a:sym typeface="Arial"/>
              </a:rPr>
              <a:t>Tipos Principales</a:t>
            </a:r>
            <a:endParaRPr/>
          </a:p>
        </p:txBody>
      </p:sp>
      <p:sp>
        <p:nvSpPr>
          <p:cNvPr id="316" name="Google Shape;316;p13"/>
          <p:cNvSpPr txBox="1"/>
          <p:nvPr/>
        </p:nvSpPr>
        <p:spPr>
          <a:xfrm rot="296512">
            <a:off x="11589283" y="5439218"/>
            <a:ext cx="3889142" cy="1099820"/>
          </a:xfrm>
          <a:prstGeom prst="rect">
            <a:avLst/>
          </a:prstGeom>
          <a:noFill/>
          <a:ln>
            <a:noFill/>
          </a:ln>
        </p:spPr>
        <p:txBody>
          <a:bodyPr anchorCtr="0" anchor="t" bIns="0" lIns="0" spcFirstLastPara="1" rIns="0" wrap="square" tIns="0">
            <a:spAutoFit/>
          </a:bodyPr>
          <a:lstStyle/>
          <a:p>
            <a:pPr indent="-367027" lvl="1" marL="734055" marR="0" rtl="0" algn="l">
              <a:lnSpc>
                <a:spcPct val="130008"/>
              </a:lnSpc>
              <a:spcBef>
                <a:spcPts val="0"/>
              </a:spcBef>
              <a:spcAft>
                <a:spcPts val="0"/>
              </a:spcAft>
              <a:buClr>
                <a:srgbClr val="000000"/>
              </a:buClr>
              <a:buSzPts val="3399"/>
              <a:buFont typeface="Arial"/>
              <a:buChar char="•"/>
            </a:pPr>
            <a:r>
              <a:rPr b="0" i="0" lang="en-US" sz="3399" u="none" cap="none" strike="noStrike">
                <a:solidFill>
                  <a:srgbClr val="000000"/>
                </a:solidFill>
                <a:latin typeface="DM Sans"/>
                <a:ea typeface="DM Sans"/>
                <a:cs typeface="DM Sans"/>
                <a:sym typeface="DM Sans"/>
              </a:rPr>
              <a:t>De circuito</a:t>
            </a:r>
            <a:endParaRPr/>
          </a:p>
          <a:p>
            <a:pPr indent="-367027" lvl="1" marL="734055" marR="0" rtl="0" algn="l">
              <a:lnSpc>
                <a:spcPct val="130008"/>
              </a:lnSpc>
              <a:spcBef>
                <a:spcPts val="0"/>
              </a:spcBef>
              <a:spcAft>
                <a:spcPts val="0"/>
              </a:spcAft>
              <a:buClr>
                <a:srgbClr val="000000"/>
              </a:buClr>
              <a:buSzPts val="3399"/>
              <a:buFont typeface="Arial"/>
              <a:buChar char="•"/>
            </a:pPr>
            <a:r>
              <a:rPr b="0" i="0" lang="en-US" sz="3399" u="none" cap="none" strike="noStrike">
                <a:solidFill>
                  <a:srgbClr val="000000"/>
                </a:solidFill>
                <a:latin typeface="DM Sans"/>
                <a:ea typeface="DM Sans"/>
                <a:cs typeface="DM Sans"/>
                <a:sym typeface="DM Sans"/>
              </a:rPr>
              <a:t>De paquetes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1C5E9"/>
        </a:solidFill>
      </p:bgPr>
    </p:bg>
    <p:spTree>
      <p:nvGrpSpPr>
        <p:cNvPr id="320" name="Shape 320"/>
        <p:cNvGrpSpPr/>
        <p:nvPr/>
      </p:nvGrpSpPr>
      <p:grpSpPr>
        <a:xfrm>
          <a:off x="0" y="0"/>
          <a:ext cx="0" cy="0"/>
          <a:chOff x="0" y="0"/>
          <a:chExt cx="0" cy="0"/>
        </a:xfrm>
      </p:grpSpPr>
      <p:sp>
        <p:nvSpPr>
          <p:cNvPr id="321" name="Google Shape;321;p14"/>
          <p:cNvSpPr/>
          <p:nvPr/>
        </p:nvSpPr>
        <p:spPr>
          <a:xfrm rot="5400000">
            <a:off x="4218008" y="-1282624"/>
            <a:ext cx="9239185" cy="13063341"/>
          </a:xfrm>
          <a:custGeom>
            <a:rect b="b" l="l" r="r" t="t"/>
            <a:pathLst>
              <a:path extrusionOk="0" h="13063341" w="9239185">
                <a:moveTo>
                  <a:pt x="0" y="0"/>
                </a:moveTo>
                <a:lnTo>
                  <a:pt x="9239185" y="0"/>
                </a:lnTo>
                <a:lnTo>
                  <a:pt x="9239185" y="13063340"/>
                </a:lnTo>
                <a:lnTo>
                  <a:pt x="0" y="13063340"/>
                </a:lnTo>
                <a:lnTo>
                  <a:pt x="0" y="0"/>
                </a:lnTo>
                <a:close/>
              </a:path>
            </a:pathLst>
          </a:custGeom>
          <a:blipFill rotWithShape="1">
            <a:blip r:embed="rId3">
              <a:alphaModFix/>
            </a:blip>
            <a:stretch>
              <a:fillRect b="0" l="0" r="0" t="0"/>
            </a:stretch>
          </a:blipFill>
          <a:ln>
            <a:noFill/>
          </a:ln>
        </p:spPr>
      </p:sp>
      <p:sp>
        <p:nvSpPr>
          <p:cNvPr id="322" name="Google Shape;322;p14"/>
          <p:cNvSpPr/>
          <p:nvPr/>
        </p:nvSpPr>
        <p:spPr>
          <a:xfrm rot="10472255">
            <a:off x="15552867" y="-1626397"/>
            <a:ext cx="5396459" cy="4114800"/>
          </a:xfrm>
          <a:custGeom>
            <a:rect b="b" l="l" r="r" t="t"/>
            <a:pathLst>
              <a:path extrusionOk="0" h="4114800" w="5396459">
                <a:moveTo>
                  <a:pt x="0" y="0"/>
                </a:moveTo>
                <a:lnTo>
                  <a:pt x="5396459" y="0"/>
                </a:lnTo>
                <a:lnTo>
                  <a:pt x="5396459" y="4114800"/>
                </a:lnTo>
                <a:lnTo>
                  <a:pt x="0" y="4114800"/>
                </a:lnTo>
                <a:lnTo>
                  <a:pt x="0" y="0"/>
                </a:lnTo>
                <a:close/>
              </a:path>
            </a:pathLst>
          </a:custGeom>
          <a:blipFill rotWithShape="1">
            <a:blip r:embed="rId4">
              <a:alphaModFix/>
            </a:blip>
            <a:stretch>
              <a:fillRect b="0" l="0" r="0" t="0"/>
            </a:stretch>
          </a:blipFill>
          <a:ln>
            <a:noFill/>
          </a:ln>
        </p:spPr>
      </p:sp>
      <p:sp>
        <p:nvSpPr>
          <p:cNvPr id="323" name="Google Shape;323;p14"/>
          <p:cNvSpPr/>
          <p:nvPr/>
        </p:nvSpPr>
        <p:spPr>
          <a:xfrm rot="5947534">
            <a:off x="5442991" y="-3000949"/>
            <a:ext cx="2978086" cy="4114800"/>
          </a:xfrm>
          <a:custGeom>
            <a:rect b="b" l="l" r="r" t="t"/>
            <a:pathLst>
              <a:path extrusionOk="0" h="4114800" w="2978086">
                <a:moveTo>
                  <a:pt x="0" y="0"/>
                </a:moveTo>
                <a:lnTo>
                  <a:pt x="2978086" y="0"/>
                </a:lnTo>
                <a:lnTo>
                  <a:pt x="2978086" y="4114800"/>
                </a:lnTo>
                <a:lnTo>
                  <a:pt x="0" y="4114800"/>
                </a:lnTo>
                <a:lnTo>
                  <a:pt x="0" y="0"/>
                </a:lnTo>
                <a:close/>
              </a:path>
            </a:pathLst>
          </a:custGeom>
          <a:blipFill rotWithShape="1">
            <a:blip r:embed="rId5">
              <a:alphaModFix/>
            </a:blip>
            <a:stretch>
              <a:fillRect b="0" l="0" r="0" t="0"/>
            </a:stretch>
          </a:blipFill>
          <a:ln>
            <a:noFill/>
          </a:ln>
        </p:spPr>
      </p:sp>
      <p:sp>
        <p:nvSpPr>
          <p:cNvPr id="324" name="Google Shape;324;p14"/>
          <p:cNvSpPr/>
          <p:nvPr/>
        </p:nvSpPr>
        <p:spPr>
          <a:xfrm rot="-4370532">
            <a:off x="-2215631" y="7617785"/>
            <a:ext cx="2978086" cy="4114800"/>
          </a:xfrm>
          <a:custGeom>
            <a:rect b="b" l="l" r="r" t="t"/>
            <a:pathLst>
              <a:path extrusionOk="0" h="4114800" w="2978086">
                <a:moveTo>
                  <a:pt x="0" y="0"/>
                </a:moveTo>
                <a:lnTo>
                  <a:pt x="2978086" y="0"/>
                </a:lnTo>
                <a:lnTo>
                  <a:pt x="2978086" y="4114800"/>
                </a:lnTo>
                <a:lnTo>
                  <a:pt x="0" y="4114800"/>
                </a:lnTo>
                <a:lnTo>
                  <a:pt x="0" y="0"/>
                </a:lnTo>
                <a:close/>
              </a:path>
            </a:pathLst>
          </a:custGeom>
          <a:blipFill rotWithShape="1">
            <a:blip r:embed="rId5">
              <a:alphaModFix/>
            </a:blip>
            <a:stretch>
              <a:fillRect b="0" l="0" r="0" t="0"/>
            </a:stretch>
          </a:blipFill>
          <a:ln>
            <a:noFill/>
          </a:ln>
        </p:spPr>
      </p:sp>
      <p:sp>
        <p:nvSpPr>
          <p:cNvPr id="325" name="Google Shape;325;p14"/>
          <p:cNvSpPr/>
          <p:nvPr/>
        </p:nvSpPr>
        <p:spPr>
          <a:xfrm rot="5336227">
            <a:off x="15144071" y="717472"/>
            <a:ext cx="1209807" cy="2452951"/>
          </a:xfrm>
          <a:custGeom>
            <a:rect b="b" l="l" r="r" t="t"/>
            <a:pathLst>
              <a:path extrusionOk="0" h="2452951" w="1209807">
                <a:moveTo>
                  <a:pt x="0" y="0"/>
                </a:moveTo>
                <a:lnTo>
                  <a:pt x="1209808" y="0"/>
                </a:lnTo>
                <a:lnTo>
                  <a:pt x="1209808" y="2452951"/>
                </a:lnTo>
                <a:lnTo>
                  <a:pt x="0" y="2452951"/>
                </a:lnTo>
                <a:lnTo>
                  <a:pt x="0" y="0"/>
                </a:lnTo>
                <a:close/>
              </a:path>
            </a:pathLst>
          </a:custGeom>
          <a:blipFill rotWithShape="1">
            <a:blip r:embed="rId6">
              <a:alphaModFix/>
            </a:blip>
            <a:stretch>
              <a:fillRect b="-23885" l="-165097" r="0" t="0"/>
            </a:stretch>
          </a:blipFill>
          <a:ln>
            <a:noFill/>
          </a:ln>
        </p:spPr>
      </p:sp>
      <p:sp>
        <p:nvSpPr>
          <p:cNvPr id="326" name="Google Shape;326;p14"/>
          <p:cNvSpPr txBox="1"/>
          <p:nvPr/>
        </p:nvSpPr>
        <p:spPr>
          <a:xfrm>
            <a:off x="3578185" y="1347111"/>
            <a:ext cx="10095096" cy="1098423"/>
          </a:xfrm>
          <a:prstGeom prst="rect">
            <a:avLst/>
          </a:prstGeom>
          <a:noFill/>
          <a:ln>
            <a:noFill/>
          </a:ln>
        </p:spPr>
        <p:txBody>
          <a:bodyPr anchorCtr="0" anchor="t" bIns="0" lIns="0" spcFirstLastPara="1" rIns="0" wrap="square" tIns="0">
            <a:spAutoFit/>
          </a:bodyPr>
          <a:lstStyle/>
          <a:p>
            <a:pPr indent="0" lvl="0" marL="0" marR="0" rtl="0" algn="ctr">
              <a:lnSpc>
                <a:spcPct val="105999"/>
              </a:lnSpc>
              <a:spcBef>
                <a:spcPts val="0"/>
              </a:spcBef>
              <a:spcAft>
                <a:spcPts val="0"/>
              </a:spcAft>
              <a:buNone/>
            </a:pPr>
            <a:r>
              <a:rPr b="1" i="0" lang="en-US" sz="6600" u="none" cap="none" strike="noStrike">
                <a:solidFill>
                  <a:srgbClr val="000000"/>
                </a:solidFill>
                <a:latin typeface="Arial"/>
                <a:ea typeface="Arial"/>
                <a:cs typeface="Arial"/>
                <a:sym typeface="Arial"/>
              </a:rPr>
              <a:t>Tipos de conmutación</a:t>
            </a:r>
            <a:endParaRPr/>
          </a:p>
        </p:txBody>
      </p:sp>
      <p:sp>
        <p:nvSpPr>
          <p:cNvPr id="327" name="Google Shape;327;p14"/>
          <p:cNvSpPr txBox="1"/>
          <p:nvPr/>
        </p:nvSpPr>
        <p:spPr>
          <a:xfrm>
            <a:off x="2641051" y="2445521"/>
            <a:ext cx="11969400" cy="7016400"/>
          </a:xfrm>
          <a:prstGeom prst="rect">
            <a:avLst/>
          </a:prstGeom>
          <a:noFill/>
          <a:ln>
            <a:noFill/>
          </a:ln>
        </p:spPr>
        <p:txBody>
          <a:bodyPr anchorCtr="0" anchor="t" bIns="0" lIns="0" spcFirstLastPara="1" rIns="0" wrap="square" tIns="0">
            <a:spAutoFit/>
          </a:bodyPr>
          <a:lstStyle/>
          <a:p>
            <a:pPr indent="-263524" lvl="1" marL="539749" marR="0" rtl="0" algn="just">
              <a:lnSpc>
                <a:spcPct val="120008"/>
              </a:lnSpc>
              <a:spcBef>
                <a:spcPts val="0"/>
              </a:spcBef>
              <a:spcAft>
                <a:spcPts val="0"/>
              </a:spcAft>
              <a:buClr>
                <a:srgbClr val="000000"/>
              </a:buClr>
              <a:buSzPts val="2399"/>
              <a:buFont typeface="Arial"/>
              <a:buChar char="•"/>
            </a:pPr>
            <a:r>
              <a:rPr b="0" i="0" lang="en-US" sz="2399" u="none" cap="none" strike="noStrike">
                <a:solidFill>
                  <a:srgbClr val="000000"/>
                </a:solidFill>
                <a:latin typeface="DM Sans"/>
                <a:ea typeface="DM Sans"/>
                <a:cs typeface="DM Sans"/>
                <a:sym typeface="DM Sans"/>
              </a:rPr>
              <a:t>La conmutación de circuito se utiliza en redes telefónicas tradicionales, donde un circuito físico es establecido entre dos puntos antes de la transmisión de datos. Durante la transmisión, los datos son enviados a través del circuito establecido, y solo pueden ser transmitidos en una dirección a la vez.</a:t>
            </a:r>
            <a:endParaRPr sz="1300"/>
          </a:p>
          <a:p>
            <a:pPr indent="0" lvl="0" marL="0" marR="0" rtl="0" algn="just">
              <a:lnSpc>
                <a:spcPct val="120008"/>
              </a:lnSpc>
              <a:spcBef>
                <a:spcPts val="0"/>
              </a:spcBef>
              <a:spcAft>
                <a:spcPts val="0"/>
              </a:spcAft>
              <a:buNone/>
            </a:pPr>
            <a:r>
              <a:t/>
            </a:r>
            <a:endParaRPr b="0" i="0" sz="2399" u="none" cap="none" strike="noStrike">
              <a:solidFill>
                <a:srgbClr val="000000"/>
              </a:solidFill>
              <a:latin typeface="DM Sans"/>
              <a:ea typeface="DM Sans"/>
              <a:cs typeface="DM Sans"/>
              <a:sym typeface="DM Sans"/>
            </a:endParaRPr>
          </a:p>
          <a:p>
            <a:pPr indent="-263524" lvl="1" marL="539749" marR="0" rtl="0" algn="just">
              <a:lnSpc>
                <a:spcPct val="120008"/>
              </a:lnSpc>
              <a:spcBef>
                <a:spcPts val="0"/>
              </a:spcBef>
              <a:spcAft>
                <a:spcPts val="0"/>
              </a:spcAft>
              <a:buClr>
                <a:srgbClr val="000000"/>
              </a:buClr>
              <a:buSzPts val="2399"/>
              <a:buFont typeface="Arial"/>
              <a:buChar char="•"/>
            </a:pPr>
            <a:r>
              <a:rPr b="0" i="0" lang="en-US" sz="2399" u="none" cap="none" strike="noStrike">
                <a:solidFill>
                  <a:srgbClr val="000000"/>
                </a:solidFill>
                <a:latin typeface="DM Sans"/>
                <a:ea typeface="DM Sans"/>
                <a:cs typeface="DM Sans"/>
                <a:sym typeface="DM Sans"/>
              </a:rPr>
              <a:t>La conmutación de paquetes, por otro lado, es utilizada en redes de computadoras, donde los datos son divididos en pequeños paquetes antes de ser transmitidos a través de la red. Cada paquete es enrutado individualmente a su destino final a través de la red, y puede seguir un camino diferente a través de la red que los paquetes previos o posteriores.</a:t>
            </a:r>
            <a:endParaRPr sz="1300"/>
          </a:p>
          <a:p>
            <a:pPr indent="0" lvl="0" marL="0" marR="0" rtl="0" algn="just">
              <a:lnSpc>
                <a:spcPct val="120008"/>
              </a:lnSpc>
              <a:spcBef>
                <a:spcPts val="0"/>
              </a:spcBef>
              <a:spcAft>
                <a:spcPts val="0"/>
              </a:spcAft>
              <a:buNone/>
            </a:pPr>
            <a:r>
              <a:t/>
            </a:r>
            <a:endParaRPr b="0" i="0" sz="2399" u="none" cap="none" strike="noStrike">
              <a:solidFill>
                <a:srgbClr val="000000"/>
              </a:solidFill>
              <a:latin typeface="DM Sans"/>
              <a:ea typeface="DM Sans"/>
              <a:cs typeface="DM Sans"/>
              <a:sym typeface="DM Sans"/>
            </a:endParaRPr>
          </a:p>
          <a:p>
            <a:pPr indent="-263524" lvl="1" marL="539749" marR="0" rtl="0" algn="just">
              <a:lnSpc>
                <a:spcPct val="120008"/>
              </a:lnSpc>
              <a:spcBef>
                <a:spcPts val="0"/>
              </a:spcBef>
              <a:spcAft>
                <a:spcPts val="0"/>
              </a:spcAft>
              <a:buClr>
                <a:srgbClr val="000000"/>
              </a:buClr>
              <a:buSzPts val="2399"/>
              <a:buFont typeface="Arial"/>
              <a:buChar char="•"/>
            </a:pPr>
            <a:r>
              <a:rPr b="0" i="0" lang="en-US" sz="2399" u="none" cap="none" strike="noStrike">
                <a:solidFill>
                  <a:srgbClr val="000000"/>
                </a:solidFill>
                <a:latin typeface="DM Sans"/>
                <a:ea typeface="DM Sans"/>
                <a:cs typeface="DM Sans"/>
                <a:sym typeface="DM Sans"/>
              </a:rPr>
              <a:t>La conmutación de paquetes es más eficiente que la conmutación de circuito, ya que permite una utilización más eficiente del ancho de banda de la red. Además, permite una mejor tolerancia a fallos, ya que, si un camino a través de la red se vuelve inaccesible, los paquetes pueden ser enrutados a través de otro camino.</a:t>
            </a:r>
            <a:endParaRPr sz="13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CD46"/>
        </a:solidFill>
      </p:bgPr>
    </p:bg>
    <p:spTree>
      <p:nvGrpSpPr>
        <p:cNvPr id="331" name="Shape 331"/>
        <p:cNvGrpSpPr/>
        <p:nvPr/>
      </p:nvGrpSpPr>
      <p:grpSpPr>
        <a:xfrm>
          <a:off x="0" y="0"/>
          <a:ext cx="0" cy="0"/>
          <a:chOff x="0" y="0"/>
          <a:chExt cx="0" cy="0"/>
        </a:xfrm>
      </p:grpSpPr>
      <p:sp>
        <p:nvSpPr>
          <p:cNvPr id="332" name="Google Shape;332;p15"/>
          <p:cNvSpPr/>
          <p:nvPr/>
        </p:nvSpPr>
        <p:spPr>
          <a:xfrm rot="315885">
            <a:off x="7787552" y="3775386"/>
            <a:ext cx="7513387" cy="4931514"/>
          </a:xfrm>
          <a:custGeom>
            <a:rect b="b" l="l" r="r" t="t"/>
            <a:pathLst>
              <a:path extrusionOk="0" h="4931514" w="7513387">
                <a:moveTo>
                  <a:pt x="0" y="0"/>
                </a:moveTo>
                <a:lnTo>
                  <a:pt x="7513386" y="0"/>
                </a:lnTo>
                <a:lnTo>
                  <a:pt x="7513386" y="4931514"/>
                </a:lnTo>
                <a:lnTo>
                  <a:pt x="0" y="4931514"/>
                </a:lnTo>
                <a:lnTo>
                  <a:pt x="0" y="0"/>
                </a:lnTo>
                <a:close/>
              </a:path>
            </a:pathLst>
          </a:custGeom>
          <a:blipFill rotWithShape="1">
            <a:blip r:embed="rId3">
              <a:alphaModFix/>
            </a:blip>
            <a:stretch>
              <a:fillRect b="0" l="0" r="0" t="0"/>
            </a:stretch>
          </a:blipFill>
          <a:ln>
            <a:noFill/>
          </a:ln>
        </p:spPr>
      </p:sp>
      <p:sp>
        <p:nvSpPr>
          <p:cNvPr id="333" name="Google Shape;333;p15"/>
          <p:cNvSpPr/>
          <p:nvPr/>
        </p:nvSpPr>
        <p:spPr>
          <a:xfrm rot="-266862">
            <a:off x="2743409" y="2871761"/>
            <a:ext cx="5990432" cy="5839575"/>
          </a:xfrm>
          <a:custGeom>
            <a:rect b="b" l="l" r="r" t="t"/>
            <a:pathLst>
              <a:path extrusionOk="0" h="5839575" w="5990432">
                <a:moveTo>
                  <a:pt x="0" y="0"/>
                </a:moveTo>
                <a:lnTo>
                  <a:pt x="5990432" y="0"/>
                </a:lnTo>
                <a:lnTo>
                  <a:pt x="5990432" y="5839574"/>
                </a:lnTo>
                <a:lnTo>
                  <a:pt x="0" y="5839574"/>
                </a:lnTo>
                <a:lnTo>
                  <a:pt x="0" y="0"/>
                </a:lnTo>
                <a:close/>
              </a:path>
            </a:pathLst>
          </a:custGeom>
          <a:blipFill rotWithShape="1">
            <a:blip r:embed="rId4">
              <a:alphaModFix/>
            </a:blip>
            <a:stretch>
              <a:fillRect b="-45036" l="0" r="0" t="0"/>
            </a:stretch>
          </a:blipFill>
          <a:ln>
            <a:noFill/>
          </a:ln>
        </p:spPr>
      </p:sp>
      <p:sp>
        <p:nvSpPr>
          <p:cNvPr id="334" name="Google Shape;334;p15"/>
          <p:cNvSpPr/>
          <p:nvPr/>
        </p:nvSpPr>
        <p:spPr>
          <a:xfrm rot="-82494">
            <a:off x="2911657" y="1750113"/>
            <a:ext cx="11731235" cy="6714183"/>
          </a:xfrm>
          <a:custGeom>
            <a:rect b="b" l="l" r="r" t="t"/>
            <a:pathLst>
              <a:path extrusionOk="0" h="6714183" w="11731235">
                <a:moveTo>
                  <a:pt x="0" y="0"/>
                </a:moveTo>
                <a:lnTo>
                  <a:pt x="11731235" y="0"/>
                </a:lnTo>
                <a:lnTo>
                  <a:pt x="11731235" y="6714183"/>
                </a:lnTo>
                <a:lnTo>
                  <a:pt x="0" y="6714183"/>
                </a:lnTo>
                <a:lnTo>
                  <a:pt x="0" y="0"/>
                </a:lnTo>
                <a:close/>
              </a:path>
            </a:pathLst>
          </a:custGeom>
          <a:blipFill rotWithShape="1">
            <a:blip r:embed="rId5">
              <a:alphaModFix/>
            </a:blip>
            <a:stretch>
              <a:fillRect b="-33422" l="0" r="0" t="0"/>
            </a:stretch>
          </a:blipFill>
          <a:ln>
            <a:noFill/>
          </a:ln>
        </p:spPr>
      </p:sp>
      <p:sp>
        <p:nvSpPr>
          <p:cNvPr id="335" name="Google Shape;335;p15"/>
          <p:cNvSpPr txBox="1"/>
          <p:nvPr/>
        </p:nvSpPr>
        <p:spPr>
          <a:xfrm rot="-82494">
            <a:off x="4978288" y="3750800"/>
            <a:ext cx="8468664" cy="3006639"/>
          </a:xfrm>
          <a:prstGeom prst="rect">
            <a:avLst/>
          </a:prstGeom>
          <a:noFill/>
          <a:ln>
            <a:noFill/>
          </a:ln>
        </p:spPr>
        <p:txBody>
          <a:bodyPr anchorCtr="0" anchor="t" bIns="0" lIns="0" spcFirstLastPara="1" rIns="0" wrap="square" tIns="0">
            <a:spAutoFit/>
          </a:bodyPr>
          <a:lstStyle/>
          <a:p>
            <a:pPr indent="0" lvl="0" marL="0" marR="0" rtl="0" algn="ctr">
              <a:lnSpc>
                <a:spcPct val="103999"/>
              </a:lnSpc>
              <a:spcBef>
                <a:spcPts val="0"/>
              </a:spcBef>
              <a:spcAft>
                <a:spcPts val="0"/>
              </a:spcAft>
              <a:buNone/>
            </a:pPr>
            <a:r>
              <a:rPr b="1" i="0" lang="en-US" sz="10152" u="none" cap="none" strike="noStrike">
                <a:solidFill>
                  <a:srgbClr val="000000"/>
                </a:solidFill>
                <a:latin typeface="Arial"/>
                <a:ea typeface="Arial"/>
                <a:cs typeface="Arial"/>
                <a:sym typeface="Arial"/>
              </a:rPr>
              <a:t>Direcciones MAC</a:t>
            </a:r>
            <a:endParaRPr/>
          </a:p>
        </p:txBody>
      </p:sp>
      <p:sp>
        <p:nvSpPr>
          <p:cNvPr id="336" name="Google Shape;336;p15"/>
          <p:cNvSpPr/>
          <p:nvPr/>
        </p:nvSpPr>
        <p:spPr>
          <a:xfrm>
            <a:off x="2526002" y="1208717"/>
            <a:ext cx="3038649" cy="2879120"/>
          </a:xfrm>
          <a:custGeom>
            <a:rect b="b" l="l" r="r" t="t"/>
            <a:pathLst>
              <a:path extrusionOk="0" h="2879120" w="3038649">
                <a:moveTo>
                  <a:pt x="0" y="0"/>
                </a:moveTo>
                <a:lnTo>
                  <a:pt x="3038649" y="0"/>
                </a:lnTo>
                <a:lnTo>
                  <a:pt x="3038649" y="2879120"/>
                </a:lnTo>
                <a:lnTo>
                  <a:pt x="0" y="2879120"/>
                </a:lnTo>
                <a:lnTo>
                  <a:pt x="0" y="0"/>
                </a:lnTo>
                <a:close/>
              </a:path>
            </a:pathLst>
          </a:custGeom>
          <a:blipFill rotWithShape="1">
            <a:blip r:embed="rId6">
              <a:alphaModFix/>
            </a:blip>
            <a:stretch>
              <a:fillRect b="0" l="0" r="0" t="0"/>
            </a:stretch>
          </a:blipFill>
          <a:ln>
            <a:noFill/>
          </a:ln>
        </p:spPr>
      </p:sp>
      <p:sp>
        <p:nvSpPr>
          <p:cNvPr id="337" name="Google Shape;337;p15"/>
          <p:cNvSpPr/>
          <p:nvPr/>
        </p:nvSpPr>
        <p:spPr>
          <a:xfrm>
            <a:off x="-1489043" y="5940621"/>
            <a:ext cx="2978086" cy="4114800"/>
          </a:xfrm>
          <a:custGeom>
            <a:rect b="b" l="l" r="r" t="t"/>
            <a:pathLst>
              <a:path extrusionOk="0" h="4114800" w="2978086">
                <a:moveTo>
                  <a:pt x="0" y="0"/>
                </a:moveTo>
                <a:lnTo>
                  <a:pt x="2978086" y="0"/>
                </a:lnTo>
                <a:lnTo>
                  <a:pt x="2978086" y="4114800"/>
                </a:lnTo>
                <a:lnTo>
                  <a:pt x="0" y="4114800"/>
                </a:lnTo>
                <a:lnTo>
                  <a:pt x="0" y="0"/>
                </a:lnTo>
                <a:close/>
              </a:path>
            </a:pathLst>
          </a:custGeom>
          <a:blipFill rotWithShape="1">
            <a:blip r:embed="rId7">
              <a:alphaModFix/>
            </a:blip>
            <a:stretch>
              <a:fillRect b="0" l="0" r="0" t="0"/>
            </a:stretch>
          </a:blipFill>
          <a:ln>
            <a:noFill/>
          </a:ln>
        </p:spPr>
      </p:sp>
      <p:sp>
        <p:nvSpPr>
          <p:cNvPr id="338" name="Google Shape;338;p15"/>
          <p:cNvSpPr/>
          <p:nvPr/>
        </p:nvSpPr>
        <p:spPr>
          <a:xfrm>
            <a:off x="12399360" y="4481928"/>
            <a:ext cx="4572264" cy="4653704"/>
          </a:xfrm>
          <a:custGeom>
            <a:rect b="b" l="l" r="r" t="t"/>
            <a:pathLst>
              <a:path extrusionOk="0" h="4653704" w="4572264">
                <a:moveTo>
                  <a:pt x="0" y="0"/>
                </a:moveTo>
                <a:lnTo>
                  <a:pt x="4572265" y="0"/>
                </a:lnTo>
                <a:lnTo>
                  <a:pt x="4572265" y="4653705"/>
                </a:lnTo>
                <a:lnTo>
                  <a:pt x="0" y="4653705"/>
                </a:lnTo>
                <a:lnTo>
                  <a:pt x="0" y="0"/>
                </a:lnTo>
                <a:close/>
              </a:path>
            </a:pathLst>
          </a:custGeom>
          <a:blipFill rotWithShape="1">
            <a:blip r:embed="rId8">
              <a:alphaModFix/>
            </a:blip>
            <a:stretch>
              <a:fillRect b="0" l="0" r="0" t="0"/>
            </a:stretch>
          </a:blipFill>
          <a:ln>
            <a:noFill/>
          </a:ln>
        </p:spPr>
      </p:sp>
      <p:sp>
        <p:nvSpPr>
          <p:cNvPr id="339" name="Google Shape;339;p15"/>
          <p:cNvSpPr/>
          <p:nvPr/>
        </p:nvSpPr>
        <p:spPr>
          <a:xfrm rot="-10197389">
            <a:off x="15531917" y="-653517"/>
            <a:ext cx="5396459" cy="4114800"/>
          </a:xfrm>
          <a:custGeom>
            <a:rect b="b" l="l" r="r" t="t"/>
            <a:pathLst>
              <a:path extrusionOk="0" h="4114800" w="5396459">
                <a:moveTo>
                  <a:pt x="0" y="0"/>
                </a:moveTo>
                <a:lnTo>
                  <a:pt x="5396459" y="0"/>
                </a:lnTo>
                <a:lnTo>
                  <a:pt x="5396459" y="4114800"/>
                </a:lnTo>
                <a:lnTo>
                  <a:pt x="0" y="4114800"/>
                </a:lnTo>
                <a:lnTo>
                  <a:pt x="0" y="0"/>
                </a:lnTo>
                <a:close/>
              </a:path>
            </a:pathLst>
          </a:custGeom>
          <a:blipFill rotWithShape="1">
            <a:blip r:embed="rId9">
              <a:alphaModFix/>
            </a:blip>
            <a:stretch>
              <a:fillRect b="0" l="0" r="0" t="0"/>
            </a:stretch>
          </a:blipFill>
          <a:ln>
            <a:noFill/>
          </a:ln>
        </p:spPr>
      </p:sp>
      <p:sp>
        <p:nvSpPr>
          <p:cNvPr id="340" name="Google Shape;340;p15"/>
          <p:cNvSpPr/>
          <p:nvPr/>
        </p:nvSpPr>
        <p:spPr>
          <a:xfrm rot="-9994124">
            <a:off x="5425198" y="9403862"/>
            <a:ext cx="5875677" cy="3238967"/>
          </a:xfrm>
          <a:custGeom>
            <a:rect b="b" l="l" r="r" t="t"/>
            <a:pathLst>
              <a:path extrusionOk="0" h="3238967" w="5875677">
                <a:moveTo>
                  <a:pt x="0" y="0"/>
                </a:moveTo>
                <a:lnTo>
                  <a:pt x="5875677" y="0"/>
                </a:lnTo>
                <a:lnTo>
                  <a:pt x="5875677" y="3238967"/>
                </a:lnTo>
                <a:lnTo>
                  <a:pt x="0" y="3238967"/>
                </a:lnTo>
                <a:lnTo>
                  <a:pt x="0" y="0"/>
                </a:lnTo>
                <a:close/>
              </a:path>
            </a:pathLst>
          </a:custGeom>
          <a:blipFill rotWithShape="1">
            <a:blip r:embed="rId10">
              <a:alphaModFix/>
            </a:blip>
            <a:stretch>
              <a:fillRect b="0" l="0" r="0" t="0"/>
            </a:stretch>
          </a:blipFill>
          <a:ln>
            <a:noFill/>
          </a:ln>
        </p:spPr>
      </p:sp>
      <p:sp>
        <p:nvSpPr>
          <p:cNvPr id="341" name="Google Shape;341;p15"/>
          <p:cNvSpPr/>
          <p:nvPr/>
        </p:nvSpPr>
        <p:spPr>
          <a:xfrm rot="-7239578">
            <a:off x="-916157" y="-1028700"/>
            <a:ext cx="2227136" cy="4114800"/>
          </a:xfrm>
          <a:custGeom>
            <a:rect b="b" l="l" r="r" t="t"/>
            <a:pathLst>
              <a:path extrusionOk="0" h="4114800" w="2227136">
                <a:moveTo>
                  <a:pt x="0" y="0"/>
                </a:moveTo>
                <a:lnTo>
                  <a:pt x="2227136" y="0"/>
                </a:lnTo>
                <a:lnTo>
                  <a:pt x="2227136" y="4114800"/>
                </a:lnTo>
                <a:lnTo>
                  <a:pt x="0" y="4114800"/>
                </a:lnTo>
                <a:lnTo>
                  <a:pt x="0" y="0"/>
                </a:lnTo>
                <a:close/>
              </a:path>
            </a:pathLst>
          </a:custGeom>
          <a:blipFill rotWithShape="1">
            <a:blip r:embed="rId11">
              <a:alphaModFix/>
            </a:blip>
            <a:stretch>
              <a:fillRect b="0" l="0" r="0" t="0"/>
            </a:stretch>
          </a:blipFill>
          <a:ln>
            <a:noFill/>
          </a:ln>
        </p:spPr>
      </p:sp>
      <p:sp>
        <p:nvSpPr>
          <p:cNvPr id="342" name="Google Shape;342;p15"/>
          <p:cNvSpPr/>
          <p:nvPr/>
        </p:nvSpPr>
        <p:spPr>
          <a:xfrm rot="2598121">
            <a:off x="2491871" y="7209833"/>
            <a:ext cx="3007321" cy="1759283"/>
          </a:xfrm>
          <a:custGeom>
            <a:rect b="b" l="l" r="r" t="t"/>
            <a:pathLst>
              <a:path extrusionOk="0" h="1759283" w="3007321">
                <a:moveTo>
                  <a:pt x="0" y="0"/>
                </a:moveTo>
                <a:lnTo>
                  <a:pt x="3007320" y="0"/>
                </a:lnTo>
                <a:lnTo>
                  <a:pt x="3007320" y="1759283"/>
                </a:lnTo>
                <a:lnTo>
                  <a:pt x="0" y="1759283"/>
                </a:lnTo>
                <a:lnTo>
                  <a:pt x="0" y="0"/>
                </a:lnTo>
                <a:close/>
              </a:path>
            </a:pathLst>
          </a:custGeom>
          <a:blipFill rotWithShape="1">
            <a:blip r:embed="rId12">
              <a:alphaModFix/>
            </a:blip>
            <a:stretch>
              <a:fillRect b="0" l="0" r="0" t="0"/>
            </a:stretch>
          </a:blipFill>
          <a:ln>
            <a:noFill/>
          </a:ln>
        </p:spPr>
      </p:sp>
      <p:sp>
        <p:nvSpPr>
          <p:cNvPr id="343" name="Google Shape;343;p15"/>
          <p:cNvSpPr/>
          <p:nvPr/>
        </p:nvSpPr>
        <p:spPr>
          <a:xfrm rot="3945637">
            <a:off x="13786679" y="3168847"/>
            <a:ext cx="1146208" cy="2324001"/>
          </a:xfrm>
          <a:custGeom>
            <a:rect b="b" l="l" r="r" t="t"/>
            <a:pathLst>
              <a:path extrusionOk="0" h="2324001" w="1146208">
                <a:moveTo>
                  <a:pt x="0" y="0"/>
                </a:moveTo>
                <a:lnTo>
                  <a:pt x="1146208" y="0"/>
                </a:lnTo>
                <a:lnTo>
                  <a:pt x="1146208" y="2324000"/>
                </a:lnTo>
                <a:lnTo>
                  <a:pt x="0" y="2324000"/>
                </a:lnTo>
                <a:lnTo>
                  <a:pt x="0" y="0"/>
                </a:lnTo>
                <a:close/>
              </a:path>
            </a:pathLst>
          </a:custGeom>
          <a:blipFill rotWithShape="1">
            <a:blip r:embed="rId13">
              <a:alphaModFix/>
            </a:blip>
            <a:stretch>
              <a:fillRect b="-23885" l="-165097" r="0" t="0"/>
            </a:stretch>
          </a:blipFill>
          <a:ln>
            <a:noFill/>
          </a:ln>
        </p:spPr>
      </p:sp>
      <p:sp>
        <p:nvSpPr>
          <p:cNvPr id="344" name="Google Shape;344;p15"/>
          <p:cNvSpPr/>
          <p:nvPr/>
        </p:nvSpPr>
        <p:spPr>
          <a:xfrm rot="-5400000">
            <a:off x="16049771" y="7736121"/>
            <a:ext cx="5396459" cy="4114800"/>
          </a:xfrm>
          <a:custGeom>
            <a:rect b="b" l="l" r="r" t="t"/>
            <a:pathLst>
              <a:path extrusionOk="0" h="4114800" w="5396459">
                <a:moveTo>
                  <a:pt x="0" y="0"/>
                </a:moveTo>
                <a:lnTo>
                  <a:pt x="5396459" y="0"/>
                </a:lnTo>
                <a:lnTo>
                  <a:pt x="5396459" y="4114800"/>
                </a:lnTo>
                <a:lnTo>
                  <a:pt x="0" y="4114800"/>
                </a:lnTo>
                <a:lnTo>
                  <a:pt x="0" y="0"/>
                </a:lnTo>
                <a:close/>
              </a:path>
            </a:pathLst>
          </a:custGeom>
          <a:blipFill rotWithShape="1">
            <a:blip r:embed="rId9">
              <a:alphaModFix/>
            </a:blip>
            <a:stretch>
              <a:fillRect b="0" l="0" r="0" t="0"/>
            </a:stretch>
          </a:blipFill>
          <a:ln>
            <a:noFill/>
          </a:ln>
        </p:spPr>
      </p:sp>
      <p:sp>
        <p:nvSpPr>
          <p:cNvPr id="345" name="Google Shape;345;p15"/>
          <p:cNvSpPr/>
          <p:nvPr/>
        </p:nvSpPr>
        <p:spPr>
          <a:xfrm rot="10252938">
            <a:off x="8709979" y="-1552077"/>
            <a:ext cx="4257941" cy="2458961"/>
          </a:xfrm>
          <a:custGeom>
            <a:rect b="b" l="l" r="r" t="t"/>
            <a:pathLst>
              <a:path extrusionOk="0" h="2458961" w="4257941">
                <a:moveTo>
                  <a:pt x="0" y="0"/>
                </a:moveTo>
                <a:lnTo>
                  <a:pt x="4257941" y="0"/>
                </a:lnTo>
                <a:lnTo>
                  <a:pt x="4257941" y="2458961"/>
                </a:lnTo>
                <a:lnTo>
                  <a:pt x="0" y="2458961"/>
                </a:lnTo>
                <a:lnTo>
                  <a:pt x="0" y="0"/>
                </a:lnTo>
                <a:close/>
              </a:path>
            </a:pathLst>
          </a:custGeom>
          <a:blipFill rotWithShape="1">
            <a:blip r:embed="rId14">
              <a:alphaModFix/>
            </a:blip>
            <a:stretch>
              <a:fillRect b="0" l="0" r="0" t="0"/>
            </a:stretch>
          </a:blipFill>
          <a:ln>
            <a:noFill/>
          </a:ln>
        </p:spPr>
      </p:sp>
      <p:sp>
        <p:nvSpPr>
          <p:cNvPr id="346" name="Google Shape;346;p15"/>
          <p:cNvSpPr/>
          <p:nvPr/>
        </p:nvSpPr>
        <p:spPr>
          <a:xfrm rot="5947534">
            <a:off x="3555012" y="-2929516"/>
            <a:ext cx="2978086" cy="4114800"/>
          </a:xfrm>
          <a:custGeom>
            <a:rect b="b" l="l" r="r" t="t"/>
            <a:pathLst>
              <a:path extrusionOk="0" h="4114800" w="2978086">
                <a:moveTo>
                  <a:pt x="0" y="0"/>
                </a:moveTo>
                <a:lnTo>
                  <a:pt x="2978087" y="0"/>
                </a:lnTo>
                <a:lnTo>
                  <a:pt x="2978087" y="4114800"/>
                </a:lnTo>
                <a:lnTo>
                  <a:pt x="0" y="4114800"/>
                </a:lnTo>
                <a:lnTo>
                  <a:pt x="0" y="0"/>
                </a:lnTo>
                <a:close/>
              </a:path>
            </a:pathLst>
          </a:custGeom>
          <a:blipFill rotWithShape="1">
            <a:blip r:embed="rId7">
              <a:alphaModFix/>
            </a:blip>
            <a:stretch>
              <a:fillRect b="0" l="0" r="0" t="0"/>
            </a:stretch>
          </a:blipFill>
          <a:ln>
            <a:noFill/>
          </a:ln>
        </p:spPr>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1C5E9"/>
        </a:solidFill>
      </p:bgPr>
    </p:bg>
    <p:spTree>
      <p:nvGrpSpPr>
        <p:cNvPr id="350" name="Shape 350"/>
        <p:cNvGrpSpPr/>
        <p:nvPr/>
      </p:nvGrpSpPr>
      <p:grpSpPr>
        <a:xfrm>
          <a:off x="0" y="0"/>
          <a:ext cx="0" cy="0"/>
          <a:chOff x="0" y="0"/>
          <a:chExt cx="0" cy="0"/>
        </a:xfrm>
      </p:grpSpPr>
      <p:sp>
        <p:nvSpPr>
          <p:cNvPr id="351" name="Google Shape;351;p16"/>
          <p:cNvSpPr/>
          <p:nvPr/>
        </p:nvSpPr>
        <p:spPr>
          <a:xfrm rot="5987975">
            <a:off x="16813139" y="7906835"/>
            <a:ext cx="2227136" cy="4114800"/>
          </a:xfrm>
          <a:custGeom>
            <a:rect b="b" l="l" r="r" t="t"/>
            <a:pathLst>
              <a:path extrusionOk="0" h="4114800" w="2227136">
                <a:moveTo>
                  <a:pt x="0" y="0"/>
                </a:moveTo>
                <a:lnTo>
                  <a:pt x="2227135" y="0"/>
                </a:lnTo>
                <a:lnTo>
                  <a:pt x="2227135" y="4114800"/>
                </a:lnTo>
                <a:lnTo>
                  <a:pt x="0" y="4114800"/>
                </a:lnTo>
                <a:lnTo>
                  <a:pt x="0" y="0"/>
                </a:lnTo>
                <a:close/>
              </a:path>
            </a:pathLst>
          </a:custGeom>
          <a:blipFill rotWithShape="1">
            <a:blip r:embed="rId3">
              <a:alphaModFix/>
            </a:blip>
            <a:stretch>
              <a:fillRect b="0" l="0" r="0" t="0"/>
            </a:stretch>
          </a:blipFill>
          <a:ln>
            <a:noFill/>
          </a:ln>
        </p:spPr>
      </p:sp>
      <p:sp>
        <p:nvSpPr>
          <p:cNvPr id="352" name="Google Shape;352;p16"/>
          <p:cNvSpPr/>
          <p:nvPr/>
        </p:nvSpPr>
        <p:spPr>
          <a:xfrm rot="4705922">
            <a:off x="13742333" y="-2093217"/>
            <a:ext cx="2978086" cy="4114800"/>
          </a:xfrm>
          <a:custGeom>
            <a:rect b="b" l="l" r="r" t="t"/>
            <a:pathLst>
              <a:path extrusionOk="0" h="4114800" w="2978086">
                <a:moveTo>
                  <a:pt x="0" y="0"/>
                </a:moveTo>
                <a:lnTo>
                  <a:pt x="2978087" y="0"/>
                </a:lnTo>
                <a:lnTo>
                  <a:pt x="2978087" y="4114800"/>
                </a:lnTo>
                <a:lnTo>
                  <a:pt x="0" y="4114800"/>
                </a:lnTo>
                <a:lnTo>
                  <a:pt x="0" y="0"/>
                </a:lnTo>
                <a:close/>
              </a:path>
            </a:pathLst>
          </a:custGeom>
          <a:blipFill rotWithShape="1">
            <a:blip r:embed="rId4">
              <a:alphaModFix/>
            </a:blip>
            <a:stretch>
              <a:fillRect b="0" l="0" r="0" t="0"/>
            </a:stretch>
          </a:blipFill>
          <a:ln>
            <a:noFill/>
          </a:ln>
        </p:spPr>
      </p:sp>
      <p:grpSp>
        <p:nvGrpSpPr>
          <p:cNvPr id="353" name="Google Shape;353;p16"/>
          <p:cNvGrpSpPr/>
          <p:nvPr/>
        </p:nvGrpSpPr>
        <p:grpSpPr>
          <a:xfrm>
            <a:off x="0" y="304095"/>
            <a:ext cx="11090288" cy="11124788"/>
            <a:chOff x="0" y="0"/>
            <a:chExt cx="14787050" cy="14833051"/>
          </a:xfrm>
        </p:grpSpPr>
        <p:sp>
          <p:nvSpPr>
            <p:cNvPr id="354" name="Google Shape;354;p16"/>
            <p:cNvSpPr/>
            <p:nvPr/>
          </p:nvSpPr>
          <p:spPr>
            <a:xfrm>
              <a:off x="3161646" y="0"/>
              <a:ext cx="11625404" cy="14833051"/>
            </a:xfrm>
            <a:custGeom>
              <a:rect b="b" l="l" r="r" t="t"/>
              <a:pathLst>
                <a:path extrusionOk="0" h="14833051" w="11625404">
                  <a:moveTo>
                    <a:pt x="0" y="0"/>
                  </a:moveTo>
                  <a:lnTo>
                    <a:pt x="11625403" y="0"/>
                  </a:lnTo>
                  <a:lnTo>
                    <a:pt x="11625403" y="14833051"/>
                  </a:lnTo>
                  <a:lnTo>
                    <a:pt x="0" y="14833051"/>
                  </a:lnTo>
                  <a:lnTo>
                    <a:pt x="0" y="0"/>
                  </a:lnTo>
                  <a:close/>
                </a:path>
              </a:pathLst>
            </a:custGeom>
            <a:blipFill rotWithShape="1">
              <a:blip r:embed="rId5">
                <a:alphaModFix/>
              </a:blip>
              <a:stretch>
                <a:fillRect b="0" l="0" r="0" t="0"/>
              </a:stretch>
            </a:blipFill>
            <a:ln>
              <a:noFill/>
            </a:ln>
          </p:spPr>
        </p:sp>
        <p:sp>
          <p:nvSpPr>
            <p:cNvPr id="355" name="Google Shape;355;p16"/>
            <p:cNvSpPr/>
            <p:nvPr/>
          </p:nvSpPr>
          <p:spPr>
            <a:xfrm>
              <a:off x="0" y="75987"/>
              <a:ext cx="3378825" cy="14757064"/>
            </a:xfrm>
            <a:custGeom>
              <a:rect b="b" l="l" r="r" t="t"/>
              <a:pathLst>
                <a:path extrusionOk="0" h="14757064" w="3378825">
                  <a:moveTo>
                    <a:pt x="0" y="0"/>
                  </a:moveTo>
                  <a:lnTo>
                    <a:pt x="3378825" y="0"/>
                  </a:lnTo>
                  <a:lnTo>
                    <a:pt x="3378825" y="14757064"/>
                  </a:lnTo>
                  <a:lnTo>
                    <a:pt x="0" y="14757064"/>
                  </a:lnTo>
                  <a:lnTo>
                    <a:pt x="0" y="0"/>
                  </a:lnTo>
                  <a:close/>
                </a:path>
              </a:pathLst>
            </a:custGeom>
            <a:blipFill rotWithShape="1">
              <a:blip r:embed="rId6">
                <a:alphaModFix/>
              </a:blip>
              <a:stretch>
                <a:fillRect b="0" l="0" r="-244056" t="-513"/>
              </a:stretch>
            </a:blipFill>
            <a:ln>
              <a:noFill/>
            </a:ln>
          </p:spPr>
        </p:sp>
      </p:grpSp>
      <p:sp>
        <p:nvSpPr>
          <p:cNvPr id="356" name="Google Shape;356;p16"/>
          <p:cNvSpPr/>
          <p:nvPr/>
        </p:nvSpPr>
        <p:spPr>
          <a:xfrm>
            <a:off x="14102587" y="2011653"/>
            <a:ext cx="2257579" cy="3326083"/>
          </a:xfrm>
          <a:custGeom>
            <a:rect b="b" l="l" r="r" t="t"/>
            <a:pathLst>
              <a:path extrusionOk="0" h="3326083" w="2257579">
                <a:moveTo>
                  <a:pt x="0" y="0"/>
                </a:moveTo>
                <a:lnTo>
                  <a:pt x="2257579" y="0"/>
                </a:lnTo>
                <a:lnTo>
                  <a:pt x="2257579" y="3326083"/>
                </a:lnTo>
                <a:lnTo>
                  <a:pt x="0" y="3326083"/>
                </a:lnTo>
                <a:lnTo>
                  <a:pt x="0" y="0"/>
                </a:lnTo>
                <a:close/>
              </a:path>
            </a:pathLst>
          </a:custGeom>
          <a:blipFill rotWithShape="1">
            <a:blip r:embed="rId7">
              <a:alphaModFix/>
            </a:blip>
            <a:stretch>
              <a:fillRect b="0" l="0" r="0" t="0"/>
            </a:stretch>
          </a:blipFill>
          <a:ln>
            <a:noFill/>
          </a:ln>
        </p:spPr>
      </p:sp>
      <p:sp>
        <p:nvSpPr>
          <p:cNvPr id="357" name="Google Shape;357;p16"/>
          <p:cNvSpPr/>
          <p:nvPr/>
        </p:nvSpPr>
        <p:spPr>
          <a:xfrm rot="-277003">
            <a:off x="9414231" y="-197775"/>
            <a:ext cx="1209807" cy="2452951"/>
          </a:xfrm>
          <a:custGeom>
            <a:rect b="b" l="l" r="r" t="t"/>
            <a:pathLst>
              <a:path extrusionOk="0" h="2452951" w="1209807">
                <a:moveTo>
                  <a:pt x="0" y="0"/>
                </a:moveTo>
                <a:lnTo>
                  <a:pt x="1209807" y="0"/>
                </a:lnTo>
                <a:lnTo>
                  <a:pt x="1209807" y="2452950"/>
                </a:lnTo>
                <a:lnTo>
                  <a:pt x="0" y="2452950"/>
                </a:lnTo>
                <a:lnTo>
                  <a:pt x="0" y="0"/>
                </a:lnTo>
                <a:close/>
              </a:path>
            </a:pathLst>
          </a:custGeom>
          <a:blipFill rotWithShape="1">
            <a:blip r:embed="rId8">
              <a:alphaModFix/>
            </a:blip>
            <a:stretch>
              <a:fillRect b="-23885" l="-165097" r="0" t="0"/>
            </a:stretch>
          </a:blipFill>
          <a:ln>
            <a:noFill/>
          </a:ln>
        </p:spPr>
      </p:sp>
      <p:sp>
        <p:nvSpPr>
          <p:cNvPr id="358" name="Google Shape;358;p16"/>
          <p:cNvSpPr/>
          <p:nvPr/>
        </p:nvSpPr>
        <p:spPr>
          <a:xfrm>
            <a:off x="9518047" y="5866489"/>
            <a:ext cx="8248134" cy="4142616"/>
          </a:xfrm>
          <a:custGeom>
            <a:rect b="b" l="l" r="r" t="t"/>
            <a:pathLst>
              <a:path extrusionOk="0" h="4142616" w="8248134">
                <a:moveTo>
                  <a:pt x="0" y="0"/>
                </a:moveTo>
                <a:lnTo>
                  <a:pt x="8248134" y="0"/>
                </a:lnTo>
                <a:lnTo>
                  <a:pt x="8248134" y="4142616"/>
                </a:lnTo>
                <a:lnTo>
                  <a:pt x="0" y="4142616"/>
                </a:lnTo>
                <a:lnTo>
                  <a:pt x="0" y="0"/>
                </a:lnTo>
                <a:close/>
              </a:path>
            </a:pathLst>
          </a:custGeom>
          <a:blipFill rotWithShape="1">
            <a:blip r:embed="rId9">
              <a:alphaModFix/>
            </a:blip>
            <a:stretch>
              <a:fillRect b="0" l="0" r="0" t="0"/>
            </a:stretch>
          </a:blipFill>
          <a:ln>
            <a:noFill/>
          </a:ln>
        </p:spPr>
      </p:sp>
      <p:sp>
        <p:nvSpPr>
          <p:cNvPr id="359" name="Google Shape;359;p16"/>
          <p:cNvSpPr txBox="1"/>
          <p:nvPr/>
        </p:nvSpPr>
        <p:spPr>
          <a:xfrm>
            <a:off x="990579" y="4045193"/>
            <a:ext cx="7892801" cy="4086225"/>
          </a:xfrm>
          <a:prstGeom prst="rect">
            <a:avLst/>
          </a:prstGeom>
          <a:noFill/>
          <a:ln>
            <a:noFill/>
          </a:ln>
        </p:spPr>
        <p:txBody>
          <a:bodyPr anchorCtr="0" anchor="t" bIns="0" lIns="0" spcFirstLastPara="1" rIns="0" wrap="square" tIns="0">
            <a:spAutoFit/>
          </a:bodyPr>
          <a:lstStyle/>
          <a:p>
            <a:pPr indent="0" lvl="0" marL="0" marR="0" rtl="0" algn="just">
              <a:lnSpc>
                <a:spcPct val="120008"/>
              </a:lnSpc>
              <a:spcBef>
                <a:spcPts val="0"/>
              </a:spcBef>
              <a:spcAft>
                <a:spcPts val="0"/>
              </a:spcAft>
              <a:buNone/>
            </a:pPr>
            <a:r>
              <a:rPr b="0" i="0" lang="en-US" sz="2499" u="none" cap="none" strike="noStrike">
                <a:solidFill>
                  <a:srgbClr val="000000"/>
                </a:solidFill>
                <a:latin typeface="DM Sans"/>
                <a:ea typeface="DM Sans"/>
                <a:cs typeface="DM Sans"/>
                <a:sym typeface="DM Sans"/>
              </a:rPr>
              <a:t>Son identificadores únicos asignados a cada dispositivo en una red. Operan en la capa 2 del modelo OSI.</a:t>
            </a:r>
            <a:endParaRPr/>
          </a:p>
          <a:p>
            <a:pPr indent="0" lvl="0" marL="0" marR="0" rtl="0" algn="just">
              <a:lnSpc>
                <a:spcPct val="120008"/>
              </a:lnSpc>
              <a:spcBef>
                <a:spcPts val="0"/>
              </a:spcBef>
              <a:spcAft>
                <a:spcPts val="0"/>
              </a:spcAft>
              <a:buNone/>
            </a:pPr>
            <a:r>
              <a:t/>
            </a:r>
            <a:endParaRPr b="0" i="0" sz="2499" u="none" cap="none" strike="noStrike">
              <a:solidFill>
                <a:srgbClr val="000000"/>
              </a:solidFill>
              <a:latin typeface="DM Sans"/>
              <a:ea typeface="DM Sans"/>
              <a:cs typeface="DM Sans"/>
              <a:sym typeface="DM Sans"/>
            </a:endParaRPr>
          </a:p>
          <a:p>
            <a:pPr indent="0" lvl="0" marL="0" marR="0" rtl="0" algn="just">
              <a:lnSpc>
                <a:spcPct val="120008"/>
              </a:lnSpc>
              <a:spcBef>
                <a:spcPts val="0"/>
              </a:spcBef>
              <a:spcAft>
                <a:spcPts val="0"/>
              </a:spcAft>
              <a:buNone/>
            </a:pPr>
            <a:r>
              <a:rPr b="0" i="0" lang="en-US" sz="2499" u="none" cap="none" strike="noStrike">
                <a:solidFill>
                  <a:srgbClr val="000000"/>
                </a:solidFill>
                <a:latin typeface="DM Sans"/>
                <a:ea typeface="DM Sans"/>
                <a:cs typeface="DM Sans"/>
                <a:sym typeface="DM Sans"/>
              </a:rPr>
              <a:t>Son utilizadas para identificar dispositivos en una red y para controlar el acceso a los medios de transmisión (cables de red, por ejemplo). </a:t>
            </a:r>
            <a:endParaRPr/>
          </a:p>
          <a:p>
            <a:pPr indent="0" lvl="0" marL="0" marR="0" rtl="0" algn="just">
              <a:lnSpc>
                <a:spcPct val="120008"/>
              </a:lnSpc>
              <a:spcBef>
                <a:spcPts val="0"/>
              </a:spcBef>
              <a:spcAft>
                <a:spcPts val="0"/>
              </a:spcAft>
              <a:buNone/>
            </a:pPr>
            <a:r>
              <a:t/>
            </a:r>
            <a:endParaRPr b="0" i="0" sz="2499" u="none" cap="none" strike="noStrike">
              <a:solidFill>
                <a:srgbClr val="000000"/>
              </a:solidFill>
              <a:latin typeface="DM Sans"/>
              <a:ea typeface="DM Sans"/>
              <a:cs typeface="DM Sans"/>
              <a:sym typeface="DM Sans"/>
            </a:endParaRPr>
          </a:p>
          <a:p>
            <a:pPr indent="0" lvl="0" marL="0" marR="0" rtl="0" algn="just">
              <a:lnSpc>
                <a:spcPct val="120008"/>
              </a:lnSpc>
              <a:spcBef>
                <a:spcPts val="0"/>
              </a:spcBef>
              <a:spcAft>
                <a:spcPts val="0"/>
              </a:spcAft>
              <a:buNone/>
            </a:pPr>
            <a:r>
              <a:rPr b="0" i="0" lang="en-US" sz="2499" u="none" cap="none" strike="noStrike">
                <a:solidFill>
                  <a:srgbClr val="000000"/>
                </a:solidFill>
                <a:latin typeface="DM Sans"/>
                <a:ea typeface="DM Sans"/>
                <a:cs typeface="DM Sans"/>
                <a:sym typeface="DM Sans"/>
              </a:rPr>
              <a:t>Están formadas por una secuencia de seis pares de dígitos hexadecimales separados por dos puntos, por ejemplo: AA:BB:CC:DD:EE:FF. </a:t>
            </a:r>
            <a:endParaRPr/>
          </a:p>
        </p:txBody>
      </p:sp>
      <p:sp>
        <p:nvSpPr>
          <p:cNvPr id="360" name="Google Shape;360;p16"/>
          <p:cNvSpPr/>
          <p:nvPr/>
        </p:nvSpPr>
        <p:spPr>
          <a:xfrm rot="3945637">
            <a:off x="9645166" y="4437303"/>
            <a:ext cx="1209807" cy="2452951"/>
          </a:xfrm>
          <a:custGeom>
            <a:rect b="b" l="l" r="r" t="t"/>
            <a:pathLst>
              <a:path extrusionOk="0" h="2452951" w="1209807">
                <a:moveTo>
                  <a:pt x="0" y="0"/>
                </a:moveTo>
                <a:lnTo>
                  <a:pt x="1209807" y="0"/>
                </a:lnTo>
                <a:lnTo>
                  <a:pt x="1209807" y="2452951"/>
                </a:lnTo>
                <a:lnTo>
                  <a:pt x="0" y="2452951"/>
                </a:lnTo>
                <a:lnTo>
                  <a:pt x="0" y="0"/>
                </a:lnTo>
                <a:close/>
              </a:path>
            </a:pathLst>
          </a:custGeom>
          <a:blipFill rotWithShape="1">
            <a:blip r:embed="rId10">
              <a:alphaModFix/>
            </a:blip>
            <a:stretch>
              <a:fillRect b="-23885" l="-165097" r="0" t="0"/>
            </a:stretch>
          </a:blipFill>
          <a:ln>
            <a:noFill/>
          </a:ln>
        </p:spPr>
      </p:sp>
      <p:sp>
        <p:nvSpPr>
          <p:cNvPr id="361" name="Google Shape;361;p16"/>
          <p:cNvSpPr txBox="1"/>
          <p:nvPr/>
        </p:nvSpPr>
        <p:spPr>
          <a:xfrm>
            <a:off x="1408802" y="1868778"/>
            <a:ext cx="7056355" cy="1163447"/>
          </a:xfrm>
          <a:prstGeom prst="rect">
            <a:avLst/>
          </a:prstGeom>
          <a:noFill/>
          <a:ln>
            <a:noFill/>
          </a:ln>
        </p:spPr>
        <p:txBody>
          <a:bodyPr anchorCtr="0" anchor="t" bIns="0" lIns="0" spcFirstLastPara="1" rIns="0" wrap="square" tIns="0">
            <a:spAutoFit/>
          </a:bodyPr>
          <a:lstStyle/>
          <a:p>
            <a:pPr indent="0" lvl="0" marL="0" marR="0" rtl="0" algn="l">
              <a:lnSpc>
                <a:spcPct val="112001"/>
              </a:lnSpc>
              <a:spcBef>
                <a:spcPts val="0"/>
              </a:spcBef>
              <a:spcAft>
                <a:spcPts val="0"/>
              </a:spcAft>
              <a:buNone/>
            </a:pPr>
            <a:r>
              <a:rPr b="1" i="0" lang="en-US" sz="6699" u="none" cap="none" strike="noStrike">
                <a:solidFill>
                  <a:srgbClr val="000000"/>
                </a:solidFill>
                <a:latin typeface="Arial"/>
                <a:ea typeface="Arial"/>
                <a:cs typeface="Arial"/>
                <a:sym typeface="Arial"/>
              </a:rPr>
              <a:t>Direcciones MAC</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1C5E9"/>
        </a:solidFill>
      </p:bgPr>
    </p:bg>
    <p:spTree>
      <p:nvGrpSpPr>
        <p:cNvPr id="365" name="Shape 365"/>
        <p:cNvGrpSpPr/>
        <p:nvPr/>
      </p:nvGrpSpPr>
      <p:grpSpPr>
        <a:xfrm>
          <a:off x="0" y="0"/>
          <a:ext cx="0" cy="0"/>
          <a:chOff x="0" y="0"/>
          <a:chExt cx="0" cy="0"/>
        </a:xfrm>
      </p:grpSpPr>
      <p:sp>
        <p:nvSpPr>
          <p:cNvPr id="366" name="Google Shape;366;p17"/>
          <p:cNvSpPr/>
          <p:nvPr/>
        </p:nvSpPr>
        <p:spPr>
          <a:xfrm rot="5987975">
            <a:off x="16813139" y="7906835"/>
            <a:ext cx="2227136" cy="4114800"/>
          </a:xfrm>
          <a:custGeom>
            <a:rect b="b" l="l" r="r" t="t"/>
            <a:pathLst>
              <a:path extrusionOk="0" h="4114800" w="2227136">
                <a:moveTo>
                  <a:pt x="0" y="0"/>
                </a:moveTo>
                <a:lnTo>
                  <a:pt x="2227135" y="0"/>
                </a:lnTo>
                <a:lnTo>
                  <a:pt x="2227135" y="4114800"/>
                </a:lnTo>
                <a:lnTo>
                  <a:pt x="0" y="4114800"/>
                </a:lnTo>
                <a:lnTo>
                  <a:pt x="0" y="0"/>
                </a:lnTo>
                <a:close/>
              </a:path>
            </a:pathLst>
          </a:custGeom>
          <a:blipFill rotWithShape="1">
            <a:blip r:embed="rId3">
              <a:alphaModFix/>
            </a:blip>
            <a:stretch>
              <a:fillRect b="0" l="0" r="0" t="0"/>
            </a:stretch>
          </a:blipFill>
          <a:ln>
            <a:noFill/>
          </a:ln>
        </p:spPr>
      </p:sp>
      <p:sp>
        <p:nvSpPr>
          <p:cNvPr id="367" name="Google Shape;367;p17"/>
          <p:cNvSpPr/>
          <p:nvPr/>
        </p:nvSpPr>
        <p:spPr>
          <a:xfrm rot="4705922">
            <a:off x="13742333" y="-2093217"/>
            <a:ext cx="2978086" cy="4114800"/>
          </a:xfrm>
          <a:custGeom>
            <a:rect b="b" l="l" r="r" t="t"/>
            <a:pathLst>
              <a:path extrusionOk="0" h="4114800" w="2978086">
                <a:moveTo>
                  <a:pt x="0" y="0"/>
                </a:moveTo>
                <a:lnTo>
                  <a:pt x="2978087" y="0"/>
                </a:lnTo>
                <a:lnTo>
                  <a:pt x="2978087" y="4114800"/>
                </a:lnTo>
                <a:lnTo>
                  <a:pt x="0" y="4114800"/>
                </a:lnTo>
                <a:lnTo>
                  <a:pt x="0" y="0"/>
                </a:lnTo>
                <a:close/>
              </a:path>
            </a:pathLst>
          </a:custGeom>
          <a:blipFill rotWithShape="1">
            <a:blip r:embed="rId4">
              <a:alphaModFix/>
            </a:blip>
            <a:stretch>
              <a:fillRect b="0" l="0" r="0" t="0"/>
            </a:stretch>
          </a:blipFill>
          <a:ln>
            <a:noFill/>
          </a:ln>
        </p:spPr>
      </p:sp>
      <p:grpSp>
        <p:nvGrpSpPr>
          <p:cNvPr id="368" name="Google Shape;368;p17"/>
          <p:cNvGrpSpPr/>
          <p:nvPr/>
        </p:nvGrpSpPr>
        <p:grpSpPr>
          <a:xfrm>
            <a:off x="0" y="304095"/>
            <a:ext cx="11090288" cy="11124788"/>
            <a:chOff x="0" y="0"/>
            <a:chExt cx="14787050" cy="14833051"/>
          </a:xfrm>
        </p:grpSpPr>
        <p:sp>
          <p:nvSpPr>
            <p:cNvPr id="369" name="Google Shape;369;p17"/>
            <p:cNvSpPr/>
            <p:nvPr/>
          </p:nvSpPr>
          <p:spPr>
            <a:xfrm>
              <a:off x="3161646" y="0"/>
              <a:ext cx="11625404" cy="14833051"/>
            </a:xfrm>
            <a:custGeom>
              <a:rect b="b" l="l" r="r" t="t"/>
              <a:pathLst>
                <a:path extrusionOk="0" h="14833051" w="11625404">
                  <a:moveTo>
                    <a:pt x="0" y="0"/>
                  </a:moveTo>
                  <a:lnTo>
                    <a:pt x="11625403" y="0"/>
                  </a:lnTo>
                  <a:lnTo>
                    <a:pt x="11625403" y="14833051"/>
                  </a:lnTo>
                  <a:lnTo>
                    <a:pt x="0" y="14833051"/>
                  </a:lnTo>
                  <a:lnTo>
                    <a:pt x="0" y="0"/>
                  </a:lnTo>
                  <a:close/>
                </a:path>
              </a:pathLst>
            </a:custGeom>
            <a:blipFill rotWithShape="1">
              <a:blip r:embed="rId5">
                <a:alphaModFix/>
              </a:blip>
              <a:stretch>
                <a:fillRect b="0" l="0" r="0" t="0"/>
              </a:stretch>
            </a:blipFill>
            <a:ln>
              <a:noFill/>
            </a:ln>
          </p:spPr>
        </p:sp>
        <p:sp>
          <p:nvSpPr>
            <p:cNvPr id="370" name="Google Shape;370;p17"/>
            <p:cNvSpPr/>
            <p:nvPr/>
          </p:nvSpPr>
          <p:spPr>
            <a:xfrm>
              <a:off x="0" y="75987"/>
              <a:ext cx="3378825" cy="14757064"/>
            </a:xfrm>
            <a:custGeom>
              <a:rect b="b" l="l" r="r" t="t"/>
              <a:pathLst>
                <a:path extrusionOk="0" h="14757064" w="3378825">
                  <a:moveTo>
                    <a:pt x="0" y="0"/>
                  </a:moveTo>
                  <a:lnTo>
                    <a:pt x="3378825" y="0"/>
                  </a:lnTo>
                  <a:lnTo>
                    <a:pt x="3378825" y="14757064"/>
                  </a:lnTo>
                  <a:lnTo>
                    <a:pt x="0" y="14757064"/>
                  </a:lnTo>
                  <a:lnTo>
                    <a:pt x="0" y="0"/>
                  </a:lnTo>
                  <a:close/>
                </a:path>
              </a:pathLst>
            </a:custGeom>
            <a:blipFill rotWithShape="1">
              <a:blip r:embed="rId6">
                <a:alphaModFix/>
              </a:blip>
              <a:stretch>
                <a:fillRect b="0" l="0" r="-244056" t="-513"/>
              </a:stretch>
            </a:blipFill>
            <a:ln>
              <a:noFill/>
            </a:ln>
          </p:spPr>
        </p:sp>
      </p:grpSp>
      <p:sp>
        <p:nvSpPr>
          <p:cNvPr id="371" name="Google Shape;371;p17"/>
          <p:cNvSpPr/>
          <p:nvPr/>
        </p:nvSpPr>
        <p:spPr>
          <a:xfrm>
            <a:off x="14102587" y="2011653"/>
            <a:ext cx="2257579" cy="3326083"/>
          </a:xfrm>
          <a:custGeom>
            <a:rect b="b" l="l" r="r" t="t"/>
            <a:pathLst>
              <a:path extrusionOk="0" h="3326083" w="2257579">
                <a:moveTo>
                  <a:pt x="0" y="0"/>
                </a:moveTo>
                <a:lnTo>
                  <a:pt x="2257579" y="0"/>
                </a:lnTo>
                <a:lnTo>
                  <a:pt x="2257579" y="3326083"/>
                </a:lnTo>
                <a:lnTo>
                  <a:pt x="0" y="3326083"/>
                </a:lnTo>
                <a:lnTo>
                  <a:pt x="0" y="0"/>
                </a:lnTo>
                <a:close/>
              </a:path>
            </a:pathLst>
          </a:custGeom>
          <a:blipFill rotWithShape="1">
            <a:blip r:embed="rId7">
              <a:alphaModFix/>
            </a:blip>
            <a:stretch>
              <a:fillRect b="0" l="0" r="0" t="0"/>
            </a:stretch>
          </a:blipFill>
          <a:ln>
            <a:noFill/>
          </a:ln>
        </p:spPr>
      </p:sp>
      <p:sp>
        <p:nvSpPr>
          <p:cNvPr id="372" name="Google Shape;372;p17"/>
          <p:cNvSpPr/>
          <p:nvPr/>
        </p:nvSpPr>
        <p:spPr>
          <a:xfrm rot="-277003">
            <a:off x="9414231" y="-197775"/>
            <a:ext cx="1209807" cy="2452951"/>
          </a:xfrm>
          <a:custGeom>
            <a:rect b="b" l="l" r="r" t="t"/>
            <a:pathLst>
              <a:path extrusionOk="0" h="2452951" w="1209807">
                <a:moveTo>
                  <a:pt x="0" y="0"/>
                </a:moveTo>
                <a:lnTo>
                  <a:pt x="1209807" y="0"/>
                </a:lnTo>
                <a:lnTo>
                  <a:pt x="1209807" y="2452950"/>
                </a:lnTo>
                <a:lnTo>
                  <a:pt x="0" y="2452950"/>
                </a:lnTo>
                <a:lnTo>
                  <a:pt x="0" y="0"/>
                </a:lnTo>
                <a:close/>
              </a:path>
            </a:pathLst>
          </a:custGeom>
          <a:blipFill rotWithShape="1">
            <a:blip r:embed="rId8">
              <a:alphaModFix/>
            </a:blip>
            <a:stretch>
              <a:fillRect b="-23885" l="-165097" r="0" t="0"/>
            </a:stretch>
          </a:blipFill>
          <a:ln>
            <a:noFill/>
          </a:ln>
        </p:spPr>
      </p:sp>
      <p:sp>
        <p:nvSpPr>
          <p:cNvPr id="373" name="Google Shape;373;p17"/>
          <p:cNvSpPr/>
          <p:nvPr/>
        </p:nvSpPr>
        <p:spPr>
          <a:xfrm>
            <a:off x="9518047" y="5866489"/>
            <a:ext cx="8248134" cy="4142616"/>
          </a:xfrm>
          <a:custGeom>
            <a:rect b="b" l="l" r="r" t="t"/>
            <a:pathLst>
              <a:path extrusionOk="0" h="4142616" w="8248134">
                <a:moveTo>
                  <a:pt x="0" y="0"/>
                </a:moveTo>
                <a:lnTo>
                  <a:pt x="8248134" y="0"/>
                </a:lnTo>
                <a:lnTo>
                  <a:pt x="8248134" y="4142616"/>
                </a:lnTo>
                <a:lnTo>
                  <a:pt x="0" y="4142616"/>
                </a:lnTo>
                <a:lnTo>
                  <a:pt x="0" y="0"/>
                </a:lnTo>
                <a:close/>
              </a:path>
            </a:pathLst>
          </a:custGeom>
          <a:blipFill rotWithShape="1">
            <a:blip r:embed="rId9">
              <a:alphaModFix/>
            </a:blip>
            <a:stretch>
              <a:fillRect b="0" l="0" r="0" t="0"/>
            </a:stretch>
          </a:blipFill>
          <a:ln>
            <a:noFill/>
          </a:ln>
        </p:spPr>
      </p:sp>
      <p:sp>
        <p:nvSpPr>
          <p:cNvPr id="374" name="Google Shape;374;p17"/>
          <p:cNvSpPr txBox="1"/>
          <p:nvPr/>
        </p:nvSpPr>
        <p:spPr>
          <a:xfrm>
            <a:off x="990579" y="3487981"/>
            <a:ext cx="7892801" cy="5200650"/>
          </a:xfrm>
          <a:prstGeom prst="rect">
            <a:avLst/>
          </a:prstGeom>
          <a:noFill/>
          <a:ln>
            <a:noFill/>
          </a:ln>
        </p:spPr>
        <p:txBody>
          <a:bodyPr anchorCtr="0" anchor="t" bIns="0" lIns="0" spcFirstLastPara="1" rIns="0" wrap="square" tIns="0">
            <a:spAutoFit/>
          </a:bodyPr>
          <a:lstStyle/>
          <a:p>
            <a:pPr indent="0" lvl="0" marL="0" marR="0" rtl="0" algn="just">
              <a:lnSpc>
                <a:spcPct val="120008"/>
              </a:lnSpc>
              <a:spcBef>
                <a:spcPts val="0"/>
              </a:spcBef>
              <a:spcAft>
                <a:spcPts val="0"/>
              </a:spcAft>
              <a:buNone/>
            </a:pPr>
            <a:r>
              <a:rPr b="0" i="0" lang="en-US" sz="2499" u="none" cap="none" strike="noStrike">
                <a:solidFill>
                  <a:srgbClr val="000000"/>
                </a:solidFill>
                <a:latin typeface="DM Sans"/>
                <a:ea typeface="DM Sans"/>
                <a:cs typeface="DM Sans"/>
                <a:sym typeface="DM Sans"/>
              </a:rPr>
              <a:t>Estas direcciones son asignadas por el fabricante del dispositivo y no deben ser cambiadas.</a:t>
            </a:r>
            <a:endParaRPr/>
          </a:p>
          <a:p>
            <a:pPr indent="0" lvl="0" marL="0" marR="0" rtl="0" algn="just">
              <a:lnSpc>
                <a:spcPct val="120008"/>
              </a:lnSpc>
              <a:spcBef>
                <a:spcPts val="0"/>
              </a:spcBef>
              <a:spcAft>
                <a:spcPts val="0"/>
              </a:spcAft>
              <a:buNone/>
            </a:pPr>
            <a:r>
              <a:t/>
            </a:r>
            <a:endParaRPr b="0" i="0" sz="2499" u="none" cap="none" strike="noStrike">
              <a:solidFill>
                <a:srgbClr val="000000"/>
              </a:solidFill>
              <a:latin typeface="DM Sans"/>
              <a:ea typeface="DM Sans"/>
              <a:cs typeface="DM Sans"/>
              <a:sym typeface="DM Sans"/>
            </a:endParaRPr>
          </a:p>
          <a:p>
            <a:pPr indent="0" lvl="0" marL="0" marR="0" rtl="0" algn="just">
              <a:lnSpc>
                <a:spcPct val="120008"/>
              </a:lnSpc>
              <a:spcBef>
                <a:spcPts val="0"/>
              </a:spcBef>
              <a:spcAft>
                <a:spcPts val="0"/>
              </a:spcAft>
              <a:buNone/>
            </a:pPr>
            <a:r>
              <a:rPr b="0" i="0" lang="en-US" sz="2499" u="none" cap="none" strike="noStrike">
                <a:solidFill>
                  <a:srgbClr val="000000"/>
                </a:solidFill>
                <a:latin typeface="DM Sans"/>
                <a:ea typeface="DM Sans"/>
                <a:cs typeface="DM Sans"/>
                <a:sym typeface="DM Sans"/>
              </a:rPr>
              <a:t>Es importante destacar que las direcciones MAC son específicas para un dispositivo y no pueden ser duplicadas en una misma red.</a:t>
            </a:r>
            <a:endParaRPr/>
          </a:p>
          <a:p>
            <a:pPr indent="0" lvl="0" marL="0" marR="0" rtl="0" algn="just">
              <a:lnSpc>
                <a:spcPct val="120008"/>
              </a:lnSpc>
              <a:spcBef>
                <a:spcPts val="0"/>
              </a:spcBef>
              <a:spcAft>
                <a:spcPts val="0"/>
              </a:spcAft>
              <a:buNone/>
            </a:pPr>
            <a:r>
              <a:t/>
            </a:r>
            <a:endParaRPr b="0" i="0" sz="2499" u="none" cap="none" strike="noStrike">
              <a:solidFill>
                <a:srgbClr val="000000"/>
              </a:solidFill>
              <a:latin typeface="DM Sans"/>
              <a:ea typeface="DM Sans"/>
              <a:cs typeface="DM Sans"/>
              <a:sym typeface="DM Sans"/>
            </a:endParaRPr>
          </a:p>
          <a:p>
            <a:pPr indent="0" lvl="0" marL="0" marR="0" rtl="0" algn="just">
              <a:lnSpc>
                <a:spcPct val="120008"/>
              </a:lnSpc>
              <a:spcBef>
                <a:spcPts val="0"/>
              </a:spcBef>
              <a:spcAft>
                <a:spcPts val="0"/>
              </a:spcAft>
              <a:buNone/>
            </a:pPr>
            <a:r>
              <a:rPr b="0" i="0" lang="en-US" sz="2499" u="none" cap="none" strike="noStrike">
                <a:solidFill>
                  <a:srgbClr val="000000"/>
                </a:solidFill>
                <a:latin typeface="DM Sans"/>
                <a:ea typeface="DM Sans"/>
                <a:cs typeface="DM Sans"/>
                <a:sym typeface="DM Sans"/>
              </a:rPr>
              <a:t>Además, las direcciones MAC solo son visibles y utilizables en una red LAN y no se utilizan en redes WAN o Internet.</a:t>
            </a:r>
            <a:endParaRPr/>
          </a:p>
          <a:p>
            <a:pPr indent="0" lvl="0" marL="0" marR="0" rtl="0" algn="just">
              <a:lnSpc>
                <a:spcPct val="120008"/>
              </a:lnSpc>
              <a:spcBef>
                <a:spcPts val="0"/>
              </a:spcBef>
              <a:spcAft>
                <a:spcPts val="0"/>
              </a:spcAft>
              <a:buNone/>
            </a:pPr>
            <a:r>
              <a:t/>
            </a:r>
            <a:endParaRPr b="0" i="0" sz="2499" u="none" cap="none" strike="noStrike">
              <a:solidFill>
                <a:srgbClr val="000000"/>
              </a:solidFill>
              <a:latin typeface="DM Sans"/>
              <a:ea typeface="DM Sans"/>
              <a:cs typeface="DM Sans"/>
              <a:sym typeface="DM Sans"/>
            </a:endParaRPr>
          </a:p>
          <a:p>
            <a:pPr indent="0" lvl="0" marL="0" marR="0" rtl="0" algn="just">
              <a:lnSpc>
                <a:spcPct val="120008"/>
              </a:lnSpc>
              <a:spcBef>
                <a:spcPts val="0"/>
              </a:spcBef>
              <a:spcAft>
                <a:spcPts val="0"/>
              </a:spcAft>
              <a:buNone/>
            </a:pPr>
            <a:r>
              <a:rPr b="0" i="0" lang="en-US" sz="2499" u="none" cap="none" strike="noStrike">
                <a:solidFill>
                  <a:srgbClr val="000000"/>
                </a:solidFill>
                <a:latin typeface="DM Sans"/>
                <a:ea typeface="DM Sans"/>
                <a:cs typeface="DM Sans"/>
                <a:sym typeface="DM Sans"/>
              </a:rPr>
              <a:t>Esto permite a los dispositivos en una red comunicarse entre sí de manera efectiva y sin conflicto.</a:t>
            </a:r>
            <a:endParaRPr/>
          </a:p>
        </p:txBody>
      </p:sp>
      <p:sp>
        <p:nvSpPr>
          <p:cNvPr id="375" name="Google Shape;375;p17"/>
          <p:cNvSpPr/>
          <p:nvPr/>
        </p:nvSpPr>
        <p:spPr>
          <a:xfrm rot="3945637">
            <a:off x="9645166" y="4437303"/>
            <a:ext cx="1209807" cy="2452951"/>
          </a:xfrm>
          <a:custGeom>
            <a:rect b="b" l="l" r="r" t="t"/>
            <a:pathLst>
              <a:path extrusionOk="0" h="2452951" w="1209807">
                <a:moveTo>
                  <a:pt x="0" y="0"/>
                </a:moveTo>
                <a:lnTo>
                  <a:pt x="1209807" y="0"/>
                </a:lnTo>
                <a:lnTo>
                  <a:pt x="1209807" y="2452951"/>
                </a:lnTo>
                <a:lnTo>
                  <a:pt x="0" y="2452951"/>
                </a:lnTo>
                <a:lnTo>
                  <a:pt x="0" y="0"/>
                </a:lnTo>
                <a:close/>
              </a:path>
            </a:pathLst>
          </a:custGeom>
          <a:blipFill rotWithShape="1">
            <a:blip r:embed="rId10">
              <a:alphaModFix/>
            </a:blip>
            <a:stretch>
              <a:fillRect b="-23885" l="-165097" r="0" t="0"/>
            </a:stretch>
          </a:blipFill>
          <a:ln>
            <a:noFill/>
          </a:ln>
        </p:spPr>
      </p:sp>
      <p:sp>
        <p:nvSpPr>
          <p:cNvPr id="376" name="Google Shape;376;p17"/>
          <p:cNvSpPr txBox="1"/>
          <p:nvPr/>
        </p:nvSpPr>
        <p:spPr>
          <a:xfrm>
            <a:off x="1408802" y="1868778"/>
            <a:ext cx="7056355" cy="1163447"/>
          </a:xfrm>
          <a:prstGeom prst="rect">
            <a:avLst/>
          </a:prstGeom>
          <a:noFill/>
          <a:ln>
            <a:noFill/>
          </a:ln>
        </p:spPr>
        <p:txBody>
          <a:bodyPr anchorCtr="0" anchor="t" bIns="0" lIns="0" spcFirstLastPara="1" rIns="0" wrap="square" tIns="0">
            <a:spAutoFit/>
          </a:bodyPr>
          <a:lstStyle/>
          <a:p>
            <a:pPr indent="0" lvl="0" marL="0" marR="0" rtl="0" algn="l">
              <a:lnSpc>
                <a:spcPct val="112001"/>
              </a:lnSpc>
              <a:spcBef>
                <a:spcPts val="0"/>
              </a:spcBef>
              <a:spcAft>
                <a:spcPts val="0"/>
              </a:spcAft>
              <a:buNone/>
            </a:pPr>
            <a:r>
              <a:rPr b="1" i="0" lang="en-US" sz="6699" u="none" cap="none" strike="noStrike">
                <a:solidFill>
                  <a:srgbClr val="000000"/>
                </a:solidFill>
                <a:latin typeface="Arial"/>
                <a:ea typeface="Arial"/>
                <a:cs typeface="Arial"/>
                <a:sym typeface="Arial"/>
              </a:rPr>
              <a:t>Direcciones MAC</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CD46"/>
        </a:solidFill>
      </p:bgPr>
    </p:bg>
    <p:spTree>
      <p:nvGrpSpPr>
        <p:cNvPr id="380" name="Shape 380"/>
        <p:cNvGrpSpPr/>
        <p:nvPr/>
      </p:nvGrpSpPr>
      <p:grpSpPr>
        <a:xfrm>
          <a:off x="0" y="0"/>
          <a:ext cx="0" cy="0"/>
          <a:chOff x="0" y="0"/>
          <a:chExt cx="0" cy="0"/>
        </a:xfrm>
      </p:grpSpPr>
      <p:sp>
        <p:nvSpPr>
          <p:cNvPr id="381" name="Google Shape;381;p18"/>
          <p:cNvSpPr/>
          <p:nvPr/>
        </p:nvSpPr>
        <p:spPr>
          <a:xfrm rot="549959">
            <a:off x="13155161" y="3870136"/>
            <a:ext cx="2968601" cy="4771406"/>
          </a:xfrm>
          <a:custGeom>
            <a:rect b="b" l="l" r="r" t="t"/>
            <a:pathLst>
              <a:path extrusionOk="0" h="4771406" w="2968601">
                <a:moveTo>
                  <a:pt x="0" y="0"/>
                </a:moveTo>
                <a:lnTo>
                  <a:pt x="2968601" y="0"/>
                </a:lnTo>
                <a:lnTo>
                  <a:pt x="2968601" y="4771406"/>
                </a:lnTo>
                <a:lnTo>
                  <a:pt x="0" y="4771406"/>
                </a:lnTo>
                <a:lnTo>
                  <a:pt x="0" y="0"/>
                </a:lnTo>
                <a:close/>
              </a:path>
            </a:pathLst>
          </a:custGeom>
          <a:blipFill rotWithShape="1">
            <a:blip r:embed="rId3">
              <a:alphaModFix/>
            </a:blip>
            <a:stretch>
              <a:fillRect b="-3353" l="-153087" r="0" t="0"/>
            </a:stretch>
          </a:blipFill>
          <a:ln>
            <a:noFill/>
          </a:ln>
        </p:spPr>
      </p:sp>
      <p:sp>
        <p:nvSpPr>
          <p:cNvPr id="382" name="Google Shape;382;p18"/>
          <p:cNvSpPr/>
          <p:nvPr/>
        </p:nvSpPr>
        <p:spPr>
          <a:xfrm rot="-266862">
            <a:off x="9161431" y="2654385"/>
            <a:ext cx="5990432" cy="5839575"/>
          </a:xfrm>
          <a:custGeom>
            <a:rect b="b" l="l" r="r" t="t"/>
            <a:pathLst>
              <a:path extrusionOk="0" h="5839575" w="5990432">
                <a:moveTo>
                  <a:pt x="0" y="0"/>
                </a:moveTo>
                <a:lnTo>
                  <a:pt x="5990432" y="0"/>
                </a:lnTo>
                <a:lnTo>
                  <a:pt x="5990432" y="5839575"/>
                </a:lnTo>
                <a:lnTo>
                  <a:pt x="0" y="5839575"/>
                </a:lnTo>
                <a:lnTo>
                  <a:pt x="0" y="0"/>
                </a:lnTo>
                <a:close/>
              </a:path>
            </a:pathLst>
          </a:custGeom>
          <a:blipFill rotWithShape="1">
            <a:blip r:embed="rId4">
              <a:alphaModFix/>
            </a:blip>
            <a:stretch>
              <a:fillRect b="-45036" l="0" r="0" t="0"/>
            </a:stretch>
          </a:blipFill>
          <a:ln>
            <a:noFill/>
          </a:ln>
        </p:spPr>
      </p:sp>
      <p:sp>
        <p:nvSpPr>
          <p:cNvPr id="383" name="Google Shape;383;p18"/>
          <p:cNvSpPr/>
          <p:nvPr/>
        </p:nvSpPr>
        <p:spPr>
          <a:xfrm rot="141362">
            <a:off x="9516945" y="2355262"/>
            <a:ext cx="6185631" cy="6185631"/>
          </a:xfrm>
          <a:custGeom>
            <a:rect b="b" l="l" r="r" t="t"/>
            <a:pathLst>
              <a:path extrusionOk="0" h="6185631" w="6185631">
                <a:moveTo>
                  <a:pt x="0" y="0"/>
                </a:moveTo>
                <a:lnTo>
                  <a:pt x="6185631" y="0"/>
                </a:lnTo>
                <a:lnTo>
                  <a:pt x="6185631" y="6185630"/>
                </a:lnTo>
                <a:lnTo>
                  <a:pt x="0" y="6185630"/>
                </a:lnTo>
                <a:lnTo>
                  <a:pt x="0" y="0"/>
                </a:lnTo>
                <a:close/>
              </a:path>
            </a:pathLst>
          </a:custGeom>
          <a:blipFill rotWithShape="1">
            <a:blip r:embed="rId5">
              <a:alphaModFix/>
            </a:blip>
            <a:stretch>
              <a:fillRect b="0" l="0" r="0" t="0"/>
            </a:stretch>
          </a:blipFill>
          <a:ln>
            <a:noFill/>
          </a:ln>
        </p:spPr>
      </p:sp>
      <p:sp>
        <p:nvSpPr>
          <p:cNvPr id="384" name="Google Shape;384;p18"/>
          <p:cNvSpPr/>
          <p:nvPr/>
        </p:nvSpPr>
        <p:spPr>
          <a:xfrm rot="10472255">
            <a:off x="15552867" y="-1626397"/>
            <a:ext cx="5396459" cy="4114800"/>
          </a:xfrm>
          <a:custGeom>
            <a:rect b="b" l="l" r="r" t="t"/>
            <a:pathLst>
              <a:path extrusionOk="0" h="4114800" w="5396459">
                <a:moveTo>
                  <a:pt x="0" y="0"/>
                </a:moveTo>
                <a:lnTo>
                  <a:pt x="5396459" y="0"/>
                </a:lnTo>
                <a:lnTo>
                  <a:pt x="5396459" y="4114800"/>
                </a:lnTo>
                <a:lnTo>
                  <a:pt x="0" y="4114800"/>
                </a:lnTo>
                <a:lnTo>
                  <a:pt x="0" y="0"/>
                </a:lnTo>
                <a:close/>
              </a:path>
            </a:pathLst>
          </a:custGeom>
          <a:blipFill rotWithShape="1">
            <a:blip r:embed="rId6">
              <a:alphaModFix/>
            </a:blip>
            <a:stretch>
              <a:fillRect b="0" l="0" r="0" t="0"/>
            </a:stretch>
          </a:blipFill>
          <a:ln>
            <a:noFill/>
          </a:ln>
        </p:spPr>
      </p:sp>
      <p:sp>
        <p:nvSpPr>
          <p:cNvPr id="385" name="Google Shape;385;p18"/>
          <p:cNvSpPr/>
          <p:nvPr/>
        </p:nvSpPr>
        <p:spPr>
          <a:xfrm rot="-7239578">
            <a:off x="-916157" y="-1028700"/>
            <a:ext cx="2227136" cy="4114800"/>
          </a:xfrm>
          <a:custGeom>
            <a:rect b="b" l="l" r="r" t="t"/>
            <a:pathLst>
              <a:path extrusionOk="0" h="4114800" w="2227136">
                <a:moveTo>
                  <a:pt x="0" y="0"/>
                </a:moveTo>
                <a:lnTo>
                  <a:pt x="2227136" y="0"/>
                </a:lnTo>
                <a:lnTo>
                  <a:pt x="2227136" y="4114800"/>
                </a:lnTo>
                <a:lnTo>
                  <a:pt x="0" y="4114800"/>
                </a:lnTo>
                <a:lnTo>
                  <a:pt x="0" y="0"/>
                </a:lnTo>
                <a:close/>
              </a:path>
            </a:pathLst>
          </a:custGeom>
          <a:blipFill rotWithShape="1">
            <a:blip r:embed="rId7">
              <a:alphaModFix/>
            </a:blip>
            <a:stretch>
              <a:fillRect b="0" l="0" r="0" t="0"/>
            </a:stretch>
          </a:blipFill>
          <a:ln>
            <a:noFill/>
          </a:ln>
        </p:spPr>
      </p:sp>
      <p:sp>
        <p:nvSpPr>
          <p:cNvPr id="386" name="Google Shape;386;p18"/>
          <p:cNvSpPr/>
          <p:nvPr/>
        </p:nvSpPr>
        <p:spPr>
          <a:xfrm rot="10252938">
            <a:off x="8709979" y="-1552077"/>
            <a:ext cx="4257941" cy="2458961"/>
          </a:xfrm>
          <a:custGeom>
            <a:rect b="b" l="l" r="r" t="t"/>
            <a:pathLst>
              <a:path extrusionOk="0" h="2458961" w="4257941">
                <a:moveTo>
                  <a:pt x="0" y="0"/>
                </a:moveTo>
                <a:lnTo>
                  <a:pt x="4257941" y="0"/>
                </a:lnTo>
                <a:lnTo>
                  <a:pt x="4257941" y="2458961"/>
                </a:lnTo>
                <a:lnTo>
                  <a:pt x="0" y="2458961"/>
                </a:lnTo>
                <a:lnTo>
                  <a:pt x="0" y="0"/>
                </a:lnTo>
                <a:close/>
              </a:path>
            </a:pathLst>
          </a:custGeom>
          <a:blipFill rotWithShape="1">
            <a:blip r:embed="rId8">
              <a:alphaModFix/>
            </a:blip>
            <a:stretch>
              <a:fillRect b="0" l="0" r="0" t="0"/>
            </a:stretch>
          </a:blipFill>
          <a:ln>
            <a:noFill/>
          </a:ln>
        </p:spPr>
      </p:sp>
      <p:sp>
        <p:nvSpPr>
          <p:cNvPr id="387" name="Google Shape;387;p18"/>
          <p:cNvSpPr/>
          <p:nvPr/>
        </p:nvSpPr>
        <p:spPr>
          <a:xfrm rot="5947534">
            <a:off x="3555012" y="-2929516"/>
            <a:ext cx="2978086" cy="4114800"/>
          </a:xfrm>
          <a:custGeom>
            <a:rect b="b" l="l" r="r" t="t"/>
            <a:pathLst>
              <a:path extrusionOk="0" h="4114800" w="2978086">
                <a:moveTo>
                  <a:pt x="0" y="0"/>
                </a:moveTo>
                <a:lnTo>
                  <a:pt x="2978087" y="0"/>
                </a:lnTo>
                <a:lnTo>
                  <a:pt x="2978087" y="4114800"/>
                </a:lnTo>
                <a:lnTo>
                  <a:pt x="0" y="4114800"/>
                </a:lnTo>
                <a:lnTo>
                  <a:pt x="0" y="0"/>
                </a:lnTo>
                <a:close/>
              </a:path>
            </a:pathLst>
          </a:custGeom>
          <a:blipFill rotWithShape="1">
            <a:blip r:embed="rId9">
              <a:alphaModFix/>
            </a:blip>
            <a:stretch>
              <a:fillRect b="0" l="0" r="0" t="0"/>
            </a:stretch>
          </a:blipFill>
          <a:ln>
            <a:noFill/>
          </a:ln>
        </p:spPr>
      </p:sp>
      <p:sp>
        <p:nvSpPr>
          <p:cNvPr id="388" name="Google Shape;388;p18"/>
          <p:cNvSpPr/>
          <p:nvPr/>
        </p:nvSpPr>
        <p:spPr>
          <a:xfrm>
            <a:off x="-1476562" y="7799941"/>
            <a:ext cx="2978086" cy="4114800"/>
          </a:xfrm>
          <a:custGeom>
            <a:rect b="b" l="l" r="r" t="t"/>
            <a:pathLst>
              <a:path extrusionOk="0" h="4114800" w="2978086">
                <a:moveTo>
                  <a:pt x="0" y="0"/>
                </a:moveTo>
                <a:lnTo>
                  <a:pt x="2978087" y="0"/>
                </a:lnTo>
                <a:lnTo>
                  <a:pt x="2978087" y="4114800"/>
                </a:lnTo>
                <a:lnTo>
                  <a:pt x="0" y="4114800"/>
                </a:lnTo>
                <a:lnTo>
                  <a:pt x="0" y="0"/>
                </a:lnTo>
                <a:close/>
              </a:path>
            </a:pathLst>
          </a:custGeom>
          <a:blipFill rotWithShape="1">
            <a:blip r:embed="rId9">
              <a:alphaModFix/>
            </a:blip>
            <a:stretch>
              <a:fillRect b="0" l="0" r="0" t="0"/>
            </a:stretch>
          </a:blipFill>
          <a:ln>
            <a:noFill/>
          </a:ln>
        </p:spPr>
      </p:sp>
      <p:sp>
        <p:nvSpPr>
          <p:cNvPr id="389" name="Google Shape;389;p18"/>
          <p:cNvSpPr/>
          <p:nvPr/>
        </p:nvSpPr>
        <p:spPr>
          <a:xfrm rot="-9994124">
            <a:off x="4019779" y="9355547"/>
            <a:ext cx="5875677" cy="3238967"/>
          </a:xfrm>
          <a:custGeom>
            <a:rect b="b" l="l" r="r" t="t"/>
            <a:pathLst>
              <a:path extrusionOk="0" h="3238967" w="5875677">
                <a:moveTo>
                  <a:pt x="0" y="0"/>
                </a:moveTo>
                <a:lnTo>
                  <a:pt x="5875677" y="0"/>
                </a:lnTo>
                <a:lnTo>
                  <a:pt x="5875677" y="3238966"/>
                </a:lnTo>
                <a:lnTo>
                  <a:pt x="0" y="3238966"/>
                </a:lnTo>
                <a:lnTo>
                  <a:pt x="0" y="0"/>
                </a:lnTo>
                <a:close/>
              </a:path>
            </a:pathLst>
          </a:custGeom>
          <a:blipFill rotWithShape="1">
            <a:blip r:embed="rId10">
              <a:alphaModFix/>
            </a:blip>
            <a:stretch>
              <a:fillRect b="0" l="0" r="0" t="0"/>
            </a:stretch>
          </a:blipFill>
          <a:ln>
            <a:noFill/>
          </a:ln>
        </p:spPr>
      </p:sp>
      <p:sp>
        <p:nvSpPr>
          <p:cNvPr id="390" name="Google Shape;390;p18"/>
          <p:cNvSpPr/>
          <p:nvPr/>
        </p:nvSpPr>
        <p:spPr>
          <a:xfrm rot="-5400000">
            <a:off x="16377293" y="7799941"/>
            <a:ext cx="5396459" cy="4114800"/>
          </a:xfrm>
          <a:custGeom>
            <a:rect b="b" l="l" r="r" t="t"/>
            <a:pathLst>
              <a:path extrusionOk="0" h="4114800" w="5396459">
                <a:moveTo>
                  <a:pt x="0" y="0"/>
                </a:moveTo>
                <a:lnTo>
                  <a:pt x="5396459" y="0"/>
                </a:lnTo>
                <a:lnTo>
                  <a:pt x="5396459" y="4114800"/>
                </a:lnTo>
                <a:lnTo>
                  <a:pt x="0" y="4114800"/>
                </a:lnTo>
                <a:lnTo>
                  <a:pt x="0" y="0"/>
                </a:lnTo>
                <a:close/>
              </a:path>
            </a:pathLst>
          </a:custGeom>
          <a:blipFill rotWithShape="1">
            <a:blip r:embed="rId6">
              <a:alphaModFix/>
            </a:blip>
            <a:stretch>
              <a:fillRect b="0" l="0" r="0" t="0"/>
            </a:stretch>
          </a:blipFill>
          <a:ln>
            <a:noFill/>
          </a:ln>
        </p:spPr>
      </p:sp>
      <p:sp>
        <p:nvSpPr>
          <p:cNvPr id="391" name="Google Shape;391;p18"/>
          <p:cNvSpPr/>
          <p:nvPr/>
        </p:nvSpPr>
        <p:spPr>
          <a:xfrm rot="353451">
            <a:off x="11564385" y="2069332"/>
            <a:ext cx="2197384" cy="723139"/>
          </a:xfrm>
          <a:custGeom>
            <a:rect b="b" l="l" r="r" t="t"/>
            <a:pathLst>
              <a:path extrusionOk="0" h="723139" w="2197384">
                <a:moveTo>
                  <a:pt x="0" y="0"/>
                </a:moveTo>
                <a:lnTo>
                  <a:pt x="2197384" y="0"/>
                </a:lnTo>
                <a:lnTo>
                  <a:pt x="2197384" y="723139"/>
                </a:lnTo>
                <a:lnTo>
                  <a:pt x="0" y="723139"/>
                </a:lnTo>
                <a:lnTo>
                  <a:pt x="0" y="0"/>
                </a:lnTo>
                <a:close/>
              </a:path>
            </a:pathLst>
          </a:custGeom>
          <a:blipFill rotWithShape="1">
            <a:blip r:embed="rId11">
              <a:alphaModFix/>
            </a:blip>
            <a:stretch>
              <a:fillRect b="0" l="0" r="0" t="0"/>
            </a:stretch>
          </a:blipFill>
          <a:ln>
            <a:noFill/>
          </a:ln>
        </p:spPr>
      </p:sp>
      <p:sp>
        <p:nvSpPr>
          <p:cNvPr id="392" name="Google Shape;392;p18"/>
          <p:cNvSpPr/>
          <p:nvPr/>
        </p:nvSpPr>
        <p:spPr>
          <a:xfrm>
            <a:off x="810356" y="2230499"/>
            <a:ext cx="7481342" cy="5180829"/>
          </a:xfrm>
          <a:custGeom>
            <a:rect b="b" l="l" r="r" t="t"/>
            <a:pathLst>
              <a:path extrusionOk="0" h="5180829" w="7481342">
                <a:moveTo>
                  <a:pt x="0" y="0"/>
                </a:moveTo>
                <a:lnTo>
                  <a:pt x="7481342" y="0"/>
                </a:lnTo>
                <a:lnTo>
                  <a:pt x="7481342" y="5180829"/>
                </a:lnTo>
                <a:lnTo>
                  <a:pt x="0" y="5180829"/>
                </a:lnTo>
                <a:lnTo>
                  <a:pt x="0" y="0"/>
                </a:lnTo>
                <a:close/>
              </a:path>
            </a:pathLst>
          </a:custGeom>
          <a:blipFill rotWithShape="1">
            <a:blip r:embed="rId12">
              <a:alphaModFix/>
            </a:blip>
            <a:stretch>
              <a:fillRect b="0" l="0" r="0" t="0"/>
            </a:stretch>
          </a:blipFill>
          <a:ln>
            <a:noFill/>
          </a:ln>
        </p:spPr>
      </p:sp>
      <p:sp>
        <p:nvSpPr>
          <p:cNvPr id="393" name="Google Shape;393;p18"/>
          <p:cNvSpPr/>
          <p:nvPr/>
        </p:nvSpPr>
        <p:spPr>
          <a:xfrm rot="141688">
            <a:off x="9642328" y="3345696"/>
            <a:ext cx="6025164" cy="4099445"/>
          </a:xfrm>
          <a:custGeom>
            <a:rect b="b" l="l" r="r" t="t"/>
            <a:pathLst>
              <a:path extrusionOk="0" h="4099445" w="6025164">
                <a:moveTo>
                  <a:pt x="0" y="0"/>
                </a:moveTo>
                <a:lnTo>
                  <a:pt x="6025164" y="0"/>
                </a:lnTo>
                <a:lnTo>
                  <a:pt x="6025164" y="4099445"/>
                </a:lnTo>
                <a:lnTo>
                  <a:pt x="0" y="4099445"/>
                </a:lnTo>
                <a:lnTo>
                  <a:pt x="0" y="0"/>
                </a:lnTo>
                <a:close/>
              </a:path>
            </a:pathLst>
          </a:custGeom>
          <a:blipFill rotWithShape="1">
            <a:blip r:embed="rId13">
              <a:alphaModFix/>
            </a:blip>
            <a:stretch>
              <a:fillRect b="0" l="0" r="0" t="0"/>
            </a:stretch>
          </a:blipFill>
          <a:ln>
            <a:noFill/>
          </a:ln>
        </p:spPr>
      </p:sp>
      <p:sp>
        <p:nvSpPr>
          <p:cNvPr id="394" name="Google Shape;394;p18"/>
          <p:cNvSpPr txBox="1"/>
          <p:nvPr/>
        </p:nvSpPr>
        <p:spPr>
          <a:xfrm>
            <a:off x="12946186" y="377891"/>
            <a:ext cx="3386551" cy="1520668"/>
          </a:xfrm>
          <a:prstGeom prst="rect">
            <a:avLst/>
          </a:prstGeom>
          <a:noFill/>
          <a:ln>
            <a:noFill/>
          </a:ln>
        </p:spPr>
        <p:txBody>
          <a:bodyPr anchorCtr="0" anchor="t" bIns="0" lIns="0" spcFirstLastPara="1" rIns="0" wrap="square" tIns="0">
            <a:spAutoFit/>
          </a:bodyPr>
          <a:lstStyle/>
          <a:p>
            <a:pPr indent="0" lvl="0" marL="0" marR="0" rtl="0" algn="l">
              <a:lnSpc>
                <a:spcPct val="112003"/>
              </a:lnSpc>
              <a:spcBef>
                <a:spcPts val="0"/>
              </a:spcBef>
              <a:spcAft>
                <a:spcPts val="0"/>
              </a:spcAft>
              <a:buNone/>
            </a:pPr>
            <a:r>
              <a:rPr b="1" i="0" lang="en-US" sz="8864" u="none" cap="none" strike="noStrike">
                <a:solidFill>
                  <a:srgbClr val="000000"/>
                </a:solidFill>
                <a:latin typeface="Arial"/>
                <a:ea typeface="Arial"/>
                <a:cs typeface="Arial"/>
                <a:sym typeface="Arial"/>
              </a:rPr>
              <a:t>HUB</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1C5E9"/>
        </a:solidFill>
      </p:bgPr>
    </p:bg>
    <p:spTree>
      <p:nvGrpSpPr>
        <p:cNvPr id="398" name="Shape 398"/>
        <p:cNvGrpSpPr/>
        <p:nvPr/>
      </p:nvGrpSpPr>
      <p:grpSpPr>
        <a:xfrm>
          <a:off x="0" y="0"/>
          <a:ext cx="0" cy="0"/>
          <a:chOff x="0" y="0"/>
          <a:chExt cx="0" cy="0"/>
        </a:xfrm>
      </p:grpSpPr>
      <p:grpSp>
        <p:nvGrpSpPr>
          <p:cNvPr id="399" name="Google Shape;399;p19"/>
          <p:cNvGrpSpPr/>
          <p:nvPr/>
        </p:nvGrpSpPr>
        <p:grpSpPr>
          <a:xfrm rot="420336">
            <a:off x="11871841" y="2995676"/>
            <a:ext cx="5113750" cy="4801301"/>
            <a:chOff x="0" y="0"/>
            <a:chExt cx="1346831" cy="1264540"/>
          </a:xfrm>
        </p:grpSpPr>
        <p:sp>
          <p:nvSpPr>
            <p:cNvPr id="400" name="Google Shape;400;p19"/>
            <p:cNvSpPr/>
            <p:nvPr/>
          </p:nvSpPr>
          <p:spPr>
            <a:xfrm>
              <a:off x="0" y="0"/>
              <a:ext cx="1346831" cy="1264540"/>
            </a:xfrm>
            <a:custGeom>
              <a:rect b="b" l="l" r="r" t="t"/>
              <a:pathLst>
                <a:path extrusionOk="0" h="1264540" w="1346831">
                  <a:moveTo>
                    <a:pt x="0" y="0"/>
                  </a:moveTo>
                  <a:lnTo>
                    <a:pt x="1346831" y="0"/>
                  </a:lnTo>
                  <a:lnTo>
                    <a:pt x="1346831" y="1264540"/>
                  </a:lnTo>
                  <a:lnTo>
                    <a:pt x="0" y="1264540"/>
                  </a:lnTo>
                  <a:close/>
                </a:path>
              </a:pathLst>
            </a:custGeom>
            <a:solidFill>
              <a:srgbClr val="FFFFFF"/>
            </a:solidFill>
            <a:ln>
              <a:noFill/>
            </a:ln>
          </p:spPr>
        </p:sp>
        <p:sp>
          <p:nvSpPr>
            <p:cNvPr id="401" name="Google Shape;401;p19"/>
            <p:cNvSpPr txBox="1"/>
            <p:nvPr/>
          </p:nvSpPr>
          <p:spPr>
            <a:xfrm>
              <a:off x="0" y="38100"/>
              <a:ext cx="1346831" cy="1226440"/>
            </a:xfrm>
            <a:prstGeom prst="rect">
              <a:avLst/>
            </a:prstGeom>
            <a:noFill/>
            <a:ln>
              <a:noFill/>
            </a:ln>
          </p:spPr>
          <p:txBody>
            <a:bodyPr anchorCtr="0" anchor="ctr" bIns="50800" lIns="50800" spcFirstLastPara="1" rIns="50800" wrap="square" tIns="50800">
              <a:noAutofit/>
            </a:bodyPr>
            <a:lstStyle/>
            <a:p>
              <a:pPr indent="0" lvl="0" marL="0" marR="0" rtl="0" algn="ctr">
                <a:lnSpc>
                  <a:spcPct val="149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02" name="Google Shape;402;p19"/>
          <p:cNvSpPr/>
          <p:nvPr/>
        </p:nvSpPr>
        <p:spPr>
          <a:xfrm rot="5987975">
            <a:off x="16813139" y="7906835"/>
            <a:ext cx="2227136" cy="4114800"/>
          </a:xfrm>
          <a:custGeom>
            <a:rect b="b" l="l" r="r" t="t"/>
            <a:pathLst>
              <a:path extrusionOk="0" h="4114800" w="2227136">
                <a:moveTo>
                  <a:pt x="0" y="0"/>
                </a:moveTo>
                <a:lnTo>
                  <a:pt x="2227135" y="0"/>
                </a:lnTo>
                <a:lnTo>
                  <a:pt x="2227135" y="4114800"/>
                </a:lnTo>
                <a:lnTo>
                  <a:pt x="0" y="4114800"/>
                </a:lnTo>
                <a:lnTo>
                  <a:pt x="0" y="0"/>
                </a:lnTo>
                <a:close/>
              </a:path>
            </a:pathLst>
          </a:custGeom>
          <a:blipFill rotWithShape="1">
            <a:blip r:embed="rId3">
              <a:alphaModFix/>
            </a:blip>
            <a:stretch>
              <a:fillRect b="0" l="0" r="0" t="0"/>
            </a:stretch>
          </a:blipFill>
          <a:ln>
            <a:noFill/>
          </a:ln>
        </p:spPr>
      </p:sp>
      <p:sp>
        <p:nvSpPr>
          <p:cNvPr id="403" name="Google Shape;403;p19"/>
          <p:cNvSpPr/>
          <p:nvPr/>
        </p:nvSpPr>
        <p:spPr>
          <a:xfrm rot="4705922">
            <a:off x="13742333" y="-2093217"/>
            <a:ext cx="2978086" cy="4114800"/>
          </a:xfrm>
          <a:custGeom>
            <a:rect b="b" l="l" r="r" t="t"/>
            <a:pathLst>
              <a:path extrusionOk="0" h="4114800" w="2978086">
                <a:moveTo>
                  <a:pt x="0" y="0"/>
                </a:moveTo>
                <a:lnTo>
                  <a:pt x="2978087" y="0"/>
                </a:lnTo>
                <a:lnTo>
                  <a:pt x="2978087" y="4114800"/>
                </a:lnTo>
                <a:lnTo>
                  <a:pt x="0" y="4114800"/>
                </a:lnTo>
                <a:lnTo>
                  <a:pt x="0" y="0"/>
                </a:lnTo>
                <a:close/>
              </a:path>
            </a:pathLst>
          </a:custGeom>
          <a:blipFill rotWithShape="1">
            <a:blip r:embed="rId4">
              <a:alphaModFix/>
            </a:blip>
            <a:stretch>
              <a:fillRect b="0" l="0" r="0" t="0"/>
            </a:stretch>
          </a:blipFill>
          <a:ln>
            <a:noFill/>
          </a:ln>
        </p:spPr>
      </p:sp>
      <p:grpSp>
        <p:nvGrpSpPr>
          <p:cNvPr id="404" name="Google Shape;404;p19"/>
          <p:cNvGrpSpPr/>
          <p:nvPr/>
        </p:nvGrpSpPr>
        <p:grpSpPr>
          <a:xfrm>
            <a:off x="0" y="711039"/>
            <a:ext cx="11090288" cy="11124788"/>
            <a:chOff x="0" y="0"/>
            <a:chExt cx="14787050" cy="14833051"/>
          </a:xfrm>
        </p:grpSpPr>
        <p:sp>
          <p:nvSpPr>
            <p:cNvPr id="405" name="Google Shape;405;p19"/>
            <p:cNvSpPr/>
            <p:nvPr/>
          </p:nvSpPr>
          <p:spPr>
            <a:xfrm>
              <a:off x="3161646" y="0"/>
              <a:ext cx="11625404" cy="14833051"/>
            </a:xfrm>
            <a:custGeom>
              <a:rect b="b" l="l" r="r" t="t"/>
              <a:pathLst>
                <a:path extrusionOk="0" h="14833051" w="11625404">
                  <a:moveTo>
                    <a:pt x="0" y="0"/>
                  </a:moveTo>
                  <a:lnTo>
                    <a:pt x="11625403" y="0"/>
                  </a:lnTo>
                  <a:lnTo>
                    <a:pt x="11625403" y="14833051"/>
                  </a:lnTo>
                  <a:lnTo>
                    <a:pt x="0" y="14833051"/>
                  </a:lnTo>
                  <a:lnTo>
                    <a:pt x="0" y="0"/>
                  </a:lnTo>
                  <a:close/>
                </a:path>
              </a:pathLst>
            </a:custGeom>
            <a:blipFill rotWithShape="1">
              <a:blip r:embed="rId5">
                <a:alphaModFix/>
              </a:blip>
              <a:stretch>
                <a:fillRect b="0" l="0" r="0" t="0"/>
              </a:stretch>
            </a:blipFill>
            <a:ln>
              <a:noFill/>
            </a:ln>
          </p:spPr>
        </p:sp>
        <p:sp>
          <p:nvSpPr>
            <p:cNvPr id="406" name="Google Shape;406;p19"/>
            <p:cNvSpPr/>
            <p:nvPr/>
          </p:nvSpPr>
          <p:spPr>
            <a:xfrm>
              <a:off x="0" y="75987"/>
              <a:ext cx="3378825" cy="14757064"/>
            </a:xfrm>
            <a:custGeom>
              <a:rect b="b" l="l" r="r" t="t"/>
              <a:pathLst>
                <a:path extrusionOk="0" h="14757064" w="3378825">
                  <a:moveTo>
                    <a:pt x="0" y="0"/>
                  </a:moveTo>
                  <a:lnTo>
                    <a:pt x="3378825" y="0"/>
                  </a:lnTo>
                  <a:lnTo>
                    <a:pt x="3378825" y="14757064"/>
                  </a:lnTo>
                  <a:lnTo>
                    <a:pt x="0" y="14757064"/>
                  </a:lnTo>
                  <a:lnTo>
                    <a:pt x="0" y="0"/>
                  </a:lnTo>
                  <a:close/>
                </a:path>
              </a:pathLst>
            </a:custGeom>
            <a:blipFill rotWithShape="1">
              <a:blip r:embed="rId6">
                <a:alphaModFix/>
              </a:blip>
              <a:stretch>
                <a:fillRect b="0" l="0" r="-244056" t="-513"/>
              </a:stretch>
            </a:blipFill>
            <a:ln>
              <a:noFill/>
            </a:ln>
          </p:spPr>
        </p:sp>
      </p:grpSp>
      <p:sp>
        <p:nvSpPr>
          <p:cNvPr id="407" name="Google Shape;407;p19"/>
          <p:cNvSpPr/>
          <p:nvPr/>
        </p:nvSpPr>
        <p:spPr>
          <a:xfrm rot="426253">
            <a:off x="12043113" y="2986572"/>
            <a:ext cx="4798368" cy="4798368"/>
          </a:xfrm>
          <a:custGeom>
            <a:rect b="b" l="l" r="r" t="t"/>
            <a:pathLst>
              <a:path extrusionOk="0" h="4798368" w="4798368">
                <a:moveTo>
                  <a:pt x="0" y="0"/>
                </a:moveTo>
                <a:lnTo>
                  <a:pt x="4798368" y="0"/>
                </a:lnTo>
                <a:lnTo>
                  <a:pt x="4798368" y="4798367"/>
                </a:lnTo>
                <a:lnTo>
                  <a:pt x="0" y="4798367"/>
                </a:lnTo>
                <a:lnTo>
                  <a:pt x="0" y="0"/>
                </a:lnTo>
                <a:close/>
              </a:path>
            </a:pathLst>
          </a:custGeom>
          <a:blipFill rotWithShape="1">
            <a:blip r:embed="rId7">
              <a:alphaModFix/>
            </a:blip>
            <a:stretch>
              <a:fillRect b="0" l="0" r="0" t="0"/>
            </a:stretch>
          </a:blipFill>
          <a:ln>
            <a:noFill/>
          </a:ln>
        </p:spPr>
      </p:sp>
      <p:sp>
        <p:nvSpPr>
          <p:cNvPr id="408" name="Google Shape;408;p19"/>
          <p:cNvSpPr/>
          <p:nvPr/>
        </p:nvSpPr>
        <p:spPr>
          <a:xfrm rot="696523">
            <a:off x="13857921" y="2715478"/>
            <a:ext cx="1924981" cy="633494"/>
          </a:xfrm>
          <a:custGeom>
            <a:rect b="b" l="l" r="r" t="t"/>
            <a:pathLst>
              <a:path extrusionOk="0" h="633494" w="1924981">
                <a:moveTo>
                  <a:pt x="0" y="0"/>
                </a:moveTo>
                <a:lnTo>
                  <a:pt x="1924981" y="0"/>
                </a:lnTo>
                <a:lnTo>
                  <a:pt x="1924981" y="633494"/>
                </a:lnTo>
                <a:lnTo>
                  <a:pt x="0" y="633494"/>
                </a:lnTo>
                <a:lnTo>
                  <a:pt x="0" y="0"/>
                </a:lnTo>
                <a:close/>
              </a:path>
            </a:pathLst>
          </a:custGeom>
          <a:blipFill rotWithShape="1">
            <a:blip r:embed="rId8">
              <a:alphaModFix/>
            </a:blip>
            <a:stretch>
              <a:fillRect b="0" l="0" r="0" t="0"/>
            </a:stretch>
          </a:blipFill>
          <a:ln>
            <a:noFill/>
          </a:ln>
        </p:spPr>
      </p:sp>
      <p:sp>
        <p:nvSpPr>
          <p:cNvPr id="409" name="Google Shape;409;p19"/>
          <p:cNvSpPr/>
          <p:nvPr/>
        </p:nvSpPr>
        <p:spPr>
          <a:xfrm>
            <a:off x="10938857" y="6088306"/>
            <a:ext cx="2257579" cy="3326083"/>
          </a:xfrm>
          <a:custGeom>
            <a:rect b="b" l="l" r="r" t="t"/>
            <a:pathLst>
              <a:path extrusionOk="0" h="3326083" w="2257579">
                <a:moveTo>
                  <a:pt x="0" y="0"/>
                </a:moveTo>
                <a:lnTo>
                  <a:pt x="2257579" y="0"/>
                </a:lnTo>
                <a:lnTo>
                  <a:pt x="2257579" y="3326083"/>
                </a:lnTo>
                <a:lnTo>
                  <a:pt x="0" y="3326083"/>
                </a:lnTo>
                <a:lnTo>
                  <a:pt x="0" y="0"/>
                </a:lnTo>
                <a:close/>
              </a:path>
            </a:pathLst>
          </a:custGeom>
          <a:blipFill rotWithShape="1">
            <a:blip r:embed="rId9">
              <a:alphaModFix/>
            </a:blip>
            <a:stretch>
              <a:fillRect b="0" l="0" r="0" t="0"/>
            </a:stretch>
          </a:blipFill>
          <a:ln>
            <a:noFill/>
          </a:ln>
        </p:spPr>
      </p:sp>
      <p:sp>
        <p:nvSpPr>
          <p:cNvPr id="410" name="Google Shape;410;p19"/>
          <p:cNvSpPr/>
          <p:nvPr/>
        </p:nvSpPr>
        <p:spPr>
          <a:xfrm rot="-277003">
            <a:off x="14917168" y="6503514"/>
            <a:ext cx="1209807" cy="2452951"/>
          </a:xfrm>
          <a:custGeom>
            <a:rect b="b" l="l" r="r" t="t"/>
            <a:pathLst>
              <a:path extrusionOk="0" h="2452951" w="1209807">
                <a:moveTo>
                  <a:pt x="0" y="0"/>
                </a:moveTo>
                <a:lnTo>
                  <a:pt x="1209807" y="0"/>
                </a:lnTo>
                <a:lnTo>
                  <a:pt x="1209807" y="2452951"/>
                </a:lnTo>
                <a:lnTo>
                  <a:pt x="0" y="2452951"/>
                </a:lnTo>
                <a:lnTo>
                  <a:pt x="0" y="0"/>
                </a:lnTo>
                <a:close/>
              </a:path>
            </a:pathLst>
          </a:custGeom>
          <a:blipFill rotWithShape="1">
            <a:blip r:embed="rId10">
              <a:alphaModFix/>
            </a:blip>
            <a:stretch>
              <a:fillRect b="-23885" l="-165097" r="0" t="0"/>
            </a:stretch>
          </a:blipFill>
          <a:ln>
            <a:noFill/>
          </a:ln>
        </p:spPr>
      </p:sp>
      <p:sp>
        <p:nvSpPr>
          <p:cNvPr id="411" name="Google Shape;411;p19"/>
          <p:cNvSpPr/>
          <p:nvPr/>
        </p:nvSpPr>
        <p:spPr>
          <a:xfrm rot="3945637">
            <a:off x="16316406" y="5425586"/>
            <a:ext cx="1209807" cy="2452951"/>
          </a:xfrm>
          <a:custGeom>
            <a:rect b="b" l="l" r="r" t="t"/>
            <a:pathLst>
              <a:path extrusionOk="0" h="2452951" w="1209807">
                <a:moveTo>
                  <a:pt x="0" y="0"/>
                </a:moveTo>
                <a:lnTo>
                  <a:pt x="1209807" y="0"/>
                </a:lnTo>
                <a:lnTo>
                  <a:pt x="1209807" y="2452950"/>
                </a:lnTo>
                <a:lnTo>
                  <a:pt x="0" y="2452950"/>
                </a:lnTo>
                <a:lnTo>
                  <a:pt x="0" y="0"/>
                </a:lnTo>
                <a:close/>
              </a:path>
            </a:pathLst>
          </a:custGeom>
          <a:blipFill rotWithShape="1">
            <a:blip r:embed="rId11">
              <a:alphaModFix/>
            </a:blip>
            <a:stretch>
              <a:fillRect b="-23885" l="-165097" r="0" t="0"/>
            </a:stretch>
          </a:blipFill>
          <a:ln>
            <a:noFill/>
          </a:ln>
        </p:spPr>
      </p:sp>
      <p:sp>
        <p:nvSpPr>
          <p:cNvPr id="412" name="Google Shape;412;p19"/>
          <p:cNvSpPr txBox="1"/>
          <p:nvPr/>
        </p:nvSpPr>
        <p:spPr>
          <a:xfrm>
            <a:off x="990579" y="3673718"/>
            <a:ext cx="7892801" cy="4829175"/>
          </a:xfrm>
          <a:prstGeom prst="rect">
            <a:avLst/>
          </a:prstGeom>
          <a:noFill/>
          <a:ln>
            <a:noFill/>
          </a:ln>
        </p:spPr>
        <p:txBody>
          <a:bodyPr anchorCtr="0" anchor="t" bIns="0" lIns="0" spcFirstLastPara="1" rIns="0" wrap="square" tIns="0">
            <a:spAutoFit/>
          </a:bodyPr>
          <a:lstStyle/>
          <a:p>
            <a:pPr indent="0" lvl="0" marL="0" marR="0" rtl="0" algn="just">
              <a:lnSpc>
                <a:spcPct val="120008"/>
              </a:lnSpc>
              <a:spcBef>
                <a:spcPts val="0"/>
              </a:spcBef>
              <a:spcAft>
                <a:spcPts val="0"/>
              </a:spcAft>
              <a:buNone/>
            </a:pPr>
            <a:r>
              <a:rPr b="0" i="0" lang="en-US" sz="2499" u="none" cap="none" strike="noStrike">
                <a:solidFill>
                  <a:srgbClr val="000000"/>
                </a:solidFill>
                <a:latin typeface="DM Sans"/>
                <a:ea typeface="DM Sans"/>
                <a:cs typeface="DM Sans"/>
                <a:sym typeface="DM Sans"/>
              </a:rPr>
              <a:t>También es conocido como concentrador.</a:t>
            </a:r>
            <a:endParaRPr/>
          </a:p>
          <a:p>
            <a:pPr indent="0" lvl="0" marL="0" marR="0" rtl="0" algn="just">
              <a:lnSpc>
                <a:spcPct val="120008"/>
              </a:lnSpc>
              <a:spcBef>
                <a:spcPts val="0"/>
              </a:spcBef>
              <a:spcAft>
                <a:spcPts val="0"/>
              </a:spcAft>
              <a:buNone/>
            </a:pPr>
            <a:r>
              <a:t/>
            </a:r>
            <a:endParaRPr b="0" i="0" sz="2499" u="none" cap="none" strike="noStrike">
              <a:solidFill>
                <a:srgbClr val="000000"/>
              </a:solidFill>
              <a:latin typeface="DM Sans"/>
              <a:ea typeface="DM Sans"/>
              <a:cs typeface="DM Sans"/>
              <a:sym typeface="DM Sans"/>
            </a:endParaRPr>
          </a:p>
          <a:p>
            <a:pPr indent="0" lvl="0" marL="0" marR="0" rtl="0" algn="just">
              <a:lnSpc>
                <a:spcPct val="120008"/>
              </a:lnSpc>
              <a:spcBef>
                <a:spcPts val="0"/>
              </a:spcBef>
              <a:spcAft>
                <a:spcPts val="0"/>
              </a:spcAft>
              <a:buNone/>
            </a:pPr>
            <a:r>
              <a:rPr b="0" i="0" lang="en-US" sz="2499" u="none" cap="none" strike="noStrike">
                <a:solidFill>
                  <a:srgbClr val="000000"/>
                </a:solidFill>
                <a:latin typeface="DM Sans"/>
                <a:ea typeface="DM Sans"/>
                <a:cs typeface="DM Sans"/>
                <a:sym typeface="DM Sans"/>
              </a:rPr>
              <a:t>Es un tipo de dispositivo de red que se instala en la capa de acceso de una red Ethernet.</a:t>
            </a:r>
            <a:endParaRPr/>
          </a:p>
          <a:p>
            <a:pPr indent="0" lvl="0" marL="0" marR="0" rtl="0" algn="just">
              <a:lnSpc>
                <a:spcPct val="120008"/>
              </a:lnSpc>
              <a:spcBef>
                <a:spcPts val="0"/>
              </a:spcBef>
              <a:spcAft>
                <a:spcPts val="0"/>
              </a:spcAft>
              <a:buNone/>
            </a:pPr>
            <a:r>
              <a:t/>
            </a:r>
            <a:endParaRPr b="0" i="0" sz="2499" u="none" cap="none" strike="noStrike">
              <a:solidFill>
                <a:srgbClr val="000000"/>
              </a:solidFill>
              <a:latin typeface="DM Sans"/>
              <a:ea typeface="DM Sans"/>
              <a:cs typeface="DM Sans"/>
              <a:sym typeface="DM Sans"/>
            </a:endParaRPr>
          </a:p>
          <a:p>
            <a:pPr indent="0" lvl="0" marL="0" marR="0" rtl="0" algn="just">
              <a:lnSpc>
                <a:spcPct val="120008"/>
              </a:lnSpc>
              <a:spcBef>
                <a:spcPts val="0"/>
              </a:spcBef>
              <a:spcAft>
                <a:spcPts val="0"/>
              </a:spcAft>
              <a:buNone/>
            </a:pPr>
            <a:r>
              <a:rPr b="0" i="0" lang="en-US" sz="2499" u="none" cap="none" strike="noStrike">
                <a:solidFill>
                  <a:srgbClr val="000000"/>
                </a:solidFill>
                <a:latin typeface="DM Sans"/>
                <a:ea typeface="DM Sans"/>
                <a:cs typeface="DM Sans"/>
                <a:sym typeface="DM Sans"/>
              </a:rPr>
              <a:t>Los hubs disponen de varios puertos que se emplean para conectar los hosts a la red.</a:t>
            </a:r>
            <a:endParaRPr/>
          </a:p>
          <a:p>
            <a:pPr indent="0" lvl="0" marL="0" marR="0" rtl="0" algn="just">
              <a:lnSpc>
                <a:spcPct val="120008"/>
              </a:lnSpc>
              <a:spcBef>
                <a:spcPts val="0"/>
              </a:spcBef>
              <a:spcAft>
                <a:spcPts val="0"/>
              </a:spcAft>
              <a:buNone/>
            </a:pPr>
            <a:r>
              <a:t/>
            </a:r>
            <a:endParaRPr b="0" i="0" sz="2499" u="none" cap="none" strike="noStrike">
              <a:solidFill>
                <a:srgbClr val="000000"/>
              </a:solidFill>
              <a:latin typeface="DM Sans"/>
              <a:ea typeface="DM Sans"/>
              <a:cs typeface="DM Sans"/>
              <a:sym typeface="DM Sans"/>
            </a:endParaRPr>
          </a:p>
          <a:p>
            <a:pPr indent="0" lvl="0" marL="0" marR="0" rtl="0" algn="just">
              <a:lnSpc>
                <a:spcPct val="120008"/>
              </a:lnSpc>
              <a:spcBef>
                <a:spcPts val="0"/>
              </a:spcBef>
              <a:spcAft>
                <a:spcPts val="0"/>
              </a:spcAft>
              <a:buNone/>
            </a:pPr>
            <a:r>
              <a:rPr b="0" i="0" lang="en-US" sz="2499" u="none" cap="none" strike="noStrike">
                <a:solidFill>
                  <a:srgbClr val="000000"/>
                </a:solidFill>
                <a:latin typeface="DM Sans"/>
                <a:ea typeface="DM Sans"/>
                <a:cs typeface="DM Sans"/>
                <a:sym typeface="DM Sans"/>
              </a:rPr>
              <a:t>Se tratan de dispositivos de red simples, que no disponen de la electrónica necesaria para decodificar mensajes intercambiados por los hosts, y que no pueden, por tanto, determinar qué host debe recibir cada mensaje concreto.</a:t>
            </a:r>
            <a:endParaRPr/>
          </a:p>
        </p:txBody>
      </p:sp>
      <p:sp>
        <p:nvSpPr>
          <p:cNvPr id="413" name="Google Shape;413;p19"/>
          <p:cNvSpPr txBox="1"/>
          <p:nvPr/>
        </p:nvSpPr>
        <p:spPr>
          <a:xfrm>
            <a:off x="1408802" y="1868778"/>
            <a:ext cx="7056355" cy="1163447"/>
          </a:xfrm>
          <a:prstGeom prst="rect">
            <a:avLst/>
          </a:prstGeom>
          <a:noFill/>
          <a:ln>
            <a:noFill/>
          </a:ln>
        </p:spPr>
        <p:txBody>
          <a:bodyPr anchorCtr="0" anchor="t" bIns="0" lIns="0" spcFirstLastPara="1" rIns="0" wrap="square" tIns="0">
            <a:spAutoFit/>
          </a:bodyPr>
          <a:lstStyle/>
          <a:p>
            <a:pPr indent="0" lvl="0" marL="0" marR="0" rtl="0" algn="l">
              <a:lnSpc>
                <a:spcPct val="112001"/>
              </a:lnSpc>
              <a:spcBef>
                <a:spcPts val="0"/>
              </a:spcBef>
              <a:spcAft>
                <a:spcPts val="0"/>
              </a:spcAft>
              <a:buNone/>
            </a:pPr>
            <a:r>
              <a:rPr b="1" i="0" lang="en-US" sz="6699" u="none" cap="none" strike="noStrike">
                <a:solidFill>
                  <a:srgbClr val="000000"/>
                </a:solidFill>
                <a:latin typeface="Arial"/>
                <a:ea typeface="Arial"/>
                <a:cs typeface="Arial"/>
                <a:sym typeface="Arial"/>
              </a:rPr>
              <a:t>HUB</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1C5E9"/>
        </a:solidFill>
      </p:bgPr>
    </p:bg>
    <p:spTree>
      <p:nvGrpSpPr>
        <p:cNvPr id="417" name="Shape 417"/>
        <p:cNvGrpSpPr/>
        <p:nvPr/>
      </p:nvGrpSpPr>
      <p:grpSpPr>
        <a:xfrm>
          <a:off x="0" y="0"/>
          <a:ext cx="0" cy="0"/>
          <a:chOff x="0" y="0"/>
          <a:chExt cx="0" cy="0"/>
        </a:xfrm>
      </p:grpSpPr>
      <p:sp>
        <p:nvSpPr>
          <p:cNvPr id="418" name="Google Shape;418;p20"/>
          <p:cNvSpPr/>
          <p:nvPr/>
        </p:nvSpPr>
        <p:spPr>
          <a:xfrm rot="5987975">
            <a:off x="16813139" y="7906835"/>
            <a:ext cx="2227136" cy="4114800"/>
          </a:xfrm>
          <a:custGeom>
            <a:rect b="b" l="l" r="r" t="t"/>
            <a:pathLst>
              <a:path extrusionOk="0" h="4114800" w="2227136">
                <a:moveTo>
                  <a:pt x="0" y="0"/>
                </a:moveTo>
                <a:lnTo>
                  <a:pt x="2227135" y="0"/>
                </a:lnTo>
                <a:lnTo>
                  <a:pt x="2227135" y="4114800"/>
                </a:lnTo>
                <a:lnTo>
                  <a:pt x="0" y="4114800"/>
                </a:lnTo>
                <a:lnTo>
                  <a:pt x="0" y="0"/>
                </a:lnTo>
                <a:close/>
              </a:path>
            </a:pathLst>
          </a:custGeom>
          <a:blipFill rotWithShape="1">
            <a:blip r:embed="rId3">
              <a:alphaModFix/>
            </a:blip>
            <a:stretch>
              <a:fillRect b="0" l="0" r="0" t="0"/>
            </a:stretch>
          </a:blipFill>
          <a:ln>
            <a:noFill/>
          </a:ln>
        </p:spPr>
      </p:sp>
      <p:sp>
        <p:nvSpPr>
          <p:cNvPr id="419" name="Google Shape;419;p20"/>
          <p:cNvSpPr/>
          <p:nvPr/>
        </p:nvSpPr>
        <p:spPr>
          <a:xfrm rot="4705922">
            <a:off x="13742333" y="-2093217"/>
            <a:ext cx="2978086" cy="4114800"/>
          </a:xfrm>
          <a:custGeom>
            <a:rect b="b" l="l" r="r" t="t"/>
            <a:pathLst>
              <a:path extrusionOk="0" h="4114800" w="2978086">
                <a:moveTo>
                  <a:pt x="0" y="0"/>
                </a:moveTo>
                <a:lnTo>
                  <a:pt x="2978087" y="0"/>
                </a:lnTo>
                <a:lnTo>
                  <a:pt x="2978087" y="4114800"/>
                </a:lnTo>
                <a:lnTo>
                  <a:pt x="0" y="4114800"/>
                </a:lnTo>
                <a:lnTo>
                  <a:pt x="0" y="0"/>
                </a:lnTo>
                <a:close/>
              </a:path>
            </a:pathLst>
          </a:custGeom>
          <a:blipFill rotWithShape="1">
            <a:blip r:embed="rId4">
              <a:alphaModFix/>
            </a:blip>
            <a:stretch>
              <a:fillRect b="0" l="0" r="0" t="0"/>
            </a:stretch>
          </a:blipFill>
          <a:ln>
            <a:noFill/>
          </a:ln>
        </p:spPr>
      </p:sp>
      <p:grpSp>
        <p:nvGrpSpPr>
          <p:cNvPr id="420" name="Google Shape;420;p20"/>
          <p:cNvGrpSpPr/>
          <p:nvPr/>
        </p:nvGrpSpPr>
        <p:grpSpPr>
          <a:xfrm>
            <a:off x="0" y="711039"/>
            <a:ext cx="11090288" cy="11124788"/>
            <a:chOff x="0" y="0"/>
            <a:chExt cx="14787050" cy="14833051"/>
          </a:xfrm>
        </p:grpSpPr>
        <p:sp>
          <p:nvSpPr>
            <p:cNvPr id="421" name="Google Shape;421;p20"/>
            <p:cNvSpPr/>
            <p:nvPr/>
          </p:nvSpPr>
          <p:spPr>
            <a:xfrm>
              <a:off x="3161646" y="0"/>
              <a:ext cx="11625404" cy="14833051"/>
            </a:xfrm>
            <a:custGeom>
              <a:rect b="b" l="l" r="r" t="t"/>
              <a:pathLst>
                <a:path extrusionOk="0" h="14833051" w="11625404">
                  <a:moveTo>
                    <a:pt x="0" y="0"/>
                  </a:moveTo>
                  <a:lnTo>
                    <a:pt x="11625403" y="0"/>
                  </a:lnTo>
                  <a:lnTo>
                    <a:pt x="11625403" y="14833051"/>
                  </a:lnTo>
                  <a:lnTo>
                    <a:pt x="0" y="14833051"/>
                  </a:lnTo>
                  <a:lnTo>
                    <a:pt x="0" y="0"/>
                  </a:lnTo>
                  <a:close/>
                </a:path>
              </a:pathLst>
            </a:custGeom>
            <a:blipFill rotWithShape="1">
              <a:blip r:embed="rId5">
                <a:alphaModFix/>
              </a:blip>
              <a:stretch>
                <a:fillRect b="0" l="0" r="0" t="0"/>
              </a:stretch>
            </a:blipFill>
            <a:ln>
              <a:noFill/>
            </a:ln>
          </p:spPr>
        </p:sp>
        <p:sp>
          <p:nvSpPr>
            <p:cNvPr id="422" name="Google Shape;422;p20"/>
            <p:cNvSpPr/>
            <p:nvPr/>
          </p:nvSpPr>
          <p:spPr>
            <a:xfrm>
              <a:off x="0" y="75987"/>
              <a:ext cx="3378825" cy="14757064"/>
            </a:xfrm>
            <a:custGeom>
              <a:rect b="b" l="l" r="r" t="t"/>
              <a:pathLst>
                <a:path extrusionOk="0" h="14757064" w="3378825">
                  <a:moveTo>
                    <a:pt x="0" y="0"/>
                  </a:moveTo>
                  <a:lnTo>
                    <a:pt x="3378825" y="0"/>
                  </a:lnTo>
                  <a:lnTo>
                    <a:pt x="3378825" y="14757064"/>
                  </a:lnTo>
                  <a:lnTo>
                    <a:pt x="0" y="14757064"/>
                  </a:lnTo>
                  <a:lnTo>
                    <a:pt x="0" y="0"/>
                  </a:lnTo>
                  <a:close/>
                </a:path>
              </a:pathLst>
            </a:custGeom>
            <a:blipFill rotWithShape="1">
              <a:blip r:embed="rId6">
                <a:alphaModFix/>
              </a:blip>
              <a:stretch>
                <a:fillRect b="0" l="0" r="-244056" t="-513"/>
              </a:stretch>
            </a:blipFill>
            <a:ln>
              <a:noFill/>
            </a:ln>
          </p:spPr>
        </p:sp>
      </p:grpSp>
      <p:sp>
        <p:nvSpPr>
          <p:cNvPr id="423" name="Google Shape;423;p20"/>
          <p:cNvSpPr/>
          <p:nvPr/>
        </p:nvSpPr>
        <p:spPr>
          <a:xfrm>
            <a:off x="11090287" y="2521939"/>
            <a:ext cx="6994370" cy="5823169"/>
          </a:xfrm>
          <a:custGeom>
            <a:rect b="b" l="l" r="r" t="t"/>
            <a:pathLst>
              <a:path extrusionOk="0" h="5823169" w="6994370">
                <a:moveTo>
                  <a:pt x="0" y="0"/>
                </a:moveTo>
                <a:lnTo>
                  <a:pt x="6994370" y="0"/>
                </a:lnTo>
                <a:lnTo>
                  <a:pt x="6994370" y="5823169"/>
                </a:lnTo>
                <a:lnTo>
                  <a:pt x="0" y="5823169"/>
                </a:lnTo>
                <a:lnTo>
                  <a:pt x="0" y="0"/>
                </a:lnTo>
                <a:close/>
              </a:path>
            </a:pathLst>
          </a:custGeom>
          <a:blipFill rotWithShape="1">
            <a:blip r:embed="rId7">
              <a:alphaModFix/>
            </a:blip>
            <a:stretch>
              <a:fillRect b="0" l="0" r="0" t="0"/>
            </a:stretch>
          </a:blipFill>
          <a:ln>
            <a:noFill/>
          </a:ln>
        </p:spPr>
      </p:sp>
      <p:sp>
        <p:nvSpPr>
          <p:cNvPr id="424" name="Google Shape;424;p20"/>
          <p:cNvSpPr txBox="1"/>
          <p:nvPr/>
        </p:nvSpPr>
        <p:spPr>
          <a:xfrm>
            <a:off x="990579" y="4552203"/>
            <a:ext cx="7892801" cy="2600325"/>
          </a:xfrm>
          <a:prstGeom prst="rect">
            <a:avLst/>
          </a:prstGeom>
          <a:noFill/>
          <a:ln>
            <a:noFill/>
          </a:ln>
        </p:spPr>
        <p:txBody>
          <a:bodyPr anchorCtr="0" anchor="t" bIns="0" lIns="0" spcFirstLastPara="1" rIns="0" wrap="square" tIns="0">
            <a:spAutoFit/>
          </a:bodyPr>
          <a:lstStyle/>
          <a:p>
            <a:pPr indent="0" lvl="0" marL="0" marR="0" rtl="0" algn="just">
              <a:lnSpc>
                <a:spcPct val="120008"/>
              </a:lnSpc>
              <a:spcBef>
                <a:spcPts val="0"/>
              </a:spcBef>
              <a:spcAft>
                <a:spcPts val="0"/>
              </a:spcAft>
              <a:buNone/>
            </a:pPr>
            <a:r>
              <a:rPr b="0" i="0" lang="en-US" sz="2499" u="none" cap="none" strike="noStrike">
                <a:solidFill>
                  <a:srgbClr val="000000"/>
                </a:solidFill>
                <a:latin typeface="DM Sans"/>
                <a:ea typeface="DM Sans"/>
                <a:cs typeface="DM Sans"/>
                <a:sym typeface="DM Sans"/>
              </a:rPr>
              <a:t>Un hub simplemente acepta las señales electrónicas procedentes de un cierto puerto y regenera (o repite) el mismo mensaje para que salga por todos los puertos restantes.</a:t>
            </a:r>
            <a:endParaRPr/>
          </a:p>
          <a:p>
            <a:pPr indent="0" lvl="0" marL="0" marR="0" rtl="0" algn="just">
              <a:lnSpc>
                <a:spcPct val="120008"/>
              </a:lnSpc>
              <a:spcBef>
                <a:spcPts val="0"/>
              </a:spcBef>
              <a:spcAft>
                <a:spcPts val="0"/>
              </a:spcAft>
              <a:buNone/>
            </a:pPr>
            <a:r>
              <a:t/>
            </a:r>
            <a:endParaRPr b="0" i="0" sz="2499" u="none" cap="none" strike="noStrike">
              <a:solidFill>
                <a:srgbClr val="000000"/>
              </a:solidFill>
              <a:latin typeface="DM Sans"/>
              <a:ea typeface="DM Sans"/>
              <a:cs typeface="DM Sans"/>
              <a:sym typeface="DM Sans"/>
            </a:endParaRPr>
          </a:p>
          <a:p>
            <a:pPr indent="0" lvl="0" marL="0" marR="0" rtl="0" algn="just">
              <a:lnSpc>
                <a:spcPct val="120008"/>
              </a:lnSpc>
              <a:spcBef>
                <a:spcPts val="0"/>
              </a:spcBef>
              <a:spcAft>
                <a:spcPts val="0"/>
              </a:spcAft>
              <a:buNone/>
            </a:pPr>
            <a:r>
              <a:rPr b="0" i="0" lang="en-US" sz="2499" u="none" cap="none" strike="noStrike">
                <a:solidFill>
                  <a:srgbClr val="000000"/>
                </a:solidFill>
                <a:latin typeface="DM Sans"/>
                <a:ea typeface="DM Sans"/>
                <a:cs typeface="DM Sans"/>
                <a:sym typeface="DM Sans"/>
              </a:rPr>
              <a:t>Aunque todos los host reciban el mensaje, solo aquel al que el mensaje está destinado lo acepta y procesa.</a:t>
            </a:r>
            <a:endParaRPr/>
          </a:p>
        </p:txBody>
      </p:sp>
      <p:sp>
        <p:nvSpPr>
          <p:cNvPr id="425" name="Google Shape;425;p20"/>
          <p:cNvSpPr txBox="1"/>
          <p:nvPr/>
        </p:nvSpPr>
        <p:spPr>
          <a:xfrm>
            <a:off x="1408802" y="1868778"/>
            <a:ext cx="7056355" cy="1163447"/>
          </a:xfrm>
          <a:prstGeom prst="rect">
            <a:avLst/>
          </a:prstGeom>
          <a:noFill/>
          <a:ln>
            <a:noFill/>
          </a:ln>
        </p:spPr>
        <p:txBody>
          <a:bodyPr anchorCtr="0" anchor="t" bIns="0" lIns="0" spcFirstLastPara="1" rIns="0" wrap="square" tIns="0">
            <a:spAutoFit/>
          </a:bodyPr>
          <a:lstStyle/>
          <a:p>
            <a:pPr indent="0" lvl="0" marL="0" marR="0" rtl="0" algn="l">
              <a:lnSpc>
                <a:spcPct val="112001"/>
              </a:lnSpc>
              <a:spcBef>
                <a:spcPts val="0"/>
              </a:spcBef>
              <a:spcAft>
                <a:spcPts val="0"/>
              </a:spcAft>
              <a:buNone/>
            </a:pPr>
            <a:r>
              <a:rPr b="1" i="0" lang="en-US" sz="6699" u="none" cap="none" strike="noStrike">
                <a:solidFill>
                  <a:srgbClr val="000000"/>
                </a:solidFill>
                <a:latin typeface="Arial"/>
                <a:ea typeface="Arial"/>
                <a:cs typeface="Arial"/>
                <a:sym typeface="Arial"/>
              </a:rPr>
              <a:t>HUB</a:t>
            </a:r>
            <a:endParaRPr/>
          </a:p>
        </p:txBody>
      </p:sp>
      <p:sp>
        <p:nvSpPr>
          <p:cNvPr id="426" name="Google Shape;426;p20"/>
          <p:cNvSpPr/>
          <p:nvPr/>
        </p:nvSpPr>
        <p:spPr>
          <a:xfrm>
            <a:off x="10404059" y="6853699"/>
            <a:ext cx="2257579" cy="3326083"/>
          </a:xfrm>
          <a:custGeom>
            <a:rect b="b" l="l" r="r" t="t"/>
            <a:pathLst>
              <a:path extrusionOk="0" h="3326083" w="2257579">
                <a:moveTo>
                  <a:pt x="0" y="0"/>
                </a:moveTo>
                <a:lnTo>
                  <a:pt x="2257579" y="0"/>
                </a:lnTo>
                <a:lnTo>
                  <a:pt x="2257579" y="3326083"/>
                </a:lnTo>
                <a:lnTo>
                  <a:pt x="0" y="3326083"/>
                </a:lnTo>
                <a:lnTo>
                  <a:pt x="0" y="0"/>
                </a:lnTo>
                <a:close/>
              </a:path>
            </a:pathLst>
          </a:custGeom>
          <a:blipFill rotWithShape="1">
            <a:blip r:embed="rId8">
              <a:alphaModFix/>
            </a:blip>
            <a:stretch>
              <a:fillRect b="0" l="0" r="0" t="0"/>
            </a:stretch>
          </a:blipFill>
          <a:ln>
            <a:noFill/>
          </a:ln>
        </p:spPr>
      </p:sp>
      <p:sp>
        <p:nvSpPr>
          <p:cNvPr id="427" name="Google Shape;427;p20"/>
          <p:cNvSpPr/>
          <p:nvPr/>
        </p:nvSpPr>
        <p:spPr>
          <a:xfrm rot="-277003">
            <a:off x="11187043" y="964431"/>
            <a:ext cx="1209807" cy="2452951"/>
          </a:xfrm>
          <a:custGeom>
            <a:rect b="b" l="l" r="r" t="t"/>
            <a:pathLst>
              <a:path extrusionOk="0" h="2452951" w="1209807">
                <a:moveTo>
                  <a:pt x="0" y="0"/>
                </a:moveTo>
                <a:lnTo>
                  <a:pt x="1209807" y="0"/>
                </a:lnTo>
                <a:lnTo>
                  <a:pt x="1209807" y="2452951"/>
                </a:lnTo>
                <a:lnTo>
                  <a:pt x="0" y="2452951"/>
                </a:lnTo>
                <a:lnTo>
                  <a:pt x="0" y="0"/>
                </a:lnTo>
                <a:close/>
              </a:path>
            </a:pathLst>
          </a:custGeom>
          <a:blipFill rotWithShape="1">
            <a:blip r:embed="rId9">
              <a:alphaModFix/>
            </a:blip>
            <a:stretch>
              <a:fillRect b="-23885" l="-165097" r="0" t="0"/>
            </a:stretch>
          </a:blipFill>
          <a:ln>
            <a:noFill/>
          </a:ln>
        </p:spPr>
      </p:sp>
      <p:sp>
        <p:nvSpPr>
          <p:cNvPr id="428" name="Google Shape;428;p20"/>
          <p:cNvSpPr/>
          <p:nvPr/>
        </p:nvSpPr>
        <p:spPr>
          <a:xfrm rot="3945637">
            <a:off x="9561255" y="1295463"/>
            <a:ext cx="1209807" cy="2452951"/>
          </a:xfrm>
          <a:custGeom>
            <a:rect b="b" l="l" r="r" t="t"/>
            <a:pathLst>
              <a:path extrusionOk="0" h="2452951" w="1209807">
                <a:moveTo>
                  <a:pt x="0" y="0"/>
                </a:moveTo>
                <a:lnTo>
                  <a:pt x="1209807" y="0"/>
                </a:lnTo>
                <a:lnTo>
                  <a:pt x="1209807" y="2452951"/>
                </a:lnTo>
                <a:lnTo>
                  <a:pt x="0" y="2452951"/>
                </a:lnTo>
                <a:lnTo>
                  <a:pt x="0" y="0"/>
                </a:lnTo>
                <a:close/>
              </a:path>
            </a:pathLst>
          </a:custGeom>
          <a:blipFill rotWithShape="1">
            <a:blip r:embed="rId10">
              <a:alphaModFix/>
            </a:blip>
            <a:stretch>
              <a:fillRect b="-23885" l="-165097" r="0" t="0"/>
            </a:stretch>
          </a:blipFill>
          <a:ln>
            <a:noFill/>
          </a:ln>
        </p:spPr>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CD46"/>
        </a:solidFill>
      </p:bgPr>
    </p:bg>
    <p:spTree>
      <p:nvGrpSpPr>
        <p:cNvPr id="432" name="Shape 432"/>
        <p:cNvGrpSpPr/>
        <p:nvPr/>
      </p:nvGrpSpPr>
      <p:grpSpPr>
        <a:xfrm>
          <a:off x="0" y="0"/>
          <a:ext cx="0" cy="0"/>
          <a:chOff x="0" y="0"/>
          <a:chExt cx="0" cy="0"/>
        </a:xfrm>
      </p:grpSpPr>
      <p:sp>
        <p:nvSpPr>
          <p:cNvPr id="433" name="Google Shape;433;p21"/>
          <p:cNvSpPr/>
          <p:nvPr/>
        </p:nvSpPr>
        <p:spPr>
          <a:xfrm rot="315885">
            <a:off x="7787552" y="3775386"/>
            <a:ext cx="7513387" cy="4931514"/>
          </a:xfrm>
          <a:custGeom>
            <a:rect b="b" l="l" r="r" t="t"/>
            <a:pathLst>
              <a:path extrusionOk="0" h="4931514" w="7513387">
                <a:moveTo>
                  <a:pt x="0" y="0"/>
                </a:moveTo>
                <a:lnTo>
                  <a:pt x="7513386" y="0"/>
                </a:lnTo>
                <a:lnTo>
                  <a:pt x="7513386" y="4931514"/>
                </a:lnTo>
                <a:lnTo>
                  <a:pt x="0" y="4931514"/>
                </a:lnTo>
                <a:lnTo>
                  <a:pt x="0" y="0"/>
                </a:lnTo>
                <a:close/>
              </a:path>
            </a:pathLst>
          </a:custGeom>
          <a:blipFill rotWithShape="1">
            <a:blip r:embed="rId3">
              <a:alphaModFix/>
            </a:blip>
            <a:stretch>
              <a:fillRect b="0" l="0" r="0" t="0"/>
            </a:stretch>
          </a:blipFill>
          <a:ln>
            <a:noFill/>
          </a:ln>
        </p:spPr>
      </p:sp>
      <p:sp>
        <p:nvSpPr>
          <p:cNvPr id="434" name="Google Shape;434;p21"/>
          <p:cNvSpPr/>
          <p:nvPr/>
        </p:nvSpPr>
        <p:spPr>
          <a:xfrm rot="-266862">
            <a:off x="2743409" y="2871761"/>
            <a:ext cx="5990432" cy="5839575"/>
          </a:xfrm>
          <a:custGeom>
            <a:rect b="b" l="l" r="r" t="t"/>
            <a:pathLst>
              <a:path extrusionOk="0" h="5839575" w="5990432">
                <a:moveTo>
                  <a:pt x="0" y="0"/>
                </a:moveTo>
                <a:lnTo>
                  <a:pt x="5990432" y="0"/>
                </a:lnTo>
                <a:lnTo>
                  <a:pt x="5990432" y="5839574"/>
                </a:lnTo>
                <a:lnTo>
                  <a:pt x="0" y="5839574"/>
                </a:lnTo>
                <a:lnTo>
                  <a:pt x="0" y="0"/>
                </a:lnTo>
                <a:close/>
              </a:path>
            </a:pathLst>
          </a:custGeom>
          <a:blipFill rotWithShape="1">
            <a:blip r:embed="rId4">
              <a:alphaModFix/>
            </a:blip>
            <a:stretch>
              <a:fillRect b="-45036" l="0" r="0" t="0"/>
            </a:stretch>
          </a:blipFill>
          <a:ln>
            <a:noFill/>
          </a:ln>
        </p:spPr>
      </p:sp>
      <p:sp>
        <p:nvSpPr>
          <p:cNvPr id="435" name="Google Shape;435;p21"/>
          <p:cNvSpPr/>
          <p:nvPr/>
        </p:nvSpPr>
        <p:spPr>
          <a:xfrm rot="-82494">
            <a:off x="2911657" y="1750113"/>
            <a:ext cx="11731235" cy="6714183"/>
          </a:xfrm>
          <a:custGeom>
            <a:rect b="b" l="l" r="r" t="t"/>
            <a:pathLst>
              <a:path extrusionOk="0" h="6714183" w="11731235">
                <a:moveTo>
                  <a:pt x="0" y="0"/>
                </a:moveTo>
                <a:lnTo>
                  <a:pt x="11731235" y="0"/>
                </a:lnTo>
                <a:lnTo>
                  <a:pt x="11731235" y="6714183"/>
                </a:lnTo>
                <a:lnTo>
                  <a:pt x="0" y="6714183"/>
                </a:lnTo>
                <a:lnTo>
                  <a:pt x="0" y="0"/>
                </a:lnTo>
                <a:close/>
              </a:path>
            </a:pathLst>
          </a:custGeom>
          <a:blipFill rotWithShape="1">
            <a:blip r:embed="rId5">
              <a:alphaModFix/>
            </a:blip>
            <a:stretch>
              <a:fillRect b="-33422" l="0" r="0" t="0"/>
            </a:stretch>
          </a:blipFill>
          <a:ln>
            <a:noFill/>
          </a:ln>
        </p:spPr>
      </p:sp>
      <p:sp>
        <p:nvSpPr>
          <p:cNvPr id="436" name="Google Shape;436;p21"/>
          <p:cNvSpPr txBox="1"/>
          <p:nvPr/>
        </p:nvSpPr>
        <p:spPr>
          <a:xfrm rot="-82453">
            <a:off x="4931206" y="3136718"/>
            <a:ext cx="8468736" cy="4812779"/>
          </a:xfrm>
          <a:prstGeom prst="rect">
            <a:avLst/>
          </a:prstGeom>
          <a:noFill/>
          <a:ln>
            <a:noFill/>
          </a:ln>
        </p:spPr>
        <p:txBody>
          <a:bodyPr anchorCtr="0" anchor="t" bIns="0" lIns="0" spcFirstLastPara="1" rIns="0" wrap="square" tIns="0">
            <a:spAutoFit/>
          </a:bodyPr>
          <a:lstStyle/>
          <a:p>
            <a:pPr indent="0" lvl="0" marL="0" marR="0" rtl="0" algn="ctr">
              <a:lnSpc>
                <a:spcPct val="103999"/>
              </a:lnSpc>
              <a:spcBef>
                <a:spcPts val="0"/>
              </a:spcBef>
              <a:spcAft>
                <a:spcPts val="0"/>
              </a:spcAft>
              <a:buNone/>
            </a:pPr>
            <a:r>
              <a:rPr b="1" i="0" lang="en-US" sz="10152" u="none" cap="none" strike="noStrike">
                <a:solidFill>
                  <a:srgbClr val="000000"/>
                </a:solidFill>
                <a:latin typeface="Arial"/>
                <a:ea typeface="Arial"/>
                <a:cs typeface="Arial"/>
                <a:sym typeface="Arial"/>
              </a:rPr>
              <a:t>Dominio de Colisión (HUB)</a:t>
            </a:r>
            <a:endParaRPr/>
          </a:p>
        </p:txBody>
      </p:sp>
      <p:sp>
        <p:nvSpPr>
          <p:cNvPr id="437" name="Google Shape;437;p21"/>
          <p:cNvSpPr/>
          <p:nvPr/>
        </p:nvSpPr>
        <p:spPr>
          <a:xfrm>
            <a:off x="2526002" y="1208717"/>
            <a:ext cx="3038649" cy="2879120"/>
          </a:xfrm>
          <a:custGeom>
            <a:rect b="b" l="l" r="r" t="t"/>
            <a:pathLst>
              <a:path extrusionOk="0" h="2879120" w="3038649">
                <a:moveTo>
                  <a:pt x="0" y="0"/>
                </a:moveTo>
                <a:lnTo>
                  <a:pt x="3038649" y="0"/>
                </a:lnTo>
                <a:lnTo>
                  <a:pt x="3038649" y="2879120"/>
                </a:lnTo>
                <a:lnTo>
                  <a:pt x="0" y="2879120"/>
                </a:lnTo>
                <a:lnTo>
                  <a:pt x="0" y="0"/>
                </a:lnTo>
                <a:close/>
              </a:path>
            </a:pathLst>
          </a:custGeom>
          <a:blipFill rotWithShape="1">
            <a:blip r:embed="rId6">
              <a:alphaModFix/>
            </a:blip>
            <a:stretch>
              <a:fillRect b="0" l="0" r="0" t="0"/>
            </a:stretch>
          </a:blipFill>
          <a:ln>
            <a:noFill/>
          </a:ln>
        </p:spPr>
      </p:sp>
      <p:sp>
        <p:nvSpPr>
          <p:cNvPr id="438" name="Google Shape;438;p21"/>
          <p:cNvSpPr/>
          <p:nvPr/>
        </p:nvSpPr>
        <p:spPr>
          <a:xfrm>
            <a:off x="-1489043" y="5940621"/>
            <a:ext cx="2978086" cy="4114800"/>
          </a:xfrm>
          <a:custGeom>
            <a:rect b="b" l="l" r="r" t="t"/>
            <a:pathLst>
              <a:path extrusionOk="0" h="4114800" w="2978086">
                <a:moveTo>
                  <a:pt x="0" y="0"/>
                </a:moveTo>
                <a:lnTo>
                  <a:pt x="2978086" y="0"/>
                </a:lnTo>
                <a:lnTo>
                  <a:pt x="2978086" y="4114800"/>
                </a:lnTo>
                <a:lnTo>
                  <a:pt x="0" y="4114800"/>
                </a:lnTo>
                <a:lnTo>
                  <a:pt x="0" y="0"/>
                </a:lnTo>
                <a:close/>
              </a:path>
            </a:pathLst>
          </a:custGeom>
          <a:blipFill rotWithShape="1">
            <a:blip r:embed="rId7">
              <a:alphaModFix/>
            </a:blip>
            <a:stretch>
              <a:fillRect b="0" l="0" r="0" t="0"/>
            </a:stretch>
          </a:blipFill>
          <a:ln>
            <a:noFill/>
          </a:ln>
        </p:spPr>
      </p:sp>
      <p:sp>
        <p:nvSpPr>
          <p:cNvPr id="439" name="Google Shape;439;p21"/>
          <p:cNvSpPr/>
          <p:nvPr/>
        </p:nvSpPr>
        <p:spPr>
          <a:xfrm>
            <a:off x="12399360" y="4481928"/>
            <a:ext cx="4572264" cy="4653704"/>
          </a:xfrm>
          <a:custGeom>
            <a:rect b="b" l="l" r="r" t="t"/>
            <a:pathLst>
              <a:path extrusionOk="0" h="4653704" w="4572264">
                <a:moveTo>
                  <a:pt x="0" y="0"/>
                </a:moveTo>
                <a:lnTo>
                  <a:pt x="4572265" y="0"/>
                </a:lnTo>
                <a:lnTo>
                  <a:pt x="4572265" y="4653705"/>
                </a:lnTo>
                <a:lnTo>
                  <a:pt x="0" y="4653705"/>
                </a:lnTo>
                <a:lnTo>
                  <a:pt x="0" y="0"/>
                </a:lnTo>
                <a:close/>
              </a:path>
            </a:pathLst>
          </a:custGeom>
          <a:blipFill rotWithShape="1">
            <a:blip r:embed="rId8">
              <a:alphaModFix/>
            </a:blip>
            <a:stretch>
              <a:fillRect b="0" l="0" r="0" t="0"/>
            </a:stretch>
          </a:blipFill>
          <a:ln>
            <a:noFill/>
          </a:ln>
        </p:spPr>
      </p:sp>
      <p:sp>
        <p:nvSpPr>
          <p:cNvPr id="440" name="Google Shape;440;p21"/>
          <p:cNvSpPr/>
          <p:nvPr/>
        </p:nvSpPr>
        <p:spPr>
          <a:xfrm rot="-10197389">
            <a:off x="15531917" y="-653517"/>
            <a:ext cx="5396459" cy="4114800"/>
          </a:xfrm>
          <a:custGeom>
            <a:rect b="b" l="l" r="r" t="t"/>
            <a:pathLst>
              <a:path extrusionOk="0" h="4114800" w="5396459">
                <a:moveTo>
                  <a:pt x="0" y="0"/>
                </a:moveTo>
                <a:lnTo>
                  <a:pt x="5396459" y="0"/>
                </a:lnTo>
                <a:lnTo>
                  <a:pt x="5396459" y="4114800"/>
                </a:lnTo>
                <a:lnTo>
                  <a:pt x="0" y="4114800"/>
                </a:lnTo>
                <a:lnTo>
                  <a:pt x="0" y="0"/>
                </a:lnTo>
                <a:close/>
              </a:path>
            </a:pathLst>
          </a:custGeom>
          <a:blipFill rotWithShape="1">
            <a:blip r:embed="rId9">
              <a:alphaModFix/>
            </a:blip>
            <a:stretch>
              <a:fillRect b="0" l="0" r="0" t="0"/>
            </a:stretch>
          </a:blipFill>
          <a:ln>
            <a:noFill/>
          </a:ln>
        </p:spPr>
      </p:sp>
      <p:sp>
        <p:nvSpPr>
          <p:cNvPr id="441" name="Google Shape;441;p21"/>
          <p:cNvSpPr/>
          <p:nvPr/>
        </p:nvSpPr>
        <p:spPr>
          <a:xfrm rot="-9994124">
            <a:off x="5425198" y="9403862"/>
            <a:ext cx="5875677" cy="3238967"/>
          </a:xfrm>
          <a:custGeom>
            <a:rect b="b" l="l" r="r" t="t"/>
            <a:pathLst>
              <a:path extrusionOk="0" h="3238967" w="5875677">
                <a:moveTo>
                  <a:pt x="0" y="0"/>
                </a:moveTo>
                <a:lnTo>
                  <a:pt x="5875677" y="0"/>
                </a:lnTo>
                <a:lnTo>
                  <a:pt x="5875677" y="3238967"/>
                </a:lnTo>
                <a:lnTo>
                  <a:pt x="0" y="3238967"/>
                </a:lnTo>
                <a:lnTo>
                  <a:pt x="0" y="0"/>
                </a:lnTo>
                <a:close/>
              </a:path>
            </a:pathLst>
          </a:custGeom>
          <a:blipFill rotWithShape="1">
            <a:blip r:embed="rId10">
              <a:alphaModFix/>
            </a:blip>
            <a:stretch>
              <a:fillRect b="0" l="0" r="0" t="0"/>
            </a:stretch>
          </a:blipFill>
          <a:ln>
            <a:noFill/>
          </a:ln>
        </p:spPr>
      </p:sp>
      <p:sp>
        <p:nvSpPr>
          <p:cNvPr id="442" name="Google Shape;442;p21"/>
          <p:cNvSpPr/>
          <p:nvPr/>
        </p:nvSpPr>
        <p:spPr>
          <a:xfrm rot="-7239578">
            <a:off x="-916157" y="-1028700"/>
            <a:ext cx="2227136" cy="4114800"/>
          </a:xfrm>
          <a:custGeom>
            <a:rect b="b" l="l" r="r" t="t"/>
            <a:pathLst>
              <a:path extrusionOk="0" h="4114800" w="2227136">
                <a:moveTo>
                  <a:pt x="0" y="0"/>
                </a:moveTo>
                <a:lnTo>
                  <a:pt x="2227136" y="0"/>
                </a:lnTo>
                <a:lnTo>
                  <a:pt x="2227136" y="4114800"/>
                </a:lnTo>
                <a:lnTo>
                  <a:pt x="0" y="4114800"/>
                </a:lnTo>
                <a:lnTo>
                  <a:pt x="0" y="0"/>
                </a:lnTo>
                <a:close/>
              </a:path>
            </a:pathLst>
          </a:custGeom>
          <a:blipFill rotWithShape="1">
            <a:blip r:embed="rId11">
              <a:alphaModFix/>
            </a:blip>
            <a:stretch>
              <a:fillRect b="0" l="0" r="0" t="0"/>
            </a:stretch>
          </a:blipFill>
          <a:ln>
            <a:noFill/>
          </a:ln>
        </p:spPr>
      </p:sp>
      <p:sp>
        <p:nvSpPr>
          <p:cNvPr id="443" name="Google Shape;443;p21"/>
          <p:cNvSpPr/>
          <p:nvPr/>
        </p:nvSpPr>
        <p:spPr>
          <a:xfrm rot="2598121">
            <a:off x="2491871" y="7209833"/>
            <a:ext cx="3007321" cy="1759283"/>
          </a:xfrm>
          <a:custGeom>
            <a:rect b="b" l="l" r="r" t="t"/>
            <a:pathLst>
              <a:path extrusionOk="0" h="1759283" w="3007321">
                <a:moveTo>
                  <a:pt x="0" y="0"/>
                </a:moveTo>
                <a:lnTo>
                  <a:pt x="3007320" y="0"/>
                </a:lnTo>
                <a:lnTo>
                  <a:pt x="3007320" y="1759283"/>
                </a:lnTo>
                <a:lnTo>
                  <a:pt x="0" y="1759283"/>
                </a:lnTo>
                <a:lnTo>
                  <a:pt x="0" y="0"/>
                </a:lnTo>
                <a:close/>
              </a:path>
            </a:pathLst>
          </a:custGeom>
          <a:blipFill rotWithShape="1">
            <a:blip r:embed="rId12">
              <a:alphaModFix/>
            </a:blip>
            <a:stretch>
              <a:fillRect b="0" l="0" r="0" t="0"/>
            </a:stretch>
          </a:blipFill>
          <a:ln>
            <a:noFill/>
          </a:ln>
        </p:spPr>
      </p:sp>
      <p:sp>
        <p:nvSpPr>
          <p:cNvPr id="444" name="Google Shape;444;p21"/>
          <p:cNvSpPr/>
          <p:nvPr/>
        </p:nvSpPr>
        <p:spPr>
          <a:xfrm rot="3945637">
            <a:off x="13786679" y="3168847"/>
            <a:ext cx="1146208" cy="2324001"/>
          </a:xfrm>
          <a:custGeom>
            <a:rect b="b" l="l" r="r" t="t"/>
            <a:pathLst>
              <a:path extrusionOk="0" h="2324001" w="1146208">
                <a:moveTo>
                  <a:pt x="0" y="0"/>
                </a:moveTo>
                <a:lnTo>
                  <a:pt x="1146208" y="0"/>
                </a:lnTo>
                <a:lnTo>
                  <a:pt x="1146208" y="2324000"/>
                </a:lnTo>
                <a:lnTo>
                  <a:pt x="0" y="2324000"/>
                </a:lnTo>
                <a:lnTo>
                  <a:pt x="0" y="0"/>
                </a:lnTo>
                <a:close/>
              </a:path>
            </a:pathLst>
          </a:custGeom>
          <a:blipFill rotWithShape="1">
            <a:blip r:embed="rId13">
              <a:alphaModFix/>
            </a:blip>
            <a:stretch>
              <a:fillRect b="-23885" l="-165097" r="0" t="0"/>
            </a:stretch>
          </a:blipFill>
          <a:ln>
            <a:noFill/>
          </a:ln>
        </p:spPr>
      </p:sp>
      <p:sp>
        <p:nvSpPr>
          <p:cNvPr id="445" name="Google Shape;445;p21"/>
          <p:cNvSpPr/>
          <p:nvPr/>
        </p:nvSpPr>
        <p:spPr>
          <a:xfrm rot="-5400000">
            <a:off x="16049771" y="7736121"/>
            <a:ext cx="5396459" cy="4114800"/>
          </a:xfrm>
          <a:custGeom>
            <a:rect b="b" l="l" r="r" t="t"/>
            <a:pathLst>
              <a:path extrusionOk="0" h="4114800" w="5396459">
                <a:moveTo>
                  <a:pt x="0" y="0"/>
                </a:moveTo>
                <a:lnTo>
                  <a:pt x="5396459" y="0"/>
                </a:lnTo>
                <a:lnTo>
                  <a:pt x="5396459" y="4114800"/>
                </a:lnTo>
                <a:lnTo>
                  <a:pt x="0" y="4114800"/>
                </a:lnTo>
                <a:lnTo>
                  <a:pt x="0" y="0"/>
                </a:lnTo>
                <a:close/>
              </a:path>
            </a:pathLst>
          </a:custGeom>
          <a:blipFill rotWithShape="1">
            <a:blip r:embed="rId9">
              <a:alphaModFix/>
            </a:blip>
            <a:stretch>
              <a:fillRect b="0" l="0" r="0" t="0"/>
            </a:stretch>
          </a:blipFill>
          <a:ln>
            <a:noFill/>
          </a:ln>
        </p:spPr>
      </p:sp>
      <p:sp>
        <p:nvSpPr>
          <p:cNvPr id="446" name="Google Shape;446;p21"/>
          <p:cNvSpPr/>
          <p:nvPr/>
        </p:nvSpPr>
        <p:spPr>
          <a:xfrm rot="10252938">
            <a:off x="8709979" y="-1552077"/>
            <a:ext cx="4257941" cy="2458961"/>
          </a:xfrm>
          <a:custGeom>
            <a:rect b="b" l="l" r="r" t="t"/>
            <a:pathLst>
              <a:path extrusionOk="0" h="2458961" w="4257941">
                <a:moveTo>
                  <a:pt x="0" y="0"/>
                </a:moveTo>
                <a:lnTo>
                  <a:pt x="4257941" y="0"/>
                </a:lnTo>
                <a:lnTo>
                  <a:pt x="4257941" y="2458961"/>
                </a:lnTo>
                <a:lnTo>
                  <a:pt x="0" y="2458961"/>
                </a:lnTo>
                <a:lnTo>
                  <a:pt x="0" y="0"/>
                </a:lnTo>
                <a:close/>
              </a:path>
            </a:pathLst>
          </a:custGeom>
          <a:blipFill rotWithShape="1">
            <a:blip r:embed="rId14">
              <a:alphaModFix/>
            </a:blip>
            <a:stretch>
              <a:fillRect b="0" l="0" r="0" t="0"/>
            </a:stretch>
          </a:blipFill>
          <a:ln>
            <a:noFill/>
          </a:ln>
        </p:spPr>
      </p:sp>
      <p:sp>
        <p:nvSpPr>
          <p:cNvPr id="447" name="Google Shape;447;p21"/>
          <p:cNvSpPr/>
          <p:nvPr/>
        </p:nvSpPr>
        <p:spPr>
          <a:xfrm rot="5947534">
            <a:off x="3555012" y="-2929516"/>
            <a:ext cx="2978086" cy="4114800"/>
          </a:xfrm>
          <a:custGeom>
            <a:rect b="b" l="l" r="r" t="t"/>
            <a:pathLst>
              <a:path extrusionOk="0" h="4114800" w="2978086">
                <a:moveTo>
                  <a:pt x="0" y="0"/>
                </a:moveTo>
                <a:lnTo>
                  <a:pt x="2978087" y="0"/>
                </a:lnTo>
                <a:lnTo>
                  <a:pt x="2978087" y="4114800"/>
                </a:lnTo>
                <a:lnTo>
                  <a:pt x="0" y="4114800"/>
                </a:lnTo>
                <a:lnTo>
                  <a:pt x="0" y="0"/>
                </a:lnTo>
                <a:close/>
              </a:path>
            </a:pathLst>
          </a:custGeom>
          <a:blipFill rotWithShape="1">
            <a:blip r:embed="rId7">
              <a:alphaModFix/>
            </a:blip>
            <a:stretch>
              <a:fillRect b="0" l="0" r="0" t="0"/>
            </a:stretch>
          </a:blipFill>
          <a:ln>
            <a:noFill/>
          </a:ln>
        </p:spPr>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1C5E9"/>
        </a:solidFill>
      </p:bgPr>
    </p:bg>
    <p:spTree>
      <p:nvGrpSpPr>
        <p:cNvPr id="451" name="Shape 451"/>
        <p:cNvGrpSpPr/>
        <p:nvPr/>
      </p:nvGrpSpPr>
      <p:grpSpPr>
        <a:xfrm>
          <a:off x="0" y="0"/>
          <a:ext cx="0" cy="0"/>
          <a:chOff x="0" y="0"/>
          <a:chExt cx="0" cy="0"/>
        </a:xfrm>
      </p:grpSpPr>
      <p:sp>
        <p:nvSpPr>
          <p:cNvPr id="452" name="Google Shape;452;p22"/>
          <p:cNvSpPr/>
          <p:nvPr/>
        </p:nvSpPr>
        <p:spPr>
          <a:xfrm rot="5400000">
            <a:off x="2468483" y="-244754"/>
            <a:ext cx="7873590" cy="11132517"/>
          </a:xfrm>
          <a:custGeom>
            <a:rect b="b" l="l" r="r" t="t"/>
            <a:pathLst>
              <a:path extrusionOk="0" h="11132517" w="7873590">
                <a:moveTo>
                  <a:pt x="0" y="0"/>
                </a:moveTo>
                <a:lnTo>
                  <a:pt x="7873590" y="0"/>
                </a:lnTo>
                <a:lnTo>
                  <a:pt x="7873590" y="11132518"/>
                </a:lnTo>
                <a:lnTo>
                  <a:pt x="0" y="11132518"/>
                </a:lnTo>
                <a:lnTo>
                  <a:pt x="0" y="0"/>
                </a:lnTo>
                <a:close/>
              </a:path>
            </a:pathLst>
          </a:custGeom>
          <a:blipFill rotWithShape="1">
            <a:blip r:embed="rId3">
              <a:alphaModFix/>
            </a:blip>
            <a:stretch>
              <a:fillRect b="0" l="0" r="0" t="0"/>
            </a:stretch>
          </a:blipFill>
          <a:ln>
            <a:noFill/>
          </a:ln>
        </p:spPr>
      </p:sp>
      <p:sp>
        <p:nvSpPr>
          <p:cNvPr id="453" name="Google Shape;453;p22"/>
          <p:cNvSpPr/>
          <p:nvPr/>
        </p:nvSpPr>
        <p:spPr>
          <a:xfrm rot="10472255">
            <a:off x="15552867" y="-1626397"/>
            <a:ext cx="5396459" cy="4114800"/>
          </a:xfrm>
          <a:custGeom>
            <a:rect b="b" l="l" r="r" t="t"/>
            <a:pathLst>
              <a:path extrusionOk="0" h="4114800" w="5396459">
                <a:moveTo>
                  <a:pt x="0" y="0"/>
                </a:moveTo>
                <a:lnTo>
                  <a:pt x="5396459" y="0"/>
                </a:lnTo>
                <a:lnTo>
                  <a:pt x="5396459" y="4114800"/>
                </a:lnTo>
                <a:lnTo>
                  <a:pt x="0" y="4114800"/>
                </a:lnTo>
                <a:lnTo>
                  <a:pt x="0" y="0"/>
                </a:lnTo>
                <a:close/>
              </a:path>
            </a:pathLst>
          </a:custGeom>
          <a:blipFill rotWithShape="1">
            <a:blip r:embed="rId4">
              <a:alphaModFix/>
            </a:blip>
            <a:stretch>
              <a:fillRect b="0" l="0" r="0" t="0"/>
            </a:stretch>
          </a:blipFill>
          <a:ln>
            <a:noFill/>
          </a:ln>
        </p:spPr>
      </p:sp>
      <p:sp>
        <p:nvSpPr>
          <p:cNvPr id="454" name="Google Shape;454;p22"/>
          <p:cNvSpPr/>
          <p:nvPr/>
        </p:nvSpPr>
        <p:spPr>
          <a:xfrm rot="5947534">
            <a:off x="5442991" y="-3000949"/>
            <a:ext cx="2978086" cy="4114800"/>
          </a:xfrm>
          <a:custGeom>
            <a:rect b="b" l="l" r="r" t="t"/>
            <a:pathLst>
              <a:path extrusionOk="0" h="4114800" w="2978086">
                <a:moveTo>
                  <a:pt x="0" y="0"/>
                </a:moveTo>
                <a:lnTo>
                  <a:pt x="2978086" y="0"/>
                </a:lnTo>
                <a:lnTo>
                  <a:pt x="2978086" y="4114800"/>
                </a:lnTo>
                <a:lnTo>
                  <a:pt x="0" y="4114800"/>
                </a:lnTo>
                <a:lnTo>
                  <a:pt x="0" y="0"/>
                </a:lnTo>
                <a:close/>
              </a:path>
            </a:pathLst>
          </a:custGeom>
          <a:blipFill rotWithShape="1">
            <a:blip r:embed="rId5">
              <a:alphaModFix/>
            </a:blip>
            <a:stretch>
              <a:fillRect b="0" l="0" r="0" t="0"/>
            </a:stretch>
          </a:blipFill>
          <a:ln>
            <a:noFill/>
          </a:ln>
        </p:spPr>
      </p:sp>
      <p:sp>
        <p:nvSpPr>
          <p:cNvPr id="455" name="Google Shape;455;p22"/>
          <p:cNvSpPr/>
          <p:nvPr/>
        </p:nvSpPr>
        <p:spPr>
          <a:xfrm rot="-4370532">
            <a:off x="-2215631" y="7617785"/>
            <a:ext cx="2978086" cy="4114800"/>
          </a:xfrm>
          <a:custGeom>
            <a:rect b="b" l="l" r="r" t="t"/>
            <a:pathLst>
              <a:path extrusionOk="0" h="4114800" w="2978086">
                <a:moveTo>
                  <a:pt x="0" y="0"/>
                </a:moveTo>
                <a:lnTo>
                  <a:pt x="2978086" y="0"/>
                </a:lnTo>
                <a:lnTo>
                  <a:pt x="2978086" y="4114800"/>
                </a:lnTo>
                <a:lnTo>
                  <a:pt x="0" y="4114800"/>
                </a:lnTo>
                <a:lnTo>
                  <a:pt x="0" y="0"/>
                </a:lnTo>
                <a:close/>
              </a:path>
            </a:pathLst>
          </a:custGeom>
          <a:blipFill rotWithShape="1">
            <a:blip r:embed="rId5">
              <a:alphaModFix/>
            </a:blip>
            <a:stretch>
              <a:fillRect b="0" l="0" r="0" t="0"/>
            </a:stretch>
          </a:blipFill>
          <a:ln>
            <a:noFill/>
          </a:ln>
        </p:spPr>
      </p:sp>
      <p:sp>
        <p:nvSpPr>
          <p:cNvPr id="456" name="Google Shape;456;p22"/>
          <p:cNvSpPr/>
          <p:nvPr/>
        </p:nvSpPr>
        <p:spPr>
          <a:xfrm rot="5336227">
            <a:off x="11915761" y="1346379"/>
            <a:ext cx="1209807" cy="2452951"/>
          </a:xfrm>
          <a:custGeom>
            <a:rect b="b" l="l" r="r" t="t"/>
            <a:pathLst>
              <a:path extrusionOk="0" h="2452951" w="1209807">
                <a:moveTo>
                  <a:pt x="0" y="0"/>
                </a:moveTo>
                <a:lnTo>
                  <a:pt x="1209808" y="0"/>
                </a:lnTo>
                <a:lnTo>
                  <a:pt x="1209808" y="2452951"/>
                </a:lnTo>
                <a:lnTo>
                  <a:pt x="0" y="2452951"/>
                </a:lnTo>
                <a:lnTo>
                  <a:pt x="0" y="0"/>
                </a:lnTo>
                <a:close/>
              </a:path>
            </a:pathLst>
          </a:custGeom>
          <a:blipFill rotWithShape="1">
            <a:blip r:embed="rId6">
              <a:alphaModFix/>
            </a:blip>
            <a:stretch>
              <a:fillRect b="-23885" l="-165097" r="0" t="0"/>
            </a:stretch>
          </a:blipFill>
          <a:ln>
            <a:noFill/>
          </a:ln>
        </p:spPr>
      </p:sp>
      <p:sp>
        <p:nvSpPr>
          <p:cNvPr id="457" name="Google Shape;457;p22"/>
          <p:cNvSpPr/>
          <p:nvPr/>
        </p:nvSpPr>
        <p:spPr>
          <a:xfrm>
            <a:off x="12187417" y="3460082"/>
            <a:ext cx="5968302" cy="3771789"/>
          </a:xfrm>
          <a:custGeom>
            <a:rect b="b" l="l" r="r" t="t"/>
            <a:pathLst>
              <a:path extrusionOk="0" h="3771789" w="5968302">
                <a:moveTo>
                  <a:pt x="0" y="0"/>
                </a:moveTo>
                <a:lnTo>
                  <a:pt x="5968302" y="0"/>
                </a:lnTo>
                <a:lnTo>
                  <a:pt x="5968302" y="3771789"/>
                </a:lnTo>
                <a:lnTo>
                  <a:pt x="0" y="3771789"/>
                </a:lnTo>
                <a:lnTo>
                  <a:pt x="0" y="0"/>
                </a:lnTo>
                <a:close/>
              </a:path>
            </a:pathLst>
          </a:custGeom>
          <a:blipFill rotWithShape="1">
            <a:blip r:embed="rId7">
              <a:alphaModFix/>
            </a:blip>
            <a:stretch>
              <a:fillRect b="0" l="0" r="0" t="0"/>
            </a:stretch>
          </a:blipFill>
          <a:ln>
            <a:noFill/>
          </a:ln>
        </p:spPr>
      </p:sp>
      <p:sp>
        <p:nvSpPr>
          <p:cNvPr id="458" name="Google Shape;458;p22"/>
          <p:cNvSpPr txBox="1"/>
          <p:nvPr/>
        </p:nvSpPr>
        <p:spPr>
          <a:xfrm>
            <a:off x="2411306" y="2190209"/>
            <a:ext cx="7971300" cy="954300"/>
          </a:xfrm>
          <a:prstGeom prst="rect">
            <a:avLst/>
          </a:prstGeom>
          <a:noFill/>
          <a:ln>
            <a:noFill/>
          </a:ln>
        </p:spPr>
        <p:txBody>
          <a:bodyPr anchorCtr="0" anchor="t" bIns="0" lIns="0" spcFirstLastPara="1" rIns="0" wrap="square" tIns="0">
            <a:spAutoFit/>
          </a:bodyPr>
          <a:lstStyle/>
          <a:p>
            <a:pPr indent="0" lvl="0" marL="0" marR="0" rtl="0" algn="ctr">
              <a:lnSpc>
                <a:spcPct val="105999"/>
              </a:lnSpc>
              <a:spcBef>
                <a:spcPts val="0"/>
              </a:spcBef>
              <a:spcAft>
                <a:spcPts val="0"/>
              </a:spcAft>
              <a:buNone/>
            </a:pPr>
            <a:r>
              <a:rPr b="1" i="0" lang="en-US" sz="6200" u="none" cap="none" strike="noStrike">
                <a:solidFill>
                  <a:srgbClr val="000000"/>
                </a:solidFill>
                <a:latin typeface="Arial"/>
                <a:ea typeface="Arial"/>
                <a:cs typeface="Arial"/>
                <a:sym typeface="Arial"/>
              </a:rPr>
              <a:t>Dominio de Colisión:</a:t>
            </a:r>
            <a:endParaRPr sz="1000"/>
          </a:p>
        </p:txBody>
      </p:sp>
      <p:sp>
        <p:nvSpPr>
          <p:cNvPr id="459" name="Google Shape;459;p22"/>
          <p:cNvSpPr txBox="1"/>
          <p:nvPr/>
        </p:nvSpPr>
        <p:spPr>
          <a:xfrm>
            <a:off x="1431001" y="3826794"/>
            <a:ext cx="9852179" cy="3752850"/>
          </a:xfrm>
          <a:prstGeom prst="rect">
            <a:avLst/>
          </a:prstGeom>
          <a:noFill/>
          <a:ln>
            <a:noFill/>
          </a:ln>
        </p:spPr>
        <p:txBody>
          <a:bodyPr anchorCtr="0" anchor="t" bIns="0" lIns="0" spcFirstLastPara="1" rIns="0" wrap="square" tIns="0">
            <a:spAutoFit/>
          </a:bodyPr>
          <a:lstStyle/>
          <a:p>
            <a:pPr indent="-269874" lvl="1" marL="539749" marR="0" rtl="0" algn="just">
              <a:lnSpc>
                <a:spcPct val="120008"/>
              </a:lnSpc>
              <a:spcBef>
                <a:spcPts val="0"/>
              </a:spcBef>
              <a:spcAft>
                <a:spcPts val="0"/>
              </a:spcAft>
              <a:buClr>
                <a:srgbClr val="000000"/>
              </a:buClr>
              <a:buSzPts val="2499"/>
              <a:buFont typeface="Arial"/>
              <a:buChar char="•"/>
            </a:pPr>
            <a:r>
              <a:rPr b="0" i="0" lang="en-US" sz="2499" u="none" cap="none" strike="noStrike">
                <a:solidFill>
                  <a:srgbClr val="000000"/>
                </a:solidFill>
                <a:latin typeface="DM Sans"/>
                <a:ea typeface="DM Sans"/>
                <a:cs typeface="DM Sans"/>
                <a:sym typeface="DM Sans"/>
              </a:rPr>
              <a:t>Puesto que un hub solo tiene un canal, solo se podrá enviar un mensaje cada vez a través del mismo.</a:t>
            </a:r>
            <a:endParaRPr/>
          </a:p>
          <a:p>
            <a:pPr indent="-269874" lvl="1" marL="539749" marR="0" rtl="0" algn="just">
              <a:lnSpc>
                <a:spcPct val="120008"/>
              </a:lnSpc>
              <a:spcBef>
                <a:spcPts val="0"/>
              </a:spcBef>
              <a:spcAft>
                <a:spcPts val="0"/>
              </a:spcAft>
              <a:buClr>
                <a:srgbClr val="000000"/>
              </a:buClr>
              <a:buSzPts val="2499"/>
              <a:buFont typeface="Arial"/>
              <a:buChar char="•"/>
            </a:pPr>
            <a:r>
              <a:rPr b="0" i="0" lang="en-US" sz="2499" u="none" cap="none" strike="noStrike">
                <a:solidFill>
                  <a:srgbClr val="000000"/>
                </a:solidFill>
                <a:latin typeface="DM Sans"/>
                <a:ea typeface="DM Sans"/>
                <a:cs typeface="DM Sans"/>
                <a:sym typeface="DM Sans"/>
              </a:rPr>
              <a:t>Si dos o más hosts conectados al hub intentan enviar un mensaje al mismo tiempo, las señales electrónicas que forman los mensajes colisionarían entre sí dentro del canal.</a:t>
            </a:r>
            <a:endParaRPr/>
          </a:p>
          <a:p>
            <a:pPr indent="-269874" lvl="1" marL="539749" marR="0" rtl="0" algn="just">
              <a:lnSpc>
                <a:spcPct val="120008"/>
              </a:lnSpc>
              <a:spcBef>
                <a:spcPts val="0"/>
              </a:spcBef>
              <a:spcAft>
                <a:spcPts val="0"/>
              </a:spcAft>
              <a:buClr>
                <a:srgbClr val="000000"/>
              </a:buClr>
              <a:buSzPts val="2499"/>
              <a:buFont typeface="Arial"/>
              <a:buChar char="•"/>
            </a:pPr>
            <a:r>
              <a:rPr b="0" i="0" lang="en-US" sz="2499" u="none" cap="none" strike="noStrike">
                <a:solidFill>
                  <a:srgbClr val="000000"/>
                </a:solidFill>
                <a:latin typeface="DM Sans"/>
                <a:ea typeface="DM Sans"/>
                <a:cs typeface="DM Sans"/>
                <a:sym typeface="DM Sans"/>
              </a:rPr>
              <a:t>Dentro de un dominio de colisión, cuando un host recibe un mensaje corrupto, detecta que se ha producido una colisión.</a:t>
            </a:r>
            <a:endParaRPr/>
          </a:p>
          <a:p>
            <a:pPr indent="-269874" lvl="1" marL="539749" marR="0" rtl="0" algn="just">
              <a:lnSpc>
                <a:spcPct val="120008"/>
              </a:lnSpc>
              <a:spcBef>
                <a:spcPts val="0"/>
              </a:spcBef>
              <a:spcAft>
                <a:spcPts val="0"/>
              </a:spcAft>
              <a:buClr>
                <a:srgbClr val="000000"/>
              </a:buClr>
              <a:buSzPts val="2499"/>
              <a:buFont typeface="Arial"/>
              <a:buChar char="•"/>
            </a:pPr>
            <a:r>
              <a:rPr b="0" i="0" lang="en-US" sz="2499" u="none" cap="none" strike="noStrike">
                <a:solidFill>
                  <a:srgbClr val="000000"/>
                </a:solidFill>
                <a:latin typeface="DM Sans"/>
                <a:ea typeface="DM Sans"/>
                <a:cs typeface="DM Sans"/>
                <a:sym typeface="DM Sans"/>
              </a:rPr>
              <a:t>Cuando esto sucede, cada uno de los hosts emisores espera durante un corto periodo de tiempo y luego trata de volver a enviar, o retransmitir el mensaje.</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1C5E9"/>
        </a:solidFill>
      </p:bgPr>
    </p:bg>
    <p:spTree>
      <p:nvGrpSpPr>
        <p:cNvPr id="463" name="Shape 463"/>
        <p:cNvGrpSpPr/>
        <p:nvPr/>
      </p:nvGrpSpPr>
      <p:grpSpPr>
        <a:xfrm>
          <a:off x="0" y="0"/>
          <a:ext cx="0" cy="0"/>
          <a:chOff x="0" y="0"/>
          <a:chExt cx="0" cy="0"/>
        </a:xfrm>
      </p:grpSpPr>
      <p:sp>
        <p:nvSpPr>
          <p:cNvPr id="464" name="Google Shape;464;p23"/>
          <p:cNvSpPr/>
          <p:nvPr/>
        </p:nvSpPr>
        <p:spPr>
          <a:xfrm rot="10472255">
            <a:off x="15552867" y="-1626397"/>
            <a:ext cx="5396459" cy="4114800"/>
          </a:xfrm>
          <a:custGeom>
            <a:rect b="b" l="l" r="r" t="t"/>
            <a:pathLst>
              <a:path extrusionOk="0" h="4114800" w="5396459">
                <a:moveTo>
                  <a:pt x="0" y="0"/>
                </a:moveTo>
                <a:lnTo>
                  <a:pt x="5396459" y="0"/>
                </a:lnTo>
                <a:lnTo>
                  <a:pt x="5396459" y="4114800"/>
                </a:lnTo>
                <a:lnTo>
                  <a:pt x="0" y="4114800"/>
                </a:lnTo>
                <a:lnTo>
                  <a:pt x="0" y="0"/>
                </a:lnTo>
                <a:close/>
              </a:path>
            </a:pathLst>
          </a:custGeom>
          <a:blipFill rotWithShape="1">
            <a:blip r:embed="rId3">
              <a:alphaModFix/>
            </a:blip>
            <a:stretch>
              <a:fillRect b="0" l="0" r="0" t="0"/>
            </a:stretch>
          </a:blipFill>
          <a:ln>
            <a:noFill/>
          </a:ln>
        </p:spPr>
      </p:sp>
      <p:sp>
        <p:nvSpPr>
          <p:cNvPr id="465" name="Google Shape;465;p23"/>
          <p:cNvSpPr/>
          <p:nvPr/>
        </p:nvSpPr>
        <p:spPr>
          <a:xfrm rot="5947534">
            <a:off x="5442991" y="-3000949"/>
            <a:ext cx="2978086" cy="4114800"/>
          </a:xfrm>
          <a:custGeom>
            <a:rect b="b" l="l" r="r" t="t"/>
            <a:pathLst>
              <a:path extrusionOk="0" h="4114800" w="2978086">
                <a:moveTo>
                  <a:pt x="0" y="0"/>
                </a:moveTo>
                <a:lnTo>
                  <a:pt x="2978086" y="0"/>
                </a:lnTo>
                <a:lnTo>
                  <a:pt x="2978086" y="4114800"/>
                </a:lnTo>
                <a:lnTo>
                  <a:pt x="0" y="4114800"/>
                </a:lnTo>
                <a:lnTo>
                  <a:pt x="0" y="0"/>
                </a:lnTo>
                <a:close/>
              </a:path>
            </a:pathLst>
          </a:custGeom>
          <a:blipFill rotWithShape="1">
            <a:blip r:embed="rId4">
              <a:alphaModFix/>
            </a:blip>
            <a:stretch>
              <a:fillRect b="0" l="0" r="0" t="0"/>
            </a:stretch>
          </a:blipFill>
          <a:ln>
            <a:noFill/>
          </a:ln>
        </p:spPr>
      </p:sp>
      <p:sp>
        <p:nvSpPr>
          <p:cNvPr id="466" name="Google Shape;466;p23"/>
          <p:cNvSpPr/>
          <p:nvPr/>
        </p:nvSpPr>
        <p:spPr>
          <a:xfrm rot="-4370532">
            <a:off x="-2215631" y="7617785"/>
            <a:ext cx="2978086" cy="4114800"/>
          </a:xfrm>
          <a:custGeom>
            <a:rect b="b" l="l" r="r" t="t"/>
            <a:pathLst>
              <a:path extrusionOk="0" h="4114800" w="2978086">
                <a:moveTo>
                  <a:pt x="0" y="0"/>
                </a:moveTo>
                <a:lnTo>
                  <a:pt x="2978086" y="0"/>
                </a:lnTo>
                <a:lnTo>
                  <a:pt x="2978086" y="4114800"/>
                </a:lnTo>
                <a:lnTo>
                  <a:pt x="0" y="4114800"/>
                </a:lnTo>
                <a:lnTo>
                  <a:pt x="0" y="0"/>
                </a:lnTo>
                <a:close/>
              </a:path>
            </a:pathLst>
          </a:custGeom>
          <a:blipFill rotWithShape="1">
            <a:blip r:embed="rId4">
              <a:alphaModFix/>
            </a:blip>
            <a:stretch>
              <a:fillRect b="0" l="0" r="0" t="0"/>
            </a:stretch>
          </a:blipFill>
          <a:ln>
            <a:noFill/>
          </a:ln>
        </p:spPr>
      </p:sp>
      <p:sp>
        <p:nvSpPr>
          <p:cNvPr id="467" name="Google Shape;467;p23"/>
          <p:cNvSpPr/>
          <p:nvPr/>
        </p:nvSpPr>
        <p:spPr>
          <a:xfrm>
            <a:off x="2039541" y="852949"/>
            <a:ext cx="14208917" cy="8880573"/>
          </a:xfrm>
          <a:custGeom>
            <a:rect b="b" l="l" r="r" t="t"/>
            <a:pathLst>
              <a:path extrusionOk="0" h="8880573" w="14208917">
                <a:moveTo>
                  <a:pt x="0" y="0"/>
                </a:moveTo>
                <a:lnTo>
                  <a:pt x="14208918" y="0"/>
                </a:lnTo>
                <a:lnTo>
                  <a:pt x="14208918" y="8880574"/>
                </a:lnTo>
                <a:lnTo>
                  <a:pt x="0" y="8880574"/>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CD46"/>
        </a:solidFill>
      </p:bgPr>
    </p:bg>
    <p:spTree>
      <p:nvGrpSpPr>
        <p:cNvPr id="471" name="Shape 471"/>
        <p:cNvGrpSpPr/>
        <p:nvPr/>
      </p:nvGrpSpPr>
      <p:grpSpPr>
        <a:xfrm>
          <a:off x="0" y="0"/>
          <a:ext cx="0" cy="0"/>
          <a:chOff x="0" y="0"/>
          <a:chExt cx="0" cy="0"/>
        </a:xfrm>
      </p:grpSpPr>
      <p:sp>
        <p:nvSpPr>
          <p:cNvPr id="472" name="Google Shape;472;p24"/>
          <p:cNvSpPr/>
          <p:nvPr/>
        </p:nvSpPr>
        <p:spPr>
          <a:xfrm rot="10472255">
            <a:off x="15552867" y="-1626397"/>
            <a:ext cx="5396459" cy="4114800"/>
          </a:xfrm>
          <a:custGeom>
            <a:rect b="b" l="l" r="r" t="t"/>
            <a:pathLst>
              <a:path extrusionOk="0" h="4114800" w="5396459">
                <a:moveTo>
                  <a:pt x="0" y="0"/>
                </a:moveTo>
                <a:lnTo>
                  <a:pt x="5396459" y="0"/>
                </a:lnTo>
                <a:lnTo>
                  <a:pt x="5396459" y="4114800"/>
                </a:lnTo>
                <a:lnTo>
                  <a:pt x="0" y="4114800"/>
                </a:lnTo>
                <a:lnTo>
                  <a:pt x="0" y="0"/>
                </a:lnTo>
                <a:close/>
              </a:path>
            </a:pathLst>
          </a:custGeom>
          <a:blipFill rotWithShape="1">
            <a:blip r:embed="rId3">
              <a:alphaModFix/>
            </a:blip>
            <a:stretch>
              <a:fillRect b="0" l="0" r="0" t="0"/>
            </a:stretch>
          </a:blipFill>
          <a:ln>
            <a:noFill/>
          </a:ln>
        </p:spPr>
      </p:sp>
      <p:sp>
        <p:nvSpPr>
          <p:cNvPr id="473" name="Google Shape;473;p24"/>
          <p:cNvSpPr/>
          <p:nvPr/>
        </p:nvSpPr>
        <p:spPr>
          <a:xfrm rot="-7239578">
            <a:off x="-916157" y="-1028700"/>
            <a:ext cx="2227136" cy="4114800"/>
          </a:xfrm>
          <a:custGeom>
            <a:rect b="b" l="l" r="r" t="t"/>
            <a:pathLst>
              <a:path extrusionOk="0" h="4114800" w="2227136">
                <a:moveTo>
                  <a:pt x="0" y="0"/>
                </a:moveTo>
                <a:lnTo>
                  <a:pt x="2227136" y="0"/>
                </a:lnTo>
                <a:lnTo>
                  <a:pt x="2227136" y="4114800"/>
                </a:lnTo>
                <a:lnTo>
                  <a:pt x="0" y="4114800"/>
                </a:lnTo>
                <a:lnTo>
                  <a:pt x="0" y="0"/>
                </a:lnTo>
                <a:close/>
              </a:path>
            </a:pathLst>
          </a:custGeom>
          <a:blipFill rotWithShape="1">
            <a:blip r:embed="rId4">
              <a:alphaModFix/>
            </a:blip>
            <a:stretch>
              <a:fillRect b="0" l="0" r="0" t="0"/>
            </a:stretch>
          </a:blipFill>
          <a:ln>
            <a:noFill/>
          </a:ln>
        </p:spPr>
      </p:sp>
      <p:sp>
        <p:nvSpPr>
          <p:cNvPr id="474" name="Google Shape;474;p24"/>
          <p:cNvSpPr/>
          <p:nvPr/>
        </p:nvSpPr>
        <p:spPr>
          <a:xfrm rot="10252938">
            <a:off x="8709979" y="-1552077"/>
            <a:ext cx="4257941" cy="2458961"/>
          </a:xfrm>
          <a:custGeom>
            <a:rect b="b" l="l" r="r" t="t"/>
            <a:pathLst>
              <a:path extrusionOk="0" h="2458961" w="4257941">
                <a:moveTo>
                  <a:pt x="0" y="0"/>
                </a:moveTo>
                <a:lnTo>
                  <a:pt x="4257941" y="0"/>
                </a:lnTo>
                <a:lnTo>
                  <a:pt x="4257941" y="2458961"/>
                </a:lnTo>
                <a:lnTo>
                  <a:pt x="0" y="2458961"/>
                </a:lnTo>
                <a:lnTo>
                  <a:pt x="0" y="0"/>
                </a:lnTo>
                <a:close/>
              </a:path>
            </a:pathLst>
          </a:custGeom>
          <a:blipFill rotWithShape="1">
            <a:blip r:embed="rId5">
              <a:alphaModFix/>
            </a:blip>
            <a:stretch>
              <a:fillRect b="0" l="0" r="0" t="0"/>
            </a:stretch>
          </a:blipFill>
          <a:ln>
            <a:noFill/>
          </a:ln>
        </p:spPr>
      </p:sp>
      <p:sp>
        <p:nvSpPr>
          <p:cNvPr id="475" name="Google Shape;475;p24"/>
          <p:cNvSpPr/>
          <p:nvPr/>
        </p:nvSpPr>
        <p:spPr>
          <a:xfrm rot="5947534">
            <a:off x="3555012" y="-2929516"/>
            <a:ext cx="2978086" cy="4114800"/>
          </a:xfrm>
          <a:custGeom>
            <a:rect b="b" l="l" r="r" t="t"/>
            <a:pathLst>
              <a:path extrusionOk="0" h="4114800" w="2978086">
                <a:moveTo>
                  <a:pt x="0" y="0"/>
                </a:moveTo>
                <a:lnTo>
                  <a:pt x="2978087" y="0"/>
                </a:lnTo>
                <a:lnTo>
                  <a:pt x="2978087" y="4114800"/>
                </a:lnTo>
                <a:lnTo>
                  <a:pt x="0" y="4114800"/>
                </a:lnTo>
                <a:lnTo>
                  <a:pt x="0" y="0"/>
                </a:lnTo>
                <a:close/>
              </a:path>
            </a:pathLst>
          </a:custGeom>
          <a:blipFill rotWithShape="1">
            <a:blip r:embed="rId6">
              <a:alphaModFix/>
            </a:blip>
            <a:stretch>
              <a:fillRect b="0" l="0" r="0" t="0"/>
            </a:stretch>
          </a:blipFill>
          <a:ln>
            <a:noFill/>
          </a:ln>
        </p:spPr>
      </p:sp>
      <p:sp>
        <p:nvSpPr>
          <p:cNvPr id="476" name="Google Shape;476;p24"/>
          <p:cNvSpPr/>
          <p:nvPr/>
        </p:nvSpPr>
        <p:spPr>
          <a:xfrm>
            <a:off x="-1476562" y="7799941"/>
            <a:ext cx="2978086" cy="4114800"/>
          </a:xfrm>
          <a:custGeom>
            <a:rect b="b" l="l" r="r" t="t"/>
            <a:pathLst>
              <a:path extrusionOk="0" h="4114800" w="2978086">
                <a:moveTo>
                  <a:pt x="0" y="0"/>
                </a:moveTo>
                <a:lnTo>
                  <a:pt x="2978087" y="0"/>
                </a:lnTo>
                <a:lnTo>
                  <a:pt x="2978087" y="4114800"/>
                </a:lnTo>
                <a:lnTo>
                  <a:pt x="0" y="4114800"/>
                </a:lnTo>
                <a:lnTo>
                  <a:pt x="0" y="0"/>
                </a:lnTo>
                <a:close/>
              </a:path>
            </a:pathLst>
          </a:custGeom>
          <a:blipFill rotWithShape="1">
            <a:blip r:embed="rId6">
              <a:alphaModFix/>
            </a:blip>
            <a:stretch>
              <a:fillRect b="0" l="0" r="0" t="0"/>
            </a:stretch>
          </a:blipFill>
          <a:ln>
            <a:noFill/>
          </a:ln>
        </p:spPr>
      </p:sp>
      <p:sp>
        <p:nvSpPr>
          <p:cNvPr id="477" name="Google Shape;477;p24"/>
          <p:cNvSpPr/>
          <p:nvPr/>
        </p:nvSpPr>
        <p:spPr>
          <a:xfrm rot="-9994124">
            <a:off x="4019779" y="9355547"/>
            <a:ext cx="5875677" cy="3238967"/>
          </a:xfrm>
          <a:custGeom>
            <a:rect b="b" l="l" r="r" t="t"/>
            <a:pathLst>
              <a:path extrusionOk="0" h="3238967" w="5875677">
                <a:moveTo>
                  <a:pt x="0" y="0"/>
                </a:moveTo>
                <a:lnTo>
                  <a:pt x="5875677" y="0"/>
                </a:lnTo>
                <a:lnTo>
                  <a:pt x="5875677" y="3238966"/>
                </a:lnTo>
                <a:lnTo>
                  <a:pt x="0" y="3238966"/>
                </a:lnTo>
                <a:lnTo>
                  <a:pt x="0" y="0"/>
                </a:lnTo>
                <a:close/>
              </a:path>
            </a:pathLst>
          </a:custGeom>
          <a:blipFill rotWithShape="1">
            <a:blip r:embed="rId7">
              <a:alphaModFix/>
            </a:blip>
            <a:stretch>
              <a:fillRect b="0" l="0" r="0" t="0"/>
            </a:stretch>
          </a:blipFill>
          <a:ln>
            <a:noFill/>
          </a:ln>
        </p:spPr>
      </p:sp>
      <p:sp>
        <p:nvSpPr>
          <p:cNvPr id="478" name="Google Shape;478;p24"/>
          <p:cNvSpPr/>
          <p:nvPr/>
        </p:nvSpPr>
        <p:spPr>
          <a:xfrm rot="-5400000">
            <a:off x="16377293" y="7799941"/>
            <a:ext cx="5396459" cy="4114800"/>
          </a:xfrm>
          <a:custGeom>
            <a:rect b="b" l="l" r="r" t="t"/>
            <a:pathLst>
              <a:path extrusionOk="0" h="4114800" w="5396459">
                <a:moveTo>
                  <a:pt x="0" y="0"/>
                </a:moveTo>
                <a:lnTo>
                  <a:pt x="5396459" y="0"/>
                </a:lnTo>
                <a:lnTo>
                  <a:pt x="5396459" y="4114800"/>
                </a:lnTo>
                <a:lnTo>
                  <a:pt x="0" y="4114800"/>
                </a:lnTo>
                <a:lnTo>
                  <a:pt x="0" y="0"/>
                </a:lnTo>
                <a:close/>
              </a:path>
            </a:pathLst>
          </a:custGeom>
          <a:blipFill rotWithShape="1">
            <a:blip r:embed="rId3">
              <a:alphaModFix/>
            </a:blip>
            <a:stretch>
              <a:fillRect b="0" l="0" r="0" t="0"/>
            </a:stretch>
          </a:blipFill>
          <a:ln>
            <a:noFill/>
          </a:ln>
        </p:spPr>
      </p:sp>
      <p:sp>
        <p:nvSpPr>
          <p:cNvPr id="479" name="Google Shape;479;p24"/>
          <p:cNvSpPr/>
          <p:nvPr/>
        </p:nvSpPr>
        <p:spPr>
          <a:xfrm>
            <a:off x="1162929" y="1898558"/>
            <a:ext cx="15962143" cy="7143059"/>
          </a:xfrm>
          <a:custGeom>
            <a:rect b="b" l="l" r="r" t="t"/>
            <a:pathLst>
              <a:path extrusionOk="0" h="7143059" w="15962143">
                <a:moveTo>
                  <a:pt x="0" y="0"/>
                </a:moveTo>
                <a:lnTo>
                  <a:pt x="15962142" y="0"/>
                </a:lnTo>
                <a:lnTo>
                  <a:pt x="15962142" y="7143059"/>
                </a:lnTo>
                <a:lnTo>
                  <a:pt x="0" y="7143059"/>
                </a:lnTo>
                <a:lnTo>
                  <a:pt x="0" y="0"/>
                </a:lnTo>
                <a:close/>
              </a:path>
            </a:pathLst>
          </a:custGeom>
          <a:blipFill rotWithShape="1">
            <a:blip r:embed="rId8">
              <a:alphaModFix/>
            </a:blip>
            <a:stretch>
              <a:fillRect b="0" l="0" r="0" t="0"/>
            </a:stretch>
          </a:blipFill>
          <a:ln>
            <a:noFill/>
          </a:ln>
        </p:spPr>
      </p:sp>
      <p:sp>
        <p:nvSpPr>
          <p:cNvPr id="480" name="Google Shape;480;p24"/>
          <p:cNvSpPr txBox="1"/>
          <p:nvPr/>
        </p:nvSpPr>
        <p:spPr>
          <a:xfrm>
            <a:off x="11533078" y="377891"/>
            <a:ext cx="4799659" cy="1520668"/>
          </a:xfrm>
          <a:prstGeom prst="rect">
            <a:avLst/>
          </a:prstGeom>
          <a:noFill/>
          <a:ln>
            <a:noFill/>
          </a:ln>
        </p:spPr>
        <p:txBody>
          <a:bodyPr anchorCtr="0" anchor="t" bIns="0" lIns="0" spcFirstLastPara="1" rIns="0" wrap="square" tIns="0">
            <a:spAutoFit/>
          </a:bodyPr>
          <a:lstStyle/>
          <a:p>
            <a:pPr indent="0" lvl="0" marL="0" marR="0" rtl="0" algn="l">
              <a:lnSpc>
                <a:spcPct val="112003"/>
              </a:lnSpc>
              <a:spcBef>
                <a:spcPts val="0"/>
              </a:spcBef>
              <a:spcAft>
                <a:spcPts val="0"/>
              </a:spcAft>
              <a:buNone/>
            </a:pPr>
            <a:r>
              <a:rPr b="1" i="0" lang="en-US" sz="8864" u="none" cap="none" strike="noStrike">
                <a:solidFill>
                  <a:srgbClr val="000000"/>
                </a:solidFill>
                <a:latin typeface="Arial"/>
                <a:ea typeface="Arial"/>
                <a:cs typeface="Arial"/>
                <a:sym typeface="Arial"/>
              </a:rPr>
              <a:t>SWITCH</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1C5E9"/>
        </a:solidFill>
      </p:bgPr>
    </p:bg>
    <p:spTree>
      <p:nvGrpSpPr>
        <p:cNvPr id="484" name="Shape 484"/>
        <p:cNvGrpSpPr/>
        <p:nvPr/>
      </p:nvGrpSpPr>
      <p:grpSpPr>
        <a:xfrm>
          <a:off x="0" y="0"/>
          <a:ext cx="0" cy="0"/>
          <a:chOff x="0" y="0"/>
          <a:chExt cx="0" cy="0"/>
        </a:xfrm>
      </p:grpSpPr>
      <p:sp>
        <p:nvSpPr>
          <p:cNvPr id="485" name="Google Shape;485;p25"/>
          <p:cNvSpPr/>
          <p:nvPr/>
        </p:nvSpPr>
        <p:spPr>
          <a:xfrm rot="5987975">
            <a:off x="16813139" y="7906835"/>
            <a:ext cx="2227136" cy="4114800"/>
          </a:xfrm>
          <a:custGeom>
            <a:rect b="b" l="l" r="r" t="t"/>
            <a:pathLst>
              <a:path extrusionOk="0" h="4114800" w="2227136">
                <a:moveTo>
                  <a:pt x="0" y="0"/>
                </a:moveTo>
                <a:lnTo>
                  <a:pt x="2227135" y="0"/>
                </a:lnTo>
                <a:lnTo>
                  <a:pt x="2227135" y="4114800"/>
                </a:lnTo>
                <a:lnTo>
                  <a:pt x="0" y="4114800"/>
                </a:lnTo>
                <a:lnTo>
                  <a:pt x="0" y="0"/>
                </a:lnTo>
                <a:close/>
              </a:path>
            </a:pathLst>
          </a:custGeom>
          <a:blipFill rotWithShape="1">
            <a:blip r:embed="rId3">
              <a:alphaModFix/>
            </a:blip>
            <a:stretch>
              <a:fillRect b="0" l="0" r="0" t="0"/>
            </a:stretch>
          </a:blipFill>
          <a:ln>
            <a:noFill/>
          </a:ln>
        </p:spPr>
      </p:sp>
      <p:sp>
        <p:nvSpPr>
          <p:cNvPr id="486" name="Google Shape;486;p25"/>
          <p:cNvSpPr/>
          <p:nvPr/>
        </p:nvSpPr>
        <p:spPr>
          <a:xfrm rot="4705922">
            <a:off x="13742333" y="-2093217"/>
            <a:ext cx="2978086" cy="4114800"/>
          </a:xfrm>
          <a:custGeom>
            <a:rect b="b" l="l" r="r" t="t"/>
            <a:pathLst>
              <a:path extrusionOk="0" h="4114800" w="2978086">
                <a:moveTo>
                  <a:pt x="0" y="0"/>
                </a:moveTo>
                <a:lnTo>
                  <a:pt x="2978087" y="0"/>
                </a:lnTo>
                <a:lnTo>
                  <a:pt x="2978087" y="4114800"/>
                </a:lnTo>
                <a:lnTo>
                  <a:pt x="0" y="4114800"/>
                </a:lnTo>
                <a:lnTo>
                  <a:pt x="0" y="0"/>
                </a:lnTo>
                <a:close/>
              </a:path>
            </a:pathLst>
          </a:custGeom>
          <a:blipFill rotWithShape="1">
            <a:blip r:embed="rId4">
              <a:alphaModFix/>
            </a:blip>
            <a:stretch>
              <a:fillRect b="0" l="0" r="0" t="0"/>
            </a:stretch>
          </a:blipFill>
          <a:ln>
            <a:noFill/>
          </a:ln>
        </p:spPr>
      </p:sp>
      <p:grpSp>
        <p:nvGrpSpPr>
          <p:cNvPr id="487" name="Google Shape;487;p25"/>
          <p:cNvGrpSpPr/>
          <p:nvPr/>
        </p:nvGrpSpPr>
        <p:grpSpPr>
          <a:xfrm>
            <a:off x="0" y="-11"/>
            <a:ext cx="11090288" cy="11240113"/>
            <a:chOff x="0" y="-153767"/>
            <a:chExt cx="14787050" cy="14986818"/>
          </a:xfrm>
        </p:grpSpPr>
        <p:sp>
          <p:nvSpPr>
            <p:cNvPr id="488" name="Google Shape;488;p25"/>
            <p:cNvSpPr/>
            <p:nvPr/>
          </p:nvSpPr>
          <p:spPr>
            <a:xfrm>
              <a:off x="3161646" y="-153767"/>
              <a:ext cx="11625404" cy="14833051"/>
            </a:xfrm>
            <a:custGeom>
              <a:rect b="b" l="l" r="r" t="t"/>
              <a:pathLst>
                <a:path extrusionOk="0" h="14833051" w="11625404">
                  <a:moveTo>
                    <a:pt x="0" y="0"/>
                  </a:moveTo>
                  <a:lnTo>
                    <a:pt x="11625403" y="0"/>
                  </a:lnTo>
                  <a:lnTo>
                    <a:pt x="11625403" y="14833051"/>
                  </a:lnTo>
                  <a:lnTo>
                    <a:pt x="0" y="14833051"/>
                  </a:lnTo>
                  <a:lnTo>
                    <a:pt x="0" y="0"/>
                  </a:lnTo>
                  <a:close/>
                </a:path>
              </a:pathLst>
            </a:custGeom>
            <a:blipFill rotWithShape="1">
              <a:blip r:embed="rId5">
                <a:alphaModFix/>
              </a:blip>
              <a:stretch>
                <a:fillRect b="0" l="0" r="0" t="0"/>
              </a:stretch>
            </a:blipFill>
            <a:ln>
              <a:noFill/>
            </a:ln>
          </p:spPr>
        </p:sp>
        <p:sp>
          <p:nvSpPr>
            <p:cNvPr id="489" name="Google Shape;489;p25"/>
            <p:cNvSpPr/>
            <p:nvPr/>
          </p:nvSpPr>
          <p:spPr>
            <a:xfrm>
              <a:off x="0" y="75987"/>
              <a:ext cx="3378825" cy="14757064"/>
            </a:xfrm>
            <a:custGeom>
              <a:rect b="b" l="l" r="r" t="t"/>
              <a:pathLst>
                <a:path extrusionOk="0" h="14757064" w="3378825">
                  <a:moveTo>
                    <a:pt x="0" y="0"/>
                  </a:moveTo>
                  <a:lnTo>
                    <a:pt x="3378825" y="0"/>
                  </a:lnTo>
                  <a:lnTo>
                    <a:pt x="3378825" y="14757064"/>
                  </a:lnTo>
                  <a:lnTo>
                    <a:pt x="0" y="14757064"/>
                  </a:lnTo>
                  <a:lnTo>
                    <a:pt x="0" y="0"/>
                  </a:lnTo>
                  <a:close/>
                </a:path>
              </a:pathLst>
            </a:custGeom>
            <a:blipFill rotWithShape="1">
              <a:blip r:embed="rId6">
                <a:alphaModFix/>
              </a:blip>
              <a:stretch>
                <a:fillRect b="0" l="0" r="-244056" t="-513"/>
              </a:stretch>
            </a:blipFill>
            <a:ln>
              <a:noFill/>
            </a:ln>
          </p:spPr>
        </p:sp>
      </p:grpSp>
      <p:sp>
        <p:nvSpPr>
          <p:cNvPr id="490" name="Google Shape;490;p25"/>
          <p:cNvSpPr/>
          <p:nvPr/>
        </p:nvSpPr>
        <p:spPr>
          <a:xfrm rot="3945637">
            <a:off x="9645166" y="392191"/>
            <a:ext cx="1209807" cy="2452951"/>
          </a:xfrm>
          <a:custGeom>
            <a:rect b="b" l="l" r="r" t="t"/>
            <a:pathLst>
              <a:path extrusionOk="0" h="2452951" w="1209807">
                <a:moveTo>
                  <a:pt x="0" y="0"/>
                </a:moveTo>
                <a:lnTo>
                  <a:pt x="1209807" y="0"/>
                </a:lnTo>
                <a:lnTo>
                  <a:pt x="1209807" y="2452951"/>
                </a:lnTo>
                <a:lnTo>
                  <a:pt x="0" y="2452951"/>
                </a:lnTo>
                <a:lnTo>
                  <a:pt x="0" y="0"/>
                </a:lnTo>
                <a:close/>
              </a:path>
            </a:pathLst>
          </a:custGeom>
          <a:blipFill rotWithShape="1">
            <a:blip r:embed="rId7">
              <a:alphaModFix/>
            </a:blip>
            <a:stretch>
              <a:fillRect b="-23885" l="-165097" r="0" t="0"/>
            </a:stretch>
          </a:blipFill>
          <a:ln>
            <a:noFill/>
          </a:ln>
        </p:spPr>
      </p:sp>
      <p:sp>
        <p:nvSpPr>
          <p:cNvPr id="491" name="Google Shape;491;p25"/>
          <p:cNvSpPr/>
          <p:nvPr/>
        </p:nvSpPr>
        <p:spPr>
          <a:xfrm>
            <a:off x="11401579" y="2926638"/>
            <a:ext cx="6390954" cy="4433725"/>
          </a:xfrm>
          <a:custGeom>
            <a:rect b="b" l="l" r="r" t="t"/>
            <a:pathLst>
              <a:path extrusionOk="0" h="4433725" w="6390954">
                <a:moveTo>
                  <a:pt x="0" y="0"/>
                </a:moveTo>
                <a:lnTo>
                  <a:pt x="6390954" y="0"/>
                </a:lnTo>
                <a:lnTo>
                  <a:pt x="6390954" y="4433724"/>
                </a:lnTo>
                <a:lnTo>
                  <a:pt x="0" y="4433724"/>
                </a:lnTo>
                <a:lnTo>
                  <a:pt x="0" y="0"/>
                </a:lnTo>
                <a:close/>
              </a:path>
            </a:pathLst>
          </a:custGeom>
          <a:blipFill rotWithShape="1">
            <a:blip r:embed="rId8">
              <a:alphaModFix/>
            </a:blip>
            <a:stretch>
              <a:fillRect b="0" l="0" r="0" t="0"/>
            </a:stretch>
          </a:blipFill>
          <a:ln>
            <a:noFill/>
          </a:ln>
        </p:spPr>
      </p:sp>
      <p:sp>
        <p:nvSpPr>
          <p:cNvPr id="492" name="Google Shape;492;p25"/>
          <p:cNvSpPr/>
          <p:nvPr/>
        </p:nvSpPr>
        <p:spPr>
          <a:xfrm>
            <a:off x="9961498" y="6683520"/>
            <a:ext cx="2257579" cy="3326083"/>
          </a:xfrm>
          <a:custGeom>
            <a:rect b="b" l="l" r="r" t="t"/>
            <a:pathLst>
              <a:path extrusionOk="0" h="3326083" w="2257579">
                <a:moveTo>
                  <a:pt x="0" y="0"/>
                </a:moveTo>
                <a:lnTo>
                  <a:pt x="2257579" y="0"/>
                </a:lnTo>
                <a:lnTo>
                  <a:pt x="2257579" y="3326083"/>
                </a:lnTo>
                <a:lnTo>
                  <a:pt x="0" y="3326083"/>
                </a:lnTo>
                <a:lnTo>
                  <a:pt x="0" y="0"/>
                </a:lnTo>
                <a:close/>
              </a:path>
            </a:pathLst>
          </a:custGeom>
          <a:blipFill rotWithShape="1">
            <a:blip r:embed="rId9">
              <a:alphaModFix/>
            </a:blip>
            <a:stretch>
              <a:fillRect b="0" l="0" r="0" t="0"/>
            </a:stretch>
          </a:blipFill>
          <a:ln>
            <a:noFill/>
          </a:ln>
        </p:spPr>
      </p:sp>
      <p:sp>
        <p:nvSpPr>
          <p:cNvPr id="493" name="Google Shape;493;p25"/>
          <p:cNvSpPr/>
          <p:nvPr/>
        </p:nvSpPr>
        <p:spPr>
          <a:xfrm rot="-277003">
            <a:off x="11032016" y="1186408"/>
            <a:ext cx="1209807" cy="2452951"/>
          </a:xfrm>
          <a:custGeom>
            <a:rect b="b" l="l" r="r" t="t"/>
            <a:pathLst>
              <a:path extrusionOk="0" h="2452951" w="1209807">
                <a:moveTo>
                  <a:pt x="0" y="0"/>
                </a:moveTo>
                <a:lnTo>
                  <a:pt x="1209807" y="0"/>
                </a:lnTo>
                <a:lnTo>
                  <a:pt x="1209807" y="2452951"/>
                </a:lnTo>
                <a:lnTo>
                  <a:pt x="0" y="2452951"/>
                </a:lnTo>
                <a:lnTo>
                  <a:pt x="0" y="0"/>
                </a:lnTo>
                <a:close/>
              </a:path>
            </a:pathLst>
          </a:custGeom>
          <a:blipFill rotWithShape="1">
            <a:blip r:embed="rId10">
              <a:alphaModFix/>
            </a:blip>
            <a:stretch>
              <a:fillRect b="-23885" l="-165097" r="0" t="0"/>
            </a:stretch>
          </a:blipFill>
          <a:ln>
            <a:noFill/>
          </a:ln>
        </p:spPr>
      </p:sp>
      <p:sp>
        <p:nvSpPr>
          <p:cNvPr id="494" name="Google Shape;494;p25"/>
          <p:cNvSpPr txBox="1"/>
          <p:nvPr/>
        </p:nvSpPr>
        <p:spPr>
          <a:xfrm>
            <a:off x="990554" y="1949700"/>
            <a:ext cx="7892700" cy="8232300"/>
          </a:xfrm>
          <a:prstGeom prst="rect">
            <a:avLst/>
          </a:prstGeom>
          <a:noFill/>
          <a:ln>
            <a:noFill/>
          </a:ln>
        </p:spPr>
        <p:txBody>
          <a:bodyPr anchorCtr="0" anchor="t" bIns="0" lIns="0" spcFirstLastPara="1" rIns="0" wrap="square" tIns="0">
            <a:spAutoFit/>
          </a:bodyPr>
          <a:lstStyle/>
          <a:p>
            <a:pPr indent="0" lvl="0" marL="0" marR="0" rtl="0" algn="just">
              <a:lnSpc>
                <a:spcPct val="120008"/>
              </a:lnSpc>
              <a:spcBef>
                <a:spcPts val="0"/>
              </a:spcBef>
              <a:spcAft>
                <a:spcPts val="0"/>
              </a:spcAft>
              <a:buNone/>
            </a:pPr>
            <a:r>
              <a:rPr b="0" i="0" lang="en-US" sz="2499" u="none" cap="none" strike="noStrike">
                <a:solidFill>
                  <a:srgbClr val="000000"/>
                </a:solidFill>
                <a:latin typeface="DM Sans"/>
                <a:ea typeface="DM Sans"/>
                <a:cs typeface="DM Sans"/>
                <a:sym typeface="DM Sans"/>
              </a:rPr>
              <a:t>Es un dispositivo de red que permite conectar varios dispositivos de red y enrutar el tráfico de datos entre ellos. El switch funciona a nivel de capa 2 del modelo OSI, lo que significa que se encarga de gestionar el envío y la recepción de paquetes de datos en la red local (LAN).</a:t>
            </a:r>
            <a:endParaRPr/>
          </a:p>
          <a:p>
            <a:pPr indent="0" lvl="0" marL="0" marR="0" rtl="0" algn="just">
              <a:lnSpc>
                <a:spcPct val="120008"/>
              </a:lnSpc>
              <a:spcBef>
                <a:spcPts val="0"/>
              </a:spcBef>
              <a:spcAft>
                <a:spcPts val="0"/>
              </a:spcAft>
              <a:buNone/>
            </a:pPr>
            <a:r>
              <a:t/>
            </a:r>
            <a:endParaRPr b="0" i="0" sz="2499" u="none" cap="none" strike="noStrike">
              <a:solidFill>
                <a:srgbClr val="000000"/>
              </a:solidFill>
              <a:latin typeface="DM Sans"/>
              <a:ea typeface="DM Sans"/>
              <a:cs typeface="DM Sans"/>
              <a:sym typeface="DM Sans"/>
            </a:endParaRPr>
          </a:p>
          <a:p>
            <a:pPr indent="0" lvl="0" marL="0" marR="0" rtl="0" algn="just">
              <a:lnSpc>
                <a:spcPct val="120008"/>
              </a:lnSpc>
              <a:spcBef>
                <a:spcPts val="0"/>
              </a:spcBef>
              <a:spcAft>
                <a:spcPts val="0"/>
              </a:spcAft>
              <a:buNone/>
            </a:pPr>
            <a:r>
              <a:rPr b="0" i="0" lang="en-US" sz="2499" u="none" cap="none" strike="noStrike">
                <a:solidFill>
                  <a:srgbClr val="000000"/>
                </a:solidFill>
                <a:latin typeface="DM Sans"/>
                <a:ea typeface="DM Sans"/>
                <a:cs typeface="DM Sans"/>
                <a:sym typeface="DM Sans"/>
              </a:rPr>
              <a:t>Al igual que un hub, un switch conecta multiples hosts a la red. Pero a diferencia del hub, un switch puede tomar decisiones basándose en la información contenida en la trama Ethernet y puede reenviar el mensaje a cada host específico.</a:t>
            </a:r>
            <a:endParaRPr/>
          </a:p>
          <a:p>
            <a:pPr indent="0" lvl="0" marL="0" marR="0" rtl="0" algn="just">
              <a:lnSpc>
                <a:spcPct val="120008"/>
              </a:lnSpc>
              <a:spcBef>
                <a:spcPts val="0"/>
              </a:spcBef>
              <a:spcAft>
                <a:spcPts val="0"/>
              </a:spcAft>
              <a:buNone/>
            </a:pPr>
            <a:r>
              <a:t/>
            </a:r>
            <a:endParaRPr b="0" i="0" sz="2499" u="none" cap="none" strike="noStrike">
              <a:solidFill>
                <a:srgbClr val="000000"/>
              </a:solidFill>
              <a:latin typeface="DM Sans"/>
              <a:ea typeface="DM Sans"/>
              <a:cs typeface="DM Sans"/>
              <a:sym typeface="DM Sans"/>
            </a:endParaRPr>
          </a:p>
          <a:p>
            <a:pPr indent="0" lvl="0" marL="0" marR="0" rtl="0" algn="just">
              <a:lnSpc>
                <a:spcPct val="120008"/>
              </a:lnSpc>
              <a:spcBef>
                <a:spcPts val="0"/>
              </a:spcBef>
              <a:spcAft>
                <a:spcPts val="0"/>
              </a:spcAft>
              <a:buNone/>
            </a:pPr>
            <a:r>
              <a:rPr b="0" i="0" lang="en-US" sz="2499" u="none" cap="none" strike="noStrike">
                <a:solidFill>
                  <a:srgbClr val="000000"/>
                </a:solidFill>
                <a:latin typeface="DM Sans"/>
                <a:ea typeface="DM Sans"/>
                <a:cs typeface="DM Sans"/>
                <a:sym typeface="DM Sans"/>
              </a:rPr>
              <a:t>Cuando un host envía un mensaje a otro conectado al mismo switch, el switch acepta y decodificar las tramas (paquetes) para leer la parte del mensaje correspondiente a la dirección física, MAC (Medium Access Control Address).</a:t>
            </a:r>
            <a:endParaRPr/>
          </a:p>
        </p:txBody>
      </p:sp>
      <p:sp>
        <p:nvSpPr>
          <p:cNvPr id="495" name="Google Shape;495;p25"/>
          <p:cNvSpPr txBox="1"/>
          <p:nvPr/>
        </p:nvSpPr>
        <p:spPr>
          <a:xfrm>
            <a:off x="1408752" y="918601"/>
            <a:ext cx="7056300" cy="1031100"/>
          </a:xfrm>
          <a:prstGeom prst="rect">
            <a:avLst/>
          </a:prstGeom>
          <a:noFill/>
          <a:ln>
            <a:noFill/>
          </a:ln>
        </p:spPr>
        <p:txBody>
          <a:bodyPr anchorCtr="0" anchor="t" bIns="0" lIns="0" spcFirstLastPara="1" rIns="0" wrap="square" tIns="0">
            <a:spAutoFit/>
          </a:bodyPr>
          <a:lstStyle/>
          <a:p>
            <a:pPr indent="0" lvl="0" marL="0" marR="0" rtl="0" algn="l">
              <a:lnSpc>
                <a:spcPct val="112001"/>
              </a:lnSpc>
              <a:spcBef>
                <a:spcPts val="0"/>
              </a:spcBef>
              <a:spcAft>
                <a:spcPts val="0"/>
              </a:spcAft>
              <a:buNone/>
            </a:pPr>
            <a:r>
              <a:rPr b="1" i="0" lang="en-US" sz="6699" u="none" cap="none" strike="noStrike">
                <a:solidFill>
                  <a:srgbClr val="000000"/>
                </a:solidFill>
                <a:latin typeface="Arial"/>
                <a:ea typeface="Arial"/>
                <a:cs typeface="Arial"/>
                <a:sym typeface="Arial"/>
              </a:rPr>
              <a:t>SWITCH</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1C5E9"/>
        </a:solidFill>
      </p:bgPr>
    </p:bg>
    <p:spTree>
      <p:nvGrpSpPr>
        <p:cNvPr id="499" name="Shape 499"/>
        <p:cNvGrpSpPr/>
        <p:nvPr/>
      </p:nvGrpSpPr>
      <p:grpSpPr>
        <a:xfrm>
          <a:off x="0" y="0"/>
          <a:ext cx="0" cy="0"/>
          <a:chOff x="0" y="0"/>
          <a:chExt cx="0" cy="0"/>
        </a:xfrm>
      </p:grpSpPr>
      <p:sp>
        <p:nvSpPr>
          <p:cNvPr id="500" name="Google Shape;500;p26"/>
          <p:cNvSpPr/>
          <p:nvPr/>
        </p:nvSpPr>
        <p:spPr>
          <a:xfrm rot="5987975">
            <a:off x="16813139" y="7906835"/>
            <a:ext cx="2227136" cy="4114800"/>
          </a:xfrm>
          <a:custGeom>
            <a:rect b="b" l="l" r="r" t="t"/>
            <a:pathLst>
              <a:path extrusionOk="0" h="4114800" w="2227136">
                <a:moveTo>
                  <a:pt x="0" y="0"/>
                </a:moveTo>
                <a:lnTo>
                  <a:pt x="2227135" y="0"/>
                </a:lnTo>
                <a:lnTo>
                  <a:pt x="2227135" y="4114800"/>
                </a:lnTo>
                <a:lnTo>
                  <a:pt x="0" y="4114800"/>
                </a:lnTo>
                <a:lnTo>
                  <a:pt x="0" y="0"/>
                </a:lnTo>
                <a:close/>
              </a:path>
            </a:pathLst>
          </a:custGeom>
          <a:blipFill rotWithShape="1">
            <a:blip r:embed="rId3">
              <a:alphaModFix/>
            </a:blip>
            <a:stretch>
              <a:fillRect b="0" l="0" r="0" t="0"/>
            </a:stretch>
          </a:blipFill>
          <a:ln>
            <a:noFill/>
          </a:ln>
        </p:spPr>
      </p:sp>
      <p:sp>
        <p:nvSpPr>
          <p:cNvPr id="501" name="Google Shape;501;p26"/>
          <p:cNvSpPr/>
          <p:nvPr/>
        </p:nvSpPr>
        <p:spPr>
          <a:xfrm rot="4705922">
            <a:off x="13742333" y="-2093217"/>
            <a:ext cx="2978086" cy="4114800"/>
          </a:xfrm>
          <a:custGeom>
            <a:rect b="b" l="l" r="r" t="t"/>
            <a:pathLst>
              <a:path extrusionOk="0" h="4114800" w="2978086">
                <a:moveTo>
                  <a:pt x="0" y="0"/>
                </a:moveTo>
                <a:lnTo>
                  <a:pt x="2978087" y="0"/>
                </a:lnTo>
                <a:lnTo>
                  <a:pt x="2978087" y="4114800"/>
                </a:lnTo>
                <a:lnTo>
                  <a:pt x="0" y="4114800"/>
                </a:lnTo>
                <a:lnTo>
                  <a:pt x="0" y="0"/>
                </a:lnTo>
                <a:close/>
              </a:path>
            </a:pathLst>
          </a:custGeom>
          <a:blipFill rotWithShape="1">
            <a:blip r:embed="rId4">
              <a:alphaModFix/>
            </a:blip>
            <a:stretch>
              <a:fillRect b="0" l="0" r="0" t="0"/>
            </a:stretch>
          </a:blipFill>
          <a:ln>
            <a:noFill/>
          </a:ln>
        </p:spPr>
      </p:sp>
      <p:grpSp>
        <p:nvGrpSpPr>
          <p:cNvPr id="502" name="Google Shape;502;p26"/>
          <p:cNvGrpSpPr/>
          <p:nvPr/>
        </p:nvGrpSpPr>
        <p:grpSpPr>
          <a:xfrm>
            <a:off x="0" y="711039"/>
            <a:ext cx="11090288" cy="11124788"/>
            <a:chOff x="0" y="0"/>
            <a:chExt cx="14787050" cy="14833051"/>
          </a:xfrm>
        </p:grpSpPr>
        <p:sp>
          <p:nvSpPr>
            <p:cNvPr id="503" name="Google Shape;503;p26"/>
            <p:cNvSpPr/>
            <p:nvPr/>
          </p:nvSpPr>
          <p:spPr>
            <a:xfrm>
              <a:off x="3161646" y="0"/>
              <a:ext cx="11625404" cy="14833051"/>
            </a:xfrm>
            <a:custGeom>
              <a:rect b="b" l="l" r="r" t="t"/>
              <a:pathLst>
                <a:path extrusionOk="0" h="14833051" w="11625404">
                  <a:moveTo>
                    <a:pt x="0" y="0"/>
                  </a:moveTo>
                  <a:lnTo>
                    <a:pt x="11625403" y="0"/>
                  </a:lnTo>
                  <a:lnTo>
                    <a:pt x="11625403" y="14833051"/>
                  </a:lnTo>
                  <a:lnTo>
                    <a:pt x="0" y="14833051"/>
                  </a:lnTo>
                  <a:lnTo>
                    <a:pt x="0" y="0"/>
                  </a:lnTo>
                  <a:close/>
                </a:path>
              </a:pathLst>
            </a:custGeom>
            <a:blipFill rotWithShape="1">
              <a:blip r:embed="rId5">
                <a:alphaModFix/>
              </a:blip>
              <a:stretch>
                <a:fillRect b="0" l="0" r="0" t="0"/>
              </a:stretch>
            </a:blipFill>
            <a:ln>
              <a:noFill/>
            </a:ln>
          </p:spPr>
        </p:sp>
        <p:sp>
          <p:nvSpPr>
            <p:cNvPr id="504" name="Google Shape;504;p26"/>
            <p:cNvSpPr/>
            <p:nvPr/>
          </p:nvSpPr>
          <p:spPr>
            <a:xfrm>
              <a:off x="0" y="75987"/>
              <a:ext cx="3378825" cy="14757064"/>
            </a:xfrm>
            <a:custGeom>
              <a:rect b="b" l="l" r="r" t="t"/>
              <a:pathLst>
                <a:path extrusionOk="0" h="14757064" w="3378825">
                  <a:moveTo>
                    <a:pt x="0" y="0"/>
                  </a:moveTo>
                  <a:lnTo>
                    <a:pt x="3378825" y="0"/>
                  </a:lnTo>
                  <a:lnTo>
                    <a:pt x="3378825" y="14757064"/>
                  </a:lnTo>
                  <a:lnTo>
                    <a:pt x="0" y="14757064"/>
                  </a:lnTo>
                  <a:lnTo>
                    <a:pt x="0" y="0"/>
                  </a:lnTo>
                  <a:close/>
                </a:path>
              </a:pathLst>
            </a:custGeom>
            <a:blipFill rotWithShape="1">
              <a:blip r:embed="rId6">
                <a:alphaModFix/>
              </a:blip>
              <a:stretch>
                <a:fillRect b="0" l="0" r="-244056" t="-513"/>
              </a:stretch>
            </a:blipFill>
            <a:ln>
              <a:noFill/>
            </a:ln>
          </p:spPr>
        </p:sp>
      </p:grpSp>
      <p:sp>
        <p:nvSpPr>
          <p:cNvPr id="505" name="Google Shape;505;p26"/>
          <p:cNvSpPr/>
          <p:nvPr/>
        </p:nvSpPr>
        <p:spPr>
          <a:xfrm rot="3945637">
            <a:off x="9645166" y="392191"/>
            <a:ext cx="1209807" cy="2452951"/>
          </a:xfrm>
          <a:custGeom>
            <a:rect b="b" l="l" r="r" t="t"/>
            <a:pathLst>
              <a:path extrusionOk="0" h="2452951" w="1209807">
                <a:moveTo>
                  <a:pt x="0" y="0"/>
                </a:moveTo>
                <a:lnTo>
                  <a:pt x="1209807" y="0"/>
                </a:lnTo>
                <a:lnTo>
                  <a:pt x="1209807" y="2452951"/>
                </a:lnTo>
                <a:lnTo>
                  <a:pt x="0" y="2452951"/>
                </a:lnTo>
                <a:lnTo>
                  <a:pt x="0" y="0"/>
                </a:lnTo>
                <a:close/>
              </a:path>
            </a:pathLst>
          </a:custGeom>
          <a:blipFill rotWithShape="1">
            <a:blip r:embed="rId7">
              <a:alphaModFix/>
            </a:blip>
            <a:stretch>
              <a:fillRect b="-23885" l="-165097" r="0" t="0"/>
            </a:stretch>
          </a:blipFill>
          <a:ln>
            <a:noFill/>
          </a:ln>
        </p:spPr>
      </p:sp>
      <p:sp>
        <p:nvSpPr>
          <p:cNvPr id="506" name="Google Shape;506;p26"/>
          <p:cNvSpPr/>
          <p:nvPr/>
        </p:nvSpPr>
        <p:spPr>
          <a:xfrm>
            <a:off x="11401579" y="2926638"/>
            <a:ext cx="6390954" cy="4433725"/>
          </a:xfrm>
          <a:custGeom>
            <a:rect b="b" l="l" r="r" t="t"/>
            <a:pathLst>
              <a:path extrusionOk="0" h="4433725" w="6390954">
                <a:moveTo>
                  <a:pt x="0" y="0"/>
                </a:moveTo>
                <a:lnTo>
                  <a:pt x="6390954" y="0"/>
                </a:lnTo>
                <a:lnTo>
                  <a:pt x="6390954" y="4433724"/>
                </a:lnTo>
                <a:lnTo>
                  <a:pt x="0" y="4433724"/>
                </a:lnTo>
                <a:lnTo>
                  <a:pt x="0" y="0"/>
                </a:lnTo>
                <a:close/>
              </a:path>
            </a:pathLst>
          </a:custGeom>
          <a:blipFill rotWithShape="1">
            <a:blip r:embed="rId8">
              <a:alphaModFix/>
            </a:blip>
            <a:stretch>
              <a:fillRect b="0" l="0" r="0" t="0"/>
            </a:stretch>
          </a:blipFill>
          <a:ln>
            <a:noFill/>
          </a:ln>
        </p:spPr>
      </p:sp>
      <p:sp>
        <p:nvSpPr>
          <p:cNvPr id="507" name="Google Shape;507;p26"/>
          <p:cNvSpPr/>
          <p:nvPr/>
        </p:nvSpPr>
        <p:spPr>
          <a:xfrm>
            <a:off x="9961498" y="6683520"/>
            <a:ext cx="2257579" cy="3326083"/>
          </a:xfrm>
          <a:custGeom>
            <a:rect b="b" l="l" r="r" t="t"/>
            <a:pathLst>
              <a:path extrusionOk="0" h="3326083" w="2257579">
                <a:moveTo>
                  <a:pt x="0" y="0"/>
                </a:moveTo>
                <a:lnTo>
                  <a:pt x="2257579" y="0"/>
                </a:lnTo>
                <a:lnTo>
                  <a:pt x="2257579" y="3326083"/>
                </a:lnTo>
                <a:lnTo>
                  <a:pt x="0" y="3326083"/>
                </a:lnTo>
                <a:lnTo>
                  <a:pt x="0" y="0"/>
                </a:lnTo>
                <a:close/>
              </a:path>
            </a:pathLst>
          </a:custGeom>
          <a:blipFill rotWithShape="1">
            <a:blip r:embed="rId9">
              <a:alphaModFix/>
            </a:blip>
            <a:stretch>
              <a:fillRect b="0" l="0" r="0" t="0"/>
            </a:stretch>
          </a:blipFill>
          <a:ln>
            <a:noFill/>
          </a:ln>
        </p:spPr>
      </p:sp>
      <p:sp>
        <p:nvSpPr>
          <p:cNvPr id="508" name="Google Shape;508;p26"/>
          <p:cNvSpPr/>
          <p:nvPr/>
        </p:nvSpPr>
        <p:spPr>
          <a:xfrm rot="-277003">
            <a:off x="11032016" y="1186408"/>
            <a:ext cx="1209807" cy="2452951"/>
          </a:xfrm>
          <a:custGeom>
            <a:rect b="b" l="l" r="r" t="t"/>
            <a:pathLst>
              <a:path extrusionOk="0" h="2452951" w="1209807">
                <a:moveTo>
                  <a:pt x="0" y="0"/>
                </a:moveTo>
                <a:lnTo>
                  <a:pt x="1209807" y="0"/>
                </a:lnTo>
                <a:lnTo>
                  <a:pt x="1209807" y="2452951"/>
                </a:lnTo>
                <a:lnTo>
                  <a:pt x="0" y="2452951"/>
                </a:lnTo>
                <a:lnTo>
                  <a:pt x="0" y="0"/>
                </a:lnTo>
                <a:close/>
              </a:path>
            </a:pathLst>
          </a:custGeom>
          <a:blipFill rotWithShape="1">
            <a:blip r:embed="rId10">
              <a:alphaModFix/>
            </a:blip>
            <a:stretch>
              <a:fillRect b="-23885" l="-165097" r="0" t="0"/>
            </a:stretch>
          </a:blipFill>
          <a:ln>
            <a:noFill/>
          </a:ln>
        </p:spPr>
      </p:sp>
      <p:sp>
        <p:nvSpPr>
          <p:cNvPr id="509" name="Google Shape;509;p26"/>
          <p:cNvSpPr txBox="1"/>
          <p:nvPr/>
        </p:nvSpPr>
        <p:spPr>
          <a:xfrm>
            <a:off x="990579" y="4230931"/>
            <a:ext cx="7892801" cy="3714750"/>
          </a:xfrm>
          <a:prstGeom prst="rect">
            <a:avLst/>
          </a:prstGeom>
          <a:noFill/>
          <a:ln>
            <a:noFill/>
          </a:ln>
        </p:spPr>
        <p:txBody>
          <a:bodyPr anchorCtr="0" anchor="t" bIns="0" lIns="0" spcFirstLastPara="1" rIns="0" wrap="square" tIns="0">
            <a:spAutoFit/>
          </a:bodyPr>
          <a:lstStyle/>
          <a:p>
            <a:pPr indent="0" lvl="0" marL="0" marR="0" rtl="0" algn="just">
              <a:lnSpc>
                <a:spcPct val="120008"/>
              </a:lnSpc>
              <a:spcBef>
                <a:spcPts val="0"/>
              </a:spcBef>
              <a:spcAft>
                <a:spcPts val="0"/>
              </a:spcAft>
              <a:buNone/>
            </a:pPr>
            <a:r>
              <a:rPr b="0" i="0" lang="en-US" sz="2499" u="none" cap="none" strike="noStrike">
                <a:solidFill>
                  <a:srgbClr val="000000"/>
                </a:solidFill>
                <a:latin typeface="DM Sans"/>
                <a:ea typeface="DM Sans"/>
                <a:cs typeface="DM Sans"/>
                <a:sym typeface="DM Sans"/>
              </a:rPr>
              <a:t>Los Switch utilizan la dirección MAC de los dispositivos de destino para determinar a qué puertos enviar los paquetes de datos. Cada puerto del switch es un punto de conexión para un dispositivo de red, y los switches suelen tener varios puertos para permitir la conexión de múltiples dispositivos.</a:t>
            </a:r>
            <a:endParaRPr/>
          </a:p>
          <a:p>
            <a:pPr indent="0" lvl="0" marL="0" marR="0" rtl="0" algn="just">
              <a:lnSpc>
                <a:spcPct val="120008"/>
              </a:lnSpc>
              <a:spcBef>
                <a:spcPts val="0"/>
              </a:spcBef>
              <a:spcAft>
                <a:spcPts val="0"/>
              </a:spcAft>
              <a:buNone/>
            </a:pPr>
            <a:r>
              <a:t/>
            </a:r>
            <a:endParaRPr b="0" i="0" sz="2499" u="none" cap="none" strike="noStrike">
              <a:solidFill>
                <a:srgbClr val="000000"/>
              </a:solidFill>
              <a:latin typeface="DM Sans"/>
              <a:ea typeface="DM Sans"/>
              <a:cs typeface="DM Sans"/>
              <a:sym typeface="DM Sans"/>
            </a:endParaRPr>
          </a:p>
          <a:p>
            <a:pPr indent="0" lvl="0" marL="0" marR="0" rtl="0" algn="just">
              <a:lnSpc>
                <a:spcPct val="120008"/>
              </a:lnSpc>
              <a:spcBef>
                <a:spcPts val="0"/>
              </a:spcBef>
              <a:spcAft>
                <a:spcPts val="0"/>
              </a:spcAft>
              <a:buNone/>
            </a:pPr>
            <a:r>
              <a:rPr b="0" i="0" lang="en-US" sz="2499" u="none" cap="none" strike="noStrike">
                <a:solidFill>
                  <a:srgbClr val="000000"/>
                </a:solidFill>
                <a:latin typeface="DM Sans"/>
                <a:ea typeface="DM Sans"/>
                <a:cs typeface="DM Sans"/>
                <a:sym typeface="DM Sans"/>
              </a:rPr>
              <a:t>Los switches se pueden clasificar en dos categorías principales: switches de capa 2 y switches de capa 3.</a:t>
            </a:r>
            <a:endParaRPr/>
          </a:p>
        </p:txBody>
      </p:sp>
      <p:sp>
        <p:nvSpPr>
          <p:cNvPr id="510" name="Google Shape;510;p26"/>
          <p:cNvSpPr txBox="1"/>
          <p:nvPr/>
        </p:nvSpPr>
        <p:spPr>
          <a:xfrm>
            <a:off x="1408802" y="1868778"/>
            <a:ext cx="7056355" cy="1163447"/>
          </a:xfrm>
          <a:prstGeom prst="rect">
            <a:avLst/>
          </a:prstGeom>
          <a:noFill/>
          <a:ln>
            <a:noFill/>
          </a:ln>
        </p:spPr>
        <p:txBody>
          <a:bodyPr anchorCtr="0" anchor="t" bIns="0" lIns="0" spcFirstLastPara="1" rIns="0" wrap="square" tIns="0">
            <a:spAutoFit/>
          </a:bodyPr>
          <a:lstStyle/>
          <a:p>
            <a:pPr indent="0" lvl="0" marL="0" marR="0" rtl="0" algn="l">
              <a:lnSpc>
                <a:spcPct val="112001"/>
              </a:lnSpc>
              <a:spcBef>
                <a:spcPts val="0"/>
              </a:spcBef>
              <a:spcAft>
                <a:spcPts val="0"/>
              </a:spcAft>
              <a:buNone/>
            </a:pPr>
            <a:r>
              <a:rPr b="1" i="0" lang="en-US" sz="6699" u="none" cap="none" strike="noStrike">
                <a:solidFill>
                  <a:srgbClr val="000000"/>
                </a:solidFill>
                <a:latin typeface="Arial"/>
                <a:ea typeface="Arial"/>
                <a:cs typeface="Arial"/>
                <a:sym typeface="Arial"/>
              </a:rPr>
              <a:t>SWITCH</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1C5E9"/>
        </a:solidFill>
      </p:bgPr>
    </p:bg>
    <p:spTree>
      <p:nvGrpSpPr>
        <p:cNvPr id="514" name="Shape 514"/>
        <p:cNvGrpSpPr/>
        <p:nvPr/>
      </p:nvGrpSpPr>
      <p:grpSpPr>
        <a:xfrm>
          <a:off x="0" y="0"/>
          <a:ext cx="0" cy="0"/>
          <a:chOff x="0" y="0"/>
          <a:chExt cx="0" cy="0"/>
        </a:xfrm>
      </p:grpSpPr>
      <p:sp>
        <p:nvSpPr>
          <p:cNvPr id="515" name="Google Shape;515;p27"/>
          <p:cNvSpPr/>
          <p:nvPr/>
        </p:nvSpPr>
        <p:spPr>
          <a:xfrm rot="5987975">
            <a:off x="16813139" y="7906835"/>
            <a:ext cx="2227136" cy="4114800"/>
          </a:xfrm>
          <a:custGeom>
            <a:rect b="b" l="l" r="r" t="t"/>
            <a:pathLst>
              <a:path extrusionOk="0" h="4114800" w="2227136">
                <a:moveTo>
                  <a:pt x="0" y="0"/>
                </a:moveTo>
                <a:lnTo>
                  <a:pt x="2227135" y="0"/>
                </a:lnTo>
                <a:lnTo>
                  <a:pt x="2227135" y="4114800"/>
                </a:lnTo>
                <a:lnTo>
                  <a:pt x="0" y="4114800"/>
                </a:lnTo>
                <a:lnTo>
                  <a:pt x="0" y="0"/>
                </a:lnTo>
                <a:close/>
              </a:path>
            </a:pathLst>
          </a:custGeom>
          <a:blipFill rotWithShape="1">
            <a:blip r:embed="rId3">
              <a:alphaModFix/>
            </a:blip>
            <a:stretch>
              <a:fillRect b="0" l="0" r="0" t="0"/>
            </a:stretch>
          </a:blipFill>
          <a:ln>
            <a:noFill/>
          </a:ln>
        </p:spPr>
      </p:sp>
      <p:sp>
        <p:nvSpPr>
          <p:cNvPr id="516" name="Google Shape;516;p27"/>
          <p:cNvSpPr/>
          <p:nvPr/>
        </p:nvSpPr>
        <p:spPr>
          <a:xfrm rot="4705922">
            <a:off x="13742333" y="-2093217"/>
            <a:ext cx="2978086" cy="4114800"/>
          </a:xfrm>
          <a:custGeom>
            <a:rect b="b" l="l" r="r" t="t"/>
            <a:pathLst>
              <a:path extrusionOk="0" h="4114800" w="2978086">
                <a:moveTo>
                  <a:pt x="0" y="0"/>
                </a:moveTo>
                <a:lnTo>
                  <a:pt x="2978087" y="0"/>
                </a:lnTo>
                <a:lnTo>
                  <a:pt x="2978087" y="4114800"/>
                </a:lnTo>
                <a:lnTo>
                  <a:pt x="0" y="4114800"/>
                </a:lnTo>
                <a:lnTo>
                  <a:pt x="0" y="0"/>
                </a:lnTo>
                <a:close/>
              </a:path>
            </a:pathLst>
          </a:custGeom>
          <a:blipFill rotWithShape="1">
            <a:blip r:embed="rId4">
              <a:alphaModFix/>
            </a:blip>
            <a:stretch>
              <a:fillRect b="0" l="0" r="0" t="0"/>
            </a:stretch>
          </a:blipFill>
          <a:ln>
            <a:noFill/>
          </a:ln>
        </p:spPr>
      </p:sp>
      <p:grpSp>
        <p:nvGrpSpPr>
          <p:cNvPr id="517" name="Google Shape;517;p27"/>
          <p:cNvGrpSpPr/>
          <p:nvPr/>
        </p:nvGrpSpPr>
        <p:grpSpPr>
          <a:xfrm>
            <a:off x="0" y="711039"/>
            <a:ext cx="11090288" cy="11124788"/>
            <a:chOff x="0" y="0"/>
            <a:chExt cx="14787050" cy="14833051"/>
          </a:xfrm>
        </p:grpSpPr>
        <p:sp>
          <p:nvSpPr>
            <p:cNvPr id="518" name="Google Shape;518;p27"/>
            <p:cNvSpPr/>
            <p:nvPr/>
          </p:nvSpPr>
          <p:spPr>
            <a:xfrm>
              <a:off x="3161646" y="0"/>
              <a:ext cx="11625404" cy="14833051"/>
            </a:xfrm>
            <a:custGeom>
              <a:rect b="b" l="l" r="r" t="t"/>
              <a:pathLst>
                <a:path extrusionOk="0" h="14833051" w="11625404">
                  <a:moveTo>
                    <a:pt x="0" y="0"/>
                  </a:moveTo>
                  <a:lnTo>
                    <a:pt x="11625403" y="0"/>
                  </a:lnTo>
                  <a:lnTo>
                    <a:pt x="11625403" y="14833051"/>
                  </a:lnTo>
                  <a:lnTo>
                    <a:pt x="0" y="14833051"/>
                  </a:lnTo>
                  <a:lnTo>
                    <a:pt x="0" y="0"/>
                  </a:lnTo>
                  <a:close/>
                </a:path>
              </a:pathLst>
            </a:custGeom>
            <a:blipFill rotWithShape="1">
              <a:blip r:embed="rId5">
                <a:alphaModFix/>
              </a:blip>
              <a:stretch>
                <a:fillRect b="0" l="0" r="0" t="0"/>
              </a:stretch>
            </a:blipFill>
            <a:ln>
              <a:noFill/>
            </a:ln>
          </p:spPr>
        </p:sp>
        <p:sp>
          <p:nvSpPr>
            <p:cNvPr id="519" name="Google Shape;519;p27"/>
            <p:cNvSpPr/>
            <p:nvPr/>
          </p:nvSpPr>
          <p:spPr>
            <a:xfrm>
              <a:off x="0" y="75987"/>
              <a:ext cx="3378825" cy="14757064"/>
            </a:xfrm>
            <a:custGeom>
              <a:rect b="b" l="l" r="r" t="t"/>
              <a:pathLst>
                <a:path extrusionOk="0" h="14757064" w="3378825">
                  <a:moveTo>
                    <a:pt x="0" y="0"/>
                  </a:moveTo>
                  <a:lnTo>
                    <a:pt x="3378825" y="0"/>
                  </a:lnTo>
                  <a:lnTo>
                    <a:pt x="3378825" y="14757064"/>
                  </a:lnTo>
                  <a:lnTo>
                    <a:pt x="0" y="14757064"/>
                  </a:lnTo>
                  <a:lnTo>
                    <a:pt x="0" y="0"/>
                  </a:lnTo>
                  <a:close/>
                </a:path>
              </a:pathLst>
            </a:custGeom>
            <a:blipFill rotWithShape="1">
              <a:blip r:embed="rId6">
                <a:alphaModFix/>
              </a:blip>
              <a:stretch>
                <a:fillRect b="0" l="0" r="-244056" t="-513"/>
              </a:stretch>
            </a:blipFill>
            <a:ln>
              <a:noFill/>
            </a:ln>
          </p:spPr>
        </p:sp>
      </p:grpSp>
      <p:sp>
        <p:nvSpPr>
          <p:cNvPr id="520" name="Google Shape;520;p27"/>
          <p:cNvSpPr/>
          <p:nvPr/>
        </p:nvSpPr>
        <p:spPr>
          <a:xfrm rot="3945637">
            <a:off x="9645166" y="392191"/>
            <a:ext cx="1209807" cy="2452951"/>
          </a:xfrm>
          <a:custGeom>
            <a:rect b="b" l="l" r="r" t="t"/>
            <a:pathLst>
              <a:path extrusionOk="0" h="2452951" w="1209807">
                <a:moveTo>
                  <a:pt x="0" y="0"/>
                </a:moveTo>
                <a:lnTo>
                  <a:pt x="1209807" y="0"/>
                </a:lnTo>
                <a:lnTo>
                  <a:pt x="1209807" y="2452951"/>
                </a:lnTo>
                <a:lnTo>
                  <a:pt x="0" y="2452951"/>
                </a:lnTo>
                <a:lnTo>
                  <a:pt x="0" y="0"/>
                </a:lnTo>
                <a:close/>
              </a:path>
            </a:pathLst>
          </a:custGeom>
          <a:blipFill rotWithShape="1">
            <a:blip r:embed="rId7">
              <a:alphaModFix/>
            </a:blip>
            <a:stretch>
              <a:fillRect b="-23885" l="-165097" r="0" t="0"/>
            </a:stretch>
          </a:blipFill>
          <a:ln>
            <a:noFill/>
          </a:ln>
        </p:spPr>
      </p:sp>
      <p:sp>
        <p:nvSpPr>
          <p:cNvPr id="521" name="Google Shape;521;p27"/>
          <p:cNvSpPr/>
          <p:nvPr/>
        </p:nvSpPr>
        <p:spPr>
          <a:xfrm>
            <a:off x="11401579" y="2926638"/>
            <a:ext cx="6390954" cy="4433725"/>
          </a:xfrm>
          <a:custGeom>
            <a:rect b="b" l="l" r="r" t="t"/>
            <a:pathLst>
              <a:path extrusionOk="0" h="4433725" w="6390954">
                <a:moveTo>
                  <a:pt x="0" y="0"/>
                </a:moveTo>
                <a:lnTo>
                  <a:pt x="6390954" y="0"/>
                </a:lnTo>
                <a:lnTo>
                  <a:pt x="6390954" y="4433724"/>
                </a:lnTo>
                <a:lnTo>
                  <a:pt x="0" y="4433724"/>
                </a:lnTo>
                <a:lnTo>
                  <a:pt x="0" y="0"/>
                </a:lnTo>
                <a:close/>
              </a:path>
            </a:pathLst>
          </a:custGeom>
          <a:blipFill rotWithShape="1">
            <a:blip r:embed="rId8">
              <a:alphaModFix/>
            </a:blip>
            <a:stretch>
              <a:fillRect b="0" l="0" r="0" t="0"/>
            </a:stretch>
          </a:blipFill>
          <a:ln>
            <a:noFill/>
          </a:ln>
        </p:spPr>
      </p:sp>
      <p:sp>
        <p:nvSpPr>
          <p:cNvPr id="522" name="Google Shape;522;p27"/>
          <p:cNvSpPr/>
          <p:nvPr/>
        </p:nvSpPr>
        <p:spPr>
          <a:xfrm>
            <a:off x="9961498" y="6683520"/>
            <a:ext cx="2257579" cy="3326083"/>
          </a:xfrm>
          <a:custGeom>
            <a:rect b="b" l="l" r="r" t="t"/>
            <a:pathLst>
              <a:path extrusionOk="0" h="3326083" w="2257579">
                <a:moveTo>
                  <a:pt x="0" y="0"/>
                </a:moveTo>
                <a:lnTo>
                  <a:pt x="2257579" y="0"/>
                </a:lnTo>
                <a:lnTo>
                  <a:pt x="2257579" y="3326083"/>
                </a:lnTo>
                <a:lnTo>
                  <a:pt x="0" y="3326083"/>
                </a:lnTo>
                <a:lnTo>
                  <a:pt x="0" y="0"/>
                </a:lnTo>
                <a:close/>
              </a:path>
            </a:pathLst>
          </a:custGeom>
          <a:blipFill rotWithShape="1">
            <a:blip r:embed="rId9">
              <a:alphaModFix/>
            </a:blip>
            <a:stretch>
              <a:fillRect b="0" l="0" r="0" t="0"/>
            </a:stretch>
          </a:blipFill>
          <a:ln>
            <a:noFill/>
          </a:ln>
        </p:spPr>
      </p:sp>
      <p:sp>
        <p:nvSpPr>
          <p:cNvPr id="523" name="Google Shape;523;p27"/>
          <p:cNvSpPr/>
          <p:nvPr/>
        </p:nvSpPr>
        <p:spPr>
          <a:xfrm rot="-277003">
            <a:off x="11032016" y="1186408"/>
            <a:ext cx="1209807" cy="2452951"/>
          </a:xfrm>
          <a:custGeom>
            <a:rect b="b" l="l" r="r" t="t"/>
            <a:pathLst>
              <a:path extrusionOk="0" h="2452951" w="1209807">
                <a:moveTo>
                  <a:pt x="0" y="0"/>
                </a:moveTo>
                <a:lnTo>
                  <a:pt x="1209807" y="0"/>
                </a:lnTo>
                <a:lnTo>
                  <a:pt x="1209807" y="2452951"/>
                </a:lnTo>
                <a:lnTo>
                  <a:pt x="0" y="2452951"/>
                </a:lnTo>
                <a:lnTo>
                  <a:pt x="0" y="0"/>
                </a:lnTo>
                <a:close/>
              </a:path>
            </a:pathLst>
          </a:custGeom>
          <a:blipFill rotWithShape="1">
            <a:blip r:embed="rId10">
              <a:alphaModFix/>
            </a:blip>
            <a:stretch>
              <a:fillRect b="-23885" l="-165097" r="0" t="0"/>
            </a:stretch>
          </a:blipFill>
          <a:ln>
            <a:noFill/>
          </a:ln>
        </p:spPr>
      </p:sp>
      <p:sp>
        <p:nvSpPr>
          <p:cNvPr id="524" name="Google Shape;524;p27"/>
          <p:cNvSpPr txBox="1"/>
          <p:nvPr/>
        </p:nvSpPr>
        <p:spPr>
          <a:xfrm>
            <a:off x="990579" y="3487981"/>
            <a:ext cx="7892801" cy="5200650"/>
          </a:xfrm>
          <a:prstGeom prst="rect">
            <a:avLst/>
          </a:prstGeom>
          <a:noFill/>
          <a:ln>
            <a:noFill/>
          </a:ln>
        </p:spPr>
        <p:txBody>
          <a:bodyPr anchorCtr="0" anchor="t" bIns="0" lIns="0" spcFirstLastPara="1" rIns="0" wrap="square" tIns="0">
            <a:spAutoFit/>
          </a:bodyPr>
          <a:lstStyle/>
          <a:p>
            <a:pPr indent="0" lvl="0" marL="0" marR="0" rtl="0" algn="just">
              <a:lnSpc>
                <a:spcPct val="120008"/>
              </a:lnSpc>
              <a:spcBef>
                <a:spcPts val="0"/>
              </a:spcBef>
              <a:spcAft>
                <a:spcPts val="0"/>
              </a:spcAft>
              <a:buNone/>
            </a:pPr>
            <a:r>
              <a:rPr b="0" i="0" lang="en-US" sz="2499" u="none" cap="none" strike="noStrike">
                <a:solidFill>
                  <a:srgbClr val="000000"/>
                </a:solidFill>
                <a:latin typeface="DM Sans"/>
                <a:ea typeface="DM Sans"/>
                <a:cs typeface="DM Sans"/>
                <a:sym typeface="DM Sans"/>
              </a:rPr>
              <a:t>Los switches de capa 2, también conocidos como switches de enlace de datos, se encargan de la conmutación de paquetes en la red local (LAN) y utilizan la dirección MAC de los dispositivos de destino para determinar a qué puertos enviar los paquetes de datos.</a:t>
            </a:r>
            <a:endParaRPr/>
          </a:p>
          <a:p>
            <a:pPr indent="0" lvl="0" marL="0" marR="0" rtl="0" algn="just">
              <a:lnSpc>
                <a:spcPct val="120008"/>
              </a:lnSpc>
              <a:spcBef>
                <a:spcPts val="0"/>
              </a:spcBef>
              <a:spcAft>
                <a:spcPts val="0"/>
              </a:spcAft>
              <a:buNone/>
            </a:pPr>
            <a:r>
              <a:t/>
            </a:r>
            <a:endParaRPr b="0" i="0" sz="2499" u="none" cap="none" strike="noStrike">
              <a:solidFill>
                <a:srgbClr val="000000"/>
              </a:solidFill>
              <a:latin typeface="DM Sans"/>
              <a:ea typeface="DM Sans"/>
              <a:cs typeface="DM Sans"/>
              <a:sym typeface="DM Sans"/>
            </a:endParaRPr>
          </a:p>
          <a:p>
            <a:pPr indent="0" lvl="0" marL="0" marR="0" rtl="0" algn="just">
              <a:lnSpc>
                <a:spcPct val="120008"/>
              </a:lnSpc>
              <a:spcBef>
                <a:spcPts val="0"/>
              </a:spcBef>
              <a:spcAft>
                <a:spcPts val="0"/>
              </a:spcAft>
              <a:buNone/>
            </a:pPr>
            <a:r>
              <a:rPr b="0" i="0" lang="en-US" sz="2499" u="none" cap="none" strike="noStrike">
                <a:solidFill>
                  <a:srgbClr val="000000"/>
                </a:solidFill>
                <a:latin typeface="DM Sans"/>
                <a:ea typeface="DM Sans"/>
                <a:cs typeface="DM Sans"/>
                <a:sym typeface="DM Sans"/>
              </a:rPr>
              <a:t>Los switches de capa 3, también conocidos como routers de capa 3 o switches de enrutamiento, funcionan a nivel de capa 3 del modelo OSI. Además de la conmutación de paquetes, estos switches también son capaces de realizar tareas de enrutamiento, lo que les permite determinar la mejor ruta para el tráfico de datos a través de la red.</a:t>
            </a:r>
            <a:endParaRPr/>
          </a:p>
        </p:txBody>
      </p:sp>
      <p:sp>
        <p:nvSpPr>
          <p:cNvPr id="525" name="Google Shape;525;p27"/>
          <p:cNvSpPr txBox="1"/>
          <p:nvPr/>
        </p:nvSpPr>
        <p:spPr>
          <a:xfrm>
            <a:off x="1408802" y="1868778"/>
            <a:ext cx="7056355" cy="1163447"/>
          </a:xfrm>
          <a:prstGeom prst="rect">
            <a:avLst/>
          </a:prstGeom>
          <a:noFill/>
          <a:ln>
            <a:noFill/>
          </a:ln>
        </p:spPr>
        <p:txBody>
          <a:bodyPr anchorCtr="0" anchor="t" bIns="0" lIns="0" spcFirstLastPara="1" rIns="0" wrap="square" tIns="0">
            <a:spAutoFit/>
          </a:bodyPr>
          <a:lstStyle/>
          <a:p>
            <a:pPr indent="0" lvl="0" marL="0" marR="0" rtl="0" algn="l">
              <a:lnSpc>
                <a:spcPct val="112001"/>
              </a:lnSpc>
              <a:spcBef>
                <a:spcPts val="0"/>
              </a:spcBef>
              <a:spcAft>
                <a:spcPts val="0"/>
              </a:spcAft>
              <a:buNone/>
            </a:pPr>
            <a:r>
              <a:rPr b="1" i="0" lang="en-US" sz="6699" u="none" cap="none" strike="noStrike">
                <a:solidFill>
                  <a:srgbClr val="000000"/>
                </a:solidFill>
                <a:latin typeface="Arial"/>
                <a:ea typeface="Arial"/>
                <a:cs typeface="Arial"/>
                <a:sym typeface="Arial"/>
              </a:rPr>
              <a:t>SWITCH</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1C5E9"/>
        </a:solidFill>
      </p:bgPr>
    </p:bg>
    <p:spTree>
      <p:nvGrpSpPr>
        <p:cNvPr id="529" name="Shape 529"/>
        <p:cNvGrpSpPr/>
        <p:nvPr/>
      </p:nvGrpSpPr>
      <p:grpSpPr>
        <a:xfrm>
          <a:off x="0" y="0"/>
          <a:ext cx="0" cy="0"/>
          <a:chOff x="0" y="0"/>
          <a:chExt cx="0" cy="0"/>
        </a:xfrm>
      </p:grpSpPr>
      <p:sp>
        <p:nvSpPr>
          <p:cNvPr id="530" name="Google Shape;530;p28"/>
          <p:cNvSpPr/>
          <p:nvPr/>
        </p:nvSpPr>
        <p:spPr>
          <a:xfrm rot="5987975">
            <a:off x="16813139" y="7906835"/>
            <a:ext cx="2227136" cy="4114800"/>
          </a:xfrm>
          <a:custGeom>
            <a:rect b="b" l="l" r="r" t="t"/>
            <a:pathLst>
              <a:path extrusionOk="0" h="4114800" w="2227136">
                <a:moveTo>
                  <a:pt x="0" y="0"/>
                </a:moveTo>
                <a:lnTo>
                  <a:pt x="2227135" y="0"/>
                </a:lnTo>
                <a:lnTo>
                  <a:pt x="2227135" y="4114800"/>
                </a:lnTo>
                <a:lnTo>
                  <a:pt x="0" y="4114800"/>
                </a:lnTo>
                <a:lnTo>
                  <a:pt x="0" y="0"/>
                </a:lnTo>
                <a:close/>
              </a:path>
            </a:pathLst>
          </a:custGeom>
          <a:blipFill rotWithShape="1">
            <a:blip r:embed="rId3">
              <a:alphaModFix/>
            </a:blip>
            <a:stretch>
              <a:fillRect b="0" l="0" r="0" t="0"/>
            </a:stretch>
          </a:blipFill>
          <a:ln>
            <a:noFill/>
          </a:ln>
        </p:spPr>
      </p:sp>
      <p:sp>
        <p:nvSpPr>
          <p:cNvPr id="531" name="Google Shape;531;p28"/>
          <p:cNvSpPr/>
          <p:nvPr/>
        </p:nvSpPr>
        <p:spPr>
          <a:xfrm rot="4705922">
            <a:off x="13742333" y="-2093217"/>
            <a:ext cx="2978086" cy="4114800"/>
          </a:xfrm>
          <a:custGeom>
            <a:rect b="b" l="l" r="r" t="t"/>
            <a:pathLst>
              <a:path extrusionOk="0" h="4114800" w="2978086">
                <a:moveTo>
                  <a:pt x="0" y="0"/>
                </a:moveTo>
                <a:lnTo>
                  <a:pt x="2978087" y="0"/>
                </a:lnTo>
                <a:lnTo>
                  <a:pt x="2978087" y="4114800"/>
                </a:lnTo>
                <a:lnTo>
                  <a:pt x="0" y="4114800"/>
                </a:lnTo>
                <a:lnTo>
                  <a:pt x="0" y="0"/>
                </a:lnTo>
                <a:close/>
              </a:path>
            </a:pathLst>
          </a:custGeom>
          <a:blipFill rotWithShape="1">
            <a:blip r:embed="rId4">
              <a:alphaModFix/>
            </a:blip>
            <a:stretch>
              <a:fillRect b="0" l="0" r="0" t="0"/>
            </a:stretch>
          </a:blipFill>
          <a:ln>
            <a:noFill/>
          </a:ln>
        </p:spPr>
      </p:sp>
      <p:grpSp>
        <p:nvGrpSpPr>
          <p:cNvPr id="532" name="Google Shape;532;p28"/>
          <p:cNvGrpSpPr/>
          <p:nvPr/>
        </p:nvGrpSpPr>
        <p:grpSpPr>
          <a:xfrm>
            <a:off x="0" y="711039"/>
            <a:ext cx="11090288" cy="11124788"/>
            <a:chOff x="0" y="0"/>
            <a:chExt cx="14787050" cy="14833051"/>
          </a:xfrm>
        </p:grpSpPr>
        <p:sp>
          <p:nvSpPr>
            <p:cNvPr id="533" name="Google Shape;533;p28"/>
            <p:cNvSpPr/>
            <p:nvPr/>
          </p:nvSpPr>
          <p:spPr>
            <a:xfrm>
              <a:off x="3161646" y="0"/>
              <a:ext cx="11625404" cy="14833051"/>
            </a:xfrm>
            <a:custGeom>
              <a:rect b="b" l="l" r="r" t="t"/>
              <a:pathLst>
                <a:path extrusionOk="0" h="14833051" w="11625404">
                  <a:moveTo>
                    <a:pt x="0" y="0"/>
                  </a:moveTo>
                  <a:lnTo>
                    <a:pt x="11625403" y="0"/>
                  </a:lnTo>
                  <a:lnTo>
                    <a:pt x="11625403" y="14833051"/>
                  </a:lnTo>
                  <a:lnTo>
                    <a:pt x="0" y="14833051"/>
                  </a:lnTo>
                  <a:lnTo>
                    <a:pt x="0" y="0"/>
                  </a:lnTo>
                  <a:close/>
                </a:path>
              </a:pathLst>
            </a:custGeom>
            <a:blipFill rotWithShape="1">
              <a:blip r:embed="rId5">
                <a:alphaModFix/>
              </a:blip>
              <a:stretch>
                <a:fillRect b="0" l="0" r="0" t="0"/>
              </a:stretch>
            </a:blipFill>
            <a:ln>
              <a:noFill/>
            </a:ln>
          </p:spPr>
        </p:sp>
        <p:sp>
          <p:nvSpPr>
            <p:cNvPr id="534" name="Google Shape;534;p28"/>
            <p:cNvSpPr/>
            <p:nvPr/>
          </p:nvSpPr>
          <p:spPr>
            <a:xfrm>
              <a:off x="0" y="75987"/>
              <a:ext cx="3378825" cy="14757064"/>
            </a:xfrm>
            <a:custGeom>
              <a:rect b="b" l="l" r="r" t="t"/>
              <a:pathLst>
                <a:path extrusionOk="0" h="14757064" w="3378825">
                  <a:moveTo>
                    <a:pt x="0" y="0"/>
                  </a:moveTo>
                  <a:lnTo>
                    <a:pt x="3378825" y="0"/>
                  </a:lnTo>
                  <a:lnTo>
                    <a:pt x="3378825" y="14757064"/>
                  </a:lnTo>
                  <a:lnTo>
                    <a:pt x="0" y="14757064"/>
                  </a:lnTo>
                  <a:lnTo>
                    <a:pt x="0" y="0"/>
                  </a:lnTo>
                  <a:close/>
                </a:path>
              </a:pathLst>
            </a:custGeom>
            <a:blipFill rotWithShape="1">
              <a:blip r:embed="rId6">
                <a:alphaModFix/>
              </a:blip>
              <a:stretch>
                <a:fillRect b="0" l="0" r="-244056" t="-513"/>
              </a:stretch>
            </a:blipFill>
            <a:ln>
              <a:noFill/>
            </a:ln>
          </p:spPr>
        </p:sp>
      </p:grpSp>
      <p:sp>
        <p:nvSpPr>
          <p:cNvPr id="535" name="Google Shape;535;p28"/>
          <p:cNvSpPr/>
          <p:nvPr/>
        </p:nvSpPr>
        <p:spPr>
          <a:xfrm rot="3945637">
            <a:off x="9645166" y="392191"/>
            <a:ext cx="1209807" cy="2452951"/>
          </a:xfrm>
          <a:custGeom>
            <a:rect b="b" l="l" r="r" t="t"/>
            <a:pathLst>
              <a:path extrusionOk="0" h="2452951" w="1209807">
                <a:moveTo>
                  <a:pt x="0" y="0"/>
                </a:moveTo>
                <a:lnTo>
                  <a:pt x="1209807" y="0"/>
                </a:lnTo>
                <a:lnTo>
                  <a:pt x="1209807" y="2452951"/>
                </a:lnTo>
                <a:lnTo>
                  <a:pt x="0" y="2452951"/>
                </a:lnTo>
                <a:lnTo>
                  <a:pt x="0" y="0"/>
                </a:lnTo>
                <a:close/>
              </a:path>
            </a:pathLst>
          </a:custGeom>
          <a:blipFill rotWithShape="1">
            <a:blip r:embed="rId7">
              <a:alphaModFix/>
            </a:blip>
            <a:stretch>
              <a:fillRect b="-23885" l="-165097" r="0" t="0"/>
            </a:stretch>
          </a:blipFill>
          <a:ln>
            <a:noFill/>
          </a:ln>
        </p:spPr>
      </p:sp>
      <p:sp>
        <p:nvSpPr>
          <p:cNvPr id="536" name="Google Shape;536;p28"/>
          <p:cNvSpPr/>
          <p:nvPr/>
        </p:nvSpPr>
        <p:spPr>
          <a:xfrm>
            <a:off x="9144000" y="2673770"/>
            <a:ext cx="8849631" cy="6003000"/>
          </a:xfrm>
          <a:custGeom>
            <a:rect b="b" l="l" r="r" t="t"/>
            <a:pathLst>
              <a:path extrusionOk="0" h="6003000" w="8849631">
                <a:moveTo>
                  <a:pt x="0" y="0"/>
                </a:moveTo>
                <a:lnTo>
                  <a:pt x="8849631" y="0"/>
                </a:lnTo>
                <a:lnTo>
                  <a:pt x="8849631" y="6003000"/>
                </a:lnTo>
                <a:lnTo>
                  <a:pt x="0" y="6003000"/>
                </a:lnTo>
                <a:lnTo>
                  <a:pt x="0" y="0"/>
                </a:lnTo>
                <a:close/>
              </a:path>
            </a:pathLst>
          </a:custGeom>
          <a:blipFill rotWithShape="1">
            <a:blip r:embed="rId8">
              <a:alphaModFix/>
            </a:blip>
            <a:stretch>
              <a:fillRect b="0" l="0" r="0" t="0"/>
            </a:stretch>
          </a:blipFill>
          <a:ln>
            <a:noFill/>
          </a:ln>
        </p:spPr>
      </p:sp>
      <p:sp>
        <p:nvSpPr>
          <p:cNvPr id="537" name="Google Shape;537;p28"/>
          <p:cNvSpPr/>
          <p:nvPr/>
        </p:nvSpPr>
        <p:spPr>
          <a:xfrm rot="-277003">
            <a:off x="16620143" y="1073409"/>
            <a:ext cx="1209807" cy="2452951"/>
          </a:xfrm>
          <a:custGeom>
            <a:rect b="b" l="l" r="r" t="t"/>
            <a:pathLst>
              <a:path extrusionOk="0" h="2452951" w="1209807">
                <a:moveTo>
                  <a:pt x="0" y="0"/>
                </a:moveTo>
                <a:lnTo>
                  <a:pt x="1209807" y="0"/>
                </a:lnTo>
                <a:lnTo>
                  <a:pt x="1209807" y="2452951"/>
                </a:lnTo>
                <a:lnTo>
                  <a:pt x="0" y="2452951"/>
                </a:lnTo>
                <a:lnTo>
                  <a:pt x="0" y="0"/>
                </a:lnTo>
                <a:close/>
              </a:path>
            </a:pathLst>
          </a:custGeom>
          <a:blipFill rotWithShape="1">
            <a:blip r:embed="rId9">
              <a:alphaModFix/>
            </a:blip>
            <a:stretch>
              <a:fillRect b="-23885" l="-165097" r="0" t="0"/>
            </a:stretch>
          </a:blipFill>
          <a:ln>
            <a:noFill/>
          </a:ln>
        </p:spPr>
      </p:sp>
      <p:sp>
        <p:nvSpPr>
          <p:cNvPr id="538" name="Google Shape;538;p28"/>
          <p:cNvSpPr txBox="1"/>
          <p:nvPr/>
        </p:nvSpPr>
        <p:spPr>
          <a:xfrm>
            <a:off x="990579" y="3859456"/>
            <a:ext cx="7892801" cy="4457700"/>
          </a:xfrm>
          <a:prstGeom prst="rect">
            <a:avLst/>
          </a:prstGeom>
          <a:noFill/>
          <a:ln>
            <a:noFill/>
          </a:ln>
        </p:spPr>
        <p:txBody>
          <a:bodyPr anchorCtr="0" anchor="t" bIns="0" lIns="0" spcFirstLastPara="1" rIns="0" wrap="square" tIns="0">
            <a:spAutoFit/>
          </a:bodyPr>
          <a:lstStyle/>
          <a:p>
            <a:pPr indent="0" lvl="0" marL="0" marR="0" rtl="0" algn="just">
              <a:lnSpc>
                <a:spcPct val="120008"/>
              </a:lnSpc>
              <a:spcBef>
                <a:spcPts val="0"/>
              </a:spcBef>
              <a:spcAft>
                <a:spcPts val="0"/>
              </a:spcAft>
              <a:buNone/>
            </a:pPr>
            <a:r>
              <a:rPr b="0" i="0" lang="en-US" sz="2499" u="none" cap="none" strike="noStrike">
                <a:solidFill>
                  <a:srgbClr val="000000"/>
                </a:solidFill>
                <a:latin typeface="DM Sans"/>
                <a:ea typeface="DM Sans"/>
                <a:cs typeface="DM Sans"/>
                <a:sym typeface="DM Sans"/>
              </a:rPr>
              <a:t>Hay una tabla en el switch, denominada tabla de direcciones MAC, que contiene una lista de todos los puertos activos y las direcciones MAC de los hosts conectados a los mismos.</a:t>
            </a:r>
            <a:endParaRPr/>
          </a:p>
          <a:p>
            <a:pPr indent="0" lvl="0" marL="0" marR="0" rtl="0" algn="just">
              <a:lnSpc>
                <a:spcPct val="120008"/>
              </a:lnSpc>
              <a:spcBef>
                <a:spcPts val="0"/>
              </a:spcBef>
              <a:spcAft>
                <a:spcPts val="0"/>
              </a:spcAft>
              <a:buNone/>
            </a:pPr>
            <a:r>
              <a:t/>
            </a:r>
            <a:endParaRPr b="0" i="0" sz="2499" u="none" cap="none" strike="noStrike">
              <a:solidFill>
                <a:srgbClr val="000000"/>
              </a:solidFill>
              <a:latin typeface="DM Sans"/>
              <a:ea typeface="DM Sans"/>
              <a:cs typeface="DM Sans"/>
              <a:sym typeface="DM Sans"/>
            </a:endParaRPr>
          </a:p>
          <a:p>
            <a:pPr indent="0" lvl="0" marL="0" marR="0" rtl="0" algn="just">
              <a:lnSpc>
                <a:spcPct val="120008"/>
              </a:lnSpc>
              <a:spcBef>
                <a:spcPts val="0"/>
              </a:spcBef>
              <a:spcAft>
                <a:spcPts val="0"/>
              </a:spcAft>
              <a:buNone/>
            </a:pPr>
            <a:r>
              <a:rPr b="0" i="0" lang="en-US" sz="2499" u="none" cap="none" strike="noStrike">
                <a:solidFill>
                  <a:srgbClr val="000000"/>
                </a:solidFill>
                <a:latin typeface="DM Sans"/>
                <a:ea typeface="DM Sans"/>
                <a:cs typeface="DM Sans"/>
                <a:sym typeface="DM Sans"/>
              </a:rPr>
              <a:t>Cuando dos hosts se intercambian un mensaje, el switch comprueba si la dirección MAC de destino se encuentra.</a:t>
            </a:r>
            <a:endParaRPr/>
          </a:p>
          <a:p>
            <a:pPr indent="0" lvl="0" marL="0" marR="0" rtl="0" algn="just">
              <a:lnSpc>
                <a:spcPct val="120008"/>
              </a:lnSpc>
              <a:spcBef>
                <a:spcPts val="0"/>
              </a:spcBef>
              <a:spcAft>
                <a:spcPts val="0"/>
              </a:spcAft>
              <a:buNone/>
            </a:pPr>
            <a:r>
              <a:t/>
            </a:r>
            <a:endParaRPr b="0" i="0" sz="2499" u="none" cap="none" strike="noStrike">
              <a:solidFill>
                <a:srgbClr val="000000"/>
              </a:solidFill>
              <a:latin typeface="DM Sans"/>
              <a:ea typeface="DM Sans"/>
              <a:cs typeface="DM Sans"/>
              <a:sym typeface="DM Sans"/>
            </a:endParaRPr>
          </a:p>
          <a:p>
            <a:pPr indent="0" lvl="0" marL="0" marR="0" rtl="0" algn="just">
              <a:lnSpc>
                <a:spcPct val="120008"/>
              </a:lnSpc>
              <a:spcBef>
                <a:spcPts val="0"/>
              </a:spcBef>
              <a:spcAft>
                <a:spcPts val="0"/>
              </a:spcAft>
              <a:buNone/>
            </a:pPr>
            <a:r>
              <a:rPr b="0" i="0" lang="en-US" sz="2499" u="none" cap="none" strike="noStrike">
                <a:solidFill>
                  <a:srgbClr val="000000"/>
                </a:solidFill>
                <a:latin typeface="DM Sans"/>
                <a:ea typeface="DM Sans"/>
                <a:cs typeface="DM Sans"/>
                <a:sym typeface="DM Sans"/>
              </a:rPr>
              <a:t>En caso afirmativo, el switch establece una conexión temporal, denominada "circuito" entre los puertos de origen y de destino.</a:t>
            </a:r>
            <a:endParaRPr/>
          </a:p>
        </p:txBody>
      </p:sp>
      <p:sp>
        <p:nvSpPr>
          <p:cNvPr id="539" name="Google Shape;539;p28"/>
          <p:cNvSpPr txBox="1"/>
          <p:nvPr/>
        </p:nvSpPr>
        <p:spPr>
          <a:xfrm>
            <a:off x="1028700" y="1455122"/>
            <a:ext cx="7182190" cy="2115947"/>
          </a:xfrm>
          <a:prstGeom prst="rect">
            <a:avLst/>
          </a:prstGeom>
          <a:noFill/>
          <a:ln>
            <a:noFill/>
          </a:ln>
        </p:spPr>
        <p:txBody>
          <a:bodyPr anchorCtr="0" anchor="t" bIns="0" lIns="0" spcFirstLastPara="1" rIns="0" wrap="square" tIns="0">
            <a:spAutoFit/>
          </a:bodyPr>
          <a:lstStyle/>
          <a:p>
            <a:pPr indent="0" lvl="0" marL="0" marR="0" rtl="0" algn="l">
              <a:lnSpc>
                <a:spcPct val="112001"/>
              </a:lnSpc>
              <a:spcBef>
                <a:spcPts val="0"/>
              </a:spcBef>
              <a:spcAft>
                <a:spcPts val="0"/>
              </a:spcAft>
              <a:buNone/>
            </a:pPr>
            <a:r>
              <a:rPr b="1" i="0" lang="en-US" sz="6699" u="none" cap="none" strike="noStrike">
                <a:solidFill>
                  <a:srgbClr val="000000"/>
                </a:solidFill>
                <a:latin typeface="Arial"/>
                <a:ea typeface="Arial"/>
                <a:cs typeface="Arial"/>
                <a:sym typeface="Arial"/>
              </a:rPr>
              <a:t>Tabla de direcciones MAC</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1C5E9"/>
        </a:solidFill>
      </p:bgPr>
    </p:bg>
    <p:spTree>
      <p:nvGrpSpPr>
        <p:cNvPr id="543" name="Shape 543"/>
        <p:cNvGrpSpPr/>
        <p:nvPr/>
      </p:nvGrpSpPr>
      <p:grpSpPr>
        <a:xfrm>
          <a:off x="0" y="0"/>
          <a:ext cx="0" cy="0"/>
          <a:chOff x="0" y="0"/>
          <a:chExt cx="0" cy="0"/>
        </a:xfrm>
      </p:grpSpPr>
      <p:sp>
        <p:nvSpPr>
          <p:cNvPr id="544" name="Google Shape;544;p29"/>
          <p:cNvSpPr/>
          <p:nvPr/>
        </p:nvSpPr>
        <p:spPr>
          <a:xfrm rot="5987975">
            <a:off x="16813139" y="7906835"/>
            <a:ext cx="2227136" cy="4114800"/>
          </a:xfrm>
          <a:custGeom>
            <a:rect b="b" l="l" r="r" t="t"/>
            <a:pathLst>
              <a:path extrusionOk="0" h="4114800" w="2227136">
                <a:moveTo>
                  <a:pt x="0" y="0"/>
                </a:moveTo>
                <a:lnTo>
                  <a:pt x="2227135" y="0"/>
                </a:lnTo>
                <a:lnTo>
                  <a:pt x="2227135" y="4114800"/>
                </a:lnTo>
                <a:lnTo>
                  <a:pt x="0" y="4114800"/>
                </a:lnTo>
                <a:lnTo>
                  <a:pt x="0" y="0"/>
                </a:lnTo>
                <a:close/>
              </a:path>
            </a:pathLst>
          </a:custGeom>
          <a:blipFill rotWithShape="1">
            <a:blip r:embed="rId3">
              <a:alphaModFix/>
            </a:blip>
            <a:stretch>
              <a:fillRect b="0" l="0" r="0" t="0"/>
            </a:stretch>
          </a:blipFill>
          <a:ln>
            <a:noFill/>
          </a:ln>
        </p:spPr>
      </p:sp>
      <p:sp>
        <p:nvSpPr>
          <p:cNvPr id="545" name="Google Shape;545;p29"/>
          <p:cNvSpPr/>
          <p:nvPr/>
        </p:nvSpPr>
        <p:spPr>
          <a:xfrm rot="4705922">
            <a:off x="13742333" y="-2093217"/>
            <a:ext cx="2978086" cy="4114800"/>
          </a:xfrm>
          <a:custGeom>
            <a:rect b="b" l="l" r="r" t="t"/>
            <a:pathLst>
              <a:path extrusionOk="0" h="4114800" w="2978086">
                <a:moveTo>
                  <a:pt x="0" y="0"/>
                </a:moveTo>
                <a:lnTo>
                  <a:pt x="2978087" y="0"/>
                </a:lnTo>
                <a:lnTo>
                  <a:pt x="2978087" y="4114800"/>
                </a:lnTo>
                <a:lnTo>
                  <a:pt x="0" y="4114800"/>
                </a:lnTo>
                <a:lnTo>
                  <a:pt x="0" y="0"/>
                </a:lnTo>
                <a:close/>
              </a:path>
            </a:pathLst>
          </a:custGeom>
          <a:blipFill rotWithShape="1">
            <a:blip r:embed="rId4">
              <a:alphaModFix/>
            </a:blip>
            <a:stretch>
              <a:fillRect b="0" l="0" r="0" t="0"/>
            </a:stretch>
          </a:blipFill>
          <a:ln>
            <a:noFill/>
          </a:ln>
        </p:spPr>
      </p:sp>
      <p:grpSp>
        <p:nvGrpSpPr>
          <p:cNvPr id="546" name="Google Shape;546;p29"/>
          <p:cNvGrpSpPr/>
          <p:nvPr/>
        </p:nvGrpSpPr>
        <p:grpSpPr>
          <a:xfrm>
            <a:off x="0" y="711039"/>
            <a:ext cx="11090288" cy="11124788"/>
            <a:chOff x="0" y="0"/>
            <a:chExt cx="14787050" cy="14833051"/>
          </a:xfrm>
        </p:grpSpPr>
        <p:sp>
          <p:nvSpPr>
            <p:cNvPr id="547" name="Google Shape;547;p29"/>
            <p:cNvSpPr/>
            <p:nvPr/>
          </p:nvSpPr>
          <p:spPr>
            <a:xfrm>
              <a:off x="3161646" y="0"/>
              <a:ext cx="11625404" cy="14833051"/>
            </a:xfrm>
            <a:custGeom>
              <a:rect b="b" l="l" r="r" t="t"/>
              <a:pathLst>
                <a:path extrusionOk="0" h="14833051" w="11625404">
                  <a:moveTo>
                    <a:pt x="0" y="0"/>
                  </a:moveTo>
                  <a:lnTo>
                    <a:pt x="11625403" y="0"/>
                  </a:lnTo>
                  <a:lnTo>
                    <a:pt x="11625403" y="14833051"/>
                  </a:lnTo>
                  <a:lnTo>
                    <a:pt x="0" y="14833051"/>
                  </a:lnTo>
                  <a:lnTo>
                    <a:pt x="0" y="0"/>
                  </a:lnTo>
                  <a:close/>
                </a:path>
              </a:pathLst>
            </a:custGeom>
            <a:blipFill rotWithShape="1">
              <a:blip r:embed="rId5">
                <a:alphaModFix/>
              </a:blip>
              <a:stretch>
                <a:fillRect b="0" l="0" r="0" t="0"/>
              </a:stretch>
            </a:blipFill>
            <a:ln>
              <a:noFill/>
            </a:ln>
          </p:spPr>
        </p:sp>
        <p:sp>
          <p:nvSpPr>
            <p:cNvPr id="548" name="Google Shape;548;p29"/>
            <p:cNvSpPr/>
            <p:nvPr/>
          </p:nvSpPr>
          <p:spPr>
            <a:xfrm>
              <a:off x="0" y="75987"/>
              <a:ext cx="3378825" cy="14757064"/>
            </a:xfrm>
            <a:custGeom>
              <a:rect b="b" l="l" r="r" t="t"/>
              <a:pathLst>
                <a:path extrusionOk="0" h="14757064" w="3378825">
                  <a:moveTo>
                    <a:pt x="0" y="0"/>
                  </a:moveTo>
                  <a:lnTo>
                    <a:pt x="3378825" y="0"/>
                  </a:lnTo>
                  <a:lnTo>
                    <a:pt x="3378825" y="14757064"/>
                  </a:lnTo>
                  <a:lnTo>
                    <a:pt x="0" y="14757064"/>
                  </a:lnTo>
                  <a:lnTo>
                    <a:pt x="0" y="0"/>
                  </a:lnTo>
                  <a:close/>
                </a:path>
              </a:pathLst>
            </a:custGeom>
            <a:blipFill rotWithShape="1">
              <a:blip r:embed="rId6">
                <a:alphaModFix/>
              </a:blip>
              <a:stretch>
                <a:fillRect b="0" l="0" r="-244056" t="-513"/>
              </a:stretch>
            </a:blipFill>
            <a:ln>
              <a:noFill/>
            </a:ln>
          </p:spPr>
        </p:sp>
      </p:grpSp>
      <p:sp>
        <p:nvSpPr>
          <p:cNvPr id="549" name="Google Shape;549;p29"/>
          <p:cNvSpPr/>
          <p:nvPr/>
        </p:nvSpPr>
        <p:spPr>
          <a:xfrm rot="3945637">
            <a:off x="9645166" y="392191"/>
            <a:ext cx="1209807" cy="2452951"/>
          </a:xfrm>
          <a:custGeom>
            <a:rect b="b" l="l" r="r" t="t"/>
            <a:pathLst>
              <a:path extrusionOk="0" h="2452951" w="1209807">
                <a:moveTo>
                  <a:pt x="0" y="0"/>
                </a:moveTo>
                <a:lnTo>
                  <a:pt x="1209807" y="0"/>
                </a:lnTo>
                <a:lnTo>
                  <a:pt x="1209807" y="2452951"/>
                </a:lnTo>
                <a:lnTo>
                  <a:pt x="0" y="2452951"/>
                </a:lnTo>
                <a:lnTo>
                  <a:pt x="0" y="0"/>
                </a:lnTo>
                <a:close/>
              </a:path>
            </a:pathLst>
          </a:custGeom>
          <a:blipFill rotWithShape="1">
            <a:blip r:embed="rId7">
              <a:alphaModFix/>
            </a:blip>
            <a:stretch>
              <a:fillRect b="-23885" l="-165097" r="0" t="0"/>
            </a:stretch>
          </a:blipFill>
          <a:ln>
            <a:noFill/>
          </a:ln>
        </p:spPr>
      </p:sp>
      <p:sp>
        <p:nvSpPr>
          <p:cNvPr id="550" name="Google Shape;550;p29"/>
          <p:cNvSpPr/>
          <p:nvPr/>
        </p:nvSpPr>
        <p:spPr>
          <a:xfrm>
            <a:off x="9177550" y="2673775"/>
            <a:ext cx="8827507" cy="6003000"/>
          </a:xfrm>
          <a:custGeom>
            <a:rect b="b" l="l" r="r" t="t"/>
            <a:pathLst>
              <a:path extrusionOk="0" h="6003000" w="8849631">
                <a:moveTo>
                  <a:pt x="0" y="0"/>
                </a:moveTo>
                <a:lnTo>
                  <a:pt x="8849631" y="0"/>
                </a:lnTo>
                <a:lnTo>
                  <a:pt x="8849631" y="6003000"/>
                </a:lnTo>
                <a:lnTo>
                  <a:pt x="0" y="6003000"/>
                </a:lnTo>
                <a:lnTo>
                  <a:pt x="0" y="0"/>
                </a:lnTo>
                <a:close/>
              </a:path>
            </a:pathLst>
          </a:custGeom>
          <a:blipFill rotWithShape="1">
            <a:blip r:embed="rId8">
              <a:alphaModFix/>
            </a:blip>
            <a:stretch>
              <a:fillRect b="0" l="0" r="0" t="0"/>
            </a:stretch>
          </a:blipFill>
          <a:ln>
            <a:noFill/>
          </a:ln>
        </p:spPr>
      </p:sp>
      <p:sp>
        <p:nvSpPr>
          <p:cNvPr id="551" name="Google Shape;551;p29"/>
          <p:cNvSpPr/>
          <p:nvPr/>
        </p:nvSpPr>
        <p:spPr>
          <a:xfrm rot="-277003">
            <a:off x="16620143" y="1073409"/>
            <a:ext cx="1209807" cy="2452951"/>
          </a:xfrm>
          <a:custGeom>
            <a:rect b="b" l="l" r="r" t="t"/>
            <a:pathLst>
              <a:path extrusionOk="0" h="2452951" w="1209807">
                <a:moveTo>
                  <a:pt x="0" y="0"/>
                </a:moveTo>
                <a:lnTo>
                  <a:pt x="1209807" y="0"/>
                </a:lnTo>
                <a:lnTo>
                  <a:pt x="1209807" y="2452951"/>
                </a:lnTo>
                <a:lnTo>
                  <a:pt x="0" y="2452951"/>
                </a:lnTo>
                <a:lnTo>
                  <a:pt x="0" y="0"/>
                </a:lnTo>
                <a:close/>
              </a:path>
            </a:pathLst>
          </a:custGeom>
          <a:blipFill rotWithShape="1">
            <a:blip r:embed="rId9">
              <a:alphaModFix/>
            </a:blip>
            <a:stretch>
              <a:fillRect b="-23885" l="-165097" r="0" t="0"/>
            </a:stretch>
          </a:blipFill>
          <a:ln>
            <a:noFill/>
          </a:ln>
        </p:spPr>
      </p:sp>
      <p:sp>
        <p:nvSpPr>
          <p:cNvPr id="552" name="Google Shape;552;p29"/>
          <p:cNvSpPr txBox="1"/>
          <p:nvPr/>
        </p:nvSpPr>
        <p:spPr>
          <a:xfrm>
            <a:off x="990579" y="3858846"/>
            <a:ext cx="7892801" cy="4829175"/>
          </a:xfrm>
          <a:prstGeom prst="rect">
            <a:avLst/>
          </a:prstGeom>
          <a:noFill/>
          <a:ln>
            <a:noFill/>
          </a:ln>
        </p:spPr>
        <p:txBody>
          <a:bodyPr anchorCtr="0" anchor="t" bIns="0" lIns="0" spcFirstLastPara="1" rIns="0" wrap="square" tIns="0">
            <a:spAutoFit/>
          </a:bodyPr>
          <a:lstStyle/>
          <a:p>
            <a:pPr indent="0" lvl="0" marL="0" marR="0" rtl="0" algn="just">
              <a:lnSpc>
                <a:spcPct val="120008"/>
              </a:lnSpc>
              <a:spcBef>
                <a:spcPts val="0"/>
              </a:spcBef>
              <a:spcAft>
                <a:spcPts val="0"/>
              </a:spcAft>
              <a:buNone/>
            </a:pPr>
            <a:r>
              <a:rPr b="0" i="0" lang="en-US" sz="2499" u="none" cap="none" strike="noStrike">
                <a:solidFill>
                  <a:srgbClr val="000000"/>
                </a:solidFill>
                <a:latin typeface="DM Sans"/>
                <a:ea typeface="DM Sans"/>
                <a:cs typeface="DM Sans"/>
                <a:sym typeface="DM Sans"/>
              </a:rPr>
              <a:t>Si la dirección MAC de destino no esta en la tabla, el switch no dispone de la información necesaria para crear un circuito individual.</a:t>
            </a:r>
            <a:endParaRPr/>
          </a:p>
          <a:p>
            <a:pPr indent="0" lvl="0" marL="0" marR="0" rtl="0" algn="just">
              <a:lnSpc>
                <a:spcPct val="120008"/>
              </a:lnSpc>
              <a:spcBef>
                <a:spcPts val="0"/>
              </a:spcBef>
              <a:spcAft>
                <a:spcPts val="0"/>
              </a:spcAft>
              <a:buNone/>
            </a:pPr>
            <a:r>
              <a:t/>
            </a:r>
            <a:endParaRPr b="0" i="0" sz="2499" u="none" cap="none" strike="noStrike">
              <a:solidFill>
                <a:srgbClr val="000000"/>
              </a:solidFill>
              <a:latin typeface="DM Sans"/>
              <a:ea typeface="DM Sans"/>
              <a:cs typeface="DM Sans"/>
              <a:sym typeface="DM Sans"/>
            </a:endParaRPr>
          </a:p>
          <a:p>
            <a:pPr indent="0" lvl="0" marL="0" marR="0" rtl="0" algn="just">
              <a:lnSpc>
                <a:spcPct val="120008"/>
              </a:lnSpc>
              <a:spcBef>
                <a:spcPts val="0"/>
              </a:spcBef>
              <a:spcAft>
                <a:spcPts val="0"/>
              </a:spcAft>
              <a:buNone/>
            </a:pPr>
            <a:r>
              <a:rPr b="0" i="0" lang="en-US" sz="2499" u="none" cap="none" strike="noStrike">
                <a:solidFill>
                  <a:srgbClr val="000000"/>
                </a:solidFill>
                <a:latin typeface="DM Sans"/>
                <a:ea typeface="DM Sans"/>
                <a:cs typeface="DM Sans"/>
                <a:sym typeface="DM Sans"/>
              </a:rPr>
              <a:t>Cuando el switch no puede determinar dónde está el host de destino, utiliza un proceso llamado inundación, para reenviar el mensaje a todos los hosts conectados.</a:t>
            </a:r>
            <a:endParaRPr/>
          </a:p>
          <a:p>
            <a:pPr indent="0" lvl="0" marL="0" marR="0" rtl="0" algn="just">
              <a:lnSpc>
                <a:spcPct val="120008"/>
              </a:lnSpc>
              <a:spcBef>
                <a:spcPts val="0"/>
              </a:spcBef>
              <a:spcAft>
                <a:spcPts val="0"/>
              </a:spcAft>
              <a:buNone/>
            </a:pPr>
            <a:r>
              <a:t/>
            </a:r>
            <a:endParaRPr b="0" i="0" sz="2499" u="none" cap="none" strike="noStrike">
              <a:solidFill>
                <a:srgbClr val="000000"/>
              </a:solidFill>
              <a:latin typeface="DM Sans"/>
              <a:ea typeface="DM Sans"/>
              <a:cs typeface="DM Sans"/>
              <a:sym typeface="DM Sans"/>
            </a:endParaRPr>
          </a:p>
          <a:p>
            <a:pPr indent="0" lvl="0" marL="0" marR="0" rtl="0" algn="just">
              <a:lnSpc>
                <a:spcPct val="120008"/>
              </a:lnSpc>
              <a:spcBef>
                <a:spcPts val="0"/>
              </a:spcBef>
              <a:spcAft>
                <a:spcPts val="0"/>
              </a:spcAft>
              <a:buNone/>
            </a:pPr>
            <a:r>
              <a:rPr b="0" i="0" lang="en-US" sz="2499" u="none" cap="none" strike="noStrike">
                <a:solidFill>
                  <a:srgbClr val="000000"/>
                </a:solidFill>
                <a:latin typeface="DM Sans"/>
                <a:ea typeface="DM Sans"/>
                <a:cs typeface="DM Sans"/>
                <a:sym typeface="DM Sans"/>
              </a:rPr>
              <a:t>Cada host compara la dirección MAC de destino del mensaje con su propia, pero solo el host que tenga la dirección de destino correcta procesa el mensaje y responderá al emisor.</a:t>
            </a:r>
            <a:endParaRPr/>
          </a:p>
        </p:txBody>
      </p:sp>
      <p:sp>
        <p:nvSpPr>
          <p:cNvPr id="553" name="Google Shape;553;p29"/>
          <p:cNvSpPr txBox="1"/>
          <p:nvPr/>
        </p:nvSpPr>
        <p:spPr>
          <a:xfrm>
            <a:off x="1028700" y="1455122"/>
            <a:ext cx="7182190" cy="2115947"/>
          </a:xfrm>
          <a:prstGeom prst="rect">
            <a:avLst/>
          </a:prstGeom>
          <a:noFill/>
          <a:ln>
            <a:noFill/>
          </a:ln>
        </p:spPr>
        <p:txBody>
          <a:bodyPr anchorCtr="0" anchor="t" bIns="0" lIns="0" spcFirstLastPara="1" rIns="0" wrap="square" tIns="0">
            <a:spAutoFit/>
          </a:bodyPr>
          <a:lstStyle/>
          <a:p>
            <a:pPr indent="0" lvl="0" marL="0" marR="0" rtl="0" algn="l">
              <a:lnSpc>
                <a:spcPct val="112001"/>
              </a:lnSpc>
              <a:spcBef>
                <a:spcPts val="0"/>
              </a:spcBef>
              <a:spcAft>
                <a:spcPts val="0"/>
              </a:spcAft>
              <a:buNone/>
            </a:pPr>
            <a:r>
              <a:rPr b="1" i="0" lang="en-US" sz="6699" u="none" cap="none" strike="noStrike">
                <a:solidFill>
                  <a:srgbClr val="000000"/>
                </a:solidFill>
                <a:latin typeface="Arial"/>
                <a:ea typeface="Arial"/>
                <a:cs typeface="Arial"/>
                <a:sym typeface="Arial"/>
              </a:rPr>
              <a:t>Tabla de direcciones MAC</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CD46"/>
        </a:solidFill>
      </p:bgPr>
    </p:bg>
    <p:spTree>
      <p:nvGrpSpPr>
        <p:cNvPr id="557" name="Shape 557"/>
        <p:cNvGrpSpPr/>
        <p:nvPr/>
      </p:nvGrpSpPr>
      <p:grpSpPr>
        <a:xfrm>
          <a:off x="0" y="0"/>
          <a:ext cx="0" cy="0"/>
          <a:chOff x="0" y="0"/>
          <a:chExt cx="0" cy="0"/>
        </a:xfrm>
      </p:grpSpPr>
      <p:sp>
        <p:nvSpPr>
          <p:cNvPr id="558" name="Google Shape;558;p30"/>
          <p:cNvSpPr/>
          <p:nvPr/>
        </p:nvSpPr>
        <p:spPr>
          <a:xfrm rot="10472255">
            <a:off x="15552867" y="-1626397"/>
            <a:ext cx="5396459" cy="4114800"/>
          </a:xfrm>
          <a:custGeom>
            <a:rect b="b" l="l" r="r" t="t"/>
            <a:pathLst>
              <a:path extrusionOk="0" h="4114800" w="5396459">
                <a:moveTo>
                  <a:pt x="0" y="0"/>
                </a:moveTo>
                <a:lnTo>
                  <a:pt x="5396459" y="0"/>
                </a:lnTo>
                <a:lnTo>
                  <a:pt x="5396459" y="4114800"/>
                </a:lnTo>
                <a:lnTo>
                  <a:pt x="0" y="4114800"/>
                </a:lnTo>
                <a:lnTo>
                  <a:pt x="0" y="0"/>
                </a:lnTo>
                <a:close/>
              </a:path>
            </a:pathLst>
          </a:custGeom>
          <a:blipFill rotWithShape="1">
            <a:blip r:embed="rId3">
              <a:alphaModFix/>
            </a:blip>
            <a:stretch>
              <a:fillRect b="0" l="0" r="0" t="0"/>
            </a:stretch>
          </a:blipFill>
          <a:ln>
            <a:noFill/>
          </a:ln>
        </p:spPr>
      </p:sp>
      <p:sp>
        <p:nvSpPr>
          <p:cNvPr id="559" name="Google Shape;559;p30"/>
          <p:cNvSpPr/>
          <p:nvPr/>
        </p:nvSpPr>
        <p:spPr>
          <a:xfrm rot="-7239578">
            <a:off x="-916157" y="-1028700"/>
            <a:ext cx="2227136" cy="4114800"/>
          </a:xfrm>
          <a:custGeom>
            <a:rect b="b" l="l" r="r" t="t"/>
            <a:pathLst>
              <a:path extrusionOk="0" h="4114800" w="2227136">
                <a:moveTo>
                  <a:pt x="0" y="0"/>
                </a:moveTo>
                <a:lnTo>
                  <a:pt x="2227136" y="0"/>
                </a:lnTo>
                <a:lnTo>
                  <a:pt x="2227136" y="4114800"/>
                </a:lnTo>
                <a:lnTo>
                  <a:pt x="0" y="4114800"/>
                </a:lnTo>
                <a:lnTo>
                  <a:pt x="0" y="0"/>
                </a:lnTo>
                <a:close/>
              </a:path>
            </a:pathLst>
          </a:custGeom>
          <a:blipFill rotWithShape="1">
            <a:blip r:embed="rId4">
              <a:alphaModFix/>
            </a:blip>
            <a:stretch>
              <a:fillRect b="0" l="0" r="0" t="0"/>
            </a:stretch>
          </a:blipFill>
          <a:ln>
            <a:noFill/>
          </a:ln>
        </p:spPr>
      </p:sp>
      <p:sp>
        <p:nvSpPr>
          <p:cNvPr id="560" name="Google Shape;560;p30"/>
          <p:cNvSpPr/>
          <p:nvPr/>
        </p:nvSpPr>
        <p:spPr>
          <a:xfrm rot="10252938">
            <a:off x="8709979" y="-1552077"/>
            <a:ext cx="4257941" cy="2458961"/>
          </a:xfrm>
          <a:custGeom>
            <a:rect b="b" l="l" r="r" t="t"/>
            <a:pathLst>
              <a:path extrusionOk="0" h="2458961" w="4257941">
                <a:moveTo>
                  <a:pt x="0" y="0"/>
                </a:moveTo>
                <a:lnTo>
                  <a:pt x="4257941" y="0"/>
                </a:lnTo>
                <a:lnTo>
                  <a:pt x="4257941" y="2458961"/>
                </a:lnTo>
                <a:lnTo>
                  <a:pt x="0" y="2458961"/>
                </a:lnTo>
                <a:lnTo>
                  <a:pt x="0" y="0"/>
                </a:lnTo>
                <a:close/>
              </a:path>
            </a:pathLst>
          </a:custGeom>
          <a:blipFill rotWithShape="1">
            <a:blip r:embed="rId5">
              <a:alphaModFix/>
            </a:blip>
            <a:stretch>
              <a:fillRect b="0" l="0" r="0" t="0"/>
            </a:stretch>
          </a:blipFill>
          <a:ln>
            <a:noFill/>
          </a:ln>
        </p:spPr>
      </p:sp>
      <p:sp>
        <p:nvSpPr>
          <p:cNvPr id="561" name="Google Shape;561;p30"/>
          <p:cNvSpPr/>
          <p:nvPr/>
        </p:nvSpPr>
        <p:spPr>
          <a:xfrm rot="5947534">
            <a:off x="3555012" y="-2929516"/>
            <a:ext cx="2978086" cy="4114800"/>
          </a:xfrm>
          <a:custGeom>
            <a:rect b="b" l="l" r="r" t="t"/>
            <a:pathLst>
              <a:path extrusionOk="0" h="4114800" w="2978086">
                <a:moveTo>
                  <a:pt x="0" y="0"/>
                </a:moveTo>
                <a:lnTo>
                  <a:pt x="2978087" y="0"/>
                </a:lnTo>
                <a:lnTo>
                  <a:pt x="2978087" y="4114800"/>
                </a:lnTo>
                <a:lnTo>
                  <a:pt x="0" y="4114800"/>
                </a:lnTo>
                <a:lnTo>
                  <a:pt x="0" y="0"/>
                </a:lnTo>
                <a:close/>
              </a:path>
            </a:pathLst>
          </a:custGeom>
          <a:blipFill rotWithShape="1">
            <a:blip r:embed="rId6">
              <a:alphaModFix/>
            </a:blip>
            <a:stretch>
              <a:fillRect b="0" l="0" r="0" t="0"/>
            </a:stretch>
          </a:blipFill>
          <a:ln>
            <a:noFill/>
          </a:ln>
        </p:spPr>
      </p:sp>
      <p:sp>
        <p:nvSpPr>
          <p:cNvPr id="562" name="Google Shape;562;p30"/>
          <p:cNvSpPr/>
          <p:nvPr/>
        </p:nvSpPr>
        <p:spPr>
          <a:xfrm>
            <a:off x="-1476562" y="7799941"/>
            <a:ext cx="2978086" cy="4114800"/>
          </a:xfrm>
          <a:custGeom>
            <a:rect b="b" l="l" r="r" t="t"/>
            <a:pathLst>
              <a:path extrusionOk="0" h="4114800" w="2978086">
                <a:moveTo>
                  <a:pt x="0" y="0"/>
                </a:moveTo>
                <a:lnTo>
                  <a:pt x="2978087" y="0"/>
                </a:lnTo>
                <a:lnTo>
                  <a:pt x="2978087" y="4114800"/>
                </a:lnTo>
                <a:lnTo>
                  <a:pt x="0" y="4114800"/>
                </a:lnTo>
                <a:lnTo>
                  <a:pt x="0" y="0"/>
                </a:lnTo>
                <a:close/>
              </a:path>
            </a:pathLst>
          </a:custGeom>
          <a:blipFill rotWithShape="1">
            <a:blip r:embed="rId6">
              <a:alphaModFix/>
            </a:blip>
            <a:stretch>
              <a:fillRect b="0" l="0" r="0" t="0"/>
            </a:stretch>
          </a:blipFill>
          <a:ln>
            <a:noFill/>
          </a:ln>
        </p:spPr>
      </p:sp>
      <p:sp>
        <p:nvSpPr>
          <p:cNvPr id="563" name="Google Shape;563;p30"/>
          <p:cNvSpPr/>
          <p:nvPr/>
        </p:nvSpPr>
        <p:spPr>
          <a:xfrm rot="-9994124">
            <a:off x="4019779" y="9355547"/>
            <a:ext cx="5875677" cy="3238967"/>
          </a:xfrm>
          <a:custGeom>
            <a:rect b="b" l="l" r="r" t="t"/>
            <a:pathLst>
              <a:path extrusionOk="0" h="3238967" w="5875677">
                <a:moveTo>
                  <a:pt x="0" y="0"/>
                </a:moveTo>
                <a:lnTo>
                  <a:pt x="5875677" y="0"/>
                </a:lnTo>
                <a:lnTo>
                  <a:pt x="5875677" y="3238966"/>
                </a:lnTo>
                <a:lnTo>
                  <a:pt x="0" y="3238966"/>
                </a:lnTo>
                <a:lnTo>
                  <a:pt x="0" y="0"/>
                </a:lnTo>
                <a:close/>
              </a:path>
            </a:pathLst>
          </a:custGeom>
          <a:blipFill rotWithShape="1">
            <a:blip r:embed="rId7">
              <a:alphaModFix/>
            </a:blip>
            <a:stretch>
              <a:fillRect b="0" l="0" r="0" t="0"/>
            </a:stretch>
          </a:blipFill>
          <a:ln>
            <a:noFill/>
          </a:ln>
        </p:spPr>
      </p:sp>
      <p:sp>
        <p:nvSpPr>
          <p:cNvPr id="564" name="Google Shape;564;p30"/>
          <p:cNvSpPr/>
          <p:nvPr/>
        </p:nvSpPr>
        <p:spPr>
          <a:xfrm rot="-5400000">
            <a:off x="16377293" y="7799941"/>
            <a:ext cx="5396459" cy="4114800"/>
          </a:xfrm>
          <a:custGeom>
            <a:rect b="b" l="l" r="r" t="t"/>
            <a:pathLst>
              <a:path extrusionOk="0" h="4114800" w="5396459">
                <a:moveTo>
                  <a:pt x="0" y="0"/>
                </a:moveTo>
                <a:lnTo>
                  <a:pt x="5396459" y="0"/>
                </a:lnTo>
                <a:lnTo>
                  <a:pt x="5396459" y="4114800"/>
                </a:lnTo>
                <a:lnTo>
                  <a:pt x="0" y="4114800"/>
                </a:lnTo>
                <a:lnTo>
                  <a:pt x="0" y="0"/>
                </a:lnTo>
                <a:close/>
              </a:path>
            </a:pathLst>
          </a:custGeom>
          <a:blipFill rotWithShape="1">
            <a:blip r:embed="rId3">
              <a:alphaModFix/>
            </a:blip>
            <a:stretch>
              <a:fillRect b="0" l="0" r="0" t="0"/>
            </a:stretch>
          </a:blipFill>
          <a:ln>
            <a:noFill/>
          </a:ln>
        </p:spPr>
      </p:sp>
      <p:sp>
        <p:nvSpPr>
          <p:cNvPr id="565" name="Google Shape;565;p30"/>
          <p:cNvSpPr/>
          <p:nvPr/>
        </p:nvSpPr>
        <p:spPr>
          <a:xfrm>
            <a:off x="2835605" y="2169655"/>
            <a:ext cx="12169550" cy="7180034"/>
          </a:xfrm>
          <a:custGeom>
            <a:rect b="b" l="l" r="r" t="t"/>
            <a:pathLst>
              <a:path extrusionOk="0" h="7180034" w="12169550">
                <a:moveTo>
                  <a:pt x="0" y="0"/>
                </a:moveTo>
                <a:lnTo>
                  <a:pt x="12169550" y="0"/>
                </a:lnTo>
                <a:lnTo>
                  <a:pt x="12169550" y="7180034"/>
                </a:lnTo>
                <a:lnTo>
                  <a:pt x="0" y="7180034"/>
                </a:lnTo>
                <a:lnTo>
                  <a:pt x="0" y="0"/>
                </a:lnTo>
                <a:close/>
              </a:path>
            </a:pathLst>
          </a:custGeom>
          <a:blipFill rotWithShape="1">
            <a:blip r:embed="rId8">
              <a:alphaModFix/>
            </a:blip>
            <a:stretch>
              <a:fillRect b="0" l="0" r="0" t="0"/>
            </a:stretch>
          </a:blipFill>
          <a:ln>
            <a:noFill/>
          </a:ln>
        </p:spPr>
      </p:sp>
      <p:sp>
        <p:nvSpPr>
          <p:cNvPr id="566" name="Google Shape;566;p30"/>
          <p:cNvSpPr txBox="1"/>
          <p:nvPr/>
        </p:nvSpPr>
        <p:spPr>
          <a:xfrm>
            <a:off x="1706007" y="1123937"/>
            <a:ext cx="6251874" cy="860425"/>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1" i="0" lang="en-US" sz="5000" u="none" cap="none" strike="noStrike">
                <a:solidFill>
                  <a:srgbClr val="000000"/>
                </a:solidFill>
                <a:latin typeface="Arial"/>
                <a:ea typeface="Arial"/>
                <a:cs typeface="Arial"/>
                <a:sym typeface="Arial"/>
              </a:rPr>
              <a:t>Ejemplo</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CD46"/>
        </a:solidFill>
      </p:bgPr>
    </p:bg>
    <p:spTree>
      <p:nvGrpSpPr>
        <p:cNvPr id="570" name="Shape 570"/>
        <p:cNvGrpSpPr/>
        <p:nvPr/>
      </p:nvGrpSpPr>
      <p:grpSpPr>
        <a:xfrm>
          <a:off x="0" y="0"/>
          <a:ext cx="0" cy="0"/>
          <a:chOff x="0" y="0"/>
          <a:chExt cx="0" cy="0"/>
        </a:xfrm>
      </p:grpSpPr>
      <p:sp>
        <p:nvSpPr>
          <p:cNvPr id="571" name="Google Shape;571;p31"/>
          <p:cNvSpPr/>
          <p:nvPr/>
        </p:nvSpPr>
        <p:spPr>
          <a:xfrm rot="315885">
            <a:off x="7787552" y="3775386"/>
            <a:ext cx="7513387" cy="4931514"/>
          </a:xfrm>
          <a:custGeom>
            <a:rect b="b" l="l" r="r" t="t"/>
            <a:pathLst>
              <a:path extrusionOk="0" h="4931514" w="7513387">
                <a:moveTo>
                  <a:pt x="0" y="0"/>
                </a:moveTo>
                <a:lnTo>
                  <a:pt x="7513386" y="0"/>
                </a:lnTo>
                <a:lnTo>
                  <a:pt x="7513386" y="4931514"/>
                </a:lnTo>
                <a:lnTo>
                  <a:pt x="0" y="4931514"/>
                </a:lnTo>
                <a:lnTo>
                  <a:pt x="0" y="0"/>
                </a:lnTo>
                <a:close/>
              </a:path>
            </a:pathLst>
          </a:custGeom>
          <a:blipFill rotWithShape="1">
            <a:blip r:embed="rId3">
              <a:alphaModFix/>
            </a:blip>
            <a:stretch>
              <a:fillRect b="0" l="0" r="0" t="0"/>
            </a:stretch>
          </a:blipFill>
          <a:ln>
            <a:noFill/>
          </a:ln>
        </p:spPr>
      </p:sp>
      <p:sp>
        <p:nvSpPr>
          <p:cNvPr id="572" name="Google Shape;572;p31"/>
          <p:cNvSpPr/>
          <p:nvPr/>
        </p:nvSpPr>
        <p:spPr>
          <a:xfrm rot="-266862">
            <a:off x="2743409" y="2871761"/>
            <a:ext cx="5990432" cy="5839575"/>
          </a:xfrm>
          <a:custGeom>
            <a:rect b="b" l="l" r="r" t="t"/>
            <a:pathLst>
              <a:path extrusionOk="0" h="5839575" w="5990432">
                <a:moveTo>
                  <a:pt x="0" y="0"/>
                </a:moveTo>
                <a:lnTo>
                  <a:pt x="5990432" y="0"/>
                </a:lnTo>
                <a:lnTo>
                  <a:pt x="5990432" y="5839574"/>
                </a:lnTo>
                <a:lnTo>
                  <a:pt x="0" y="5839574"/>
                </a:lnTo>
                <a:lnTo>
                  <a:pt x="0" y="0"/>
                </a:lnTo>
                <a:close/>
              </a:path>
            </a:pathLst>
          </a:custGeom>
          <a:blipFill rotWithShape="1">
            <a:blip r:embed="rId4">
              <a:alphaModFix/>
            </a:blip>
            <a:stretch>
              <a:fillRect b="-45036" l="0" r="0" t="0"/>
            </a:stretch>
          </a:blipFill>
          <a:ln>
            <a:noFill/>
          </a:ln>
        </p:spPr>
      </p:sp>
      <p:sp>
        <p:nvSpPr>
          <p:cNvPr id="573" name="Google Shape;573;p31"/>
          <p:cNvSpPr/>
          <p:nvPr/>
        </p:nvSpPr>
        <p:spPr>
          <a:xfrm rot="-82494">
            <a:off x="2911657" y="1750113"/>
            <a:ext cx="11731235" cy="6714183"/>
          </a:xfrm>
          <a:custGeom>
            <a:rect b="b" l="l" r="r" t="t"/>
            <a:pathLst>
              <a:path extrusionOk="0" h="6714183" w="11731235">
                <a:moveTo>
                  <a:pt x="0" y="0"/>
                </a:moveTo>
                <a:lnTo>
                  <a:pt x="11731235" y="0"/>
                </a:lnTo>
                <a:lnTo>
                  <a:pt x="11731235" y="6714183"/>
                </a:lnTo>
                <a:lnTo>
                  <a:pt x="0" y="6714183"/>
                </a:lnTo>
                <a:lnTo>
                  <a:pt x="0" y="0"/>
                </a:lnTo>
                <a:close/>
              </a:path>
            </a:pathLst>
          </a:custGeom>
          <a:blipFill rotWithShape="1">
            <a:blip r:embed="rId5">
              <a:alphaModFix/>
            </a:blip>
            <a:stretch>
              <a:fillRect b="-33422" l="0" r="0" t="0"/>
            </a:stretch>
          </a:blipFill>
          <a:ln>
            <a:noFill/>
          </a:ln>
        </p:spPr>
      </p:sp>
      <p:sp>
        <p:nvSpPr>
          <p:cNvPr id="574" name="Google Shape;574;p31"/>
          <p:cNvSpPr txBox="1"/>
          <p:nvPr/>
        </p:nvSpPr>
        <p:spPr>
          <a:xfrm rot="-82511">
            <a:off x="4020921" y="3018551"/>
            <a:ext cx="10137820" cy="4812779"/>
          </a:xfrm>
          <a:prstGeom prst="rect">
            <a:avLst/>
          </a:prstGeom>
          <a:noFill/>
          <a:ln>
            <a:noFill/>
          </a:ln>
        </p:spPr>
        <p:txBody>
          <a:bodyPr anchorCtr="0" anchor="t" bIns="0" lIns="0" spcFirstLastPara="1" rIns="0" wrap="square" tIns="0">
            <a:spAutoFit/>
          </a:bodyPr>
          <a:lstStyle/>
          <a:p>
            <a:pPr indent="0" lvl="0" marL="0" marR="0" rtl="0" algn="ctr">
              <a:lnSpc>
                <a:spcPct val="103999"/>
              </a:lnSpc>
              <a:spcBef>
                <a:spcPts val="0"/>
              </a:spcBef>
              <a:spcAft>
                <a:spcPts val="0"/>
              </a:spcAft>
              <a:buNone/>
            </a:pPr>
            <a:r>
              <a:rPr b="1" i="0" lang="en-US" sz="10152" u="none" cap="none" strike="noStrike">
                <a:solidFill>
                  <a:srgbClr val="000000"/>
                </a:solidFill>
                <a:latin typeface="Arial"/>
                <a:ea typeface="Arial"/>
                <a:cs typeface="Arial"/>
                <a:sym typeface="Arial"/>
              </a:rPr>
              <a:t>Dominio de Colisión (Switch)</a:t>
            </a:r>
            <a:endParaRPr/>
          </a:p>
        </p:txBody>
      </p:sp>
      <p:sp>
        <p:nvSpPr>
          <p:cNvPr id="575" name="Google Shape;575;p31"/>
          <p:cNvSpPr/>
          <p:nvPr/>
        </p:nvSpPr>
        <p:spPr>
          <a:xfrm>
            <a:off x="2526002" y="1208717"/>
            <a:ext cx="3038649" cy="2879120"/>
          </a:xfrm>
          <a:custGeom>
            <a:rect b="b" l="l" r="r" t="t"/>
            <a:pathLst>
              <a:path extrusionOk="0" h="2879120" w="3038649">
                <a:moveTo>
                  <a:pt x="0" y="0"/>
                </a:moveTo>
                <a:lnTo>
                  <a:pt x="3038649" y="0"/>
                </a:lnTo>
                <a:lnTo>
                  <a:pt x="3038649" y="2879120"/>
                </a:lnTo>
                <a:lnTo>
                  <a:pt x="0" y="2879120"/>
                </a:lnTo>
                <a:lnTo>
                  <a:pt x="0" y="0"/>
                </a:lnTo>
                <a:close/>
              </a:path>
            </a:pathLst>
          </a:custGeom>
          <a:blipFill rotWithShape="1">
            <a:blip r:embed="rId6">
              <a:alphaModFix/>
            </a:blip>
            <a:stretch>
              <a:fillRect b="0" l="0" r="0" t="0"/>
            </a:stretch>
          </a:blipFill>
          <a:ln>
            <a:noFill/>
          </a:ln>
        </p:spPr>
      </p:sp>
      <p:sp>
        <p:nvSpPr>
          <p:cNvPr id="576" name="Google Shape;576;p31"/>
          <p:cNvSpPr/>
          <p:nvPr/>
        </p:nvSpPr>
        <p:spPr>
          <a:xfrm>
            <a:off x="-1489043" y="5940621"/>
            <a:ext cx="2978086" cy="4114800"/>
          </a:xfrm>
          <a:custGeom>
            <a:rect b="b" l="l" r="r" t="t"/>
            <a:pathLst>
              <a:path extrusionOk="0" h="4114800" w="2978086">
                <a:moveTo>
                  <a:pt x="0" y="0"/>
                </a:moveTo>
                <a:lnTo>
                  <a:pt x="2978086" y="0"/>
                </a:lnTo>
                <a:lnTo>
                  <a:pt x="2978086" y="4114800"/>
                </a:lnTo>
                <a:lnTo>
                  <a:pt x="0" y="4114800"/>
                </a:lnTo>
                <a:lnTo>
                  <a:pt x="0" y="0"/>
                </a:lnTo>
                <a:close/>
              </a:path>
            </a:pathLst>
          </a:custGeom>
          <a:blipFill rotWithShape="1">
            <a:blip r:embed="rId7">
              <a:alphaModFix/>
            </a:blip>
            <a:stretch>
              <a:fillRect b="0" l="0" r="0" t="0"/>
            </a:stretch>
          </a:blipFill>
          <a:ln>
            <a:noFill/>
          </a:ln>
        </p:spPr>
      </p:sp>
      <p:sp>
        <p:nvSpPr>
          <p:cNvPr id="577" name="Google Shape;577;p31"/>
          <p:cNvSpPr/>
          <p:nvPr/>
        </p:nvSpPr>
        <p:spPr>
          <a:xfrm>
            <a:off x="12399360" y="4481928"/>
            <a:ext cx="4572264" cy="4653704"/>
          </a:xfrm>
          <a:custGeom>
            <a:rect b="b" l="l" r="r" t="t"/>
            <a:pathLst>
              <a:path extrusionOk="0" h="4653704" w="4572264">
                <a:moveTo>
                  <a:pt x="0" y="0"/>
                </a:moveTo>
                <a:lnTo>
                  <a:pt x="4572265" y="0"/>
                </a:lnTo>
                <a:lnTo>
                  <a:pt x="4572265" y="4653705"/>
                </a:lnTo>
                <a:lnTo>
                  <a:pt x="0" y="4653705"/>
                </a:lnTo>
                <a:lnTo>
                  <a:pt x="0" y="0"/>
                </a:lnTo>
                <a:close/>
              </a:path>
            </a:pathLst>
          </a:custGeom>
          <a:blipFill rotWithShape="1">
            <a:blip r:embed="rId8">
              <a:alphaModFix/>
            </a:blip>
            <a:stretch>
              <a:fillRect b="0" l="0" r="0" t="0"/>
            </a:stretch>
          </a:blipFill>
          <a:ln>
            <a:noFill/>
          </a:ln>
        </p:spPr>
      </p:sp>
      <p:sp>
        <p:nvSpPr>
          <p:cNvPr id="578" name="Google Shape;578;p31"/>
          <p:cNvSpPr/>
          <p:nvPr/>
        </p:nvSpPr>
        <p:spPr>
          <a:xfrm rot="-10197389">
            <a:off x="15531917" y="-653517"/>
            <a:ext cx="5396459" cy="4114800"/>
          </a:xfrm>
          <a:custGeom>
            <a:rect b="b" l="l" r="r" t="t"/>
            <a:pathLst>
              <a:path extrusionOk="0" h="4114800" w="5396459">
                <a:moveTo>
                  <a:pt x="0" y="0"/>
                </a:moveTo>
                <a:lnTo>
                  <a:pt x="5396459" y="0"/>
                </a:lnTo>
                <a:lnTo>
                  <a:pt x="5396459" y="4114800"/>
                </a:lnTo>
                <a:lnTo>
                  <a:pt x="0" y="4114800"/>
                </a:lnTo>
                <a:lnTo>
                  <a:pt x="0" y="0"/>
                </a:lnTo>
                <a:close/>
              </a:path>
            </a:pathLst>
          </a:custGeom>
          <a:blipFill rotWithShape="1">
            <a:blip r:embed="rId9">
              <a:alphaModFix/>
            </a:blip>
            <a:stretch>
              <a:fillRect b="0" l="0" r="0" t="0"/>
            </a:stretch>
          </a:blipFill>
          <a:ln>
            <a:noFill/>
          </a:ln>
        </p:spPr>
      </p:sp>
      <p:sp>
        <p:nvSpPr>
          <p:cNvPr id="579" name="Google Shape;579;p31"/>
          <p:cNvSpPr/>
          <p:nvPr/>
        </p:nvSpPr>
        <p:spPr>
          <a:xfrm rot="-9994124">
            <a:off x="5425198" y="9403862"/>
            <a:ext cx="5875677" cy="3238967"/>
          </a:xfrm>
          <a:custGeom>
            <a:rect b="b" l="l" r="r" t="t"/>
            <a:pathLst>
              <a:path extrusionOk="0" h="3238967" w="5875677">
                <a:moveTo>
                  <a:pt x="0" y="0"/>
                </a:moveTo>
                <a:lnTo>
                  <a:pt x="5875677" y="0"/>
                </a:lnTo>
                <a:lnTo>
                  <a:pt x="5875677" y="3238967"/>
                </a:lnTo>
                <a:lnTo>
                  <a:pt x="0" y="3238967"/>
                </a:lnTo>
                <a:lnTo>
                  <a:pt x="0" y="0"/>
                </a:lnTo>
                <a:close/>
              </a:path>
            </a:pathLst>
          </a:custGeom>
          <a:blipFill rotWithShape="1">
            <a:blip r:embed="rId10">
              <a:alphaModFix/>
            </a:blip>
            <a:stretch>
              <a:fillRect b="0" l="0" r="0" t="0"/>
            </a:stretch>
          </a:blipFill>
          <a:ln>
            <a:noFill/>
          </a:ln>
        </p:spPr>
      </p:sp>
      <p:sp>
        <p:nvSpPr>
          <p:cNvPr id="580" name="Google Shape;580;p31"/>
          <p:cNvSpPr/>
          <p:nvPr/>
        </p:nvSpPr>
        <p:spPr>
          <a:xfrm rot="-7239578">
            <a:off x="-916157" y="-1028700"/>
            <a:ext cx="2227136" cy="4114800"/>
          </a:xfrm>
          <a:custGeom>
            <a:rect b="b" l="l" r="r" t="t"/>
            <a:pathLst>
              <a:path extrusionOk="0" h="4114800" w="2227136">
                <a:moveTo>
                  <a:pt x="0" y="0"/>
                </a:moveTo>
                <a:lnTo>
                  <a:pt x="2227136" y="0"/>
                </a:lnTo>
                <a:lnTo>
                  <a:pt x="2227136" y="4114800"/>
                </a:lnTo>
                <a:lnTo>
                  <a:pt x="0" y="4114800"/>
                </a:lnTo>
                <a:lnTo>
                  <a:pt x="0" y="0"/>
                </a:lnTo>
                <a:close/>
              </a:path>
            </a:pathLst>
          </a:custGeom>
          <a:blipFill rotWithShape="1">
            <a:blip r:embed="rId11">
              <a:alphaModFix/>
            </a:blip>
            <a:stretch>
              <a:fillRect b="0" l="0" r="0" t="0"/>
            </a:stretch>
          </a:blipFill>
          <a:ln>
            <a:noFill/>
          </a:ln>
        </p:spPr>
      </p:sp>
      <p:sp>
        <p:nvSpPr>
          <p:cNvPr id="581" name="Google Shape;581;p31"/>
          <p:cNvSpPr/>
          <p:nvPr/>
        </p:nvSpPr>
        <p:spPr>
          <a:xfrm rot="2598121">
            <a:off x="2491871" y="7209833"/>
            <a:ext cx="3007321" cy="1759283"/>
          </a:xfrm>
          <a:custGeom>
            <a:rect b="b" l="l" r="r" t="t"/>
            <a:pathLst>
              <a:path extrusionOk="0" h="1759283" w="3007321">
                <a:moveTo>
                  <a:pt x="0" y="0"/>
                </a:moveTo>
                <a:lnTo>
                  <a:pt x="3007320" y="0"/>
                </a:lnTo>
                <a:lnTo>
                  <a:pt x="3007320" y="1759283"/>
                </a:lnTo>
                <a:lnTo>
                  <a:pt x="0" y="1759283"/>
                </a:lnTo>
                <a:lnTo>
                  <a:pt x="0" y="0"/>
                </a:lnTo>
                <a:close/>
              </a:path>
            </a:pathLst>
          </a:custGeom>
          <a:blipFill rotWithShape="1">
            <a:blip r:embed="rId12">
              <a:alphaModFix/>
            </a:blip>
            <a:stretch>
              <a:fillRect b="0" l="0" r="0" t="0"/>
            </a:stretch>
          </a:blipFill>
          <a:ln>
            <a:noFill/>
          </a:ln>
        </p:spPr>
      </p:sp>
      <p:sp>
        <p:nvSpPr>
          <p:cNvPr id="582" name="Google Shape;582;p31"/>
          <p:cNvSpPr/>
          <p:nvPr/>
        </p:nvSpPr>
        <p:spPr>
          <a:xfrm rot="3945637">
            <a:off x="13786679" y="3168847"/>
            <a:ext cx="1146208" cy="2324001"/>
          </a:xfrm>
          <a:custGeom>
            <a:rect b="b" l="l" r="r" t="t"/>
            <a:pathLst>
              <a:path extrusionOk="0" h="2324001" w="1146208">
                <a:moveTo>
                  <a:pt x="0" y="0"/>
                </a:moveTo>
                <a:lnTo>
                  <a:pt x="1146208" y="0"/>
                </a:lnTo>
                <a:lnTo>
                  <a:pt x="1146208" y="2324000"/>
                </a:lnTo>
                <a:lnTo>
                  <a:pt x="0" y="2324000"/>
                </a:lnTo>
                <a:lnTo>
                  <a:pt x="0" y="0"/>
                </a:lnTo>
                <a:close/>
              </a:path>
            </a:pathLst>
          </a:custGeom>
          <a:blipFill rotWithShape="1">
            <a:blip r:embed="rId13">
              <a:alphaModFix/>
            </a:blip>
            <a:stretch>
              <a:fillRect b="-23885" l="-165097" r="0" t="0"/>
            </a:stretch>
          </a:blipFill>
          <a:ln>
            <a:noFill/>
          </a:ln>
        </p:spPr>
      </p:sp>
      <p:sp>
        <p:nvSpPr>
          <p:cNvPr id="583" name="Google Shape;583;p31"/>
          <p:cNvSpPr/>
          <p:nvPr/>
        </p:nvSpPr>
        <p:spPr>
          <a:xfrm rot="-5400000">
            <a:off x="16049771" y="7736121"/>
            <a:ext cx="5396459" cy="4114800"/>
          </a:xfrm>
          <a:custGeom>
            <a:rect b="b" l="l" r="r" t="t"/>
            <a:pathLst>
              <a:path extrusionOk="0" h="4114800" w="5396459">
                <a:moveTo>
                  <a:pt x="0" y="0"/>
                </a:moveTo>
                <a:lnTo>
                  <a:pt x="5396459" y="0"/>
                </a:lnTo>
                <a:lnTo>
                  <a:pt x="5396459" y="4114800"/>
                </a:lnTo>
                <a:lnTo>
                  <a:pt x="0" y="4114800"/>
                </a:lnTo>
                <a:lnTo>
                  <a:pt x="0" y="0"/>
                </a:lnTo>
                <a:close/>
              </a:path>
            </a:pathLst>
          </a:custGeom>
          <a:blipFill rotWithShape="1">
            <a:blip r:embed="rId9">
              <a:alphaModFix/>
            </a:blip>
            <a:stretch>
              <a:fillRect b="0" l="0" r="0" t="0"/>
            </a:stretch>
          </a:blipFill>
          <a:ln>
            <a:noFill/>
          </a:ln>
        </p:spPr>
      </p:sp>
      <p:sp>
        <p:nvSpPr>
          <p:cNvPr id="584" name="Google Shape;584;p31"/>
          <p:cNvSpPr/>
          <p:nvPr/>
        </p:nvSpPr>
        <p:spPr>
          <a:xfrm rot="10252938">
            <a:off x="8709979" y="-1552077"/>
            <a:ext cx="4257941" cy="2458961"/>
          </a:xfrm>
          <a:custGeom>
            <a:rect b="b" l="l" r="r" t="t"/>
            <a:pathLst>
              <a:path extrusionOk="0" h="2458961" w="4257941">
                <a:moveTo>
                  <a:pt x="0" y="0"/>
                </a:moveTo>
                <a:lnTo>
                  <a:pt x="4257941" y="0"/>
                </a:lnTo>
                <a:lnTo>
                  <a:pt x="4257941" y="2458961"/>
                </a:lnTo>
                <a:lnTo>
                  <a:pt x="0" y="2458961"/>
                </a:lnTo>
                <a:lnTo>
                  <a:pt x="0" y="0"/>
                </a:lnTo>
                <a:close/>
              </a:path>
            </a:pathLst>
          </a:custGeom>
          <a:blipFill rotWithShape="1">
            <a:blip r:embed="rId14">
              <a:alphaModFix/>
            </a:blip>
            <a:stretch>
              <a:fillRect b="0" l="0" r="0" t="0"/>
            </a:stretch>
          </a:blipFill>
          <a:ln>
            <a:noFill/>
          </a:ln>
        </p:spPr>
      </p:sp>
      <p:sp>
        <p:nvSpPr>
          <p:cNvPr id="585" name="Google Shape;585;p31"/>
          <p:cNvSpPr/>
          <p:nvPr/>
        </p:nvSpPr>
        <p:spPr>
          <a:xfrm rot="5947534">
            <a:off x="3555012" y="-2929516"/>
            <a:ext cx="2978086" cy="4114800"/>
          </a:xfrm>
          <a:custGeom>
            <a:rect b="b" l="l" r="r" t="t"/>
            <a:pathLst>
              <a:path extrusionOk="0" h="4114800" w="2978086">
                <a:moveTo>
                  <a:pt x="0" y="0"/>
                </a:moveTo>
                <a:lnTo>
                  <a:pt x="2978087" y="0"/>
                </a:lnTo>
                <a:lnTo>
                  <a:pt x="2978087" y="4114800"/>
                </a:lnTo>
                <a:lnTo>
                  <a:pt x="0" y="4114800"/>
                </a:lnTo>
                <a:lnTo>
                  <a:pt x="0" y="0"/>
                </a:lnTo>
                <a:close/>
              </a:path>
            </a:pathLst>
          </a:custGeom>
          <a:blipFill rotWithShape="1">
            <a:blip r:embed="rId7">
              <a:alphaModFix/>
            </a:blip>
            <a:stretch>
              <a:fillRect b="0" l="0" r="0" t="0"/>
            </a:stretch>
          </a:blipFill>
          <a:ln>
            <a:noFill/>
          </a:ln>
        </p:spPr>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1C5E9"/>
        </a:solidFill>
      </p:bgPr>
    </p:bg>
    <p:spTree>
      <p:nvGrpSpPr>
        <p:cNvPr id="589" name="Shape 589"/>
        <p:cNvGrpSpPr/>
        <p:nvPr/>
      </p:nvGrpSpPr>
      <p:grpSpPr>
        <a:xfrm>
          <a:off x="0" y="0"/>
          <a:ext cx="0" cy="0"/>
          <a:chOff x="0" y="0"/>
          <a:chExt cx="0" cy="0"/>
        </a:xfrm>
      </p:grpSpPr>
      <p:sp>
        <p:nvSpPr>
          <p:cNvPr id="590" name="Google Shape;590;p32"/>
          <p:cNvSpPr/>
          <p:nvPr/>
        </p:nvSpPr>
        <p:spPr>
          <a:xfrm rot="5987975">
            <a:off x="16813139" y="7906835"/>
            <a:ext cx="2227136" cy="4114800"/>
          </a:xfrm>
          <a:custGeom>
            <a:rect b="b" l="l" r="r" t="t"/>
            <a:pathLst>
              <a:path extrusionOk="0" h="4114800" w="2227136">
                <a:moveTo>
                  <a:pt x="0" y="0"/>
                </a:moveTo>
                <a:lnTo>
                  <a:pt x="2227135" y="0"/>
                </a:lnTo>
                <a:lnTo>
                  <a:pt x="2227135" y="4114800"/>
                </a:lnTo>
                <a:lnTo>
                  <a:pt x="0" y="4114800"/>
                </a:lnTo>
                <a:lnTo>
                  <a:pt x="0" y="0"/>
                </a:lnTo>
                <a:close/>
              </a:path>
            </a:pathLst>
          </a:custGeom>
          <a:blipFill rotWithShape="1">
            <a:blip r:embed="rId3">
              <a:alphaModFix/>
            </a:blip>
            <a:stretch>
              <a:fillRect b="0" l="0" r="0" t="0"/>
            </a:stretch>
          </a:blipFill>
          <a:ln>
            <a:noFill/>
          </a:ln>
        </p:spPr>
      </p:sp>
      <p:sp>
        <p:nvSpPr>
          <p:cNvPr id="591" name="Google Shape;591;p32"/>
          <p:cNvSpPr/>
          <p:nvPr/>
        </p:nvSpPr>
        <p:spPr>
          <a:xfrm rot="4705922">
            <a:off x="13742333" y="-2093217"/>
            <a:ext cx="2978086" cy="4114800"/>
          </a:xfrm>
          <a:custGeom>
            <a:rect b="b" l="l" r="r" t="t"/>
            <a:pathLst>
              <a:path extrusionOk="0" h="4114800" w="2978086">
                <a:moveTo>
                  <a:pt x="0" y="0"/>
                </a:moveTo>
                <a:lnTo>
                  <a:pt x="2978087" y="0"/>
                </a:lnTo>
                <a:lnTo>
                  <a:pt x="2978087" y="4114800"/>
                </a:lnTo>
                <a:lnTo>
                  <a:pt x="0" y="4114800"/>
                </a:lnTo>
                <a:lnTo>
                  <a:pt x="0" y="0"/>
                </a:lnTo>
                <a:close/>
              </a:path>
            </a:pathLst>
          </a:custGeom>
          <a:blipFill rotWithShape="1">
            <a:blip r:embed="rId4">
              <a:alphaModFix/>
            </a:blip>
            <a:stretch>
              <a:fillRect b="0" l="0" r="0" t="0"/>
            </a:stretch>
          </a:blipFill>
          <a:ln>
            <a:noFill/>
          </a:ln>
        </p:spPr>
      </p:sp>
      <p:grpSp>
        <p:nvGrpSpPr>
          <p:cNvPr id="592" name="Google Shape;592;p32"/>
          <p:cNvGrpSpPr/>
          <p:nvPr/>
        </p:nvGrpSpPr>
        <p:grpSpPr>
          <a:xfrm>
            <a:off x="0" y="300789"/>
            <a:ext cx="11090288" cy="11124788"/>
            <a:chOff x="0" y="0"/>
            <a:chExt cx="14787050" cy="14833051"/>
          </a:xfrm>
        </p:grpSpPr>
        <p:sp>
          <p:nvSpPr>
            <p:cNvPr id="593" name="Google Shape;593;p32"/>
            <p:cNvSpPr/>
            <p:nvPr/>
          </p:nvSpPr>
          <p:spPr>
            <a:xfrm>
              <a:off x="3161646" y="0"/>
              <a:ext cx="11625404" cy="14833051"/>
            </a:xfrm>
            <a:custGeom>
              <a:rect b="b" l="l" r="r" t="t"/>
              <a:pathLst>
                <a:path extrusionOk="0" h="14833051" w="11625404">
                  <a:moveTo>
                    <a:pt x="0" y="0"/>
                  </a:moveTo>
                  <a:lnTo>
                    <a:pt x="11625403" y="0"/>
                  </a:lnTo>
                  <a:lnTo>
                    <a:pt x="11625403" y="14833051"/>
                  </a:lnTo>
                  <a:lnTo>
                    <a:pt x="0" y="14833051"/>
                  </a:lnTo>
                  <a:lnTo>
                    <a:pt x="0" y="0"/>
                  </a:lnTo>
                  <a:close/>
                </a:path>
              </a:pathLst>
            </a:custGeom>
            <a:blipFill rotWithShape="1">
              <a:blip r:embed="rId5">
                <a:alphaModFix/>
              </a:blip>
              <a:stretch>
                <a:fillRect b="0" l="0" r="0" t="0"/>
              </a:stretch>
            </a:blipFill>
            <a:ln>
              <a:noFill/>
            </a:ln>
          </p:spPr>
        </p:sp>
        <p:sp>
          <p:nvSpPr>
            <p:cNvPr id="594" name="Google Shape;594;p32"/>
            <p:cNvSpPr/>
            <p:nvPr/>
          </p:nvSpPr>
          <p:spPr>
            <a:xfrm>
              <a:off x="0" y="75987"/>
              <a:ext cx="3378825" cy="14757064"/>
            </a:xfrm>
            <a:custGeom>
              <a:rect b="b" l="l" r="r" t="t"/>
              <a:pathLst>
                <a:path extrusionOk="0" h="14757064" w="3378825">
                  <a:moveTo>
                    <a:pt x="0" y="0"/>
                  </a:moveTo>
                  <a:lnTo>
                    <a:pt x="3378825" y="0"/>
                  </a:lnTo>
                  <a:lnTo>
                    <a:pt x="3378825" y="14757064"/>
                  </a:lnTo>
                  <a:lnTo>
                    <a:pt x="0" y="14757064"/>
                  </a:lnTo>
                  <a:lnTo>
                    <a:pt x="0" y="0"/>
                  </a:lnTo>
                  <a:close/>
                </a:path>
              </a:pathLst>
            </a:custGeom>
            <a:blipFill rotWithShape="1">
              <a:blip r:embed="rId6">
                <a:alphaModFix/>
              </a:blip>
              <a:stretch>
                <a:fillRect b="0" l="0" r="-244056" t="-513"/>
              </a:stretch>
            </a:blipFill>
            <a:ln>
              <a:noFill/>
            </a:ln>
          </p:spPr>
        </p:sp>
      </p:grpSp>
      <p:sp>
        <p:nvSpPr>
          <p:cNvPr id="595" name="Google Shape;595;p32"/>
          <p:cNvSpPr/>
          <p:nvPr/>
        </p:nvSpPr>
        <p:spPr>
          <a:xfrm rot="3945637">
            <a:off x="9645166" y="392191"/>
            <a:ext cx="1209807" cy="2452951"/>
          </a:xfrm>
          <a:custGeom>
            <a:rect b="b" l="l" r="r" t="t"/>
            <a:pathLst>
              <a:path extrusionOk="0" h="2452951" w="1209807">
                <a:moveTo>
                  <a:pt x="0" y="0"/>
                </a:moveTo>
                <a:lnTo>
                  <a:pt x="1209807" y="0"/>
                </a:lnTo>
                <a:lnTo>
                  <a:pt x="1209807" y="2452951"/>
                </a:lnTo>
                <a:lnTo>
                  <a:pt x="0" y="2452951"/>
                </a:lnTo>
                <a:lnTo>
                  <a:pt x="0" y="0"/>
                </a:lnTo>
                <a:close/>
              </a:path>
            </a:pathLst>
          </a:custGeom>
          <a:blipFill rotWithShape="1">
            <a:blip r:embed="rId7">
              <a:alphaModFix/>
            </a:blip>
            <a:stretch>
              <a:fillRect b="-23885" l="-165097" r="0" t="0"/>
            </a:stretch>
          </a:blipFill>
          <a:ln>
            <a:noFill/>
          </a:ln>
        </p:spPr>
      </p:sp>
      <p:sp>
        <p:nvSpPr>
          <p:cNvPr id="596" name="Google Shape;596;p32"/>
          <p:cNvSpPr/>
          <p:nvPr/>
        </p:nvSpPr>
        <p:spPr>
          <a:xfrm rot="-277003">
            <a:off x="16620143" y="1073409"/>
            <a:ext cx="1209807" cy="2452951"/>
          </a:xfrm>
          <a:custGeom>
            <a:rect b="b" l="l" r="r" t="t"/>
            <a:pathLst>
              <a:path extrusionOk="0" h="2452951" w="1209807">
                <a:moveTo>
                  <a:pt x="0" y="0"/>
                </a:moveTo>
                <a:lnTo>
                  <a:pt x="1209807" y="0"/>
                </a:lnTo>
                <a:lnTo>
                  <a:pt x="1209807" y="2452951"/>
                </a:lnTo>
                <a:lnTo>
                  <a:pt x="0" y="2452951"/>
                </a:lnTo>
                <a:lnTo>
                  <a:pt x="0" y="0"/>
                </a:lnTo>
                <a:close/>
              </a:path>
            </a:pathLst>
          </a:custGeom>
          <a:blipFill rotWithShape="1">
            <a:blip r:embed="rId8">
              <a:alphaModFix/>
            </a:blip>
            <a:stretch>
              <a:fillRect b="-23885" l="-165097" r="0" t="0"/>
            </a:stretch>
          </a:blipFill>
          <a:ln>
            <a:noFill/>
          </a:ln>
        </p:spPr>
      </p:sp>
      <p:sp>
        <p:nvSpPr>
          <p:cNvPr id="597" name="Google Shape;597;p32"/>
          <p:cNvSpPr/>
          <p:nvPr/>
        </p:nvSpPr>
        <p:spPr>
          <a:xfrm>
            <a:off x="10526698" y="3571069"/>
            <a:ext cx="7400008" cy="4584228"/>
          </a:xfrm>
          <a:custGeom>
            <a:rect b="b" l="l" r="r" t="t"/>
            <a:pathLst>
              <a:path extrusionOk="0" h="4584228" w="7400008">
                <a:moveTo>
                  <a:pt x="0" y="0"/>
                </a:moveTo>
                <a:lnTo>
                  <a:pt x="7400008" y="0"/>
                </a:lnTo>
                <a:lnTo>
                  <a:pt x="7400008" y="4584228"/>
                </a:lnTo>
                <a:lnTo>
                  <a:pt x="0" y="4584228"/>
                </a:lnTo>
                <a:lnTo>
                  <a:pt x="0" y="0"/>
                </a:lnTo>
                <a:close/>
              </a:path>
            </a:pathLst>
          </a:custGeom>
          <a:blipFill rotWithShape="1">
            <a:blip r:embed="rId9">
              <a:alphaModFix/>
            </a:blip>
            <a:stretch>
              <a:fillRect b="0" l="0" r="0" t="0"/>
            </a:stretch>
          </a:blipFill>
          <a:ln>
            <a:noFill/>
          </a:ln>
        </p:spPr>
      </p:sp>
      <p:sp>
        <p:nvSpPr>
          <p:cNvPr id="598" name="Google Shape;598;p32"/>
          <p:cNvSpPr txBox="1"/>
          <p:nvPr/>
        </p:nvSpPr>
        <p:spPr>
          <a:xfrm>
            <a:off x="334656" y="2103485"/>
            <a:ext cx="8474700" cy="7998000"/>
          </a:xfrm>
          <a:prstGeom prst="rect">
            <a:avLst/>
          </a:prstGeom>
          <a:noFill/>
          <a:ln>
            <a:noFill/>
          </a:ln>
        </p:spPr>
        <p:txBody>
          <a:bodyPr anchorCtr="0" anchor="t" bIns="0" lIns="0" spcFirstLastPara="1" rIns="0" wrap="square" tIns="0">
            <a:spAutoFit/>
          </a:bodyPr>
          <a:lstStyle/>
          <a:p>
            <a:pPr indent="0" lvl="0" marL="0" marR="0" rtl="0" algn="just">
              <a:lnSpc>
                <a:spcPct val="120008"/>
              </a:lnSpc>
              <a:spcBef>
                <a:spcPts val="0"/>
              </a:spcBef>
              <a:spcAft>
                <a:spcPts val="0"/>
              </a:spcAft>
              <a:buNone/>
            </a:pPr>
            <a:r>
              <a:rPr b="0" i="0" lang="en-US" sz="2299" u="none" cap="none" strike="noStrike">
                <a:solidFill>
                  <a:srgbClr val="000000"/>
                </a:solidFill>
                <a:latin typeface="DM Sans"/>
                <a:ea typeface="DM Sans"/>
                <a:cs typeface="DM Sans"/>
                <a:sym typeface="DM Sans"/>
              </a:rPr>
              <a:t>En ocasiones, es necesario conectar al puerto del switch otro dispositivo de red, como por ejemplo un hub. Al hacer esto, se incrementa el número de hosts que pueden conectarse a la red.</a:t>
            </a:r>
            <a:endParaRPr sz="1200"/>
          </a:p>
          <a:p>
            <a:pPr indent="0" lvl="0" marL="0" marR="0" rtl="0" algn="just">
              <a:lnSpc>
                <a:spcPct val="120008"/>
              </a:lnSpc>
              <a:spcBef>
                <a:spcPts val="0"/>
              </a:spcBef>
              <a:spcAft>
                <a:spcPts val="0"/>
              </a:spcAft>
              <a:buNone/>
            </a:pPr>
            <a:r>
              <a:t/>
            </a:r>
            <a:endParaRPr b="0" i="0" sz="2299" u="none" cap="none" strike="noStrike">
              <a:solidFill>
                <a:srgbClr val="000000"/>
              </a:solidFill>
              <a:latin typeface="DM Sans"/>
              <a:ea typeface="DM Sans"/>
              <a:cs typeface="DM Sans"/>
              <a:sym typeface="DM Sans"/>
            </a:endParaRPr>
          </a:p>
          <a:p>
            <a:pPr indent="0" lvl="0" marL="0" marR="0" rtl="0" algn="just">
              <a:lnSpc>
                <a:spcPct val="120008"/>
              </a:lnSpc>
              <a:spcBef>
                <a:spcPts val="0"/>
              </a:spcBef>
              <a:spcAft>
                <a:spcPts val="0"/>
              </a:spcAft>
              <a:buNone/>
            </a:pPr>
            <a:r>
              <a:rPr b="0" i="0" lang="en-US" sz="2299" u="none" cap="none" strike="noStrike">
                <a:solidFill>
                  <a:srgbClr val="000000"/>
                </a:solidFill>
                <a:latin typeface="DM Sans"/>
                <a:ea typeface="DM Sans"/>
                <a:cs typeface="DM Sans"/>
                <a:sym typeface="DM Sans"/>
              </a:rPr>
              <a:t>Cuando se conecta un hub, el switch asocia las direcciones MAC de todos los hosts conectados a dicho hub con el puerto del switch al que ese hub corresponde.</a:t>
            </a:r>
            <a:endParaRPr sz="1200"/>
          </a:p>
          <a:p>
            <a:pPr indent="0" lvl="0" marL="0" marR="0" rtl="0" algn="just">
              <a:lnSpc>
                <a:spcPct val="120008"/>
              </a:lnSpc>
              <a:spcBef>
                <a:spcPts val="0"/>
              </a:spcBef>
              <a:spcAft>
                <a:spcPts val="0"/>
              </a:spcAft>
              <a:buNone/>
            </a:pPr>
            <a:r>
              <a:t/>
            </a:r>
            <a:endParaRPr b="0" i="0" sz="2299" u="none" cap="none" strike="noStrike">
              <a:solidFill>
                <a:srgbClr val="000000"/>
              </a:solidFill>
              <a:latin typeface="DM Sans"/>
              <a:ea typeface="DM Sans"/>
              <a:cs typeface="DM Sans"/>
              <a:sym typeface="DM Sans"/>
            </a:endParaRPr>
          </a:p>
          <a:p>
            <a:pPr indent="0" lvl="0" marL="0" marR="0" rtl="0" algn="just">
              <a:lnSpc>
                <a:spcPct val="120008"/>
              </a:lnSpc>
              <a:spcBef>
                <a:spcPts val="0"/>
              </a:spcBef>
              <a:spcAft>
                <a:spcPts val="0"/>
              </a:spcAft>
              <a:buNone/>
            </a:pPr>
            <a:r>
              <a:rPr b="0" i="0" lang="en-US" sz="2299" u="none" cap="none" strike="noStrike">
                <a:solidFill>
                  <a:srgbClr val="000000"/>
                </a:solidFill>
                <a:latin typeface="DM Sans"/>
                <a:ea typeface="DM Sans"/>
                <a:cs typeface="DM Sans"/>
                <a:sym typeface="DM Sans"/>
              </a:rPr>
              <a:t>Cuando se conecta el hub al puerto del switch, pueden producirse colisiones. Si esto ocurre, el hub reenvía a través de todos sus puertos el mensaje corrupto. El switch recibirá el mensaje, pero a diferencia del hub, no lo reenviara. Como resultado, cada puerto del switch da lugar a un dominio de colisión separado.</a:t>
            </a:r>
            <a:endParaRPr sz="1200"/>
          </a:p>
          <a:p>
            <a:pPr indent="0" lvl="0" marL="0" marR="0" rtl="0" algn="just">
              <a:lnSpc>
                <a:spcPct val="120008"/>
              </a:lnSpc>
              <a:spcBef>
                <a:spcPts val="0"/>
              </a:spcBef>
              <a:spcAft>
                <a:spcPts val="0"/>
              </a:spcAft>
              <a:buNone/>
            </a:pPr>
            <a:r>
              <a:t/>
            </a:r>
            <a:endParaRPr b="0" i="0" sz="2299" u="none" cap="none" strike="noStrike">
              <a:solidFill>
                <a:srgbClr val="000000"/>
              </a:solidFill>
              <a:latin typeface="DM Sans"/>
              <a:ea typeface="DM Sans"/>
              <a:cs typeface="DM Sans"/>
              <a:sym typeface="DM Sans"/>
            </a:endParaRPr>
          </a:p>
          <a:p>
            <a:pPr indent="0" lvl="0" marL="0" marR="0" rtl="0" algn="just">
              <a:lnSpc>
                <a:spcPct val="120008"/>
              </a:lnSpc>
              <a:spcBef>
                <a:spcPts val="0"/>
              </a:spcBef>
              <a:spcAft>
                <a:spcPts val="0"/>
              </a:spcAft>
              <a:buNone/>
            </a:pPr>
            <a:r>
              <a:rPr b="0" i="0" lang="en-US" sz="2299" u="none" cap="none" strike="noStrike">
                <a:solidFill>
                  <a:srgbClr val="000000"/>
                </a:solidFill>
                <a:latin typeface="DM Sans"/>
                <a:ea typeface="DM Sans"/>
                <a:cs typeface="DM Sans"/>
                <a:sym typeface="DM Sans"/>
              </a:rPr>
              <a:t>La creación de múltiples dominios de colisión es ventajosa porque limita el número de hosts contenido en cada uno de esos dominios.</a:t>
            </a:r>
            <a:endParaRPr sz="1200"/>
          </a:p>
        </p:txBody>
      </p:sp>
      <p:sp>
        <p:nvSpPr>
          <p:cNvPr id="599" name="Google Shape;599;p32"/>
          <p:cNvSpPr txBox="1"/>
          <p:nvPr/>
        </p:nvSpPr>
        <p:spPr>
          <a:xfrm>
            <a:off x="1028775" y="1133874"/>
            <a:ext cx="7854600" cy="969600"/>
          </a:xfrm>
          <a:prstGeom prst="rect">
            <a:avLst/>
          </a:prstGeom>
          <a:noFill/>
          <a:ln>
            <a:noFill/>
          </a:ln>
        </p:spPr>
        <p:txBody>
          <a:bodyPr anchorCtr="0" anchor="t" bIns="0" lIns="0" spcFirstLastPara="1" rIns="0" wrap="square" tIns="0">
            <a:spAutoFit/>
          </a:bodyPr>
          <a:lstStyle/>
          <a:p>
            <a:pPr indent="0" lvl="0" marL="0" marR="0" rtl="0" algn="l">
              <a:lnSpc>
                <a:spcPct val="112001"/>
              </a:lnSpc>
              <a:spcBef>
                <a:spcPts val="0"/>
              </a:spcBef>
              <a:spcAft>
                <a:spcPts val="0"/>
              </a:spcAft>
              <a:buNone/>
            </a:pPr>
            <a:r>
              <a:rPr b="1" i="0" lang="en-US" sz="6299" u="none" cap="none" strike="noStrike">
                <a:solidFill>
                  <a:srgbClr val="000000"/>
                </a:solidFill>
                <a:latin typeface="Arial"/>
                <a:ea typeface="Arial"/>
                <a:cs typeface="Arial"/>
                <a:sym typeface="Arial"/>
              </a:rPr>
              <a:t>Dominio de Colisión</a:t>
            </a:r>
            <a:endParaRPr sz="10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1C5E9"/>
        </a:solidFill>
      </p:bgPr>
    </p:bg>
    <p:spTree>
      <p:nvGrpSpPr>
        <p:cNvPr id="603" name="Shape 603"/>
        <p:cNvGrpSpPr/>
        <p:nvPr/>
      </p:nvGrpSpPr>
      <p:grpSpPr>
        <a:xfrm>
          <a:off x="0" y="0"/>
          <a:ext cx="0" cy="0"/>
          <a:chOff x="0" y="0"/>
          <a:chExt cx="0" cy="0"/>
        </a:xfrm>
      </p:grpSpPr>
      <p:grpSp>
        <p:nvGrpSpPr>
          <p:cNvPr id="604" name="Google Shape;604;p33"/>
          <p:cNvGrpSpPr/>
          <p:nvPr/>
        </p:nvGrpSpPr>
        <p:grpSpPr>
          <a:xfrm rot="420336">
            <a:off x="10993793" y="2321358"/>
            <a:ext cx="6033074" cy="5421872"/>
            <a:chOff x="0" y="0"/>
            <a:chExt cx="1588958" cy="1427983"/>
          </a:xfrm>
        </p:grpSpPr>
        <p:sp>
          <p:nvSpPr>
            <p:cNvPr id="605" name="Google Shape;605;p33"/>
            <p:cNvSpPr/>
            <p:nvPr/>
          </p:nvSpPr>
          <p:spPr>
            <a:xfrm>
              <a:off x="0" y="0"/>
              <a:ext cx="1588958" cy="1427983"/>
            </a:xfrm>
            <a:custGeom>
              <a:rect b="b" l="l" r="r" t="t"/>
              <a:pathLst>
                <a:path extrusionOk="0" h="1427983" w="1588958">
                  <a:moveTo>
                    <a:pt x="0" y="0"/>
                  </a:moveTo>
                  <a:lnTo>
                    <a:pt x="1588958" y="0"/>
                  </a:lnTo>
                  <a:lnTo>
                    <a:pt x="1588958" y="1427983"/>
                  </a:lnTo>
                  <a:lnTo>
                    <a:pt x="0" y="1427983"/>
                  </a:lnTo>
                  <a:close/>
                </a:path>
              </a:pathLst>
            </a:custGeom>
            <a:solidFill>
              <a:srgbClr val="FFFFFF"/>
            </a:solidFill>
            <a:ln>
              <a:noFill/>
            </a:ln>
          </p:spPr>
        </p:sp>
        <p:sp>
          <p:nvSpPr>
            <p:cNvPr id="606" name="Google Shape;606;p33"/>
            <p:cNvSpPr txBox="1"/>
            <p:nvPr/>
          </p:nvSpPr>
          <p:spPr>
            <a:xfrm>
              <a:off x="0" y="38100"/>
              <a:ext cx="1588958" cy="1389883"/>
            </a:xfrm>
            <a:prstGeom prst="rect">
              <a:avLst/>
            </a:prstGeom>
            <a:noFill/>
            <a:ln>
              <a:noFill/>
            </a:ln>
          </p:spPr>
          <p:txBody>
            <a:bodyPr anchorCtr="0" anchor="ctr" bIns="50800" lIns="50800" spcFirstLastPara="1" rIns="50800" wrap="square" tIns="50800">
              <a:noAutofit/>
            </a:bodyPr>
            <a:lstStyle/>
            <a:p>
              <a:pPr indent="0" lvl="0" marL="0" marR="0" rtl="0" algn="ctr">
                <a:lnSpc>
                  <a:spcPct val="149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607" name="Google Shape;607;p33"/>
          <p:cNvSpPr/>
          <p:nvPr/>
        </p:nvSpPr>
        <p:spPr>
          <a:xfrm rot="5987975">
            <a:off x="16813139" y="7906835"/>
            <a:ext cx="2227136" cy="4114800"/>
          </a:xfrm>
          <a:custGeom>
            <a:rect b="b" l="l" r="r" t="t"/>
            <a:pathLst>
              <a:path extrusionOk="0" h="4114800" w="2227136">
                <a:moveTo>
                  <a:pt x="0" y="0"/>
                </a:moveTo>
                <a:lnTo>
                  <a:pt x="2227135" y="0"/>
                </a:lnTo>
                <a:lnTo>
                  <a:pt x="2227135" y="4114800"/>
                </a:lnTo>
                <a:lnTo>
                  <a:pt x="0" y="4114800"/>
                </a:lnTo>
                <a:lnTo>
                  <a:pt x="0" y="0"/>
                </a:lnTo>
                <a:close/>
              </a:path>
            </a:pathLst>
          </a:custGeom>
          <a:blipFill rotWithShape="1">
            <a:blip r:embed="rId3">
              <a:alphaModFix/>
            </a:blip>
            <a:stretch>
              <a:fillRect b="0" l="0" r="0" t="0"/>
            </a:stretch>
          </a:blipFill>
          <a:ln>
            <a:noFill/>
          </a:ln>
        </p:spPr>
      </p:sp>
      <p:sp>
        <p:nvSpPr>
          <p:cNvPr id="608" name="Google Shape;608;p33"/>
          <p:cNvSpPr/>
          <p:nvPr/>
        </p:nvSpPr>
        <p:spPr>
          <a:xfrm rot="4705922">
            <a:off x="13742333" y="-2093217"/>
            <a:ext cx="2978086" cy="4114800"/>
          </a:xfrm>
          <a:custGeom>
            <a:rect b="b" l="l" r="r" t="t"/>
            <a:pathLst>
              <a:path extrusionOk="0" h="4114800" w="2978086">
                <a:moveTo>
                  <a:pt x="0" y="0"/>
                </a:moveTo>
                <a:lnTo>
                  <a:pt x="2978087" y="0"/>
                </a:lnTo>
                <a:lnTo>
                  <a:pt x="2978087" y="4114800"/>
                </a:lnTo>
                <a:lnTo>
                  <a:pt x="0" y="4114800"/>
                </a:lnTo>
                <a:lnTo>
                  <a:pt x="0" y="0"/>
                </a:lnTo>
                <a:close/>
              </a:path>
            </a:pathLst>
          </a:custGeom>
          <a:blipFill rotWithShape="1">
            <a:blip r:embed="rId4">
              <a:alphaModFix/>
            </a:blip>
            <a:stretch>
              <a:fillRect b="0" l="0" r="0" t="0"/>
            </a:stretch>
          </a:blipFill>
          <a:ln>
            <a:noFill/>
          </a:ln>
        </p:spPr>
      </p:sp>
      <p:sp>
        <p:nvSpPr>
          <p:cNvPr id="609" name="Google Shape;609;p33"/>
          <p:cNvSpPr/>
          <p:nvPr/>
        </p:nvSpPr>
        <p:spPr>
          <a:xfrm rot="-277003">
            <a:off x="14917168" y="6503514"/>
            <a:ext cx="1209807" cy="2452951"/>
          </a:xfrm>
          <a:custGeom>
            <a:rect b="b" l="l" r="r" t="t"/>
            <a:pathLst>
              <a:path extrusionOk="0" h="2452951" w="1209807">
                <a:moveTo>
                  <a:pt x="0" y="0"/>
                </a:moveTo>
                <a:lnTo>
                  <a:pt x="1209807" y="0"/>
                </a:lnTo>
                <a:lnTo>
                  <a:pt x="1209807" y="2452951"/>
                </a:lnTo>
                <a:lnTo>
                  <a:pt x="0" y="2452951"/>
                </a:lnTo>
                <a:lnTo>
                  <a:pt x="0" y="0"/>
                </a:lnTo>
                <a:close/>
              </a:path>
            </a:pathLst>
          </a:custGeom>
          <a:blipFill rotWithShape="1">
            <a:blip r:embed="rId5">
              <a:alphaModFix/>
            </a:blip>
            <a:stretch>
              <a:fillRect b="-23885" l="-165097" r="0" t="0"/>
            </a:stretch>
          </a:blipFill>
          <a:ln>
            <a:noFill/>
          </a:ln>
        </p:spPr>
      </p:sp>
      <p:grpSp>
        <p:nvGrpSpPr>
          <p:cNvPr id="610" name="Google Shape;610;p33"/>
          <p:cNvGrpSpPr/>
          <p:nvPr/>
        </p:nvGrpSpPr>
        <p:grpSpPr>
          <a:xfrm>
            <a:off x="0" y="711039"/>
            <a:ext cx="11090288" cy="11124788"/>
            <a:chOff x="0" y="0"/>
            <a:chExt cx="14787050" cy="14833051"/>
          </a:xfrm>
        </p:grpSpPr>
        <p:sp>
          <p:nvSpPr>
            <p:cNvPr id="611" name="Google Shape;611;p33"/>
            <p:cNvSpPr/>
            <p:nvPr/>
          </p:nvSpPr>
          <p:spPr>
            <a:xfrm>
              <a:off x="3161646" y="0"/>
              <a:ext cx="11625404" cy="14833051"/>
            </a:xfrm>
            <a:custGeom>
              <a:rect b="b" l="l" r="r" t="t"/>
              <a:pathLst>
                <a:path extrusionOk="0" h="14833051" w="11625404">
                  <a:moveTo>
                    <a:pt x="0" y="0"/>
                  </a:moveTo>
                  <a:lnTo>
                    <a:pt x="11625403" y="0"/>
                  </a:lnTo>
                  <a:lnTo>
                    <a:pt x="11625403" y="14833051"/>
                  </a:lnTo>
                  <a:lnTo>
                    <a:pt x="0" y="14833051"/>
                  </a:lnTo>
                  <a:lnTo>
                    <a:pt x="0" y="0"/>
                  </a:lnTo>
                  <a:close/>
                </a:path>
              </a:pathLst>
            </a:custGeom>
            <a:blipFill rotWithShape="1">
              <a:blip r:embed="rId6">
                <a:alphaModFix/>
              </a:blip>
              <a:stretch>
                <a:fillRect b="0" l="0" r="0" t="0"/>
              </a:stretch>
            </a:blipFill>
            <a:ln>
              <a:noFill/>
            </a:ln>
          </p:spPr>
        </p:sp>
        <p:sp>
          <p:nvSpPr>
            <p:cNvPr id="612" name="Google Shape;612;p33"/>
            <p:cNvSpPr/>
            <p:nvPr/>
          </p:nvSpPr>
          <p:spPr>
            <a:xfrm>
              <a:off x="0" y="75987"/>
              <a:ext cx="3378825" cy="14757064"/>
            </a:xfrm>
            <a:custGeom>
              <a:rect b="b" l="l" r="r" t="t"/>
              <a:pathLst>
                <a:path extrusionOk="0" h="14757064" w="3378825">
                  <a:moveTo>
                    <a:pt x="0" y="0"/>
                  </a:moveTo>
                  <a:lnTo>
                    <a:pt x="3378825" y="0"/>
                  </a:lnTo>
                  <a:lnTo>
                    <a:pt x="3378825" y="14757064"/>
                  </a:lnTo>
                  <a:lnTo>
                    <a:pt x="0" y="14757064"/>
                  </a:lnTo>
                  <a:lnTo>
                    <a:pt x="0" y="0"/>
                  </a:lnTo>
                  <a:close/>
                </a:path>
              </a:pathLst>
            </a:custGeom>
            <a:blipFill rotWithShape="1">
              <a:blip r:embed="rId7">
                <a:alphaModFix/>
              </a:blip>
              <a:stretch>
                <a:fillRect b="0" l="0" r="-244056" t="-513"/>
              </a:stretch>
            </a:blipFill>
            <a:ln>
              <a:noFill/>
            </a:ln>
          </p:spPr>
        </p:sp>
      </p:grpSp>
      <p:sp>
        <p:nvSpPr>
          <p:cNvPr id="613" name="Google Shape;613;p33"/>
          <p:cNvSpPr/>
          <p:nvPr/>
        </p:nvSpPr>
        <p:spPr>
          <a:xfrm rot="696523">
            <a:off x="13098395" y="1889114"/>
            <a:ext cx="2401275" cy="790238"/>
          </a:xfrm>
          <a:custGeom>
            <a:rect b="b" l="l" r="r" t="t"/>
            <a:pathLst>
              <a:path extrusionOk="0" h="790238" w="2401275">
                <a:moveTo>
                  <a:pt x="0" y="0"/>
                </a:moveTo>
                <a:lnTo>
                  <a:pt x="2401276" y="0"/>
                </a:lnTo>
                <a:lnTo>
                  <a:pt x="2401276" y="790238"/>
                </a:lnTo>
                <a:lnTo>
                  <a:pt x="0" y="790238"/>
                </a:lnTo>
                <a:lnTo>
                  <a:pt x="0" y="0"/>
                </a:lnTo>
                <a:close/>
              </a:path>
            </a:pathLst>
          </a:custGeom>
          <a:blipFill rotWithShape="1">
            <a:blip r:embed="rId8">
              <a:alphaModFix/>
            </a:blip>
            <a:stretch>
              <a:fillRect b="0" l="0" r="0" t="0"/>
            </a:stretch>
          </a:blipFill>
          <a:ln>
            <a:noFill/>
          </a:ln>
        </p:spPr>
      </p:sp>
      <p:sp>
        <p:nvSpPr>
          <p:cNvPr id="614" name="Google Shape;614;p33"/>
          <p:cNvSpPr/>
          <p:nvPr/>
        </p:nvSpPr>
        <p:spPr>
          <a:xfrm rot="382503">
            <a:off x="11022592" y="3229932"/>
            <a:ext cx="5915022" cy="3664294"/>
          </a:xfrm>
          <a:custGeom>
            <a:rect b="b" l="l" r="r" t="t"/>
            <a:pathLst>
              <a:path extrusionOk="0" h="3664294" w="5915022">
                <a:moveTo>
                  <a:pt x="0" y="0"/>
                </a:moveTo>
                <a:lnTo>
                  <a:pt x="5915022" y="0"/>
                </a:lnTo>
                <a:lnTo>
                  <a:pt x="5915022" y="3664295"/>
                </a:lnTo>
                <a:lnTo>
                  <a:pt x="0" y="3664295"/>
                </a:lnTo>
                <a:lnTo>
                  <a:pt x="0" y="0"/>
                </a:lnTo>
                <a:close/>
              </a:path>
            </a:pathLst>
          </a:custGeom>
          <a:blipFill rotWithShape="1">
            <a:blip r:embed="rId9">
              <a:alphaModFix/>
            </a:blip>
            <a:stretch>
              <a:fillRect b="0" l="0" r="0" t="0"/>
            </a:stretch>
          </a:blipFill>
          <a:ln>
            <a:noFill/>
          </a:ln>
        </p:spPr>
      </p:sp>
      <p:sp>
        <p:nvSpPr>
          <p:cNvPr id="615" name="Google Shape;615;p33"/>
          <p:cNvSpPr/>
          <p:nvPr/>
        </p:nvSpPr>
        <p:spPr>
          <a:xfrm rot="3945637">
            <a:off x="16316406" y="5425586"/>
            <a:ext cx="1209807" cy="2452951"/>
          </a:xfrm>
          <a:custGeom>
            <a:rect b="b" l="l" r="r" t="t"/>
            <a:pathLst>
              <a:path extrusionOk="0" h="2452951" w="1209807">
                <a:moveTo>
                  <a:pt x="0" y="0"/>
                </a:moveTo>
                <a:lnTo>
                  <a:pt x="1209807" y="0"/>
                </a:lnTo>
                <a:lnTo>
                  <a:pt x="1209807" y="2452950"/>
                </a:lnTo>
                <a:lnTo>
                  <a:pt x="0" y="2452950"/>
                </a:lnTo>
                <a:lnTo>
                  <a:pt x="0" y="0"/>
                </a:lnTo>
                <a:close/>
              </a:path>
            </a:pathLst>
          </a:custGeom>
          <a:blipFill rotWithShape="1">
            <a:blip r:embed="rId10">
              <a:alphaModFix/>
            </a:blip>
            <a:stretch>
              <a:fillRect b="-23885" l="-165097" r="0" t="0"/>
            </a:stretch>
          </a:blipFill>
          <a:ln>
            <a:noFill/>
          </a:ln>
        </p:spPr>
      </p:sp>
      <p:sp>
        <p:nvSpPr>
          <p:cNvPr id="616" name="Google Shape;616;p33"/>
          <p:cNvSpPr/>
          <p:nvPr/>
        </p:nvSpPr>
        <p:spPr>
          <a:xfrm>
            <a:off x="10356871" y="6458805"/>
            <a:ext cx="2257579" cy="3326083"/>
          </a:xfrm>
          <a:custGeom>
            <a:rect b="b" l="l" r="r" t="t"/>
            <a:pathLst>
              <a:path extrusionOk="0" h="3326083" w="2257579">
                <a:moveTo>
                  <a:pt x="0" y="0"/>
                </a:moveTo>
                <a:lnTo>
                  <a:pt x="2257579" y="0"/>
                </a:lnTo>
                <a:lnTo>
                  <a:pt x="2257579" y="3326083"/>
                </a:lnTo>
                <a:lnTo>
                  <a:pt x="0" y="3326083"/>
                </a:lnTo>
                <a:lnTo>
                  <a:pt x="0" y="0"/>
                </a:lnTo>
                <a:close/>
              </a:path>
            </a:pathLst>
          </a:custGeom>
          <a:blipFill rotWithShape="1">
            <a:blip r:embed="rId11">
              <a:alphaModFix/>
            </a:blip>
            <a:stretch>
              <a:fillRect b="0" l="0" r="0" t="0"/>
            </a:stretch>
          </a:blipFill>
          <a:ln>
            <a:noFill/>
          </a:ln>
        </p:spPr>
      </p:sp>
      <p:sp>
        <p:nvSpPr>
          <p:cNvPr id="617" name="Google Shape;617;p33"/>
          <p:cNvSpPr txBox="1"/>
          <p:nvPr/>
        </p:nvSpPr>
        <p:spPr>
          <a:xfrm>
            <a:off x="2964614" y="5737408"/>
            <a:ext cx="3917525" cy="2643188"/>
          </a:xfrm>
          <a:prstGeom prst="rect">
            <a:avLst/>
          </a:prstGeom>
          <a:noFill/>
          <a:ln>
            <a:noFill/>
          </a:ln>
        </p:spPr>
        <p:txBody>
          <a:bodyPr anchorCtr="0" anchor="t" bIns="0" lIns="0" spcFirstLastPara="1" rIns="0" wrap="square" tIns="0">
            <a:spAutoFit/>
          </a:bodyPr>
          <a:lstStyle/>
          <a:p>
            <a:pPr indent="-367027" lvl="1" marL="734055" marR="0" rtl="0" algn="l">
              <a:lnSpc>
                <a:spcPct val="120005"/>
              </a:lnSpc>
              <a:spcBef>
                <a:spcPts val="0"/>
              </a:spcBef>
              <a:spcAft>
                <a:spcPts val="0"/>
              </a:spcAft>
              <a:buClr>
                <a:srgbClr val="000000"/>
              </a:buClr>
              <a:buSzPts val="3399"/>
              <a:buFont typeface="Arial"/>
              <a:buChar char="•"/>
            </a:pPr>
            <a:r>
              <a:rPr b="0" i="0" lang="en-US" sz="3399" u="none" cap="none" strike="noStrike">
                <a:solidFill>
                  <a:srgbClr val="000000"/>
                </a:solidFill>
                <a:latin typeface="DM Sans"/>
                <a:ea typeface="DM Sans"/>
                <a:cs typeface="DM Sans"/>
                <a:sym typeface="DM Sans"/>
              </a:rPr>
              <a:t>Unicast</a:t>
            </a:r>
            <a:endParaRPr/>
          </a:p>
          <a:p>
            <a:pPr indent="0" lvl="0" marL="0" marR="0" rtl="0" algn="l">
              <a:lnSpc>
                <a:spcPct val="120005"/>
              </a:lnSpc>
              <a:spcBef>
                <a:spcPts val="0"/>
              </a:spcBef>
              <a:spcAft>
                <a:spcPts val="0"/>
              </a:spcAft>
              <a:buNone/>
            </a:pPr>
            <a:r>
              <a:t/>
            </a:r>
            <a:endParaRPr b="0" i="0" sz="3399" u="none" cap="none" strike="noStrike">
              <a:solidFill>
                <a:srgbClr val="000000"/>
              </a:solidFill>
              <a:latin typeface="DM Sans"/>
              <a:ea typeface="DM Sans"/>
              <a:cs typeface="DM Sans"/>
              <a:sym typeface="DM Sans"/>
            </a:endParaRPr>
          </a:p>
          <a:p>
            <a:pPr indent="-367027" lvl="1" marL="734055" marR="0" rtl="0" algn="l">
              <a:lnSpc>
                <a:spcPct val="120005"/>
              </a:lnSpc>
              <a:spcBef>
                <a:spcPts val="0"/>
              </a:spcBef>
              <a:spcAft>
                <a:spcPts val="0"/>
              </a:spcAft>
              <a:buClr>
                <a:srgbClr val="000000"/>
              </a:buClr>
              <a:buSzPts val="3399"/>
              <a:buFont typeface="Arial"/>
              <a:buChar char="•"/>
            </a:pPr>
            <a:r>
              <a:rPr b="0" i="0" lang="en-US" sz="3399" u="none" cap="none" strike="noStrike">
                <a:solidFill>
                  <a:srgbClr val="000000"/>
                </a:solidFill>
                <a:latin typeface="DM Sans"/>
                <a:ea typeface="DM Sans"/>
                <a:cs typeface="DM Sans"/>
                <a:sym typeface="DM Sans"/>
              </a:rPr>
              <a:t>Multicast</a:t>
            </a:r>
            <a:endParaRPr/>
          </a:p>
          <a:p>
            <a:pPr indent="0" lvl="0" marL="0" marR="0" rtl="0" algn="l">
              <a:lnSpc>
                <a:spcPct val="120005"/>
              </a:lnSpc>
              <a:spcBef>
                <a:spcPts val="0"/>
              </a:spcBef>
              <a:spcAft>
                <a:spcPts val="0"/>
              </a:spcAft>
              <a:buNone/>
            </a:pPr>
            <a:r>
              <a:t/>
            </a:r>
            <a:endParaRPr b="0" i="0" sz="3399" u="none" cap="none" strike="noStrike">
              <a:solidFill>
                <a:srgbClr val="000000"/>
              </a:solidFill>
              <a:latin typeface="DM Sans"/>
              <a:ea typeface="DM Sans"/>
              <a:cs typeface="DM Sans"/>
              <a:sym typeface="DM Sans"/>
            </a:endParaRPr>
          </a:p>
          <a:p>
            <a:pPr indent="-367027" lvl="1" marL="734055" marR="0" rtl="0" algn="l">
              <a:lnSpc>
                <a:spcPct val="120005"/>
              </a:lnSpc>
              <a:spcBef>
                <a:spcPts val="0"/>
              </a:spcBef>
              <a:spcAft>
                <a:spcPts val="0"/>
              </a:spcAft>
              <a:buClr>
                <a:srgbClr val="000000"/>
              </a:buClr>
              <a:buSzPts val="3399"/>
              <a:buFont typeface="Arial"/>
              <a:buChar char="•"/>
            </a:pPr>
            <a:r>
              <a:rPr b="0" i="0" lang="en-US" sz="3399" u="none" cap="none" strike="noStrike">
                <a:solidFill>
                  <a:srgbClr val="000000"/>
                </a:solidFill>
                <a:latin typeface="DM Sans"/>
                <a:ea typeface="DM Sans"/>
                <a:cs typeface="DM Sans"/>
                <a:sym typeface="DM Sans"/>
              </a:rPr>
              <a:t>Broadcast</a:t>
            </a:r>
            <a:endParaRPr/>
          </a:p>
        </p:txBody>
      </p:sp>
      <p:sp>
        <p:nvSpPr>
          <p:cNvPr id="618" name="Google Shape;618;p33"/>
          <p:cNvSpPr txBox="1"/>
          <p:nvPr/>
        </p:nvSpPr>
        <p:spPr>
          <a:xfrm>
            <a:off x="1395199" y="2558871"/>
            <a:ext cx="7056355" cy="2115947"/>
          </a:xfrm>
          <a:prstGeom prst="rect">
            <a:avLst/>
          </a:prstGeom>
          <a:noFill/>
          <a:ln>
            <a:noFill/>
          </a:ln>
        </p:spPr>
        <p:txBody>
          <a:bodyPr anchorCtr="0" anchor="t" bIns="0" lIns="0" spcFirstLastPara="1" rIns="0" wrap="square" tIns="0">
            <a:spAutoFit/>
          </a:bodyPr>
          <a:lstStyle/>
          <a:p>
            <a:pPr indent="0" lvl="0" marL="0" marR="0" rtl="0" algn="l">
              <a:lnSpc>
                <a:spcPct val="112001"/>
              </a:lnSpc>
              <a:spcBef>
                <a:spcPts val="0"/>
              </a:spcBef>
              <a:spcAft>
                <a:spcPts val="0"/>
              </a:spcAft>
              <a:buNone/>
            </a:pPr>
            <a:r>
              <a:rPr b="1" i="0" lang="en-US" sz="6699" u="none" cap="none" strike="noStrike">
                <a:solidFill>
                  <a:srgbClr val="000000"/>
                </a:solidFill>
                <a:latin typeface="Arial"/>
                <a:ea typeface="Arial"/>
                <a:cs typeface="Arial"/>
                <a:sym typeface="Arial"/>
              </a:rPr>
              <a:t>Patrones de los mensajes</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CD46"/>
        </a:solidFill>
      </p:bgPr>
    </p:bg>
    <p:spTree>
      <p:nvGrpSpPr>
        <p:cNvPr id="622" name="Shape 622"/>
        <p:cNvGrpSpPr/>
        <p:nvPr/>
      </p:nvGrpSpPr>
      <p:grpSpPr>
        <a:xfrm>
          <a:off x="0" y="0"/>
          <a:ext cx="0" cy="0"/>
          <a:chOff x="0" y="0"/>
          <a:chExt cx="0" cy="0"/>
        </a:xfrm>
      </p:grpSpPr>
      <p:sp>
        <p:nvSpPr>
          <p:cNvPr id="623" name="Google Shape;623;p34"/>
          <p:cNvSpPr/>
          <p:nvPr/>
        </p:nvSpPr>
        <p:spPr>
          <a:xfrm rot="549959">
            <a:off x="13155161" y="3870136"/>
            <a:ext cx="2968601" cy="4771406"/>
          </a:xfrm>
          <a:custGeom>
            <a:rect b="b" l="l" r="r" t="t"/>
            <a:pathLst>
              <a:path extrusionOk="0" h="4771406" w="2968601">
                <a:moveTo>
                  <a:pt x="0" y="0"/>
                </a:moveTo>
                <a:lnTo>
                  <a:pt x="2968601" y="0"/>
                </a:lnTo>
                <a:lnTo>
                  <a:pt x="2968601" y="4771406"/>
                </a:lnTo>
                <a:lnTo>
                  <a:pt x="0" y="4771406"/>
                </a:lnTo>
                <a:lnTo>
                  <a:pt x="0" y="0"/>
                </a:lnTo>
                <a:close/>
              </a:path>
            </a:pathLst>
          </a:custGeom>
          <a:blipFill rotWithShape="1">
            <a:blip r:embed="rId3">
              <a:alphaModFix/>
            </a:blip>
            <a:stretch>
              <a:fillRect b="-3353" l="-153087" r="0" t="0"/>
            </a:stretch>
          </a:blipFill>
          <a:ln>
            <a:noFill/>
          </a:ln>
        </p:spPr>
      </p:sp>
      <p:sp>
        <p:nvSpPr>
          <p:cNvPr id="624" name="Google Shape;624;p34"/>
          <p:cNvSpPr/>
          <p:nvPr/>
        </p:nvSpPr>
        <p:spPr>
          <a:xfrm rot="-266862">
            <a:off x="9161431" y="2654385"/>
            <a:ext cx="5990432" cy="5839575"/>
          </a:xfrm>
          <a:custGeom>
            <a:rect b="b" l="l" r="r" t="t"/>
            <a:pathLst>
              <a:path extrusionOk="0" h="5839575" w="5990432">
                <a:moveTo>
                  <a:pt x="0" y="0"/>
                </a:moveTo>
                <a:lnTo>
                  <a:pt x="5990432" y="0"/>
                </a:lnTo>
                <a:lnTo>
                  <a:pt x="5990432" y="5839575"/>
                </a:lnTo>
                <a:lnTo>
                  <a:pt x="0" y="5839575"/>
                </a:lnTo>
                <a:lnTo>
                  <a:pt x="0" y="0"/>
                </a:lnTo>
                <a:close/>
              </a:path>
            </a:pathLst>
          </a:custGeom>
          <a:blipFill rotWithShape="1">
            <a:blip r:embed="rId4">
              <a:alphaModFix/>
            </a:blip>
            <a:stretch>
              <a:fillRect b="-45036" l="0" r="0" t="0"/>
            </a:stretch>
          </a:blipFill>
          <a:ln>
            <a:noFill/>
          </a:ln>
        </p:spPr>
      </p:sp>
      <p:sp>
        <p:nvSpPr>
          <p:cNvPr id="625" name="Google Shape;625;p34"/>
          <p:cNvSpPr/>
          <p:nvPr/>
        </p:nvSpPr>
        <p:spPr>
          <a:xfrm rot="141362">
            <a:off x="9516945" y="2355262"/>
            <a:ext cx="6185631" cy="6185631"/>
          </a:xfrm>
          <a:custGeom>
            <a:rect b="b" l="l" r="r" t="t"/>
            <a:pathLst>
              <a:path extrusionOk="0" h="6185631" w="6185631">
                <a:moveTo>
                  <a:pt x="0" y="0"/>
                </a:moveTo>
                <a:lnTo>
                  <a:pt x="6185631" y="0"/>
                </a:lnTo>
                <a:lnTo>
                  <a:pt x="6185631" y="6185630"/>
                </a:lnTo>
                <a:lnTo>
                  <a:pt x="0" y="6185630"/>
                </a:lnTo>
                <a:lnTo>
                  <a:pt x="0" y="0"/>
                </a:lnTo>
                <a:close/>
              </a:path>
            </a:pathLst>
          </a:custGeom>
          <a:blipFill rotWithShape="1">
            <a:blip r:embed="rId5">
              <a:alphaModFix/>
            </a:blip>
            <a:stretch>
              <a:fillRect b="0" l="0" r="0" t="0"/>
            </a:stretch>
          </a:blipFill>
          <a:ln>
            <a:noFill/>
          </a:ln>
        </p:spPr>
      </p:sp>
      <p:sp>
        <p:nvSpPr>
          <p:cNvPr id="626" name="Google Shape;626;p34"/>
          <p:cNvSpPr/>
          <p:nvPr/>
        </p:nvSpPr>
        <p:spPr>
          <a:xfrm rot="10472255">
            <a:off x="15552867" y="-1626397"/>
            <a:ext cx="5396459" cy="4114800"/>
          </a:xfrm>
          <a:custGeom>
            <a:rect b="b" l="l" r="r" t="t"/>
            <a:pathLst>
              <a:path extrusionOk="0" h="4114800" w="5396459">
                <a:moveTo>
                  <a:pt x="0" y="0"/>
                </a:moveTo>
                <a:lnTo>
                  <a:pt x="5396459" y="0"/>
                </a:lnTo>
                <a:lnTo>
                  <a:pt x="5396459" y="4114800"/>
                </a:lnTo>
                <a:lnTo>
                  <a:pt x="0" y="4114800"/>
                </a:lnTo>
                <a:lnTo>
                  <a:pt x="0" y="0"/>
                </a:lnTo>
                <a:close/>
              </a:path>
            </a:pathLst>
          </a:custGeom>
          <a:blipFill rotWithShape="1">
            <a:blip r:embed="rId6">
              <a:alphaModFix/>
            </a:blip>
            <a:stretch>
              <a:fillRect b="0" l="0" r="0" t="0"/>
            </a:stretch>
          </a:blipFill>
          <a:ln>
            <a:noFill/>
          </a:ln>
        </p:spPr>
      </p:sp>
      <p:sp>
        <p:nvSpPr>
          <p:cNvPr id="627" name="Google Shape;627;p34"/>
          <p:cNvSpPr/>
          <p:nvPr/>
        </p:nvSpPr>
        <p:spPr>
          <a:xfrm rot="-7239578">
            <a:off x="-916157" y="-1028700"/>
            <a:ext cx="2227136" cy="4114800"/>
          </a:xfrm>
          <a:custGeom>
            <a:rect b="b" l="l" r="r" t="t"/>
            <a:pathLst>
              <a:path extrusionOk="0" h="4114800" w="2227136">
                <a:moveTo>
                  <a:pt x="0" y="0"/>
                </a:moveTo>
                <a:lnTo>
                  <a:pt x="2227136" y="0"/>
                </a:lnTo>
                <a:lnTo>
                  <a:pt x="2227136" y="4114800"/>
                </a:lnTo>
                <a:lnTo>
                  <a:pt x="0" y="4114800"/>
                </a:lnTo>
                <a:lnTo>
                  <a:pt x="0" y="0"/>
                </a:lnTo>
                <a:close/>
              </a:path>
            </a:pathLst>
          </a:custGeom>
          <a:blipFill rotWithShape="1">
            <a:blip r:embed="rId7">
              <a:alphaModFix/>
            </a:blip>
            <a:stretch>
              <a:fillRect b="0" l="0" r="0" t="0"/>
            </a:stretch>
          </a:blipFill>
          <a:ln>
            <a:noFill/>
          </a:ln>
        </p:spPr>
      </p:sp>
      <p:sp>
        <p:nvSpPr>
          <p:cNvPr id="628" name="Google Shape;628;p34"/>
          <p:cNvSpPr/>
          <p:nvPr/>
        </p:nvSpPr>
        <p:spPr>
          <a:xfrm rot="10252938">
            <a:off x="8709979" y="-1552077"/>
            <a:ext cx="4257941" cy="2458961"/>
          </a:xfrm>
          <a:custGeom>
            <a:rect b="b" l="l" r="r" t="t"/>
            <a:pathLst>
              <a:path extrusionOk="0" h="2458961" w="4257941">
                <a:moveTo>
                  <a:pt x="0" y="0"/>
                </a:moveTo>
                <a:lnTo>
                  <a:pt x="4257941" y="0"/>
                </a:lnTo>
                <a:lnTo>
                  <a:pt x="4257941" y="2458961"/>
                </a:lnTo>
                <a:lnTo>
                  <a:pt x="0" y="2458961"/>
                </a:lnTo>
                <a:lnTo>
                  <a:pt x="0" y="0"/>
                </a:lnTo>
                <a:close/>
              </a:path>
            </a:pathLst>
          </a:custGeom>
          <a:blipFill rotWithShape="1">
            <a:blip r:embed="rId8">
              <a:alphaModFix/>
            </a:blip>
            <a:stretch>
              <a:fillRect b="0" l="0" r="0" t="0"/>
            </a:stretch>
          </a:blipFill>
          <a:ln>
            <a:noFill/>
          </a:ln>
        </p:spPr>
      </p:sp>
      <p:sp>
        <p:nvSpPr>
          <p:cNvPr id="629" name="Google Shape;629;p34"/>
          <p:cNvSpPr/>
          <p:nvPr/>
        </p:nvSpPr>
        <p:spPr>
          <a:xfrm rot="5947534">
            <a:off x="3555012" y="-2929516"/>
            <a:ext cx="2978086" cy="4114800"/>
          </a:xfrm>
          <a:custGeom>
            <a:rect b="b" l="l" r="r" t="t"/>
            <a:pathLst>
              <a:path extrusionOk="0" h="4114800" w="2978086">
                <a:moveTo>
                  <a:pt x="0" y="0"/>
                </a:moveTo>
                <a:lnTo>
                  <a:pt x="2978087" y="0"/>
                </a:lnTo>
                <a:lnTo>
                  <a:pt x="2978087" y="4114800"/>
                </a:lnTo>
                <a:lnTo>
                  <a:pt x="0" y="4114800"/>
                </a:lnTo>
                <a:lnTo>
                  <a:pt x="0" y="0"/>
                </a:lnTo>
                <a:close/>
              </a:path>
            </a:pathLst>
          </a:custGeom>
          <a:blipFill rotWithShape="1">
            <a:blip r:embed="rId9">
              <a:alphaModFix/>
            </a:blip>
            <a:stretch>
              <a:fillRect b="0" l="0" r="0" t="0"/>
            </a:stretch>
          </a:blipFill>
          <a:ln>
            <a:noFill/>
          </a:ln>
        </p:spPr>
      </p:sp>
      <p:sp>
        <p:nvSpPr>
          <p:cNvPr id="630" name="Google Shape;630;p34"/>
          <p:cNvSpPr/>
          <p:nvPr/>
        </p:nvSpPr>
        <p:spPr>
          <a:xfrm>
            <a:off x="-1476562" y="7799941"/>
            <a:ext cx="2978086" cy="4114800"/>
          </a:xfrm>
          <a:custGeom>
            <a:rect b="b" l="l" r="r" t="t"/>
            <a:pathLst>
              <a:path extrusionOk="0" h="4114800" w="2978086">
                <a:moveTo>
                  <a:pt x="0" y="0"/>
                </a:moveTo>
                <a:lnTo>
                  <a:pt x="2978087" y="0"/>
                </a:lnTo>
                <a:lnTo>
                  <a:pt x="2978087" y="4114800"/>
                </a:lnTo>
                <a:lnTo>
                  <a:pt x="0" y="4114800"/>
                </a:lnTo>
                <a:lnTo>
                  <a:pt x="0" y="0"/>
                </a:lnTo>
                <a:close/>
              </a:path>
            </a:pathLst>
          </a:custGeom>
          <a:blipFill rotWithShape="1">
            <a:blip r:embed="rId9">
              <a:alphaModFix/>
            </a:blip>
            <a:stretch>
              <a:fillRect b="0" l="0" r="0" t="0"/>
            </a:stretch>
          </a:blipFill>
          <a:ln>
            <a:noFill/>
          </a:ln>
        </p:spPr>
      </p:sp>
      <p:sp>
        <p:nvSpPr>
          <p:cNvPr id="631" name="Google Shape;631;p34"/>
          <p:cNvSpPr/>
          <p:nvPr/>
        </p:nvSpPr>
        <p:spPr>
          <a:xfrm rot="-9994124">
            <a:off x="4019779" y="9355547"/>
            <a:ext cx="5875677" cy="3238967"/>
          </a:xfrm>
          <a:custGeom>
            <a:rect b="b" l="l" r="r" t="t"/>
            <a:pathLst>
              <a:path extrusionOk="0" h="3238967" w="5875677">
                <a:moveTo>
                  <a:pt x="0" y="0"/>
                </a:moveTo>
                <a:lnTo>
                  <a:pt x="5875677" y="0"/>
                </a:lnTo>
                <a:lnTo>
                  <a:pt x="5875677" y="3238966"/>
                </a:lnTo>
                <a:lnTo>
                  <a:pt x="0" y="3238966"/>
                </a:lnTo>
                <a:lnTo>
                  <a:pt x="0" y="0"/>
                </a:lnTo>
                <a:close/>
              </a:path>
            </a:pathLst>
          </a:custGeom>
          <a:blipFill rotWithShape="1">
            <a:blip r:embed="rId10">
              <a:alphaModFix/>
            </a:blip>
            <a:stretch>
              <a:fillRect b="0" l="0" r="0" t="0"/>
            </a:stretch>
          </a:blipFill>
          <a:ln>
            <a:noFill/>
          </a:ln>
        </p:spPr>
      </p:sp>
      <p:sp>
        <p:nvSpPr>
          <p:cNvPr id="632" name="Google Shape;632;p34"/>
          <p:cNvSpPr/>
          <p:nvPr/>
        </p:nvSpPr>
        <p:spPr>
          <a:xfrm rot="-5400000">
            <a:off x="16377293" y="7799941"/>
            <a:ext cx="5396459" cy="4114800"/>
          </a:xfrm>
          <a:custGeom>
            <a:rect b="b" l="l" r="r" t="t"/>
            <a:pathLst>
              <a:path extrusionOk="0" h="4114800" w="5396459">
                <a:moveTo>
                  <a:pt x="0" y="0"/>
                </a:moveTo>
                <a:lnTo>
                  <a:pt x="5396459" y="0"/>
                </a:lnTo>
                <a:lnTo>
                  <a:pt x="5396459" y="4114800"/>
                </a:lnTo>
                <a:lnTo>
                  <a:pt x="0" y="4114800"/>
                </a:lnTo>
                <a:lnTo>
                  <a:pt x="0" y="0"/>
                </a:lnTo>
                <a:close/>
              </a:path>
            </a:pathLst>
          </a:custGeom>
          <a:blipFill rotWithShape="1">
            <a:blip r:embed="rId6">
              <a:alphaModFix/>
            </a:blip>
            <a:stretch>
              <a:fillRect b="0" l="0" r="0" t="0"/>
            </a:stretch>
          </a:blipFill>
          <a:ln>
            <a:noFill/>
          </a:ln>
        </p:spPr>
      </p:sp>
      <p:sp>
        <p:nvSpPr>
          <p:cNvPr id="633" name="Google Shape;633;p34"/>
          <p:cNvSpPr/>
          <p:nvPr/>
        </p:nvSpPr>
        <p:spPr>
          <a:xfrm rot="353451">
            <a:off x="11564385" y="2069332"/>
            <a:ext cx="2197384" cy="723139"/>
          </a:xfrm>
          <a:custGeom>
            <a:rect b="b" l="l" r="r" t="t"/>
            <a:pathLst>
              <a:path extrusionOk="0" h="723139" w="2197384">
                <a:moveTo>
                  <a:pt x="0" y="0"/>
                </a:moveTo>
                <a:lnTo>
                  <a:pt x="2197384" y="0"/>
                </a:lnTo>
                <a:lnTo>
                  <a:pt x="2197384" y="723139"/>
                </a:lnTo>
                <a:lnTo>
                  <a:pt x="0" y="723139"/>
                </a:lnTo>
                <a:lnTo>
                  <a:pt x="0" y="0"/>
                </a:lnTo>
                <a:close/>
              </a:path>
            </a:pathLst>
          </a:custGeom>
          <a:blipFill rotWithShape="1">
            <a:blip r:embed="rId11">
              <a:alphaModFix/>
            </a:blip>
            <a:stretch>
              <a:fillRect b="0" l="0" r="0" t="0"/>
            </a:stretch>
          </a:blipFill>
          <a:ln>
            <a:noFill/>
          </a:ln>
        </p:spPr>
      </p:sp>
      <p:sp>
        <p:nvSpPr>
          <p:cNvPr id="634" name="Google Shape;634;p34"/>
          <p:cNvSpPr/>
          <p:nvPr/>
        </p:nvSpPr>
        <p:spPr>
          <a:xfrm>
            <a:off x="1501525" y="2230733"/>
            <a:ext cx="5984617" cy="6004110"/>
          </a:xfrm>
          <a:custGeom>
            <a:rect b="b" l="l" r="r" t="t"/>
            <a:pathLst>
              <a:path extrusionOk="0" h="6004110" w="5984617">
                <a:moveTo>
                  <a:pt x="0" y="0"/>
                </a:moveTo>
                <a:lnTo>
                  <a:pt x="5984616" y="0"/>
                </a:lnTo>
                <a:lnTo>
                  <a:pt x="5984616" y="6004111"/>
                </a:lnTo>
                <a:lnTo>
                  <a:pt x="0" y="6004111"/>
                </a:lnTo>
                <a:lnTo>
                  <a:pt x="0" y="0"/>
                </a:lnTo>
                <a:close/>
              </a:path>
            </a:pathLst>
          </a:custGeom>
          <a:blipFill rotWithShape="1">
            <a:blip r:embed="rId12">
              <a:alphaModFix/>
            </a:blip>
            <a:stretch>
              <a:fillRect b="0" l="0" r="0" t="0"/>
            </a:stretch>
          </a:blipFill>
          <a:ln>
            <a:noFill/>
          </a:ln>
        </p:spPr>
      </p:sp>
      <p:sp>
        <p:nvSpPr>
          <p:cNvPr id="635" name="Google Shape;635;p34"/>
          <p:cNvSpPr txBox="1"/>
          <p:nvPr/>
        </p:nvSpPr>
        <p:spPr>
          <a:xfrm rot="146692">
            <a:off x="11270932" y="3131444"/>
            <a:ext cx="2789167" cy="951230"/>
          </a:xfrm>
          <a:prstGeom prst="rect">
            <a:avLst/>
          </a:prstGeom>
          <a:noFill/>
          <a:ln>
            <a:noFill/>
          </a:ln>
        </p:spPr>
        <p:txBody>
          <a:bodyPr anchorCtr="0" anchor="t" bIns="0" lIns="0" spcFirstLastPara="1" rIns="0" wrap="square" tIns="0">
            <a:spAutoFit/>
          </a:bodyPr>
          <a:lstStyle/>
          <a:p>
            <a:pPr indent="0" lvl="0" marL="0" marR="0" rtl="0" algn="ctr">
              <a:lnSpc>
                <a:spcPct val="112002"/>
              </a:lnSpc>
              <a:spcBef>
                <a:spcPts val="0"/>
              </a:spcBef>
              <a:spcAft>
                <a:spcPts val="0"/>
              </a:spcAft>
              <a:buNone/>
            </a:pPr>
            <a:r>
              <a:rPr b="1" i="0" lang="en-US" sz="5499" u="none" cap="none" strike="noStrike">
                <a:solidFill>
                  <a:srgbClr val="000000"/>
                </a:solidFill>
                <a:latin typeface="Arial"/>
                <a:ea typeface="Arial"/>
                <a:cs typeface="Arial"/>
                <a:sym typeface="Arial"/>
              </a:rPr>
              <a:t>Unicast</a:t>
            </a:r>
            <a:endParaRPr/>
          </a:p>
        </p:txBody>
      </p:sp>
      <p:sp>
        <p:nvSpPr>
          <p:cNvPr id="636" name="Google Shape;636;p34"/>
          <p:cNvSpPr txBox="1"/>
          <p:nvPr/>
        </p:nvSpPr>
        <p:spPr>
          <a:xfrm rot="121476">
            <a:off x="10066159" y="4740973"/>
            <a:ext cx="5087202" cy="2163922"/>
          </a:xfrm>
          <a:prstGeom prst="rect">
            <a:avLst/>
          </a:prstGeom>
          <a:noFill/>
          <a:ln>
            <a:noFill/>
          </a:ln>
        </p:spPr>
        <p:txBody>
          <a:bodyPr anchorCtr="0" anchor="t" bIns="0" lIns="0" spcFirstLastPara="1" rIns="0" wrap="square" tIns="0">
            <a:spAutoFit/>
          </a:bodyPr>
          <a:lstStyle/>
          <a:p>
            <a:pPr indent="-305882" lvl="1" marL="611765" marR="0" rtl="0" algn="l">
              <a:lnSpc>
                <a:spcPct val="120014"/>
              </a:lnSpc>
              <a:spcBef>
                <a:spcPts val="0"/>
              </a:spcBef>
              <a:spcAft>
                <a:spcPts val="0"/>
              </a:spcAft>
              <a:buClr>
                <a:srgbClr val="000000"/>
              </a:buClr>
              <a:buSzPts val="2833"/>
              <a:buFont typeface="Arial"/>
              <a:buChar char="•"/>
            </a:pPr>
            <a:r>
              <a:rPr b="0" i="0" lang="en-US" sz="2833" u="none" cap="none" strike="noStrike">
                <a:solidFill>
                  <a:srgbClr val="000000"/>
                </a:solidFill>
                <a:latin typeface="DM Sans"/>
                <a:ea typeface="DM Sans"/>
                <a:cs typeface="DM Sans"/>
                <a:sym typeface="DM Sans"/>
              </a:rPr>
              <a:t>Es un patrón de mensaje uno-a-uno, que hace referencia a que solo hay un destinatario para el mensaje.</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CD46"/>
        </a:solidFill>
      </p:bgPr>
    </p:bg>
    <p:spTree>
      <p:nvGrpSpPr>
        <p:cNvPr id="640" name="Shape 640"/>
        <p:cNvGrpSpPr/>
        <p:nvPr/>
      </p:nvGrpSpPr>
      <p:grpSpPr>
        <a:xfrm>
          <a:off x="0" y="0"/>
          <a:ext cx="0" cy="0"/>
          <a:chOff x="0" y="0"/>
          <a:chExt cx="0" cy="0"/>
        </a:xfrm>
      </p:grpSpPr>
      <p:sp>
        <p:nvSpPr>
          <p:cNvPr id="641" name="Google Shape;641;p35"/>
          <p:cNvSpPr/>
          <p:nvPr/>
        </p:nvSpPr>
        <p:spPr>
          <a:xfrm rot="549959">
            <a:off x="13155161" y="3870136"/>
            <a:ext cx="2968601" cy="4771406"/>
          </a:xfrm>
          <a:custGeom>
            <a:rect b="b" l="l" r="r" t="t"/>
            <a:pathLst>
              <a:path extrusionOk="0" h="4771406" w="2968601">
                <a:moveTo>
                  <a:pt x="0" y="0"/>
                </a:moveTo>
                <a:lnTo>
                  <a:pt x="2968601" y="0"/>
                </a:lnTo>
                <a:lnTo>
                  <a:pt x="2968601" y="4771406"/>
                </a:lnTo>
                <a:lnTo>
                  <a:pt x="0" y="4771406"/>
                </a:lnTo>
                <a:lnTo>
                  <a:pt x="0" y="0"/>
                </a:lnTo>
                <a:close/>
              </a:path>
            </a:pathLst>
          </a:custGeom>
          <a:blipFill rotWithShape="1">
            <a:blip r:embed="rId3">
              <a:alphaModFix/>
            </a:blip>
            <a:stretch>
              <a:fillRect b="-3353" l="-153087" r="0" t="0"/>
            </a:stretch>
          </a:blipFill>
          <a:ln>
            <a:noFill/>
          </a:ln>
        </p:spPr>
      </p:sp>
      <p:sp>
        <p:nvSpPr>
          <p:cNvPr id="642" name="Google Shape;642;p35"/>
          <p:cNvSpPr/>
          <p:nvPr/>
        </p:nvSpPr>
        <p:spPr>
          <a:xfrm rot="-266862">
            <a:off x="9161431" y="2654385"/>
            <a:ext cx="5990432" cy="5839575"/>
          </a:xfrm>
          <a:custGeom>
            <a:rect b="b" l="l" r="r" t="t"/>
            <a:pathLst>
              <a:path extrusionOk="0" h="5839575" w="5990432">
                <a:moveTo>
                  <a:pt x="0" y="0"/>
                </a:moveTo>
                <a:lnTo>
                  <a:pt x="5990432" y="0"/>
                </a:lnTo>
                <a:lnTo>
                  <a:pt x="5990432" y="5839575"/>
                </a:lnTo>
                <a:lnTo>
                  <a:pt x="0" y="5839575"/>
                </a:lnTo>
                <a:lnTo>
                  <a:pt x="0" y="0"/>
                </a:lnTo>
                <a:close/>
              </a:path>
            </a:pathLst>
          </a:custGeom>
          <a:blipFill rotWithShape="1">
            <a:blip r:embed="rId4">
              <a:alphaModFix/>
            </a:blip>
            <a:stretch>
              <a:fillRect b="-45036" l="0" r="0" t="0"/>
            </a:stretch>
          </a:blipFill>
          <a:ln>
            <a:noFill/>
          </a:ln>
        </p:spPr>
      </p:sp>
      <p:sp>
        <p:nvSpPr>
          <p:cNvPr id="643" name="Google Shape;643;p35"/>
          <p:cNvSpPr/>
          <p:nvPr/>
        </p:nvSpPr>
        <p:spPr>
          <a:xfrm rot="141362">
            <a:off x="9516945" y="2355262"/>
            <a:ext cx="6185631" cy="6185631"/>
          </a:xfrm>
          <a:custGeom>
            <a:rect b="b" l="l" r="r" t="t"/>
            <a:pathLst>
              <a:path extrusionOk="0" h="6185631" w="6185631">
                <a:moveTo>
                  <a:pt x="0" y="0"/>
                </a:moveTo>
                <a:lnTo>
                  <a:pt x="6185631" y="0"/>
                </a:lnTo>
                <a:lnTo>
                  <a:pt x="6185631" y="6185630"/>
                </a:lnTo>
                <a:lnTo>
                  <a:pt x="0" y="6185630"/>
                </a:lnTo>
                <a:lnTo>
                  <a:pt x="0" y="0"/>
                </a:lnTo>
                <a:close/>
              </a:path>
            </a:pathLst>
          </a:custGeom>
          <a:blipFill rotWithShape="1">
            <a:blip r:embed="rId5">
              <a:alphaModFix/>
            </a:blip>
            <a:stretch>
              <a:fillRect b="0" l="0" r="0" t="0"/>
            </a:stretch>
          </a:blipFill>
          <a:ln>
            <a:noFill/>
          </a:ln>
        </p:spPr>
      </p:sp>
      <p:sp>
        <p:nvSpPr>
          <p:cNvPr id="644" name="Google Shape;644;p35"/>
          <p:cNvSpPr/>
          <p:nvPr/>
        </p:nvSpPr>
        <p:spPr>
          <a:xfrm rot="10472255">
            <a:off x="15552867" y="-1626397"/>
            <a:ext cx="5396459" cy="4114800"/>
          </a:xfrm>
          <a:custGeom>
            <a:rect b="b" l="l" r="r" t="t"/>
            <a:pathLst>
              <a:path extrusionOk="0" h="4114800" w="5396459">
                <a:moveTo>
                  <a:pt x="0" y="0"/>
                </a:moveTo>
                <a:lnTo>
                  <a:pt x="5396459" y="0"/>
                </a:lnTo>
                <a:lnTo>
                  <a:pt x="5396459" y="4114800"/>
                </a:lnTo>
                <a:lnTo>
                  <a:pt x="0" y="4114800"/>
                </a:lnTo>
                <a:lnTo>
                  <a:pt x="0" y="0"/>
                </a:lnTo>
                <a:close/>
              </a:path>
            </a:pathLst>
          </a:custGeom>
          <a:blipFill rotWithShape="1">
            <a:blip r:embed="rId6">
              <a:alphaModFix/>
            </a:blip>
            <a:stretch>
              <a:fillRect b="0" l="0" r="0" t="0"/>
            </a:stretch>
          </a:blipFill>
          <a:ln>
            <a:noFill/>
          </a:ln>
        </p:spPr>
      </p:sp>
      <p:sp>
        <p:nvSpPr>
          <p:cNvPr id="645" name="Google Shape;645;p35"/>
          <p:cNvSpPr/>
          <p:nvPr/>
        </p:nvSpPr>
        <p:spPr>
          <a:xfrm rot="-7239578">
            <a:off x="-916157" y="-1028700"/>
            <a:ext cx="2227136" cy="4114800"/>
          </a:xfrm>
          <a:custGeom>
            <a:rect b="b" l="l" r="r" t="t"/>
            <a:pathLst>
              <a:path extrusionOk="0" h="4114800" w="2227136">
                <a:moveTo>
                  <a:pt x="0" y="0"/>
                </a:moveTo>
                <a:lnTo>
                  <a:pt x="2227136" y="0"/>
                </a:lnTo>
                <a:lnTo>
                  <a:pt x="2227136" y="4114800"/>
                </a:lnTo>
                <a:lnTo>
                  <a:pt x="0" y="4114800"/>
                </a:lnTo>
                <a:lnTo>
                  <a:pt x="0" y="0"/>
                </a:lnTo>
                <a:close/>
              </a:path>
            </a:pathLst>
          </a:custGeom>
          <a:blipFill rotWithShape="1">
            <a:blip r:embed="rId7">
              <a:alphaModFix/>
            </a:blip>
            <a:stretch>
              <a:fillRect b="0" l="0" r="0" t="0"/>
            </a:stretch>
          </a:blipFill>
          <a:ln>
            <a:noFill/>
          </a:ln>
        </p:spPr>
      </p:sp>
      <p:sp>
        <p:nvSpPr>
          <p:cNvPr id="646" name="Google Shape;646;p35"/>
          <p:cNvSpPr/>
          <p:nvPr/>
        </p:nvSpPr>
        <p:spPr>
          <a:xfrm rot="10252938">
            <a:off x="8709979" y="-1552077"/>
            <a:ext cx="4257941" cy="2458961"/>
          </a:xfrm>
          <a:custGeom>
            <a:rect b="b" l="l" r="r" t="t"/>
            <a:pathLst>
              <a:path extrusionOk="0" h="2458961" w="4257941">
                <a:moveTo>
                  <a:pt x="0" y="0"/>
                </a:moveTo>
                <a:lnTo>
                  <a:pt x="4257941" y="0"/>
                </a:lnTo>
                <a:lnTo>
                  <a:pt x="4257941" y="2458961"/>
                </a:lnTo>
                <a:lnTo>
                  <a:pt x="0" y="2458961"/>
                </a:lnTo>
                <a:lnTo>
                  <a:pt x="0" y="0"/>
                </a:lnTo>
                <a:close/>
              </a:path>
            </a:pathLst>
          </a:custGeom>
          <a:blipFill rotWithShape="1">
            <a:blip r:embed="rId8">
              <a:alphaModFix/>
            </a:blip>
            <a:stretch>
              <a:fillRect b="0" l="0" r="0" t="0"/>
            </a:stretch>
          </a:blipFill>
          <a:ln>
            <a:noFill/>
          </a:ln>
        </p:spPr>
      </p:sp>
      <p:sp>
        <p:nvSpPr>
          <p:cNvPr id="647" name="Google Shape;647;p35"/>
          <p:cNvSpPr/>
          <p:nvPr/>
        </p:nvSpPr>
        <p:spPr>
          <a:xfrm rot="5947534">
            <a:off x="3555012" y="-2929516"/>
            <a:ext cx="2978086" cy="4114800"/>
          </a:xfrm>
          <a:custGeom>
            <a:rect b="b" l="l" r="r" t="t"/>
            <a:pathLst>
              <a:path extrusionOk="0" h="4114800" w="2978086">
                <a:moveTo>
                  <a:pt x="0" y="0"/>
                </a:moveTo>
                <a:lnTo>
                  <a:pt x="2978087" y="0"/>
                </a:lnTo>
                <a:lnTo>
                  <a:pt x="2978087" y="4114800"/>
                </a:lnTo>
                <a:lnTo>
                  <a:pt x="0" y="4114800"/>
                </a:lnTo>
                <a:lnTo>
                  <a:pt x="0" y="0"/>
                </a:lnTo>
                <a:close/>
              </a:path>
            </a:pathLst>
          </a:custGeom>
          <a:blipFill rotWithShape="1">
            <a:blip r:embed="rId9">
              <a:alphaModFix/>
            </a:blip>
            <a:stretch>
              <a:fillRect b="0" l="0" r="0" t="0"/>
            </a:stretch>
          </a:blipFill>
          <a:ln>
            <a:noFill/>
          </a:ln>
        </p:spPr>
      </p:sp>
      <p:sp>
        <p:nvSpPr>
          <p:cNvPr id="648" name="Google Shape;648;p35"/>
          <p:cNvSpPr/>
          <p:nvPr/>
        </p:nvSpPr>
        <p:spPr>
          <a:xfrm>
            <a:off x="-1476562" y="7799941"/>
            <a:ext cx="2978086" cy="4114800"/>
          </a:xfrm>
          <a:custGeom>
            <a:rect b="b" l="l" r="r" t="t"/>
            <a:pathLst>
              <a:path extrusionOk="0" h="4114800" w="2978086">
                <a:moveTo>
                  <a:pt x="0" y="0"/>
                </a:moveTo>
                <a:lnTo>
                  <a:pt x="2978087" y="0"/>
                </a:lnTo>
                <a:lnTo>
                  <a:pt x="2978087" y="4114800"/>
                </a:lnTo>
                <a:lnTo>
                  <a:pt x="0" y="4114800"/>
                </a:lnTo>
                <a:lnTo>
                  <a:pt x="0" y="0"/>
                </a:lnTo>
                <a:close/>
              </a:path>
            </a:pathLst>
          </a:custGeom>
          <a:blipFill rotWithShape="1">
            <a:blip r:embed="rId9">
              <a:alphaModFix/>
            </a:blip>
            <a:stretch>
              <a:fillRect b="0" l="0" r="0" t="0"/>
            </a:stretch>
          </a:blipFill>
          <a:ln>
            <a:noFill/>
          </a:ln>
        </p:spPr>
      </p:sp>
      <p:sp>
        <p:nvSpPr>
          <p:cNvPr id="649" name="Google Shape;649;p35"/>
          <p:cNvSpPr/>
          <p:nvPr/>
        </p:nvSpPr>
        <p:spPr>
          <a:xfrm rot="-9994124">
            <a:off x="4019779" y="9355547"/>
            <a:ext cx="5875677" cy="3238967"/>
          </a:xfrm>
          <a:custGeom>
            <a:rect b="b" l="l" r="r" t="t"/>
            <a:pathLst>
              <a:path extrusionOk="0" h="3238967" w="5875677">
                <a:moveTo>
                  <a:pt x="0" y="0"/>
                </a:moveTo>
                <a:lnTo>
                  <a:pt x="5875677" y="0"/>
                </a:lnTo>
                <a:lnTo>
                  <a:pt x="5875677" y="3238966"/>
                </a:lnTo>
                <a:lnTo>
                  <a:pt x="0" y="3238966"/>
                </a:lnTo>
                <a:lnTo>
                  <a:pt x="0" y="0"/>
                </a:lnTo>
                <a:close/>
              </a:path>
            </a:pathLst>
          </a:custGeom>
          <a:blipFill rotWithShape="1">
            <a:blip r:embed="rId10">
              <a:alphaModFix/>
            </a:blip>
            <a:stretch>
              <a:fillRect b="0" l="0" r="0" t="0"/>
            </a:stretch>
          </a:blipFill>
          <a:ln>
            <a:noFill/>
          </a:ln>
        </p:spPr>
      </p:sp>
      <p:sp>
        <p:nvSpPr>
          <p:cNvPr id="650" name="Google Shape;650;p35"/>
          <p:cNvSpPr/>
          <p:nvPr/>
        </p:nvSpPr>
        <p:spPr>
          <a:xfrm rot="-5400000">
            <a:off x="16377293" y="7799941"/>
            <a:ext cx="5396459" cy="4114800"/>
          </a:xfrm>
          <a:custGeom>
            <a:rect b="b" l="l" r="r" t="t"/>
            <a:pathLst>
              <a:path extrusionOk="0" h="4114800" w="5396459">
                <a:moveTo>
                  <a:pt x="0" y="0"/>
                </a:moveTo>
                <a:lnTo>
                  <a:pt x="5396459" y="0"/>
                </a:lnTo>
                <a:lnTo>
                  <a:pt x="5396459" y="4114800"/>
                </a:lnTo>
                <a:lnTo>
                  <a:pt x="0" y="4114800"/>
                </a:lnTo>
                <a:lnTo>
                  <a:pt x="0" y="0"/>
                </a:lnTo>
                <a:close/>
              </a:path>
            </a:pathLst>
          </a:custGeom>
          <a:blipFill rotWithShape="1">
            <a:blip r:embed="rId6">
              <a:alphaModFix/>
            </a:blip>
            <a:stretch>
              <a:fillRect b="0" l="0" r="0" t="0"/>
            </a:stretch>
          </a:blipFill>
          <a:ln>
            <a:noFill/>
          </a:ln>
        </p:spPr>
      </p:sp>
      <p:sp>
        <p:nvSpPr>
          <p:cNvPr id="651" name="Google Shape;651;p35"/>
          <p:cNvSpPr/>
          <p:nvPr/>
        </p:nvSpPr>
        <p:spPr>
          <a:xfrm rot="353451">
            <a:off x="11564385" y="2069332"/>
            <a:ext cx="2197384" cy="723139"/>
          </a:xfrm>
          <a:custGeom>
            <a:rect b="b" l="l" r="r" t="t"/>
            <a:pathLst>
              <a:path extrusionOk="0" h="723139" w="2197384">
                <a:moveTo>
                  <a:pt x="0" y="0"/>
                </a:moveTo>
                <a:lnTo>
                  <a:pt x="2197384" y="0"/>
                </a:lnTo>
                <a:lnTo>
                  <a:pt x="2197384" y="723139"/>
                </a:lnTo>
                <a:lnTo>
                  <a:pt x="0" y="723139"/>
                </a:lnTo>
                <a:lnTo>
                  <a:pt x="0" y="0"/>
                </a:lnTo>
                <a:close/>
              </a:path>
            </a:pathLst>
          </a:custGeom>
          <a:blipFill rotWithShape="1">
            <a:blip r:embed="rId11">
              <a:alphaModFix/>
            </a:blip>
            <a:stretch>
              <a:fillRect b="0" l="0" r="0" t="0"/>
            </a:stretch>
          </a:blipFill>
          <a:ln>
            <a:noFill/>
          </a:ln>
        </p:spPr>
      </p:sp>
      <p:sp>
        <p:nvSpPr>
          <p:cNvPr id="652" name="Google Shape;652;p35"/>
          <p:cNvSpPr/>
          <p:nvPr/>
        </p:nvSpPr>
        <p:spPr>
          <a:xfrm>
            <a:off x="1044891" y="2165554"/>
            <a:ext cx="6327508" cy="5955893"/>
          </a:xfrm>
          <a:custGeom>
            <a:rect b="b" l="l" r="r" t="t"/>
            <a:pathLst>
              <a:path extrusionOk="0" h="5955893" w="6327508">
                <a:moveTo>
                  <a:pt x="0" y="0"/>
                </a:moveTo>
                <a:lnTo>
                  <a:pt x="6327508" y="0"/>
                </a:lnTo>
                <a:lnTo>
                  <a:pt x="6327508" y="5955892"/>
                </a:lnTo>
                <a:lnTo>
                  <a:pt x="0" y="5955892"/>
                </a:lnTo>
                <a:lnTo>
                  <a:pt x="0" y="0"/>
                </a:lnTo>
                <a:close/>
              </a:path>
            </a:pathLst>
          </a:custGeom>
          <a:blipFill rotWithShape="1">
            <a:blip r:embed="rId12">
              <a:alphaModFix/>
            </a:blip>
            <a:stretch>
              <a:fillRect b="0" l="0" r="0" t="0"/>
            </a:stretch>
          </a:blipFill>
          <a:ln>
            <a:noFill/>
          </a:ln>
        </p:spPr>
      </p:sp>
      <p:sp>
        <p:nvSpPr>
          <p:cNvPr id="653" name="Google Shape;653;p35"/>
          <p:cNvSpPr txBox="1"/>
          <p:nvPr/>
        </p:nvSpPr>
        <p:spPr>
          <a:xfrm rot="146692">
            <a:off x="11065287" y="3131765"/>
            <a:ext cx="3215486" cy="951230"/>
          </a:xfrm>
          <a:prstGeom prst="rect">
            <a:avLst/>
          </a:prstGeom>
          <a:noFill/>
          <a:ln>
            <a:noFill/>
          </a:ln>
        </p:spPr>
        <p:txBody>
          <a:bodyPr anchorCtr="0" anchor="t" bIns="0" lIns="0" spcFirstLastPara="1" rIns="0" wrap="square" tIns="0">
            <a:spAutoFit/>
          </a:bodyPr>
          <a:lstStyle/>
          <a:p>
            <a:pPr indent="0" lvl="0" marL="0" marR="0" rtl="0" algn="ctr">
              <a:lnSpc>
                <a:spcPct val="112002"/>
              </a:lnSpc>
              <a:spcBef>
                <a:spcPts val="0"/>
              </a:spcBef>
              <a:spcAft>
                <a:spcPts val="0"/>
              </a:spcAft>
              <a:buNone/>
            </a:pPr>
            <a:r>
              <a:rPr b="1" i="0" lang="en-US" sz="5499" u="none" cap="none" strike="noStrike">
                <a:solidFill>
                  <a:srgbClr val="000000"/>
                </a:solidFill>
                <a:latin typeface="Arial"/>
                <a:ea typeface="Arial"/>
                <a:cs typeface="Arial"/>
                <a:sym typeface="Arial"/>
              </a:rPr>
              <a:t>Multicast</a:t>
            </a:r>
            <a:endParaRPr/>
          </a:p>
        </p:txBody>
      </p:sp>
      <p:sp>
        <p:nvSpPr>
          <p:cNvPr id="654" name="Google Shape;654;p35"/>
          <p:cNvSpPr txBox="1"/>
          <p:nvPr/>
        </p:nvSpPr>
        <p:spPr>
          <a:xfrm rot="121476">
            <a:off x="10066159" y="4526232"/>
            <a:ext cx="5087202" cy="2593403"/>
          </a:xfrm>
          <a:prstGeom prst="rect">
            <a:avLst/>
          </a:prstGeom>
          <a:noFill/>
          <a:ln>
            <a:noFill/>
          </a:ln>
        </p:spPr>
        <p:txBody>
          <a:bodyPr anchorCtr="0" anchor="t" bIns="0" lIns="0" spcFirstLastPara="1" rIns="0" wrap="square" tIns="0">
            <a:spAutoFit/>
          </a:bodyPr>
          <a:lstStyle/>
          <a:p>
            <a:pPr indent="-305882" lvl="1" marL="611765" marR="0" rtl="0" algn="l">
              <a:lnSpc>
                <a:spcPct val="120014"/>
              </a:lnSpc>
              <a:spcBef>
                <a:spcPts val="0"/>
              </a:spcBef>
              <a:spcAft>
                <a:spcPts val="0"/>
              </a:spcAft>
              <a:buClr>
                <a:srgbClr val="000000"/>
              </a:buClr>
              <a:buSzPts val="2833"/>
              <a:buFont typeface="Arial"/>
              <a:buChar char="•"/>
            </a:pPr>
            <a:r>
              <a:rPr b="0" i="0" lang="en-US" sz="2833" u="none" cap="none" strike="noStrike">
                <a:solidFill>
                  <a:srgbClr val="000000"/>
                </a:solidFill>
                <a:latin typeface="DM Sans"/>
                <a:ea typeface="DM Sans"/>
                <a:cs typeface="DM Sans"/>
                <a:sym typeface="DM Sans"/>
              </a:rPr>
              <a:t>Patrón de mensajes uno-a-muchos, consiste en la entrega simultánea de un mismo mensaje a un grupo específico de hosts de destino.</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CD46"/>
        </a:solidFill>
      </p:bgPr>
    </p:bg>
    <p:spTree>
      <p:nvGrpSpPr>
        <p:cNvPr id="658" name="Shape 658"/>
        <p:cNvGrpSpPr/>
        <p:nvPr/>
      </p:nvGrpSpPr>
      <p:grpSpPr>
        <a:xfrm>
          <a:off x="0" y="0"/>
          <a:ext cx="0" cy="0"/>
          <a:chOff x="0" y="0"/>
          <a:chExt cx="0" cy="0"/>
        </a:xfrm>
      </p:grpSpPr>
      <p:sp>
        <p:nvSpPr>
          <p:cNvPr id="659" name="Google Shape;659;p36"/>
          <p:cNvSpPr/>
          <p:nvPr/>
        </p:nvSpPr>
        <p:spPr>
          <a:xfrm rot="549959">
            <a:off x="13155161" y="3870136"/>
            <a:ext cx="2968601" cy="4771406"/>
          </a:xfrm>
          <a:custGeom>
            <a:rect b="b" l="l" r="r" t="t"/>
            <a:pathLst>
              <a:path extrusionOk="0" h="4771406" w="2968601">
                <a:moveTo>
                  <a:pt x="0" y="0"/>
                </a:moveTo>
                <a:lnTo>
                  <a:pt x="2968601" y="0"/>
                </a:lnTo>
                <a:lnTo>
                  <a:pt x="2968601" y="4771406"/>
                </a:lnTo>
                <a:lnTo>
                  <a:pt x="0" y="4771406"/>
                </a:lnTo>
                <a:lnTo>
                  <a:pt x="0" y="0"/>
                </a:lnTo>
                <a:close/>
              </a:path>
            </a:pathLst>
          </a:custGeom>
          <a:blipFill rotWithShape="1">
            <a:blip r:embed="rId3">
              <a:alphaModFix/>
            </a:blip>
            <a:stretch>
              <a:fillRect b="-3353" l="-153087" r="0" t="0"/>
            </a:stretch>
          </a:blipFill>
          <a:ln>
            <a:noFill/>
          </a:ln>
        </p:spPr>
      </p:sp>
      <p:sp>
        <p:nvSpPr>
          <p:cNvPr id="660" name="Google Shape;660;p36"/>
          <p:cNvSpPr/>
          <p:nvPr/>
        </p:nvSpPr>
        <p:spPr>
          <a:xfrm rot="-266862">
            <a:off x="9161431" y="2654385"/>
            <a:ext cx="5990432" cy="5839575"/>
          </a:xfrm>
          <a:custGeom>
            <a:rect b="b" l="l" r="r" t="t"/>
            <a:pathLst>
              <a:path extrusionOk="0" h="5839575" w="5990432">
                <a:moveTo>
                  <a:pt x="0" y="0"/>
                </a:moveTo>
                <a:lnTo>
                  <a:pt x="5990432" y="0"/>
                </a:lnTo>
                <a:lnTo>
                  <a:pt x="5990432" y="5839575"/>
                </a:lnTo>
                <a:lnTo>
                  <a:pt x="0" y="5839575"/>
                </a:lnTo>
                <a:lnTo>
                  <a:pt x="0" y="0"/>
                </a:lnTo>
                <a:close/>
              </a:path>
            </a:pathLst>
          </a:custGeom>
          <a:blipFill rotWithShape="1">
            <a:blip r:embed="rId4">
              <a:alphaModFix/>
            </a:blip>
            <a:stretch>
              <a:fillRect b="-45036" l="0" r="0" t="0"/>
            </a:stretch>
          </a:blipFill>
          <a:ln>
            <a:noFill/>
          </a:ln>
        </p:spPr>
      </p:sp>
      <p:sp>
        <p:nvSpPr>
          <p:cNvPr id="661" name="Google Shape;661;p36"/>
          <p:cNvSpPr/>
          <p:nvPr/>
        </p:nvSpPr>
        <p:spPr>
          <a:xfrm rot="141362">
            <a:off x="9516945" y="2355262"/>
            <a:ext cx="6185631" cy="6185631"/>
          </a:xfrm>
          <a:custGeom>
            <a:rect b="b" l="l" r="r" t="t"/>
            <a:pathLst>
              <a:path extrusionOk="0" h="6185631" w="6185631">
                <a:moveTo>
                  <a:pt x="0" y="0"/>
                </a:moveTo>
                <a:lnTo>
                  <a:pt x="6185631" y="0"/>
                </a:lnTo>
                <a:lnTo>
                  <a:pt x="6185631" y="6185630"/>
                </a:lnTo>
                <a:lnTo>
                  <a:pt x="0" y="6185630"/>
                </a:lnTo>
                <a:lnTo>
                  <a:pt x="0" y="0"/>
                </a:lnTo>
                <a:close/>
              </a:path>
            </a:pathLst>
          </a:custGeom>
          <a:blipFill rotWithShape="1">
            <a:blip r:embed="rId5">
              <a:alphaModFix/>
            </a:blip>
            <a:stretch>
              <a:fillRect b="0" l="0" r="0" t="0"/>
            </a:stretch>
          </a:blipFill>
          <a:ln>
            <a:noFill/>
          </a:ln>
        </p:spPr>
      </p:sp>
      <p:sp>
        <p:nvSpPr>
          <p:cNvPr id="662" name="Google Shape;662;p36"/>
          <p:cNvSpPr/>
          <p:nvPr/>
        </p:nvSpPr>
        <p:spPr>
          <a:xfrm rot="10472255">
            <a:off x="15552867" y="-1626397"/>
            <a:ext cx="5396459" cy="4114800"/>
          </a:xfrm>
          <a:custGeom>
            <a:rect b="b" l="l" r="r" t="t"/>
            <a:pathLst>
              <a:path extrusionOk="0" h="4114800" w="5396459">
                <a:moveTo>
                  <a:pt x="0" y="0"/>
                </a:moveTo>
                <a:lnTo>
                  <a:pt x="5396459" y="0"/>
                </a:lnTo>
                <a:lnTo>
                  <a:pt x="5396459" y="4114800"/>
                </a:lnTo>
                <a:lnTo>
                  <a:pt x="0" y="4114800"/>
                </a:lnTo>
                <a:lnTo>
                  <a:pt x="0" y="0"/>
                </a:lnTo>
                <a:close/>
              </a:path>
            </a:pathLst>
          </a:custGeom>
          <a:blipFill rotWithShape="1">
            <a:blip r:embed="rId6">
              <a:alphaModFix/>
            </a:blip>
            <a:stretch>
              <a:fillRect b="0" l="0" r="0" t="0"/>
            </a:stretch>
          </a:blipFill>
          <a:ln>
            <a:noFill/>
          </a:ln>
        </p:spPr>
      </p:sp>
      <p:sp>
        <p:nvSpPr>
          <p:cNvPr id="663" name="Google Shape;663;p36"/>
          <p:cNvSpPr/>
          <p:nvPr/>
        </p:nvSpPr>
        <p:spPr>
          <a:xfrm rot="-7239578">
            <a:off x="-916157" y="-1028700"/>
            <a:ext cx="2227136" cy="4114800"/>
          </a:xfrm>
          <a:custGeom>
            <a:rect b="b" l="l" r="r" t="t"/>
            <a:pathLst>
              <a:path extrusionOk="0" h="4114800" w="2227136">
                <a:moveTo>
                  <a:pt x="0" y="0"/>
                </a:moveTo>
                <a:lnTo>
                  <a:pt x="2227136" y="0"/>
                </a:lnTo>
                <a:lnTo>
                  <a:pt x="2227136" y="4114800"/>
                </a:lnTo>
                <a:lnTo>
                  <a:pt x="0" y="4114800"/>
                </a:lnTo>
                <a:lnTo>
                  <a:pt x="0" y="0"/>
                </a:lnTo>
                <a:close/>
              </a:path>
            </a:pathLst>
          </a:custGeom>
          <a:blipFill rotWithShape="1">
            <a:blip r:embed="rId7">
              <a:alphaModFix/>
            </a:blip>
            <a:stretch>
              <a:fillRect b="0" l="0" r="0" t="0"/>
            </a:stretch>
          </a:blipFill>
          <a:ln>
            <a:noFill/>
          </a:ln>
        </p:spPr>
      </p:sp>
      <p:sp>
        <p:nvSpPr>
          <p:cNvPr id="664" name="Google Shape;664;p36"/>
          <p:cNvSpPr/>
          <p:nvPr/>
        </p:nvSpPr>
        <p:spPr>
          <a:xfrm rot="10252938">
            <a:off x="8709979" y="-1552077"/>
            <a:ext cx="4257941" cy="2458961"/>
          </a:xfrm>
          <a:custGeom>
            <a:rect b="b" l="l" r="r" t="t"/>
            <a:pathLst>
              <a:path extrusionOk="0" h="2458961" w="4257941">
                <a:moveTo>
                  <a:pt x="0" y="0"/>
                </a:moveTo>
                <a:lnTo>
                  <a:pt x="4257941" y="0"/>
                </a:lnTo>
                <a:lnTo>
                  <a:pt x="4257941" y="2458961"/>
                </a:lnTo>
                <a:lnTo>
                  <a:pt x="0" y="2458961"/>
                </a:lnTo>
                <a:lnTo>
                  <a:pt x="0" y="0"/>
                </a:lnTo>
                <a:close/>
              </a:path>
            </a:pathLst>
          </a:custGeom>
          <a:blipFill rotWithShape="1">
            <a:blip r:embed="rId8">
              <a:alphaModFix/>
            </a:blip>
            <a:stretch>
              <a:fillRect b="0" l="0" r="0" t="0"/>
            </a:stretch>
          </a:blipFill>
          <a:ln>
            <a:noFill/>
          </a:ln>
        </p:spPr>
      </p:sp>
      <p:sp>
        <p:nvSpPr>
          <p:cNvPr id="665" name="Google Shape;665;p36"/>
          <p:cNvSpPr/>
          <p:nvPr/>
        </p:nvSpPr>
        <p:spPr>
          <a:xfrm rot="5947534">
            <a:off x="3555012" y="-2929516"/>
            <a:ext cx="2978086" cy="4114800"/>
          </a:xfrm>
          <a:custGeom>
            <a:rect b="b" l="l" r="r" t="t"/>
            <a:pathLst>
              <a:path extrusionOk="0" h="4114800" w="2978086">
                <a:moveTo>
                  <a:pt x="0" y="0"/>
                </a:moveTo>
                <a:lnTo>
                  <a:pt x="2978087" y="0"/>
                </a:lnTo>
                <a:lnTo>
                  <a:pt x="2978087" y="4114800"/>
                </a:lnTo>
                <a:lnTo>
                  <a:pt x="0" y="4114800"/>
                </a:lnTo>
                <a:lnTo>
                  <a:pt x="0" y="0"/>
                </a:lnTo>
                <a:close/>
              </a:path>
            </a:pathLst>
          </a:custGeom>
          <a:blipFill rotWithShape="1">
            <a:blip r:embed="rId9">
              <a:alphaModFix/>
            </a:blip>
            <a:stretch>
              <a:fillRect b="0" l="0" r="0" t="0"/>
            </a:stretch>
          </a:blipFill>
          <a:ln>
            <a:noFill/>
          </a:ln>
        </p:spPr>
      </p:sp>
      <p:sp>
        <p:nvSpPr>
          <p:cNvPr id="666" name="Google Shape;666;p36"/>
          <p:cNvSpPr/>
          <p:nvPr/>
        </p:nvSpPr>
        <p:spPr>
          <a:xfrm>
            <a:off x="-1476562" y="7799941"/>
            <a:ext cx="2978086" cy="4114800"/>
          </a:xfrm>
          <a:custGeom>
            <a:rect b="b" l="l" r="r" t="t"/>
            <a:pathLst>
              <a:path extrusionOk="0" h="4114800" w="2978086">
                <a:moveTo>
                  <a:pt x="0" y="0"/>
                </a:moveTo>
                <a:lnTo>
                  <a:pt x="2978087" y="0"/>
                </a:lnTo>
                <a:lnTo>
                  <a:pt x="2978087" y="4114800"/>
                </a:lnTo>
                <a:lnTo>
                  <a:pt x="0" y="4114800"/>
                </a:lnTo>
                <a:lnTo>
                  <a:pt x="0" y="0"/>
                </a:lnTo>
                <a:close/>
              </a:path>
            </a:pathLst>
          </a:custGeom>
          <a:blipFill rotWithShape="1">
            <a:blip r:embed="rId9">
              <a:alphaModFix/>
            </a:blip>
            <a:stretch>
              <a:fillRect b="0" l="0" r="0" t="0"/>
            </a:stretch>
          </a:blipFill>
          <a:ln>
            <a:noFill/>
          </a:ln>
        </p:spPr>
      </p:sp>
      <p:sp>
        <p:nvSpPr>
          <p:cNvPr id="667" name="Google Shape;667;p36"/>
          <p:cNvSpPr/>
          <p:nvPr/>
        </p:nvSpPr>
        <p:spPr>
          <a:xfrm rot="-9994124">
            <a:off x="4019779" y="9355547"/>
            <a:ext cx="5875677" cy="3238967"/>
          </a:xfrm>
          <a:custGeom>
            <a:rect b="b" l="l" r="r" t="t"/>
            <a:pathLst>
              <a:path extrusionOk="0" h="3238967" w="5875677">
                <a:moveTo>
                  <a:pt x="0" y="0"/>
                </a:moveTo>
                <a:lnTo>
                  <a:pt x="5875677" y="0"/>
                </a:lnTo>
                <a:lnTo>
                  <a:pt x="5875677" y="3238966"/>
                </a:lnTo>
                <a:lnTo>
                  <a:pt x="0" y="3238966"/>
                </a:lnTo>
                <a:lnTo>
                  <a:pt x="0" y="0"/>
                </a:lnTo>
                <a:close/>
              </a:path>
            </a:pathLst>
          </a:custGeom>
          <a:blipFill rotWithShape="1">
            <a:blip r:embed="rId10">
              <a:alphaModFix/>
            </a:blip>
            <a:stretch>
              <a:fillRect b="0" l="0" r="0" t="0"/>
            </a:stretch>
          </a:blipFill>
          <a:ln>
            <a:noFill/>
          </a:ln>
        </p:spPr>
      </p:sp>
      <p:sp>
        <p:nvSpPr>
          <p:cNvPr id="668" name="Google Shape;668;p36"/>
          <p:cNvSpPr/>
          <p:nvPr/>
        </p:nvSpPr>
        <p:spPr>
          <a:xfrm rot="-5400000">
            <a:off x="16377293" y="7799941"/>
            <a:ext cx="5396459" cy="4114800"/>
          </a:xfrm>
          <a:custGeom>
            <a:rect b="b" l="l" r="r" t="t"/>
            <a:pathLst>
              <a:path extrusionOk="0" h="4114800" w="5396459">
                <a:moveTo>
                  <a:pt x="0" y="0"/>
                </a:moveTo>
                <a:lnTo>
                  <a:pt x="5396459" y="0"/>
                </a:lnTo>
                <a:lnTo>
                  <a:pt x="5396459" y="4114800"/>
                </a:lnTo>
                <a:lnTo>
                  <a:pt x="0" y="4114800"/>
                </a:lnTo>
                <a:lnTo>
                  <a:pt x="0" y="0"/>
                </a:lnTo>
                <a:close/>
              </a:path>
            </a:pathLst>
          </a:custGeom>
          <a:blipFill rotWithShape="1">
            <a:blip r:embed="rId6">
              <a:alphaModFix/>
            </a:blip>
            <a:stretch>
              <a:fillRect b="0" l="0" r="0" t="0"/>
            </a:stretch>
          </a:blipFill>
          <a:ln>
            <a:noFill/>
          </a:ln>
        </p:spPr>
      </p:sp>
      <p:sp>
        <p:nvSpPr>
          <p:cNvPr id="669" name="Google Shape;669;p36"/>
          <p:cNvSpPr/>
          <p:nvPr/>
        </p:nvSpPr>
        <p:spPr>
          <a:xfrm rot="353451">
            <a:off x="11564385" y="2069332"/>
            <a:ext cx="2197384" cy="723139"/>
          </a:xfrm>
          <a:custGeom>
            <a:rect b="b" l="l" r="r" t="t"/>
            <a:pathLst>
              <a:path extrusionOk="0" h="723139" w="2197384">
                <a:moveTo>
                  <a:pt x="0" y="0"/>
                </a:moveTo>
                <a:lnTo>
                  <a:pt x="2197384" y="0"/>
                </a:lnTo>
                <a:lnTo>
                  <a:pt x="2197384" y="723139"/>
                </a:lnTo>
                <a:lnTo>
                  <a:pt x="0" y="723139"/>
                </a:lnTo>
                <a:lnTo>
                  <a:pt x="0" y="0"/>
                </a:lnTo>
                <a:close/>
              </a:path>
            </a:pathLst>
          </a:custGeom>
          <a:blipFill rotWithShape="1">
            <a:blip r:embed="rId11">
              <a:alphaModFix/>
            </a:blip>
            <a:stretch>
              <a:fillRect b="0" l="0" r="0" t="0"/>
            </a:stretch>
          </a:blipFill>
          <a:ln>
            <a:noFill/>
          </a:ln>
        </p:spPr>
      </p:sp>
      <p:sp>
        <p:nvSpPr>
          <p:cNvPr id="670" name="Google Shape;670;p36"/>
          <p:cNvSpPr/>
          <p:nvPr/>
        </p:nvSpPr>
        <p:spPr>
          <a:xfrm>
            <a:off x="1501525" y="1958479"/>
            <a:ext cx="5888142" cy="6049331"/>
          </a:xfrm>
          <a:custGeom>
            <a:rect b="b" l="l" r="r" t="t"/>
            <a:pathLst>
              <a:path extrusionOk="0" h="6049331" w="5888142">
                <a:moveTo>
                  <a:pt x="0" y="0"/>
                </a:moveTo>
                <a:lnTo>
                  <a:pt x="5888142" y="0"/>
                </a:lnTo>
                <a:lnTo>
                  <a:pt x="5888142" y="6049331"/>
                </a:lnTo>
                <a:lnTo>
                  <a:pt x="0" y="6049331"/>
                </a:lnTo>
                <a:lnTo>
                  <a:pt x="0" y="0"/>
                </a:lnTo>
                <a:close/>
              </a:path>
            </a:pathLst>
          </a:custGeom>
          <a:blipFill rotWithShape="1">
            <a:blip r:embed="rId12">
              <a:alphaModFix/>
            </a:blip>
            <a:stretch>
              <a:fillRect b="0" l="0" r="0" t="0"/>
            </a:stretch>
          </a:blipFill>
          <a:ln>
            <a:noFill/>
          </a:ln>
        </p:spPr>
      </p:sp>
      <p:sp>
        <p:nvSpPr>
          <p:cNvPr id="671" name="Google Shape;671;p36"/>
          <p:cNvSpPr txBox="1"/>
          <p:nvPr/>
        </p:nvSpPr>
        <p:spPr>
          <a:xfrm rot="146692">
            <a:off x="10686871" y="3127714"/>
            <a:ext cx="3782569" cy="951230"/>
          </a:xfrm>
          <a:prstGeom prst="rect">
            <a:avLst/>
          </a:prstGeom>
          <a:noFill/>
          <a:ln>
            <a:noFill/>
          </a:ln>
        </p:spPr>
        <p:txBody>
          <a:bodyPr anchorCtr="0" anchor="t" bIns="0" lIns="0" spcFirstLastPara="1" rIns="0" wrap="square" tIns="0">
            <a:spAutoFit/>
          </a:bodyPr>
          <a:lstStyle/>
          <a:p>
            <a:pPr indent="0" lvl="0" marL="0" marR="0" rtl="0" algn="ctr">
              <a:lnSpc>
                <a:spcPct val="112002"/>
              </a:lnSpc>
              <a:spcBef>
                <a:spcPts val="0"/>
              </a:spcBef>
              <a:spcAft>
                <a:spcPts val="0"/>
              </a:spcAft>
              <a:buNone/>
            </a:pPr>
            <a:r>
              <a:rPr b="1" i="0" lang="en-US" sz="5499" u="none" cap="none" strike="noStrike">
                <a:solidFill>
                  <a:srgbClr val="000000"/>
                </a:solidFill>
                <a:latin typeface="Arial"/>
                <a:ea typeface="Arial"/>
                <a:cs typeface="Arial"/>
                <a:sym typeface="Arial"/>
              </a:rPr>
              <a:t>Broadcast</a:t>
            </a:r>
            <a:endParaRPr/>
          </a:p>
        </p:txBody>
      </p:sp>
      <p:sp>
        <p:nvSpPr>
          <p:cNvPr id="672" name="Google Shape;672;p36"/>
          <p:cNvSpPr txBox="1"/>
          <p:nvPr/>
        </p:nvSpPr>
        <p:spPr>
          <a:xfrm rot="121476">
            <a:off x="10066159" y="4740973"/>
            <a:ext cx="5087202" cy="2163922"/>
          </a:xfrm>
          <a:prstGeom prst="rect">
            <a:avLst/>
          </a:prstGeom>
          <a:noFill/>
          <a:ln>
            <a:noFill/>
          </a:ln>
        </p:spPr>
        <p:txBody>
          <a:bodyPr anchorCtr="0" anchor="t" bIns="0" lIns="0" spcFirstLastPara="1" rIns="0" wrap="square" tIns="0">
            <a:spAutoFit/>
          </a:bodyPr>
          <a:lstStyle/>
          <a:p>
            <a:pPr indent="-305882" lvl="1" marL="611765" marR="0" rtl="0" algn="l">
              <a:lnSpc>
                <a:spcPct val="120014"/>
              </a:lnSpc>
              <a:spcBef>
                <a:spcPts val="0"/>
              </a:spcBef>
              <a:spcAft>
                <a:spcPts val="0"/>
              </a:spcAft>
              <a:buClr>
                <a:srgbClr val="000000"/>
              </a:buClr>
              <a:buSzPts val="2833"/>
              <a:buFont typeface="Arial"/>
              <a:buChar char="•"/>
            </a:pPr>
            <a:r>
              <a:rPr b="0" i="0" lang="en-US" sz="2833" u="none" cap="none" strike="noStrike">
                <a:solidFill>
                  <a:srgbClr val="000000"/>
                </a:solidFill>
                <a:latin typeface="DM Sans"/>
                <a:ea typeface="DM Sans"/>
                <a:cs typeface="DM Sans"/>
                <a:sym typeface="DM Sans"/>
              </a:rPr>
              <a:t>Es un patrón de mensaje uno-a-todos. Si todos los hosts de la red necesitan saber el mensaje al mismo tiempo.</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CD46"/>
        </a:solidFill>
      </p:bgPr>
    </p:bg>
    <p:spTree>
      <p:nvGrpSpPr>
        <p:cNvPr id="676" name="Shape 676"/>
        <p:cNvGrpSpPr/>
        <p:nvPr/>
      </p:nvGrpSpPr>
      <p:grpSpPr>
        <a:xfrm>
          <a:off x="0" y="0"/>
          <a:ext cx="0" cy="0"/>
          <a:chOff x="0" y="0"/>
          <a:chExt cx="0" cy="0"/>
        </a:xfrm>
      </p:grpSpPr>
      <p:sp>
        <p:nvSpPr>
          <p:cNvPr id="677" name="Google Shape;677;p37"/>
          <p:cNvSpPr/>
          <p:nvPr/>
        </p:nvSpPr>
        <p:spPr>
          <a:xfrm rot="315885">
            <a:off x="7787552" y="3775386"/>
            <a:ext cx="7513387" cy="4931514"/>
          </a:xfrm>
          <a:custGeom>
            <a:rect b="b" l="l" r="r" t="t"/>
            <a:pathLst>
              <a:path extrusionOk="0" h="4931514" w="7513387">
                <a:moveTo>
                  <a:pt x="0" y="0"/>
                </a:moveTo>
                <a:lnTo>
                  <a:pt x="7513386" y="0"/>
                </a:lnTo>
                <a:lnTo>
                  <a:pt x="7513386" y="4931514"/>
                </a:lnTo>
                <a:lnTo>
                  <a:pt x="0" y="4931514"/>
                </a:lnTo>
                <a:lnTo>
                  <a:pt x="0" y="0"/>
                </a:lnTo>
                <a:close/>
              </a:path>
            </a:pathLst>
          </a:custGeom>
          <a:blipFill rotWithShape="1">
            <a:blip r:embed="rId3">
              <a:alphaModFix/>
            </a:blip>
            <a:stretch>
              <a:fillRect b="0" l="0" r="0" t="0"/>
            </a:stretch>
          </a:blipFill>
          <a:ln>
            <a:noFill/>
          </a:ln>
        </p:spPr>
      </p:sp>
      <p:sp>
        <p:nvSpPr>
          <p:cNvPr id="678" name="Google Shape;678;p37"/>
          <p:cNvSpPr/>
          <p:nvPr/>
        </p:nvSpPr>
        <p:spPr>
          <a:xfrm rot="-266862">
            <a:off x="2743409" y="2871761"/>
            <a:ext cx="5990432" cy="5839575"/>
          </a:xfrm>
          <a:custGeom>
            <a:rect b="b" l="l" r="r" t="t"/>
            <a:pathLst>
              <a:path extrusionOk="0" h="5839575" w="5990432">
                <a:moveTo>
                  <a:pt x="0" y="0"/>
                </a:moveTo>
                <a:lnTo>
                  <a:pt x="5990432" y="0"/>
                </a:lnTo>
                <a:lnTo>
                  <a:pt x="5990432" y="5839574"/>
                </a:lnTo>
                <a:lnTo>
                  <a:pt x="0" y="5839574"/>
                </a:lnTo>
                <a:lnTo>
                  <a:pt x="0" y="0"/>
                </a:lnTo>
                <a:close/>
              </a:path>
            </a:pathLst>
          </a:custGeom>
          <a:blipFill rotWithShape="1">
            <a:blip r:embed="rId4">
              <a:alphaModFix/>
            </a:blip>
            <a:stretch>
              <a:fillRect b="-45036" l="0" r="0" t="0"/>
            </a:stretch>
          </a:blipFill>
          <a:ln>
            <a:noFill/>
          </a:ln>
        </p:spPr>
      </p:sp>
      <p:sp>
        <p:nvSpPr>
          <p:cNvPr id="679" name="Google Shape;679;p37"/>
          <p:cNvSpPr/>
          <p:nvPr/>
        </p:nvSpPr>
        <p:spPr>
          <a:xfrm rot="-82494">
            <a:off x="2911657" y="1750113"/>
            <a:ext cx="11731235" cy="6714183"/>
          </a:xfrm>
          <a:custGeom>
            <a:rect b="b" l="l" r="r" t="t"/>
            <a:pathLst>
              <a:path extrusionOk="0" h="6714183" w="11731235">
                <a:moveTo>
                  <a:pt x="0" y="0"/>
                </a:moveTo>
                <a:lnTo>
                  <a:pt x="11731235" y="0"/>
                </a:lnTo>
                <a:lnTo>
                  <a:pt x="11731235" y="6714183"/>
                </a:lnTo>
                <a:lnTo>
                  <a:pt x="0" y="6714183"/>
                </a:lnTo>
                <a:lnTo>
                  <a:pt x="0" y="0"/>
                </a:lnTo>
                <a:close/>
              </a:path>
            </a:pathLst>
          </a:custGeom>
          <a:blipFill rotWithShape="1">
            <a:blip r:embed="rId5">
              <a:alphaModFix/>
            </a:blip>
            <a:stretch>
              <a:fillRect b="-33422" l="0" r="0" t="0"/>
            </a:stretch>
          </a:blipFill>
          <a:ln>
            <a:noFill/>
          </a:ln>
        </p:spPr>
      </p:sp>
      <p:sp>
        <p:nvSpPr>
          <p:cNvPr id="680" name="Google Shape;680;p37"/>
          <p:cNvSpPr txBox="1"/>
          <p:nvPr/>
        </p:nvSpPr>
        <p:spPr>
          <a:xfrm rot="-82494">
            <a:off x="4978288" y="3750800"/>
            <a:ext cx="8468664" cy="3006639"/>
          </a:xfrm>
          <a:prstGeom prst="rect">
            <a:avLst/>
          </a:prstGeom>
          <a:noFill/>
          <a:ln>
            <a:noFill/>
          </a:ln>
        </p:spPr>
        <p:txBody>
          <a:bodyPr anchorCtr="0" anchor="t" bIns="0" lIns="0" spcFirstLastPara="1" rIns="0" wrap="square" tIns="0">
            <a:spAutoFit/>
          </a:bodyPr>
          <a:lstStyle/>
          <a:p>
            <a:pPr indent="0" lvl="0" marL="0" marR="0" rtl="0" algn="ctr">
              <a:lnSpc>
                <a:spcPct val="103999"/>
              </a:lnSpc>
              <a:spcBef>
                <a:spcPts val="0"/>
              </a:spcBef>
              <a:spcAft>
                <a:spcPts val="0"/>
              </a:spcAft>
              <a:buNone/>
            </a:pPr>
            <a:r>
              <a:rPr b="1" i="0" lang="en-US" sz="10152" u="none" cap="none" strike="noStrike">
                <a:solidFill>
                  <a:srgbClr val="000000"/>
                </a:solidFill>
                <a:latin typeface="Arial"/>
                <a:ea typeface="Arial"/>
                <a:cs typeface="Arial"/>
                <a:sym typeface="Arial"/>
              </a:rPr>
              <a:t>Dominio de Broadcast</a:t>
            </a:r>
            <a:endParaRPr/>
          </a:p>
        </p:txBody>
      </p:sp>
      <p:sp>
        <p:nvSpPr>
          <p:cNvPr id="681" name="Google Shape;681;p37"/>
          <p:cNvSpPr/>
          <p:nvPr/>
        </p:nvSpPr>
        <p:spPr>
          <a:xfrm>
            <a:off x="2526002" y="1208717"/>
            <a:ext cx="3038649" cy="2879120"/>
          </a:xfrm>
          <a:custGeom>
            <a:rect b="b" l="l" r="r" t="t"/>
            <a:pathLst>
              <a:path extrusionOk="0" h="2879120" w="3038649">
                <a:moveTo>
                  <a:pt x="0" y="0"/>
                </a:moveTo>
                <a:lnTo>
                  <a:pt x="3038649" y="0"/>
                </a:lnTo>
                <a:lnTo>
                  <a:pt x="3038649" y="2879120"/>
                </a:lnTo>
                <a:lnTo>
                  <a:pt x="0" y="2879120"/>
                </a:lnTo>
                <a:lnTo>
                  <a:pt x="0" y="0"/>
                </a:lnTo>
                <a:close/>
              </a:path>
            </a:pathLst>
          </a:custGeom>
          <a:blipFill rotWithShape="1">
            <a:blip r:embed="rId6">
              <a:alphaModFix/>
            </a:blip>
            <a:stretch>
              <a:fillRect b="0" l="0" r="0" t="0"/>
            </a:stretch>
          </a:blipFill>
          <a:ln>
            <a:noFill/>
          </a:ln>
        </p:spPr>
      </p:sp>
      <p:sp>
        <p:nvSpPr>
          <p:cNvPr id="682" name="Google Shape;682;p37"/>
          <p:cNvSpPr/>
          <p:nvPr/>
        </p:nvSpPr>
        <p:spPr>
          <a:xfrm>
            <a:off x="-1489043" y="5940621"/>
            <a:ext cx="2978086" cy="4114800"/>
          </a:xfrm>
          <a:custGeom>
            <a:rect b="b" l="l" r="r" t="t"/>
            <a:pathLst>
              <a:path extrusionOk="0" h="4114800" w="2978086">
                <a:moveTo>
                  <a:pt x="0" y="0"/>
                </a:moveTo>
                <a:lnTo>
                  <a:pt x="2978086" y="0"/>
                </a:lnTo>
                <a:lnTo>
                  <a:pt x="2978086" y="4114800"/>
                </a:lnTo>
                <a:lnTo>
                  <a:pt x="0" y="4114800"/>
                </a:lnTo>
                <a:lnTo>
                  <a:pt x="0" y="0"/>
                </a:lnTo>
                <a:close/>
              </a:path>
            </a:pathLst>
          </a:custGeom>
          <a:blipFill rotWithShape="1">
            <a:blip r:embed="rId7">
              <a:alphaModFix/>
            </a:blip>
            <a:stretch>
              <a:fillRect b="0" l="0" r="0" t="0"/>
            </a:stretch>
          </a:blipFill>
          <a:ln>
            <a:noFill/>
          </a:ln>
        </p:spPr>
      </p:sp>
      <p:sp>
        <p:nvSpPr>
          <p:cNvPr id="683" name="Google Shape;683;p37"/>
          <p:cNvSpPr/>
          <p:nvPr/>
        </p:nvSpPr>
        <p:spPr>
          <a:xfrm>
            <a:off x="12399360" y="4481928"/>
            <a:ext cx="4572264" cy="4653704"/>
          </a:xfrm>
          <a:custGeom>
            <a:rect b="b" l="l" r="r" t="t"/>
            <a:pathLst>
              <a:path extrusionOk="0" h="4653704" w="4572264">
                <a:moveTo>
                  <a:pt x="0" y="0"/>
                </a:moveTo>
                <a:lnTo>
                  <a:pt x="4572265" y="0"/>
                </a:lnTo>
                <a:lnTo>
                  <a:pt x="4572265" y="4653705"/>
                </a:lnTo>
                <a:lnTo>
                  <a:pt x="0" y="4653705"/>
                </a:lnTo>
                <a:lnTo>
                  <a:pt x="0" y="0"/>
                </a:lnTo>
                <a:close/>
              </a:path>
            </a:pathLst>
          </a:custGeom>
          <a:blipFill rotWithShape="1">
            <a:blip r:embed="rId8">
              <a:alphaModFix/>
            </a:blip>
            <a:stretch>
              <a:fillRect b="0" l="0" r="0" t="0"/>
            </a:stretch>
          </a:blipFill>
          <a:ln>
            <a:noFill/>
          </a:ln>
        </p:spPr>
      </p:sp>
      <p:sp>
        <p:nvSpPr>
          <p:cNvPr id="684" name="Google Shape;684;p37"/>
          <p:cNvSpPr/>
          <p:nvPr/>
        </p:nvSpPr>
        <p:spPr>
          <a:xfrm rot="-10197389">
            <a:off x="15531917" y="-653517"/>
            <a:ext cx="5396459" cy="4114800"/>
          </a:xfrm>
          <a:custGeom>
            <a:rect b="b" l="l" r="r" t="t"/>
            <a:pathLst>
              <a:path extrusionOk="0" h="4114800" w="5396459">
                <a:moveTo>
                  <a:pt x="0" y="0"/>
                </a:moveTo>
                <a:lnTo>
                  <a:pt x="5396459" y="0"/>
                </a:lnTo>
                <a:lnTo>
                  <a:pt x="5396459" y="4114800"/>
                </a:lnTo>
                <a:lnTo>
                  <a:pt x="0" y="4114800"/>
                </a:lnTo>
                <a:lnTo>
                  <a:pt x="0" y="0"/>
                </a:lnTo>
                <a:close/>
              </a:path>
            </a:pathLst>
          </a:custGeom>
          <a:blipFill rotWithShape="1">
            <a:blip r:embed="rId9">
              <a:alphaModFix/>
            </a:blip>
            <a:stretch>
              <a:fillRect b="0" l="0" r="0" t="0"/>
            </a:stretch>
          </a:blipFill>
          <a:ln>
            <a:noFill/>
          </a:ln>
        </p:spPr>
      </p:sp>
      <p:sp>
        <p:nvSpPr>
          <p:cNvPr id="685" name="Google Shape;685;p37"/>
          <p:cNvSpPr/>
          <p:nvPr/>
        </p:nvSpPr>
        <p:spPr>
          <a:xfrm rot="-9994124">
            <a:off x="5425198" y="9403862"/>
            <a:ext cx="5875677" cy="3238967"/>
          </a:xfrm>
          <a:custGeom>
            <a:rect b="b" l="l" r="r" t="t"/>
            <a:pathLst>
              <a:path extrusionOk="0" h="3238967" w="5875677">
                <a:moveTo>
                  <a:pt x="0" y="0"/>
                </a:moveTo>
                <a:lnTo>
                  <a:pt x="5875677" y="0"/>
                </a:lnTo>
                <a:lnTo>
                  <a:pt x="5875677" y="3238967"/>
                </a:lnTo>
                <a:lnTo>
                  <a:pt x="0" y="3238967"/>
                </a:lnTo>
                <a:lnTo>
                  <a:pt x="0" y="0"/>
                </a:lnTo>
                <a:close/>
              </a:path>
            </a:pathLst>
          </a:custGeom>
          <a:blipFill rotWithShape="1">
            <a:blip r:embed="rId10">
              <a:alphaModFix/>
            </a:blip>
            <a:stretch>
              <a:fillRect b="0" l="0" r="0" t="0"/>
            </a:stretch>
          </a:blipFill>
          <a:ln>
            <a:noFill/>
          </a:ln>
        </p:spPr>
      </p:sp>
      <p:sp>
        <p:nvSpPr>
          <p:cNvPr id="686" name="Google Shape;686;p37"/>
          <p:cNvSpPr/>
          <p:nvPr/>
        </p:nvSpPr>
        <p:spPr>
          <a:xfrm rot="-7239578">
            <a:off x="-916157" y="-1028700"/>
            <a:ext cx="2227136" cy="4114800"/>
          </a:xfrm>
          <a:custGeom>
            <a:rect b="b" l="l" r="r" t="t"/>
            <a:pathLst>
              <a:path extrusionOk="0" h="4114800" w="2227136">
                <a:moveTo>
                  <a:pt x="0" y="0"/>
                </a:moveTo>
                <a:lnTo>
                  <a:pt x="2227136" y="0"/>
                </a:lnTo>
                <a:lnTo>
                  <a:pt x="2227136" y="4114800"/>
                </a:lnTo>
                <a:lnTo>
                  <a:pt x="0" y="4114800"/>
                </a:lnTo>
                <a:lnTo>
                  <a:pt x="0" y="0"/>
                </a:lnTo>
                <a:close/>
              </a:path>
            </a:pathLst>
          </a:custGeom>
          <a:blipFill rotWithShape="1">
            <a:blip r:embed="rId11">
              <a:alphaModFix/>
            </a:blip>
            <a:stretch>
              <a:fillRect b="0" l="0" r="0" t="0"/>
            </a:stretch>
          </a:blipFill>
          <a:ln>
            <a:noFill/>
          </a:ln>
        </p:spPr>
      </p:sp>
      <p:sp>
        <p:nvSpPr>
          <p:cNvPr id="687" name="Google Shape;687;p37"/>
          <p:cNvSpPr/>
          <p:nvPr/>
        </p:nvSpPr>
        <p:spPr>
          <a:xfrm rot="2598121">
            <a:off x="2491871" y="7209833"/>
            <a:ext cx="3007321" cy="1759283"/>
          </a:xfrm>
          <a:custGeom>
            <a:rect b="b" l="l" r="r" t="t"/>
            <a:pathLst>
              <a:path extrusionOk="0" h="1759283" w="3007321">
                <a:moveTo>
                  <a:pt x="0" y="0"/>
                </a:moveTo>
                <a:lnTo>
                  <a:pt x="3007320" y="0"/>
                </a:lnTo>
                <a:lnTo>
                  <a:pt x="3007320" y="1759283"/>
                </a:lnTo>
                <a:lnTo>
                  <a:pt x="0" y="1759283"/>
                </a:lnTo>
                <a:lnTo>
                  <a:pt x="0" y="0"/>
                </a:lnTo>
                <a:close/>
              </a:path>
            </a:pathLst>
          </a:custGeom>
          <a:blipFill rotWithShape="1">
            <a:blip r:embed="rId12">
              <a:alphaModFix/>
            </a:blip>
            <a:stretch>
              <a:fillRect b="0" l="0" r="0" t="0"/>
            </a:stretch>
          </a:blipFill>
          <a:ln>
            <a:noFill/>
          </a:ln>
        </p:spPr>
      </p:sp>
      <p:sp>
        <p:nvSpPr>
          <p:cNvPr id="688" name="Google Shape;688;p37"/>
          <p:cNvSpPr/>
          <p:nvPr/>
        </p:nvSpPr>
        <p:spPr>
          <a:xfrm rot="3945637">
            <a:off x="13786679" y="3168847"/>
            <a:ext cx="1146208" cy="2324001"/>
          </a:xfrm>
          <a:custGeom>
            <a:rect b="b" l="l" r="r" t="t"/>
            <a:pathLst>
              <a:path extrusionOk="0" h="2324001" w="1146208">
                <a:moveTo>
                  <a:pt x="0" y="0"/>
                </a:moveTo>
                <a:lnTo>
                  <a:pt x="1146208" y="0"/>
                </a:lnTo>
                <a:lnTo>
                  <a:pt x="1146208" y="2324000"/>
                </a:lnTo>
                <a:lnTo>
                  <a:pt x="0" y="2324000"/>
                </a:lnTo>
                <a:lnTo>
                  <a:pt x="0" y="0"/>
                </a:lnTo>
                <a:close/>
              </a:path>
            </a:pathLst>
          </a:custGeom>
          <a:blipFill rotWithShape="1">
            <a:blip r:embed="rId13">
              <a:alphaModFix/>
            </a:blip>
            <a:stretch>
              <a:fillRect b="-23885" l="-165097" r="0" t="0"/>
            </a:stretch>
          </a:blipFill>
          <a:ln>
            <a:noFill/>
          </a:ln>
        </p:spPr>
      </p:sp>
      <p:sp>
        <p:nvSpPr>
          <p:cNvPr id="689" name="Google Shape;689;p37"/>
          <p:cNvSpPr/>
          <p:nvPr/>
        </p:nvSpPr>
        <p:spPr>
          <a:xfrm rot="-5400000">
            <a:off x="16049771" y="7736121"/>
            <a:ext cx="5396459" cy="4114800"/>
          </a:xfrm>
          <a:custGeom>
            <a:rect b="b" l="l" r="r" t="t"/>
            <a:pathLst>
              <a:path extrusionOk="0" h="4114800" w="5396459">
                <a:moveTo>
                  <a:pt x="0" y="0"/>
                </a:moveTo>
                <a:lnTo>
                  <a:pt x="5396459" y="0"/>
                </a:lnTo>
                <a:lnTo>
                  <a:pt x="5396459" y="4114800"/>
                </a:lnTo>
                <a:lnTo>
                  <a:pt x="0" y="4114800"/>
                </a:lnTo>
                <a:lnTo>
                  <a:pt x="0" y="0"/>
                </a:lnTo>
                <a:close/>
              </a:path>
            </a:pathLst>
          </a:custGeom>
          <a:blipFill rotWithShape="1">
            <a:blip r:embed="rId9">
              <a:alphaModFix/>
            </a:blip>
            <a:stretch>
              <a:fillRect b="0" l="0" r="0" t="0"/>
            </a:stretch>
          </a:blipFill>
          <a:ln>
            <a:noFill/>
          </a:ln>
        </p:spPr>
      </p:sp>
      <p:sp>
        <p:nvSpPr>
          <p:cNvPr id="690" name="Google Shape;690;p37"/>
          <p:cNvSpPr/>
          <p:nvPr/>
        </p:nvSpPr>
        <p:spPr>
          <a:xfrm rot="10252938">
            <a:off x="8709979" y="-1552077"/>
            <a:ext cx="4257941" cy="2458961"/>
          </a:xfrm>
          <a:custGeom>
            <a:rect b="b" l="l" r="r" t="t"/>
            <a:pathLst>
              <a:path extrusionOk="0" h="2458961" w="4257941">
                <a:moveTo>
                  <a:pt x="0" y="0"/>
                </a:moveTo>
                <a:lnTo>
                  <a:pt x="4257941" y="0"/>
                </a:lnTo>
                <a:lnTo>
                  <a:pt x="4257941" y="2458961"/>
                </a:lnTo>
                <a:lnTo>
                  <a:pt x="0" y="2458961"/>
                </a:lnTo>
                <a:lnTo>
                  <a:pt x="0" y="0"/>
                </a:lnTo>
                <a:close/>
              </a:path>
            </a:pathLst>
          </a:custGeom>
          <a:blipFill rotWithShape="1">
            <a:blip r:embed="rId14">
              <a:alphaModFix/>
            </a:blip>
            <a:stretch>
              <a:fillRect b="0" l="0" r="0" t="0"/>
            </a:stretch>
          </a:blipFill>
          <a:ln>
            <a:noFill/>
          </a:ln>
        </p:spPr>
      </p:sp>
      <p:sp>
        <p:nvSpPr>
          <p:cNvPr id="691" name="Google Shape;691;p37"/>
          <p:cNvSpPr/>
          <p:nvPr/>
        </p:nvSpPr>
        <p:spPr>
          <a:xfrm rot="5947534">
            <a:off x="3555012" y="-2929516"/>
            <a:ext cx="2978086" cy="4114800"/>
          </a:xfrm>
          <a:custGeom>
            <a:rect b="b" l="l" r="r" t="t"/>
            <a:pathLst>
              <a:path extrusionOk="0" h="4114800" w="2978086">
                <a:moveTo>
                  <a:pt x="0" y="0"/>
                </a:moveTo>
                <a:lnTo>
                  <a:pt x="2978087" y="0"/>
                </a:lnTo>
                <a:lnTo>
                  <a:pt x="2978087" y="4114800"/>
                </a:lnTo>
                <a:lnTo>
                  <a:pt x="0" y="4114800"/>
                </a:lnTo>
                <a:lnTo>
                  <a:pt x="0" y="0"/>
                </a:lnTo>
                <a:close/>
              </a:path>
            </a:pathLst>
          </a:custGeom>
          <a:blipFill rotWithShape="1">
            <a:blip r:embed="rId7">
              <a:alphaModFix/>
            </a:blip>
            <a:stretch>
              <a:fillRect b="0" l="0" r="0" t="0"/>
            </a:stretch>
          </a:blipFill>
          <a:ln>
            <a:noFill/>
          </a:ln>
        </p:spPr>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1C5E9"/>
        </a:solidFill>
      </p:bgPr>
    </p:bg>
    <p:spTree>
      <p:nvGrpSpPr>
        <p:cNvPr id="695" name="Shape 695"/>
        <p:cNvGrpSpPr/>
        <p:nvPr/>
      </p:nvGrpSpPr>
      <p:grpSpPr>
        <a:xfrm>
          <a:off x="0" y="0"/>
          <a:ext cx="0" cy="0"/>
          <a:chOff x="0" y="0"/>
          <a:chExt cx="0" cy="0"/>
        </a:xfrm>
      </p:grpSpPr>
      <p:sp>
        <p:nvSpPr>
          <p:cNvPr id="696" name="Google Shape;696;p38"/>
          <p:cNvSpPr/>
          <p:nvPr/>
        </p:nvSpPr>
        <p:spPr>
          <a:xfrm rot="5987975">
            <a:off x="16813139" y="7906835"/>
            <a:ext cx="2227136" cy="4114800"/>
          </a:xfrm>
          <a:custGeom>
            <a:rect b="b" l="l" r="r" t="t"/>
            <a:pathLst>
              <a:path extrusionOk="0" h="4114800" w="2227136">
                <a:moveTo>
                  <a:pt x="0" y="0"/>
                </a:moveTo>
                <a:lnTo>
                  <a:pt x="2227135" y="0"/>
                </a:lnTo>
                <a:lnTo>
                  <a:pt x="2227135" y="4114800"/>
                </a:lnTo>
                <a:lnTo>
                  <a:pt x="0" y="4114800"/>
                </a:lnTo>
                <a:lnTo>
                  <a:pt x="0" y="0"/>
                </a:lnTo>
                <a:close/>
              </a:path>
            </a:pathLst>
          </a:custGeom>
          <a:blipFill rotWithShape="1">
            <a:blip r:embed="rId3">
              <a:alphaModFix/>
            </a:blip>
            <a:stretch>
              <a:fillRect b="0" l="0" r="0" t="0"/>
            </a:stretch>
          </a:blipFill>
          <a:ln>
            <a:noFill/>
          </a:ln>
        </p:spPr>
      </p:sp>
      <p:sp>
        <p:nvSpPr>
          <p:cNvPr id="697" name="Google Shape;697;p38"/>
          <p:cNvSpPr/>
          <p:nvPr/>
        </p:nvSpPr>
        <p:spPr>
          <a:xfrm rot="4705922">
            <a:off x="13742333" y="-2093217"/>
            <a:ext cx="2978086" cy="4114800"/>
          </a:xfrm>
          <a:custGeom>
            <a:rect b="b" l="l" r="r" t="t"/>
            <a:pathLst>
              <a:path extrusionOk="0" h="4114800" w="2978086">
                <a:moveTo>
                  <a:pt x="0" y="0"/>
                </a:moveTo>
                <a:lnTo>
                  <a:pt x="2978087" y="0"/>
                </a:lnTo>
                <a:lnTo>
                  <a:pt x="2978087" y="4114800"/>
                </a:lnTo>
                <a:lnTo>
                  <a:pt x="0" y="4114800"/>
                </a:lnTo>
                <a:lnTo>
                  <a:pt x="0" y="0"/>
                </a:lnTo>
                <a:close/>
              </a:path>
            </a:pathLst>
          </a:custGeom>
          <a:blipFill rotWithShape="1">
            <a:blip r:embed="rId4">
              <a:alphaModFix/>
            </a:blip>
            <a:stretch>
              <a:fillRect b="0" l="0" r="0" t="0"/>
            </a:stretch>
          </a:blipFill>
          <a:ln>
            <a:noFill/>
          </a:ln>
        </p:spPr>
      </p:sp>
      <p:grpSp>
        <p:nvGrpSpPr>
          <p:cNvPr id="698" name="Google Shape;698;p38"/>
          <p:cNvGrpSpPr/>
          <p:nvPr/>
        </p:nvGrpSpPr>
        <p:grpSpPr>
          <a:xfrm>
            <a:off x="0" y="711039"/>
            <a:ext cx="11090288" cy="11124788"/>
            <a:chOff x="0" y="0"/>
            <a:chExt cx="14787050" cy="14833051"/>
          </a:xfrm>
        </p:grpSpPr>
        <p:sp>
          <p:nvSpPr>
            <p:cNvPr id="699" name="Google Shape;699;p38"/>
            <p:cNvSpPr/>
            <p:nvPr/>
          </p:nvSpPr>
          <p:spPr>
            <a:xfrm>
              <a:off x="3161646" y="0"/>
              <a:ext cx="11625404" cy="14833051"/>
            </a:xfrm>
            <a:custGeom>
              <a:rect b="b" l="l" r="r" t="t"/>
              <a:pathLst>
                <a:path extrusionOk="0" h="14833051" w="11625404">
                  <a:moveTo>
                    <a:pt x="0" y="0"/>
                  </a:moveTo>
                  <a:lnTo>
                    <a:pt x="11625403" y="0"/>
                  </a:lnTo>
                  <a:lnTo>
                    <a:pt x="11625403" y="14833051"/>
                  </a:lnTo>
                  <a:lnTo>
                    <a:pt x="0" y="14833051"/>
                  </a:lnTo>
                  <a:lnTo>
                    <a:pt x="0" y="0"/>
                  </a:lnTo>
                  <a:close/>
                </a:path>
              </a:pathLst>
            </a:custGeom>
            <a:blipFill rotWithShape="1">
              <a:blip r:embed="rId5">
                <a:alphaModFix/>
              </a:blip>
              <a:stretch>
                <a:fillRect b="0" l="0" r="0" t="0"/>
              </a:stretch>
            </a:blipFill>
            <a:ln>
              <a:noFill/>
            </a:ln>
          </p:spPr>
        </p:sp>
        <p:sp>
          <p:nvSpPr>
            <p:cNvPr id="700" name="Google Shape;700;p38"/>
            <p:cNvSpPr/>
            <p:nvPr/>
          </p:nvSpPr>
          <p:spPr>
            <a:xfrm>
              <a:off x="0" y="75987"/>
              <a:ext cx="3378825" cy="14757064"/>
            </a:xfrm>
            <a:custGeom>
              <a:rect b="b" l="l" r="r" t="t"/>
              <a:pathLst>
                <a:path extrusionOk="0" h="14757064" w="3378825">
                  <a:moveTo>
                    <a:pt x="0" y="0"/>
                  </a:moveTo>
                  <a:lnTo>
                    <a:pt x="3378825" y="0"/>
                  </a:lnTo>
                  <a:lnTo>
                    <a:pt x="3378825" y="14757064"/>
                  </a:lnTo>
                  <a:lnTo>
                    <a:pt x="0" y="14757064"/>
                  </a:lnTo>
                  <a:lnTo>
                    <a:pt x="0" y="0"/>
                  </a:lnTo>
                  <a:close/>
                </a:path>
              </a:pathLst>
            </a:custGeom>
            <a:blipFill rotWithShape="1">
              <a:blip r:embed="rId6">
                <a:alphaModFix/>
              </a:blip>
              <a:stretch>
                <a:fillRect b="0" l="0" r="-244056" t="-513"/>
              </a:stretch>
            </a:blipFill>
            <a:ln>
              <a:noFill/>
            </a:ln>
          </p:spPr>
        </p:sp>
      </p:grpSp>
      <p:sp>
        <p:nvSpPr>
          <p:cNvPr id="701" name="Google Shape;701;p38"/>
          <p:cNvSpPr/>
          <p:nvPr/>
        </p:nvSpPr>
        <p:spPr>
          <a:xfrm rot="3945637">
            <a:off x="9645166" y="392191"/>
            <a:ext cx="1209807" cy="2452951"/>
          </a:xfrm>
          <a:custGeom>
            <a:rect b="b" l="l" r="r" t="t"/>
            <a:pathLst>
              <a:path extrusionOk="0" h="2452951" w="1209807">
                <a:moveTo>
                  <a:pt x="0" y="0"/>
                </a:moveTo>
                <a:lnTo>
                  <a:pt x="1209807" y="0"/>
                </a:lnTo>
                <a:lnTo>
                  <a:pt x="1209807" y="2452951"/>
                </a:lnTo>
                <a:lnTo>
                  <a:pt x="0" y="2452951"/>
                </a:lnTo>
                <a:lnTo>
                  <a:pt x="0" y="0"/>
                </a:lnTo>
                <a:close/>
              </a:path>
            </a:pathLst>
          </a:custGeom>
          <a:blipFill rotWithShape="1">
            <a:blip r:embed="rId7">
              <a:alphaModFix/>
            </a:blip>
            <a:stretch>
              <a:fillRect b="-23885" l="-165097" r="0" t="0"/>
            </a:stretch>
          </a:blipFill>
          <a:ln>
            <a:noFill/>
          </a:ln>
        </p:spPr>
      </p:sp>
      <p:sp>
        <p:nvSpPr>
          <p:cNvPr id="702" name="Google Shape;702;p38"/>
          <p:cNvSpPr/>
          <p:nvPr/>
        </p:nvSpPr>
        <p:spPr>
          <a:xfrm>
            <a:off x="11090287" y="3117565"/>
            <a:ext cx="7085814" cy="4517207"/>
          </a:xfrm>
          <a:custGeom>
            <a:rect b="b" l="l" r="r" t="t"/>
            <a:pathLst>
              <a:path extrusionOk="0" h="4517207" w="7085814">
                <a:moveTo>
                  <a:pt x="0" y="0"/>
                </a:moveTo>
                <a:lnTo>
                  <a:pt x="7085815" y="0"/>
                </a:lnTo>
                <a:lnTo>
                  <a:pt x="7085815" y="4517207"/>
                </a:lnTo>
                <a:lnTo>
                  <a:pt x="0" y="4517207"/>
                </a:lnTo>
                <a:lnTo>
                  <a:pt x="0" y="0"/>
                </a:lnTo>
                <a:close/>
              </a:path>
            </a:pathLst>
          </a:custGeom>
          <a:blipFill rotWithShape="1">
            <a:blip r:embed="rId8">
              <a:alphaModFix/>
            </a:blip>
            <a:stretch>
              <a:fillRect b="0" l="0" r="0" t="0"/>
            </a:stretch>
          </a:blipFill>
          <a:ln>
            <a:noFill/>
          </a:ln>
        </p:spPr>
      </p:sp>
      <p:sp>
        <p:nvSpPr>
          <p:cNvPr id="703" name="Google Shape;703;p38"/>
          <p:cNvSpPr/>
          <p:nvPr/>
        </p:nvSpPr>
        <p:spPr>
          <a:xfrm rot="-277003">
            <a:off x="16620143" y="1073409"/>
            <a:ext cx="1209807" cy="2452951"/>
          </a:xfrm>
          <a:custGeom>
            <a:rect b="b" l="l" r="r" t="t"/>
            <a:pathLst>
              <a:path extrusionOk="0" h="2452951" w="1209807">
                <a:moveTo>
                  <a:pt x="0" y="0"/>
                </a:moveTo>
                <a:lnTo>
                  <a:pt x="1209807" y="0"/>
                </a:lnTo>
                <a:lnTo>
                  <a:pt x="1209807" y="2452951"/>
                </a:lnTo>
                <a:lnTo>
                  <a:pt x="0" y="2452951"/>
                </a:lnTo>
                <a:lnTo>
                  <a:pt x="0" y="0"/>
                </a:lnTo>
                <a:close/>
              </a:path>
            </a:pathLst>
          </a:custGeom>
          <a:blipFill rotWithShape="1">
            <a:blip r:embed="rId9">
              <a:alphaModFix/>
            </a:blip>
            <a:stretch>
              <a:fillRect b="-23885" l="-165097" r="0" t="0"/>
            </a:stretch>
          </a:blipFill>
          <a:ln>
            <a:noFill/>
          </a:ln>
        </p:spPr>
      </p:sp>
      <p:sp>
        <p:nvSpPr>
          <p:cNvPr id="704" name="Google Shape;704;p38"/>
          <p:cNvSpPr txBox="1"/>
          <p:nvPr/>
        </p:nvSpPr>
        <p:spPr>
          <a:xfrm>
            <a:off x="408681" y="3237547"/>
            <a:ext cx="8474700" cy="5462400"/>
          </a:xfrm>
          <a:prstGeom prst="rect">
            <a:avLst/>
          </a:prstGeom>
          <a:noFill/>
          <a:ln>
            <a:noFill/>
          </a:ln>
        </p:spPr>
        <p:txBody>
          <a:bodyPr anchorCtr="0" anchor="t" bIns="0" lIns="0" spcFirstLastPara="1" rIns="0" wrap="square" tIns="0">
            <a:spAutoFit/>
          </a:bodyPr>
          <a:lstStyle/>
          <a:p>
            <a:pPr indent="0" lvl="0" marL="0" marR="0" rtl="0" algn="just">
              <a:lnSpc>
                <a:spcPct val="120008"/>
              </a:lnSpc>
              <a:spcBef>
                <a:spcPts val="0"/>
              </a:spcBef>
              <a:spcAft>
                <a:spcPts val="0"/>
              </a:spcAft>
              <a:buNone/>
            </a:pPr>
            <a:r>
              <a:rPr b="0" i="0" lang="en-US" sz="2499" u="none" cap="none" strike="noStrike">
                <a:solidFill>
                  <a:srgbClr val="000000"/>
                </a:solidFill>
                <a:latin typeface="DM Sans"/>
                <a:ea typeface="DM Sans"/>
                <a:cs typeface="DM Sans"/>
                <a:sym typeface="DM Sans"/>
              </a:rPr>
              <a:t>También puede llamarse como dominio de difusión.</a:t>
            </a:r>
            <a:endParaRPr/>
          </a:p>
          <a:p>
            <a:pPr indent="0" lvl="0" marL="0" marR="0" rtl="0" algn="just">
              <a:lnSpc>
                <a:spcPct val="120008"/>
              </a:lnSpc>
              <a:spcBef>
                <a:spcPts val="0"/>
              </a:spcBef>
              <a:spcAft>
                <a:spcPts val="0"/>
              </a:spcAft>
              <a:buNone/>
            </a:pPr>
            <a:r>
              <a:t/>
            </a:r>
            <a:endParaRPr b="0" i="0" sz="2499" u="none" cap="none" strike="noStrike">
              <a:solidFill>
                <a:srgbClr val="000000"/>
              </a:solidFill>
              <a:latin typeface="DM Sans"/>
              <a:ea typeface="DM Sans"/>
              <a:cs typeface="DM Sans"/>
              <a:sym typeface="DM Sans"/>
            </a:endParaRPr>
          </a:p>
          <a:p>
            <a:pPr indent="0" lvl="0" marL="0" marR="0" rtl="0" algn="just">
              <a:lnSpc>
                <a:spcPct val="120008"/>
              </a:lnSpc>
              <a:spcBef>
                <a:spcPts val="0"/>
              </a:spcBef>
              <a:spcAft>
                <a:spcPts val="0"/>
              </a:spcAft>
              <a:buNone/>
            </a:pPr>
            <a:r>
              <a:rPr b="0" i="0" lang="en-US" sz="2499" u="none" cap="none" strike="noStrike">
                <a:solidFill>
                  <a:srgbClr val="000000"/>
                </a:solidFill>
                <a:latin typeface="DM Sans"/>
                <a:ea typeface="DM Sans"/>
                <a:cs typeface="DM Sans"/>
                <a:sym typeface="DM Sans"/>
              </a:rPr>
              <a:t>Es una separación lógica dentro de la red de ordenadores en la que los mensajes, normalmente paquetes de capa 3 en el modelo OSI, pueden ser difundidos, siempre que cumplan ciertas condiciones para que todos los equipos dentro de ese espacio, definido lógicamente, los puedan recibir. </a:t>
            </a:r>
            <a:endParaRPr/>
          </a:p>
          <a:p>
            <a:pPr indent="0" lvl="0" marL="0" marR="0" rtl="0" algn="just">
              <a:lnSpc>
                <a:spcPct val="120008"/>
              </a:lnSpc>
              <a:spcBef>
                <a:spcPts val="0"/>
              </a:spcBef>
              <a:spcAft>
                <a:spcPts val="0"/>
              </a:spcAft>
              <a:buNone/>
            </a:pPr>
            <a:r>
              <a:t/>
            </a:r>
            <a:endParaRPr b="0" i="0" sz="2499" u="none" cap="none" strike="noStrike">
              <a:solidFill>
                <a:srgbClr val="000000"/>
              </a:solidFill>
              <a:latin typeface="DM Sans"/>
              <a:ea typeface="DM Sans"/>
              <a:cs typeface="DM Sans"/>
              <a:sym typeface="DM Sans"/>
            </a:endParaRPr>
          </a:p>
          <a:p>
            <a:pPr indent="0" lvl="0" marL="0" marR="0" rtl="0" algn="just">
              <a:lnSpc>
                <a:spcPct val="120008"/>
              </a:lnSpc>
              <a:spcBef>
                <a:spcPts val="0"/>
              </a:spcBef>
              <a:spcAft>
                <a:spcPts val="0"/>
              </a:spcAft>
              <a:buNone/>
            </a:pPr>
            <a:r>
              <a:rPr b="0" i="0" lang="en-US" sz="2499" u="none" cap="none" strike="noStrike">
                <a:solidFill>
                  <a:srgbClr val="000000"/>
                </a:solidFill>
                <a:latin typeface="DM Sans"/>
                <a:ea typeface="DM Sans"/>
                <a:cs typeface="DM Sans"/>
                <a:sym typeface="DM Sans"/>
              </a:rPr>
              <a:t>Los equipos que no limitan estos dominios, además de los Hub, son los switches y los bridges equipos con pocos puertos y menor ‘inteligencia’ que los switches.</a:t>
            </a:r>
            <a:endParaRPr/>
          </a:p>
        </p:txBody>
      </p:sp>
      <p:sp>
        <p:nvSpPr>
          <p:cNvPr id="705" name="Google Shape;705;p38"/>
          <p:cNvSpPr txBox="1"/>
          <p:nvPr/>
        </p:nvSpPr>
        <p:spPr>
          <a:xfrm>
            <a:off x="334595" y="1718162"/>
            <a:ext cx="9081600" cy="1031100"/>
          </a:xfrm>
          <a:prstGeom prst="rect">
            <a:avLst/>
          </a:prstGeom>
          <a:noFill/>
          <a:ln>
            <a:noFill/>
          </a:ln>
        </p:spPr>
        <p:txBody>
          <a:bodyPr anchorCtr="0" anchor="t" bIns="0" lIns="0" spcFirstLastPara="1" rIns="0" wrap="square" tIns="0">
            <a:spAutoFit/>
          </a:bodyPr>
          <a:lstStyle/>
          <a:p>
            <a:pPr indent="0" lvl="0" marL="0" marR="0" rtl="0" algn="l">
              <a:lnSpc>
                <a:spcPct val="112001"/>
              </a:lnSpc>
              <a:spcBef>
                <a:spcPts val="0"/>
              </a:spcBef>
              <a:spcAft>
                <a:spcPts val="0"/>
              </a:spcAft>
              <a:buNone/>
            </a:pPr>
            <a:r>
              <a:rPr b="1" i="0" lang="en-US" sz="6699" u="none" cap="none" strike="noStrike">
                <a:solidFill>
                  <a:srgbClr val="000000"/>
                </a:solidFill>
                <a:latin typeface="Arial"/>
                <a:ea typeface="Arial"/>
                <a:cs typeface="Arial"/>
                <a:sym typeface="Arial"/>
              </a:rPr>
              <a:t>Dominio de Broadcast</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CD46"/>
        </a:solidFill>
      </p:bgPr>
    </p:bg>
    <p:spTree>
      <p:nvGrpSpPr>
        <p:cNvPr id="709" name="Shape 709"/>
        <p:cNvGrpSpPr/>
        <p:nvPr/>
      </p:nvGrpSpPr>
      <p:grpSpPr>
        <a:xfrm>
          <a:off x="0" y="0"/>
          <a:ext cx="0" cy="0"/>
          <a:chOff x="0" y="0"/>
          <a:chExt cx="0" cy="0"/>
        </a:xfrm>
      </p:grpSpPr>
      <p:sp>
        <p:nvSpPr>
          <p:cNvPr id="710" name="Google Shape;710;p39"/>
          <p:cNvSpPr/>
          <p:nvPr/>
        </p:nvSpPr>
        <p:spPr>
          <a:xfrm rot="315885">
            <a:off x="7787552" y="3775386"/>
            <a:ext cx="7513387" cy="4931514"/>
          </a:xfrm>
          <a:custGeom>
            <a:rect b="b" l="l" r="r" t="t"/>
            <a:pathLst>
              <a:path extrusionOk="0" h="4931514" w="7513387">
                <a:moveTo>
                  <a:pt x="0" y="0"/>
                </a:moveTo>
                <a:lnTo>
                  <a:pt x="7513386" y="0"/>
                </a:lnTo>
                <a:lnTo>
                  <a:pt x="7513386" y="4931514"/>
                </a:lnTo>
                <a:lnTo>
                  <a:pt x="0" y="4931514"/>
                </a:lnTo>
                <a:lnTo>
                  <a:pt x="0" y="0"/>
                </a:lnTo>
                <a:close/>
              </a:path>
            </a:pathLst>
          </a:custGeom>
          <a:blipFill rotWithShape="1">
            <a:blip r:embed="rId3">
              <a:alphaModFix/>
            </a:blip>
            <a:stretch>
              <a:fillRect b="0" l="0" r="0" t="0"/>
            </a:stretch>
          </a:blipFill>
          <a:ln>
            <a:noFill/>
          </a:ln>
        </p:spPr>
      </p:sp>
      <p:sp>
        <p:nvSpPr>
          <p:cNvPr id="711" name="Google Shape;711;p39"/>
          <p:cNvSpPr/>
          <p:nvPr/>
        </p:nvSpPr>
        <p:spPr>
          <a:xfrm rot="-266862">
            <a:off x="2743409" y="2871761"/>
            <a:ext cx="5990432" cy="5839575"/>
          </a:xfrm>
          <a:custGeom>
            <a:rect b="b" l="l" r="r" t="t"/>
            <a:pathLst>
              <a:path extrusionOk="0" h="5839575" w="5990432">
                <a:moveTo>
                  <a:pt x="0" y="0"/>
                </a:moveTo>
                <a:lnTo>
                  <a:pt x="5990432" y="0"/>
                </a:lnTo>
                <a:lnTo>
                  <a:pt x="5990432" y="5839574"/>
                </a:lnTo>
                <a:lnTo>
                  <a:pt x="0" y="5839574"/>
                </a:lnTo>
                <a:lnTo>
                  <a:pt x="0" y="0"/>
                </a:lnTo>
                <a:close/>
              </a:path>
            </a:pathLst>
          </a:custGeom>
          <a:blipFill rotWithShape="1">
            <a:blip r:embed="rId4">
              <a:alphaModFix/>
            </a:blip>
            <a:stretch>
              <a:fillRect b="-45036" l="0" r="0" t="0"/>
            </a:stretch>
          </a:blipFill>
          <a:ln>
            <a:noFill/>
          </a:ln>
        </p:spPr>
      </p:sp>
      <p:sp>
        <p:nvSpPr>
          <p:cNvPr id="712" name="Google Shape;712;p39"/>
          <p:cNvSpPr/>
          <p:nvPr/>
        </p:nvSpPr>
        <p:spPr>
          <a:xfrm rot="-82494">
            <a:off x="2911657" y="1750113"/>
            <a:ext cx="11731235" cy="6714183"/>
          </a:xfrm>
          <a:custGeom>
            <a:rect b="b" l="l" r="r" t="t"/>
            <a:pathLst>
              <a:path extrusionOk="0" h="6714183" w="11731235">
                <a:moveTo>
                  <a:pt x="0" y="0"/>
                </a:moveTo>
                <a:lnTo>
                  <a:pt x="11731235" y="0"/>
                </a:lnTo>
                <a:lnTo>
                  <a:pt x="11731235" y="6714183"/>
                </a:lnTo>
                <a:lnTo>
                  <a:pt x="0" y="6714183"/>
                </a:lnTo>
                <a:lnTo>
                  <a:pt x="0" y="0"/>
                </a:lnTo>
                <a:close/>
              </a:path>
            </a:pathLst>
          </a:custGeom>
          <a:blipFill rotWithShape="1">
            <a:blip r:embed="rId5">
              <a:alphaModFix/>
            </a:blip>
            <a:stretch>
              <a:fillRect b="-33422" l="0" r="0" t="0"/>
            </a:stretch>
          </a:blipFill>
          <a:ln>
            <a:noFill/>
          </a:ln>
        </p:spPr>
      </p:sp>
      <p:sp>
        <p:nvSpPr>
          <p:cNvPr id="713" name="Google Shape;713;p39"/>
          <p:cNvSpPr txBox="1"/>
          <p:nvPr/>
        </p:nvSpPr>
        <p:spPr>
          <a:xfrm rot="-82519">
            <a:off x="4477082" y="2412929"/>
            <a:ext cx="9836834" cy="6057548"/>
          </a:xfrm>
          <a:prstGeom prst="rect">
            <a:avLst/>
          </a:prstGeom>
          <a:noFill/>
          <a:ln>
            <a:noFill/>
          </a:ln>
        </p:spPr>
        <p:txBody>
          <a:bodyPr anchorCtr="0" anchor="t" bIns="0" lIns="0" spcFirstLastPara="1" rIns="0" wrap="square" tIns="0">
            <a:spAutoFit/>
          </a:bodyPr>
          <a:lstStyle/>
          <a:p>
            <a:pPr indent="0" lvl="0" marL="0" marR="0" rtl="0" algn="ctr">
              <a:lnSpc>
                <a:spcPct val="103999"/>
              </a:lnSpc>
              <a:spcBef>
                <a:spcPts val="0"/>
              </a:spcBef>
              <a:spcAft>
                <a:spcPts val="0"/>
              </a:spcAft>
              <a:buNone/>
            </a:pPr>
            <a:r>
              <a:rPr b="1" i="0" lang="en-US" sz="9552" u="none" cap="none" strike="noStrike">
                <a:solidFill>
                  <a:srgbClr val="000000"/>
                </a:solidFill>
                <a:latin typeface="Arial"/>
                <a:ea typeface="Arial"/>
                <a:cs typeface="Arial"/>
                <a:sym typeface="Arial"/>
              </a:rPr>
              <a:t>Switching y ARP (Address Resolution Protocol)</a:t>
            </a:r>
            <a:endParaRPr sz="800"/>
          </a:p>
        </p:txBody>
      </p:sp>
      <p:sp>
        <p:nvSpPr>
          <p:cNvPr id="714" name="Google Shape;714;p39"/>
          <p:cNvSpPr/>
          <p:nvPr/>
        </p:nvSpPr>
        <p:spPr>
          <a:xfrm>
            <a:off x="2476202" y="670642"/>
            <a:ext cx="3038649" cy="2879120"/>
          </a:xfrm>
          <a:custGeom>
            <a:rect b="b" l="l" r="r" t="t"/>
            <a:pathLst>
              <a:path extrusionOk="0" h="2879120" w="3038649">
                <a:moveTo>
                  <a:pt x="0" y="0"/>
                </a:moveTo>
                <a:lnTo>
                  <a:pt x="3038649" y="0"/>
                </a:lnTo>
                <a:lnTo>
                  <a:pt x="3038649" y="2879120"/>
                </a:lnTo>
                <a:lnTo>
                  <a:pt x="0" y="2879120"/>
                </a:lnTo>
                <a:lnTo>
                  <a:pt x="0" y="0"/>
                </a:lnTo>
                <a:close/>
              </a:path>
            </a:pathLst>
          </a:custGeom>
          <a:blipFill rotWithShape="1">
            <a:blip r:embed="rId6">
              <a:alphaModFix/>
            </a:blip>
            <a:stretch>
              <a:fillRect b="0" l="0" r="0" t="0"/>
            </a:stretch>
          </a:blipFill>
          <a:ln>
            <a:noFill/>
          </a:ln>
        </p:spPr>
      </p:sp>
      <p:sp>
        <p:nvSpPr>
          <p:cNvPr id="715" name="Google Shape;715;p39"/>
          <p:cNvSpPr/>
          <p:nvPr/>
        </p:nvSpPr>
        <p:spPr>
          <a:xfrm>
            <a:off x="-1489043" y="5940621"/>
            <a:ext cx="2978086" cy="4114800"/>
          </a:xfrm>
          <a:custGeom>
            <a:rect b="b" l="l" r="r" t="t"/>
            <a:pathLst>
              <a:path extrusionOk="0" h="4114800" w="2978086">
                <a:moveTo>
                  <a:pt x="0" y="0"/>
                </a:moveTo>
                <a:lnTo>
                  <a:pt x="2978086" y="0"/>
                </a:lnTo>
                <a:lnTo>
                  <a:pt x="2978086" y="4114800"/>
                </a:lnTo>
                <a:lnTo>
                  <a:pt x="0" y="4114800"/>
                </a:lnTo>
                <a:lnTo>
                  <a:pt x="0" y="0"/>
                </a:lnTo>
                <a:close/>
              </a:path>
            </a:pathLst>
          </a:custGeom>
          <a:blipFill rotWithShape="1">
            <a:blip r:embed="rId7">
              <a:alphaModFix/>
            </a:blip>
            <a:stretch>
              <a:fillRect b="0" l="0" r="0" t="0"/>
            </a:stretch>
          </a:blipFill>
          <a:ln>
            <a:noFill/>
          </a:ln>
        </p:spPr>
      </p:sp>
      <p:sp>
        <p:nvSpPr>
          <p:cNvPr id="716" name="Google Shape;716;p39"/>
          <p:cNvSpPr/>
          <p:nvPr/>
        </p:nvSpPr>
        <p:spPr>
          <a:xfrm>
            <a:off x="12399360" y="4481928"/>
            <a:ext cx="4572264" cy="4653704"/>
          </a:xfrm>
          <a:custGeom>
            <a:rect b="b" l="l" r="r" t="t"/>
            <a:pathLst>
              <a:path extrusionOk="0" h="4653704" w="4572264">
                <a:moveTo>
                  <a:pt x="0" y="0"/>
                </a:moveTo>
                <a:lnTo>
                  <a:pt x="4572265" y="0"/>
                </a:lnTo>
                <a:lnTo>
                  <a:pt x="4572265" y="4653705"/>
                </a:lnTo>
                <a:lnTo>
                  <a:pt x="0" y="4653705"/>
                </a:lnTo>
                <a:lnTo>
                  <a:pt x="0" y="0"/>
                </a:lnTo>
                <a:close/>
              </a:path>
            </a:pathLst>
          </a:custGeom>
          <a:blipFill rotWithShape="1">
            <a:blip r:embed="rId8">
              <a:alphaModFix/>
            </a:blip>
            <a:stretch>
              <a:fillRect b="0" l="0" r="0" t="0"/>
            </a:stretch>
          </a:blipFill>
          <a:ln>
            <a:noFill/>
          </a:ln>
        </p:spPr>
      </p:sp>
      <p:sp>
        <p:nvSpPr>
          <p:cNvPr id="717" name="Google Shape;717;p39"/>
          <p:cNvSpPr/>
          <p:nvPr/>
        </p:nvSpPr>
        <p:spPr>
          <a:xfrm rot="-10197389">
            <a:off x="15531917" y="-653517"/>
            <a:ext cx="5396459" cy="4114800"/>
          </a:xfrm>
          <a:custGeom>
            <a:rect b="b" l="l" r="r" t="t"/>
            <a:pathLst>
              <a:path extrusionOk="0" h="4114800" w="5396459">
                <a:moveTo>
                  <a:pt x="0" y="0"/>
                </a:moveTo>
                <a:lnTo>
                  <a:pt x="5396459" y="0"/>
                </a:lnTo>
                <a:lnTo>
                  <a:pt x="5396459" y="4114800"/>
                </a:lnTo>
                <a:lnTo>
                  <a:pt x="0" y="4114800"/>
                </a:lnTo>
                <a:lnTo>
                  <a:pt x="0" y="0"/>
                </a:lnTo>
                <a:close/>
              </a:path>
            </a:pathLst>
          </a:custGeom>
          <a:blipFill rotWithShape="1">
            <a:blip r:embed="rId9">
              <a:alphaModFix/>
            </a:blip>
            <a:stretch>
              <a:fillRect b="0" l="0" r="0" t="0"/>
            </a:stretch>
          </a:blipFill>
          <a:ln>
            <a:noFill/>
          </a:ln>
        </p:spPr>
      </p:sp>
      <p:sp>
        <p:nvSpPr>
          <p:cNvPr id="718" name="Google Shape;718;p39"/>
          <p:cNvSpPr/>
          <p:nvPr/>
        </p:nvSpPr>
        <p:spPr>
          <a:xfrm rot="-9994124">
            <a:off x="5425198" y="9403862"/>
            <a:ext cx="5875677" cy="3238967"/>
          </a:xfrm>
          <a:custGeom>
            <a:rect b="b" l="l" r="r" t="t"/>
            <a:pathLst>
              <a:path extrusionOk="0" h="3238967" w="5875677">
                <a:moveTo>
                  <a:pt x="0" y="0"/>
                </a:moveTo>
                <a:lnTo>
                  <a:pt x="5875677" y="0"/>
                </a:lnTo>
                <a:lnTo>
                  <a:pt x="5875677" y="3238967"/>
                </a:lnTo>
                <a:lnTo>
                  <a:pt x="0" y="3238967"/>
                </a:lnTo>
                <a:lnTo>
                  <a:pt x="0" y="0"/>
                </a:lnTo>
                <a:close/>
              </a:path>
            </a:pathLst>
          </a:custGeom>
          <a:blipFill rotWithShape="1">
            <a:blip r:embed="rId10">
              <a:alphaModFix/>
            </a:blip>
            <a:stretch>
              <a:fillRect b="0" l="0" r="0" t="0"/>
            </a:stretch>
          </a:blipFill>
          <a:ln>
            <a:noFill/>
          </a:ln>
        </p:spPr>
      </p:sp>
      <p:sp>
        <p:nvSpPr>
          <p:cNvPr id="719" name="Google Shape;719;p39"/>
          <p:cNvSpPr/>
          <p:nvPr/>
        </p:nvSpPr>
        <p:spPr>
          <a:xfrm rot="-7239578">
            <a:off x="-916157" y="-1028700"/>
            <a:ext cx="2227136" cy="4114800"/>
          </a:xfrm>
          <a:custGeom>
            <a:rect b="b" l="l" r="r" t="t"/>
            <a:pathLst>
              <a:path extrusionOk="0" h="4114800" w="2227136">
                <a:moveTo>
                  <a:pt x="0" y="0"/>
                </a:moveTo>
                <a:lnTo>
                  <a:pt x="2227136" y="0"/>
                </a:lnTo>
                <a:lnTo>
                  <a:pt x="2227136" y="4114800"/>
                </a:lnTo>
                <a:lnTo>
                  <a:pt x="0" y="4114800"/>
                </a:lnTo>
                <a:lnTo>
                  <a:pt x="0" y="0"/>
                </a:lnTo>
                <a:close/>
              </a:path>
            </a:pathLst>
          </a:custGeom>
          <a:blipFill rotWithShape="1">
            <a:blip r:embed="rId11">
              <a:alphaModFix/>
            </a:blip>
            <a:stretch>
              <a:fillRect b="0" l="0" r="0" t="0"/>
            </a:stretch>
          </a:blipFill>
          <a:ln>
            <a:noFill/>
          </a:ln>
        </p:spPr>
      </p:sp>
      <p:sp>
        <p:nvSpPr>
          <p:cNvPr id="720" name="Google Shape;720;p39"/>
          <p:cNvSpPr/>
          <p:nvPr/>
        </p:nvSpPr>
        <p:spPr>
          <a:xfrm rot="2598121">
            <a:off x="2491871" y="7209833"/>
            <a:ext cx="3007321" cy="1759283"/>
          </a:xfrm>
          <a:custGeom>
            <a:rect b="b" l="l" r="r" t="t"/>
            <a:pathLst>
              <a:path extrusionOk="0" h="1759283" w="3007321">
                <a:moveTo>
                  <a:pt x="0" y="0"/>
                </a:moveTo>
                <a:lnTo>
                  <a:pt x="3007320" y="0"/>
                </a:lnTo>
                <a:lnTo>
                  <a:pt x="3007320" y="1759283"/>
                </a:lnTo>
                <a:lnTo>
                  <a:pt x="0" y="1759283"/>
                </a:lnTo>
                <a:lnTo>
                  <a:pt x="0" y="0"/>
                </a:lnTo>
                <a:close/>
              </a:path>
            </a:pathLst>
          </a:custGeom>
          <a:blipFill rotWithShape="1">
            <a:blip r:embed="rId12">
              <a:alphaModFix/>
            </a:blip>
            <a:stretch>
              <a:fillRect b="0" l="0" r="0" t="0"/>
            </a:stretch>
          </a:blipFill>
          <a:ln>
            <a:noFill/>
          </a:ln>
        </p:spPr>
      </p:sp>
      <p:sp>
        <p:nvSpPr>
          <p:cNvPr id="721" name="Google Shape;721;p39"/>
          <p:cNvSpPr/>
          <p:nvPr/>
        </p:nvSpPr>
        <p:spPr>
          <a:xfrm rot="3945637">
            <a:off x="13786679" y="3168847"/>
            <a:ext cx="1146208" cy="2324001"/>
          </a:xfrm>
          <a:custGeom>
            <a:rect b="b" l="l" r="r" t="t"/>
            <a:pathLst>
              <a:path extrusionOk="0" h="2324001" w="1146208">
                <a:moveTo>
                  <a:pt x="0" y="0"/>
                </a:moveTo>
                <a:lnTo>
                  <a:pt x="1146208" y="0"/>
                </a:lnTo>
                <a:lnTo>
                  <a:pt x="1146208" y="2324000"/>
                </a:lnTo>
                <a:lnTo>
                  <a:pt x="0" y="2324000"/>
                </a:lnTo>
                <a:lnTo>
                  <a:pt x="0" y="0"/>
                </a:lnTo>
                <a:close/>
              </a:path>
            </a:pathLst>
          </a:custGeom>
          <a:blipFill rotWithShape="1">
            <a:blip r:embed="rId13">
              <a:alphaModFix/>
            </a:blip>
            <a:stretch>
              <a:fillRect b="-23885" l="-165097" r="0" t="0"/>
            </a:stretch>
          </a:blipFill>
          <a:ln>
            <a:noFill/>
          </a:ln>
        </p:spPr>
      </p:sp>
      <p:sp>
        <p:nvSpPr>
          <p:cNvPr id="722" name="Google Shape;722;p39"/>
          <p:cNvSpPr/>
          <p:nvPr/>
        </p:nvSpPr>
        <p:spPr>
          <a:xfrm rot="-5400000">
            <a:off x="16049771" y="7736121"/>
            <a:ext cx="5396459" cy="4114800"/>
          </a:xfrm>
          <a:custGeom>
            <a:rect b="b" l="l" r="r" t="t"/>
            <a:pathLst>
              <a:path extrusionOk="0" h="4114800" w="5396459">
                <a:moveTo>
                  <a:pt x="0" y="0"/>
                </a:moveTo>
                <a:lnTo>
                  <a:pt x="5396459" y="0"/>
                </a:lnTo>
                <a:lnTo>
                  <a:pt x="5396459" y="4114800"/>
                </a:lnTo>
                <a:lnTo>
                  <a:pt x="0" y="4114800"/>
                </a:lnTo>
                <a:lnTo>
                  <a:pt x="0" y="0"/>
                </a:lnTo>
                <a:close/>
              </a:path>
            </a:pathLst>
          </a:custGeom>
          <a:blipFill rotWithShape="1">
            <a:blip r:embed="rId9">
              <a:alphaModFix/>
            </a:blip>
            <a:stretch>
              <a:fillRect b="0" l="0" r="0" t="0"/>
            </a:stretch>
          </a:blipFill>
          <a:ln>
            <a:noFill/>
          </a:ln>
        </p:spPr>
      </p:sp>
      <p:sp>
        <p:nvSpPr>
          <p:cNvPr id="723" name="Google Shape;723;p39"/>
          <p:cNvSpPr/>
          <p:nvPr/>
        </p:nvSpPr>
        <p:spPr>
          <a:xfrm rot="10252938">
            <a:off x="8709979" y="-1552077"/>
            <a:ext cx="4257941" cy="2458961"/>
          </a:xfrm>
          <a:custGeom>
            <a:rect b="b" l="l" r="r" t="t"/>
            <a:pathLst>
              <a:path extrusionOk="0" h="2458961" w="4257941">
                <a:moveTo>
                  <a:pt x="0" y="0"/>
                </a:moveTo>
                <a:lnTo>
                  <a:pt x="4257941" y="0"/>
                </a:lnTo>
                <a:lnTo>
                  <a:pt x="4257941" y="2458961"/>
                </a:lnTo>
                <a:lnTo>
                  <a:pt x="0" y="2458961"/>
                </a:lnTo>
                <a:lnTo>
                  <a:pt x="0" y="0"/>
                </a:lnTo>
                <a:close/>
              </a:path>
            </a:pathLst>
          </a:custGeom>
          <a:blipFill rotWithShape="1">
            <a:blip r:embed="rId14">
              <a:alphaModFix/>
            </a:blip>
            <a:stretch>
              <a:fillRect b="0" l="0" r="0" t="0"/>
            </a:stretch>
          </a:blipFill>
          <a:ln>
            <a:noFill/>
          </a:ln>
        </p:spPr>
      </p:sp>
      <p:sp>
        <p:nvSpPr>
          <p:cNvPr id="724" name="Google Shape;724;p39"/>
          <p:cNvSpPr/>
          <p:nvPr/>
        </p:nvSpPr>
        <p:spPr>
          <a:xfrm rot="5947534">
            <a:off x="3555012" y="-2929516"/>
            <a:ext cx="2978086" cy="4114800"/>
          </a:xfrm>
          <a:custGeom>
            <a:rect b="b" l="l" r="r" t="t"/>
            <a:pathLst>
              <a:path extrusionOk="0" h="4114800" w="2978086">
                <a:moveTo>
                  <a:pt x="0" y="0"/>
                </a:moveTo>
                <a:lnTo>
                  <a:pt x="2978087" y="0"/>
                </a:lnTo>
                <a:lnTo>
                  <a:pt x="2978087" y="4114800"/>
                </a:lnTo>
                <a:lnTo>
                  <a:pt x="0" y="4114800"/>
                </a:lnTo>
                <a:lnTo>
                  <a:pt x="0" y="0"/>
                </a:lnTo>
                <a:close/>
              </a:path>
            </a:pathLst>
          </a:custGeom>
          <a:blipFill rotWithShape="1">
            <a:blip r:embed="rId7">
              <a:alphaModFix/>
            </a:blip>
            <a:stretch>
              <a:fillRect b="0" l="0" r="0" t="0"/>
            </a:stretch>
          </a:blipFill>
          <a:ln>
            <a:noFill/>
          </a:ln>
        </p:spPr>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1C5E9"/>
        </a:solidFill>
      </p:bgPr>
    </p:bg>
    <p:spTree>
      <p:nvGrpSpPr>
        <p:cNvPr id="728" name="Shape 728"/>
        <p:cNvGrpSpPr/>
        <p:nvPr/>
      </p:nvGrpSpPr>
      <p:grpSpPr>
        <a:xfrm>
          <a:off x="0" y="0"/>
          <a:ext cx="0" cy="0"/>
          <a:chOff x="0" y="0"/>
          <a:chExt cx="0" cy="0"/>
        </a:xfrm>
      </p:grpSpPr>
      <p:sp>
        <p:nvSpPr>
          <p:cNvPr id="729" name="Google Shape;729;p40"/>
          <p:cNvSpPr/>
          <p:nvPr/>
        </p:nvSpPr>
        <p:spPr>
          <a:xfrm rot="5400000">
            <a:off x="4218008" y="-1282624"/>
            <a:ext cx="9239185" cy="13063341"/>
          </a:xfrm>
          <a:custGeom>
            <a:rect b="b" l="l" r="r" t="t"/>
            <a:pathLst>
              <a:path extrusionOk="0" h="13063341" w="9239185">
                <a:moveTo>
                  <a:pt x="0" y="0"/>
                </a:moveTo>
                <a:lnTo>
                  <a:pt x="9239185" y="0"/>
                </a:lnTo>
                <a:lnTo>
                  <a:pt x="9239185" y="13063340"/>
                </a:lnTo>
                <a:lnTo>
                  <a:pt x="0" y="13063340"/>
                </a:lnTo>
                <a:lnTo>
                  <a:pt x="0" y="0"/>
                </a:lnTo>
                <a:close/>
              </a:path>
            </a:pathLst>
          </a:custGeom>
          <a:blipFill rotWithShape="1">
            <a:blip r:embed="rId3">
              <a:alphaModFix/>
            </a:blip>
            <a:stretch>
              <a:fillRect b="0" l="0" r="0" t="0"/>
            </a:stretch>
          </a:blipFill>
          <a:ln>
            <a:noFill/>
          </a:ln>
        </p:spPr>
      </p:sp>
      <p:sp>
        <p:nvSpPr>
          <p:cNvPr id="730" name="Google Shape;730;p40"/>
          <p:cNvSpPr/>
          <p:nvPr/>
        </p:nvSpPr>
        <p:spPr>
          <a:xfrm rot="10472255">
            <a:off x="15552867" y="-1626397"/>
            <a:ext cx="5396459" cy="4114800"/>
          </a:xfrm>
          <a:custGeom>
            <a:rect b="b" l="l" r="r" t="t"/>
            <a:pathLst>
              <a:path extrusionOk="0" h="4114800" w="5396459">
                <a:moveTo>
                  <a:pt x="0" y="0"/>
                </a:moveTo>
                <a:lnTo>
                  <a:pt x="5396459" y="0"/>
                </a:lnTo>
                <a:lnTo>
                  <a:pt x="5396459" y="4114800"/>
                </a:lnTo>
                <a:lnTo>
                  <a:pt x="0" y="4114800"/>
                </a:lnTo>
                <a:lnTo>
                  <a:pt x="0" y="0"/>
                </a:lnTo>
                <a:close/>
              </a:path>
            </a:pathLst>
          </a:custGeom>
          <a:blipFill rotWithShape="1">
            <a:blip r:embed="rId4">
              <a:alphaModFix/>
            </a:blip>
            <a:stretch>
              <a:fillRect b="0" l="0" r="0" t="0"/>
            </a:stretch>
          </a:blipFill>
          <a:ln>
            <a:noFill/>
          </a:ln>
        </p:spPr>
      </p:sp>
      <p:sp>
        <p:nvSpPr>
          <p:cNvPr id="731" name="Google Shape;731;p40"/>
          <p:cNvSpPr/>
          <p:nvPr/>
        </p:nvSpPr>
        <p:spPr>
          <a:xfrm rot="5947534">
            <a:off x="5442991" y="-3000949"/>
            <a:ext cx="2978086" cy="4114800"/>
          </a:xfrm>
          <a:custGeom>
            <a:rect b="b" l="l" r="r" t="t"/>
            <a:pathLst>
              <a:path extrusionOk="0" h="4114800" w="2978086">
                <a:moveTo>
                  <a:pt x="0" y="0"/>
                </a:moveTo>
                <a:lnTo>
                  <a:pt x="2978086" y="0"/>
                </a:lnTo>
                <a:lnTo>
                  <a:pt x="2978086" y="4114800"/>
                </a:lnTo>
                <a:lnTo>
                  <a:pt x="0" y="4114800"/>
                </a:lnTo>
                <a:lnTo>
                  <a:pt x="0" y="0"/>
                </a:lnTo>
                <a:close/>
              </a:path>
            </a:pathLst>
          </a:custGeom>
          <a:blipFill rotWithShape="1">
            <a:blip r:embed="rId5">
              <a:alphaModFix/>
            </a:blip>
            <a:stretch>
              <a:fillRect b="0" l="0" r="0" t="0"/>
            </a:stretch>
          </a:blipFill>
          <a:ln>
            <a:noFill/>
          </a:ln>
        </p:spPr>
      </p:sp>
      <p:sp>
        <p:nvSpPr>
          <p:cNvPr id="732" name="Google Shape;732;p40"/>
          <p:cNvSpPr/>
          <p:nvPr/>
        </p:nvSpPr>
        <p:spPr>
          <a:xfrm rot="-4370532">
            <a:off x="-2215631" y="7617785"/>
            <a:ext cx="2978086" cy="4114800"/>
          </a:xfrm>
          <a:custGeom>
            <a:rect b="b" l="l" r="r" t="t"/>
            <a:pathLst>
              <a:path extrusionOk="0" h="4114800" w="2978086">
                <a:moveTo>
                  <a:pt x="0" y="0"/>
                </a:moveTo>
                <a:lnTo>
                  <a:pt x="2978086" y="0"/>
                </a:lnTo>
                <a:lnTo>
                  <a:pt x="2978086" y="4114800"/>
                </a:lnTo>
                <a:lnTo>
                  <a:pt x="0" y="4114800"/>
                </a:lnTo>
                <a:lnTo>
                  <a:pt x="0" y="0"/>
                </a:lnTo>
                <a:close/>
              </a:path>
            </a:pathLst>
          </a:custGeom>
          <a:blipFill rotWithShape="1">
            <a:blip r:embed="rId5">
              <a:alphaModFix/>
            </a:blip>
            <a:stretch>
              <a:fillRect b="0" l="0" r="0" t="0"/>
            </a:stretch>
          </a:blipFill>
          <a:ln>
            <a:noFill/>
          </a:ln>
        </p:spPr>
      </p:sp>
      <p:sp>
        <p:nvSpPr>
          <p:cNvPr id="733" name="Google Shape;733;p40"/>
          <p:cNvSpPr/>
          <p:nvPr/>
        </p:nvSpPr>
        <p:spPr>
          <a:xfrm rot="5336227">
            <a:off x="15144071" y="717472"/>
            <a:ext cx="1209807" cy="2452951"/>
          </a:xfrm>
          <a:custGeom>
            <a:rect b="b" l="l" r="r" t="t"/>
            <a:pathLst>
              <a:path extrusionOk="0" h="2452951" w="1209807">
                <a:moveTo>
                  <a:pt x="0" y="0"/>
                </a:moveTo>
                <a:lnTo>
                  <a:pt x="1209808" y="0"/>
                </a:lnTo>
                <a:lnTo>
                  <a:pt x="1209808" y="2452951"/>
                </a:lnTo>
                <a:lnTo>
                  <a:pt x="0" y="2452951"/>
                </a:lnTo>
                <a:lnTo>
                  <a:pt x="0" y="0"/>
                </a:lnTo>
                <a:close/>
              </a:path>
            </a:pathLst>
          </a:custGeom>
          <a:blipFill rotWithShape="1">
            <a:blip r:embed="rId6">
              <a:alphaModFix/>
            </a:blip>
            <a:stretch>
              <a:fillRect b="-23885" l="-165097" r="0" t="0"/>
            </a:stretch>
          </a:blipFill>
          <a:ln>
            <a:noFill/>
          </a:ln>
        </p:spPr>
      </p:sp>
      <p:sp>
        <p:nvSpPr>
          <p:cNvPr id="734" name="Google Shape;734;p40"/>
          <p:cNvSpPr txBox="1"/>
          <p:nvPr/>
        </p:nvSpPr>
        <p:spPr>
          <a:xfrm>
            <a:off x="3578185" y="1347111"/>
            <a:ext cx="10095096" cy="1098423"/>
          </a:xfrm>
          <a:prstGeom prst="rect">
            <a:avLst/>
          </a:prstGeom>
          <a:noFill/>
          <a:ln>
            <a:noFill/>
          </a:ln>
        </p:spPr>
        <p:txBody>
          <a:bodyPr anchorCtr="0" anchor="t" bIns="0" lIns="0" spcFirstLastPara="1" rIns="0" wrap="square" tIns="0">
            <a:spAutoFit/>
          </a:bodyPr>
          <a:lstStyle/>
          <a:p>
            <a:pPr indent="0" lvl="0" marL="0" marR="0" rtl="0" algn="ctr">
              <a:lnSpc>
                <a:spcPct val="105999"/>
              </a:lnSpc>
              <a:spcBef>
                <a:spcPts val="0"/>
              </a:spcBef>
              <a:spcAft>
                <a:spcPts val="0"/>
              </a:spcAft>
              <a:buNone/>
            </a:pPr>
            <a:r>
              <a:rPr b="1" i="0" lang="en-US" sz="6600" u="none" cap="none" strike="noStrike">
                <a:solidFill>
                  <a:srgbClr val="000000"/>
                </a:solidFill>
                <a:latin typeface="Arial"/>
                <a:ea typeface="Arial"/>
                <a:cs typeface="Arial"/>
                <a:sym typeface="Arial"/>
              </a:rPr>
              <a:t>Switching y ARP</a:t>
            </a:r>
            <a:endParaRPr/>
          </a:p>
        </p:txBody>
      </p:sp>
      <p:sp>
        <p:nvSpPr>
          <p:cNvPr id="735" name="Google Shape;735;p40"/>
          <p:cNvSpPr txBox="1"/>
          <p:nvPr/>
        </p:nvSpPr>
        <p:spPr>
          <a:xfrm>
            <a:off x="2852926" y="2462984"/>
            <a:ext cx="11969400" cy="6847200"/>
          </a:xfrm>
          <a:prstGeom prst="rect">
            <a:avLst/>
          </a:prstGeom>
          <a:noFill/>
          <a:ln>
            <a:noFill/>
          </a:ln>
        </p:spPr>
        <p:txBody>
          <a:bodyPr anchorCtr="0" anchor="t" bIns="0" lIns="0" spcFirstLastPara="1" rIns="0" wrap="square" tIns="0">
            <a:spAutoFit/>
          </a:bodyPr>
          <a:lstStyle/>
          <a:p>
            <a:pPr indent="-269874" lvl="1" marL="539749" marR="0" rtl="0" algn="just">
              <a:lnSpc>
                <a:spcPct val="120008"/>
              </a:lnSpc>
              <a:spcBef>
                <a:spcPts val="0"/>
              </a:spcBef>
              <a:spcAft>
                <a:spcPts val="0"/>
              </a:spcAft>
              <a:buClr>
                <a:srgbClr val="000000"/>
              </a:buClr>
              <a:buSzPts val="2499"/>
              <a:buFont typeface="Arial"/>
              <a:buChar char="•"/>
            </a:pPr>
            <a:r>
              <a:rPr b="0" i="0" lang="en-US" sz="2499" u="none" cap="none" strike="noStrike">
                <a:solidFill>
                  <a:srgbClr val="000000"/>
                </a:solidFill>
                <a:latin typeface="DM Sans"/>
                <a:ea typeface="DM Sans"/>
                <a:cs typeface="DM Sans"/>
                <a:sym typeface="DM Sans"/>
              </a:rPr>
              <a:t>Cuando un dispositivo en una red necesita enviar un paquete a otro dispositivo, primero utiliza el ARP para resolver la dirección IP del dispositivo de destino en una dirección MAC. Luego, utiliza la dirección MAC para enviar el paquete al switch, que lo conmuta al puerto correcto y lo envía al dispositivo de destino.</a:t>
            </a:r>
            <a:endParaRPr/>
          </a:p>
          <a:p>
            <a:pPr indent="0" lvl="0" marL="0" marR="0" rtl="0" algn="just">
              <a:lnSpc>
                <a:spcPct val="120008"/>
              </a:lnSpc>
              <a:spcBef>
                <a:spcPts val="0"/>
              </a:spcBef>
              <a:spcAft>
                <a:spcPts val="0"/>
              </a:spcAft>
              <a:buNone/>
            </a:pPr>
            <a:r>
              <a:t/>
            </a:r>
            <a:endParaRPr b="0" i="0" sz="2499" u="none" cap="none" strike="noStrike">
              <a:solidFill>
                <a:srgbClr val="000000"/>
              </a:solidFill>
              <a:latin typeface="DM Sans"/>
              <a:ea typeface="DM Sans"/>
              <a:cs typeface="DM Sans"/>
              <a:sym typeface="DM Sans"/>
            </a:endParaRPr>
          </a:p>
          <a:p>
            <a:pPr indent="-269874" lvl="1" marL="539749" marR="0" rtl="0" algn="just">
              <a:lnSpc>
                <a:spcPct val="120008"/>
              </a:lnSpc>
              <a:spcBef>
                <a:spcPts val="0"/>
              </a:spcBef>
              <a:spcAft>
                <a:spcPts val="0"/>
              </a:spcAft>
              <a:buClr>
                <a:srgbClr val="000000"/>
              </a:buClr>
              <a:buSzPts val="2499"/>
              <a:buFont typeface="Arial"/>
              <a:buChar char="•"/>
            </a:pPr>
            <a:r>
              <a:rPr b="0" i="0" lang="en-US" sz="2499" u="none" cap="none" strike="noStrike">
                <a:solidFill>
                  <a:srgbClr val="000000"/>
                </a:solidFill>
                <a:latin typeface="DM Sans"/>
                <a:ea typeface="DM Sans"/>
                <a:cs typeface="DM Sans"/>
                <a:sym typeface="DM Sans"/>
              </a:rPr>
              <a:t>El switch mantiene una tabla ARP que contiene la dirección IP y la dirección MAC de cada dispositivo conectado a la red.</a:t>
            </a:r>
            <a:endParaRPr/>
          </a:p>
          <a:p>
            <a:pPr indent="0" lvl="0" marL="0" marR="0" rtl="0" algn="just">
              <a:lnSpc>
                <a:spcPct val="120008"/>
              </a:lnSpc>
              <a:spcBef>
                <a:spcPts val="0"/>
              </a:spcBef>
              <a:spcAft>
                <a:spcPts val="0"/>
              </a:spcAft>
              <a:buNone/>
            </a:pPr>
            <a:r>
              <a:t/>
            </a:r>
            <a:endParaRPr b="0" i="0" sz="2499" u="none" cap="none" strike="noStrike">
              <a:solidFill>
                <a:srgbClr val="000000"/>
              </a:solidFill>
              <a:latin typeface="DM Sans"/>
              <a:ea typeface="DM Sans"/>
              <a:cs typeface="DM Sans"/>
              <a:sym typeface="DM Sans"/>
            </a:endParaRPr>
          </a:p>
          <a:p>
            <a:pPr indent="-269874" lvl="1" marL="539749" marR="0" rtl="0" algn="just">
              <a:lnSpc>
                <a:spcPct val="120008"/>
              </a:lnSpc>
              <a:spcBef>
                <a:spcPts val="0"/>
              </a:spcBef>
              <a:spcAft>
                <a:spcPts val="0"/>
              </a:spcAft>
              <a:buClr>
                <a:srgbClr val="000000"/>
              </a:buClr>
              <a:buSzPts val="2499"/>
              <a:buFont typeface="Arial"/>
              <a:buChar char="•"/>
            </a:pPr>
            <a:r>
              <a:rPr b="0" i="0" lang="en-US" sz="2499" u="none" cap="none" strike="noStrike">
                <a:solidFill>
                  <a:srgbClr val="000000"/>
                </a:solidFill>
                <a:latin typeface="DM Sans"/>
                <a:ea typeface="DM Sans"/>
                <a:cs typeface="DM Sans"/>
                <a:sym typeface="DM Sans"/>
              </a:rPr>
              <a:t>Cada vez que un dispositivo envía un paquete a otro dispositivo, el switch consulta su tabla ARP para determinar la dirección MAC del dispositivo de destino y conmutar el paquete al puerto correcto.</a:t>
            </a:r>
            <a:endParaRPr/>
          </a:p>
          <a:p>
            <a:pPr indent="0" lvl="0" marL="0" marR="0" rtl="0" algn="just">
              <a:lnSpc>
                <a:spcPct val="120008"/>
              </a:lnSpc>
              <a:spcBef>
                <a:spcPts val="0"/>
              </a:spcBef>
              <a:spcAft>
                <a:spcPts val="0"/>
              </a:spcAft>
              <a:buNone/>
            </a:pPr>
            <a:r>
              <a:t/>
            </a:r>
            <a:endParaRPr b="0" i="0" sz="2499" u="none" cap="none" strike="noStrike">
              <a:solidFill>
                <a:srgbClr val="000000"/>
              </a:solidFill>
              <a:latin typeface="DM Sans"/>
              <a:ea typeface="DM Sans"/>
              <a:cs typeface="DM Sans"/>
              <a:sym typeface="DM Sans"/>
            </a:endParaRPr>
          </a:p>
          <a:p>
            <a:pPr indent="-269874" lvl="1" marL="539749" marR="0" rtl="0" algn="just">
              <a:lnSpc>
                <a:spcPct val="120008"/>
              </a:lnSpc>
              <a:spcBef>
                <a:spcPts val="0"/>
              </a:spcBef>
              <a:spcAft>
                <a:spcPts val="0"/>
              </a:spcAft>
              <a:buClr>
                <a:srgbClr val="000000"/>
              </a:buClr>
              <a:buSzPts val="2499"/>
              <a:buFont typeface="Arial"/>
              <a:buChar char="•"/>
            </a:pPr>
            <a:r>
              <a:rPr b="0" i="0" lang="en-US" sz="2499" u="none" cap="none" strike="noStrike">
                <a:solidFill>
                  <a:srgbClr val="000000"/>
                </a:solidFill>
                <a:latin typeface="DM Sans"/>
                <a:ea typeface="DM Sans"/>
                <a:cs typeface="DM Sans"/>
                <a:sym typeface="DM Sans"/>
              </a:rPr>
              <a:t>De esta manera, el switch ayuda a garantizar la entrega eficiente y confiable de los paquetes de datos en una red.</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1C5E9"/>
        </a:solidFill>
      </p:bgPr>
    </p:bg>
    <p:spTree>
      <p:nvGrpSpPr>
        <p:cNvPr id="739" name="Shape 739"/>
        <p:cNvGrpSpPr/>
        <p:nvPr/>
      </p:nvGrpSpPr>
      <p:grpSpPr>
        <a:xfrm>
          <a:off x="0" y="0"/>
          <a:ext cx="0" cy="0"/>
          <a:chOff x="0" y="0"/>
          <a:chExt cx="0" cy="0"/>
        </a:xfrm>
      </p:grpSpPr>
      <p:sp>
        <p:nvSpPr>
          <p:cNvPr id="740" name="Google Shape;740;p41"/>
          <p:cNvSpPr/>
          <p:nvPr/>
        </p:nvSpPr>
        <p:spPr>
          <a:xfrm rot="5400000">
            <a:off x="4218008" y="-1282624"/>
            <a:ext cx="9239185" cy="13063341"/>
          </a:xfrm>
          <a:custGeom>
            <a:rect b="b" l="l" r="r" t="t"/>
            <a:pathLst>
              <a:path extrusionOk="0" h="13063341" w="9239185">
                <a:moveTo>
                  <a:pt x="0" y="0"/>
                </a:moveTo>
                <a:lnTo>
                  <a:pt x="9239185" y="0"/>
                </a:lnTo>
                <a:lnTo>
                  <a:pt x="9239185" y="13063340"/>
                </a:lnTo>
                <a:lnTo>
                  <a:pt x="0" y="13063340"/>
                </a:lnTo>
                <a:lnTo>
                  <a:pt x="0" y="0"/>
                </a:lnTo>
                <a:close/>
              </a:path>
            </a:pathLst>
          </a:custGeom>
          <a:blipFill rotWithShape="1">
            <a:blip r:embed="rId3">
              <a:alphaModFix/>
            </a:blip>
            <a:stretch>
              <a:fillRect b="0" l="0" r="0" t="0"/>
            </a:stretch>
          </a:blipFill>
          <a:ln>
            <a:noFill/>
          </a:ln>
        </p:spPr>
      </p:sp>
      <p:sp>
        <p:nvSpPr>
          <p:cNvPr id="741" name="Google Shape;741;p41"/>
          <p:cNvSpPr/>
          <p:nvPr/>
        </p:nvSpPr>
        <p:spPr>
          <a:xfrm rot="10472255">
            <a:off x="15552867" y="-1626397"/>
            <a:ext cx="5396459" cy="4114800"/>
          </a:xfrm>
          <a:custGeom>
            <a:rect b="b" l="l" r="r" t="t"/>
            <a:pathLst>
              <a:path extrusionOk="0" h="4114800" w="5396459">
                <a:moveTo>
                  <a:pt x="0" y="0"/>
                </a:moveTo>
                <a:lnTo>
                  <a:pt x="5396459" y="0"/>
                </a:lnTo>
                <a:lnTo>
                  <a:pt x="5396459" y="4114800"/>
                </a:lnTo>
                <a:lnTo>
                  <a:pt x="0" y="4114800"/>
                </a:lnTo>
                <a:lnTo>
                  <a:pt x="0" y="0"/>
                </a:lnTo>
                <a:close/>
              </a:path>
            </a:pathLst>
          </a:custGeom>
          <a:blipFill rotWithShape="1">
            <a:blip r:embed="rId4">
              <a:alphaModFix/>
            </a:blip>
            <a:stretch>
              <a:fillRect b="0" l="0" r="0" t="0"/>
            </a:stretch>
          </a:blipFill>
          <a:ln>
            <a:noFill/>
          </a:ln>
        </p:spPr>
      </p:sp>
      <p:sp>
        <p:nvSpPr>
          <p:cNvPr id="742" name="Google Shape;742;p41"/>
          <p:cNvSpPr/>
          <p:nvPr/>
        </p:nvSpPr>
        <p:spPr>
          <a:xfrm rot="5947534">
            <a:off x="5442991" y="-3000949"/>
            <a:ext cx="2978086" cy="4114800"/>
          </a:xfrm>
          <a:custGeom>
            <a:rect b="b" l="l" r="r" t="t"/>
            <a:pathLst>
              <a:path extrusionOk="0" h="4114800" w="2978086">
                <a:moveTo>
                  <a:pt x="0" y="0"/>
                </a:moveTo>
                <a:lnTo>
                  <a:pt x="2978086" y="0"/>
                </a:lnTo>
                <a:lnTo>
                  <a:pt x="2978086" y="4114800"/>
                </a:lnTo>
                <a:lnTo>
                  <a:pt x="0" y="4114800"/>
                </a:lnTo>
                <a:lnTo>
                  <a:pt x="0" y="0"/>
                </a:lnTo>
                <a:close/>
              </a:path>
            </a:pathLst>
          </a:custGeom>
          <a:blipFill rotWithShape="1">
            <a:blip r:embed="rId5">
              <a:alphaModFix/>
            </a:blip>
            <a:stretch>
              <a:fillRect b="0" l="0" r="0" t="0"/>
            </a:stretch>
          </a:blipFill>
          <a:ln>
            <a:noFill/>
          </a:ln>
        </p:spPr>
      </p:sp>
      <p:sp>
        <p:nvSpPr>
          <p:cNvPr id="743" name="Google Shape;743;p41"/>
          <p:cNvSpPr/>
          <p:nvPr/>
        </p:nvSpPr>
        <p:spPr>
          <a:xfrm rot="-4370532">
            <a:off x="-2215631" y="7617785"/>
            <a:ext cx="2978086" cy="4114800"/>
          </a:xfrm>
          <a:custGeom>
            <a:rect b="b" l="l" r="r" t="t"/>
            <a:pathLst>
              <a:path extrusionOk="0" h="4114800" w="2978086">
                <a:moveTo>
                  <a:pt x="0" y="0"/>
                </a:moveTo>
                <a:lnTo>
                  <a:pt x="2978086" y="0"/>
                </a:lnTo>
                <a:lnTo>
                  <a:pt x="2978086" y="4114800"/>
                </a:lnTo>
                <a:lnTo>
                  <a:pt x="0" y="4114800"/>
                </a:lnTo>
                <a:lnTo>
                  <a:pt x="0" y="0"/>
                </a:lnTo>
                <a:close/>
              </a:path>
            </a:pathLst>
          </a:custGeom>
          <a:blipFill rotWithShape="1">
            <a:blip r:embed="rId5">
              <a:alphaModFix/>
            </a:blip>
            <a:stretch>
              <a:fillRect b="0" l="0" r="0" t="0"/>
            </a:stretch>
          </a:blipFill>
          <a:ln>
            <a:noFill/>
          </a:ln>
        </p:spPr>
      </p:sp>
      <p:sp>
        <p:nvSpPr>
          <p:cNvPr id="744" name="Google Shape;744;p41"/>
          <p:cNvSpPr/>
          <p:nvPr/>
        </p:nvSpPr>
        <p:spPr>
          <a:xfrm rot="5336227">
            <a:off x="15144071" y="717472"/>
            <a:ext cx="1209807" cy="2452951"/>
          </a:xfrm>
          <a:custGeom>
            <a:rect b="b" l="l" r="r" t="t"/>
            <a:pathLst>
              <a:path extrusionOk="0" h="2452951" w="1209807">
                <a:moveTo>
                  <a:pt x="0" y="0"/>
                </a:moveTo>
                <a:lnTo>
                  <a:pt x="1209808" y="0"/>
                </a:lnTo>
                <a:lnTo>
                  <a:pt x="1209808" y="2452951"/>
                </a:lnTo>
                <a:lnTo>
                  <a:pt x="0" y="2452951"/>
                </a:lnTo>
                <a:lnTo>
                  <a:pt x="0" y="0"/>
                </a:lnTo>
                <a:close/>
              </a:path>
            </a:pathLst>
          </a:custGeom>
          <a:blipFill rotWithShape="1">
            <a:blip r:embed="rId6">
              <a:alphaModFix/>
            </a:blip>
            <a:stretch>
              <a:fillRect b="-23885" l="-165097" r="0" t="0"/>
            </a:stretch>
          </a:blipFill>
          <a:ln>
            <a:noFill/>
          </a:ln>
        </p:spPr>
      </p:sp>
      <p:sp>
        <p:nvSpPr>
          <p:cNvPr id="745" name="Google Shape;745;p41"/>
          <p:cNvSpPr txBox="1"/>
          <p:nvPr/>
        </p:nvSpPr>
        <p:spPr>
          <a:xfrm>
            <a:off x="3790052" y="1848697"/>
            <a:ext cx="10095096" cy="1984248"/>
          </a:xfrm>
          <a:prstGeom prst="rect">
            <a:avLst/>
          </a:prstGeom>
          <a:noFill/>
          <a:ln>
            <a:noFill/>
          </a:ln>
        </p:spPr>
        <p:txBody>
          <a:bodyPr anchorCtr="0" anchor="t" bIns="0" lIns="0" spcFirstLastPara="1" rIns="0" wrap="square" tIns="0">
            <a:spAutoFit/>
          </a:bodyPr>
          <a:lstStyle/>
          <a:p>
            <a:pPr indent="0" lvl="0" marL="0" marR="0" rtl="0" algn="ctr">
              <a:lnSpc>
                <a:spcPct val="105999"/>
              </a:lnSpc>
              <a:spcBef>
                <a:spcPts val="0"/>
              </a:spcBef>
              <a:spcAft>
                <a:spcPts val="0"/>
              </a:spcAft>
              <a:buNone/>
            </a:pPr>
            <a:r>
              <a:rPr b="1" i="0" lang="en-US" sz="6600" u="none" cap="none" strike="noStrike">
                <a:solidFill>
                  <a:srgbClr val="000000"/>
                </a:solidFill>
                <a:latin typeface="Arial"/>
                <a:ea typeface="Arial"/>
                <a:cs typeface="Arial"/>
                <a:sym typeface="Arial"/>
              </a:rPr>
              <a:t>ARP (Address Resolution Protocol)</a:t>
            </a:r>
            <a:endParaRPr/>
          </a:p>
        </p:txBody>
      </p:sp>
      <p:sp>
        <p:nvSpPr>
          <p:cNvPr id="746" name="Google Shape;746;p41"/>
          <p:cNvSpPr txBox="1"/>
          <p:nvPr/>
        </p:nvSpPr>
        <p:spPr>
          <a:xfrm>
            <a:off x="2852926" y="4299670"/>
            <a:ext cx="11969349" cy="3714750"/>
          </a:xfrm>
          <a:prstGeom prst="rect">
            <a:avLst/>
          </a:prstGeom>
          <a:noFill/>
          <a:ln>
            <a:noFill/>
          </a:ln>
        </p:spPr>
        <p:txBody>
          <a:bodyPr anchorCtr="0" anchor="t" bIns="0" lIns="0" spcFirstLastPara="1" rIns="0" wrap="square" tIns="0">
            <a:spAutoFit/>
          </a:bodyPr>
          <a:lstStyle/>
          <a:p>
            <a:pPr indent="-269874" lvl="1" marL="539749" marR="0" rtl="0" algn="just">
              <a:lnSpc>
                <a:spcPct val="120008"/>
              </a:lnSpc>
              <a:spcBef>
                <a:spcPts val="0"/>
              </a:spcBef>
              <a:spcAft>
                <a:spcPts val="0"/>
              </a:spcAft>
              <a:buClr>
                <a:srgbClr val="000000"/>
              </a:buClr>
              <a:buSzPts val="2499"/>
              <a:buFont typeface="Arial"/>
              <a:buChar char="•"/>
            </a:pPr>
            <a:r>
              <a:rPr b="0" i="0" lang="en-US" sz="2499" u="none" cap="none" strike="noStrike">
                <a:solidFill>
                  <a:srgbClr val="000000"/>
                </a:solidFill>
                <a:latin typeface="DM Sans"/>
                <a:ea typeface="DM Sans"/>
                <a:cs typeface="DM Sans"/>
                <a:sym typeface="DM Sans"/>
              </a:rPr>
              <a:t>ARP es un protocolo de la capa de enlace de datos (capa 2) utilizado en redes de computadoras.</a:t>
            </a:r>
            <a:endParaRPr/>
          </a:p>
          <a:p>
            <a:pPr indent="0" lvl="0" marL="0" marR="0" rtl="0" algn="just">
              <a:lnSpc>
                <a:spcPct val="120008"/>
              </a:lnSpc>
              <a:spcBef>
                <a:spcPts val="0"/>
              </a:spcBef>
              <a:spcAft>
                <a:spcPts val="0"/>
              </a:spcAft>
              <a:buNone/>
            </a:pPr>
            <a:r>
              <a:t/>
            </a:r>
            <a:endParaRPr b="0" i="0" sz="2499" u="none" cap="none" strike="noStrike">
              <a:solidFill>
                <a:srgbClr val="000000"/>
              </a:solidFill>
              <a:latin typeface="DM Sans"/>
              <a:ea typeface="DM Sans"/>
              <a:cs typeface="DM Sans"/>
              <a:sym typeface="DM Sans"/>
            </a:endParaRPr>
          </a:p>
          <a:p>
            <a:pPr indent="-269874" lvl="1" marL="539749" marR="0" rtl="0" algn="just">
              <a:lnSpc>
                <a:spcPct val="120008"/>
              </a:lnSpc>
              <a:spcBef>
                <a:spcPts val="0"/>
              </a:spcBef>
              <a:spcAft>
                <a:spcPts val="0"/>
              </a:spcAft>
              <a:buClr>
                <a:srgbClr val="000000"/>
              </a:buClr>
              <a:buSzPts val="2499"/>
              <a:buFont typeface="Arial"/>
              <a:buChar char="•"/>
            </a:pPr>
            <a:r>
              <a:rPr b="0" i="0" lang="en-US" sz="2499" u="none" cap="none" strike="noStrike">
                <a:solidFill>
                  <a:srgbClr val="000000"/>
                </a:solidFill>
                <a:latin typeface="DM Sans"/>
                <a:ea typeface="DM Sans"/>
                <a:cs typeface="DM Sans"/>
                <a:sym typeface="DM Sans"/>
              </a:rPr>
              <a:t>Se encarga de traducir direcciones IP en direcciones MAC.</a:t>
            </a:r>
            <a:endParaRPr/>
          </a:p>
          <a:p>
            <a:pPr indent="0" lvl="0" marL="0" marR="0" rtl="0" algn="just">
              <a:lnSpc>
                <a:spcPct val="120008"/>
              </a:lnSpc>
              <a:spcBef>
                <a:spcPts val="0"/>
              </a:spcBef>
              <a:spcAft>
                <a:spcPts val="0"/>
              </a:spcAft>
              <a:buNone/>
            </a:pPr>
            <a:r>
              <a:t/>
            </a:r>
            <a:endParaRPr b="0" i="0" sz="2499" u="none" cap="none" strike="noStrike">
              <a:solidFill>
                <a:srgbClr val="000000"/>
              </a:solidFill>
              <a:latin typeface="DM Sans"/>
              <a:ea typeface="DM Sans"/>
              <a:cs typeface="DM Sans"/>
              <a:sym typeface="DM Sans"/>
            </a:endParaRPr>
          </a:p>
          <a:p>
            <a:pPr indent="-269874" lvl="1" marL="539749" marR="0" rtl="0" algn="just">
              <a:lnSpc>
                <a:spcPct val="120008"/>
              </a:lnSpc>
              <a:spcBef>
                <a:spcPts val="0"/>
              </a:spcBef>
              <a:spcAft>
                <a:spcPts val="0"/>
              </a:spcAft>
              <a:buClr>
                <a:srgbClr val="000000"/>
              </a:buClr>
              <a:buSzPts val="2499"/>
              <a:buFont typeface="Arial"/>
              <a:buChar char="•"/>
            </a:pPr>
            <a:r>
              <a:rPr b="0" i="0" lang="en-US" sz="2499" u="none" cap="none" strike="noStrike">
                <a:solidFill>
                  <a:srgbClr val="000000"/>
                </a:solidFill>
                <a:latin typeface="DM Sans"/>
                <a:ea typeface="DM Sans"/>
                <a:cs typeface="DM Sans"/>
                <a:sym typeface="DM Sans"/>
              </a:rPr>
              <a:t>Este proceso de traducción se conoce como resolución de direcciones.</a:t>
            </a:r>
            <a:endParaRPr/>
          </a:p>
          <a:p>
            <a:pPr indent="0" lvl="0" marL="0" marR="0" rtl="0" algn="just">
              <a:lnSpc>
                <a:spcPct val="120008"/>
              </a:lnSpc>
              <a:spcBef>
                <a:spcPts val="0"/>
              </a:spcBef>
              <a:spcAft>
                <a:spcPts val="0"/>
              </a:spcAft>
              <a:buNone/>
            </a:pPr>
            <a:r>
              <a:t/>
            </a:r>
            <a:endParaRPr b="0" i="0" sz="2499" u="none" cap="none" strike="noStrike">
              <a:solidFill>
                <a:srgbClr val="000000"/>
              </a:solidFill>
              <a:latin typeface="DM Sans"/>
              <a:ea typeface="DM Sans"/>
              <a:cs typeface="DM Sans"/>
              <a:sym typeface="DM Sans"/>
            </a:endParaRPr>
          </a:p>
          <a:p>
            <a:pPr indent="-269874" lvl="1" marL="539749" marR="0" rtl="0" algn="just">
              <a:lnSpc>
                <a:spcPct val="120008"/>
              </a:lnSpc>
              <a:spcBef>
                <a:spcPts val="0"/>
              </a:spcBef>
              <a:spcAft>
                <a:spcPts val="0"/>
              </a:spcAft>
              <a:buClr>
                <a:srgbClr val="000000"/>
              </a:buClr>
              <a:buSzPts val="2499"/>
              <a:buFont typeface="Arial"/>
              <a:buChar char="•"/>
            </a:pPr>
            <a:r>
              <a:rPr b="0" i="0" lang="en-US" sz="2499" u="none" cap="none" strike="noStrike">
                <a:solidFill>
                  <a:srgbClr val="000000"/>
                </a:solidFill>
                <a:latin typeface="DM Sans"/>
                <a:ea typeface="DM Sans"/>
                <a:cs typeface="DM Sans"/>
                <a:sym typeface="DM Sans"/>
              </a:rPr>
              <a:t>Utiliza un proceso en tres pasos para descubrir y almacenar la dirección MAC de un host de la red local, partiendo de que solo se conoce la dirección IP del host.</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1C5E9"/>
        </a:solidFill>
      </p:bgPr>
    </p:bg>
    <p:spTree>
      <p:nvGrpSpPr>
        <p:cNvPr id="750" name="Shape 750"/>
        <p:cNvGrpSpPr/>
        <p:nvPr/>
      </p:nvGrpSpPr>
      <p:grpSpPr>
        <a:xfrm>
          <a:off x="0" y="0"/>
          <a:ext cx="0" cy="0"/>
          <a:chOff x="0" y="0"/>
          <a:chExt cx="0" cy="0"/>
        </a:xfrm>
      </p:grpSpPr>
      <p:sp>
        <p:nvSpPr>
          <p:cNvPr id="751" name="Google Shape;751;p42"/>
          <p:cNvSpPr/>
          <p:nvPr/>
        </p:nvSpPr>
        <p:spPr>
          <a:xfrm rot="5400000">
            <a:off x="4218008" y="-1282624"/>
            <a:ext cx="9239185" cy="13063341"/>
          </a:xfrm>
          <a:custGeom>
            <a:rect b="b" l="l" r="r" t="t"/>
            <a:pathLst>
              <a:path extrusionOk="0" h="13063341" w="9239185">
                <a:moveTo>
                  <a:pt x="0" y="0"/>
                </a:moveTo>
                <a:lnTo>
                  <a:pt x="9239185" y="0"/>
                </a:lnTo>
                <a:lnTo>
                  <a:pt x="9239185" y="13063340"/>
                </a:lnTo>
                <a:lnTo>
                  <a:pt x="0" y="13063340"/>
                </a:lnTo>
                <a:lnTo>
                  <a:pt x="0" y="0"/>
                </a:lnTo>
                <a:close/>
              </a:path>
            </a:pathLst>
          </a:custGeom>
          <a:blipFill rotWithShape="1">
            <a:blip r:embed="rId3">
              <a:alphaModFix/>
            </a:blip>
            <a:stretch>
              <a:fillRect b="0" l="0" r="0" t="0"/>
            </a:stretch>
          </a:blipFill>
          <a:ln>
            <a:noFill/>
          </a:ln>
        </p:spPr>
      </p:sp>
      <p:sp>
        <p:nvSpPr>
          <p:cNvPr id="752" name="Google Shape;752;p42"/>
          <p:cNvSpPr/>
          <p:nvPr/>
        </p:nvSpPr>
        <p:spPr>
          <a:xfrm rot="10472255">
            <a:off x="15552867" y="-1626397"/>
            <a:ext cx="5396459" cy="4114800"/>
          </a:xfrm>
          <a:custGeom>
            <a:rect b="b" l="l" r="r" t="t"/>
            <a:pathLst>
              <a:path extrusionOk="0" h="4114800" w="5396459">
                <a:moveTo>
                  <a:pt x="0" y="0"/>
                </a:moveTo>
                <a:lnTo>
                  <a:pt x="5396459" y="0"/>
                </a:lnTo>
                <a:lnTo>
                  <a:pt x="5396459" y="4114800"/>
                </a:lnTo>
                <a:lnTo>
                  <a:pt x="0" y="4114800"/>
                </a:lnTo>
                <a:lnTo>
                  <a:pt x="0" y="0"/>
                </a:lnTo>
                <a:close/>
              </a:path>
            </a:pathLst>
          </a:custGeom>
          <a:blipFill rotWithShape="1">
            <a:blip r:embed="rId4">
              <a:alphaModFix/>
            </a:blip>
            <a:stretch>
              <a:fillRect b="0" l="0" r="0" t="0"/>
            </a:stretch>
          </a:blipFill>
          <a:ln>
            <a:noFill/>
          </a:ln>
        </p:spPr>
      </p:sp>
      <p:sp>
        <p:nvSpPr>
          <p:cNvPr id="753" name="Google Shape;753;p42"/>
          <p:cNvSpPr/>
          <p:nvPr/>
        </p:nvSpPr>
        <p:spPr>
          <a:xfrm rot="5947534">
            <a:off x="5442991" y="-3000949"/>
            <a:ext cx="2978086" cy="4114800"/>
          </a:xfrm>
          <a:custGeom>
            <a:rect b="b" l="l" r="r" t="t"/>
            <a:pathLst>
              <a:path extrusionOk="0" h="4114800" w="2978086">
                <a:moveTo>
                  <a:pt x="0" y="0"/>
                </a:moveTo>
                <a:lnTo>
                  <a:pt x="2978086" y="0"/>
                </a:lnTo>
                <a:lnTo>
                  <a:pt x="2978086" y="4114800"/>
                </a:lnTo>
                <a:lnTo>
                  <a:pt x="0" y="4114800"/>
                </a:lnTo>
                <a:lnTo>
                  <a:pt x="0" y="0"/>
                </a:lnTo>
                <a:close/>
              </a:path>
            </a:pathLst>
          </a:custGeom>
          <a:blipFill rotWithShape="1">
            <a:blip r:embed="rId5">
              <a:alphaModFix/>
            </a:blip>
            <a:stretch>
              <a:fillRect b="0" l="0" r="0" t="0"/>
            </a:stretch>
          </a:blipFill>
          <a:ln>
            <a:noFill/>
          </a:ln>
        </p:spPr>
      </p:sp>
      <p:sp>
        <p:nvSpPr>
          <p:cNvPr id="754" name="Google Shape;754;p42"/>
          <p:cNvSpPr/>
          <p:nvPr/>
        </p:nvSpPr>
        <p:spPr>
          <a:xfrm rot="-4370532">
            <a:off x="-2215631" y="7617785"/>
            <a:ext cx="2978086" cy="4114800"/>
          </a:xfrm>
          <a:custGeom>
            <a:rect b="b" l="l" r="r" t="t"/>
            <a:pathLst>
              <a:path extrusionOk="0" h="4114800" w="2978086">
                <a:moveTo>
                  <a:pt x="0" y="0"/>
                </a:moveTo>
                <a:lnTo>
                  <a:pt x="2978086" y="0"/>
                </a:lnTo>
                <a:lnTo>
                  <a:pt x="2978086" y="4114800"/>
                </a:lnTo>
                <a:lnTo>
                  <a:pt x="0" y="4114800"/>
                </a:lnTo>
                <a:lnTo>
                  <a:pt x="0" y="0"/>
                </a:lnTo>
                <a:close/>
              </a:path>
            </a:pathLst>
          </a:custGeom>
          <a:blipFill rotWithShape="1">
            <a:blip r:embed="rId5">
              <a:alphaModFix/>
            </a:blip>
            <a:stretch>
              <a:fillRect b="0" l="0" r="0" t="0"/>
            </a:stretch>
          </a:blipFill>
          <a:ln>
            <a:noFill/>
          </a:ln>
        </p:spPr>
      </p:sp>
      <p:sp>
        <p:nvSpPr>
          <p:cNvPr id="755" name="Google Shape;755;p42"/>
          <p:cNvSpPr/>
          <p:nvPr/>
        </p:nvSpPr>
        <p:spPr>
          <a:xfrm rot="5336227">
            <a:off x="15144071" y="717472"/>
            <a:ext cx="1209807" cy="2452951"/>
          </a:xfrm>
          <a:custGeom>
            <a:rect b="b" l="l" r="r" t="t"/>
            <a:pathLst>
              <a:path extrusionOk="0" h="2452951" w="1209807">
                <a:moveTo>
                  <a:pt x="0" y="0"/>
                </a:moveTo>
                <a:lnTo>
                  <a:pt x="1209808" y="0"/>
                </a:lnTo>
                <a:lnTo>
                  <a:pt x="1209808" y="2452951"/>
                </a:lnTo>
                <a:lnTo>
                  <a:pt x="0" y="2452951"/>
                </a:lnTo>
                <a:lnTo>
                  <a:pt x="0" y="0"/>
                </a:lnTo>
                <a:close/>
              </a:path>
            </a:pathLst>
          </a:custGeom>
          <a:blipFill rotWithShape="1">
            <a:blip r:embed="rId6">
              <a:alphaModFix/>
            </a:blip>
            <a:stretch>
              <a:fillRect b="-23885" l="-165097" r="0" t="0"/>
            </a:stretch>
          </a:blipFill>
          <a:ln>
            <a:noFill/>
          </a:ln>
        </p:spPr>
      </p:sp>
      <p:sp>
        <p:nvSpPr>
          <p:cNvPr id="756" name="Google Shape;756;p42"/>
          <p:cNvSpPr txBox="1"/>
          <p:nvPr/>
        </p:nvSpPr>
        <p:spPr>
          <a:xfrm>
            <a:off x="3790052" y="1848697"/>
            <a:ext cx="10095096" cy="1098423"/>
          </a:xfrm>
          <a:prstGeom prst="rect">
            <a:avLst/>
          </a:prstGeom>
          <a:noFill/>
          <a:ln>
            <a:noFill/>
          </a:ln>
        </p:spPr>
        <p:txBody>
          <a:bodyPr anchorCtr="0" anchor="t" bIns="0" lIns="0" spcFirstLastPara="1" rIns="0" wrap="square" tIns="0">
            <a:spAutoFit/>
          </a:bodyPr>
          <a:lstStyle/>
          <a:p>
            <a:pPr indent="0" lvl="0" marL="0" marR="0" rtl="0" algn="ctr">
              <a:lnSpc>
                <a:spcPct val="105999"/>
              </a:lnSpc>
              <a:spcBef>
                <a:spcPts val="0"/>
              </a:spcBef>
              <a:spcAft>
                <a:spcPts val="0"/>
              </a:spcAft>
              <a:buNone/>
            </a:pPr>
            <a:r>
              <a:rPr b="1" i="0" lang="en-US" sz="6600" u="none" cap="none" strike="noStrike">
                <a:solidFill>
                  <a:srgbClr val="000000"/>
                </a:solidFill>
                <a:latin typeface="Arial"/>
                <a:ea typeface="Arial"/>
                <a:cs typeface="Arial"/>
                <a:sym typeface="Arial"/>
              </a:rPr>
              <a:t>¿Cómo funciona ARP?</a:t>
            </a:r>
            <a:endParaRPr/>
          </a:p>
        </p:txBody>
      </p:sp>
      <p:sp>
        <p:nvSpPr>
          <p:cNvPr id="757" name="Google Shape;757;p42"/>
          <p:cNvSpPr txBox="1"/>
          <p:nvPr/>
        </p:nvSpPr>
        <p:spPr>
          <a:xfrm>
            <a:off x="2852926" y="3930719"/>
            <a:ext cx="11969349" cy="3714750"/>
          </a:xfrm>
          <a:prstGeom prst="rect">
            <a:avLst/>
          </a:prstGeom>
          <a:noFill/>
          <a:ln>
            <a:noFill/>
          </a:ln>
        </p:spPr>
        <p:txBody>
          <a:bodyPr anchorCtr="0" anchor="t" bIns="0" lIns="0" spcFirstLastPara="1" rIns="0" wrap="square" tIns="0">
            <a:spAutoFit/>
          </a:bodyPr>
          <a:lstStyle/>
          <a:p>
            <a:pPr indent="-269874" lvl="1" marL="539749" marR="0" rtl="0" algn="just">
              <a:lnSpc>
                <a:spcPct val="120008"/>
              </a:lnSpc>
              <a:spcBef>
                <a:spcPts val="0"/>
              </a:spcBef>
              <a:spcAft>
                <a:spcPts val="0"/>
              </a:spcAft>
              <a:buClr>
                <a:srgbClr val="000000"/>
              </a:buClr>
              <a:buSzPts val="2499"/>
              <a:buFont typeface="Arial"/>
              <a:buChar char="•"/>
            </a:pPr>
            <a:r>
              <a:rPr b="0" i="0" lang="en-US" sz="2499" u="none" cap="none" strike="noStrike">
                <a:solidFill>
                  <a:srgbClr val="000000"/>
                </a:solidFill>
                <a:latin typeface="DM Sans"/>
                <a:ea typeface="DM Sans"/>
                <a:cs typeface="DM Sans"/>
                <a:sym typeface="DM Sans"/>
              </a:rPr>
              <a:t>ARP mantiene una tabla de asociación, llamada tabla ARP, que almacena las asociaciones IP-MAC existentes en una red local.</a:t>
            </a:r>
            <a:endParaRPr/>
          </a:p>
          <a:p>
            <a:pPr indent="0" lvl="0" marL="0" marR="0" rtl="0" algn="just">
              <a:lnSpc>
                <a:spcPct val="120008"/>
              </a:lnSpc>
              <a:spcBef>
                <a:spcPts val="0"/>
              </a:spcBef>
              <a:spcAft>
                <a:spcPts val="0"/>
              </a:spcAft>
              <a:buNone/>
            </a:pPr>
            <a:r>
              <a:t/>
            </a:r>
            <a:endParaRPr b="0" i="0" sz="2499" u="none" cap="none" strike="noStrike">
              <a:solidFill>
                <a:srgbClr val="000000"/>
              </a:solidFill>
              <a:latin typeface="DM Sans"/>
              <a:ea typeface="DM Sans"/>
              <a:cs typeface="DM Sans"/>
              <a:sym typeface="DM Sans"/>
            </a:endParaRPr>
          </a:p>
          <a:p>
            <a:pPr indent="-269874" lvl="1" marL="539749" marR="0" rtl="0" algn="just">
              <a:lnSpc>
                <a:spcPct val="120008"/>
              </a:lnSpc>
              <a:spcBef>
                <a:spcPts val="0"/>
              </a:spcBef>
              <a:spcAft>
                <a:spcPts val="0"/>
              </a:spcAft>
              <a:buClr>
                <a:srgbClr val="000000"/>
              </a:buClr>
              <a:buSzPts val="2499"/>
              <a:buFont typeface="Arial"/>
              <a:buChar char="•"/>
            </a:pPr>
            <a:r>
              <a:rPr b="0" i="0" lang="en-US" sz="2499" u="none" cap="none" strike="noStrike">
                <a:solidFill>
                  <a:srgbClr val="000000"/>
                </a:solidFill>
                <a:latin typeface="DM Sans"/>
                <a:ea typeface="DM Sans"/>
                <a:cs typeface="DM Sans"/>
                <a:sym typeface="DM Sans"/>
              </a:rPr>
              <a:t>Cuando un dispositivo necesita enviar un paquete a otro dispositivo, envía un mensaje ARP a todos los dispositivos en la red pidiendo la dirección MAC correspondiente a la dirección IP especificada.</a:t>
            </a:r>
            <a:endParaRPr/>
          </a:p>
          <a:p>
            <a:pPr indent="0" lvl="0" marL="0" marR="0" rtl="0" algn="just">
              <a:lnSpc>
                <a:spcPct val="120008"/>
              </a:lnSpc>
              <a:spcBef>
                <a:spcPts val="0"/>
              </a:spcBef>
              <a:spcAft>
                <a:spcPts val="0"/>
              </a:spcAft>
              <a:buNone/>
            </a:pPr>
            <a:r>
              <a:t/>
            </a:r>
            <a:endParaRPr b="0" i="0" sz="2499" u="none" cap="none" strike="noStrike">
              <a:solidFill>
                <a:srgbClr val="000000"/>
              </a:solidFill>
              <a:latin typeface="DM Sans"/>
              <a:ea typeface="DM Sans"/>
              <a:cs typeface="DM Sans"/>
              <a:sym typeface="DM Sans"/>
            </a:endParaRPr>
          </a:p>
          <a:p>
            <a:pPr indent="-269874" lvl="1" marL="539749" marR="0" rtl="0" algn="just">
              <a:lnSpc>
                <a:spcPct val="120008"/>
              </a:lnSpc>
              <a:spcBef>
                <a:spcPts val="0"/>
              </a:spcBef>
              <a:spcAft>
                <a:spcPts val="0"/>
              </a:spcAft>
              <a:buClr>
                <a:srgbClr val="000000"/>
              </a:buClr>
              <a:buSzPts val="2499"/>
              <a:buFont typeface="Arial"/>
              <a:buChar char="•"/>
            </a:pPr>
            <a:r>
              <a:rPr b="0" i="0" lang="en-US" sz="2499" u="none" cap="none" strike="noStrike">
                <a:solidFill>
                  <a:srgbClr val="000000"/>
                </a:solidFill>
                <a:latin typeface="DM Sans"/>
                <a:ea typeface="DM Sans"/>
                <a:cs typeface="DM Sans"/>
                <a:sym typeface="DM Sans"/>
              </a:rPr>
              <a:t>El dispositivo que tiene la dirección IP buscada responde con su dirección MAC, y el dispositivo que realizó la petición actualiza su tabla ARP con la nueva información.</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1C5E9"/>
        </a:solidFill>
      </p:bgPr>
    </p:bg>
    <p:spTree>
      <p:nvGrpSpPr>
        <p:cNvPr id="761" name="Shape 761"/>
        <p:cNvGrpSpPr/>
        <p:nvPr/>
      </p:nvGrpSpPr>
      <p:grpSpPr>
        <a:xfrm>
          <a:off x="0" y="0"/>
          <a:ext cx="0" cy="0"/>
          <a:chOff x="0" y="0"/>
          <a:chExt cx="0" cy="0"/>
        </a:xfrm>
      </p:grpSpPr>
      <p:sp>
        <p:nvSpPr>
          <p:cNvPr id="762" name="Google Shape;762;p43"/>
          <p:cNvSpPr/>
          <p:nvPr/>
        </p:nvSpPr>
        <p:spPr>
          <a:xfrm rot="-3890007">
            <a:off x="14059290" y="-2028417"/>
            <a:ext cx="2227136" cy="4114800"/>
          </a:xfrm>
          <a:custGeom>
            <a:rect b="b" l="l" r="r" t="t"/>
            <a:pathLst>
              <a:path extrusionOk="0" h="4114800" w="2227136">
                <a:moveTo>
                  <a:pt x="0" y="0"/>
                </a:moveTo>
                <a:lnTo>
                  <a:pt x="2227136" y="0"/>
                </a:lnTo>
                <a:lnTo>
                  <a:pt x="2227136" y="4114800"/>
                </a:lnTo>
                <a:lnTo>
                  <a:pt x="0" y="4114800"/>
                </a:lnTo>
                <a:lnTo>
                  <a:pt x="0" y="0"/>
                </a:lnTo>
                <a:close/>
              </a:path>
            </a:pathLst>
          </a:custGeom>
          <a:blipFill rotWithShape="1">
            <a:blip r:embed="rId3">
              <a:alphaModFix/>
            </a:blip>
            <a:stretch>
              <a:fillRect b="0" l="0" r="0" t="0"/>
            </a:stretch>
          </a:blipFill>
          <a:ln>
            <a:noFill/>
          </a:ln>
        </p:spPr>
      </p:sp>
      <p:sp>
        <p:nvSpPr>
          <p:cNvPr id="763" name="Google Shape;763;p43"/>
          <p:cNvSpPr/>
          <p:nvPr/>
        </p:nvSpPr>
        <p:spPr>
          <a:xfrm rot="2496945">
            <a:off x="-990421" y="-2028417"/>
            <a:ext cx="2978086" cy="4114800"/>
          </a:xfrm>
          <a:custGeom>
            <a:rect b="b" l="l" r="r" t="t"/>
            <a:pathLst>
              <a:path extrusionOk="0" h="4114800" w="2978086">
                <a:moveTo>
                  <a:pt x="0" y="0"/>
                </a:moveTo>
                <a:lnTo>
                  <a:pt x="2978086" y="0"/>
                </a:lnTo>
                <a:lnTo>
                  <a:pt x="2978086" y="4114800"/>
                </a:lnTo>
                <a:lnTo>
                  <a:pt x="0" y="4114800"/>
                </a:lnTo>
                <a:lnTo>
                  <a:pt x="0" y="0"/>
                </a:lnTo>
                <a:close/>
              </a:path>
            </a:pathLst>
          </a:custGeom>
          <a:blipFill rotWithShape="1">
            <a:blip r:embed="rId4">
              <a:alphaModFix/>
            </a:blip>
            <a:stretch>
              <a:fillRect b="0" l="0" r="0" t="0"/>
            </a:stretch>
          </a:blipFill>
          <a:ln>
            <a:noFill/>
          </a:ln>
        </p:spPr>
      </p:sp>
      <p:sp>
        <p:nvSpPr>
          <p:cNvPr id="764" name="Google Shape;764;p43"/>
          <p:cNvSpPr/>
          <p:nvPr/>
        </p:nvSpPr>
        <p:spPr>
          <a:xfrm rot="-5400000">
            <a:off x="16867676" y="6100311"/>
            <a:ext cx="5396459" cy="4114800"/>
          </a:xfrm>
          <a:custGeom>
            <a:rect b="b" l="l" r="r" t="t"/>
            <a:pathLst>
              <a:path extrusionOk="0" h="4114800" w="5396459">
                <a:moveTo>
                  <a:pt x="0" y="0"/>
                </a:moveTo>
                <a:lnTo>
                  <a:pt x="5396459" y="0"/>
                </a:lnTo>
                <a:lnTo>
                  <a:pt x="5396459" y="4114800"/>
                </a:lnTo>
                <a:lnTo>
                  <a:pt x="0" y="4114800"/>
                </a:lnTo>
                <a:lnTo>
                  <a:pt x="0" y="0"/>
                </a:lnTo>
                <a:close/>
              </a:path>
            </a:pathLst>
          </a:custGeom>
          <a:blipFill rotWithShape="1">
            <a:blip r:embed="rId5">
              <a:alphaModFix/>
            </a:blip>
            <a:stretch>
              <a:fillRect b="0" l="0" r="0" t="0"/>
            </a:stretch>
          </a:blipFill>
          <a:ln>
            <a:noFill/>
          </a:ln>
        </p:spPr>
      </p:sp>
      <p:sp>
        <p:nvSpPr>
          <p:cNvPr id="765" name="Google Shape;765;p43"/>
          <p:cNvSpPr/>
          <p:nvPr/>
        </p:nvSpPr>
        <p:spPr>
          <a:xfrm flipH="1" rot="-611101">
            <a:off x="376815" y="3569903"/>
            <a:ext cx="7513387" cy="4931514"/>
          </a:xfrm>
          <a:custGeom>
            <a:rect b="b" l="l" r="r" t="t"/>
            <a:pathLst>
              <a:path extrusionOk="0" h="4931514" w="7513387">
                <a:moveTo>
                  <a:pt x="7513387" y="0"/>
                </a:moveTo>
                <a:lnTo>
                  <a:pt x="0" y="0"/>
                </a:lnTo>
                <a:lnTo>
                  <a:pt x="0" y="4931514"/>
                </a:lnTo>
                <a:lnTo>
                  <a:pt x="7513387" y="4931514"/>
                </a:lnTo>
                <a:lnTo>
                  <a:pt x="7513387" y="0"/>
                </a:lnTo>
                <a:close/>
              </a:path>
            </a:pathLst>
          </a:custGeom>
          <a:blipFill rotWithShape="1">
            <a:blip r:embed="rId6">
              <a:alphaModFix/>
            </a:blip>
            <a:stretch>
              <a:fillRect b="0" l="0" r="0" t="0"/>
            </a:stretch>
          </a:blipFill>
          <a:ln>
            <a:noFill/>
          </a:ln>
        </p:spPr>
      </p:sp>
      <p:grpSp>
        <p:nvGrpSpPr>
          <p:cNvPr id="766" name="Google Shape;766;p43"/>
          <p:cNvGrpSpPr/>
          <p:nvPr/>
        </p:nvGrpSpPr>
        <p:grpSpPr>
          <a:xfrm rot="-147150">
            <a:off x="952611" y="1416932"/>
            <a:ext cx="6476132" cy="6967315"/>
            <a:chOff x="0" y="0"/>
            <a:chExt cx="1705648" cy="1835013"/>
          </a:xfrm>
        </p:grpSpPr>
        <p:sp>
          <p:nvSpPr>
            <p:cNvPr id="767" name="Google Shape;767;p43"/>
            <p:cNvSpPr/>
            <p:nvPr/>
          </p:nvSpPr>
          <p:spPr>
            <a:xfrm>
              <a:off x="0" y="0"/>
              <a:ext cx="1705648" cy="1835013"/>
            </a:xfrm>
            <a:custGeom>
              <a:rect b="b" l="l" r="r" t="t"/>
              <a:pathLst>
                <a:path extrusionOk="0" h="1835013" w="1705648">
                  <a:moveTo>
                    <a:pt x="0" y="0"/>
                  </a:moveTo>
                  <a:lnTo>
                    <a:pt x="1705648" y="0"/>
                  </a:lnTo>
                  <a:lnTo>
                    <a:pt x="1705648" y="1835013"/>
                  </a:lnTo>
                  <a:lnTo>
                    <a:pt x="0" y="1835013"/>
                  </a:lnTo>
                  <a:close/>
                </a:path>
              </a:pathLst>
            </a:custGeom>
            <a:solidFill>
              <a:srgbClr val="FFFFFF"/>
            </a:solidFill>
            <a:ln>
              <a:noFill/>
            </a:ln>
          </p:spPr>
        </p:sp>
        <p:sp>
          <p:nvSpPr>
            <p:cNvPr id="768" name="Google Shape;768;p43"/>
            <p:cNvSpPr txBox="1"/>
            <p:nvPr/>
          </p:nvSpPr>
          <p:spPr>
            <a:xfrm>
              <a:off x="0" y="38100"/>
              <a:ext cx="1705648" cy="1796913"/>
            </a:xfrm>
            <a:prstGeom prst="rect">
              <a:avLst/>
            </a:prstGeom>
            <a:noFill/>
            <a:ln>
              <a:noFill/>
            </a:ln>
          </p:spPr>
          <p:txBody>
            <a:bodyPr anchorCtr="0" anchor="ctr" bIns="50800" lIns="50800" spcFirstLastPara="1" rIns="50800" wrap="square" tIns="50800">
              <a:noAutofit/>
            </a:bodyPr>
            <a:lstStyle/>
            <a:p>
              <a:pPr indent="0" lvl="0" marL="0" marR="0" rtl="0" algn="ctr">
                <a:lnSpc>
                  <a:spcPct val="149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769" name="Google Shape;769;p43"/>
          <p:cNvSpPr txBox="1"/>
          <p:nvPr/>
        </p:nvSpPr>
        <p:spPr>
          <a:xfrm rot="-147203">
            <a:off x="1180100" y="2165871"/>
            <a:ext cx="6090182" cy="5914509"/>
          </a:xfrm>
          <a:prstGeom prst="rect">
            <a:avLst/>
          </a:prstGeom>
          <a:noFill/>
          <a:ln>
            <a:noFill/>
          </a:ln>
        </p:spPr>
        <p:txBody>
          <a:bodyPr anchorCtr="0" anchor="t" bIns="0" lIns="0" spcFirstLastPara="1" rIns="0" wrap="square" tIns="0">
            <a:spAutoFit/>
          </a:bodyPr>
          <a:lstStyle/>
          <a:p>
            <a:pPr indent="0" lvl="0" marL="0" marR="0" rtl="0" algn="l">
              <a:lnSpc>
                <a:spcPct val="106000"/>
              </a:lnSpc>
              <a:spcBef>
                <a:spcPts val="0"/>
              </a:spcBef>
              <a:spcAft>
                <a:spcPts val="0"/>
              </a:spcAft>
              <a:buNone/>
            </a:pPr>
            <a:r>
              <a:rPr b="1" i="0" lang="en-US" sz="6099" u="none" cap="none" strike="noStrike">
                <a:solidFill>
                  <a:srgbClr val="000000"/>
                </a:solidFill>
                <a:latin typeface="Arial"/>
                <a:ea typeface="Arial"/>
                <a:cs typeface="Arial"/>
                <a:sym typeface="Arial"/>
              </a:rPr>
              <a:t>¿Cómo funciona el protocolo de resolución de direcciones ARP?</a:t>
            </a:r>
            <a:endParaRPr/>
          </a:p>
        </p:txBody>
      </p:sp>
      <p:sp>
        <p:nvSpPr>
          <p:cNvPr id="770" name="Google Shape;770;p43"/>
          <p:cNvSpPr/>
          <p:nvPr/>
        </p:nvSpPr>
        <p:spPr>
          <a:xfrm rot="-277003">
            <a:off x="6418270" y="268168"/>
            <a:ext cx="1209807" cy="2452951"/>
          </a:xfrm>
          <a:custGeom>
            <a:rect b="b" l="l" r="r" t="t"/>
            <a:pathLst>
              <a:path extrusionOk="0" h="2452951" w="1209807">
                <a:moveTo>
                  <a:pt x="0" y="0"/>
                </a:moveTo>
                <a:lnTo>
                  <a:pt x="1209807" y="0"/>
                </a:lnTo>
                <a:lnTo>
                  <a:pt x="1209807" y="2452950"/>
                </a:lnTo>
                <a:lnTo>
                  <a:pt x="0" y="2452950"/>
                </a:lnTo>
                <a:lnTo>
                  <a:pt x="0" y="0"/>
                </a:lnTo>
                <a:close/>
              </a:path>
            </a:pathLst>
          </a:custGeom>
          <a:blipFill rotWithShape="1">
            <a:blip r:embed="rId7">
              <a:alphaModFix/>
            </a:blip>
            <a:stretch>
              <a:fillRect b="-23885" l="-165097" r="0" t="0"/>
            </a:stretch>
          </a:blipFill>
          <a:ln>
            <a:noFill/>
          </a:ln>
        </p:spPr>
      </p:sp>
      <p:sp>
        <p:nvSpPr>
          <p:cNvPr id="771" name="Google Shape;771;p43"/>
          <p:cNvSpPr/>
          <p:nvPr/>
        </p:nvSpPr>
        <p:spPr>
          <a:xfrm rot="5529777">
            <a:off x="2215574" y="567407"/>
            <a:ext cx="972233" cy="1676264"/>
          </a:xfrm>
          <a:custGeom>
            <a:rect b="b" l="l" r="r" t="t"/>
            <a:pathLst>
              <a:path extrusionOk="0" h="1676264" w="972233">
                <a:moveTo>
                  <a:pt x="0" y="0"/>
                </a:moveTo>
                <a:lnTo>
                  <a:pt x="972233" y="0"/>
                </a:lnTo>
                <a:lnTo>
                  <a:pt x="972233" y="1676264"/>
                </a:lnTo>
                <a:lnTo>
                  <a:pt x="0" y="1676264"/>
                </a:lnTo>
                <a:lnTo>
                  <a:pt x="0" y="0"/>
                </a:lnTo>
                <a:close/>
              </a:path>
            </a:pathLst>
          </a:custGeom>
          <a:blipFill rotWithShape="1">
            <a:blip r:embed="rId8">
              <a:alphaModFix/>
            </a:blip>
            <a:stretch>
              <a:fillRect b="0" l="0" r="0" t="0"/>
            </a:stretch>
          </a:blipFill>
          <a:ln>
            <a:noFill/>
          </a:ln>
        </p:spPr>
      </p:sp>
      <p:sp>
        <p:nvSpPr>
          <p:cNvPr id="772" name="Google Shape;772;p43"/>
          <p:cNvSpPr/>
          <p:nvPr/>
        </p:nvSpPr>
        <p:spPr>
          <a:xfrm>
            <a:off x="7724833" y="1838220"/>
            <a:ext cx="10262288" cy="6157373"/>
          </a:xfrm>
          <a:custGeom>
            <a:rect b="b" l="l" r="r" t="t"/>
            <a:pathLst>
              <a:path extrusionOk="0" h="6157373" w="10262288">
                <a:moveTo>
                  <a:pt x="0" y="0"/>
                </a:moveTo>
                <a:lnTo>
                  <a:pt x="10262288" y="0"/>
                </a:lnTo>
                <a:lnTo>
                  <a:pt x="10262288" y="6157373"/>
                </a:lnTo>
                <a:lnTo>
                  <a:pt x="0" y="6157373"/>
                </a:lnTo>
                <a:lnTo>
                  <a:pt x="0" y="0"/>
                </a:lnTo>
                <a:close/>
              </a:path>
            </a:pathLst>
          </a:custGeom>
          <a:blipFill rotWithShape="1">
            <a:blip r:embed="rId9">
              <a:alphaModFix/>
            </a:blip>
            <a:stretch>
              <a:fillRect b="0" l="0" r="0" t="0"/>
            </a:stretch>
          </a:blipFill>
          <a:ln>
            <a:noFill/>
          </a:ln>
        </p:spPr>
      </p:sp>
      <p:sp>
        <p:nvSpPr>
          <p:cNvPr id="773" name="Google Shape;773;p43"/>
          <p:cNvSpPr/>
          <p:nvPr/>
        </p:nvSpPr>
        <p:spPr>
          <a:xfrm rot="3945637">
            <a:off x="7172406" y="6423072"/>
            <a:ext cx="1209807" cy="2452951"/>
          </a:xfrm>
          <a:custGeom>
            <a:rect b="b" l="l" r="r" t="t"/>
            <a:pathLst>
              <a:path extrusionOk="0" h="2452951" w="1209807">
                <a:moveTo>
                  <a:pt x="0" y="0"/>
                </a:moveTo>
                <a:lnTo>
                  <a:pt x="1209807" y="0"/>
                </a:lnTo>
                <a:lnTo>
                  <a:pt x="1209807" y="2452950"/>
                </a:lnTo>
                <a:lnTo>
                  <a:pt x="0" y="2452950"/>
                </a:lnTo>
                <a:lnTo>
                  <a:pt x="0" y="0"/>
                </a:lnTo>
                <a:close/>
              </a:path>
            </a:pathLst>
          </a:custGeom>
          <a:blipFill rotWithShape="1">
            <a:blip r:embed="rId10">
              <a:alphaModFix/>
            </a:blip>
            <a:stretch>
              <a:fillRect b="-23885" l="-165097" r="0" t="0"/>
            </a:stretch>
          </a:blipFill>
          <a:ln>
            <a:noFill/>
          </a:ln>
        </p:spPr>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8BC5"/>
        </a:solidFill>
      </p:bgPr>
    </p:bg>
    <p:spTree>
      <p:nvGrpSpPr>
        <p:cNvPr id="777" name="Shape 777"/>
        <p:cNvGrpSpPr/>
        <p:nvPr/>
      </p:nvGrpSpPr>
      <p:grpSpPr>
        <a:xfrm>
          <a:off x="0" y="0"/>
          <a:ext cx="0" cy="0"/>
          <a:chOff x="0" y="0"/>
          <a:chExt cx="0" cy="0"/>
        </a:xfrm>
      </p:grpSpPr>
      <p:sp>
        <p:nvSpPr>
          <p:cNvPr id="778" name="Google Shape;778;p44"/>
          <p:cNvSpPr/>
          <p:nvPr/>
        </p:nvSpPr>
        <p:spPr>
          <a:xfrm>
            <a:off x="2961887" y="1028700"/>
            <a:ext cx="8093569" cy="11443349"/>
          </a:xfrm>
          <a:custGeom>
            <a:rect b="b" l="l" r="r" t="t"/>
            <a:pathLst>
              <a:path extrusionOk="0" h="11443349" w="8093569">
                <a:moveTo>
                  <a:pt x="0" y="0"/>
                </a:moveTo>
                <a:lnTo>
                  <a:pt x="8093569" y="0"/>
                </a:lnTo>
                <a:lnTo>
                  <a:pt x="8093569" y="11443349"/>
                </a:lnTo>
                <a:lnTo>
                  <a:pt x="0" y="11443349"/>
                </a:lnTo>
                <a:lnTo>
                  <a:pt x="0" y="0"/>
                </a:lnTo>
                <a:close/>
              </a:path>
            </a:pathLst>
          </a:custGeom>
          <a:blipFill rotWithShape="1">
            <a:blip r:embed="rId3">
              <a:alphaModFix/>
            </a:blip>
            <a:stretch>
              <a:fillRect b="0" l="0" r="0" t="0"/>
            </a:stretch>
          </a:blipFill>
          <a:ln>
            <a:noFill/>
          </a:ln>
        </p:spPr>
      </p:sp>
      <p:grpSp>
        <p:nvGrpSpPr>
          <p:cNvPr id="779" name="Google Shape;779;p44"/>
          <p:cNvGrpSpPr/>
          <p:nvPr/>
        </p:nvGrpSpPr>
        <p:grpSpPr>
          <a:xfrm>
            <a:off x="10597535" y="1028700"/>
            <a:ext cx="3546371" cy="10532634"/>
            <a:chOff x="0" y="0"/>
            <a:chExt cx="934024" cy="2774027"/>
          </a:xfrm>
        </p:grpSpPr>
        <p:sp>
          <p:nvSpPr>
            <p:cNvPr id="780" name="Google Shape;780;p44"/>
            <p:cNvSpPr/>
            <p:nvPr/>
          </p:nvSpPr>
          <p:spPr>
            <a:xfrm>
              <a:off x="0" y="0"/>
              <a:ext cx="934024" cy="2774027"/>
            </a:xfrm>
            <a:custGeom>
              <a:rect b="b" l="l" r="r" t="t"/>
              <a:pathLst>
                <a:path extrusionOk="0" h="2774027" w="934024">
                  <a:moveTo>
                    <a:pt x="0" y="0"/>
                  </a:moveTo>
                  <a:lnTo>
                    <a:pt x="934024" y="0"/>
                  </a:lnTo>
                  <a:lnTo>
                    <a:pt x="934024" y="2774027"/>
                  </a:lnTo>
                  <a:lnTo>
                    <a:pt x="0" y="2774027"/>
                  </a:lnTo>
                  <a:close/>
                </a:path>
              </a:pathLst>
            </a:custGeom>
            <a:solidFill>
              <a:srgbClr val="FFFFFF"/>
            </a:solidFill>
            <a:ln>
              <a:noFill/>
            </a:ln>
          </p:spPr>
        </p:sp>
        <p:sp>
          <p:nvSpPr>
            <p:cNvPr id="781" name="Google Shape;781;p44"/>
            <p:cNvSpPr txBox="1"/>
            <p:nvPr/>
          </p:nvSpPr>
          <p:spPr>
            <a:xfrm>
              <a:off x="0" y="38100"/>
              <a:ext cx="934024" cy="2735927"/>
            </a:xfrm>
            <a:prstGeom prst="rect">
              <a:avLst/>
            </a:prstGeom>
            <a:noFill/>
            <a:ln>
              <a:noFill/>
            </a:ln>
          </p:spPr>
          <p:txBody>
            <a:bodyPr anchorCtr="0" anchor="ctr" bIns="50800" lIns="50800" spcFirstLastPara="1" rIns="50800" wrap="square" tIns="50800">
              <a:noAutofit/>
            </a:bodyPr>
            <a:lstStyle/>
            <a:p>
              <a:pPr indent="0" lvl="0" marL="0" marR="0" rtl="0" algn="ctr">
                <a:lnSpc>
                  <a:spcPct val="149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782" name="Google Shape;782;p44"/>
          <p:cNvSpPr/>
          <p:nvPr/>
        </p:nvSpPr>
        <p:spPr>
          <a:xfrm>
            <a:off x="3872716" y="3977522"/>
            <a:ext cx="9534288" cy="2596624"/>
          </a:xfrm>
          <a:custGeom>
            <a:rect b="b" l="l" r="r" t="t"/>
            <a:pathLst>
              <a:path extrusionOk="0" h="2596624" w="9534288">
                <a:moveTo>
                  <a:pt x="0" y="0"/>
                </a:moveTo>
                <a:lnTo>
                  <a:pt x="9534288" y="0"/>
                </a:lnTo>
                <a:lnTo>
                  <a:pt x="9534288" y="2596624"/>
                </a:lnTo>
                <a:lnTo>
                  <a:pt x="0" y="2596624"/>
                </a:lnTo>
                <a:lnTo>
                  <a:pt x="0" y="0"/>
                </a:lnTo>
                <a:close/>
              </a:path>
            </a:pathLst>
          </a:custGeom>
          <a:blipFill rotWithShape="1">
            <a:blip r:embed="rId4">
              <a:alphaModFix/>
            </a:blip>
            <a:stretch>
              <a:fillRect b="-45534" l="0" r="0" t="0"/>
            </a:stretch>
          </a:blipFill>
          <a:ln>
            <a:noFill/>
          </a:ln>
        </p:spPr>
      </p:sp>
      <p:sp>
        <p:nvSpPr>
          <p:cNvPr id="783" name="Google Shape;783;p44"/>
          <p:cNvSpPr txBox="1"/>
          <p:nvPr/>
        </p:nvSpPr>
        <p:spPr>
          <a:xfrm>
            <a:off x="4074405" y="2204839"/>
            <a:ext cx="5868533" cy="1152634"/>
          </a:xfrm>
          <a:prstGeom prst="rect">
            <a:avLst/>
          </a:prstGeom>
          <a:noFill/>
          <a:ln>
            <a:noFill/>
          </a:ln>
        </p:spPr>
        <p:txBody>
          <a:bodyPr anchorCtr="0" anchor="t" bIns="0" lIns="0" spcFirstLastPara="1" rIns="0" wrap="square" tIns="0">
            <a:spAutoFit/>
          </a:bodyPr>
          <a:lstStyle/>
          <a:p>
            <a:pPr indent="0" lvl="0" marL="0" marR="0" rtl="0" algn="l">
              <a:lnSpc>
                <a:spcPct val="106012"/>
              </a:lnSpc>
              <a:spcBef>
                <a:spcPts val="0"/>
              </a:spcBef>
              <a:spcAft>
                <a:spcPts val="0"/>
              </a:spcAft>
              <a:buNone/>
            </a:pPr>
            <a:r>
              <a:rPr b="1" i="0" lang="en-US" sz="6969" u="none" cap="none" strike="noStrike">
                <a:solidFill>
                  <a:srgbClr val="000000"/>
                </a:solidFill>
                <a:latin typeface="Arial"/>
                <a:ea typeface="Arial"/>
                <a:cs typeface="Arial"/>
                <a:sym typeface="Arial"/>
              </a:rPr>
              <a:t>Primer paso:</a:t>
            </a:r>
            <a:endParaRPr/>
          </a:p>
        </p:txBody>
      </p:sp>
      <p:sp>
        <p:nvSpPr>
          <p:cNvPr id="784" name="Google Shape;784;p44"/>
          <p:cNvSpPr/>
          <p:nvPr/>
        </p:nvSpPr>
        <p:spPr>
          <a:xfrm flipH="1" rot="-475932">
            <a:off x="12854712" y="1529178"/>
            <a:ext cx="1770861" cy="942983"/>
          </a:xfrm>
          <a:custGeom>
            <a:rect b="b" l="l" r="r" t="t"/>
            <a:pathLst>
              <a:path extrusionOk="0" h="942983" w="1770861">
                <a:moveTo>
                  <a:pt x="1770861" y="0"/>
                </a:moveTo>
                <a:lnTo>
                  <a:pt x="0" y="0"/>
                </a:lnTo>
                <a:lnTo>
                  <a:pt x="0" y="942983"/>
                </a:lnTo>
                <a:lnTo>
                  <a:pt x="1770861" y="942983"/>
                </a:lnTo>
                <a:lnTo>
                  <a:pt x="1770861" y="0"/>
                </a:lnTo>
                <a:close/>
              </a:path>
            </a:pathLst>
          </a:custGeom>
          <a:blipFill rotWithShape="1">
            <a:blip r:embed="rId5">
              <a:alphaModFix/>
            </a:blip>
            <a:stretch>
              <a:fillRect b="0" l="0" r="0" t="0"/>
            </a:stretch>
          </a:blipFill>
          <a:ln>
            <a:noFill/>
          </a:ln>
        </p:spPr>
      </p:sp>
      <p:sp>
        <p:nvSpPr>
          <p:cNvPr id="785" name="Google Shape;785;p44"/>
          <p:cNvSpPr/>
          <p:nvPr/>
        </p:nvSpPr>
        <p:spPr>
          <a:xfrm rot="-10703534">
            <a:off x="14045195" y="8969388"/>
            <a:ext cx="5875677" cy="3238967"/>
          </a:xfrm>
          <a:custGeom>
            <a:rect b="b" l="l" r="r" t="t"/>
            <a:pathLst>
              <a:path extrusionOk="0" h="3238967" w="5875677">
                <a:moveTo>
                  <a:pt x="0" y="0"/>
                </a:moveTo>
                <a:lnTo>
                  <a:pt x="5875677" y="0"/>
                </a:lnTo>
                <a:lnTo>
                  <a:pt x="5875677" y="3238967"/>
                </a:lnTo>
                <a:lnTo>
                  <a:pt x="0" y="3238967"/>
                </a:lnTo>
                <a:lnTo>
                  <a:pt x="0" y="0"/>
                </a:lnTo>
                <a:close/>
              </a:path>
            </a:pathLst>
          </a:custGeom>
          <a:blipFill rotWithShape="1">
            <a:blip r:embed="rId6">
              <a:alphaModFix/>
            </a:blip>
            <a:stretch>
              <a:fillRect b="0" l="0" r="0" t="0"/>
            </a:stretch>
          </a:blipFill>
          <a:ln>
            <a:noFill/>
          </a:ln>
        </p:spPr>
      </p:sp>
      <p:sp>
        <p:nvSpPr>
          <p:cNvPr id="786" name="Google Shape;786;p44"/>
          <p:cNvSpPr/>
          <p:nvPr/>
        </p:nvSpPr>
        <p:spPr>
          <a:xfrm rot="8941024">
            <a:off x="14751177" y="-2393404"/>
            <a:ext cx="4861231" cy="3706689"/>
          </a:xfrm>
          <a:custGeom>
            <a:rect b="b" l="l" r="r" t="t"/>
            <a:pathLst>
              <a:path extrusionOk="0" h="3706689" w="4861231">
                <a:moveTo>
                  <a:pt x="0" y="0"/>
                </a:moveTo>
                <a:lnTo>
                  <a:pt x="4861232" y="0"/>
                </a:lnTo>
                <a:lnTo>
                  <a:pt x="4861232" y="3706689"/>
                </a:lnTo>
                <a:lnTo>
                  <a:pt x="0" y="3706689"/>
                </a:lnTo>
                <a:lnTo>
                  <a:pt x="0" y="0"/>
                </a:lnTo>
                <a:close/>
              </a:path>
            </a:pathLst>
          </a:custGeom>
          <a:blipFill rotWithShape="1">
            <a:blip r:embed="rId7">
              <a:alphaModFix/>
            </a:blip>
            <a:stretch>
              <a:fillRect b="0" l="0" r="0" t="0"/>
            </a:stretch>
          </a:blipFill>
          <a:ln>
            <a:noFill/>
          </a:ln>
        </p:spPr>
      </p:sp>
      <p:sp>
        <p:nvSpPr>
          <p:cNvPr id="787" name="Google Shape;787;p44"/>
          <p:cNvSpPr/>
          <p:nvPr/>
        </p:nvSpPr>
        <p:spPr>
          <a:xfrm rot="-277003">
            <a:off x="2356984" y="44709"/>
            <a:ext cx="1209807" cy="2452951"/>
          </a:xfrm>
          <a:custGeom>
            <a:rect b="b" l="l" r="r" t="t"/>
            <a:pathLst>
              <a:path extrusionOk="0" h="2452951" w="1209807">
                <a:moveTo>
                  <a:pt x="0" y="0"/>
                </a:moveTo>
                <a:lnTo>
                  <a:pt x="1209807" y="0"/>
                </a:lnTo>
                <a:lnTo>
                  <a:pt x="1209807" y="2452951"/>
                </a:lnTo>
                <a:lnTo>
                  <a:pt x="0" y="2452951"/>
                </a:lnTo>
                <a:lnTo>
                  <a:pt x="0" y="0"/>
                </a:lnTo>
                <a:close/>
              </a:path>
            </a:pathLst>
          </a:custGeom>
          <a:blipFill rotWithShape="1">
            <a:blip r:embed="rId8">
              <a:alphaModFix/>
            </a:blip>
            <a:stretch>
              <a:fillRect b="-23885" l="-165097" r="0" t="0"/>
            </a:stretch>
          </a:blipFill>
          <a:ln>
            <a:noFill/>
          </a:ln>
        </p:spPr>
      </p:sp>
      <p:sp>
        <p:nvSpPr>
          <p:cNvPr id="788" name="Google Shape;788;p44"/>
          <p:cNvSpPr/>
          <p:nvPr/>
        </p:nvSpPr>
        <p:spPr>
          <a:xfrm>
            <a:off x="12315870" y="6295017"/>
            <a:ext cx="2182268" cy="2256104"/>
          </a:xfrm>
          <a:custGeom>
            <a:rect b="b" l="l" r="r" t="t"/>
            <a:pathLst>
              <a:path extrusionOk="0" h="2256104" w="2182268">
                <a:moveTo>
                  <a:pt x="0" y="0"/>
                </a:moveTo>
                <a:lnTo>
                  <a:pt x="2182268" y="0"/>
                </a:lnTo>
                <a:lnTo>
                  <a:pt x="2182268" y="2256104"/>
                </a:lnTo>
                <a:lnTo>
                  <a:pt x="0" y="2256104"/>
                </a:lnTo>
                <a:lnTo>
                  <a:pt x="0" y="0"/>
                </a:lnTo>
                <a:close/>
              </a:path>
            </a:pathLst>
          </a:custGeom>
          <a:blipFill rotWithShape="1">
            <a:blip r:embed="rId9">
              <a:alphaModFix/>
            </a:blip>
            <a:stretch>
              <a:fillRect b="0" l="0" r="0" t="0"/>
            </a:stretch>
          </a:blipFill>
          <a:ln>
            <a:noFill/>
          </a:ln>
        </p:spPr>
      </p:sp>
      <p:sp>
        <p:nvSpPr>
          <p:cNvPr id="789" name="Google Shape;789;p44"/>
          <p:cNvSpPr txBox="1"/>
          <p:nvPr/>
        </p:nvSpPr>
        <p:spPr>
          <a:xfrm>
            <a:off x="4249828" y="4466209"/>
            <a:ext cx="8780064" cy="1628775"/>
          </a:xfrm>
          <a:prstGeom prst="rect">
            <a:avLst/>
          </a:prstGeom>
          <a:noFill/>
          <a:ln>
            <a:noFill/>
          </a:ln>
        </p:spPr>
        <p:txBody>
          <a:bodyPr anchorCtr="0" anchor="t" bIns="0" lIns="0" spcFirstLastPara="1" rIns="0" wrap="square" tIns="0">
            <a:spAutoFit/>
          </a:bodyPr>
          <a:lstStyle/>
          <a:p>
            <a:pPr indent="0" lvl="0" marL="0" marR="0" rtl="0" algn="l">
              <a:lnSpc>
                <a:spcPct val="120007"/>
              </a:lnSpc>
              <a:spcBef>
                <a:spcPts val="0"/>
              </a:spcBef>
              <a:spcAft>
                <a:spcPts val="0"/>
              </a:spcAft>
              <a:buNone/>
            </a:pPr>
            <a:r>
              <a:rPr b="0" i="0" lang="en-US" sz="2749" u="none" cap="none" strike="noStrike">
                <a:solidFill>
                  <a:srgbClr val="000000"/>
                </a:solidFill>
                <a:latin typeface="DM Sans"/>
                <a:ea typeface="DM Sans"/>
                <a:cs typeface="DM Sans"/>
                <a:sym typeface="DM Sans"/>
              </a:rPr>
              <a:t>El host emisor crea y envía una trama cuyo destino es una dirección IP de broadcast. </a:t>
            </a:r>
            <a:endParaRPr/>
          </a:p>
          <a:p>
            <a:pPr indent="0" lvl="0" marL="0" marR="0" rtl="0" algn="l">
              <a:lnSpc>
                <a:spcPct val="120007"/>
              </a:lnSpc>
              <a:spcBef>
                <a:spcPts val="0"/>
              </a:spcBef>
              <a:spcAft>
                <a:spcPts val="0"/>
              </a:spcAft>
              <a:buNone/>
            </a:pPr>
            <a:r>
              <a:rPr b="0" i="0" lang="en-US" sz="2749" u="none" cap="none" strike="noStrike">
                <a:solidFill>
                  <a:srgbClr val="000000"/>
                </a:solidFill>
                <a:latin typeface="DM Sans"/>
                <a:ea typeface="DM Sans"/>
                <a:cs typeface="DM Sans"/>
                <a:sym typeface="DM Sans"/>
              </a:rPr>
              <a:t>Dentro de la trama hay un mensaje con la dirección IP del host de destino que se está intentando localizar.</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1C5E9"/>
        </a:solidFill>
      </p:bgPr>
    </p:bg>
    <p:spTree>
      <p:nvGrpSpPr>
        <p:cNvPr id="793" name="Shape 793"/>
        <p:cNvGrpSpPr/>
        <p:nvPr/>
      </p:nvGrpSpPr>
      <p:grpSpPr>
        <a:xfrm>
          <a:off x="0" y="0"/>
          <a:ext cx="0" cy="0"/>
          <a:chOff x="0" y="0"/>
          <a:chExt cx="0" cy="0"/>
        </a:xfrm>
      </p:grpSpPr>
      <p:sp>
        <p:nvSpPr>
          <p:cNvPr id="794" name="Google Shape;794;p45"/>
          <p:cNvSpPr/>
          <p:nvPr/>
        </p:nvSpPr>
        <p:spPr>
          <a:xfrm rot="-3890007">
            <a:off x="14059290" y="-2028417"/>
            <a:ext cx="2227136" cy="4114800"/>
          </a:xfrm>
          <a:custGeom>
            <a:rect b="b" l="l" r="r" t="t"/>
            <a:pathLst>
              <a:path extrusionOk="0" h="4114800" w="2227136">
                <a:moveTo>
                  <a:pt x="0" y="0"/>
                </a:moveTo>
                <a:lnTo>
                  <a:pt x="2227136" y="0"/>
                </a:lnTo>
                <a:lnTo>
                  <a:pt x="2227136" y="4114800"/>
                </a:lnTo>
                <a:lnTo>
                  <a:pt x="0" y="4114800"/>
                </a:lnTo>
                <a:lnTo>
                  <a:pt x="0" y="0"/>
                </a:lnTo>
                <a:close/>
              </a:path>
            </a:pathLst>
          </a:custGeom>
          <a:blipFill rotWithShape="1">
            <a:blip r:embed="rId3">
              <a:alphaModFix/>
            </a:blip>
            <a:stretch>
              <a:fillRect b="0" l="0" r="0" t="0"/>
            </a:stretch>
          </a:blipFill>
          <a:ln>
            <a:noFill/>
          </a:ln>
        </p:spPr>
      </p:sp>
      <p:sp>
        <p:nvSpPr>
          <p:cNvPr id="795" name="Google Shape;795;p45"/>
          <p:cNvSpPr/>
          <p:nvPr/>
        </p:nvSpPr>
        <p:spPr>
          <a:xfrm rot="2496945">
            <a:off x="-990421" y="-2028417"/>
            <a:ext cx="2978086" cy="4114800"/>
          </a:xfrm>
          <a:custGeom>
            <a:rect b="b" l="l" r="r" t="t"/>
            <a:pathLst>
              <a:path extrusionOk="0" h="4114800" w="2978086">
                <a:moveTo>
                  <a:pt x="0" y="0"/>
                </a:moveTo>
                <a:lnTo>
                  <a:pt x="2978086" y="0"/>
                </a:lnTo>
                <a:lnTo>
                  <a:pt x="2978086" y="4114800"/>
                </a:lnTo>
                <a:lnTo>
                  <a:pt x="0" y="4114800"/>
                </a:lnTo>
                <a:lnTo>
                  <a:pt x="0" y="0"/>
                </a:lnTo>
                <a:close/>
              </a:path>
            </a:pathLst>
          </a:custGeom>
          <a:blipFill rotWithShape="1">
            <a:blip r:embed="rId4">
              <a:alphaModFix/>
            </a:blip>
            <a:stretch>
              <a:fillRect b="0" l="0" r="0" t="0"/>
            </a:stretch>
          </a:blipFill>
          <a:ln>
            <a:noFill/>
          </a:ln>
        </p:spPr>
      </p:sp>
      <p:sp>
        <p:nvSpPr>
          <p:cNvPr id="796" name="Google Shape;796;p45"/>
          <p:cNvSpPr/>
          <p:nvPr/>
        </p:nvSpPr>
        <p:spPr>
          <a:xfrm rot="-5400000">
            <a:off x="16867676" y="6100311"/>
            <a:ext cx="5396459" cy="4114800"/>
          </a:xfrm>
          <a:custGeom>
            <a:rect b="b" l="l" r="r" t="t"/>
            <a:pathLst>
              <a:path extrusionOk="0" h="4114800" w="5396459">
                <a:moveTo>
                  <a:pt x="0" y="0"/>
                </a:moveTo>
                <a:lnTo>
                  <a:pt x="5396459" y="0"/>
                </a:lnTo>
                <a:lnTo>
                  <a:pt x="5396459" y="4114800"/>
                </a:lnTo>
                <a:lnTo>
                  <a:pt x="0" y="4114800"/>
                </a:lnTo>
                <a:lnTo>
                  <a:pt x="0" y="0"/>
                </a:lnTo>
                <a:close/>
              </a:path>
            </a:pathLst>
          </a:custGeom>
          <a:blipFill rotWithShape="1">
            <a:blip r:embed="rId5">
              <a:alphaModFix/>
            </a:blip>
            <a:stretch>
              <a:fillRect b="0" l="0" r="0" t="0"/>
            </a:stretch>
          </a:blipFill>
          <a:ln>
            <a:noFill/>
          </a:ln>
        </p:spPr>
      </p:sp>
      <p:sp>
        <p:nvSpPr>
          <p:cNvPr id="797" name="Google Shape;797;p45"/>
          <p:cNvSpPr/>
          <p:nvPr/>
        </p:nvSpPr>
        <p:spPr>
          <a:xfrm>
            <a:off x="498622" y="4245021"/>
            <a:ext cx="2514826" cy="1796958"/>
          </a:xfrm>
          <a:custGeom>
            <a:rect b="b" l="l" r="r" t="t"/>
            <a:pathLst>
              <a:path extrusionOk="0" h="1796958" w="2514826">
                <a:moveTo>
                  <a:pt x="0" y="0"/>
                </a:moveTo>
                <a:lnTo>
                  <a:pt x="2514826" y="0"/>
                </a:lnTo>
                <a:lnTo>
                  <a:pt x="2514826" y="1796958"/>
                </a:lnTo>
                <a:lnTo>
                  <a:pt x="0" y="1796958"/>
                </a:lnTo>
                <a:lnTo>
                  <a:pt x="0" y="0"/>
                </a:lnTo>
                <a:close/>
              </a:path>
            </a:pathLst>
          </a:custGeom>
          <a:blipFill rotWithShape="1">
            <a:blip r:embed="rId6">
              <a:alphaModFix/>
            </a:blip>
            <a:stretch>
              <a:fillRect b="0" l="0" r="0" t="0"/>
            </a:stretch>
          </a:blipFill>
          <a:ln>
            <a:noFill/>
          </a:ln>
        </p:spPr>
      </p:sp>
      <p:sp>
        <p:nvSpPr>
          <p:cNvPr id="798" name="Google Shape;798;p45"/>
          <p:cNvSpPr/>
          <p:nvPr/>
        </p:nvSpPr>
        <p:spPr>
          <a:xfrm>
            <a:off x="7972312" y="497851"/>
            <a:ext cx="2514826" cy="1796958"/>
          </a:xfrm>
          <a:custGeom>
            <a:rect b="b" l="l" r="r" t="t"/>
            <a:pathLst>
              <a:path extrusionOk="0" h="1796958" w="2514826">
                <a:moveTo>
                  <a:pt x="0" y="0"/>
                </a:moveTo>
                <a:lnTo>
                  <a:pt x="2514826" y="0"/>
                </a:lnTo>
                <a:lnTo>
                  <a:pt x="2514826" y="1796958"/>
                </a:lnTo>
                <a:lnTo>
                  <a:pt x="0" y="1796958"/>
                </a:lnTo>
                <a:lnTo>
                  <a:pt x="0" y="0"/>
                </a:lnTo>
                <a:close/>
              </a:path>
            </a:pathLst>
          </a:custGeom>
          <a:blipFill rotWithShape="1">
            <a:blip r:embed="rId6">
              <a:alphaModFix/>
            </a:blip>
            <a:stretch>
              <a:fillRect b="0" l="0" r="0" t="0"/>
            </a:stretch>
          </a:blipFill>
          <a:ln>
            <a:noFill/>
          </a:ln>
        </p:spPr>
      </p:sp>
      <p:sp>
        <p:nvSpPr>
          <p:cNvPr id="799" name="Google Shape;799;p45"/>
          <p:cNvSpPr/>
          <p:nvPr/>
        </p:nvSpPr>
        <p:spPr>
          <a:xfrm>
            <a:off x="7972312" y="8024361"/>
            <a:ext cx="2514826" cy="1796958"/>
          </a:xfrm>
          <a:custGeom>
            <a:rect b="b" l="l" r="r" t="t"/>
            <a:pathLst>
              <a:path extrusionOk="0" h="1796958" w="2514826">
                <a:moveTo>
                  <a:pt x="0" y="0"/>
                </a:moveTo>
                <a:lnTo>
                  <a:pt x="2514826" y="0"/>
                </a:lnTo>
                <a:lnTo>
                  <a:pt x="2514826" y="1796958"/>
                </a:lnTo>
                <a:lnTo>
                  <a:pt x="0" y="1796958"/>
                </a:lnTo>
                <a:lnTo>
                  <a:pt x="0" y="0"/>
                </a:lnTo>
                <a:close/>
              </a:path>
            </a:pathLst>
          </a:custGeom>
          <a:blipFill rotWithShape="1">
            <a:blip r:embed="rId6">
              <a:alphaModFix/>
            </a:blip>
            <a:stretch>
              <a:fillRect b="0" l="0" r="0" t="0"/>
            </a:stretch>
          </a:blipFill>
          <a:ln>
            <a:noFill/>
          </a:ln>
        </p:spPr>
      </p:sp>
      <p:sp>
        <p:nvSpPr>
          <p:cNvPr id="800" name="Google Shape;800;p45"/>
          <p:cNvSpPr/>
          <p:nvPr/>
        </p:nvSpPr>
        <p:spPr>
          <a:xfrm>
            <a:off x="15405160" y="4245021"/>
            <a:ext cx="2514826" cy="1796958"/>
          </a:xfrm>
          <a:custGeom>
            <a:rect b="b" l="l" r="r" t="t"/>
            <a:pathLst>
              <a:path extrusionOk="0" h="1796958" w="2514826">
                <a:moveTo>
                  <a:pt x="0" y="0"/>
                </a:moveTo>
                <a:lnTo>
                  <a:pt x="2514826" y="0"/>
                </a:lnTo>
                <a:lnTo>
                  <a:pt x="2514826" y="1796958"/>
                </a:lnTo>
                <a:lnTo>
                  <a:pt x="0" y="1796958"/>
                </a:lnTo>
                <a:lnTo>
                  <a:pt x="0" y="0"/>
                </a:lnTo>
                <a:close/>
              </a:path>
            </a:pathLst>
          </a:custGeom>
          <a:blipFill rotWithShape="1">
            <a:blip r:embed="rId6">
              <a:alphaModFix/>
            </a:blip>
            <a:stretch>
              <a:fillRect b="0" l="0" r="0" t="0"/>
            </a:stretch>
          </a:blipFill>
          <a:ln>
            <a:noFill/>
          </a:ln>
        </p:spPr>
      </p:sp>
      <p:cxnSp>
        <p:nvCxnSpPr>
          <p:cNvPr id="801" name="Google Shape;801;p45"/>
          <p:cNvCxnSpPr/>
          <p:nvPr/>
        </p:nvCxnSpPr>
        <p:spPr>
          <a:xfrm>
            <a:off x="2790403" y="5143500"/>
            <a:ext cx="5181909" cy="0"/>
          </a:xfrm>
          <a:prstGeom prst="straightConnector1">
            <a:avLst/>
          </a:prstGeom>
          <a:noFill/>
          <a:ln cap="flat" cmpd="sng" w="38100">
            <a:solidFill>
              <a:srgbClr val="000000"/>
            </a:solidFill>
            <a:prstDash val="solid"/>
            <a:round/>
            <a:headEnd len="sm" w="sm" type="none"/>
            <a:tailEnd len="sm" w="sm" type="none"/>
          </a:ln>
        </p:spPr>
      </p:cxnSp>
      <p:cxnSp>
        <p:nvCxnSpPr>
          <p:cNvPr id="802" name="Google Shape;802;p45"/>
          <p:cNvCxnSpPr/>
          <p:nvPr/>
        </p:nvCxnSpPr>
        <p:spPr>
          <a:xfrm>
            <a:off x="10428998" y="5143500"/>
            <a:ext cx="5279670" cy="0"/>
          </a:xfrm>
          <a:prstGeom prst="straightConnector1">
            <a:avLst/>
          </a:prstGeom>
          <a:noFill/>
          <a:ln cap="flat" cmpd="sng" w="38100">
            <a:solidFill>
              <a:srgbClr val="000000"/>
            </a:solidFill>
            <a:prstDash val="solid"/>
            <a:round/>
            <a:headEnd len="sm" w="sm" type="none"/>
            <a:tailEnd len="sm" w="sm" type="none"/>
          </a:ln>
        </p:spPr>
      </p:cxnSp>
      <p:cxnSp>
        <p:nvCxnSpPr>
          <p:cNvPr id="803" name="Google Shape;803;p45"/>
          <p:cNvCxnSpPr/>
          <p:nvPr/>
        </p:nvCxnSpPr>
        <p:spPr>
          <a:xfrm flipH="1">
            <a:off x="9168427" y="2294809"/>
            <a:ext cx="61298" cy="2262403"/>
          </a:xfrm>
          <a:prstGeom prst="straightConnector1">
            <a:avLst/>
          </a:prstGeom>
          <a:noFill/>
          <a:ln cap="flat" cmpd="sng" w="38100">
            <a:solidFill>
              <a:srgbClr val="000000"/>
            </a:solidFill>
            <a:prstDash val="solid"/>
            <a:round/>
            <a:headEnd len="sm" w="sm" type="none"/>
            <a:tailEnd len="sm" w="sm" type="none"/>
          </a:ln>
        </p:spPr>
      </p:cxnSp>
      <p:cxnSp>
        <p:nvCxnSpPr>
          <p:cNvPr id="804" name="Google Shape;804;p45"/>
          <p:cNvCxnSpPr/>
          <p:nvPr/>
        </p:nvCxnSpPr>
        <p:spPr>
          <a:xfrm>
            <a:off x="9229725" y="5729789"/>
            <a:ext cx="0" cy="2294573"/>
          </a:xfrm>
          <a:prstGeom prst="straightConnector1">
            <a:avLst/>
          </a:prstGeom>
          <a:noFill/>
          <a:ln cap="flat" cmpd="sng" w="38100">
            <a:solidFill>
              <a:srgbClr val="000000"/>
            </a:solidFill>
            <a:prstDash val="solid"/>
            <a:round/>
            <a:headEnd len="sm" w="sm" type="none"/>
            <a:tailEnd len="sm" w="sm" type="none"/>
          </a:ln>
        </p:spPr>
      </p:cxnSp>
      <p:sp>
        <p:nvSpPr>
          <p:cNvPr id="805" name="Google Shape;805;p45"/>
          <p:cNvSpPr txBox="1"/>
          <p:nvPr/>
        </p:nvSpPr>
        <p:spPr>
          <a:xfrm>
            <a:off x="1028700" y="2390814"/>
            <a:ext cx="5851174" cy="1288442"/>
          </a:xfrm>
          <a:prstGeom prst="rect">
            <a:avLst/>
          </a:prstGeom>
          <a:noFill/>
          <a:ln>
            <a:noFill/>
          </a:ln>
        </p:spPr>
        <p:txBody>
          <a:bodyPr anchorCtr="0" anchor="t" bIns="0" lIns="0" spcFirstLastPara="1" rIns="0" wrap="square" tIns="0">
            <a:spAutoFit/>
          </a:bodyPr>
          <a:lstStyle/>
          <a:p>
            <a:pPr indent="0" lvl="0" marL="0" marR="0" rtl="0" algn="l">
              <a:lnSpc>
                <a:spcPct val="120014"/>
              </a:lnSpc>
              <a:spcBef>
                <a:spcPts val="0"/>
              </a:spcBef>
              <a:spcAft>
                <a:spcPts val="0"/>
              </a:spcAft>
              <a:buNone/>
            </a:pPr>
            <a:r>
              <a:rPr b="0" i="0" lang="en-US" sz="2833" u="none" cap="none" strike="noStrike">
                <a:solidFill>
                  <a:srgbClr val="000000"/>
                </a:solidFill>
                <a:latin typeface="DM Sans"/>
                <a:ea typeface="DM Sans"/>
                <a:cs typeface="DM Sans"/>
                <a:sym typeface="DM Sans"/>
              </a:rPr>
              <a:t>Debo enviar una solicitud ARP para averiguar la dirección MAC del host con la dirección IP 192.168.1.7</a:t>
            </a:r>
            <a:endParaRPr/>
          </a:p>
        </p:txBody>
      </p:sp>
      <p:cxnSp>
        <p:nvCxnSpPr>
          <p:cNvPr id="806" name="Google Shape;806;p45"/>
          <p:cNvCxnSpPr/>
          <p:nvPr/>
        </p:nvCxnSpPr>
        <p:spPr>
          <a:xfrm>
            <a:off x="767158" y="2390814"/>
            <a:ext cx="6346220" cy="0"/>
          </a:xfrm>
          <a:prstGeom prst="straightConnector1">
            <a:avLst/>
          </a:prstGeom>
          <a:noFill/>
          <a:ln cap="flat" cmpd="sng" w="38100">
            <a:solidFill>
              <a:srgbClr val="000000"/>
            </a:solidFill>
            <a:prstDash val="solid"/>
            <a:round/>
            <a:headEnd len="sm" w="sm" type="none"/>
            <a:tailEnd len="sm" w="sm" type="none"/>
          </a:ln>
        </p:spPr>
      </p:cxnSp>
      <p:cxnSp>
        <p:nvCxnSpPr>
          <p:cNvPr id="807" name="Google Shape;807;p45"/>
          <p:cNvCxnSpPr/>
          <p:nvPr/>
        </p:nvCxnSpPr>
        <p:spPr>
          <a:xfrm>
            <a:off x="2067883" y="3840249"/>
            <a:ext cx="5045496" cy="0"/>
          </a:xfrm>
          <a:prstGeom prst="straightConnector1">
            <a:avLst/>
          </a:prstGeom>
          <a:noFill/>
          <a:ln cap="flat" cmpd="sng" w="38100">
            <a:solidFill>
              <a:srgbClr val="000000"/>
            </a:solidFill>
            <a:prstDash val="solid"/>
            <a:round/>
            <a:headEnd len="sm" w="sm" type="none"/>
            <a:tailEnd len="sm" w="sm" type="none"/>
          </a:ln>
        </p:spPr>
      </p:cxnSp>
      <p:cxnSp>
        <p:nvCxnSpPr>
          <p:cNvPr id="808" name="Google Shape;808;p45"/>
          <p:cNvCxnSpPr/>
          <p:nvPr/>
        </p:nvCxnSpPr>
        <p:spPr>
          <a:xfrm>
            <a:off x="7113378" y="2390814"/>
            <a:ext cx="0" cy="1449435"/>
          </a:xfrm>
          <a:prstGeom prst="straightConnector1">
            <a:avLst/>
          </a:prstGeom>
          <a:noFill/>
          <a:ln cap="flat" cmpd="sng" w="38100">
            <a:solidFill>
              <a:srgbClr val="000000"/>
            </a:solidFill>
            <a:prstDash val="solid"/>
            <a:round/>
            <a:headEnd len="sm" w="sm" type="none"/>
            <a:tailEnd len="sm" w="sm" type="none"/>
          </a:ln>
        </p:spPr>
      </p:cxnSp>
      <p:cxnSp>
        <p:nvCxnSpPr>
          <p:cNvPr id="809" name="Google Shape;809;p45"/>
          <p:cNvCxnSpPr/>
          <p:nvPr/>
        </p:nvCxnSpPr>
        <p:spPr>
          <a:xfrm>
            <a:off x="790575" y="2390814"/>
            <a:ext cx="0" cy="1449435"/>
          </a:xfrm>
          <a:prstGeom prst="straightConnector1">
            <a:avLst/>
          </a:prstGeom>
          <a:noFill/>
          <a:ln cap="flat" cmpd="sng" w="38100">
            <a:solidFill>
              <a:srgbClr val="000000"/>
            </a:solidFill>
            <a:prstDash val="solid"/>
            <a:round/>
            <a:headEnd len="sm" w="sm" type="none"/>
            <a:tailEnd len="sm" w="sm" type="none"/>
          </a:ln>
        </p:spPr>
      </p:cxnSp>
      <p:cxnSp>
        <p:nvCxnSpPr>
          <p:cNvPr id="810" name="Google Shape;810;p45"/>
          <p:cNvCxnSpPr/>
          <p:nvPr/>
        </p:nvCxnSpPr>
        <p:spPr>
          <a:xfrm>
            <a:off x="790575" y="3830724"/>
            <a:ext cx="580893" cy="0"/>
          </a:xfrm>
          <a:prstGeom prst="straightConnector1">
            <a:avLst/>
          </a:prstGeom>
          <a:noFill/>
          <a:ln cap="flat" cmpd="sng" w="38100">
            <a:solidFill>
              <a:srgbClr val="000000"/>
            </a:solidFill>
            <a:prstDash val="solid"/>
            <a:round/>
            <a:headEnd len="sm" w="sm" type="none"/>
            <a:tailEnd len="sm" w="sm" type="none"/>
          </a:ln>
        </p:spPr>
      </p:cxnSp>
      <p:cxnSp>
        <p:nvCxnSpPr>
          <p:cNvPr id="811" name="Google Shape;811;p45"/>
          <p:cNvCxnSpPr/>
          <p:nvPr/>
        </p:nvCxnSpPr>
        <p:spPr>
          <a:xfrm>
            <a:off x="1371468" y="3830724"/>
            <a:ext cx="201810" cy="414297"/>
          </a:xfrm>
          <a:prstGeom prst="straightConnector1">
            <a:avLst/>
          </a:prstGeom>
          <a:noFill/>
          <a:ln cap="flat" cmpd="sng" w="38100">
            <a:solidFill>
              <a:srgbClr val="000000"/>
            </a:solidFill>
            <a:prstDash val="solid"/>
            <a:round/>
            <a:headEnd len="sm" w="sm" type="none"/>
            <a:tailEnd len="sm" w="sm" type="none"/>
          </a:ln>
        </p:spPr>
      </p:cxnSp>
      <p:cxnSp>
        <p:nvCxnSpPr>
          <p:cNvPr id="812" name="Google Shape;812;p45"/>
          <p:cNvCxnSpPr/>
          <p:nvPr/>
        </p:nvCxnSpPr>
        <p:spPr>
          <a:xfrm flipH="1">
            <a:off x="1573279" y="3840249"/>
            <a:ext cx="494604" cy="404772"/>
          </a:xfrm>
          <a:prstGeom prst="straightConnector1">
            <a:avLst/>
          </a:prstGeom>
          <a:noFill/>
          <a:ln cap="flat" cmpd="sng" w="38100">
            <a:solidFill>
              <a:srgbClr val="000000"/>
            </a:solidFill>
            <a:prstDash val="solid"/>
            <a:round/>
            <a:headEnd len="sm" w="sm" type="none"/>
            <a:tailEnd len="sm" w="sm" type="none"/>
          </a:ln>
        </p:spPr>
      </p:cxnSp>
      <p:sp>
        <p:nvSpPr>
          <p:cNvPr id="813" name="Google Shape;813;p45"/>
          <p:cNvSpPr txBox="1"/>
          <p:nvPr/>
        </p:nvSpPr>
        <p:spPr>
          <a:xfrm>
            <a:off x="1432275" y="4638964"/>
            <a:ext cx="805678" cy="63817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200" u="none" cap="none" strike="noStrike">
                <a:solidFill>
                  <a:srgbClr val="000000"/>
                </a:solidFill>
                <a:latin typeface="DM Sans"/>
                <a:ea typeface="DM Sans"/>
                <a:cs typeface="DM Sans"/>
                <a:sym typeface="DM Sans"/>
              </a:rPr>
              <a:t>H1</a:t>
            </a:r>
            <a:endParaRPr/>
          </a:p>
        </p:txBody>
      </p:sp>
      <p:sp>
        <p:nvSpPr>
          <p:cNvPr id="814" name="Google Shape;814;p45"/>
          <p:cNvSpPr txBox="1"/>
          <p:nvPr/>
        </p:nvSpPr>
        <p:spPr>
          <a:xfrm>
            <a:off x="8931661" y="876300"/>
            <a:ext cx="805678" cy="63817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200" u="none" cap="none" strike="noStrike">
                <a:solidFill>
                  <a:srgbClr val="000000"/>
                </a:solidFill>
                <a:latin typeface="DM Sans"/>
                <a:ea typeface="DM Sans"/>
                <a:cs typeface="DM Sans"/>
                <a:sym typeface="DM Sans"/>
              </a:rPr>
              <a:t>H2</a:t>
            </a:r>
            <a:endParaRPr/>
          </a:p>
        </p:txBody>
      </p:sp>
      <p:sp>
        <p:nvSpPr>
          <p:cNvPr id="815" name="Google Shape;815;p45"/>
          <p:cNvSpPr txBox="1"/>
          <p:nvPr/>
        </p:nvSpPr>
        <p:spPr>
          <a:xfrm>
            <a:off x="16281759" y="4638964"/>
            <a:ext cx="805678" cy="63817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200" u="none" cap="none" strike="noStrike">
                <a:solidFill>
                  <a:srgbClr val="000000"/>
                </a:solidFill>
                <a:latin typeface="DM Sans"/>
                <a:ea typeface="DM Sans"/>
                <a:cs typeface="DM Sans"/>
                <a:sym typeface="DM Sans"/>
              </a:rPr>
              <a:t>H3</a:t>
            </a:r>
            <a:endParaRPr/>
          </a:p>
        </p:txBody>
      </p:sp>
      <p:sp>
        <p:nvSpPr>
          <p:cNvPr id="816" name="Google Shape;816;p45"/>
          <p:cNvSpPr txBox="1"/>
          <p:nvPr/>
        </p:nvSpPr>
        <p:spPr>
          <a:xfrm>
            <a:off x="8826886" y="8419447"/>
            <a:ext cx="805678" cy="63817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200" u="none" cap="none" strike="noStrike">
                <a:solidFill>
                  <a:srgbClr val="000000"/>
                </a:solidFill>
                <a:latin typeface="DM Sans"/>
                <a:ea typeface="DM Sans"/>
                <a:cs typeface="DM Sans"/>
                <a:sym typeface="DM Sans"/>
              </a:rPr>
              <a:t>H4</a:t>
            </a:r>
            <a:endParaRPr/>
          </a:p>
        </p:txBody>
      </p:sp>
      <p:sp>
        <p:nvSpPr>
          <p:cNvPr id="817" name="Google Shape;817;p45"/>
          <p:cNvSpPr txBox="1"/>
          <p:nvPr/>
        </p:nvSpPr>
        <p:spPr>
          <a:xfrm>
            <a:off x="826743" y="6042407"/>
            <a:ext cx="1895128" cy="428625"/>
          </a:xfrm>
          <a:prstGeom prst="rect">
            <a:avLst/>
          </a:prstGeom>
          <a:noFill/>
          <a:ln>
            <a:noFill/>
          </a:ln>
        </p:spPr>
        <p:txBody>
          <a:bodyPr anchorCtr="0" anchor="t" bIns="0" lIns="0" spcFirstLastPara="1" rIns="0" wrap="square" tIns="0">
            <a:spAutoFit/>
          </a:bodyPr>
          <a:lstStyle/>
          <a:p>
            <a:pPr indent="0" lvl="0" marL="0" marR="0" rtl="0" algn="ctr">
              <a:lnSpc>
                <a:spcPct val="120014"/>
              </a:lnSpc>
              <a:spcBef>
                <a:spcPts val="0"/>
              </a:spcBef>
              <a:spcAft>
                <a:spcPts val="0"/>
              </a:spcAft>
              <a:buNone/>
            </a:pPr>
            <a:r>
              <a:rPr b="0" i="0" lang="en-US" sz="2833" u="none" cap="none" strike="noStrike">
                <a:solidFill>
                  <a:srgbClr val="000000"/>
                </a:solidFill>
                <a:latin typeface="DM Sans"/>
                <a:ea typeface="DM Sans"/>
                <a:cs typeface="DM Sans"/>
                <a:sym typeface="DM Sans"/>
              </a:rPr>
              <a:t>192.168.1.5</a:t>
            </a:r>
            <a:endParaRPr/>
          </a:p>
        </p:txBody>
      </p:sp>
      <p:sp>
        <p:nvSpPr>
          <p:cNvPr id="818" name="Google Shape;818;p45"/>
          <p:cNvSpPr txBox="1"/>
          <p:nvPr/>
        </p:nvSpPr>
        <p:spPr>
          <a:xfrm>
            <a:off x="8282161" y="69226"/>
            <a:ext cx="1895128" cy="428625"/>
          </a:xfrm>
          <a:prstGeom prst="rect">
            <a:avLst/>
          </a:prstGeom>
          <a:noFill/>
          <a:ln>
            <a:noFill/>
          </a:ln>
        </p:spPr>
        <p:txBody>
          <a:bodyPr anchorCtr="0" anchor="t" bIns="0" lIns="0" spcFirstLastPara="1" rIns="0" wrap="square" tIns="0">
            <a:spAutoFit/>
          </a:bodyPr>
          <a:lstStyle/>
          <a:p>
            <a:pPr indent="0" lvl="0" marL="0" marR="0" rtl="0" algn="ctr">
              <a:lnSpc>
                <a:spcPct val="120014"/>
              </a:lnSpc>
              <a:spcBef>
                <a:spcPts val="0"/>
              </a:spcBef>
              <a:spcAft>
                <a:spcPts val="0"/>
              </a:spcAft>
              <a:buNone/>
            </a:pPr>
            <a:r>
              <a:rPr b="0" i="0" lang="en-US" sz="2833" u="none" cap="none" strike="noStrike">
                <a:solidFill>
                  <a:srgbClr val="000000"/>
                </a:solidFill>
                <a:latin typeface="DM Sans"/>
                <a:ea typeface="DM Sans"/>
                <a:cs typeface="DM Sans"/>
                <a:sym typeface="DM Sans"/>
              </a:rPr>
              <a:t>192.168.1.6</a:t>
            </a:r>
            <a:endParaRPr/>
          </a:p>
        </p:txBody>
      </p:sp>
      <p:sp>
        <p:nvSpPr>
          <p:cNvPr id="819" name="Google Shape;819;p45"/>
          <p:cNvSpPr txBox="1"/>
          <p:nvPr/>
        </p:nvSpPr>
        <p:spPr>
          <a:xfrm>
            <a:off x="8282161" y="9821319"/>
            <a:ext cx="1895128" cy="428625"/>
          </a:xfrm>
          <a:prstGeom prst="rect">
            <a:avLst/>
          </a:prstGeom>
          <a:noFill/>
          <a:ln>
            <a:noFill/>
          </a:ln>
        </p:spPr>
        <p:txBody>
          <a:bodyPr anchorCtr="0" anchor="t" bIns="0" lIns="0" spcFirstLastPara="1" rIns="0" wrap="square" tIns="0">
            <a:spAutoFit/>
          </a:bodyPr>
          <a:lstStyle/>
          <a:p>
            <a:pPr indent="0" lvl="0" marL="0" marR="0" rtl="0" algn="ctr">
              <a:lnSpc>
                <a:spcPct val="120014"/>
              </a:lnSpc>
              <a:spcBef>
                <a:spcPts val="0"/>
              </a:spcBef>
              <a:spcAft>
                <a:spcPts val="0"/>
              </a:spcAft>
              <a:buNone/>
            </a:pPr>
            <a:r>
              <a:rPr b="0" i="0" lang="en-US" sz="2833" u="none" cap="none" strike="noStrike">
                <a:solidFill>
                  <a:srgbClr val="000000"/>
                </a:solidFill>
                <a:latin typeface="DM Sans"/>
                <a:ea typeface="DM Sans"/>
                <a:cs typeface="DM Sans"/>
                <a:sym typeface="DM Sans"/>
              </a:rPr>
              <a:t>192.168.1.7</a:t>
            </a:r>
            <a:endParaRPr/>
          </a:p>
        </p:txBody>
      </p:sp>
      <p:sp>
        <p:nvSpPr>
          <p:cNvPr id="820" name="Google Shape;820;p45"/>
          <p:cNvSpPr txBox="1"/>
          <p:nvPr/>
        </p:nvSpPr>
        <p:spPr>
          <a:xfrm>
            <a:off x="15737034" y="6042407"/>
            <a:ext cx="1895128" cy="428625"/>
          </a:xfrm>
          <a:prstGeom prst="rect">
            <a:avLst/>
          </a:prstGeom>
          <a:noFill/>
          <a:ln>
            <a:noFill/>
          </a:ln>
        </p:spPr>
        <p:txBody>
          <a:bodyPr anchorCtr="0" anchor="t" bIns="0" lIns="0" spcFirstLastPara="1" rIns="0" wrap="square" tIns="0">
            <a:spAutoFit/>
          </a:bodyPr>
          <a:lstStyle/>
          <a:p>
            <a:pPr indent="0" lvl="0" marL="0" marR="0" rtl="0" algn="ctr">
              <a:lnSpc>
                <a:spcPct val="120014"/>
              </a:lnSpc>
              <a:spcBef>
                <a:spcPts val="0"/>
              </a:spcBef>
              <a:spcAft>
                <a:spcPts val="0"/>
              </a:spcAft>
              <a:buNone/>
            </a:pPr>
            <a:r>
              <a:rPr b="0" i="0" lang="en-US" sz="2833" u="none" cap="none" strike="noStrike">
                <a:solidFill>
                  <a:srgbClr val="000000"/>
                </a:solidFill>
                <a:latin typeface="DM Sans"/>
                <a:ea typeface="DM Sans"/>
                <a:cs typeface="DM Sans"/>
                <a:sym typeface="DM Sans"/>
              </a:rPr>
              <a:t>192.168.1.8</a:t>
            </a:r>
            <a:endParaRPr/>
          </a:p>
        </p:txBody>
      </p:sp>
      <p:sp>
        <p:nvSpPr>
          <p:cNvPr id="821" name="Google Shape;821;p45"/>
          <p:cNvSpPr/>
          <p:nvPr/>
        </p:nvSpPr>
        <p:spPr>
          <a:xfrm>
            <a:off x="8052464" y="4536003"/>
            <a:ext cx="2354522" cy="1214994"/>
          </a:xfrm>
          <a:custGeom>
            <a:rect b="b" l="l" r="r" t="t"/>
            <a:pathLst>
              <a:path extrusionOk="0" h="1214994" w="2354522">
                <a:moveTo>
                  <a:pt x="0" y="0"/>
                </a:moveTo>
                <a:lnTo>
                  <a:pt x="2354522" y="0"/>
                </a:lnTo>
                <a:lnTo>
                  <a:pt x="2354522" y="1214994"/>
                </a:lnTo>
                <a:lnTo>
                  <a:pt x="0" y="1214994"/>
                </a:lnTo>
                <a:lnTo>
                  <a:pt x="0" y="0"/>
                </a:lnTo>
                <a:close/>
              </a:path>
            </a:pathLst>
          </a:custGeom>
          <a:blipFill rotWithShape="1">
            <a:blip r:embed="rId7">
              <a:alphaModFix/>
            </a:blip>
            <a:stretch>
              <a:fillRect b="0" l="0" r="0" t="0"/>
            </a:stretch>
          </a:blipFill>
          <a:ln>
            <a:noFill/>
          </a:ln>
        </p:spPr>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1C5E9"/>
        </a:solidFill>
      </p:bgPr>
    </p:bg>
    <p:spTree>
      <p:nvGrpSpPr>
        <p:cNvPr id="825" name="Shape 825"/>
        <p:cNvGrpSpPr/>
        <p:nvPr/>
      </p:nvGrpSpPr>
      <p:grpSpPr>
        <a:xfrm>
          <a:off x="0" y="0"/>
          <a:ext cx="0" cy="0"/>
          <a:chOff x="0" y="0"/>
          <a:chExt cx="0" cy="0"/>
        </a:xfrm>
      </p:grpSpPr>
      <p:sp>
        <p:nvSpPr>
          <p:cNvPr id="826" name="Google Shape;826;p46"/>
          <p:cNvSpPr/>
          <p:nvPr/>
        </p:nvSpPr>
        <p:spPr>
          <a:xfrm rot="-3890007">
            <a:off x="14059290" y="-2028417"/>
            <a:ext cx="2227136" cy="4114800"/>
          </a:xfrm>
          <a:custGeom>
            <a:rect b="b" l="l" r="r" t="t"/>
            <a:pathLst>
              <a:path extrusionOk="0" h="4114800" w="2227136">
                <a:moveTo>
                  <a:pt x="0" y="0"/>
                </a:moveTo>
                <a:lnTo>
                  <a:pt x="2227136" y="0"/>
                </a:lnTo>
                <a:lnTo>
                  <a:pt x="2227136" y="4114800"/>
                </a:lnTo>
                <a:lnTo>
                  <a:pt x="0" y="4114800"/>
                </a:lnTo>
                <a:lnTo>
                  <a:pt x="0" y="0"/>
                </a:lnTo>
                <a:close/>
              </a:path>
            </a:pathLst>
          </a:custGeom>
          <a:blipFill rotWithShape="1">
            <a:blip r:embed="rId3">
              <a:alphaModFix/>
            </a:blip>
            <a:stretch>
              <a:fillRect b="0" l="0" r="0" t="0"/>
            </a:stretch>
          </a:blipFill>
          <a:ln>
            <a:noFill/>
          </a:ln>
        </p:spPr>
      </p:sp>
      <p:sp>
        <p:nvSpPr>
          <p:cNvPr id="827" name="Google Shape;827;p46"/>
          <p:cNvSpPr/>
          <p:nvPr/>
        </p:nvSpPr>
        <p:spPr>
          <a:xfrm rot="2496945">
            <a:off x="-990421" y="-2028417"/>
            <a:ext cx="2978086" cy="4114800"/>
          </a:xfrm>
          <a:custGeom>
            <a:rect b="b" l="l" r="r" t="t"/>
            <a:pathLst>
              <a:path extrusionOk="0" h="4114800" w="2978086">
                <a:moveTo>
                  <a:pt x="0" y="0"/>
                </a:moveTo>
                <a:lnTo>
                  <a:pt x="2978086" y="0"/>
                </a:lnTo>
                <a:lnTo>
                  <a:pt x="2978086" y="4114800"/>
                </a:lnTo>
                <a:lnTo>
                  <a:pt x="0" y="4114800"/>
                </a:lnTo>
                <a:lnTo>
                  <a:pt x="0" y="0"/>
                </a:lnTo>
                <a:close/>
              </a:path>
            </a:pathLst>
          </a:custGeom>
          <a:blipFill rotWithShape="1">
            <a:blip r:embed="rId4">
              <a:alphaModFix/>
            </a:blip>
            <a:stretch>
              <a:fillRect b="0" l="0" r="0" t="0"/>
            </a:stretch>
          </a:blipFill>
          <a:ln>
            <a:noFill/>
          </a:ln>
        </p:spPr>
      </p:sp>
      <p:sp>
        <p:nvSpPr>
          <p:cNvPr id="828" name="Google Shape;828;p46"/>
          <p:cNvSpPr/>
          <p:nvPr/>
        </p:nvSpPr>
        <p:spPr>
          <a:xfrm rot="-5400000">
            <a:off x="16867676" y="6100311"/>
            <a:ext cx="5396459" cy="4114800"/>
          </a:xfrm>
          <a:custGeom>
            <a:rect b="b" l="l" r="r" t="t"/>
            <a:pathLst>
              <a:path extrusionOk="0" h="4114800" w="5396459">
                <a:moveTo>
                  <a:pt x="0" y="0"/>
                </a:moveTo>
                <a:lnTo>
                  <a:pt x="5396459" y="0"/>
                </a:lnTo>
                <a:lnTo>
                  <a:pt x="5396459" y="4114800"/>
                </a:lnTo>
                <a:lnTo>
                  <a:pt x="0" y="4114800"/>
                </a:lnTo>
                <a:lnTo>
                  <a:pt x="0" y="0"/>
                </a:lnTo>
                <a:close/>
              </a:path>
            </a:pathLst>
          </a:custGeom>
          <a:blipFill rotWithShape="1">
            <a:blip r:embed="rId5">
              <a:alphaModFix/>
            </a:blip>
            <a:stretch>
              <a:fillRect b="0" l="0" r="0" t="0"/>
            </a:stretch>
          </a:blipFill>
          <a:ln>
            <a:noFill/>
          </a:ln>
        </p:spPr>
      </p:sp>
      <p:sp>
        <p:nvSpPr>
          <p:cNvPr id="829" name="Google Shape;829;p46"/>
          <p:cNvSpPr/>
          <p:nvPr/>
        </p:nvSpPr>
        <p:spPr>
          <a:xfrm>
            <a:off x="498622" y="4245021"/>
            <a:ext cx="2514826" cy="1796958"/>
          </a:xfrm>
          <a:custGeom>
            <a:rect b="b" l="l" r="r" t="t"/>
            <a:pathLst>
              <a:path extrusionOk="0" h="1796958" w="2514826">
                <a:moveTo>
                  <a:pt x="0" y="0"/>
                </a:moveTo>
                <a:lnTo>
                  <a:pt x="2514826" y="0"/>
                </a:lnTo>
                <a:lnTo>
                  <a:pt x="2514826" y="1796958"/>
                </a:lnTo>
                <a:lnTo>
                  <a:pt x="0" y="1796958"/>
                </a:lnTo>
                <a:lnTo>
                  <a:pt x="0" y="0"/>
                </a:lnTo>
                <a:close/>
              </a:path>
            </a:pathLst>
          </a:custGeom>
          <a:blipFill rotWithShape="1">
            <a:blip r:embed="rId6">
              <a:alphaModFix/>
            </a:blip>
            <a:stretch>
              <a:fillRect b="0" l="0" r="0" t="0"/>
            </a:stretch>
          </a:blipFill>
          <a:ln>
            <a:noFill/>
          </a:ln>
        </p:spPr>
      </p:sp>
      <p:sp>
        <p:nvSpPr>
          <p:cNvPr id="830" name="Google Shape;830;p46"/>
          <p:cNvSpPr/>
          <p:nvPr/>
        </p:nvSpPr>
        <p:spPr>
          <a:xfrm>
            <a:off x="7886587" y="457608"/>
            <a:ext cx="2514826" cy="1796958"/>
          </a:xfrm>
          <a:custGeom>
            <a:rect b="b" l="l" r="r" t="t"/>
            <a:pathLst>
              <a:path extrusionOk="0" h="1796958" w="2514826">
                <a:moveTo>
                  <a:pt x="0" y="0"/>
                </a:moveTo>
                <a:lnTo>
                  <a:pt x="2514826" y="0"/>
                </a:lnTo>
                <a:lnTo>
                  <a:pt x="2514826" y="1796958"/>
                </a:lnTo>
                <a:lnTo>
                  <a:pt x="0" y="1796958"/>
                </a:lnTo>
                <a:lnTo>
                  <a:pt x="0" y="0"/>
                </a:lnTo>
                <a:close/>
              </a:path>
            </a:pathLst>
          </a:custGeom>
          <a:blipFill rotWithShape="1">
            <a:blip r:embed="rId6">
              <a:alphaModFix/>
            </a:blip>
            <a:stretch>
              <a:fillRect b="0" l="0" r="0" t="0"/>
            </a:stretch>
          </a:blipFill>
          <a:ln>
            <a:noFill/>
          </a:ln>
        </p:spPr>
      </p:sp>
      <p:sp>
        <p:nvSpPr>
          <p:cNvPr id="831" name="Google Shape;831;p46"/>
          <p:cNvSpPr/>
          <p:nvPr/>
        </p:nvSpPr>
        <p:spPr>
          <a:xfrm>
            <a:off x="7886587" y="8020524"/>
            <a:ext cx="2514826" cy="1796958"/>
          </a:xfrm>
          <a:custGeom>
            <a:rect b="b" l="l" r="r" t="t"/>
            <a:pathLst>
              <a:path extrusionOk="0" h="1796958" w="2514826">
                <a:moveTo>
                  <a:pt x="0" y="0"/>
                </a:moveTo>
                <a:lnTo>
                  <a:pt x="2514826" y="0"/>
                </a:lnTo>
                <a:lnTo>
                  <a:pt x="2514826" y="1796958"/>
                </a:lnTo>
                <a:lnTo>
                  <a:pt x="0" y="1796958"/>
                </a:lnTo>
                <a:lnTo>
                  <a:pt x="0" y="0"/>
                </a:lnTo>
                <a:close/>
              </a:path>
            </a:pathLst>
          </a:custGeom>
          <a:blipFill rotWithShape="1">
            <a:blip r:embed="rId6">
              <a:alphaModFix/>
            </a:blip>
            <a:stretch>
              <a:fillRect b="0" l="0" r="0" t="0"/>
            </a:stretch>
          </a:blipFill>
          <a:ln>
            <a:noFill/>
          </a:ln>
        </p:spPr>
      </p:sp>
      <p:sp>
        <p:nvSpPr>
          <p:cNvPr id="832" name="Google Shape;832;p46"/>
          <p:cNvSpPr/>
          <p:nvPr/>
        </p:nvSpPr>
        <p:spPr>
          <a:xfrm>
            <a:off x="15405160" y="4245021"/>
            <a:ext cx="2514826" cy="1796958"/>
          </a:xfrm>
          <a:custGeom>
            <a:rect b="b" l="l" r="r" t="t"/>
            <a:pathLst>
              <a:path extrusionOk="0" h="1796958" w="2514826">
                <a:moveTo>
                  <a:pt x="0" y="0"/>
                </a:moveTo>
                <a:lnTo>
                  <a:pt x="2514826" y="0"/>
                </a:lnTo>
                <a:lnTo>
                  <a:pt x="2514826" y="1796958"/>
                </a:lnTo>
                <a:lnTo>
                  <a:pt x="0" y="1796958"/>
                </a:lnTo>
                <a:lnTo>
                  <a:pt x="0" y="0"/>
                </a:lnTo>
                <a:close/>
              </a:path>
            </a:pathLst>
          </a:custGeom>
          <a:blipFill rotWithShape="1">
            <a:blip r:embed="rId6">
              <a:alphaModFix/>
            </a:blip>
            <a:stretch>
              <a:fillRect b="0" l="0" r="0" t="0"/>
            </a:stretch>
          </a:blipFill>
          <a:ln>
            <a:noFill/>
          </a:ln>
        </p:spPr>
      </p:sp>
      <p:cxnSp>
        <p:nvCxnSpPr>
          <p:cNvPr id="833" name="Google Shape;833;p46"/>
          <p:cNvCxnSpPr/>
          <p:nvPr/>
        </p:nvCxnSpPr>
        <p:spPr>
          <a:xfrm>
            <a:off x="2790403" y="5143500"/>
            <a:ext cx="5181909" cy="0"/>
          </a:xfrm>
          <a:prstGeom prst="straightConnector1">
            <a:avLst/>
          </a:prstGeom>
          <a:noFill/>
          <a:ln cap="flat" cmpd="sng" w="38100">
            <a:solidFill>
              <a:srgbClr val="000000"/>
            </a:solidFill>
            <a:prstDash val="solid"/>
            <a:round/>
            <a:headEnd len="sm" w="sm" type="none"/>
            <a:tailEnd len="sm" w="sm" type="none"/>
          </a:ln>
        </p:spPr>
      </p:cxnSp>
      <p:cxnSp>
        <p:nvCxnSpPr>
          <p:cNvPr id="834" name="Google Shape;834;p46"/>
          <p:cNvCxnSpPr/>
          <p:nvPr/>
        </p:nvCxnSpPr>
        <p:spPr>
          <a:xfrm>
            <a:off x="10183804" y="5143500"/>
            <a:ext cx="5524864" cy="0"/>
          </a:xfrm>
          <a:prstGeom prst="straightConnector1">
            <a:avLst/>
          </a:prstGeom>
          <a:noFill/>
          <a:ln cap="flat" cmpd="sng" w="38100">
            <a:solidFill>
              <a:srgbClr val="000000"/>
            </a:solidFill>
            <a:prstDash val="solid"/>
            <a:round/>
            <a:headEnd len="sm" w="sm" type="none"/>
            <a:tailEnd len="sm" w="sm" type="none"/>
          </a:ln>
        </p:spPr>
      </p:cxnSp>
      <p:cxnSp>
        <p:nvCxnSpPr>
          <p:cNvPr id="835" name="Google Shape;835;p46"/>
          <p:cNvCxnSpPr/>
          <p:nvPr/>
        </p:nvCxnSpPr>
        <p:spPr>
          <a:xfrm>
            <a:off x="9144000" y="2254566"/>
            <a:ext cx="0" cy="2160239"/>
          </a:xfrm>
          <a:prstGeom prst="straightConnector1">
            <a:avLst/>
          </a:prstGeom>
          <a:noFill/>
          <a:ln cap="flat" cmpd="sng" w="38100">
            <a:solidFill>
              <a:srgbClr val="000000"/>
            </a:solidFill>
            <a:prstDash val="solid"/>
            <a:round/>
            <a:headEnd len="sm" w="sm" type="none"/>
            <a:tailEnd len="sm" w="sm" type="none"/>
          </a:ln>
        </p:spPr>
      </p:cxnSp>
      <p:cxnSp>
        <p:nvCxnSpPr>
          <p:cNvPr id="836" name="Google Shape;836;p46"/>
          <p:cNvCxnSpPr/>
          <p:nvPr/>
        </p:nvCxnSpPr>
        <p:spPr>
          <a:xfrm flipH="1">
            <a:off x="9144000" y="5750997"/>
            <a:ext cx="5573" cy="2269527"/>
          </a:xfrm>
          <a:prstGeom prst="straightConnector1">
            <a:avLst/>
          </a:prstGeom>
          <a:noFill/>
          <a:ln cap="flat" cmpd="sng" w="38100">
            <a:solidFill>
              <a:srgbClr val="000000"/>
            </a:solidFill>
            <a:prstDash val="solid"/>
            <a:round/>
            <a:headEnd len="sm" w="sm" type="none"/>
            <a:tailEnd len="sm" w="sm" type="none"/>
          </a:ln>
        </p:spPr>
      </p:cxnSp>
      <p:sp>
        <p:nvSpPr>
          <p:cNvPr id="837" name="Google Shape;837;p46"/>
          <p:cNvSpPr/>
          <p:nvPr/>
        </p:nvSpPr>
        <p:spPr>
          <a:xfrm>
            <a:off x="8562772" y="2402953"/>
            <a:ext cx="1162456" cy="841195"/>
          </a:xfrm>
          <a:custGeom>
            <a:rect b="b" l="l" r="r" t="t"/>
            <a:pathLst>
              <a:path extrusionOk="0" h="841195" w="1162456">
                <a:moveTo>
                  <a:pt x="0" y="0"/>
                </a:moveTo>
                <a:lnTo>
                  <a:pt x="1162456" y="0"/>
                </a:lnTo>
                <a:lnTo>
                  <a:pt x="1162456" y="841195"/>
                </a:lnTo>
                <a:lnTo>
                  <a:pt x="0" y="841195"/>
                </a:lnTo>
                <a:lnTo>
                  <a:pt x="0" y="0"/>
                </a:lnTo>
                <a:close/>
              </a:path>
            </a:pathLst>
          </a:custGeom>
          <a:blipFill rotWithShape="1">
            <a:blip r:embed="rId7">
              <a:alphaModFix/>
            </a:blip>
            <a:stretch>
              <a:fillRect b="0" l="0" r="0" t="0"/>
            </a:stretch>
          </a:blipFill>
          <a:ln>
            <a:noFill/>
          </a:ln>
        </p:spPr>
      </p:sp>
      <p:sp>
        <p:nvSpPr>
          <p:cNvPr id="838" name="Google Shape;838;p46"/>
          <p:cNvSpPr txBox="1"/>
          <p:nvPr/>
        </p:nvSpPr>
        <p:spPr>
          <a:xfrm>
            <a:off x="1432275" y="4638964"/>
            <a:ext cx="805678" cy="63817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200" u="none" cap="none" strike="noStrike">
                <a:solidFill>
                  <a:srgbClr val="000000"/>
                </a:solidFill>
                <a:latin typeface="DM Sans"/>
                <a:ea typeface="DM Sans"/>
                <a:cs typeface="DM Sans"/>
                <a:sym typeface="DM Sans"/>
              </a:rPr>
              <a:t>H1</a:t>
            </a:r>
            <a:endParaRPr/>
          </a:p>
        </p:txBody>
      </p:sp>
      <p:sp>
        <p:nvSpPr>
          <p:cNvPr id="839" name="Google Shape;839;p46"/>
          <p:cNvSpPr txBox="1"/>
          <p:nvPr/>
        </p:nvSpPr>
        <p:spPr>
          <a:xfrm>
            <a:off x="8845936" y="836057"/>
            <a:ext cx="805678" cy="63817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200" u="none" cap="none" strike="noStrike">
                <a:solidFill>
                  <a:srgbClr val="000000"/>
                </a:solidFill>
                <a:latin typeface="DM Sans"/>
                <a:ea typeface="DM Sans"/>
                <a:cs typeface="DM Sans"/>
                <a:sym typeface="DM Sans"/>
              </a:rPr>
              <a:t>H2</a:t>
            </a:r>
            <a:endParaRPr/>
          </a:p>
        </p:txBody>
      </p:sp>
      <p:sp>
        <p:nvSpPr>
          <p:cNvPr id="840" name="Google Shape;840;p46"/>
          <p:cNvSpPr txBox="1"/>
          <p:nvPr/>
        </p:nvSpPr>
        <p:spPr>
          <a:xfrm>
            <a:off x="16281759" y="4638964"/>
            <a:ext cx="805678" cy="63817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200" u="none" cap="none" strike="noStrike">
                <a:solidFill>
                  <a:srgbClr val="000000"/>
                </a:solidFill>
                <a:latin typeface="DM Sans"/>
                <a:ea typeface="DM Sans"/>
                <a:cs typeface="DM Sans"/>
                <a:sym typeface="DM Sans"/>
              </a:rPr>
              <a:t>H3</a:t>
            </a:r>
            <a:endParaRPr/>
          </a:p>
        </p:txBody>
      </p:sp>
      <p:sp>
        <p:nvSpPr>
          <p:cNvPr id="841" name="Google Shape;841;p46"/>
          <p:cNvSpPr txBox="1"/>
          <p:nvPr/>
        </p:nvSpPr>
        <p:spPr>
          <a:xfrm>
            <a:off x="8741161" y="8415610"/>
            <a:ext cx="805678" cy="63817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200" u="none" cap="none" strike="noStrike">
                <a:solidFill>
                  <a:srgbClr val="000000"/>
                </a:solidFill>
                <a:latin typeface="DM Sans"/>
                <a:ea typeface="DM Sans"/>
                <a:cs typeface="DM Sans"/>
                <a:sym typeface="DM Sans"/>
              </a:rPr>
              <a:t>H4</a:t>
            </a:r>
            <a:endParaRPr/>
          </a:p>
        </p:txBody>
      </p:sp>
      <p:sp>
        <p:nvSpPr>
          <p:cNvPr id="842" name="Google Shape;842;p46"/>
          <p:cNvSpPr txBox="1"/>
          <p:nvPr/>
        </p:nvSpPr>
        <p:spPr>
          <a:xfrm>
            <a:off x="826743" y="6042407"/>
            <a:ext cx="1895128" cy="428625"/>
          </a:xfrm>
          <a:prstGeom prst="rect">
            <a:avLst/>
          </a:prstGeom>
          <a:noFill/>
          <a:ln>
            <a:noFill/>
          </a:ln>
        </p:spPr>
        <p:txBody>
          <a:bodyPr anchorCtr="0" anchor="t" bIns="0" lIns="0" spcFirstLastPara="1" rIns="0" wrap="square" tIns="0">
            <a:spAutoFit/>
          </a:bodyPr>
          <a:lstStyle/>
          <a:p>
            <a:pPr indent="0" lvl="0" marL="0" marR="0" rtl="0" algn="ctr">
              <a:lnSpc>
                <a:spcPct val="120014"/>
              </a:lnSpc>
              <a:spcBef>
                <a:spcPts val="0"/>
              </a:spcBef>
              <a:spcAft>
                <a:spcPts val="0"/>
              </a:spcAft>
              <a:buNone/>
            </a:pPr>
            <a:r>
              <a:rPr b="0" i="0" lang="en-US" sz="2833" u="none" cap="none" strike="noStrike">
                <a:solidFill>
                  <a:srgbClr val="000000"/>
                </a:solidFill>
                <a:latin typeface="DM Sans"/>
                <a:ea typeface="DM Sans"/>
                <a:cs typeface="DM Sans"/>
                <a:sym typeface="DM Sans"/>
              </a:rPr>
              <a:t>192.168.1.5</a:t>
            </a:r>
            <a:endParaRPr/>
          </a:p>
        </p:txBody>
      </p:sp>
      <p:sp>
        <p:nvSpPr>
          <p:cNvPr id="843" name="Google Shape;843;p46"/>
          <p:cNvSpPr txBox="1"/>
          <p:nvPr/>
        </p:nvSpPr>
        <p:spPr>
          <a:xfrm>
            <a:off x="8196436" y="28983"/>
            <a:ext cx="1895128" cy="428625"/>
          </a:xfrm>
          <a:prstGeom prst="rect">
            <a:avLst/>
          </a:prstGeom>
          <a:noFill/>
          <a:ln>
            <a:noFill/>
          </a:ln>
        </p:spPr>
        <p:txBody>
          <a:bodyPr anchorCtr="0" anchor="t" bIns="0" lIns="0" spcFirstLastPara="1" rIns="0" wrap="square" tIns="0">
            <a:spAutoFit/>
          </a:bodyPr>
          <a:lstStyle/>
          <a:p>
            <a:pPr indent="0" lvl="0" marL="0" marR="0" rtl="0" algn="ctr">
              <a:lnSpc>
                <a:spcPct val="120014"/>
              </a:lnSpc>
              <a:spcBef>
                <a:spcPts val="0"/>
              </a:spcBef>
              <a:spcAft>
                <a:spcPts val="0"/>
              </a:spcAft>
              <a:buNone/>
            </a:pPr>
            <a:r>
              <a:rPr b="0" i="0" lang="en-US" sz="2833" u="none" cap="none" strike="noStrike">
                <a:solidFill>
                  <a:srgbClr val="000000"/>
                </a:solidFill>
                <a:latin typeface="DM Sans"/>
                <a:ea typeface="DM Sans"/>
                <a:cs typeface="DM Sans"/>
                <a:sym typeface="DM Sans"/>
              </a:rPr>
              <a:t>192.168.1.6</a:t>
            </a:r>
            <a:endParaRPr/>
          </a:p>
        </p:txBody>
      </p:sp>
      <p:sp>
        <p:nvSpPr>
          <p:cNvPr id="844" name="Google Shape;844;p46"/>
          <p:cNvSpPr txBox="1"/>
          <p:nvPr/>
        </p:nvSpPr>
        <p:spPr>
          <a:xfrm>
            <a:off x="8196436" y="9817482"/>
            <a:ext cx="1895128" cy="428625"/>
          </a:xfrm>
          <a:prstGeom prst="rect">
            <a:avLst/>
          </a:prstGeom>
          <a:noFill/>
          <a:ln>
            <a:noFill/>
          </a:ln>
        </p:spPr>
        <p:txBody>
          <a:bodyPr anchorCtr="0" anchor="t" bIns="0" lIns="0" spcFirstLastPara="1" rIns="0" wrap="square" tIns="0">
            <a:spAutoFit/>
          </a:bodyPr>
          <a:lstStyle/>
          <a:p>
            <a:pPr indent="0" lvl="0" marL="0" marR="0" rtl="0" algn="ctr">
              <a:lnSpc>
                <a:spcPct val="120014"/>
              </a:lnSpc>
              <a:spcBef>
                <a:spcPts val="0"/>
              </a:spcBef>
              <a:spcAft>
                <a:spcPts val="0"/>
              </a:spcAft>
              <a:buNone/>
            </a:pPr>
            <a:r>
              <a:rPr b="0" i="0" lang="en-US" sz="2833" u="none" cap="none" strike="noStrike">
                <a:solidFill>
                  <a:srgbClr val="000000"/>
                </a:solidFill>
                <a:latin typeface="DM Sans"/>
                <a:ea typeface="DM Sans"/>
                <a:cs typeface="DM Sans"/>
                <a:sym typeface="DM Sans"/>
              </a:rPr>
              <a:t>192.168.1.7</a:t>
            </a:r>
            <a:endParaRPr/>
          </a:p>
        </p:txBody>
      </p:sp>
      <p:sp>
        <p:nvSpPr>
          <p:cNvPr id="845" name="Google Shape;845;p46"/>
          <p:cNvSpPr txBox="1"/>
          <p:nvPr/>
        </p:nvSpPr>
        <p:spPr>
          <a:xfrm>
            <a:off x="15737034" y="6042407"/>
            <a:ext cx="1895128" cy="428625"/>
          </a:xfrm>
          <a:prstGeom prst="rect">
            <a:avLst/>
          </a:prstGeom>
          <a:noFill/>
          <a:ln>
            <a:noFill/>
          </a:ln>
        </p:spPr>
        <p:txBody>
          <a:bodyPr anchorCtr="0" anchor="t" bIns="0" lIns="0" spcFirstLastPara="1" rIns="0" wrap="square" tIns="0">
            <a:spAutoFit/>
          </a:bodyPr>
          <a:lstStyle/>
          <a:p>
            <a:pPr indent="0" lvl="0" marL="0" marR="0" rtl="0" algn="ctr">
              <a:lnSpc>
                <a:spcPct val="120014"/>
              </a:lnSpc>
              <a:spcBef>
                <a:spcPts val="0"/>
              </a:spcBef>
              <a:spcAft>
                <a:spcPts val="0"/>
              </a:spcAft>
              <a:buNone/>
            </a:pPr>
            <a:r>
              <a:rPr b="0" i="0" lang="en-US" sz="2833" u="none" cap="none" strike="noStrike">
                <a:solidFill>
                  <a:srgbClr val="000000"/>
                </a:solidFill>
                <a:latin typeface="DM Sans"/>
                <a:ea typeface="DM Sans"/>
                <a:cs typeface="DM Sans"/>
                <a:sym typeface="DM Sans"/>
              </a:rPr>
              <a:t>192.168.1.8</a:t>
            </a:r>
            <a:endParaRPr/>
          </a:p>
        </p:txBody>
      </p:sp>
      <p:sp>
        <p:nvSpPr>
          <p:cNvPr id="846" name="Google Shape;846;p46"/>
          <p:cNvSpPr/>
          <p:nvPr/>
        </p:nvSpPr>
        <p:spPr>
          <a:xfrm>
            <a:off x="14242704" y="4722902"/>
            <a:ext cx="1162456" cy="841195"/>
          </a:xfrm>
          <a:custGeom>
            <a:rect b="b" l="l" r="r" t="t"/>
            <a:pathLst>
              <a:path extrusionOk="0" h="841195" w="1162456">
                <a:moveTo>
                  <a:pt x="0" y="0"/>
                </a:moveTo>
                <a:lnTo>
                  <a:pt x="1162456" y="0"/>
                </a:lnTo>
                <a:lnTo>
                  <a:pt x="1162456" y="841196"/>
                </a:lnTo>
                <a:lnTo>
                  <a:pt x="0" y="841196"/>
                </a:lnTo>
                <a:lnTo>
                  <a:pt x="0" y="0"/>
                </a:lnTo>
                <a:close/>
              </a:path>
            </a:pathLst>
          </a:custGeom>
          <a:blipFill rotWithShape="1">
            <a:blip r:embed="rId7">
              <a:alphaModFix/>
            </a:blip>
            <a:stretch>
              <a:fillRect b="0" l="0" r="0" t="0"/>
            </a:stretch>
          </a:blipFill>
          <a:ln>
            <a:noFill/>
          </a:ln>
        </p:spPr>
      </p:sp>
      <p:sp>
        <p:nvSpPr>
          <p:cNvPr id="847" name="Google Shape;847;p46"/>
          <p:cNvSpPr/>
          <p:nvPr/>
        </p:nvSpPr>
        <p:spPr>
          <a:xfrm>
            <a:off x="8562772" y="6905593"/>
            <a:ext cx="1162456" cy="841195"/>
          </a:xfrm>
          <a:custGeom>
            <a:rect b="b" l="l" r="r" t="t"/>
            <a:pathLst>
              <a:path extrusionOk="0" h="841195" w="1162456">
                <a:moveTo>
                  <a:pt x="0" y="0"/>
                </a:moveTo>
                <a:lnTo>
                  <a:pt x="1162456" y="0"/>
                </a:lnTo>
                <a:lnTo>
                  <a:pt x="1162456" y="841196"/>
                </a:lnTo>
                <a:lnTo>
                  <a:pt x="0" y="841196"/>
                </a:lnTo>
                <a:lnTo>
                  <a:pt x="0" y="0"/>
                </a:lnTo>
                <a:close/>
              </a:path>
            </a:pathLst>
          </a:custGeom>
          <a:blipFill rotWithShape="1">
            <a:blip r:embed="rId7">
              <a:alphaModFix/>
            </a:blip>
            <a:stretch>
              <a:fillRect b="0" l="0" r="0" t="0"/>
            </a:stretch>
          </a:blipFill>
          <a:ln>
            <a:noFill/>
          </a:ln>
        </p:spPr>
      </p:sp>
      <p:cxnSp>
        <p:nvCxnSpPr>
          <p:cNvPr id="848" name="Google Shape;848;p46"/>
          <p:cNvCxnSpPr/>
          <p:nvPr/>
        </p:nvCxnSpPr>
        <p:spPr>
          <a:xfrm>
            <a:off x="3818986" y="4638964"/>
            <a:ext cx="3651517" cy="0"/>
          </a:xfrm>
          <a:prstGeom prst="straightConnector1">
            <a:avLst/>
          </a:prstGeom>
          <a:noFill/>
          <a:ln cap="flat" cmpd="sng" w="38100">
            <a:solidFill>
              <a:srgbClr val="94221E"/>
            </a:solidFill>
            <a:prstDash val="solid"/>
            <a:round/>
            <a:headEnd len="sm" w="sm" type="none"/>
            <a:tailEnd len="med" w="med" type="triangle"/>
          </a:ln>
        </p:spPr>
      </p:cxnSp>
      <p:cxnSp>
        <p:nvCxnSpPr>
          <p:cNvPr id="849" name="Google Shape;849;p46"/>
          <p:cNvCxnSpPr/>
          <p:nvPr/>
        </p:nvCxnSpPr>
        <p:spPr>
          <a:xfrm>
            <a:off x="10487138" y="4658014"/>
            <a:ext cx="3651517" cy="0"/>
          </a:xfrm>
          <a:prstGeom prst="straightConnector1">
            <a:avLst/>
          </a:prstGeom>
          <a:noFill/>
          <a:ln cap="flat" cmpd="sng" w="38100">
            <a:solidFill>
              <a:srgbClr val="94221E"/>
            </a:solidFill>
            <a:prstDash val="solid"/>
            <a:round/>
            <a:headEnd len="sm" w="sm" type="none"/>
            <a:tailEnd len="med" w="med" type="triangle"/>
          </a:ln>
        </p:spPr>
      </p:cxnSp>
      <p:cxnSp>
        <p:nvCxnSpPr>
          <p:cNvPr id="850" name="Google Shape;850;p46"/>
          <p:cNvCxnSpPr/>
          <p:nvPr/>
        </p:nvCxnSpPr>
        <p:spPr>
          <a:xfrm rot="10800000">
            <a:off x="9454757" y="3334399"/>
            <a:ext cx="0" cy="581498"/>
          </a:xfrm>
          <a:prstGeom prst="straightConnector1">
            <a:avLst/>
          </a:prstGeom>
          <a:noFill/>
          <a:ln cap="flat" cmpd="sng" w="38100">
            <a:solidFill>
              <a:srgbClr val="94221E"/>
            </a:solidFill>
            <a:prstDash val="solid"/>
            <a:round/>
            <a:headEnd len="sm" w="sm" type="none"/>
            <a:tailEnd len="med" w="med" type="triangle"/>
          </a:ln>
        </p:spPr>
      </p:cxnSp>
      <p:cxnSp>
        <p:nvCxnSpPr>
          <p:cNvPr id="851" name="Google Shape;851;p46"/>
          <p:cNvCxnSpPr/>
          <p:nvPr/>
        </p:nvCxnSpPr>
        <p:spPr>
          <a:xfrm>
            <a:off x="9454757" y="6326363"/>
            <a:ext cx="0" cy="463974"/>
          </a:xfrm>
          <a:prstGeom prst="straightConnector1">
            <a:avLst/>
          </a:prstGeom>
          <a:noFill/>
          <a:ln cap="flat" cmpd="sng" w="38100">
            <a:solidFill>
              <a:srgbClr val="94221E"/>
            </a:solidFill>
            <a:prstDash val="solid"/>
            <a:round/>
            <a:headEnd len="sm" w="sm" type="none"/>
            <a:tailEnd len="med" w="med" type="triangle"/>
          </a:ln>
        </p:spPr>
      </p:cxnSp>
      <p:sp>
        <p:nvSpPr>
          <p:cNvPr id="852" name="Google Shape;852;p46"/>
          <p:cNvSpPr/>
          <p:nvPr/>
        </p:nvSpPr>
        <p:spPr>
          <a:xfrm>
            <a:off x="7972312" y="4536003"/>
            <a:ext cx="2354522" cy="1214994"/>
          </a:xfrm>
          <a:custGeom>
            <a:rect b="b" l="l" r="r" t="t"/>
            <a:pathLst>
              <a:path extrusionOk="0" h="1214994" w="2354522">
                <a:moveTo>
                  <a:pt x="0" y="0"/>
                </a:moveTo>
                <a:lnTo>
                  <a:pt x="2354522" y="0"/>
                </a:lnTo>
                <a:lnTo>
                  <a:pt x="2354522" y="1214994"/>
                </a:lnTo>
                <a:lnTo>
                  <a:pt x="0" y="1214994"/>
                </a:lnTo>
                <a:lnTo>
                  <a:pt x="0" y="0"/>
                </a:lnTo>
                <a:close/>
              </a:path>
            </a:pathLst>
          </a:custGeom>
          <a:blipFill rotWithShape="1">
            <a:blip r:embed="rId8">
              <a:alphaModFix/>
            </a:blip>
            <a:stretch>
              <a:fillRect b="0" l="0" r="0" t="0"/>
            </a:stretch>
          </a:blipFill>
          <a:ln>
            <a:noFill/>
          </a:ln>
        </p:spPr>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8BC5"/>
        </a:solidFill>
      </p:bgPr>
    </p:bg>
    <p:spTree>
      <p:nvGrpSpPr>
        <p:cNvPr id="856" name="Shape 856"/>
        <p:cNvGrpSpPr/>
        <p:nvPr/>
      </p:nvGrpSpPr>
      <p:grpSpPr>
        <a:xfrm>
          <a:off x="0" y="0"/>
          <a:ext cx="0" cy="0"/>
          <a:chOff x="0" y="0"/>
          <a:chExt cx="0" cy="0"/>
        </a:xfrm>
      </p:grpSpPr>
      <p:sp>
        <p:nvSpPr>
          <p:cNvPr id="857" name="Google Shape;857;p47"/>
          <p:cNvSpPr/>
          <p:nvPr/>
        </p:nvSpPr>
        <p:spPr>
          <a:xfrm>
            <a:off x="2961887" y="1028700"/>
            <a:ext cx="8093569" cy="11443349"/>
          </a:xfrm>
          <a:custGeom>
            <a:rect b="b" l="l" r="r" t="t"/>
            <a:pathLst>
              <a:path extrusionOk="0" h="11443349" w="8093569">
                <a:moveTo>
                  <a:pt x="0" y="0"/>
                </a:moveTo>
                <a:lnTo>
                  <a:pt x="8093569" y="0"/>
                </a:lnTo>
                <a:lnTo>
                  <a:pt x="8093569" y="11443349"/>
                </a:lnTo>
                <a:lnTo>
                  <a:pt x="0" y="11443349"/>
                </a:lnTo>
                <a:lnTo>
                  <a:pt x="0" y="0"/>
                </a:lnTo>
                <a:close/>
              </a:path>
            </a:pathLst>
          </a:custGeom>
          <a:blipFill rotWithShape="1">
            <a:blip r:embed="rId3">
              <a:alphaModFix/>
            </a:blip>
            <a:stretch>
              <a:fillRect b="0" l="0" r="0" t="0"/>
            </a:stretch>
          </a:blipFill>
          <a:ln>
            <a:noFill/>
          </a:ln>
        </p:spPr>
      </p:sp>
      <p:grpSp>
        <p:nvGrpSpPr>
          <p:cNvPr id="858" name="Google Shape;858;p47"/>
          <p:cNvGrpSpPr/>
          <p:nvPr/>
        </p:nvGrpSpPr>
        <p:grpSpPr>
          <a:xfrm>
            <a:off x="10597535" y="1028700"/>
            <a:ext cx="3546371" cy="10532634"/>
            <a:chOff x="0" y="0"/>
            <a:chExt cx="934024" cy="2774027"/>
          </a:xfrm>
        </p:grpSpPr>
        <p:sp>
          <p:nvSpPr>
            <p:cNvPr id="859" name="Google Shape;859;p47"/>
            <p:cNvSpPr/>
            <p:nvPr/>
          </p:nvSpPr>
          <p:spPr>
            <a:xfrm>
              <a:off x="0" y="0"/>
              <a:ext cx="934024" cy="2774027"/>
            </a:xfrm>
            <a:custGeom>
              <a:rect b="b" l="l" r="r" t="t"/>
              <a:pathLst>
                <a:path extrusionOk="0" h="2774027" w="934024">
                  <a:moveTo>
                    <a:pt x="0" y="0"/>
                  </a:moveTo>
                  <a:lnTo>
                    <a:pt x="934024" y="0"/>
                  </a:lnTo>
                  <a:lnTo>
                    <a:pt x="934024" y="2774027"/>
                  </a:lnTo>
                  <a:lnTo>
                    <a:pt x="0" y="2774027"/>
                  </a:lnTo>
                  <a:close/>
                </a:path>
              </a:pathLst>
            </a:custGeom>
            <a:solidFill>
              <a:srgbClr val="FFFFFF"/>
            </a:solidFill>
            <a:ln>
              <a:noFill/>
            </a:ln>
          </p:spPr>
        </p:sp>
        <p:sp>
          <p:nvSpPr>
            <p:cNvPr id="860" name="Google Shape;860;p47"/>
            <p:cNvSpPr txBox="1"/>
            <p:nvPr/>
          </p:nvSpPr>
          <p:spPr>
            <a:xfrm>
              <a:off x="0" y="38100"/>
              <a:ext cx="934024" cy="2735927"/>
            </a:xfrm>
            <a:prstGeom prst="rect">
              <a:avLst/>
            </a:prstGeom>
            <a:noFill/>
            <a:ln>
              <a:noFill/>
            </a:ln>
          </p:spPr>
          <p:txBody>
            <a:bodyPr anchorCtr="0" anchor="ctr" bIns="50800" lIns="50800" spcFirstLastPara="1" rIns="50800" wrap="square" tIns="50800">
              <a:noAutofit/>
            </a:bodyPr>
            <a:lstStyle/>
            <a:p>
              <a:pPr indent="0" lvl="0" marL="0" marR="0" rtl="0" algn="ctr">
                <a:lnSpc>
                  <a:spcPct val="149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861" name="Google Shape;861;p47"/>
          <p:cNvSpPr/>
          <p:nvPr/>
        </p:nvSpPr>
        <p:spPr>
          <a:xfrm>
            <a:off x="3872725" y="3977525"/>
            <a:ext cx="9534288" cy="2830320"/>
          </a:xfrm>
          <a:custGeom>
            <a:rect b="b" l="l" r="r" t="t"/>
            <a:pathLst>
              <a:path extrusionOk="0" h="2596624" w="9534288">
                <a:moveTo>
                  <a:pt x="0" y="0"/>
                </a:moveTo>
                <a:lnTo>
                  <a:pt x="9534288" y="0"/>
                </a:lnTo>
                <a:lnTo>
                  <a:pt x="9534288" y="2596624"/>
                </a:lnTo>
                <a:lnTo>
                  <a:pt x="0" y="2596624"/>
                </a:lnTo>
                <a:lnTo>
                  <a:pt x="0" y="0"/>
                </a:lnTo>
                <a:close/>
              </a:path>
            </a:pathLst>
          </a:custGeom>
          <a:blipFill rotWithShape="1">
            <a:blip r:embed="rId4">
              <a:alphaModFix/>
            </a:blip>
            <a:stretch>
              <a:fillRect b="-45534" l="0" r="0" t="0"/>
            </a:stretch>
          </a:blipFill>
          <a:ln>
            <a:noFill/>
          </a:ln>
        </p:spPr>
      </p:sp>
      <p:sp>
        <p:nvSpPr>
          <p:cNvPr id="862" name="Google Shape;862;p47"/>
          <p:cNvSpPr txBox="1"/>
          <p:nvPr/>
        </p:nvSpPr>
        <p:spPr>
          <a:xfrm>
            <a:off x="4074405" y="2204839"/>
            <a:ext cx="6766972" cy="1152634"/>
          </a:xfrm>
          <a:prstGeom prst="rect">
            <a:avLst/>
          </a:prstGeom>
          <a:noFill/>
          <a:ln>
            <a:noFill/>
          </a:ln>
        </p:spPr>
        <p:txBody>
          <a:bodyPr anchorCtr="0" anchor="t" bIns="0" lIns="0" spcFirstLastPara="1" rIns="0" wrap="square" tIns="0">
            <a:spAutoFit/>
          </a:bodyPr>
          <a:lstStyle/>
          <a:p>
            <a:pPr indent="0" lvl="0" marL="0" marR="0" rtl="0" algn="l">
              <a:lnSpc>
                <a:spcPct val="106012"/>
              </a:lnSpc>
              <a:spcBef>
                <a:spcPts val="0"/>
              </a:spcBef>
              <a:spcAft>
                <a:spcPts val="0"/>
              </a:spcAft>
              <a:buNone/>
            </a:pPr>
            <a:r>
              <a:rPr b="1" i="0" lang="en-US" sz="6969" u="none" cap="none" strike="noStrike">
                <a:solidFill>
                  <a:srgbClr val="000000"/>
                </a:solidFill>
                <a:latin typeface="Arial"/>
                <a:ea typeface="Arial"/>
                <a:cs typeface="Arial"/>
                <a:sym typeface="Arial"/>
              </a:rPr>
              <a:t>Segundo paso:</a:t>
            </a:r>
            <a:endParaRPr/>
          </a:p>
        </p:txBody>
      </p:sp>
      <p:sp>
        <p:nvSpPr>
          <p:cNvPr id="863" name="Google Shape;863;p47"/>
          <p:cNvSpPr/>
          <p:nvPr/>
        </p:nvSpPr>
        <p:spPr>
          <a:xfrm flipH="1" rot="-475932">
            <a:off x="12854712" y="1529178"/>
            <a:ext cx="1770861" cy="942983"/>
          </a:xfrm>
          <a:custGeom>
            <a:rect b="b" l="l" r="r" t="t"/>
            <a:pathLst>
              <a:path extrusionOk="0" h="942983" w="1770861">
                <a:moveTo>
                  <a:pt x="1770861" y="0"/>
                </a:moveTo>
                <a:lnTo>
                  <a:pt x="0" y="0"/>
                </a:lnTo>
                <a:lnTo>
                  <a:pt x="0" y="942983"/>
                </a:lnTo>
                <a:lnTo>
                  <a:pt x="1770861" y="942983"/>
                </a:lnTo>
                <a:lnTo>
                  <a:pt x="1770861" y="0"/>
                </a:lnTo>
                <a:close/>
              </a:path>
            </a:pathLst>
          </a:custGeom>
          <a:blipFill rotWithShape="1">
            <a:blip r:embed="rId5">
              <a:alphaModFix/>
            </a:blip>
            <a:stretch>
              <a:fillRect b="0" l="0" r="0" t="0"/>
            </a:stretch>
          </a:blipFill>
          <a:ln>
            <a:noFill/>
          </a:ln>
        </p:spPr>
      </p:sp>
      <p:sp>
        <p:nvSpPr>
          <p:cNvPr id="864" name="Google Shape;864;p47"/>
          <p:cNvSpPr/>
          <p:nvPr/>
        </p:nvSpPr>
        <p:spPr>
          <a:xfrm rot="-10703534">
            <a:off x="14045195" y="8969388"/>
            <a:ext cx="5875677" cy="3238967"/>
          </a:xfrm>
          <a:custGeom>
            <a:rect b="b" l="l" r="r" t="t"/>
            <a:pathLst>
              <a:path extrusionOk="0" h="3238967" w="5875677">
                <a:moveTo>
                  <a:pt x="0" y="0"/>
                </a:moveTo>
                <a:lnTo>
                  <a:pt x="5875677" y="0"/>
                </a:lnTo>
                <a:lnTo>
                  <a:pt x="5875677" y="3238967"/>
                </a:lnTo>
                <a:lnTo>
                  <a:pt x="0" y="3238967"/>
                </a:lnTo>
                <a:lnTo>
                  <a:pt x="0" y="0"/>
                </a:lnTo>
                <a:close/>
              </a:path>
            </a:pathLst>
          </a:custGeom>
          <a:blipFill rotWithShape="1">
            <a:blip r:embed="rId6">
              <a:alphaModFix/>
            </a:blip>
            <a:stretch>
              <a:fillRect b="0" l="0" r="0" t="0"/>
            </a:stretch>
          </a:blipFill>
          <a:ln>
            <a:noFill/>
          </a:ln>
        </p:spPr>
      </p:sp>
      <p:sp>
        <p:nvSpPr>
          <p:cNvPr id="865" name="Google Shape;865;p47"/>
          <p:cNvSpPr/>
          <p:nvPr/>
        </p:nvSpPr>
        <p:spPr>
          <a:xfrm rot="8941024">
            <a:off x="14751177" y="-2393404"/>
            <a:ext cx="4861231" cy="3706689"/>
          </a:xfrm>
          <a:custGeom>
            <a:rect b="b" l="l" r="r" t="t"/>
            <a:pathLst>
              <a:path extrusionOk="0" h="3706689" w="4861231">
                <a:moveTo>
                  <a:pt x="0" y="0"/>
                </a:moveTo>
                <a:lnTo>
                  <a:pt x="4861232" y="0"/>
                </a:lnTo>
                <a:lnTo>
                  <a:pt x="4861232" y="3706689"/>
                </a:lnTo>
                <a:lnTo>
                  <a:pt x="0" y="3706689"/>
                </a:lnTo>
                <a:lnTo>
                  <a:pt x="0" y="0"/>
                </a:lnTo>
                <a:close/>
              </a:path>
            </a:pathLst>
          </a:custGeom>
          <a:blipFill rotWithShape="1">
            <a:blip r:embed="rId7">
              <a:alphaModFix/>
            </a:blip>
            <a:stretch>
              <a:fillRect b="0" l="0" r="0" t="0"/>
            </a:stretch>
          </a:blipFill>
          <a:ln>
            <a:noFill/>
          </a:ln>
        </p:spPr>
      </p:sp>
      <p:sp>
        <p:nvSpPr>
          <p:cNvPr id="866" name="Google Shape;866;p47"/>
          <p:cNvSpPr/>
          <p:nvPr/>
        </p:nvSpPr>
        <p:spPr>
          <a:xfrm rot="-277003">
            <a:off x="2356984" y="44709"/>
            <a:ext cx="1209807" cy="2452951"/>
          </a:xfrm>
          <a:custGeom>
            <a:rect b="b" l="l" r="r" t="t"/>
            <a:pathLst>
              <a:path extrusionOk="0" h="2452951" w="1209807">
                <a:moveTo>
                  <a:pt x="0" y="0"/>
                </a:moveTo>
                <a:lnTo>
                  <a:pt x="1209807" y="0"/>
                </a:lnTo>
                <a:lnTo>
                  <a:pt x="1209807" y="2452951"/>
                </a:lnTo>
                <a:lnTo>
                  <a:pt x="0" y="2452951"/>
                </a:lnTo>
                <a:lnTo>
                  <a:pt x="0" y="0"/>
                </a:lnTo>
                <a:close/>
              </a:path>
            </a:pathLst>
          </a:custGeom>
          <a:blipFill rotWithShape="1">
            <a:blip r:embed="rId8">
              <a:alphaModFix/>
            </a:blip>
            <a:stretch>
              <a:fillRect b="-23885" l="-165097" r="0" t="0"/>
            </a:stretch>
          </a:blipFill>
          <a:ln>
            <a:noFill/>
          </a:ln>
        </p:spPr>
      </p:sp>
      <p:sp>
        <p:nvSpPr>
          <p:cNvPr id="867" name="Google Shape;867;p47"/>
          <p:cNvSpPr/>
          <p:nvPr/>
        </p:nvSpPr>
        <p:spPr>
          <a:xfrm>
            <a:off x="12315870" y="6295017"/>
            <a:ext cx="2182268" cy="2256104"/>
          </a:xfrm>
          <a:custGeom>
            <a:rect b="b" l="l" r="r" t="t"/>
            <a:pathLst>
              <a:path extrusionOk="0" h="2256104" w="2182268">
                <a:moveTo>
                  <a:pt x="0" y="0"/>
                </a:moveTo>
                <a:lnTo>
                  <a:pt x="2182268" y="0"/>
                </a:lnTo>
                <a:lnTo>
                  <a:pt x="2182268" y="2256104"/>
                </a:lnTo>
                <a:lnTo>
                  <a:pt x="0" y="2256104"/>
                </a:lnTo>
                <a:lnTo>
                  <a:pt x="0" y="0"/>
                </a:lnTo>
                <a:close/>
              </a:path>
            </a:pathLst>
          </a:custGeom>
          <a:blipFill rotWithShape="1">
            <a:blip r:embed="rId9">
              <a:alphaModFix/>
            </a:blip>
            <a:stretch>
              <a:fillRect b="0" l="0" r="0" t="0"/>
            </a:stretch>
          </a:blipFill>
          <a:ln>
            <a:noFill/>
          </a:ln>
        </p:spPr>
      </p:sp>
      <p:sp>
        <p:nvSpPr>
          <p:cNvPr id="868" name="Google Shape;868;p47"/>
          <p:cNvSpPr txBox="1"/>
          <p:nvPr/>
        </p:nvSpPr>
        <p:spPr>
          <a:xfrm>
            <a:off x="4249828" y="4261421"/>
            <a:ext cx="8780064" cy="2038350"/>
          </a:xfrm>
          <a:prstGeom prst="rect">
            <a:avLst/>
          </a:prstGeom>
          <a:noFill/>
          <a:ln>
            <a:noFill/>
          </a:ln>
        </p:spPr>
        <p:txBody>
          <a:bodyPr anchorCtr="0" anchor="t" bIns="0" lIns="0" spcFirstLastPara="1" rIns="0" wrap="square" tIns="0">
            <a:spAutoFit/>
          </a:bodyPr>
          <a:lstStyle/>
          <a:p>
            <a:pPr indent="0" lvl="0" marL="0" marR="0" rtl="0" algn="l">
              <a:lnSpc>
                <a:spcPct val="120007"/>
              </a:lnSpc>
              <a:spcBef>
                <a:spcPts val="0"/>
              </a:spcBef>
              <a:spcAft>
                <a:spcPts val="0"/>
              </a:spcAft>
              <a:buNone/>
            </a:pPr>
            <a:r>
              <a:rPr b="0" i="0" lang="en-US" sz="2749" u="none" cap="none" strike="noStrike">
                <a:solidFill>
                  <a:srgbClr val="000000"/>
                </a:solidFill>
                <a:latin typeface="DM Sans"/>
                <a:ea typeface="DM Sans"/>
                <a:cs typeface="DM Sans"/>
                <a:sym typeface="DM Sans"/>
              </a:rPr>
              <a:t>Cada host de la red recibe la trama de broadcast y compara la dirección IP contenida en el mensaje con su propia dirección IP. El host cuya dirección IP coincida enviará su dirección MAC como respuesta al host emisor original.</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1C5E9"/>
        </a:solidFill>
      </p:bgPr>
    </p:bg>
    <p:spTree>
      <p:nvGrpSpPr>
        <p:cNvPr id="872" name="Shape 872"/>
        <p:cNvGrpSpPr/>
        <p:nvPr/>
      </p:nvGrpSpPr>
      <p:grpSpPr>
        <a:xfrm>
          <a:off x="0" y="0"/>
          <a:ext cx="0" cy="0"/>
          <a:chOff x="0" y="0"/>
          <a:chExt cx="0" cy="0"/>
        </a:xfrm>
      </p:grpSpPr>
      <p:sp>
        <p:nvSpPr>
          <p:cNvPr id="873" name="Google Shape;873;p48"/>
          <p:cNvSpPr/>
          <p:nvPr/>
        </p:nvSpPr>
        <p:spPr>
          <a:xfrm rot="-3890007">
            <a:off x="14059290" y="-2028417"/>
            <a:ext cx="2227136" cy="4114800"/>
          </a:xfrm>
          <a:custGeom>
            <a:rect b="b" l="l" r="r" t="t"/>
            <a:pathLst>
              <a:path extrusionOk="0" h="4114800" w="2227136">
                <a:moveTo>
                  <a:pt x="0" y="0"/>
                </a:moveTo>
                <a:lnTo>
                  <a:pt x="2227136" y="0"/>
                </a:lnTo>
                <a:lnTo>
                  <a:pt x="2227136" y="4114800"/>
                </a:lnTo>
                <a:lnTo>
                  <a:pt x="0" y="4114800"/>
                </a:lnTo>
                <a:lnTo>
                  <a:pt x="0" y="0"/>
                </a:lnTo>
                <a:close/>
              </a:path>
            </a:pathLst>
          </a:custGeom>
          <a:blipFill rotWithShape="1">
            <a:blip r:embed="rId3">
              <a:alphaModFix/>
            </a:blip>
            <a:stretch>
              <a:fillRect b="0" l="0" r="0" t="0"/>
            </a:stretch>
          </a:blipFill>
          <a:ln>
            <a:noFill/>
          </a:ln>
        </p:spPr>
      </p:sp>
      <p:sp>
        <p:nvSpPr>
          <p:cNvPr id="874" name="Google Shape;874;p48"/>
          <p:cNvSpPr/>
          <p:nvPr/>
        </p:nvSpPr>
        <p:spPr>
          <a:xfrm rot="2496945">
            <a:off x="-990421" y="-2028417"/>
            <a:ext cx="2978086" cy="4114800"/>
          </a:xfrm>
          <a:custGeom>
            <a:rect b="b" l="l" r="r" t="t"/>
            <a:pathLst>
              <a:path extrusionOk="0" h="4114800" w="2978086">
                <a:moveTo>
                  <a:pt x="0" y="0"/>
                </a:moveTo>
                <a:lnTo>
                  <a:pt x="2978086" y="0"/>
                </a:lnTo>
                <a:lnTo>
                  <a:pt x="2978086" y="4114800"/>
                </a:lnTo>
                <a:lnTo>
                  <a:pt x="0" y="4114800"/>
                </a:lnTo>
                <a:lnTo>
                  <a:pt x="0" y="0"/>
                </a:lnTo>
                <a:close/>
              </a:path>
            </a:pathLst>
          </a:custGeom>
          <a:blipFill rotWithShape="1">
            <a:blip r:embed="rId4">
              <a:alphaModFix/>
            </a:blip>
            <a:stretch>
              <a:fillRect b="0" l="0" r="0" t="0"/>
            </a:stretch>
          </a:blipFill>
          <a:ln>
            <a:noFill/>
          </a:ln>
        </p:spPr>
      </p:sp>
      <p:sp>
        <p:nvSpPr>
          <p:cNvPr id="875" name="Google Shape;875;p48"/>
          <p:cNvSpPr/>
          <p:nvPr/>
        </p:nvSpPr>
        <p:spPr>
          <a:xfrm rot="-5400000">
            <a:off x="16867676" y="6100311"/>
            <a:ext cx="5396459" cy="4114800"/>
          </a:xfrm>
          <a:custGeom>
            <a:rect b="b" l="l" r="r" t="t"/>
            <a:pathLst>
              <a:path extrusionOk="0" h="4114800" w="5396459">
                <a:moveTo>
                  <a:pt x="0" y="0"/>
                </a:moveTo>
                <a:lnTo>
                  <a:pt x="5396459" y="0"/>
                </a:lnTo>
                <a:lnTo>
                  <a:pt x="5396459" y="4114800"/>
                </a:lnTo>
                <a:lnTo>
                  <a:pt x="0" y="4114800"/>
                </a:lnTo>
                <a:lnTo>
                  <a:pt x="0" y="0"/>
                </a:lnTo>
                <a:close/>
              </a:path>
            </a:pathLst>
          </a:custGeom>
          <a:blipFill rotWithShape="1">
            <a:blip r:embed="rId5">
              <a:alphaModFix/>
            </a:blip>
            <a:stretch>
              <a:fillRect b="0" l="0" r="0" t="0"/>
            </a:stretch>
          </a:blipFill>
          <a:ln>
            <a:noFill/>
          </a:ln>
        </p:spPr>
      </p:sp>
      <p:sp>
        <p:nvSpPr>
          <p:cNvPr id="876" name="Google Shape;876;p48"/>
          <p:cNvSpPr/>
          <p:nvPr/>
        </p:nvSpPr>
        <p:spPr>
          <a:xfrm>
            <a:off x="498622" y="4245021"/>
            <a:ext cx="2514826" cy="1796958"/>
          </a:xfrm>
          <a:custGeom>
            <a:rect b="b" l="l" r="r" t="t"/>
            <a:pathLst>
              <a:path extrusionOk="0" h="1796958" w="2514826">
                <a:moveTo>
                  <a:pt x="0" y="0"/>
                </a:moveTo>
                <a:lnTo>
                  <a:pt x="2514826" y="0"/>
                </a:lnTo>
                <a:lnTo>
                  <a:pt x="2514826" y="1796958"/>
                </a:lnTo>
                <a:lnTo>
                  <a:pt x="0" y="1796958"/>
                </a:lnTo>
                <a:lnTo>
                  <a:pt x="0" y="0"/>
                </a:lnTo>
                <a:close/>
              </a:path>
            </a:pathLst>
          </a:custGeom>
          <a:blipFill rotWithShape="1">
            <a:blip r:embed="rId6">
              <a:alphaModFix/>
            </a:blip>
            <a:stretch>
              <a:fillRect b="0" l="0" r="0" t="0"/>
            </a:stretch>
          </a:blipFill>
          <a:ln>
            <a:noFill/>
          </a:ln>
        </p:spPr>
      </p:sp>
      <p:sp>
        <p:nvSpPr>
          <p:cNvPr id="877" name="Google Shape;877;p48"/>
          <p:cNvSpPr/>
          <p:nvPr/>
        </p:nvSpPr>
        <p:spPr>
          <a:xfrm>
            <a:off x="7830665" y="484033"/>
            <a:ext cx="2514826" cy="1796958"/>
          </a:xfrm>
          <a:custGeom>
            <a:rect b="b" l="l" r="r" t="t"/>
            <a:pathLst>
              <a:path extrusionOk="0" h="1796958" w="2514826">
                <a:moveTo>
                  <a:pt x="0" y="0"/>
                </a:moveTo>
                <a:lnTo>
                  <a:pt x="2514826" y="0"/>
                </a:lnTo>
                <a:lnTo>
                  <a:pt x="2514826" y="1796958"/>
                </a:lnTo>
                <a:lnTo>
                  <a:pt x="0" y="1796958"/>
                </a:lnTo>
                <a:lnTo>
                  <a:pt x="0" y="0"/>
                </a:lnTo>
                <a:close/>
              </a:path>
            </a:pathLst>
          </a:custGeom>
          <a:blipFill rotWithShape="1">
            <a:blip r:embed="rId6">
              <a:alphaModFix/>
            </a:blip>
            <a:stretch>
              <a:fillRect b="0" l="0" r="0" t="0"/>
            </a:stretch>
          </a:blipFill>
          <a:ln>
            <a:noFill/>
          </a:ln>
        </p:spPr>
      </p:sp>
      <p:sp>
        <p:nvSpPr>
          <p:cNvPr id="878" name="Google Shape;878;p48"/>
          <p:cNvSpPr/>
          <p:nvPr/>
        </p:nvSpPr>
        <p:spPr>
          <a:xfrm>
            <a:off x="7830665" y="8004414"/>
            <a:ext cx="2514826" cy="1796958"/>
          </a:xfrm>
          <a:custGeom>
            <a:rect b="b" l="l" r="r" t="t"/>
            <a:pathLst>
              <a:path extrusionOk="0" h="1796958" w="2514826">
                <a:moveTo>
                  <a:pt x="0" y="0"/>
                </a:moveTo>
                <a:lnTo>
                  <a:pt x="2514826" y="0"/>
                </a:lnTo>
                <a:lnTo>
                  <a:pt x="2514826" y="1796958"/>
                </a:lnTo>
                <a:lnTo>
                  <a:pt x="0" y="1796958"/>
                </a:lnTo>
                <a:lnTo>
                  <a:pt x="0" y="0"/>
                </a:lnTo>
                <a:close/>
              </a:path>
            </a:pathLst>
          </a:custGeom>
          <a:blipFill rotWithShape="1">
            <a:blip r:embed="rId6">
              <a:alphaModFix/>
            </a:blip>
            <a:stretch>
              <a:fillRect b="0" l="0" r="0" t="0"/>
            </a:stretch>
          </a:blipFill>
          <a:ln>
            <a:noFill/>
          </a:ln>
        </p:spPr>
      </p:sp>
      <p:sp>
        <p:nvSpPr>
          <p:cNvPr id="879" name="Google Shape;879;p48"/>
          <p:cNvSpPr/>
          <p:nvPr/>
        </p:nvSpPr>
        <p:spPr>
          <a:xfrm>
            <a:off x="15405160" y="4245021"/>
            <a:ext cx="2514826" cy="1796958"/>
          </a:xfrm>
          <a:custGeom>
            <a:rect b="b" l="l" r="r" t="t"/>
            <a:pathLst>
              <a:path extrusionOk="0" h="1796958" w="2514826">
                <a:moveTo>
                  <a:pt x="0" y="0"/>
                </a:moveTo>
                <a:lnTo>
                  <a:pt x="2514826" y="0"/>
                </a:lnTo>
                <a:lnTo>
                  <a:pt x="2514826" y="1796958"/>
                </a:lnTo>
                <a:lnTo>
                  <a:pt x="0" y="1796958"/>
                </a:lnTo>
                <a:lnTo>
                  <a:pt x="0" y="0"/>
                </a:lnTo>
                <a:close/>
              </a:path>
            </a:pathLst>
          </a:custGeom>
          <a:blipFill rotWithShape="1">
            <a:blip r:embed="rId6">
              <a:alphaModFix/>
            </a:blip>
            <a:stretch>
              <a:fillRect b="0" l="0" r="0" t="0"/>
            </a:stretch>
          </a:blipFill>
          <a:ln>
            <a:noFill/>
          </a:ln>
        </p:spPr>
      </p:sp>
      <p:cxnSp>
        <p:nvCxnSpPr>
          <p:cNvPr id="880" name="Google Shape;880;p48"/>
          <p:cNvCxnSpPr/>
          <p:nvPr/>
        </p:nvCxnSpPr>
        <p:spPr>
          <a:xfrm>
            <a:off x="2790403" y="5143500"/>
            <a:ext cx="5240049" cy="0"/>
          </a:xfrm>
          <a:prstGeom prst="straightConnector1">
            <a:avLst/>
          </a:prstGeom>
          <a:noFill/>
          <a:ln cap="flat" cmpd="sng" w="38100">
            <a:solidFill>
              <a:srgbClr val="000000"/>
            </a:solidFill>
            <a:prstDash val="solid"/>
            <a:round/>
            <a:headEnd len="sm" w="sm" type="none"/>
            <a:tailEnd len="sm" w="sm" type="none"/>
          </a:ln>
        </p:spPr>
      </p:cxnSp>
      <p:cxnSp>
        <p:nvCxnSpPr>
          <p:cNvPr id="881" name="Google Shape;881;p48"/>
          <p:cNvCxnSpPr/>
          <p:nvPr/>
        </p:nvCxnSpPr>
        <p:spPr>
          <a:xfrm>
            <a:off x="10285968" y="5143500"/>
            <a:ext cx="5422700" cy="0"/>
          </a:xfrm>
          <a:prstGeom prst="straightConnector1">
            <a:avLst/>
          </a:prstGeom>
          <a:noFill/>
          <a:ln cap="flat" cmpd="sng" w="38100">
            <a:solidFill>
              <a:srgbClr val="000000"/>
            </a:solidFill>
            <a:prstDash val="solid"/>
            <a:round/>
            <a:headEnd len="sm" w="sm" type="none"/>
            <a:tailEnd len="sm" w="sm" type="none"/>
          </a:ln>
        </p:spPr>
      </p:cxnSp>
      <p:cxnSp>
        <p:nvCxnSpPr>
          <p:cNvPr id="882" name="Google Shape;882;p48"/>
          <p:cNvCxnSpPr/>
          <p:nvPr/>
        </p:nvCxnSpPr>
        <p:spPr>
          <a:xfrm flipH="1">
            <a:off x="9026780" y="2280991"/>
            <a:ext cx="61298" cy="2174973"/>
          </a:xfrm>
          <a:prstGeom prst="straightConnector1">
            <a:avLst/>
          </a:prstGeom>
          <a:noFill/>
          <a:ln cap="flat" cmpd="sng" w="38100">
            <a:solidFill>
              <a:srgbClr val="000000"/>
            </a:solidFill>
            <a:prstDash val="solid"/>
            <a:round/>
            <a:headEnd len="sm" w="sm" type="none"/>
            <a:tailEnd len="sm" w="sm" type="none"/>
          </a:ln>
        </p:spPr>
      </p:cxnSp>
      <p:cxnSp>
        <p:nvCxnSpPr>
          <p:cNvPr id="883" name="Google Shape;883;p48"/>
          <p:cNvCxnSpPr/>
          <p:nvPr/>
        </p:nvCxnSpPr>
        <p:spPr>
          <a:xfrm flipH="1">
            <a:off x="9088078" y="5750997"/>
            <a:ext cx="55922" cy="2253417"/>
          </a:xfrm>
          <a:prstGeom prst="straightConnector1">
            <a:avLst/>
          </a:prstGeom>
          <a:noFill/>
          <a:ln cap="flat" cmpd="sng" w="38100">
            <a:solidFill>
              <a:srgbClr val="000000"/>
            </a:solidFill>
            <a:prstDash val="solid"/>
            <a:round/>
            <a:headEnd len="sm" w="sm" type="none"/>
            <a:tailEnd len="sm" w="sm" type="none"/>
          </a:ln>
        </p:spPr>
      </p:cxnSp>
      <p:sp>
        <p:nvSpPr>
          <p:cNvPr id="884" name="Google Shape;884;p48"/>
          <p:cNvSpPr txBox="1"/>
          <p:nvPr/>
        </p:nvSpPr>
        <p:spPr>
          <a:xfrm>
            <a:off x="1432275" y="4638964"/>
            <a:ext cx="805678" cy="63817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200" u="none" cap="none" strike="noStrike">
                <a:solidFill>
                  <a:srgbClr val="000000"/>
                </a:solidFill>
                <a:latin typeface="DM Sans"/>
                <a:ea typeface="DM Sans"/>
                <a:cs typeface="DM Sans"/>
                <a:sym typeface="DM Sans"/>
              </a:rPr>
              <a:t>H1</a:t>
            </a:r>
            <a:endParaRPr/>
          </a:p>
        </p:txBody>
      </p:sp>
      <p:sp>
        <p:nvSpPr>
          <p:cNvPr id="885" name="Google Shape;885;p48"/>
          <p:cNvSpPr txBox="1"/>
          <p:nvPr/>
        </p:nvSpPr>
        <p:spPr>
          <a:xfrm>
            <a:off x="8790014" y="862482"/>
            <a:ext cx="805678" cy="63817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200" u="none" cap="none" strike="noStrike">
                <a:solidFill>
                  <a:srgbClr val="000000"/>
                </a:solidFill>
                <a:latin typeface="DM Sans"/>
                <a:ea typeface="DM Sans"/>
                <a:cs typeface="DM Sans"/>
                <a:sym typeface="DM Sans"/>
              </a:rPr>
              <a:t>H2</a:t>
            </a:r>
            <a:endParaRPr/>
          </a:p>
        </p:txBody>
      </p:sp>
      <p:sp>
        <p:nvSpPr>
          <p:cNvPr id="886" name="Google Shape;886;p48"/>
          <p:cNvSpPr txBox="1"/>
          <p:nvPr/>
        </p:nvSpPr>
        <p:spPr>
          <a:xfrm>
            <a:off x="16281759" y="4638964"/>
            <a:ext cx="805678" cy="63817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200" u="none" cap="none" strike="noStrike">
                <a:solidFill>
                  <a:srgbClr val="000000"/>
                </a:solidFill>
                <a:latin typeface="DM Sans"/>
                <a:ea typeface="DM Sans"/>
                <a:cs typeface="DM Sans"/>
                <a:sym typeface="DM Sans"/>
              </a:rPr>
              <a:t>H3</a:t>
            </a:r>
            <a:endParaRPr/>
          </a:p>
        </p:txBody>
      </p:sp>
      <p:sp>
        <p:nvSpPr>
          <p:cNvPr id="887" name="Google Shape;887;p48"/>
          <p:cNvSpPr txBox="1"/>
          <p:nvPr/>
        </p:nvSpPr>
        <p:spPr>
          <a:xfrm>
            <a:off x="8685239" y="8399500"/>
            <a:ext cx="805678" cy="63817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200" u="none" cap="none" strike="noStrike">
                <a:solidFill>
                  <a:srgbClr val="000000"/>
                </a:solidFill>
                <a:latin typeface="DM Sans"/>
                <a:ea typeface="DM Sans"/>
                <a:cs typeface="DM Sans"/>
                <a:sym typeface="DM Sans"/>
              </a:rPr>
              <a:t>H4</a:t>
            </a:r>
            <a:endParaRPr/>
          </a:p>
        </p:txBody>
      </p:sp>
      <p:sp>
        <p:nvSpPr>
          <p:cNvPr id="888" name="Google Shape;888;p48"/>
          <p:cNvSpPr txBox="1"/>
          <p:nvPr/>
        </p:nvSpPr>
        <p:spPr>
          <a:xfrm>
            <a:off x="826743" y="6042407"/>
            <a:ext cx="1895128" cy="428625"/>
          </a:xfrm>
          <a:prstGeom prst="rect">
            <a:avLst/>
          </a:prstGeom>
          <a:noFill/>
          <a:ln>
            <a:noFill/>
          </a:ln>
        </p:spPr>
        <p:txBody>
          <a:bodyPr anchorCtr="0" anchor="t" bIns="0" lIns="0" spcFirstLastPara="1" rIns="0" wrap="square" tIns="0">
            <a:spAutoFit/>
          </a:bodyPr>
          <a:lstStyle/>
          <a:p>
            <a:pPr indent="0" lvl="0" marL="0" marR="0" rtl="0" algn="ctr">
              <a:lnSpc>
                <a:spcPct val="120014"/>
              </a:lnSpc>
              <a:spcBef>
                <a:spcPts val="0"/>
              </a:spcBef>
              <a:spcAft>
                <a:spcPts val="0"/>
              </a:spcAft>
              <a:buNone/>
            </a:pPr>
            <a:r>
              <a:rPr b="0" i="0" lang="en-US" sz="2833" u="none" cap="none" strike="noStrike">
                <a:solidFill>
                  <a:srgbClr val="000000"/>
                </a:solidFill>
                <a:latin typeface="DM Sans"/>
                <a:ea typeface="DM Sans"/>
                <a:cs typeface="DM Sans"/>
                <a:sym typeface="DM Sans"/>
              </a:rPr>
              <a:t>192.168.1.5</a:t>
            </a:r>
            <a:endParaRPr/>
          </a:p>
        </p:txBody>
      </p:sp>
      <p:sp>
        <p:nvSpPr>
          <p:cNvPr id="889" name="Google Shape;889;p48"/>
          <p:cNvSpPr txBox="1"/>
          <p:nvPr/>
        </p:nvSpPr>
        <p:spPr>
          <a:xfrm>
            <a:off x="8140514" y="55408"/>
            <a:ext cx="1895128" cy="428625"/>
          </a:xfrm>
          <a:prstGeom prst="rect">
            <a:avLst/>
          </a:prstGeom>
          <a:noFill/>
          <a:ln>
            <a:noFill/>
          </a:ln>
        </p:spPr>
        <p:txBody>
          <a:bodyPr anchorCtr="0" anchor="t" bIns="0" lIns="0" spcFirstLastPara="1" rIns="0" wrap="square" tIns="0">
            <a:spAutoFit/>
          </a:bodyPr>
          <a:lstStyle/>
          <a:p>
            <a:pPr indent="0" lvl="0" marL="0" marR="0" rtl="0" algn="ctr">
              <a:lnSpc>
                <a:spcPct val="120014"/>
              </a:lnSpc>
              <a:spcBef>
                <a:spcPts val="0"/>
              </a:spcBef>
              <a:spcAft>
                <a:spcPts val="0"/>
              </a:spcAft>
              <a:buNone/>
            </a:pPr>
            <a:r>
              <a:rPr b="0" i="0" lang="en-US" sz="2833" u="none" cap="none" strike="noStrike">
                <a:solidFill>
                  <a:srgbClr val="000000"/>
                </a:solidFill>
                <a:latin typeface="DM Sans"/>
                <a:ea typeface="DM Sans"/>
                <a:cs typeface="DM Sans"/>
                <a:sym typeface="DM Sans"/>
              </a:rPr>
              <a:t>192.168.1.6</a:t>
            </a:r>
            <a:endParaRPr/>
          </a:p>
        </p:txBody>
      </p:sp>
      <p:sp>
        <p:nvSpPr>
          <p:cNvPr id="890" name="Google Shape;890;p48"/>
          <p:cNvSpPr txBox="1"/>
          <p:nvPr/>
        </p:nvSpPr>
        <p:spPr>
          <a:xfrm>
            <a:off x="8159564" y="9801372"/>
            <a:ext cx="1895128" cy="428625"/>
          </a:xfrm>
          <a:prstGeom prst="rect">
            <a:avLst/>
          </a:prstGeom>
          <a:noFill/>
          <a:ln>
            <a:noFill/>
          </a:ln>
        </p:spPr>
        <p:txBody>
          <a:bodyPr anchorCtr="0" anchor="t" bIns="0" lIns="0" spcFirstLastPara="1" rIns="0" wrap="square" tIns="0">
            <a:spAutoFit/>
          </a:bodyPr>
          <a:lstStyle/>
          <a:p>
            <a:pPr indent="0" lvl="0" marL="0" marR="0" rtl="0" algn="ctr">
              <a:lnSpc>
                <a:spcPct val="120014"/>
              </a:lnSpc>
              <a:spcBef>
                <a:spcPts val="0"/>
              </a:spcBef>
              <a:spcAft>
                <a:spcPts val="0"/>
              </a:spcAft>
              <a:buNone/>
            </a:pPr>
            <a:r>
              <a:rPr b="0" i="0" lang="en-US" sz="2833" u="none" cap="none" strike="noStrike">
                <a:solidFill>
                  <a:srgbClr val="000000"/>
                </a:solidFill>
                <a:latin typeface="DM Sans"/>
                <a:ea typeface="DM Sans"/>
                <a:cs typeface="DM Sans"/>
                <a:sym typeface="DM Sans"/>
              </a:rPr>
              <a:t>192.168.1.7</a:t>
            </a:r>
            <a:endParaRPr/>
          </a:p>
        </p:txBody>
      </p:sp>
      <p:sp>
        <p:nvSpPr>
          <p:cNvPr id="891" name="Google Shape;891;p48"/>
          <p:cNvSpPr txBox="1"/>
          <p:nvPr/>
        </p:nvSpPr>
        <p:spPr>
          <a:xfrm>
            <a:off x="15737034" y="6042407"/>
            <a:ext cx="1895128" cy="428625"/>
          </a:xfrm>
          <a:prstGeom prst="rect">
            <a:avLst/>
          </a:prstGeom>
          <a:noFill/>
          <a:ln>
            <a:noFill/>
          </a:ln>
        </p:spPr>
        <p:txBody>
          <a:bodyPr anchorCtr="0" anchor="t" bIns="0" lIns="0" spcFirstLastPara="1" rIns="0" wrap="square" tIns="0">
            <a:spAutoFit/>
          </a:bodyPr>
          <a:lstStyle/>
          <a:p>
            <a:pPr indent="0" lvl="0" marL="0" marR="0" rtl="0" algn="ctr">
              <a:lnSpc>
                <a:spcPct val="120014"/>
              </a:lnSpc>
              <a:spcBef>
                <a:spcPts val="0"/>
              </a:spcBef>
              <a:spcAft>
                <a:spcPts val="0"/>
              </a:spcAft>
              <a:buNone/>
            </a:pPr>
            <a:r>
              <a:rPr b="0" i="0" lang="en-US" sz="2833" u="none" cap="none" strike="noStrike">
                <a:solidFill>
                  <a:srgbClr val="000000"/>
                </a:solidFill>
                <a:latin typeface="DM Sans"/>
                <a:ea typeface="DM Sans"/>
                <a:cs typeface="DM Sans"/>
                <a:sym typeface="DM Sans"/>
              </a:rPr>
              <a:t>192.168.1.8</a:t>
            </a:r>
            <a:endParaRPr/>
          </a:p>
        </p:txBody>
      </p:sp>
      <p:sp>
        <p:nvSpPr>
          <p:cNvPr id="892" name="Google Shape;892;p48"/>
          <p:cNvSpPr/>
          <p:nvPr/>
        </p:nvSpPr>
        <p:spPr>
          <a:xfrm>
            <a:off x="8506850" y="6889483"/>
            <a:ext cx="1162456" cy="841195"/>
          </a:xfrm>
          <a:custGeom>
            <a:rect b="b" l="l" r="r" t="t"/>
            <a:pathLst>
              <a:path extrusionOk="0" h="841195" w="1162456">
                <a:moveTo>
                  <a:pt x="0" y="0"/>
                </a:moveTo>
                <a:lnTo>
                  <a:pt x="1162456" y="0"/>
                </a:lnTo>
                <a:lnTo>
                  <a:pt x="1162456" y="841195"/>
                </a:lnTo>
                <a:lnTo>
                  <a:pt x="0" y="841195"/>
                </a:lnTo>
                <a:lnTo>
                  <a:pt x="0" y="0"/>
                </a:lnTo>
                <a:close/>
              </a:path>
            </a:pathLst>
          </a:custGeom>
          <a:blipFill rotWithShape="1">
            <a:blip r:embed="rId7">
              <a:alphaModFix/>
            </a:blip>
            <a:stretch>
              <a:fillRect b="0" l="0" r="0" t="0"/>
            </a:stretch>
          </a:blipFill>
          <a:ln>
            <a:noFill/>
          </a:ln>
        </p:spPr>
      </p:sp>
      <p:sp>
        <p:nvSpPr>
          <p:cNvPr id="893" name="Google Shape;893;p48"/>
          <p:cNvSpPr txBox="1"/>
          <p:nvPr/>
        </p:nvSpPr>
        <p:spPr>
          <a:xfrm>
            <a:off x="10035642" y="6683057"/>
            <a:ext cx="4384820" cy="858961"/>
          </a:xfrm>
          <a:prstGeom prst="rect">
            <a:avLst/>
          </a:prstGeom>
          <a:noFill/>
          <a:ln>
            <a:noFill/>
          </a:ln>
        </p:spPr>
        <p:txBody>
          <a:bodyPr anchorCtr="0" anchor="t" bIns="0" lIns="0" spcFirstLastPara="1" rIns="0" wrap="square" tIns="0">
            <a:spAutoFit/>
          </a:bodyPr>
          <a:lstStyle/>
          <a:p>
            <a:pPr indent="0" lvl="0" marL="0" marR="0" rtl="0" algn="l">
              <a:lnSpc>
                <a:spcPct val="120014"/>
              </a:lnSpc>
              <a:spcBef>
                <a:spcPts val="0"/>
              </a:spcBef>
              <a:spcAft>
                <a:spcPts val="0"/>
              </a:spcAft>
              <a:buNone/>
            </a:pPr>
            <a:r>
              <a:rPr b="0" i="0" lang="en-US" sz="2833" u="none" cap="none" strike="noStrike">
                <a:solidFill>
                  <a:srgbClr val="000000"/>
                </a:solidFill>
                <a:latin typeface="DM Sans"/>
                <a:ea typeface="DM Sans"/>
                <a:cs typeface="DM Sans"/>
                <a:sym typeface="DM Sans"/>
              </a:rPr>
              <a:t>Este soy yo. Responderé con mi dirección MAC.</a:t>
            </a:r>
            <a:endParaRPr/>
          </a:p>
        </p:txBody>
      </p:sp>
      <p:sp>
        <p:nvSpPr>
          <p:cNvPr id="894" name="Google Shape;894;p48"/>
          <p:cNvSpPr txBox="1"/>
          <p:nvPr/>
        </p:nvSpPr>
        <p:spPr>
          <a:xfrm>
            <a:off x="13594629" y="3053540"/>
            <a:ext cx="2803159" cy="429481"/>
          </a:xfrm>
          <a:prstGeom prst="rect">
            <a:avLst/>
          </a:prstGeom>
          <a:noFill/>
          <a:ln>
            <a:noFill/>
          </a:ln>
        </p:spPr>
        <p:txBody>
          <a:bodyPr anchorCtr="0" anchor="t" bIns="0" lIns="0" spcFirstLastPara="1" rIns="0" wrap="square" tIns="0">
            <a:spAutoFit/>
          </a:bodyPr>
          <a:lstStyle/>
          <a:p>
            <a:pPr indent="0" lvl="0" marL="0" marR="0" rtl="0" algn="l">
              <a:lnSpc>
                <a:spcPct val="120014"/>
              </a:lnSpc>
              <a:spcBef>
                <a:spcPts val="0"/>
              </a:spcBef>
              <a:spcAft>
                <a:spcPts val="0"/>
              </a:spcAft>
              <a:buNone/>
            </a:pPr>
            <a:r>
              <a:rPr b="0" i="0" lang="en-US" sz="2833" u="none" cap="none" strike="noStrike">
                <a:solidFill>
                  <a:srgbClr val="000000"/>
                </a:solidFill>
                <a:latin typeface="DM Sans"/>
                <a:ea typeface="DM Sans"/>
                <a:cs typeface="DM Sans"/>
                <a:sym typeface="DM Sans"/>
              </a:rPr>
              <a:t>Este no soy yo</a:t>
            </a:r>
            <a:endParaRPr/>
          </a:p>
        </p:txBody>
      </p:sp>
      <p:cxnSp>
        <p:nvCxnSpPr>
          <p:cNvPr id="895" name="Google Shape;895;p48"/>
          <p:cNvCxnSpPr/>
          <p:nvPr/>
        </p:nvCxnSpPr>
        <p:spPr>
          <a:xfrm>
            <a:off x="13478600" y="2917603"/>
            <a:ext cx="2803159" cy="0"/>
          </a:xfrm>
          <a:prstGeom prst="straightConnector1">
            <a:avLst/>
          </a:prstGeom>
          <a:noFill/>
          <a:ln cap="flat" cmpd="sng" w="38100">
            <a:solidFill>
              <a:srgbClr val="000000"/>
            </a:solidFill>
            <a:prstDash val="solid"/>
            <a:round/>
            <a:headEnd len="sm" w="sm" type="none"/>
            <a:tailEnd len="sm" w="sm" type="none"/>
          </a:ln>
        </p:spPr>
      </p:cxnSp>
      <p:cxnSp>
        <p:nvCxnSpPr>
          <p:cNvPr id="896" name="Google Shape;896;p48"/>
          <p:cNvCxnSpPr/>
          <p:nvPr/>
        </p:nvCxnSpPr>
        <p:spPr>
          <a:xfrm>
            <a:off x="13478600" y="3616371"/>
            <a:ext cx="2258434" cy="0"/>
          </a:xfrm>
          <a:prstGeom prst="straightConnector1">
            <a:avLst/>
          </a:prstGeom>
          <a:noFill/>
          <a:ln cap="flat" cmpd="sng" w="38100">
            <a:solidFill>
              <a:srgbClr val="000000"/>
            </a:solidFill>
            <a:prstDash val="solid"/>
            <a:round/>
            <a:headEnd len="sm" w="sm" type="none"/>
            <a:tailEnd len="sm" w="sm" type="none"/>
          </a:ln>
        </p:spPr>
      </p:cxnSp>
      <p:cxnSp>
        <p:nvCxnSpPr>
          <p:cNvPr id="897" name="Google Shape;897;p48"/>
          <p:cNvCxnSpPr/>
          <p:nvPr/>
        </p:nvCxnSpPr>
        <p:spPr>
          <a:xfrm>
            <a:off x="13497650" y="2918897"/>
            <a:ext cx="0" cy="698768"/>
          </a:xfrm>
          <a:prstGeom prst="straightConnector1">
            <a:avLst/>
          </a:prstGeom>
          <a:noFill/>
          <a:ln cap="flat" cmpd="sng" w="38100">
            <a:solidFill>
              <a:srgbClr val="000000"/>
            </a:solidFill>
            <a:prstDash val="solid"/>
            <a:round/>
            <a:headEnd len="sm" w="sm" type="none"/>
            <a:tailEnd len="sm" w="sm" type="none"/>
          </a:ln>
        </p:spPr>
      </p:cxnSp>
      <p:cxnSp>
        <p:nvCxnSpPr>
          <p:cNvPr id="898" name="Google Shape;898;p48"/>
          <p:cNvCxnSpPr/>
          <p:nvPr/>
        </p:nvCxnSpPr>
        <p:spPr>
          <a:xfrm>
            <a:off x="16262709" y="2917603"/>
            <a:ext cx="0" cy="698768"/>
          </a:xfrm>
          <a:prstGeom prst="straightConnector1">
            <a:avLst/>
          </a:prstGeom>
          <a:noFill/>
          <a:ln cap="flat" cmpd="sng" w="38100">
            <a:solidFill>
              <a:srgbClr val="000000"/>
            </a:solidFill>
            <a:prstDash val="solid"/>
            <a:round/>
            <a:headEnd len="sm" w="sm" type="none"/>
            <a:tailEnd len="sm" w="sm" type="none"/>
          </a:ln>
        </p:spPr>
      </p:cxnSp>
      <p:cxnSp>
        <p:nvCxnSpPr>
          <p:cNvPr id="899" name="Google Shape;899;p48"/>
          <p:cNvCxnSpPr/>
          <p:nvPr/>
        </p:nvCxnSpPr>
        <p:spPr>
          <a:xfrm>
            <a:off x="16118725" y="3617665"/>
            <a:ext cx="163034" cy="0"/>
          </a:xfrm>
          <a:prstGeom prst="straightConnector1">
            <a:avLst/>
          </a:prstGeom>
          <a:noFill/>
          <a:ln cap="flat" cmpd="sng" w="38100">
            <a:solidFill>
              <a:srgbClr val="000000"/>
            </a:solidFill>
            <a:prstDash val="solid"/>
            <a:round/>
            <a:headEnd len="sm" w="sm" type="none"/>
            <a:tailEnd len="sm" w="sm" type="none"/>
          </a:ln>
        </p:spPr>
      </p:cxnSp>
      <p:cxnSp>
        <p:nvCxnSpPr>
          <p:cNvPr id="900" name="Google Shape;900;p48"/>
          <p:cNvCxnSpPr/>
          <p:nvPr/>
        </p:nvCxnSpPr>
        <p:spPr>
          <a:xfrm>
            <a:off x="15708668" y="3616371"/>
            <a:ext cx="270452" cy="628650"/>
          </a:xfrm>
          <a:prstGeom prst="straightConnector1">
            <a:avLst/>
          </a:prstGeom>
          <a:noFill/>
          <a:ln cap="flat" cmpd="sng" w="38100">
            <a:solidFill>
              <a:srgbClr val="000000"/>
            </a:solidFill>
            <a:prstDash val="solid"/>
            <a:round/>
            <a:headEnd len="sm" w="sm" type="none"/>
            <a:tailEnd len="sm" w="sm" type="none"/>
          </a:ln>
        </p:spPr>
      </p:cxnSp>
      <p:cxnSp>
        <p:nvCxnSpPr>
          <p:cNvPr id="901" name="Google Shape;901;p48"/>
          <p:cNvCxnSpPr/>
          <p:nvPr/>
        </p:nvCxnSpPr>
        <p:spPr>
          <a:xfrm flipH="1">
            <a:off x="15979120" y="3616371"/>
            <a:ext cx="139604" cy="628650"/>
          </a:xfrm>
          <a:prstGeom prst="straightConnector1">
            <a:avLst/>
          </a:prstGeom>
          <a:noFill/>
          <a:ln cap="flat" cmpd="sng" w="38100">
            <a:solidFill>
              <a:srgbClr val="000000"/>
            </a:solidFill>
            <a:prstDash val="solid"/>
            <a:round/>
            <a:headEnd len="sm" w="sm" type="none"/>
            <a:tailEnd len="sm" w="sm" type="none"/>
          </a:ln>
        </p:spPr>
      </p:cxnSp>
      <p:sp>
        <p:nvSpPr>
          <p:cNvPr id="902" name="Google Shape;902;p48"/>
          <p:cNvSpPr txBox="1"/>
          <p:nvPr/>
        </p:nvSpPr>
        <p:spPr>
          <a:xfrm>
            <a:off x="10461521" y="301648"/>
            <a:ext cx="2803159" cy="429481"/>
          </a:xfrm>
          <a:prstGeom prst="rect">
            <a:avLst/>
          </a:prstGeom>
          <a:noFill/>
          <a:ln>
            <a:noFill/>
          </a:ln>
        </p:spPr>
        <p:txBody>
          <a:bodyPr anchorCtr="0" anchor="t" bIns="0" lIns="0" spcFirstLastPara="1" rIns="0" wrap="square" tIns="0">
            <a:spAutoFit/>
          </a:bodyPr>
          <a:lstStyle/>
          <a:p>
            <a:pPr indent="0" lvl="0" marL="0" marR="0" rtl="0" algn="l">
              <a:lnSpc>
                <a:spcPct val="120014"/>
              </a:lnSpc>
              <a:spcBef>
                <a:spcPts val="0"/>
              </a:spcBef>
              <a:spcAft>
                <a:spcPts val="0"/>
              </a:spcAft>
              <a:buNone/>
            </a:pPr>
            <a:r>
              <a:rPr b="0" i="0" lang="en-US" sz="2833" u="none" cap="none" strike="noStrike">
                <a:solidFill>
                  <a:srgbClr val="000000"/>
                </a:solidFill>
                <a:latin typeface="DM Sans"/>
                <a:ea typeface="DM Sans"/>
                <a:cs typeface="DM Sans"/>
                <a:sym typeface="DM Sans"/>
              </a:rPr>
              <a:t>Este no soy yo</a:t>
            </a:r>
            <a:endParaRPr/>
          </a:p>
        </p:txBody>
      </p:sp>
      <p:cxnSp>
        <p:nvCxnSpPr>
          <p:cNvPr id="903" name="Google Shape;903;p48"/>
          <p:cNvCxnSpPr/>
          <p:nvPr/>
        </p:nvCxnSpPr>
        <p:spPr>
          <a:xfrm>
            <a:off x="10345491" y="165711"/>
            <a:ext cx="2803159" cy="0"/>
          </a:xfrm>
          <a:prstGeom prst="straightConnector1">
            <a:avLst/>
          </a:prstGeom>
          <a:noFill/>
          <a:ln cap="flat" cmpd="sng" w="38100">
            <a:solidFill>
              <a:srgbClr val="000000"/>
            </a:solidFill>
            <a:prstDash val="solid"/>
            <a:round/>
            <a:headEnd len="sm" w="sm" type="none"/>
            <a:tailEnd len="sm" w="sm" type="none"/>
          </a:ln>
        </p:spPr>
      </p:cxnSp>
      <p:cxnSp>
        <p:nvCxnSpPr>
          <p:cNvPr id="904" name="Google Shape;904;p48"/>
          <p:cNvCxnSpPr/>
          <p:nvPr/>
        </p:nvCxnSpPr>
        <p:spPr>
          <a:xfrm>
            <a:off x="10345491" y="864479"/>
            <a:ext cx="154276" cy="1294"/>
          </a:xfrm>
          <a:prstGeom prst="straightConnector1">
            <a:avLst/>
          </a:prstGeom>
          <a:noFill/>
          <a:ln cap="flat" cmpd="sng" w="38100">
            <a:solidFill>
              <a:srgbClr val="000000"/>
            </a:solidFill>
            <a:prstDash val="solid"/>
            <a:round/>
            <a:headEnd len="sm" w="sm" type="none"/>
            <a:tailEnd len="sm" w="sm" type="none"/>
          </a:ln>
        </p:spPr>
      </p:cxnSp>
      <p:cxnSp>
        <p:nvCxnSpPr>
          <p:cNvPr id="905" name="Google Shape;905;p48"/>
          <p:cNvCxnSpPr/>
          <p:nvPr/>
        </p:nvCxnSpPr>
        <p:spPr>
          <a:xfrm>
            <a:off x="10364541" y="167004"/>
            <a:ext cx="0" cy="698768"/>
          </a:xfrm>
          <a:prstGeom prst="straightConnector1">
            <a:avLst/>
          </a:prstGeom>
          <a:noFill/>
          <a:ln cap="flat" cmpd="sng" w="38100">
            <a:solidFill>
              <a:srgbClr val="000000"/>
            </a:solidFill>
            <a:prstDash val="solid"/>
            <a:round/>
            <a:headEnd len="sm" w="sm" type="none"/>
            <a:tailEnd len="sm" w="sm" type="none"/>
          </a:ln>
        </p:spPr>
      </p:cxnSp>
      <p:cxnSp>
        <p:nvCxnSpPr>
          <p:cNvPr id="906" name="Google Shape;906;p48"/>
          <p:cNvCxnSpPr/>
          <p:nvPr/>
        </p:nvCxnSpPr>
        <p:spPr>
          <a:xfrm>
            <a:off x="13271247" y="179529"/>
            <a:ext cx="0" cy="698768"/>
          </a:xfrm>
          <a:prstGeom prst="straightConnector1">
            <a:avLst/>
          </a:prstGeom>
          <a:noFill/>
          <a:ln cap="flat" cmpd="sng" w="38100">
            <a:solidFill>
              <a:srgbClr val="000000"/>
            </a:solidFill>
            <a:prstDash val="solid"/>
            <a:round/>
            <a:headEnd len="sm" w="sm" type="none"/>
            <a:tailEnd len="sm" w="sm" type="none"/>
          </a:ln>
        </p:spPr>
      </p:cxnSp>
      <p:cxnSp>
        <p:nvCxnSpPr>
          <p:cNvPr id="907" name="Google Shape;907;p48"/>
          <p:cNvCxnSpPr/>
          <p:nvPr/>
        </p:nvCxnSpPr>
        <p:spPr>
          <a:xfrm>
            <a:off x="10830610" y="865772"/>
            <a:ext cx="2318040" cy="0"/>
          </a:xfrm>
          <a:prstGeom prst="straightConnector1">
            <a:avLst/>
          </a:prstGeom>
          <a:noFill/>
          <a:ln cap="flat" cmpd="sng" w="38100">
            <a:solidFill>
              <a:srgbClr val="000000"/>
            </a:solidFill>
            <a:prstDash val="solid"/>
            <a:round/>
            <a:headEnd len="sm" w="sm" type="none"/>
            <a:tailEnd len="sm" w="sm" type="none"/>
          </a:ln>
        </p:spPr>
      </p:cxnSp>
      <p:cxnSp>
        <p:nvCxnSpPr>
          <p:cNvPr id="908" name="Google Shape;908;p48"/>
          <p:cNvCxnSpPr/>
          <p:nvPr/>
        </p:nvCxnSpPr>
        <p:spPr>
          <a:xfrm flipH="1">
            <a:off x="10130127" y="865772"/>
            <a:ext cx="369640" cy="446585"/>
          </a:xfrm>
          <a:prstGeom prst="straightConnector1">
            <a:avLst/>
          </a:prstGeom>
          <a:noFill/>
          <a:ln cap="flat" cmpd="sng" w="38100">
            <a:solidFill>
              <a:srgbClr val="000000"/>
            </a:solidFill>
            <a:prstDash val="solid"/>
            <a:round/>
            <a:headEnd len="sm" w="sm" type="none"/>
            <a:tailEnd len="sm" w="sm" type="none"/>
          </a:ln>
        </p:spPr>
      </p:cxnSp>
      <p:cxnSp>
        <p:nvCxnSpPr>
          <p:cNvPr id="909" name="Google Shape;909;p48"/>
          <p:cNvCxnSpPr/>
          <p:nvPr/>
        </p:nvCxnSpPr>
        <p:spPr>
          <a:xfrm flipH="1">
            <a:off x="10130127" y="849558"/>
            <a:ext cx="681886" cy="462799"/>
          </a:xfrm>
          <a:prstGeom prst="straightConnector1">
            <a:avLst/>
          </a:prstGeom>
          <a:noFill/>
          <a:ln cap="flat" cmpd="sng" w="38100">
            <a:solidFill>
              <a:srgbClr val="000000"/>
            </a:solidFill>
            <a:prstDash val="solid"/>
            <a:round/>
            <a:headEnd len="sm" w="sm" type="none"/>
            <a:tailEnd len="sm" w="sm" type="none"/>
          </a:ln>
        </p:spPr>
      </p:cxnSp>
      <p:cxnSp>
        <p:nvCxnSpPr>
          <p:cNvPr id="910" name="Google Shape;910;p48"/>
          <p:cNvCxnSpPr/>
          <p:nvPr/>
        </p:nvCxnSpPr>
        <p:spPr>
          <a:xfrm>
            <a:off x="10034051" y="6573508"/>
            <a:ext cx="4528058" cy="0"/>
          </a:xfrm>
          <a:prstGeom prst="straightConnector1">
            <a:avLst/>
          </a:prstGeom>
          <a:noFill/>
          <a:ln cap="flat" cmpd="sng" w="38100">
            <a:solidFill>
              <a:srgbClr val="000000"/>
            </a:solidFill>
            <a:prstDash val="solid"/>
            <a:round/>
            <a:headEnd len="sm" w="sm" type="none"/>
            <a:tailEnd len="sm" w="sm" type="none"/>
          </a:ln>
        </p:spPr>
      </p:cxnSp>
      <p:cxnSp>
        <p:nvCxnSpPr>
          <p:cNvPr id="911" name="Google Shape;911;p48"/>
          <p:cNvCxnSpPr/>
          <p:nvPr/>
        </p:nvCxnSpPr>
        <p:spPr>
          <a:xfrm>
            <a:off x="10822805" y="7676266"/>
            <a:ext cx="3720254" cy="0"/>
          </a:xfrm>
          <a:prstGeom prst="straightConnector1">
            <a:avLst/>
          </a:prstGeom>
          <a:noFill/>
          <a:ln cap="flat" cmpd="sng" w="38100">
            <a:solidFill>
              <a:srgbClr val="000000"/>
            </a:solidFill>
            <a:prstDash val="solid"/>
            <a:round/>
            <a:headEnd len="sm" w="sm" type="none"/>
            <a:tailEnd len="sm" w="sm" type="none"/>
          </a:ln>
        </p:spPr>
      </p:cxnSp>
      <p:cxnSp>
        <p:nvCxnSpPr>
          <p:cNvPr id="912" name="Google Shape;912;p48"/>
          <p:cNvCxnSpPr/>
          <p:nvPr/>
        </p:nvCxnSpPr>
        <p:spPr>
          <a:xfrm>
            <a:off x="9911454" y="6573508"/>
            <a:ext cx="0" cy="1082810"/>
          </a:xfrm>
          <a:prstGeom prst="straightConnector1">
            <a:avLst/>
          </a:prstGeom>
          <a:noFill/>
          <a:ln cap="flat" cmpd="sng" w="38100">
            <a:solidFill>
              <a:srgbClr val="000000"/>
            </a:solidFill>
            <a:prstDash val="solid"/>
            <a:round/>
            <a:headEnd len="sm" w="sm" type="none"/>
            <a:tailEnd len="sm" w="sm" type="none"/>
          </a:ln>
        </p:spPr>
      </p:cxnSp>
      <p:cxnSp>
        <p:nvCxnSpPr>
          <p:cNvPr id="913" name="Google Shape;913;p48"/>
          <p:cNvCxnSpPr/>
          <p:nvPr/>
        </p:nvCxnSpPr>
        <p:spPr>
          <a:xfrm>
            <a:off x="14543059" y="6591080"/>
            <a:ext cx="0" cy="1082810"/>
          </a:xfrm>
          <a:prstGeom prst="straightConnector1">
            <a:avLst/>
          </a:prstGeom>
          <a:noFill/>
          <a:ln cap="flat" cmpd="sng" w="38100">
            <a:solidFill>
              <a:srgbClr val="000000"/>
            </a:solidFill>
            <a:prstDash val="solid"/>
            <a:round/>
            <a:headEnd len="sm" w="sm" type="none"/>
            <a:tailEnd len="sm" w="sm" type="none"/>
          </a:ln>
        </p:spPr>
      </p:cxnSp>
      <p:cxnSp>
        <p:nvCxnSpPr>
          <p:cNvPr id="914" name="Google Shape;914;p48"/>
          <p:cNvCxnSpPr/>
          <p:nvPr/>
        </p:nvCxnSpPr>
        <p:spPr>
          <a:xfrm>
            <a:off x="9892404" y="7653943"/>
            <a:ext cx="292783" cy="0"/>
          </a:xfrm>
          <a:prstGeom prst="straightConnector1">
            <a:avLst/>
          </a:prstGeom>
          <a:noFill/>
          <a:ln cap="flat" cmpd="sng" w="38100">
            <a:solidFill>
              <a:srgbClr val="000000"/>
            </a:solidFill>
            <a:prstDash val="solid"/>
            <a:round/>
            <a:headEnd len="sm" w="sm" type="none"/>
            <a:tailEnd len="sm" w="sm" type="none"/>
          </a:ln>
        </p:spPr>
      </p:cxnSp>
      <p:cxnSp>
        <p:nvCxnSpPr>
          <p:cNvPr id="915" name="Google Shape;915;p48"/>
          <p:cNvCxnSpPr/>
          <p:nvPr/>
        </p:nvCxnSpPr>
        <p:spPr>
          <a:xfrm flipH="1" rot="10800000">
            <a:off x="9969178" y="7656318"/>
            <a:ext cx="216009" cy="390654"/>
          </a:xfrm>
          <a:prstGeom prst="straightConnector1">
            <a:avLst/>
          </a:prstGeom>
          <a:noFill/>
          <a:ln cap="flat" cmpd="sng" w="38100">
            <a:solidFill>
              <a:srgbClr val="000000"/>
            </a:solidFill>
            <a:prstDash val="solid"/>
            <a:round/>
            <a:headEnd len="sm" w="sm" type="none"/>
            <a:tailEnd len="sm" w="sm" type="none"/>
          </a:ln>
        </p:spPr>
      </p:cxnSp>
      <p:cxnSp>
        <p:nvCxnSpPr>
          <p:cNvPr id="916" name="Google Shape;916;p48"/>
          <p:cNvCxnSpPr/>
          <p:nvPr/>
        </p:nvCxnSpPr>
        <p:spPr>
          <a:xfrm flipH="1" rot="10800000">
            <a:off x="9969178" y="7656318"/>
            <a:ext cx="731031" cy="348095"/>
          </a:xfrm>
          <a:prstGeom prst="straightConnector1">
            <a:avLst/>
          </a:prstGeom>
          <a:noFill/>
          <a:ln cap="flat" cmpd="sng" w="38100">
            <a:solidFill>
              <a:srgbClr val="000000"/>
            </a:solidFill>
            <a:prstDash val="solid"/>
            <a:round/>
            <a:headEnd len="sm" w="sm" type="none"/>
            <a:tailEnd len="sm" w="sm" type="none"/>
          </a:ln>
        </p:spPr>
      </p:cxnSp>
      <p:sp>
        <p:nvSpPr>
          <p:cNvPr id="917" name="Google Shape;917;p48"/>
          <p:cNvSpPr/>
          <p:nvPr/>
        </p:nvSpPr>
        <p:spPr>
          <a:xfrm>
            <a:off x="7972312" y="4536003"/>
            <a:ext cx="2354522" cy="1214994"/>
          </a:xfrm>
          <a:custGeom>
            <a:rect b="b" l="l" r="r" t="t"/>
            <a:pathLst>
              <a:path extrusionOk="0" h="1214994" w="2354522">
                <a:moveTo>
                  <a:pt x="0" y="0"/>
                </a:moveTo>
                <a:lnTo>
                  <a:pt x="2354522" y="0"/>
                </a:lnTo>
                <a:lnTo>
                  <a:pt x="2354522" y="1214994"/>
                </a:lnTo>
                <a:lnTo>
                  <a:pt x="0" y="1214994"/>
                </a:lnTo>
                <a:lnTo>
                  <a:pt x="0" y="0"/>
                </a:lnTo>
                <a:close/>
              </a:path>
            </a:pathLst>
          </a:custGeom>
          <a:blipFill rotWithShape="1">
            <a:blip r:embed="rId8">
              <a:alphaModFix/>
            </a:blip>
            <a:stretch>
              <a:fillRect b="0" l="0" r="0" t="0"/>
            </a:stretch>
          </a:blipFill>
          <a:ln>
            <a:noFill/>
          </a:ln>
        </p:spPr>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8BC5"/>
        </a:solidFill>
      </p:bgPr>
    </p:bg>
    <p:spTree>
      <p:nvGrpSpPr>
        <p:cNvPr id="921" name="Shape 921"/>
        <p:cNvGrpSpPr/>
        <p:nvPr/>
      </p:nvGrpSpPr>
      <p:grpSpPr>
        <a:xfrm>
          <a:off x="0" y="0"/>
          <a:ext cx="0" cy="0"/>
          <a:chOff x="0" y="0"/>
          <a:chExt cx="0" cy="0"/>
        </a:xfrm>
      </p:grpSpPr>
      <p:sp>
        <p:nvSpPr>
          <p:cNvPr id="922" name="Google Shape;922;p49"/>
          <p:cNvSpPr/>
          <p:nvPr/>
        </p:nvSpPr>
        <p:spPr>
          <a:xfrm>
            <a:off x="2961887" y="1028700"/>
            <a:ext cx="8093569" cy="11443349"/>
          </a:xfrm>
          <a:custGeom>
            <a:rect b="b" l="l" r="r" t="t"/>
            <a:pathLst>
              <a:path extrusionOk="0" h="11443349" w="8093569">
                <a:moveTo>
                  <a:pt x="0" y="0"/>
                </a:moveTo>
                <a:lnTo>
                  <a:pt x="8093569" y="0"/>
                </a:lnTo>
                <a:lnTo>
                  <a:pt x="8093569" y="11443349"/>
                </a:lnTo>
                <a:lnTo>
                  <a:pt x="0" y="11443349"/>
                </a:lnTo>
                <a:lnTo>
                  <a:pt x="0" y="0"/>
                </a:lnTo>
                <a:close/>
              </a:path>
            </a:pathLst>
          </a:custGeom>
          <a:blipFill rotWithShape="1">
            <a:blip r:embed="rId3">
              <a:alphaModFix/>
            </a:blip>
            <a:stretch>
              <a:fillRect b="0" l="0" r="0" t="0"/>
            </a:stretch>
          </a:blipFill>
          <a:ln>
            <a:noFill/>
          </a:ln>
        </p:spPr>
      </p:sp>
      <p:grpSp>
        <p:nvGrpSpPr>
          <p:cNvPr id="923" name="Google Shape;923;p49"/>
          <p:cNvGrpSpPr/>
          <p:nvPr/>
        </p:nvGrpSpPr>
        <p:grpSpPr>
          <a:xfrm>
            <a:off x="10597535" y="1028700"/>
            <a:ext cx="3546371" cy="10532634"/>
            <a:chOff x="0" y="0"/>
            <a:chExt cx="934024" cy="2774027"/>
          </a:xfrm>
        </p:grpSpPr>
        <p:sp>
          <p:nvSpPr>
            <p:cNvPr id="924" name="Google Shape;924;p49"/>
            <p:cNvSpPr/>
            <p:nvPr/>
          </p:nvSpPr>
          <p:spPr>
            <a:xfrm>
              <a:off x="0" y="0"/>
              <a:ext cx="934024" cy="2774027"/>
            </a:xfrm>
            <a:custGeom>
              <a:rect b="b" l="l" r="r" t="t"/>
              <a:pathLst>
                <a:path extrusionOk="0" h="2774027" w="934024">
                  <a:moveTo>
                    <a:pt x="0" y="0"/>
                  </a:moveTo>
                  <a:lnTo>
                    <a:pt x="934024" y="0"/>
                  </a:lnTo>
                  <a:lnTo>
                    <a:pt x="934024" y="2774027"/>
                  </a:lnTo>
                  <a:lnTo>
                    <a:pt x="0" y="2774027"/>
                  </a:lnTo>
                  <a:close/>
                </a:path>
              </a:pathLst>
            </a:custGeom>
            <a:solidFill>
              <a:srgbClr val="FFFFFF"/>
            </a:solidFill>
            <a:ln>
              <a:noFill/>
            </a:ln>
          </p:spPr>
        </p:sp>
        <p:sp>
          <p:nvSpPr>
            <p:cNvPr id="925" name="Google Shape;925;p49"/>
            <p:cNvSpPr txBox="1"/>
            <p:nvPr/>
          </p:nvSpPr>
          <p:spPr>
            <a:xfrm>
              <a:off x="0" y="38100"/>
              <a:ext cx="934024" cy="2735927"/>
            </a:xfrm>
            <a:prstGeom prst="rect">
              <a:avLst/>
            </a:prstGeom>
            <a:noFill/>
            <a:ln>
              <a:noFill/>
            </a:ln>
          </p:spPr>
          <p:txBody>
            <a:bodyPr anchorCtr="0" anchor="ctr" bIns="50800" lIns="50800" spcFirstLastPara="1" rIns="50800" wrap="square" tIns="50800">
              <a:noAutofit/>
            </a:bodyPr>
            <a:lstStyle/>
            <a:p>
              <a:pPr indent="0" lvl="0" marL="0" marR="0" rtl="0" algn="ctr">
                <a:lnSpc>
                  <a:spcPct val="149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926" name="Google Shape;926;p49"/>
          <p:cNvSpPr/>
          <p:nvPr/>
        </p:nvSpPr>
        <p:spPr>
          <a:xfrm>
            <a:off x="3872716" y="3977522"/>
            <a:ext cx="9534288" cy="2596624"/>
          </a:xfrm>
          <a:custGeom>
            <a:rect b="b" l="l" r="r" t="t"/>
            <a:pathLst>
              <a:path extrusionOk="0" h="2596624" w="9534288">
                <a:moveTo>
                  <a:pt x="0" y="0"/>
                </a:moveTo>
                <a:lnTo>
                  <a:pt x="9534288" y="0"/>
                </a:lnTo>
                <a:lnTo>
                  <a:pt x="9534288" y="2596624"/>
                </a:lnTo>
                <a:lnTo>
                  <a:pt x="0" y="2596624"/>
                </a:lnTo>
                <a:lnTo>
                  <a:pt x="0" y="0"/>
                </a:lnTo>
                <a:close/>
              </a:path>
            </a:pathLst>
          </a:custGeom>
          <a:blipFill rotWithShape="1">
            <a:blip r:embed="rId4">
              <a:alphaModFix/>
            </a:blip>
            <a:stretch>
              <a:fillRect b="-45534" l="0" r="0" t="0"/>
            </a:stretch>
          </a:blipFill>
          <a:ln>
            <a:noFill/>
          </a:ln>
        </p:spPr>
      </p:sp>
      <p:sp>
        <p:nvSpPr>
          <p:cNvPr id="927" name="Google Shape;927;p49"/>
          <p:cNvSpPr txBox="1"/>
          <p:nvPr/>
        </p:nvSpPr>
        <p:spPr>
          <a:xfrm>
            <a:off x="4074405" y="2204839"/>
            <a:ext cx="6766972" cy="1152634"/>
          </a:xfrm>
          <a:prstGeom prst="rect">
            <a:avLst/>
          </a:prstGeom>
          <a:noFill/>
          <a:ln>
            <a:noFill/>
          </a:ln>
        </p:spPr>
        <p:txBody>
          <a:bodyPr anchorCtr="0" anchor="t" bIns="0" lIns="0" spcFirstLastPara="1" rIns="0" wrap="square" tIns="0">
            <a:spAutoFit/>
          </a:bodyPr>
          <a:lstStyle/>
          <a:p>
            <a:pPr indent="0" lvl="0" marL="0" marR="0" rtl="0" algn="l">
              <a:lnSpc>
                <a:spcPct val="106012"/>
              </a:lnSpc>
              <a:spcBef>
                <a:spcPts val="0"/>
              </a:spcBef>
              <a:spcAft>
                <a:spcPts val="0"/>
              </a:spcAft>
              <a:buNone/>
            </a:pPr>
            <a:r>
              <a:rPr b="1" i="0" lang="en-US" sz="6969" u="none" cap="none" strike="noStrike">
                <a:solidFill>
                  <a:srgbClr val="000000"/>
                </a:solidFill>
                <a:latin typeface="Arial"/>
                <a:ea typeface="Arial"/>
                <a:cs typeface="Arial"/>
                <a:sym typeface="Arial"/>
              </a:rPr>
              <a:t>Tercer paso:</a:t>
            </a:r>
            <a:endParaRPr/>
          </a:p>
        </p:txBody>
      </p:sp>
      <p:sp>
        <p:nvSpPr>
          <p:cNvPr id="928" name="Google Shape;928;p49"/>
          <p:cNvSpPr/>
          <p:nvPr/>
        </p:nvSpPr>
        <p:spPr>
          <a:xfrm flipH="1" rot="-475932">
            <a:off x="12854712" y="1529178"/>
            <a:ext cx="1770861" cy="942983"/>
          </a:xfrm>
          <a:custGeom>
            <a:rect b="b" l="l" r="r" t="t"/>
            <a:pathLst>
              <a:path extrusionOk="0" h="942983" w="1770861">
                <a:moveTo>
                  <a:pt x="1770861" y="0"/>
                </a:moveTo>
                <a:lnTo>
                  <a:pt x="0" y="0"/>
                </a:lnTo>
                <a:lnTo>
                  <a:pt x="0" y="942983"/>
                </a:lnTo>
                <a:lnTo>
                  <a:pt x="1770861" y="942983"/>
                </a:lnTo>
                <a:lnTo>
                  <a:pt x="1770861" y="0"/>
                </a:lnTo>
                <a:close/>
              </a:path>
            </a:pathLst>
          </a:custGeom>
          <a:blipFill rotWithShape="1">
            <a:blip r:embed="rId5">
              <a:alphaModFix/>
            </a:blip>
            <a:stretch>
              <a:fillRect b="0" l="0" r="0" t="0"/>
            </a:stretch>
          </a:blipFill>
          <a:ln>
            <a:noFill/>
          </a:ln>
        </p:spPr>
      </p:sp>
      <p:sp>
        <p:nvSpPr>
          <p:cNvPr id="929" name="Google Shape;929;p49"/>
          <p:cNvSpPr/>
          <p:nvPr/>
        </p:nvSpPr>
        <p:spPr>
          <a:xfrm rot="-10703534">
            <a:off x="14045195" y="8969388"/>
            <a:ext cx="5875677" cy="3238967"/>
          </a:xfrm>
          <a:custGeom>
            <a:rect b="b" l="l" r="r" t="t"/>
            <a:pathLst>
              <a:path extrusionOk="0" h="3238967" w="5875677">
                <a:moveTo>
                  <a:pt x="0" y="0"/>
                </a:moveTo>
                <a:lnTo>
                  <a:pt x="5875677" y="0"/>
                </a:lnTo>
                <a:lnTo>
                  <a:pt x="5875677" y="3238967"/>
                </a:lnTo>
                <a:lnTo>
                  <a:pt x="0" y="3238967"/>
                </a:lnTo>
                <a:lnTo>
                  <a:pt x="0" y="0"/>
                </a:lnTo>
                <a:close/>
              </a:path>
            </a:pathLst>
          </a:custGeom>
          <a:blipFill rotWithShape="1">
            <a:blip r:embed="rId6">
              <a:alphaModFix/>
            </a:blip>
            <a:stretch>
              <a:fillRect b="0" l="0" r="0" t="0"/>
            </a:stretch>
          </a:blipFill>
          <a:ln>
            <a:noFill/>
          </a:ln>
        </p:spPr>
      </p:sp>
      <p:sp>
        <p:nvSpPr>
          <p:cNvPr id="930" name="Google Shape;930;p49"/>
          <p:cNvSpPr/>
          <p:nvPr/>
        </p:nvSpPr>
        <p:spPr>
          <a:xfrm rot="8941024">
            <a:off x="14751177" y="-2393404"/>
            <a:ext cx="4861231" cy="3706689"/>
          </a:xfrm>
          <a:custGeom>
            <a:rect b="b" l="l" r="r" t="t"/>
            <a:pathLst>
              <a:path extrusionOk="0" h="3706689" w="4861231">
                <a:moveTo>
                  <a:pt x="0" y="0"/>
                </a:moveTo>
                <a:lnTo>
                  <a:pt x="4861232" y="0"/>
                </a:lnTo>
                <a:lnTo>
                  <a:pt x="4861232" y="3706689"/>
                </a:lnTo>
                <a:lnTo>
                  <a:pt x="0" y="3706689"/>
                </a:lnTo>
                <a:lnTo>
                  <a:pt x="0" y="0"/>
                </a:lnTo>
                <a:close/>
              </a:path>
            </a:pathLst>
          </a:custGeom>
          <a:blipFill rotWithShape="1">
            <a:blip r:embed="rId7">
              <a:alphaModFix/>
            </a:blip>
            <a:stretch>
              <a:fillRect b="0" l="0" r="0" t="0"/>
            </a:stretch>
          </a:blipFill>
          <a:ln>
            <a:noFill/>
          </a:ln>
        </p:spPr>
      </p:sp>
      <p:sp>
        <p:nvSpPr>
          <p:cNvPr id="931" name="Google Shape;931;p49"/>
          <p:cNvSpPr/>
          <p:nvPr/>
        </p:nvSpPr>
        <p:spPr>
          <a:xfrm rot="-277003">
            <a:off x="2356984" y="44709"/>
            <a:ext cx="1209807" cy="2452951"/>
          </a:xfrm>
          <a:custGeom>
            <a:rect b="b" l="l" r="r" t="t"/>
            <a:pathLst>
              <a:path extrusionOk="0" h="2452951" w="1209807">
                <a:moveTo>
                  <a:pt x="0" y="0"/>
                </a:moveTo>
                <a:lnTo>
                  <a:pt x="1209807" y="0"/>
                </a:lnTo>
                <a:lnTo>
                  <a:pt x="1209807" y="2452951"/>
                </a:lnTo>
                <a:lnTo>
                  <a:pt x="0" y="2452951"/>
                </a:lnTo>
                <a:lnTo>
                  <a:pt x="0" y="0"/>
                </a:lnTo>
                <a:close/>
              </a:path>
            </a:pathLst>
          </a:custGeom>
          <a:blipFill rotWithShape="1">
            <a:blip r:embed="rId8">
              <a:alphaModFix/>
            </a:blip>
            <a:stretch>
              <a:fillRect b="-23885" l="-165097" r="0" t="0"/>
            </a:stretch>
          </a:blipFill>
          <a:ln>
            <a:noFill/>
          </a:ln>
        </p:spPr>
      </p:sp>
      <p:sp>
        <p:nvSpPr>
          <p:cNvPr id="932" name="Google Shape;932;p49"/>
          <p:cNvSpPr/>
          <p:nvPr/>
        </p:nvSpPr>
        <p:spPr>
          <a:xfrm>
            <a:off x="3882250" y="6574150"/>
            <a:ext cx="9534288" cy="2771896"/>
          </a:xfrm>
          <a:custGeom>
            <a:rect b="b" l="l" r="r" t="t"/>
            <a:pathLst>
              <a:path extrusionOk="0" h="2596624" w="9534288">
                <a:moveTo>
                  <a:pt x="0" y="0"/>
                </a:moveTo>
                <a:lnTo>
                  <a:pt x="9534288" y="0"/>
                </a:lnTo>
                <a:lnTo>
                  <a:pt x="9534288" y="2596623"/>
                </a:lnTo>
                <a:lnTo>
                  <a:pt x="0" y="2596623"/>
                </a:lnTo>
                <a:lnTo>
                  <a:pt x="0" y="0"/>
                </a:lnTo>
                <a:close/>
              </a:path>
            </a:pathLst>
          </a:custGeom>
          <a:blipFill rotWithShape="1">
            <a:blip r:embed="rId4">
              <a:alphaModFix/>
            </a:blip>
            <a:stretch>
              <a:fillRect b="-45534" l="0" r="0" t="0"/>
            </a:stretch>
          </a:blipFill>
          <a:ln>
            <a:noFill/>
          </a:ln>
        </p:spPr>
      </p:sp>
      <p:sp>
        <p:nvSpPr>
          <p:cNvPr id="933" name="Google Shape;933;p49"/>
          <p:cNvSpPr txBox="1"/>
          <p:nvPr/>
        </p:nvSpPr>
        <p:spPr>
          <a:xfrm>
            <a:off x="4137524" y="4256667"/>
            <a:ext cx="9004673" cy="4086225"/>
          </a:xfrm>
          <a:prstGeom prst="rect">
            <a:avLst/>
          </a:prstGeom>
          <a:noFill/>
          <a:ln>
            <a:noFill/>
          </a:ln>
        </p:spPr>
        <p:txBody>
          <a:bodyPr anchorCtr="0" anchor="t" bIns="0" lIns="0" spcFirstLastPara="1" rIns="0" wrap="square" tIns="0">
            <a:spAutoFit/>
          </a:bodyPr>
          <a:lstStyle/>
          <a:p>
            <a:pPr indent="0" lvl="0" marL="0" marR="0" rtl="0" algn="l">
              <a:lnSpc>
                <a:spcPct val="120007"/>
              </a:lnSpc>
              <a:spcBef>
                <a:spcPts val="0"/>
              </a:spcBef>
              <a:spcAft>
                <a:spcPts val="0"/>
              </a:spcAft>
              <a:buNone/>
            </a:pPr>
            <a:r>
              <a:rPr b="0" i="0" lang="en-US" sz="2749" u="none" cap="none" strike="noStrike">
                <a:solidFill>
                  <a:srgbClr val="000000"/>
                </a:solidFill>
                <a:latin typeface="DM Sans"/>
                <a:ea typeface="DM Sans"/>
                <a:cs typeface="DM Sans"/>
                <a:sym typeface="DM Sans"/>
              </a:rPr>
              <a:t>El host emisor recibe el mensaje y almacena la información de dirección MAC y dirección IP en la tabla ARP. Después que el host emisor incluya la dirección MAC del host de destino en su tabla ARP, podrá enviar tramas directamente hasta ese destinatario sin tener que enviar primero una solicitud ARP.</a:t>
            </a:r>
            <a:endParaRPr/>
          </a:p>
          <a:p>
            <a:pPr indent="0" lvl="0" marL="0" marR="0" rtl="0" algn="l">
              <a:lnSpc>
                <a:spcPct val="120007"/>
              </a:lnSpc>
              <a:spcBef>
                <a:spcPts val="0"/>
              </a:spcBef>
              <a:spcAft>
                <a:spcPts val="0"/>
              </a:spcAft>
              <a:buNone/>
            </a:pPr>
            <a:r>
              <a:t/>
            </a:r>
            <a:endParaRPr b="0" i="0" sz="2749" u="none" cap="none" strike="noStrike">
              <a:solidFill>
                <a:srgbClr val="000000"/>
              </a:solidFill>
              <a:latin typeface="DM Sans"/>
              <a:ea typeface="DM Sans"/>
              <a:cs typeface="DM Sans"/>
              <a:sym typeface="DM Sans"/>
            </a:endParaRPr>
          </a:p>
          <a:p>
            <a:pPr indent="0" lvl="0" marL="0" marR="0" rtl="0" algn="l">
              <a:lnSpc>
                <a:spcPct val="120007"/>
              </a:lnSpc>
              <a:spcBef>
                <a:spcPts val="0"/>
              </a:spcBef>
              <a:spcAft>
                <a:spcPts val="0"/>
              </a:spcAft>
              <a:buNone/>
            </a:pPr>
            <a:r>
              <a:rPr b="0" i="0" lang="en-US" sz="2749" u="none" cap="none" strike="noStrike">
                <a:solidFill>
                  <a:srgbClr val="000000"/>
                </a:solidFill>
                <a:latin typeface="DM Sans"/>
                <a:ea typeface="DM Sans"/>
                <a:cs typeface="DM Sans"/>
                <a:sym typeface="DM Sans"/>
              </a:rPr>
              <a:t>Todos los hosts involucrados en la solicitud broadcast de ARP utilizarán esa información para actualizar sus propias tablas ARP.</a:t>
            </a:r>
            <a:endParaRPr/>
          </a:p>
        </p:txBody>
      </p:sp>
      <p:sp>
        <p:nvSpPr>
          <p:cNvPr id="934" name="Google Shape;934;p49"/>
          <p:cNvSpPr/>
          <p:nvPr/>
        </p:nvSpPr>
        <p:spPr>
          <a:xfrm>
            <a:off x="13052772" y="7574855"/>
            <a:ext cx="2182268" cy="2256104"/>
          </a:xfrm>
          <a:custGeom>
            <a:rect b="b" l="l" r="r" t="t"/>
            <a:pathLst>
              <a:path extrusionOk="0" h="2256104" w="2182268">
                <a:moveTo>
                  <a:pt x="0" y="0"/>
                </a:moveTo>
                <a:lnTo>
                  <a:pt x="2182268" y="0"/>
                </a:lnTo>
                <a:lnTo>
                  <a:pt x="2182268" y="2256104"/>
                </a:lnTo>
                <a:lnTo>
                  <a:pt x="0" y="2256104"/>
                </a:lnTo>
                <a:lnTo>
                  <a:pt x="0" y="0"/>
                </a:lnTo>
                <a:close/>
              </a:path>
            </a:pathLst>
          </a:custGeom>
          <a:blipFill rotWithShape="1">
            <a:blip r:embed="rId9">
              <a:alphaModFix/>
            </a:blip>
            <a:stretch>
              <a:fillRect b="0" l="0" r="0" t="0"/>
            </a:stretch>
          </a:blipFill>
          <a:ln>
            <a:noFill/>
          </a:ln>
        </p:spPr>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1C5E9"/>
        </a:solidFill>
      </p:bgPr>
    </p:bg>
    <p:spTree>
      <p:nvGrpSpPr>
        <p:cNvPr id="938" name="Shape 938"/>
        <p:cNvGrpSpPr/>
        <p:nvPr/>
      </p:nvGrpSpPr>
      <p:grpSpPr>
        <a:xfrm>
          <a:off x="0" y="0"/>
          <a:ext cx="0" cy="0"/>
          <a:chOff x="0" y="0"/>
          <a:chExt cx="0" cy="0"/>
        </a:xfrm>
      </p:grpSpPr>
      <p:sp>
        <p:nvSpPr>
          <p:cNvPr id="939" name="Google Shape;939;p50"/>
          <p:cNvSpPr/>
          <p:nvPr/>
        </p:nvSpPr>
        <p:spPr>
          <a:xfrm rot="-3890007">
            <a:off x="14059290" y="-2028417"/>
            <a:ext cx="2227136" cy="4114800"/>
          </a:xfrm>
          <a:custGeom>
            <a:rect b="b" l="l" r="r" t="t"/>
            <a:pathLst>
              <a:path extrusionOk="0" h="4114800" w="2227136">
                <a:moveTo>
                  <a:pt x="0" y="0"/>
                </a:moveTo>
                <a:lnTo>
                  <a:pt x="2227136" y="0"/>
                </a:lnTo>
                <a:lnTo>
                  <a:pt x="2227136" y="4114800"/>
                </a:lnTo>
                <a:lnTo>
                  <a:pt x="0" y="4114800"/>
                </a:lnTo>
                <a:lnTo>
                  <a:pt x="0" y="0"/>
                </a:lnTo>
                <a:close/>
              </a:path>
            </a:pathLst>
          </a:custGeom>
          <a:blipFill rotWithShape="1">
            <a:blip r:embed="rId3">
              <a:alphaModFix/>
            </a:blip>
            <a:stretch>
              <a:fillRect b="0" l="0" r="0" t="0"/>
            </a:stretch>
          </a:blipFill>
          <a:ln>
            <a:noFill/>
          </a:ln>
        </p:spPr>
      </p:sp>
      <p:sp>
        <p:nvSpPr>
          <p:cNvPr id="940" name="Google Shape;940;p50"/>
          <p:cNvSpPr/>
          <p:nvPr/>
        </p:nvSpPr>
        <p:spPr>
          <a:xfrm rot="2496945">
            <a:off x="-990421" y="-2028417"/>
            <a:ext cx="2978086" cy="4114800"/>
          </a:xfrm>
          <a:custGeom>
            <a:rect b="b" l="l" r="r" t="t"/>
            <a:pathLst>
              <a:path extrusionOk="0" h="4114800" w="2978086">
                <a:moveTo>
                  <a:pt x="0" y="0"/>
                </a:moveTo>
                <a:lnTo>
                  <a:pt x="2978086" y="0"/>
                </a:lnTo>
                <a:lnTo>
                  <a:pt x="2978086" y="4114800"/>
                </a:lnTo>
                <a:lnTo>
                  <a:pt x="0" y="4114800"/>
                </a:lnTo>
                <a:lnTo>
                  <a:pt x="0" y="0"/>
                </a:lnTo>
                <a:close/>
              </a:path>
            </a:pathLst>
          </a:custGeom>
          <a:blipFill rotWithShape="1">
            <a:blip r:embed="rId4">
              <a:alphaModFix/>
            </a:blip>
            <a:stretch>
              <a:fillRect b="0" l="0" r="0" t="0"/>
            </a:stretch>
          </a:blipFill>
          <a:ln>
            <a:noFill/>
          </a:ln>
        </p:spPr>
      </p:sp>
      <p:sp>
        <p:nvSpPr>
          <p:cNvPr id="941" name="Google Shape;941;p50"/>
          <p:cNvSpPr/>
          <p:nvPr/>
        </p:nvSpPr>
        <p:spPr>
          <a:xfrm rot="-5400000">
            <a:off x="16867676" y="6100311"/>
            <a:ext cx="5396459" cy="4114800"/>
          </a:xfrm>
          <a:custGeom>
            <a:rect b="b" l="l" r="r" t="t"/>
            <a:pathLst>
              <a:path extrusionOk="0" h="4114800" w="5396459">
                <a:moveTo>
                  <a:pt x="0" y="0"/>
                </a:moveTo>
                <a:lnTo>
                  <a:pt x="5396459" y="0"/>
                </a:lnTo>
                <a:lnTo>
                  <a:pt x="5396459" y="4114800"/>
                </a:lnTo>
                <a:lnTo>
                  <a:pt x="0" y="4114800"/>
                </a:lnTo>
                <a:lnTo>
                  <a:pt x="0" y="0"/>
                </a:lnTo>
                <a:close/>
              </a:path>
            </a:pathLst>
          </a:custGeom>
          <a:blipFill rotWithShape="1">
            <a:blip r:embed="rId5">
              <a:alphaModFix/>
            </a:blip>
            <a:stretch>
              <a:fillRect b="0" l="0" r="0" t="0"/>
            </a:stretch>
          </a:blipFill>
          <a:ln>
            <a:noFill/>
          </a:ln>
        </p:spPr>
      </p:sp>
      <p:sp>
        <p:nvSpPr>
          <p:cNvPr id="942" name="Google Shape;942;p50"/>
          <p:cNvSpPr/>
          <p:nvPr/>
        </p:nvSpPr>
        <p:spPr>
          <a:xfrm>
            <a:off x="498622" y="4245021"/>
            <a:ext cx="2514826" cy="1796958"/>
          </a:xfrm>
          <a:custGeom>
            <a:rect b="b" l="l" r="r" t="t"/>
            <a:pathLst>
              <a:path extrusionOk="0" h="1796958" w="2514826">
                <a:moveTo>
                  <a:pt x="0" y="0"/>
                </a:moveTo>
                <a:lnTo>
                  <a:pt x="2514826" y="0"/>
                </a:lnTo>
                <a:lnTo>
                  <a:pt x="2514826" y="1796958"/>
                </a:lnTo>
                <a:lnTo>
                  <a:pt x="0" y="1796958"/>
                </a:lnTo>
                <a:lnTo>
                  <a:pt x="0" y="0"/>
                </a:lnTo>
                <a:close/>
              </a:path>
            </a:pathLst>
          </a:custGeom>
          <a:blipFill rotWithShape="1">
            <a:blip r:embed="rId6">
              <a:alphaModFix/>
            </a:blip>
            <a:stretch>
              <a:fillRect b="0" l="0" r="0" t="0"/>
            </a:stretch>
          </a:blipFill>
          <a:ln>
            <a:noFill/>
          </a:ln>
        </p:spPr>
      </p:sp>
      <p:sp>
        <p:nvSpPr>
          <p:cNvPr id="943" name="Google Shape;943;p50"/>
          <p:cNvSpPr/>
          <p:nvPr/>
        </p:nvSpPr>
        <p:spPr>
          <a:xfrm>
            <a:off x="7886587" y="497851"/>
            <a:ext cx="2514826" cy="1796958"/>
          </a:xfrm>
          <a:custGeom>
            <a:rect b="b" l="l" r="r" t="t"/>
            <a:pathLst>
              <a:path extrusionOk="0" h="1796958" w="2514826">
                <a:moveTo>
                  <a:pt x="0" y="0"/>
                </a:moveTo>
                <a:lnTo>
                  <a:pt x="2514826" y="0"/>
                </a:lnTo>
                <a:lnTo>
                  <a:pt x="2514826" y="1796958"/>
                </a:lnTo>
                <a:lnTo>
                  <a:pt x="0" y="1796958"/>
                </a:lnTo>
                <a:lnTo>
                  <a:pt x="0" y="0"/>
                </a:lnTo>
                <a:close/>
              </a:path>
            </a:pathLst>
          </a:custGeom>
          <a:blipFill rotWithShape="1">
            <a:blip r:embed="rId6">
              <a:alphaModFix/>
            </a:blip>
            <a:stretch>
              <a:fillRect b="0" l="0" r="0" t="0"/>
            </a:stretch>
          </a:blipFill>
          <a:ln>
            <a:noFill/>
          </a:ln>
        </p:spPr>
      </p:sp>
      <p:sp>
        <p:nvSpPr>
          <p:cNvPr id="944" name="Google Shape;944;p50"/>
          <p:cNvSpPr/>
          <p:nvPr/>
        </p:nvSpPr>
        <p:spPr>
          <a:xfrm>
            <a:off x="7886587" y="8024361"/>
            <a:ext cx="2514826" cy="1796958"/>
          </a:xfrm>
          <a:custGeom>
            <a:rect b="b" l="l" r="r" t="t"/>
            <a:pathLst>
              <a:path extrusionOk="0" h="1796958" w="2514826">
                <a:moveTo>
                  <a:pt x="0" y="0"/>
                </a:moveTo>
                <a:lnTo>
                  <a:pt x="2514826" y="0"/>
                </a:lnTo>
                <a:lnTo>
                  <a:pt x="2514826" y="1796958"/>
                </a:lnTo>
                <a:lnTo>
                  <a:pt x="0" y="1796958"/>
                </a:lnTo>
                <a:lnTo>
                  <a:pt x="0" y="0"/>
                </a:lnTo>
                <a:close/>
              </a:path>
            </a:pathLst>
          </a:custGeom>
          <a:blipFill rotWithShape="1">
            <a:blip r:embed="rId6">
              <a:alphaModFix/>
            </a:blip>
            <a:stretch>
              <a:fillRect b="0" l="0" r="0" t="0"/>
            </a:stretch>
          </a:blipFill>
          <a:ln>
            <a:noFill/>
          </a:ln>
        </p:spPr>
      </p:sp>
      <p:sp>
        <p:nvSpPr>
          <p:cNvPr id="945" name="Google Shape;945;p50"/>
          <p:cNvSpPr/>
          <p:nvPr/>
        </p:nvSpPr>
        <p:spPr>
          <a:xfrm>
            <a:off x="15405160" y="4245021"/>
            <a:ext cx="2514826" cy="1796958"/>
          </a:xfrm>
          <a:custGeom>
            <a:rect b="b" l="l" r="r" t="t"/>
            <a:pathLst>
              <a:path extrusionOk="0" h="1796958" w="2514826">
                <a:moveTo>
                  <a:pt x="0" y="0"/>
                </a:moveTo>
                <a:lnTo>
                  <a:pt x="2514826" y="0"/>
                </a:lnTo>
                <a:lnTo>
                  <a:pt x="2514826" y="1796958"/>
                </a:lnTo>
                <a:lnTo>
                  <a:pt x="0" y="1796958"/>
                </a:lnTo>
                <a:lnTo>
                  <a:pt x="0" y="0"/>
                </a:lnTo>
                <a:close/>
              </a:path>
            </a:pathLst>
          </a:custGeom>
          <a:blipFill rotWithShape="1">
            <a:blip r:embed="rId6">
              <a:alphaModFix/>
            </a:blip>
            <a:stretch>
              <a:fillRect b="0" l="0" r="0" t="0"/>
            </a:stretch>
          </a:blipFill>
          <a:ln>
            <a:noFill/>
          </a:ln>
        </p:spPr>
      </p:sp>
      <p:cxnSp>
        <p:nvCxnSpPr>
          <p:cNvPr id="946" name="Google Shape;946;p50"/>
          <p:cNvCxnSpPr/>
          <p:nvPr/>
        </p:nvCxnSpPr>
        <p:spPr>
          <a:xfrm>
            <a:off x="2790403" y="5143500"/>
            <a:ext cx="5181909" cy="0"/>
          </a:xfrm>
          <a:prstGeom prst="straightConnector1">
            <a:avLst/>
          </a:prstGeom>
          <a:noFill/>
          <a:ln cap="flat" cmpd="sng" w="38100">
            <a:solidFill>
              <a:srgbClr val="000000"/>
            </a:solidFill>
            <a:prstDash val="solid"/>
            <a:round/>
            <a:headEnd len="sm" w="sm" type="none"/>
            <a:tailEnd len="sm" w="sm" type="none"/>
          </a:ln>
        </p:spPr>
      </p:cxnSp>
      <p:cxnSp>
        <p:nvCxnSpPr>
          <p:cNvPr id="947" name="Google Shape;947;p50"/>
          <p:cNvCxnSpPr/>
          <p:nvPr/>
        </p:nvCxnSpPr>
        <p:spPr>
          <a:xfrm>
            <a:off x="10401413" y="5143500"/>
            <a:ext cx="5307255" cy="0"/>
          </a:xfrm>
          <a:prstGeom prst="straightConnector1">
            <a:avLst/>
          </a:prstGeom>
          <a:noFill/>
          <a:ln cap="flat" cmpd="sng" w="38100">
            <a:solidFill>
              <a:srgbClr val="000000"/>
            </a:solidFill>
            <a:prstDash val="solid"/>
            <a:round/>
            <a:headEnd len="sm" w="sm" type="none"/>
            <a:tailEnd len="sm" w="sm" type="none"/>
          </a:ln>
        </p:spPr>
      </p:cxnSp>
      <p:cxnSp>
        <p:nvCxnSpPr>
          <p:cNvPr id="948" name="Google Shape;948;p50"/>
          <p:cNvCxnSpPr/>
          <p:nvPr/>
        </p:nvCxnSpPr>
        <p:spPr>
          <a:xfrm>
            <a:off x="9144000" y="2294809"/>
            <a:ext cx="5573" cy="2241194"/>
          </a:xfrm>
          <a:prstGeom prst="straightConnector1">
            <a:avLst/>
          </a:prstGeom>
          <a:noFill/>
          <a:ln cap="flat" cmpd="sng" w="38100">
            <a:solidFill>
              <a:srgbClr val="000000"/>
            </a:solidFill>
            <a:prstDash val="solid"/>
            <a:round/>
            <a:headEnd len="sm" w="sm" type="none"/>
            <a:tailEnd len="sm" w="sm" type="none"/>
          </a:ln>
        </p:spPr>
      </p:cxnSp>
      <p:cxnSp>
        <p:nvCxnSpPr>
          <p:cNvPr id="949" name="Google Shape;949;p50"/>
          <p:cNvCxnSpPr/>
          <p:nvPr/>
        </p:nvCxnSpPr>
        <p:spPr>
          <a:xfrm flipH="1">
            <a:off x="9144000" y="5750997"/>
            <a:ext cx="5573" cy="2273364"/>
          </a:xfrm>
          <a:prstGeom prst="straightConnector1">
            <a:avLst/>
          </a:prstGeom>
          <a:noFill/>
          <a:ln cap="flat" cmpd="sng" w="38100">
            <a:solidFill>
              <a:srgbClr val="000000"/>
            </a:solidFill>
            <a:prstDash val="solid"/>
            <a:round/>
            <a:headEnd len="sm" w="sm" type="none"/>
            <a:tailEnd len="sm" w="sm" type="none"/>
          </a:ln>
        </p:spPr>
      </p:cxnSp>
      <p:cxnSp>
        <p:nvCxnSpPr>
          <p:cNvPr id="950" name="Google Shape;950;p50"/>
          <p:cNvCxnSpPr/>
          <p:nvPr/>
        </p:nvCxnSpPr>
        <p:spPr>
          <a:xfrm>
            <a:off x="767158" y="2390814"/>
            <a:ext cx="6346220" cy="0"/>
          </a:xfrm>
          <a:prstGeom prst="straightConnector1">
            <a:avLst/>
          </a:prstGeom>
          <a:noFill/>
          <a:ln cap="flat" cmpd="sng" w="38100">
            <a:solidFill>
              <a:srgbClr val="000000"/>
            </a:solidFill>
            <a:prstDash val="solid"/>
            <a:round/>
            <a:headEnd len="sm" w="sm" type="none"/>
            <a:tailEnd len="sm" w="sm" type="none"/>
          </a:ln>
        </p:spPr>
      </p:cxnSp>
      <p:cxnSp>
        <p:nvCxnSpPr>
          <p:cNvPr id="951" name="Google Shape;951;p50"/>
          <p:cNvCxnSpPr/>
          <p:nvPr/>
        </p:nvCxnSpPr>
        <p:spPr>
          <a:xfrm>
            <a:off x="2067883" y="3840249"/>
            <a:ext cx="5045496" cy="0"/>
          </a:xfrm>
          <a:prstGeom prst="straightConnector1">
            <a:avLst/>
          </a:prstGeom>
          <a:noFill/>
          <a:ln cap="flat" cmpd="sng" w="38100">
            <a:solidFill>
              <a:srgbClr val="000000"/>
            </a:solidFill>
            <a:prstDash val="solid"/>
            <a:round/>
            <a:headEnd len="sm" w="sm" type="none"/>
            <a:tailEnd len="sm" w="sm" type="none"/>
          </a:ln>
        </p:spPr>
      </p:cxnSp>
      <p:cxnSp>
        <p:nvCxnSpPr>
          <p:cNvPr id="952" name="Google Shape;952;p50"/>
          <p:cNvCxnSpPr/>
          <p:nvPr/>
        </p:nvCxnSpPr>
        <p:spPr>
          <a:xfrm>
            <a:off x="7113378" y="2390814"/>
            <a:ext cx="0" cy="1449435"/>
          </a:xfrm>
          <a:prstGeom prst="straightConnector1">
            <a:avLst/>
          </a:prstGeom>
          <a:noFill/>
          <a:ln cap="flat" cmpd="sng" w="38100">
            <a:solidFill>
              <a:srgbClr val="000000"/>
            </a:solidFill>
            <a:prstDash val="solid"/>
            <a:round/>
            <a:headEnd len="sm" w="sm" type="none"/>
            <a:tailEnd len="sm" w="sm" type="none"/>
          </a:ln>
        </p:spPr>
      </p:cxnSp>
      <p:cxnSp>
        <p:nvCxnSpPr>
          <p:cNvPr id="953" name="Google Shape;953;p50"/>
          <p:cNvCxnSpPr/>
          <p:nvPr/>
        </p:nvCxnSpPr>
        <p:spPr>
          <a:xfrm>
            <a:off x="790575" y="2390814"/>
            <a:ext cx="0" cy="1449435"/>
          </a:xfrm>
          <a:prstGeom prst="straightConnector1">
            <a:avLst/>
          </a:prstGeom>
          <a:noFill/>
          <a:ln cap="flat" cmpd="sng" w="38100">
            <a:solidFill>
              <a:srgbClr val="000000"/>
            </a:solidFill>
            <a:prstDash val="solid"/>
            <a:round/>
            <a:headEnd len="sm" w="sm" type="none"/>
            <a:tailEnd len="sm" w="sm" type="none"/>
          </a:ln>
        </p:spPr>
      </p:cxnSp>
      <p:cxnSp>
        <p:nvCxnSpPr>
          <p:cNvPr id="954" name="Google Shape;954;p50"/>
          <p:cNvCxnSpPr/>
          <p:nvPr/>
        </p:nvCxnSpPr>
        <p:spPr>
          <a:xfrm>
            <a:off x="790575" y="3830724"/>
            <a:ext cx="580893" cy="9525"/>
          </a:xfrm>
          <a:prstGeom prst="straightConnector1">
            <a:avLst/>
          </a:prstGeom>
          <a:noFill/>
          <a:ln cap="flat" cmpd="sng" w="38100">
            <a:solidFill>
              <a:srgbClr val="000000"/>
            </a:solidFill>
            <a:prstDash val="solid"/>
            <a:round/>
            <a:headEnd len="sm" w="sm" type="none"/>
            <a:tailEnd len="sm" w="sm" type="none"/>
          </a:ln>
        </p:spPr>
      </p:cxnSp>
      <p:cxnSp>
        <p:nvCxnSpPr>
          <p:cNvPr id="955" name="Google Shape;955;p50"/>
          <p:cNvCxnSpPr/>
          <p:nvPr/>
        </p:nvCxnSpPr>
        <p:spPr>
          <a:xfrm>
            <a:off x="1371468" y="3830724"/>
            <a:ext cx="201810" cy="414297"/>
          </a:xfrm>
          <a:prstGeom prst="straightConnector1">
            <a:avLst/>
          </a:prstGeom>
          <a:noFill/>
          <a:ln cap="flat" cmpd="sng" w="38100">
            <a:solidFill>
              <a:srgbClr val="000000"/>
            </a:solidFill>
            <a:prstDash val="solid"/>
            <a:round/>
            <a:headEnd len="sm" w="sm" type="none"/>
            <a:tailEnd len="sm" w="sm" type="none"/>
          </a:ln>
        </p:spPr>
      </p:cxnSp>
      <p:cxnSp>
        <p:nvCxnSpPr>
          <p:cNvPr id="956" name="Google Shape;956;p50"/>
          <p:cNvCxnSpPr/>
          <p:nvPr/>
        </p:nvCxnSpPr>
        <p:spPr>
          <a:xfrm flipH="1">
            <a:off x="1573279" y="3840249"/>
            <a:ext cx="494604" cy="404772"/>
          </a:xfrm>
          <a:prstGeom prst="straightConnector1">
            <a:avLst/>
          </a:prstGeom>
          <a:noFill/>
          <a:ln cap="flat" cmpd="sng" w="38100">
            <a:solidFill>
              <a:srgbClr val="000000"/>
            </a:solidFill>
            <a:prstDash val="solid"/>
            <a:round/>
            <a:headEnd len="sm" w="sm" type="none"/>
            <a:tailEnd len="sm" w="sm" type="none"/>
          </a:ln>
        </p:spPr>
      </p:cxnSp>
      <p:sp>
        <p:nvSpPr>
          <p:cNvPr id="957" name="Google Shape;957;p50"/>
          <p:cNvSpPr/>
          <p:nvPr/>
        </p:nvSpPr>
        <p:spPr>
          <a:xfrm>
            <a:off x="7972312" y="4536003"/>
            <a:ext cx="2354522" cy="1214994"/>
          </a:xfrm>
          <a:custGeom>
            <a:rect b="b" l="l" r="r" t="t"/>
            <a:pathLst>
              <a:path extrusionOk="0" h="1214994" w="2354522">
                <a:moveTo>
                  <a:pt x="0" y="0"/>
                </a:moveTo>
                <a:lnTo>
                  <a:pt x="2354522" y="0"/>
                </a:lnTo>
                <a:lnTo>
                  <a:pt x="2354522" y="1214994"/>
                </a:lnTo>
                <a:lnTo>
                  <a:pt x="0" y="1214994"/>
                </a:lnTo>
                <a:lnTo>
                  <a:pt x="0" y="0"/>
                </a:lnTo>
                <a:close/>
              </a:path>
            </a:pathLst>
          </a:custGeom>
          <a:blipFill rotWithShape="1">
            <a:blip r:embed="rId7">
              <a:alphaModFix/>
            </a:blip>
            <a:stretch>
              <a:fillRect b="0" l="0" r="0" t="0"/>
            </a:stretch>
          </a:blipFill>
          <a:ln>
            <a:noFill/>
          </a:ln>
        </p:spPr>
      </p:sp>
      <p:sp>
        <p:nvSpPr>
          <p:cNvPr id="958" name="Google Shape;958;p50"/>
          <p:cNvSpPr txBox="1"/>
          <p:nvPr/>
        </p:nvSpPr>
        <p:spPr>
          <a:xfrm>
            <a:off x="908482" y="2659132"/>
            <a:ext cx="6086988" cy="858961"/>
          </a:xfrm>
          <a:prstGeom prst="rect">
            <a:avLst/>
          </a:prstGeom>
          <a:noFill/>
          <a:ln>
            <a:noFill/>
          </a:ln>
        </p:spPr>
        <p:txBody>
          <a:bodyPr anchorCtr="0" anchor="t" bIns="0" lIns="0" spcFirstLastPara="1" rIns="0" wrap="square" tIns="0">
            <a:spAutoFit/>
          </a:bodyPr>
          <a:lstStyle/>
          <a:p>
            <a:pPr indent="0" lvl="0" marL="0" marR="0" rtl="0" algn="l">
              <a:lnSpc>
                <a:spcPct val="120014"/>
              </a:lnSpc>
              <a:spcBef>
                <a:spcPts val="0"/>
              </a:spcBef>
              <a:spcAft>
                <a:spcPts val="0"/>
              </a:spcAft>
              <a:buNone/>
            </a:pPr>
            <a:r>
              <a:rPr b="0" i="0" lang="en-US" sz="2833" u="none" cap="none" strike="noStrike">
                <a:solidFill>
                  <a:srgbClr val="000000"/>
                </a:solidFill>
                <a:latin typeface="DM Sans"/>
                <a:ea typeface="DM Sans"/>
                <a:cs typeface="DM Sans"/>
                <a:sym typeface="DM Sans"/>
              </a:rPr>
              <a:t>Ahora tengo la dirección MAC, </a:t>
            </a:r>
            <a:endParaRPr/>
          </a:p>
          <a:p>
            <a:pPr indent="0" lvl="0" marL="0" marR="0" rtl="0" algn="l">
              <a:lnSpc>
                <a:spcPct val="120014"/>
              </a:lnSpc>
              <a:spcBef>
                <a:spcPts val="0"/>
              </a:spcBef>
              <a:spcAft>
                <a:spcPts val="0"/>
              </a:spcAft>
              <a:buNone/>
            </a:pPr>
            <a:r>
              <a:rPr b="0" i="0" lang="en-US" sz="2833" u="none" cap="none" strike="noStrike">
                <a:solidFill>
                  <a:srgbClr val="000000"/>
                </a:solidFill>
                <a:latin typeface="DM Sans"/>
                <a:ea typeface="DM Sans"/>
                <a:cs typeface="DM Sans"/>
                <a:sym typeface="DM Sans"/>
              </a:rPr>
              <a:t>así que puedo enviar la información.</a:t>
            </a:r>
            <a:endParaRPr/>
          </a:p>
        </p:txBody>
      </p:sp>
      <p:sp>
        <p:nvSpPr>
          <p:cNvPr id="959" name="Google Shape;959;p50"/>
          <p:cNvSpPr txBox="1"/>
          <p:nvPr/>
        </p:nvSpPr>
        <p:spPr>
          <a:xfrm>
            <a:off x="1432275" y="4638964"/>
            <a:ext cx="805678" cy="63817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200" u="none" cap="none" strike="noStrike">
                <a:solidFill>
                  <a:srgbClr val="000000"/>
                </a:solidFill>
                <a:latin typeface="DM Sans"/>
                <a:ea typeface="DM Sans"/>
                <a:cs typeface="DM Sans"/>
                <a:sym typeface="DM Sans"/>
              </a:rPr>
              <a:t>H1</a:t>
            </a:r>
            <a:endParaRPr/>
          </a:p>
        </p:txBody>
      </p:sp>
      <p:sp>
        <p:nvSpPr>
          <p:cNvPr id="960" name="Google Shape;960;p50"/>
          <p:cNvSpPr txBox="1"/>
          <p:nvPr/>
        </p:nvSpPr>
        <p:spPr>
          <a:xfrm>
            <a:off x="8931661" y="876300"/>
            <a:ext cx="805678" cy="63817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200" u="none" cap="none" strike="noStrike">
                <a:solidFill>
                  <a:srgbClr val="000000"/>
                </a:solidFill>
                <a:latin typeface="DM Sans"/>
                <a:ea typeface="DM Sans"/>
                <a:cs typeface="DM Sans"/>
                <a:sym typeface="DM Sans"/>
              </a:rPr>
              <a:t>H2</a:t>
            </a:r>
            <a:endParaRPr/>
          </a:p>
        </p:txBody>
      </p:sp>
      <p:sp>
        <p:nvSpPr>
          <p:cNvPr id="961" name="Google Shape;961;p50"/>
          <p:cNvSpPr txBox="1"/>
          <p:nvPr/>
        </p:nvSpPr>
        <p:spPr>
          <a:xfrm>
            <a:off x="16281759" y="4638964"/>
            <a:ext cx="805678" cy="63817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200" u="none" cap="none" strike="noStrike">
                <a:solidFill>
                  <a:srgbClr val="000000"/>
                </a:solidFill>
                <a:latin typeface="DM Sans"/>
                <a:ea typeface="DM Sans"/>
                <a:cs typeface="DM Sans"/>
                <a:sym typeface="DM Sans"/>
              </a:rPr>
              <a:t>H3</a:t>
            </a:r>
            <a:endParaRPr/>
          </a:p>
        </p:txBody>
      </p:sp>
      <p:sp>
        <p:nvSpPr>
          <p:cNvPr id="962" name="Google Shape;962;p50"/>
          <p:cNvSpPr txBox="1"/>
          <p:nvPr/>
        </p:nvSpPr>
        <p:spPr>
          <a:xfrm>
            <a:off x="8826886" y="8419447"/>
            <a:ext cx="805678" cy="63817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200" u="none" cap="none" strike="noStrike">
                <a:solidFill>
                  <a:srgbClr val="000000"/>
                </a:solidFill>
                <a:latin typeface="DM Sans"/>
                <a:ea typeface="DM Sans"/>
                <a:cs typeface="DM Sans"/>
                <a:sym typeface="DM Sans"/>
              </a:rPr>
              <a:t>H4</a:t>
            </a:r>
            <a:endParaRPr/>
          </a:p>
        </p:txBody>
      </p:sp>
      <p:sp>
        <p:nvSpPr>
          <p:cNvPr id="963" name="Google Shape;963;p50"/>
          <p:cNvSpPr txBox="1"/>
          <p:nvPr/>
        </p:nvSpPr>
        <p:spPr>
          <a:xfrm>
            <a:off x="826743" y="6042407"/>
            <a:ext cx="1895128" cy="428625"/>
          </a:xfrm>
          <a:prstGeom prst="rect">
            <a:avLst/>
          </a:prstGeom>
          <a:noFill/>
          <a:ln>
            <a:noFill/>
          </a:ln>
        </p:spPr>
        <p:txBody>
          <a:bodyPr anchorCtr="0" anchor="t" bIns="0" lIns="0" spcFirstLastPara="1" rIns="0" wrap="square" tIns="0">
            <a:spAutoFit/>
          </a:bodyPr>
          <a:lstStyle/>
          <a:p>
            <a:pPr indent="0" lvl="0" marL="0" marR="0" rtl="0" algn="ctr">
              <a:lnSpc>
                <a:spcPct val="120014"/>
              </a:lnSpc>
              <a:spcBef>
                <a:spcPts val="0"/>
              </a:spcBef>
              <a:spcAft>
                <a:spcPts val="0"/>
              </a:spcAft>
              <a:buNone/>
            </a:pPr>
            <a:r>
              <a:rPr b="0" i="0" lang="en-US" sz="2833" u="none" cap="none" strike="noStrike">
                <a:solidFill>
                  <a:srgbClr val="000000"/>
                </a:solidFill>
                <a:latin typeface="DM Sans"/>
                <a:ea typeface="DM Sans"/>
                <a:cs typeface="DM Sans"/>
                <a:sym typeface="DM Sans"/>
              </a:rPr>
              <a:t>192.168.1.5</a:t>
            </a:r>
            <a:endParaRPr/>
          </a:p>
        </p:txBody>
      </p:sp>
      <p:sp>
        <p:nvSpPr>
          <p:cNvPr id="964" name="Google Shape;964;p50"/>
          <p:cNvSpPr txBox="1"/>
          <p:nvPr/>
        </p:nvSpPr>
        <p:spPr>
          <a:xfrm>
            <a:off x="8282161" y="69226"/>
            <a:ext cx="1895128" cy="428625"/>
          </a:xfrm>
          <a:prstGeom prst="rect">
            <a:avLst/>
          </a:prstGeom>
          <a:noFill/>
          <a:ln>
            <a:noFill/>
          </a:ln>
        </p:spPr>
        <p:txBody>
          <a:bodyPr anchorCtr="0" anchor="t" bIns="0" lIns="0" spcFirstLastPara="1" rIns="0" wrap="square" tIns="0">
            <a:spAutoFit/>
          </a:bodyPr>
          <a:lstStyle/>
          <a:p>
            <a:pPr indent="0" lvl="0" marL="0" marR="0" rtl="0" algn="ctr">
              <a:lnSpc>
                <a:spcPct val="120014"/>
              </a:lnSpc>
              <a:spcBef>
                <a:spcPts val="0"/>
              </a:spcBef>
              <a:spcAft>
                <a:spcPts val="0"/>
              </a:spcAft>
              <a:buNone/>
            </a:pPr>
            <a:r>
              <a:rPr b="0" i="0" lang="en-US" sz="2833" u="none" cap="none" strike="noStrike">
                <a:solidFill>
                  <a:srgbClr val="000000"/>
                </a:solidFill>
                <a:latin typeface="DM Sans"/>
                <a:ea typeface="DM Sans"/>
                <a:cs typeface="DM Sans"/>
                <a:sym typeface="DM Sans"/>
              </a:rPr>
              <a:t>192.168.1.6</a:t>
            </a:r>
            <a:endParaRPr/>
          </a:p>
        </p:txBody>
      </p:sp>
      <p:sp>
        <p:nvSpPr>
          <p:cNvPr id="965" name="Google Shape;965;p50"/>
          <p:cNvSpPr txBox="1"/>
          <p:nvPr/>
        </p:nvSpPr>
        <p:spPr>
          <a:xfrm>
            <a:off x="8282161" y="9821319"/>
            <a:ext cx="1895128" cy="428625"/>
          </a:xfrm>
          <a:prstGeom prst="rect">
            <a:avLst/>
          </a:prstGeom>
          <a:noFill/>
          <a:ln>
            <a:noFill/>
          </a:ln>
        </p:spPr>
        <p:txBody>
          <a:bodyPr anchorCtr="0" anchor="t" bIns="0" lIns="0" spcFirstLastPara="1" rIns="0" wrap="square" tIns="0">
            <a:spAutoFit/>
          </a:bodyPr>
          <a:lstStyle/>
          <a:p>
            <a:pPr indent="0" lvl="0" marL="0" marR="0" rtl="0" algn="ctr">
              <a:lnSpc>
                <a:spcPct val="120014"/>
              </a:lnSpc>
              <a:spcBef>
                <a:spcPts val="0"/>
              </a:spcBef>
              <a:spcAft>
                <a:spcPts val="0"/>
              </a:spcAft>
              <a:buNone/>
            </a:pPr>
            <a:r>
              <a:rPr b="0" i="0" lang="en-US" sz="2833" u="none" cap="none" strike="noStrike">
                <a:solidFill>
                  <a:srgbClr val="000000"/>
                </a:solidFill>
                <a:latin typeface="DM Sans"/>
                <a:ea typeface="DM Sans"/>
                <a:cs typeface="DM Sans"/>
                <a:sym typeface="DM Sans"/>
              </a:rPr>
              <a:t>192.168.1.7</a:t>
            </a:r>
            <a:endParaRPr/>
          </a:p>
        </p:txBody>
      </p:sp>
      <p:sp>
        <p:nvSpPr>
          <p:cNvPr id="966" name="Google Shape;966;p50"/>
          <p:cNvSpPr txBox="1"/>
          <p:nvPr/>
        </p:nvSpPr>
        <p:spPr>
          <a:xfrm>
            <a:off x="15737034" y="6042407"/>
            <a:ext cx="1895128" cy="428625"/>
          </a:xfrm>
          <a:prstGeom prst="rect">
            <a:avLst/>
          </a:prstGeom>
          <a:noFill/>
          <a:ln>
            <a:noFill/>
          </a:ln>
        </p:spPr>
        <p:txBody>
          <a:bodyPr anchorCtr="0" anchor="t" bIns="0" lIns="0" spcFirstLastPara="1" rIns="0" wrap="square" tIns="0">
            <a:spAutoFit/>
          </a:bodyPr>
          <a:lstStyle/>
          <a:p>
            <a:pPr indent="0" lvl="0" marL="0" marR="0" rtl="0" algn="ctr">
              <a:lnSpc>
                <a:spcPct val="120014"/>
              </a:lnSpc>
              <a:spcBef>
                <a:spcPts val="0"/>
              </a:spcBef>
              <a:spcAft>
                <a:spcPts val="0"/>
              </a:spcAft>
              <a:buNone/>
            </a:pPr>
            <a:r>
              <a:rPr b="0" i="0" lang="en-US" sz="2833" u="none" cap="none" strike="noStrike">
                <a:solidFill>
                  <a:srgbClr val="000000"/>
                </a:solidFill>
                <a:latin typeface="DM Sans"/>
                <a:ea typeface="DM Sans"/>
                <a:cs typeface="DM Sans"/>
                <a:sym typeface="DM Sans"/>
              </a:rPr>
              <a:t>192.168.1.8</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CEB"/>
        </a:solidFill>
      </p:bgPr>
    </p:bg>
    <p:spTree>
      <p:nvGrpSpPr>
        <p:cNvPr id="970" name="Shape 970"/>
        <p:cNvGrpSpPr/>
        <p:nvPr/>
      </p:nvGrpSpPr>
      <p:grpSpPr>
        <a:xfrm>
          <a:off x="0" y="0"/>
          <a:ext cx="0" cy="0"/>
          <a:chOff x="0" y="0"/>
          <a:chExt cx="0" cy="0"/>
        </a:xfrm>
      </p:grpSpPr>
      <p:sp>
        <p:nvSpPr>
          <p:cNvPr id="971" name="Google Shape;971;p51"/>
          <p:cNvSpPr/>
          <p:nvPr/>
        </p:nvSpPr>
        <p:spPr>
          <a:xfrm>
            <a:off x="791724" y="3237732"/>
            <a:ext cx="4396582" cy="4352616"/>
          </a:xfrm>
          <a:custGeom>
            <a:rect b="b" l="l" r="r" t="t"/>
            <a:pathLst>
              <a:path extrusionOk="0" h="4352616" w="4396582">
                <a:moveTo>
                  <a:pt x="0" y="0"/>
                </a:moveTo>
                <a:lnTo>
                  <a:pt x="4396582" y="0"/>
                </a:lnTo>
                <a:lnTo>
                  <a:pt x="4396582" y="4352617"/>
                </a:lnTo>
                <a:lnTo>
                  <a:pt x="0" y="4352617"/>
                </a:lnTo>
                <a:lnTo>
                  <a:pt x="0" y="0"/>
                </a:lnTo>
                <a:close/>
              </a:path>
            </a:pathLst>
          </a:custGeom>
          <a:blipFill rotWithShape="1">
            <a:blip r:embed="rId3">
              <a:alphaModFix/>
            </a:blip>
            <a:stretch>
              <a:fillRect b="0" l="0" r="0" t="0"/>
            </a:stretch>
          </a:blipFill>
          <a:ln>
            <a:noFill/>
          </a:ln>
        </p:spPr>
      </p:sp>
      <p:sp>
        <p:nvSpPr>
          <p:cNvPr id="972" name="Google Shape;972;p51"/>
          <p:cNvSpPr/>
          <p:nvPr/>
        </p:nvSpPr>
        <p:spPr>
          <a:xfrm>
            <a:off x="12993778" y="3237732"/>
            <a:ext cx="4396582" cy="4352616"/>
          </a:xfrm>
          <a:custGeom>
            <a:rect b="b" l="l" r="r" t="t"/>
            <a:pathLst>
              <a:path extrusionOk="0" h="4352616" w="4396582">
                <a:moveTo>
                  <a:pt x="0" y="0"/>
                </a:moveTo>
                <a:lnTo>
                  <a:pt x="4396582" y="0"/>
                </a:lnTo>
                <a:lnTo>
                  <a:pt x="4396582" y="4352617"/>
                </a:lnTo>
                <a:lnTo>
                  <a:pt x="0" y="4352617"/>
                </a:lnTo>
                <a:lnTo>
                  <a:pt x="0" y="0"/>
                </a:lnTo>
                <a:close/>
              </a:path>
            </a:pathLst>
          </a:custGeom>
          <a:blipFill rotWithShape="1">
            <a:blip r:embed="rId3">
              <a:alphaModFix/>
            </a:blip>
            <a:stretch>
              <a:fillRect b="0" l="0" r="0" t="0"/>
            </a:stretch>
          </a:blipFill>
          <a:ln>
            <a:noFill/>
          </a:ln>
        </p:spPr>
      </p:sp>
      <p:sp>
        <p:nvSpPr>
          <p:cNvPr id="973" name="Google Shape;973;p51"/>
          <p:cNvSpPr/>
          <p:nvPr/>
        </p:nvSpPr>
        <p:spPr>
          <a:xfrm>
            <a:off x="6074983" y="5097415"/>
            <a:ext cx="6138033" cy="1473128"/>
          </a:xfrm>
          <a:custGeom>
            <a:rect b="b" l="l" r="r" t="t"/>
            <a:pathLst>
              <a:path extrusionOk="0" h="1473128" w="6138033">
                <a:moveTo>
                  <a:pt x="0" y="0"/>
                </a:moveTo>
                <a:lnTo>
                  <a:pt x="6138034" y="0"/>
                </a:lnTo>
                <a:lnTo>
                  <a:pt x="6138034" y="1473128"/>
                </a:lnTo>
                <a:lnTo>
                  <a:pt x="0" y="1473128"/>
                </a:lnTo>
                <a:lnTo>
                  <a:pt x="0" y="0"/>
                </a:lnTo>
                <a:close/>
              </a:path>
            </a:pathLst>
          </a:custGeom>
          <a:blipFill rotWithShape="1">
            <a:blip r:embed="rId4">
              <a:alphaModFix/>
            </a:blip>
            <a:stretch>
              <a:fillRect b="0" l="0" r="0" t="0"/>
            </a:stretch>
          </a:blipFill>
          <a:ln>
            <a:noFill/>
          </a:ln>
        </p:spPr>
      </p:sp>
      <p:sp>
        <p:nvSpPr>
          <p:cNvPr id="974" name="Google Shape;974;p51"/>
          <p:cNvSpPr txBox="1"/>
          <p:nvPr/>
        </p:nvSpPr>
        <p:spPr>
          <a:xfrm>
            <a:off x="7507636" y="4228900"/>
            <a:ext cx="3207600" cy="6930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0" i="0" lang="en-US" sz="4502" u="none" cap="none" strike="noStrike">
                <a:solidFill>
                  <a:srgbClr val="2B2B2B"/>
                </a:solidFill>
                <a:latin typeface="Arial"/>
                <a:ea typeface="Arial"/>
                <a:cs typeface="Arial"/>
                <a:sym typeface="Arial"/>
              </a:rPr>
              <a:t>EJEMPLOS</a:t>
            </a:r>
            <a:endParaRPr/>
          </a:p>
        </p:txBody>
      </p:sp>
      <p:sp>
        <p:nvSpPr>
          <p:cNvPr id="975" name="Google Shape;975;p51"/>
          <p:cNvSpPr txBox="1"/>
          <p:nvPr/>
        </p:nvSpPr>
        <p:spPr>
          <a:xfrm>
            <a:off x="7023885" y="5309265"/>
            <a:ext cx="4240230" cy="838537"/>
          </a:xfrm>
          <a:prstGeom prst="rect">
            <a:avLst/>
          </a:prstGeom>
          <a:noFill/>
          <a:ln>
            <a:noFill/>
          </a:ln>
        </p:spPr>
        <p:txBody>
          <a:bodyPr anchorCtr="0" anchor="t" bIns="0" lIns="0" spcFirstLastPara="1" rIns="0" wrap="square" tIns="0">
            <a:spAutoFit/>
          </a:bodyPr>
          <a:lstStyle/>
          <a:p>
            <a:pPr indent="0" lvl="0" marL="0" marR="0" rtl="0" algn="ctr">
              <a:lnSpc>
                <a:spcPct val="140012"/>
              </a:lnSpc>
              <a:spcBef>
                <a:spcPts val="0"/>
              </a:spcBef>
              <a:spcAft>
                <a:spcPts val="0"/>
              </a:spcAft>
              <a:buNone/>
            </a:pPr>
            <a:r>
              <a:rPr b="0" i="0" lang="en-US" sz="4861" u="none" cap="none" strike="noStrike">
                <a:solidFill>
                  <a:srgbClr val="2B2B2B"/>
                </a:solidFill>
                <a:latin typeface="Arial"/>
                <a:ea typeface="Arial"/>
                <a:cs typeface="Arial"/>
                <a:sym typeface="Arial"/>
              </a:rPr>
              <a:t>DE APLICACIÓN</a:t>
            </a:r>
            <a:endParaRPr/>
          </a:p>
        </p:txBody>
      </p:sp>
      <p:sp>
        <p:nvSpPr>
          <p:cNvPr id="976" name="Google Shape;976;p51"/>
          <p:cNvSpPr/>
          <p:nvPr/>
        </p:nvSpPr>
        <p:spPr>
          <a:xfrm>
            <a:off x="1754644" y="4034109"/>
            <a:ext cx="2688110" cy="645146"/>
          </a:xfrm>
          <a:custGeom>
            <a:rect b="b" l="l" r="r" t="t"/>
            <a:pathLst>
              <a:path extrusionOk="0" h="645146" w="2688110">
                <a:moveTo>
                  <a:pt x="0" y="0"/>
                </a:moveTo>
                <a:lnTo>
                  <a:pt x="2688110" y="0"/>
                </a:lnTo>
                <a:lnTo>
                  <a:pt x="2688110" y="645147"/>
                </a:lnTo>
                <a:lnTo>
                  <a:pt x="0" y="645147"/>
                </a:lnTo>
                <a:lnTo>
                  <a:pt x="0" y="0"/>
                </a:lnTo>
                <a:close/>
              </a:path>
            </a:pathLst>
          </a:custGeom>
          <a:blipFill rotWithShape="1">
            <a:blip r:embed="rId5">
              <a:alphaModFix/>
            </a:blip>
            <a:stretch>
              <a:fillRect b="0" l="0" r="0" t="0"/>
            </a:stretch>
          </a:blipFill>
          <a:ln>
            <a:noFill/>
          </a:ln>
        </p:spPr>
      </p:sp>
      <p:sp>
        <p:nvSpPr>
          <p:cNvPr id="977" name="Google Shape;977;p51"/>
          <p:cNvSpPr txBox="1"/>
          <p:nvPr/>
        </p:nvSpPr>
        <p:spPr>
          <a:xfrm>
            <a:off x="1492621" y="3684710"/>
            <a:ext cx="3207600" cy="9768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US" sz="2644" u="none" cap="none" strike="noStrike">
                <a:solidFill>
                  <a:srgbClr val="2B2B2B"/>
                </a:solidFill>
                <a:latin typeface="Arial"/>
                <a:ea typeface="Arial"/>
                <a:cs typeface="Arial"/>
                <a:sym typeface="Arial"/>
              </a:rPr>
              <a:t>TABLA DE DIRECCIONES MAC</a:t>
            </a:r>
            <a:endParaRPr sz="1200"/>
          </a:p>
        </p:txBody>
      </p:sp>
      <p:sp>
        <p:nvSpPr>
          <p:cNvPr id="978" name="Google Shape;978;p51"/>
          <p:cNvSpPr txBox="1"/>
          <p:nvPr/>
        </p:nvSpPr>
        <p:spPr>
          <a:xfrm>
            <a:off x="1433225" y="4711080"/>
            <a:ext cx="3212156" cy="2544966"/>
          </a:xfrm>
          <a:prstGeom prst="rect">
            <a:avLst/>
          </a:prstGeom>
          <a:noFill/>
          <a:ln>
            <a:noFill/>
          </a:ln>
        </p:spPr>
        <p:txBody>
          <a:bodyPr anchorCtr="0" anchor="t" bIns="0" lIns="0" spcFirstLastPara="1" rIns="0" wrap="square" tIns="0">
            <a:spAutoFit/>
          </a:bodyPr>
          <a:lstStyle/>
          <a:p>
            <a:pPr indent="0" lvl="0" marL="0" marR="0" rtl="0" algn="ctr">
              <a:lnSpc>
                <a:spcPct val="150045"/>
              </a:lnSpc>
              <a:spcBef>
                <a:spcPts val="0"/>
              </a:spcBef>
              <a:spcAft>
                <a:spcPts val="0"/>
              </a:spcAft>
              <a:buNone/>
            </a:pPr>
            <a:r>
              <a:rPr b="0" i="0" lang="en-US" sz="2202" u="none" cap="none" strike="noStrike">
                <a:solidFill>
                  <a:srgbClr val="2B2B2B"/>
                </a:solidFill>
                <a:latin typeface="Arial"/>
                <a:ea typeface="Arial"/>
                <a:cs typeface="Arial"/>
                <a:sym typeface="Arial"/>
              </a:rPr>
              <a:t>Simular una red con un switch y varios hosts en Cisco Packet Tracer y observar cómo se llenan las tablas MAC al enviar datos entre PCs.</a:t>
            </a:r>
            <a:endParaRPr/>
          </a:p>
        </p:txBody>
      </p:sp>
      <p:sp>
        <p:nvSpPr>
          <p:cNvPr id="979" name="Google Shape;979;p51"/>
          <p:cNvSpPr/>
          <p:nvPr/>
        </p:nvSpPr>
        <p:spPr>
          <a:xfrm>
            <a:off x="13894217" y="4034109"/>
            <a:ext cx="2688110" cy="645146"/>
          </a:xfrm>
          <a:custGeom>
            <a:rect b="b" l="l" r="r" t="t"/>
            <a:pathLst>
              <a:path extrusionOk="0" h="645146" w="2688110">
                <a:moveTo>
                  <a:pt x="0" y="0"/>
                </a:moveTo>
                <a:lnTo>
                  <a:pt x="2688110" y="0"/>
                </a:lnTo>
                <a:lnTo>
                  <a:pt x="2688110" y="645147"/>
                </a:lnTo>
                <a:lnTo>
                  <a:pt x="0" y="645147"/>
                </a:lnTo>
                <a:lnTo>
                  <a:pt x="0" y="0"/>
                </a:lnTo>
                <a:close/>
              </a:path>
            </a:pathLst>
          </a:custGeom>
          <a:blipFill rotWithShape="1">
            <a:blip r:embed="rId5">
              <a:alphaModFix/>
            </a:blip>
            <a:stretch>
              <a:fillRect b="0" l="0" r="0" t="0"/>
            </a:stretch>
          </a:blipFill>
          <a:ln>
            <a:noFill/>
          </a:ln>
        </p:spPr>
      </p:sp>
      <p:sp>
        <p:nvSpPr>
          <p:cNvPr id="980" name="Google Shape;980;p51"/>
          <p:cNvSpPr txBox="1"/>
          <p:nvPr/>
        </p:nvSpPr>
        <p:spPr>
          <a:xfrm>
            <a:off x="13632194" y="5066062"/>
            <a:ext cx="3212156" cy="1542936"/>
          </a:xfrm>
          <a:prstGeom prst="rect">
            <a:avLst/>
          </a:prstGeom>
          <a:noFill/>
          <a:ln>
            <a:noFill/>
          </a:ln>
        </p:spPr>
        <p:txBody>
          <a:bodyPr anchorCtr="0" anchor="t" bIns="0" lIns="0" spcFirstLastPara="1" rIns="0" wrap="square" tIns="0">
            <a:spAutoFit/>
          </a:bodyPr>
          <a:lstStyle/>
          <a:p>
            <a:pPr indent="0" lvl="0" marL="0" marR="0" rtl="0" algn="ctr">
              <a:lnSpc>
                <a:spcPct val="150049"/>
              </a:lnSpc>
              <a:spcBef>
                <a:spcPts val="0"/>
              </a:spcBef>
              <a:spcAft>
                <a:spcPts val="0"/>
              </a:spcAft>
              <a:buNone/>
            </a:pPr>
            <a:r>
              <a:rPr b="0" i="0" lang="en-US" sz="2002" u="none" cap="none" strike="noStrike">
                <a:solidFill>
                  <a:srgbClr val="2B2B2B"/>
                </a:solidFill>
                <a:latin typeface="Arial"/>
                <a:ea typeface="Arial"/>
                <a:cs typeface="Arial"/>
                <a:sym typeface="Arial"/>
              </a:rPr>
              <a:t>Simular con Packet Tracer cómo un switch reenvía paquetes entre PCs sin colisiones.</a:t>
            </a:r>
            <a:endParaRPr/>
          </a:p>
        </p:txBody>
      </p:sp>
      <p:sp>
        <p:nvSpPr>
          <p:cNvPr id="981" name="Google Shape;981;p51"/>
          <p:cNvSpPr/>
          <p:nvPr/>
        </p:nvSpPr>
        <p:spPr>
          <a:xfrm rot="612915">
            <a:off x="7704062" y="775651"/>
            <a:ext cx="3531960" cy="3302383"/>
          </a:xfrm>
          <a:custGeom>
            <a:rect b="b" l="l" r="r" t="t"/>
            <a:pathLst>
              <a:path extrusionOk="0" h="3299528" w="3528907">
                <a:moveTo>
                  <a:pt x="0" y="0"/>
                </a:moveTo>
                <a:lnTo>
                  <a:pt x="3528907" y="0"/>
                </a:lnTo>
                <a:lnTo>
                  <a:pt x="3528907" y="3299528"/>
                </a:lnTo>
                <a:lnTo>
                  <a:pt x="0" y="3299528"/>
                </a:lnTo>
                <a:lnTo>
                  <a:pt x="0" y="0"/>
                </a:lnTo>
                <a:close/>
              </a:path>
            </a:pathLst>
          </a:custGeom>
          <a:blipFill rotWithShape="1">
            <a:blip r:embed="rId6">
              <a:alphaModFix/>
            </a:blip>
            <a:stretch>
              <a:fillRect b="0" l="0" r="0" t="0"/>
            </a:stretch>
          </a:blipFill>
          <a:ln>
            <a:noFill/>
          </a:ln>
        </p:spPr>
      </p:sp>
      <p:sp>
        <p:nvSpPr>
          <p:cNvPr id="982" name="Google Shape;982;p51"/>
          <p:cNvSpPr/>
          <p:nvPr/>
        </p:nvSpPr>
        <p:spPr>
          <a:xfrm rot="1786368">
            <a:off x="5398352" y="3956385"/>
            <a:ext cx="1593148" cy="847501"/>
          </a:xfrm>
          <a:custGeom>
            <a:rect b="b" l="l" r="r" t="t"/>
            <a:pathLst>
              <a:path extrusionOk="0" h="847501" w="1593148">
                <a:moveTo>
                  <a:pt x="0" y="0"/>
                </a:moveTo>
                <a:lnTo>
                  <a:pt x="1593148" y="0"/>
                </a:lnTo>
                <a:lnTo>
                  <a:pt x="1593148" y="847501"/>
                </a:lnTo>
                <a:lnTo>
                  <a:pt x="0" y="847501"/>
                </a:lnTo>
                <a:lnTo>
                  <a:pt x="0" y="0"/>
                </a:lnTo>
                <a:close/>
              </a:path>
            </a:pathLst>
          </a:custGeom>
          <a:blipFill rotWithShape="1">
            <a:blip r:embed="rId7">
              <a:alphaModFix/>
            </a:blip>
            <a:stretch>
              <a:fillRect b="0" l="0" r="0" t="0"/>
            </a:stretch>
          </a:blipFill>
          <a:ln>
            <a:noFill/>
          </a:ln>
        </p:spPr>
      </p:sp>
      <p:sp>
        <p:nvSpPr>
          <p:cNvPr id="983" name="Google Shape;983;p51"/>
          <p:cNvSpPr/>
          <p:nvPr/>
        </p:nvSpPr>
        <p:spPr>
          <a:xfrm flipH="1" rot="-2420568">
            <a:off x="11210974" y="4151644"/>
            <a:ext cx="1593148" cy="847501"/>
          </a:xfrm>
          <a:custGeom>
            <a:rect b="b" l="l" r="r" t="t"/>
            <a:pathLst>
              <a:path extrusionOk="0" h="847501" w="1593148">
                <a:moveTo>
                  <a:pt x="1593148" y="0"/>
                </a:moveTo>
                <a:lnTo>
                  <a:pt x="0" y="0"/>
                </a:lnTo>
                <a:lnTo>
                  <a:pt x="0" y="847501"/>
                </a:lnTo>
                <a:lnTo>
                  <a:pt x="1593148" y="847501"/>
                </a:lnTo>
                <a:lnTo>
                  <a:pt x="1593148" y="0"/>
                </a:lnTo>
                <a:close/>
              </a:path>
            </a:pathLst>
          </a:custGeom>
          <a:blipFill rotWithShape="1">
            <a:blip r:embed="rId7">
              <a:alphaModFix/>
            </a:blip>
            <a:stretch>
              <a:fillRect b="0" l="0" r="0" t="0"/>
            </a:stretch>
          </a:blipFill>
          <a:ln>
            <a:noFill/>
          </a:ln>
        </p:spPr>
      </p:sp>
      <p:sp>
        <p:nvSpPr>
          <p:cNvPr id="984" name="Google Shape;984;p51"/>
          <p:cNvSpPr txBox="1"/>
          <p:nvPr/>
        </p:nvSpPr>
        <p:spPr>
          <a:xfrm>
            <a:off x="13588344" y="3830834"/>
            <a:ext cx="3207450" cy="994546"/>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US" sz="2844" u="none" cap="none" strike="noStrike">
                <a:solidFill>
                  <a:srgbClr val="2B2B2B"/>
                </a:solidFill>
                <a:latin typeface="Arial"/>
                <a:ea typeface="Arial"/>
                <a:cs typeface="Arial"/>
                <a:sym typeface="Arial"/>
              </a:rPr>
              <a:t>CONMUTACIÓN DE PAQUETES</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CEB"/>
        </a:solidFill>
      </p:bgPr>
    </p:bg>
    <p:spTree>
      <p:nvGrpSpPr>
        <p:cNvPr id="988" name="Shape 988"/>
        <p:cNvGrpSpPr/>
        <p:nvPr/>
      </p:nvGrpSpPr>
      <p:grpSpPr>
        <a:xfrm>
          <a:off x="0" y="0"/>
          <a:ext cx="0" cy="0"/>
          <a:chOff x="0" y="0"/>
          <a:chExt cx="0" cy="0"/>
        </a:xfrm>
      </p:grpSpPr>
      <p:sp>
        <p:nvSpPr>
          <p:cNvPr id="989" name="Google Shape;989;p52"/>
          <p:cNvSpPr/>
          <p:nvPr/>
        </p:nvSpPr>
        <p:spPr>
          <a:xfrm>
            <a:off x="1099282" y="3194381"/>
            <a:ext cx="6849300" cy="4195196"/>
          </a:xfrm>
          <a:custGeom>
            <a:rect b="b" l="l" r="r" t="t"/>
            <a:pathLst>
              <a:path extrusionOk="0" h="4195196" w="6849300">
                <a:moveTo>
                  <a:pt x="0" y="0"/>
                </a:moveTo>
                <a:lnTo>
                  <a:pt x="6849300" y="0"/>
                </a:lnTo>
                <a:lnTo>
                  <a:pt x="6849300" y="4195197"/>
                </a:lnTo>
                <a:lnTo>
                  <a:pt x="0" y="4195197"/>
                </a:lnTo>
                <a:lnTo>
                  <a:pt x="0" y="0"/>
                </a:lnTo>
                <a:close/>
              </a:path>
            </a:pathLst>
          </a:custGeom>
          <a:blipFill rotWithShape="1">
            <a:blip r:embed="rId3">
              <a:alphaModFix/>
            </a:blip>
            <a:stretch>
              <a:fillRect b="0" l="0" r="0" t="0"/>
            </a:stretch>
          </a:blipFill>
          <a:ln>
            <a:noFill/>
          </a:ln>
        </p:spPr>
      </p:sp>
      <p:sp>
        <p:nvSpPr>
          <p:cNvPr id="990" name="Google Shape;990;p52"/>
          <p:cNvSpPr/>
          <p:nvPr/>
        </p:nvSpPr>
        <p:spPr>
          <a:xfrm>
            <a:off x="2374487" y="3791669"/>
            <a:ext cx="4298890" cy="1031734"/>
          </a:xfrm>
          <a:custGeom>
            <a:rect b="b" l="l" r="r" t="t"/>
            <a:pathLst>
              <a:path extrusionOk="0" h="1031734" w="4298890">
                <a:moveTo>
                  <a:pt x="0" y="0"/>
                </a:moveTo>
                <a:lnTo>
                  <a:pt x="4298891" y="0"/>
                </a:lnTo>
                <a:lnTo>
                  <a:pt x="4298891" y="1031734"/>
                </a:lnTo>
                <a:lnTo>
                  <a:pt x="0" y="1031734"/>
                </a:lnTo>
                <a:lnTo>
                  <a:pt x="0" y="0"/>
                </a:lnTo>
                <a:close/>
              </a:path>
            </a:pathLst>
          </a:custGeom>
          <a:blipFill rotWithShape="1">
            <a:blip r:embed="rId4">
              <a:alphaModFix/>
            </a:blip>
            <a:stretch>
              <a:fillRect b="0" l="0" r="0" t="0"/>
            </a:stretch>
          </a:blipFill>
          <a:ln>
            <a:noFill/>
          </a:ln>
        </p:spPr>
      </p:sp>
      <p:sp>
        <p:nvSpPr>
          <p:cNvPr id="991" name="Google Shape;991;p52"/>
          <p:cNvSpPr/>
          <p:nvPr/>
        </p:nvSpPr>
        <p:spPr>
          <a:xfrm>
            <a:off x="7874084" y="705159"/>
            <a:ext cx="4396582" cy="4352616"/>
          </a:xfrm>
          <a:custGeom>
            <a:rect b="b" l="l" r="r" t="t"/>
            <a:pathLst>
              <a:path extrusionOk="0" h="4352616" w="4396582">
                <a:moveTo>
                  <a:pt x="0" y="0"/>
                </a:moveTo>
                <a:lnTo>
                  <a:pt x="4396582" y="0"/>
                </a:lnTo>
                <a:lnTo>
                  <a:pt x="4396582" y="4352616"/>
                </a:lnTo>
                <a:lnTo>
                  <a:pt x="0" y="4352616"/>
                </a:lnTo>
                <a:lnTo>
                  <a:pt x="0" y="0"/>
                </a:lnTo>
                <a:close/>
              </a:path>
            </a:pathLst>
          </a:custGeom>
          <a:blipFill rotWithShape="1">
            <a:blip r:embed="rId5">
              <a:alphaModFix/>
            </a:blip>
            <a:stretch>
              <a:fillRect b="0" l="0" r="0" t="0"/>
            </a:stretch>
          </a:blipFill>
          <a:ln>
            <a:noFill/>
          </a:ln>
        </p:spPr>
      </p:sp>
      <p:sp>
        <p:nvSpPr>
          <p:cNvPr id="992" name="Google Shape;992;p52"/>
          <p:cNvSpPr/>
          <p:nvPr/>
        </p:nvSpPr>
        <p:spPr>
          <a:xfrm>
            <a:off x="7874084" y="5229225"/>
            <a:ext cx="4396582" cy="4352616"/>
          </a:xfrm>
          <a:custGeom>
            <a:rect b="b" l="l" r="r" t="t"/>
            <a:pathLst>
              <a:path extrusionOk="0" h="4352616" w="4396582">
                <a:moveTo>
                  <a:pt x="0" y="0"/>
                </a:moveTo>
                <a:lnTo>
                  <a:pt x="4396582" y="0"/>
                </a:lnTo>
                <a:lnTo>
                  <a:pt x="4396582" y="4352616"/>
                </a:lnTo>
                <a:lnTo>
                  <a:pt x="0" y="4352616"/>
                </a:lnTo>
                <a:lnTo>
                  <a:pt x="0" y="0"/>
                </a:lnTo>
                <a:close/>
              </a:path>
            </a:pathLst>
          </a:custGeom>
          <a:blipFill rotWithShape="1">
            <a:blip r:embed="rId5">
              <a:alphaModFix/>
            </a:blip>
            <a:stretch>
              <a:fillRect b="0" l="0" r="0" t="0"/>
            </a:stretch>
          </a:blipFill>
          <a:ln>
            <a:noFill/>
          </a:ln>
        </p:spPr>
      </p:sp>
      <p:sp>
        <p:nvSpPr>
          <p:cNvPr id="993" name="Google Shape;993;p52"/>
          <p:cNvSpPr/>
          <p:nvPr/>
        </p:nvSpPr>
        <p:spPr>
          <a:xfrm>
            <a:off x="12881211" y="705159"/>
            <a:ext cx="4396582" cy="4352616"/>
          </a:xfrm>
          <a:custGeom>
            <a:rect b="b" l="l" r="r" t="t"/>
            <a:pathLst>
              <a:path extrusionOk="0" h="4352616" w="4396582">
                <a:moveTo>
                  <a:pt x="0" y="0"/>
                </a:moveTo>
                <a:lnTo>
                  <a:pt x="4396583" y="0"/>
                </a:lnTo>
                <a:lnTo>
                  <a:pt x="4396583" y="4352616"/>
                </a:lnTo>
                <a:lnTo>
                  <a:pt x="0" y="4352616"/>
                </a:lnTo>
                <a:lnTo>
                  <a:pt x="0" y="0"/>
                </a:lnTo>
                <a:close/>
              </a:path>
            </a:pathLst>
          </a:custGeom>
          <a:blipFill rotWithShape="1">
            <a:blip r:embed="rId5">
              <a:alphaModFix/>
            </a:blip>
            <a:stretch>
              <a:fillRect b="0" l="0" r="0" t="0"/>
            </a:stretch>
          </a:blipFill>
          <a:ln>
            <a:noFill/>
          </a:ln>
        </p:spPr>
      </p:sp>
      <p:sp>
        <p:nvSpPr>
          <p:cNvPr id="994" name="Google Shape;994;p52"/>
          <p:cNvSpPr/>
          <p:nvPr/>
        </p:nvSpPr>
        <p:spPr>
          <a:xfrm>
            <a:off x="12881211" y="5229225"/>
            <a:ext cx="4396582" cy="4352616"/>
          </a:xfrm>
          <a:custGeom>
            <a:rect b="b" l="l" r="r" t="t"/>
            <a:pathLst>
              <a:path extrusionOk="0" h="4352616" w="4396582">
                <a:moveTo>
                  <a:pt x="0" y="0"/>
                </a:moveTo>
                <a:lnTo>
                  <a:pt x="4396583" y="0"/>
                </a:lnTo>
                <a:lnTo>
                  <a:pt x="4396583" y="4352616"/>
                </a:lnTo>
                <a:lnTo>
                  <a:pt x="0" y="4352616"/>
                </a:lnTo>
                <a:lnTo>
                  <a:pt x="0" y="0"/>
                </a:lnTo>
                <a:close/>
              </a:path>
            </a:pathLst>
          </a:custGeom>
          <a:blipFill rotWithShape="1">
            <a:blip r:embed="rId5">
              <a:alphaModFix/>
            </a:blip>
            <a:stretch>
              <a:fillRect b="0" l="0" r="0" t="0"/>
            </a:stretch>
          </a:blipFill>
          <a:ln>
            <a:noFill/>
          </a:ln>
        </p:spPr>
      </p:sp>
      <p:sp>
        <p:nvSpPr>
          <p:cNvPr id="995" name="Google Shape;995;p52"/>
          <p:cNvSpPr/>
          <p:nvPr/>
        </p:nvSpPr>
        <p:spPr>
          <a:xfrm>
            <a:off x="8728320" y="1491120"/>
            <a:ext cx="2688110" cy="645146"/>
          </a:xfrm>
          <a:custGeom>
            <a:rect b="b" l="l" r="r" t="t"/>
            <a:pathLst>
              <a:path extrusionOk="0" h="645146" w="2688110">
                <a:moveTo>
                  <a:pt x="0" y="0"/>
                </a:moveTo>
                <a:lnTo>
                  <a:pt x="2688110" y="0"/>
                </a:lnTo>
                <a:lnTo>
                  <a:pt x="2688110" y="645146"/>
                </a:lnTo>
                <a:lnTo>
                  <a:pt x="0" y="645146"/>
                </a:lnTo>
                <a:lnTo>
                  <a:pt x="0" y="0"/>
                </a:lnTo>
                <a:close/>
              </a:path>
            </a:pathLst>
          </a:custGeom>
          <a:blipFill rotWithShape="1">
            <a:blip r:embed="rId4">
              <a:alphaModFix/>
            </a:blip>
            <a:stretch>
              <a:fillRect b="0" l="0" r="0" t="0"/>
            </a:stretch>
          </a:blipFill>
          <a:ln>
            <a:noFill/>
          </a:ln>
        </p:spPr>
      </p:sp>
      <p:sp>
        <p:nvSpPr>
          <p:cNvPr id="996" name="Google Shape;996;p52"/>
          <p:cNvSpPr/>
          <p:nvPr/>
        </p:nvSpPr>
        <p:spPr>
          <a:xfrm>
            <a:off x="13735447" y="1491120"/>
            <a:ext cx="2688110" cy="645146"/>
          </a:xfrm>
          <a:custGeom>
            <a:rect b="b" l="l" r="r" t="t"/>
            <a:pathLst>
              <a:path extrusionOk="0" h="645146" w="2688110">
                <a:moveTo>
                  <a:pt x="0" y="0"/>
                </a:moveTo>
                <a:lnTo>
                  <a:pt x="2688111" y="0"/>
                </a:lnTo>
                <a:lnTo>
                  <a:pt x="2688111" y="645146"/>
                </a:lnTo>
                <a:lnTo>
                  <a:pt x="0" y="645146"/>
                </a:lnTo>
                <a:lnTo>
                  <a:pt x="0" y="0"/>
                </a:lnTo>
                <a:close/>
              </a:path>
            </a:pathLst>
          </a:custGeom>
          <a:blipFill rotWithShape="1">
            <a:blip r:embed="rId4">
              <a:alphaModFix/>
            </a:blip>
            <a:stretch>
              <a:fillRect b="0" l="0" r="0" t="0"/>
            </a:stretch>
          </a:blipFill>
          <a:ln>
            <a:noFill/>
          </a:ln>
        </p:spPr>
      </p:sp>
      <p:sp>
        <p:nvSpPr>
          <p:cNvPr id="997" name="Google Shape;997;p52"/>
          <p:cNvSpPr/>
          <p:nvPr/>
        </p:nvSpPr>
        <p:spPr>
          <a:xfrm>
            <a:off x="8728320" y="5999464"/>
            <a:ext cx="2688110" cy="645146"/>
          </a:xfrm>
          <a:custGeom>
            <a:rect b="b" l="l" r="r" t="t"/>
            <a:pathLst>
              <a:path extrusionOk="0" h="645146" w="2688110">
                <a:moveTo>
                  <a:pt x="0" y="0"/>
                </a:moveTo>
                <a:lnTo>
                  <a:pt x="2688110" y="0"/>
                </a:lnTo>
                <a:lnTo>
                  <a:pt x="2688110" y="645146"/>
                </a:lnTo>
                <a:lnTo>
                  <a:pt x="0" y="645146"/>
                </a:lnTo>
                <a:lnTo>
                  <a:pt x="0" y="0"/>
                </a:lnTo>
                <a:close/>
              </a:path>
            </a:pathLst>
          </a:custGeom>
          <a:blipFill rotWithShape="1">
            <a:blip r:embed="rId4">
              <a:alphaModFix/>
            </a:blip>
            <a:stretch>
              <a:fillRect b="0" l="0" r="0" t="0"/>
            </a:stretch>
          </a:blipFill>
          <a:ln>
            <a:noFill/>
          </a:ln>
        </p:spPr>
      </p:sp>
      <p:sp>
        <p:nvSpPr>
          <p:cNvPr id="998" name="Google Shape;998;p52"/>
          <p:cNvSpPr/>
          <p:nvPr/>
        </p:nvSpPr>
        <p:spPr>
          <a:xfrm>
            <a:off x="13812891" y="5999464"/>
            <a:ext cx="2688110" cy="645146"/>
          </a:xfrm>
          <a:custGeom>
            <a:rect b="b" l="l" r="r" t="t"/>
            <a:pathLst>
              <a:path extrusionOk="0" h="645146" w="2688110">
                <a:moveTo>
                  <a:pt x="0" y="0"/>
                </a:moveTo>
                <a:lnTo>
                  <a:pt x="2688110" y="0"/>
                </a:lnTo>
                <a:lnTo>
                  <a:pt x="2688110" y="645146"/>
                </a:lnTo>
                <a:lnTo>
                  <a:pt x="0" y="645146"/>
                </a:lnTo>
                <a:lnTo>
                  <a:pt x="0" y="0"/>
                </a:lnTo>
                <a:close/>
              </a:path>
            </a:pathLst>
          </a:custGeom>
          <a:blipFill rotWithShape="1">
            <a:blip r:embed="rId4">
              <a:alphaModFix/>
            </a:blip>
            <a:stretch>
              <a:fillRect b="0" l="0" r="0" t="0"/>
            </a:stretch>
          </a:blipFill>
          <a:ln>
            <a:noFill/>
          </a:ln>
        </p:spPr>
      </p:sp>
      <p:sp>
        <p:nvSpPr>
          <p:cNvPr id="999" name="Google Shape;999;p52"/>
          <p:cNvSpPr txBox="1"/>
          <p:nvPr/>
        </p:nvSpPr>
        <p:spPr>
          <a:xfrm>
            <a:off x="8728320" y="1571344"/>
            <a:ext cx="2688110" cy="498450"/>
          </a:xfrm>
          <a:prstGeom prst="rect">
            <a:avLst/>
          </a:prstGeom>
          <a:noFill/>
          <a:ln>
            <a:noFill/>
          </a:ln>
        </p:spPr>
        <p:txBody>
          <a:bodyPr anchorCtr="0" anchor="t" bIns="0" lIns="0" spcFirstLastPara="1" rIns="0" wrap="square" tIns="0">
            <a:spAutoFit/>
          </a:bodyPr>
          <a:lstStyle/>
          <a:p>
            <a:pPr indent="0" lvl="0" marL="0" marR="0" rtl="0" algn="ctr">
              <a:lnSpc>
                <a:spcPct val="140034"/>
              </a:lnSpc>
              <a:spcBef>
                <a:spcPts val="0"/>
              </a:spcBef>
              <a:spcAft>
                <a:spcPts val="0"/>
              </a:spcAft>
              <a:buNone/>
            </a:pPr>
            <a:r>
              <a:rPr b="0" i="0" lang="en-US" sz="2875" u="none" cap="none" strike="noStrike">
                <a:solidFill>
                  <a:srgbClr val="2B2B2B"/>
                </a:solidFill>
                <a:latin typeface="Arial"/>
                <a:ea typeface="Arial"/>
                <a:cs typeface="Arial"/>
                <a:sym typeface="Arial"/>
              </a:rPr>
              <a:t>SWITCH</a:t>
            </a:r>
            <a:endParaRPr/>
          </a:p>
        </p:txBody>
      </p:sp>
      <p:sp>
        <p:nvSpPr>
          <p:cNvPr id="1000" name="Google Shape;1000;p52"/>
          <p:cNvSpPr txBox="1"/>
          <p:nvPr/>
        </p:nvSpPr>
        <p:spPr>
          <a:xfrm>
            <a:off x="8390597" y="2308900"/>
            <a:ext cx="3501123" cy="1923936"/>
          </a:xfrm>
          <a:prstGeom prst="rect">
            <a:avLst/>
          </a:prstGeom>
          <a:noFill/>
          <a:ln>
            <a:noFill/>
          </a:ln>
        </p:spPr>
        <p:txBody>
          <a:bodyPr anchorCtr="0" anchor="t" bIns="0" lIns="0" spcFirstLastPara="1" rIns="0" wrap="square" tIns="0">
            <a:spAutoFit/>
          </a:bodyPr>
          <a:lstStyle/>
          <a:p>
            <a:pPr indent="-216223" lvl="1" marL="432447" marR="0" rtl="0" algn="ctr">
              <a:lnSpc>
                <a:spcPct val="150049"/>
              </a:lnSpc>
              <a:spcBef>
                <a:spcPts val="0"/>
              </a:spcBef>
              <a:spcAft>
                <a:spcPts val="0"/>
              </a:spcAft>
              <a:buClr>
                <a:srgbClr val="2B2B2B"/>
              </a:buClr>
              <a:buSzPts val="2002"/>
              <a:buFont typeface="Arial"/>
              <a:buChar char="•"/>
            </a:pPr>
            <a:r>
              <a:rPr b="0" i="0" lang="en-US" sz="2002" u="none" cap="none" strike="noStrike">
                <a:solidFill>
                  <a:srgbClr val="2B2B2B"/>
                </a:solidFill>
                <a:latin typeface="Arial"/>
                <a:ea typeface="Arial"/>
                <a:cs typeface="Arial"/>
                <a:sym typeface="Arial"/>
              </a:rPr>
              <a:t>Envía datos solo al destino.</a:t>
            </a:r>
            <a:endParaRPr/>
          </a:p>
          <a:p>
            <a:pPr indent="-216223" lvl="1" marL="432447" marR="0" rtl="0" algn="ctr">
              <a:lnSpc>
                <a:spcPct val="150049"/>
              </a:lnSpc>
              <a:spcBef>
                <a:spcPts val="0"/>
              </a:spcBef>
              <a:spcAft>
                <a:spcPts val="0"/>
              </a:spcAft>
              <a:buClr>
                <a:srgbClr val="2B2B2B"/>
              </a:buClr>
              <a:buSzPts val="2002"/>
              <a:buFont typeface="Arial"/>
              <a:buChar char="•"/>
            </a:pPr>
            <a:r>
              <a:rPr b="0" i="0" lang="en-US" sz="2002" u="none" cap="none" strike="noStrike">
                <a:solidFill>
                  <a:srgbClr val="2B2B2B"/>
                </a:solidFill>
                <a:latin typeface="Arial"/>
                <a:ea typeface="Arial"/>
                <a:cs typeface="Arial"/>
                <a:sym typeface="Arial"/>
              </a:rPr>
              <a:t>Aprende direcciones MAC.</a:t>
            </a:r>
            <a:endParaRPr/>
          </a:p>
          <a:p>
            <a:pPr indent="-216223" lvl="1" marL="432447" marR="0" rtl="0" algn="ctr">
              <a:lnSpc>
                <a:spcPct val="150049"/>
              </a:lnSpc>
              <a:spcBef>
                <a:spcPts val="0"/>
              </a:spcBef>
              <a:spcAft>
                <a:spcPts val="0"/>
              </a:spcAft>
              <a:buClr>
                <a:srgbClr val="2B2B2B"/>
              </a:buClr>
              <a:buSzPts val="2002"/>
              <a:buFont typeface="Arial"/>
              <a:buChar char="•"/>
            </a:pPr>
            <a:r>
              <a:rPr b="0" i="0" lang="en-US" sz="2002" u="none" cap="none" strike="noStrike">
                <a:solidFill>
                  <a:srgbClr val="2B2B2B"/>
                </a:solidFill>
                <a:latin typeface="Arial"/>
                <a:ea typeface="Arial"/>
                <a:cs typeface="Arial"/>
                <a:sym typeface="Arial"/>
              </a:rPr>
              <a:t>Reduce colisiones y mejora eficiencia.</a:t>
            </a:r>
            <a:endParaRPr/>
          </a:p>
          <a:p>
            <a:pPr indent="0" lvl="0" marL="0" marR="0" rtl="0" algn="ctr">
              <a:lnSpc>
                <a:spcPct val="150049"/>
              </a:lnSpc>
              <a:spcBef>
                <a:spcPts val="0"/>
              </a:spcBef>
              <a:spcAft>
                <a:spcPts val="0"/>
              </a:spcAft>
              <a:buNone/>
            </a:pPr>
            <a:r>
              <a:t/>
            </a:r>
            <a:endParaRPr b="0" i="0" sz="2002" u="none" cap="none" strike="noStrike">
              <a:solidFill>
                <a:srgbClr val="2B2B2B"/>
              </a:solidFill>
              <a:latin typeface="Arial"/>
              <a:ea typeface="Arial"/>
              <a:cs typeface="Arial"/>
              <a:sym typeface="Arial"/>
            </a:endParaRPr>
          </a:p>
        </p:txBody>
      </p:sp>
      <p:sp>
        <p:nvSpPr>
          <p:cNvPr id="1001" name="Google Shape;1001;p52"/>
          <p:cNvSpPr txBox="1"/>
          <p:nvPr/>
        </p:nvSpPr>
        <p:spPr>
          <a:xfrm>
            <a:off x="8728320" y="5731674"/>
            <a:ext cx="2688110" cy="1003275"/>
          </a:xfrm>
          <a:prstGeom prst="rect">
            <a:avLst/>
          </a:prstGeom>
          <a:noFill/>
          <a:ln>
            <a:noFill/>
          </a:ln>
        </p:spPr>
        <p:txBody>
          <a:bodyPr anchorCtr="0" anchor="t" bIns="0" lIns="0" spcFirstLastPara="1" rIns="0" wrap="square" tIns="0">
            <a:spAutoFit/>
          </a:bodyPr>
          <a:lstStyle/>
          <a:p>
            <a:pPr indent="0" lvl="0" marL="0" marR="0" rtl="0" algn="ctr">
              <a:lnSpc>
                <a:spcPct val="140034"/>
              </a:lnSpc>
              <a:spcBef>
                <a:spcPts val="0"/>
              </a:spcBef>
              <a:spcAft>
                <a:spcPts val="0"/>
              </a:spcAft>
              <a:buNone/>
            </a:pPr>
            <a:r>
              <a:rPr b="0" i="0" lang="en-US" sz="2875" u="none" cap="none" strike="noStrike">
                <a:solidFill>
                  <a:srgbClr val="2B2B2B"/>
                </a:solidFill>
                <a:latin typeface="Arial"/>
                <a:ea typeface="Arial"/>
                <a:cs typeface="Arial"/>
                <a:sym typeface="Arial"/>
              </a:rPr>
              <a:t>TIPOS DE TRÁFICO</a:t>
            </a:r>
            <a:endParaRPr/>
          </a:p>
        </p:txBody>
      </p:sp>
      <p:sp>
        <p:nvSpPr>
          <p:cNvPr id="1002" name="Google Shape;1002;p52"/>
          <p:cNvSpPr txBox="1"/>
          <p:nvPr/>
        </p:nvSpPr>
        <p:spPr>
          <a:xfrm>
            <a:off x="8466297" y="6830200"/>
            <a:ext cx="3212156" cy="1542936"/>
          </a:xfrm>
          <a:prstGeom prst="rect">
            <a:avLst/>
          </a:prstGeom>
          <a:noFill/>
          <a:ln>
            <a:noFill/>
          </a:ln>
        </p:spPr>
        <p:txBody>
          <a:bodyPr anchorCtr="0" anchor="t" bIns="0" lIns="0" spcFirstLastPara="1" rIns="0" wrap="square" tIns="0">
            <a:spAutoFit/>
          </a:bodyPr>
          <a:lstStyle/>
          <a:p>
            <a:pPr indent="-216223" lvl="1" marL="432447" marR="0" rtl="0" algn="ctr">
              <a:lnSpc>
                <a:spcPct val="150049"/>
              </a:lnSpc>
              <a:spcBef>
                <a:spcPts val="0"/>
              </a:spcBef>
              <a:spcAft>
                <a:spcPts val="0"/>
              </a:spcAft>
              <a:buClr>
                <a:srgbClr val="2B2B2B"/>
              </a:buClr>
              <a:buSzPts val="2002"/>
              <a:buFont typeface="Arial"/>
              <a:buChar char="•"/>
            </a:pPr>
            <a:r>
              <a:rPr b="0" i="0" lang="en-US" sz="2002" u="none" cap="none" strike="noStrike">
                <a:solidFill>
                  <a:srgbClr val="2B2B2B"/>
                </a:solidFill>
                <a:latin typeface="Arial"/>
                <a:ea typeface="Arial"/>
                <a:cs typeface="Arial"/>
                <a:sym typeface="Arial"/>
              </a:rPr>
              <a:t>Unicast: Uno a uno.</a:t>
            </a:r>
            <a:endParaRPr/>
          </a:p>
          <a:p>
            <a:pPr indent="-216223" lvl="1" marL="432447" marR="0" rtl="0" algn="ctr">
              <a:lnSpc>
                <a:spcPct val="150049"/>
              </a:lnSpc>
              <a:spcBef>
                <a:spcPts val="0"/>
              </a:spcBef>
              <a:spcAft>
                <a:spcPts val="0"/>
              </a:spcAft>
              <a:buClr>
                <a:srgbClr val="2B2B2B"/>
              </a:buClr>
              <a:buSzPts val="2002"/>
              <a:buFont typeface="Arial"/>
              <a:buChar char="•"/>
            </a:pPr>
            <a:r>
              <a:rPr b="0" i="0" lang="en-US" sz="2002" u="none" cap="none" strike="noStrike">
                <a:solidFill>
                  <a:srgbClr val="2B2B2B"/>
                </a:solidFill>
                <a:latin typeface="Arial"/>
                <a:ea typeface="Arial"/>
                <a:cs typeface="Arial"/>
                <a:sym typeface="Arial"/>
              </a:rPr>
              <a:t>Multicast: Uno a varios.</a:t>
            </a:r>
            <a:endParaRPr/>
          </a:p>
          <a:p>
            <a:pPr indent="-216223" lvl="1" marL="432447" marR="0" rtl="0" algn="ctr">
              <a:lnSpc>
                <a:spcPct val="150049"/>
              </a:lnSpc>
              <a:spcBef>
                <a:spcPts val="0"/>
              </a:spcBef>
              <a:spcAft>
                <a:spcPts val="0"/>
              </a:spcAft>
              <a:buClr>
                <a:srgbClr val="2B2B2B"/>
              </a:buClr>
              <a:buSzPts val="2002"/>
              <a:buFont typeface="Arial"/>
              <a:buChar char="•"/>
            </a:pPr>
            <a:r>
              <a:rPr b="0" i="0" lang="en-US" sz="2002" u="none" cap="none" strike="noStrike">
                <a:solidFill>
                  <a:srgbClr val="2B2B2B"/>
                </a:solidFill>
                <a:latin typeface="Arial"/>
                <a:ea typeface="Arial"/>
                <a:cs typeface="Arial"/>
                <a:sym typeface="Arial"/>
              </a:rPr>
              <a:t>Broadcast: Uno a todos.</a:t>
            </a:r>
            <a:endParaRPr/>
          </a:p>
          <a:p>
            <a:pPr indent="0" lvl="0" marL="0" marR="0" rtl="0" algn="ctr">
              <a:lnSpc>
                <a:spcPct val="150049"/>
              </a:lnSpc>
              <a:spcBef>
                <a:spcPts val="0"/>
              </a:spcBef>
              <a:spcAft>
                <a:spcPts val="0"/>
              </a:spcAft>
              <a:buNone/>
            </a:pPr>
            <a:r>
              <a:t/>
            </a:r>
            <a:endParaRPr b="0" i="0" sz="2002" u="none" cap="none" strike="noStrike">
              <a:solidFill>
                <a:srgbClr val="2B2B2B"/>
              </a:solidFill>
              <a:latin typeface="Arial"/>
              <a:ea typeface="Arial"/>
              <a:cs typeface="Arial"/>
              <a:sym typeface="Arial"/>
            </a:endParaRPr>
          </a:p>
        </p:txBody>
      </p:sp>
      <p:sp>
        <p:nvSpPr>
          <p:cNvPr id="1003" name="Google Shape;1003;p52"/>
          <p:cNvSpPr txBox="1"/>
          <p:nvPr/>
        </p:nvSpPr>
        <p:spPr>
          <a:xfrm>
            <a:off x="13395981" y="1571344"/>
            <a:ext cx="3367043" cy="498450"/>
          </a:xfrm>
          <a:prstGeom prst="rect">
            <a:avLst/>
          </a:prstGeom>
          <a:noFill/>
          <a:ln>
            <a:noFill/>
          </a:ln>
        </p:spPr>
        <p:txBody>
          <a:bodyPr anchorCtr="0" anchor="t" bIns="0" lIns="0" spcFirstLastPara="1" rIns="0" wrap="square" tIns="0">
            <a:spAutoFit/>
          </a:bodyPr>
          <a:lstStyle/>
          <a:p>
            <a:pPr indent="0" lvl="0" marL="0" marR="0" rtl="0" algn="ctr">
              <a:lnSpc>
                <a:spcPct val="140034"/>
              </a:lnSpc>
              <a:spcBef>
                <a:spcPts val="0"/>
              </a:spcBef>
              <a:spcAft>
                <a:spcPts val="0"/>
              </a:spcAft>
              <a:buNone/>
            </a:pPr>
            <a:r>
              <a:rPr b="0" i="0" lang="en-US" sz="2875" u="none" cap="none" strike="noStrike">
                <a:solidFill>
                  <a:srgbClr val="2B2B2B"/>
                </a:solidFill>
                <a:latin typeface="Arial"/>
                <a:ea typeface="Arial"/>
                <a:cs typeface="Arial"/>
                <a:sym typeface="Arial"/>
              </a:rPr>
              <a:t>DIRECCIÓN MAC</a:t>
            </a:r>
            <a:endParaRPr/>
          </a:p>
        </p:txBody>
      </p:sp>
      <p:sp>
        <p:nvSpPr>
          <p:cNvPr id="1004" name="Google Shape;1004;p52"/>
          <p:cNvSpPr txBox="1"/>
          <p:nvPr/>
        </p:nvSpPr>
        <p:spPr>
          <a:xfrm>
            <a:off x="12938836" y="2248733"/>
            <a:ext cx="4281334" cy="1542936"/>
          </a:xfrm>
          <a:prstGeom prst="rect">
            <a:avLst/>
          </a:prstGeom>
          <a:noFill/>
          <a:ln>
            <a:noFill/>
          </a:ln>
        </p:spPr>
        <p:txBody>
          <a:bodyPr anchorCtr="0" anchor="t" bIns="0" lIns="0" spcFirstLastPara="1" rIns="0" wrap="square" tIns="0">
            <a:spAutoFit/>
          </a:bodyPr>
          <a:lstStyle/>
          <a:p>
            <a:pPr indent="-216223" lvl="1" marL="432447" marR="0" rtl="0" algn="ctr">
              <a:lnSpc>
                <a:spcPct val="150049"/>
              </a:lnSpc>
              <a:spcBef>
                <a:spcPts val="0"/>
              </a:spcBef>
              <a:spcAft>
                <a:spcPts val="0"/>
              </a:spcAft>
              <a:buClr>
                <a:srgbClr val="2B2B2B"/>
              </a:buClr>
              <a:buSzPts val="2002"/>
              <a:buFont typeface="Arial"/>
              <a:buChar char="•"/>
            </a:pPr>
            <a:r>
              <a:rPr b="0" i="0" lang="en-US" sz="2002" u="none" cap="none" strike="noStrike">
                <a:solidFill>
                  <a:srgbClr val="2B2B2B"/>
                </a:solidFill>
                <a:latin typeface="Arial"/>
                <a:ea typeface="Arial"/>
                <a:cs typeface="Arial"/>
                <a:sym typeface="Arial"/>
              </a:rPr>
              <a:t>Es el “DPI” del dispositivo en la red.</a:t>
            </a:r>
            <a:endParaRPr/>
          </a:p>
          <a:p>
            <a:pPr indent="-216223" lvl="1" marL="432447" marR="0" rtl="0" algn="ctr">
              <a:lnSpc>
                <a:spcPct val="150049"/>
              </a:lnSpc>
              <a:spcBef>
                <a:spcPts val="0"/>
              </a:spcBef>
              <a:spcAft>
                <a:spcPts val="0"/>
              </a:spcAft>
              <a:buClr>
                <a:srgbClr val="2B2B2B"/>
              </a:buClr>
              <a:buSzPts val="2002"/>
              <a:buFont typeface="Arial"/>
              <a:buChar char="•"/>
            </a:pPr>
            <a:r>
              <a:rPr b="0" i="0" lang="en-US" sz="2002" u="none" cap="none" strike="noStrike">
                <a:solidFill>
                  <a:srgbClr val="2B2B2B"/>
                </a:solidFill>
                <a:latin typeface="Arial"/>
                <a:ea typeface="Arial"/>
                <a:cs typeface="Arial"/>
                <a:sym typeface="Arial"/>
              </a:rPr>
              <a:t>Es única, fija y funciona solo en redes locales (LAN).</a:t>
            </a:r>
            <a:endParaRPr/>
          </a:p>
          <a:p>
            <a:pPr indent="0" lvl="0" marL="0" marR="0" rtl="0" algn="ctr">
              <a:lnSpc>
                <a:spcPct val="150049"/>
              </a:lnSpc>
              <a:spcBef>
                <a:spcPts val="0"/>
              </a:spcBef>
              <a:spcAft>
                <a:spcPts val="0"/>
              </a:spcAft>
              <a:buNone/>
            </a:pPr>
            <a:r>
              <a:t/>
            </a:r>
            <a:endParaRPr b="0" i="0" sz="2002" u="none" cap="none" strike="noStrike">
              <a:solidFill>
                <a:srgbClr val="2B2B2B"/>
              </a:solidFill>
              <a:latin typeface="Arial"/>
              <a:ea typeface="Arial"/>
              <a:cs typeface="Arial"/>
              <a:sym typeface="Arial"/>
            </a:endParaRPr>
          </a:p>
        </p:txBody>
      </p:sp>
      <p:sp>
        <p:nvSpPr>
          <p:cNvPr id="1005" name="Google Shape;1005;p52"/>
          <p:cNvSpPr txBox="1"/>
          <p:nvPr/>
        </p:nvSpPr>
        <p:spPr>
          <a:xfrm>
            <a:off x="13990047" y="6069960"/>
            <a:ext cx="2178911" cy="498450"/>
          </a:xfrm>
          <a:prstGeom prst="rect">
            <a:avLst/>
          </a:prstGeom>
          <a:noFill/>
          <a:ln>
            <a:noFill/>
          </a:ln>
        </p:spPr>
        <p:txBody>
          <a:bodyPr anchorCtr="0" anchor="t" bIns="0" lIns="0" spcFirstLastPara="1" rIns="0" wrap="square" tIns="0">
            <a:spAutoFit/>
          </a:bodyPr>
          <a:lstStyle/>
          <a:p>
            <a:pPr indent="0" lvl="0" marL="0" marR="0" rtl="0" algn="ctr">
              <a:lnSpc>
                <a:spcPct val="140034"/>
              </a:lnSpc>
              <a:spcBef>
                <a:spcPts val="0"/>
              </a:spcBef>
              <a:spcAft>
                <a:spcPts val="0"/>
              </a:spcAft>
              <a:buNone/>
            </a:pPr>
            <a:r>
              <a:rPr b="0" i="0" lang="en-US" sz="2875" u="none" cap="none" strike="noStrike">
                <a:solidFill>
                  <a:srgbClr val="2B2B2B"/>
                </a:solidFill>
                <a:latin typeface="Arial"/>
                <a:ea typeface="Arial"/>
                <a:cs typeface="Arial"/>
                <a:sym typeface="Arial"/>
              </a:rPr>
              <a:t>ARP</a:t>
            </a:r>
            <a:endParaRPr/>
          </a:p>
        </p:txBody>
      </p:sp>
      <p:sp>
        <p:nvSpPr>
          <p:cNvPr id="1006" name="Google Shape;1006;p52"/>
          <p:cNvSpPr txBox="1"/>
          <p:nvPr/>
        </p:nvSpPr>
        <p:spPr>
          <a:xfrm>
            <a:off x="13134551" y="6639700"/>
            <a:ext cx="4044789" cy="1542936"/>
          </a:xfrm>
          <a:prstGeom prst="rect">
            <a:avLst/>
          </a:prstGeom>
          <a:noFill/>
          <a:ln>
            <a:noFill/>
          </a:ln>
        </p:spPr>
        <p:txBody>
          <a:bodyPr anchorCtr="0" anchor="t" bIns="0" lIns="0" spcFirstLastPara="1" rIns="0" wrap="square" tIns="0">
            <a:spAutoFit/>
          </a:bodyPr>
          <a:lstStyle/>
          <a:p>
            <a:pPr indent="-216223" lvl="1" marL="432447" marR="0" rtl="0" algn="ctr">
              <a:lnSpc>
                <a:spcPct val="150049"/>
              </a:lnSpc>
              <a:spcBef>
                <a:spcPts val="0"/>
              </a:spcBef>
              <a:spcAft>
                <a:spcPts val="0"/>
              </a:spcAft>
              <a:buClr>
                <a:srgbClr val="2B2B2B"/>
              </a:buClr>
              <a:buSzPts val="2002"/>
              <a:buFont typeface="Arial"/>
              <a:buChar char="•"/>
            </a:pPr>
            <a:r>
              <a:rPr b="0" i="0" lang="en-US" sz="2002" u="none" cap="none" strike="noStrike">
                <a:solidFill>
                  <a:srgbClr val="2B2B2B"/>
                </a:solidFill>
                <a:latin typeface="Arial"/>
                <a:ea typeface="Arial"/>
                <a:cs typeface="Arial"/>
                <a:sym typeface="Arial"/>
              </a:rPr>
              <a:t>Traduce IP → MAC.</a:t>
            </a:r>
            <a:endParaRPr/>
          </a:p>
          <a:p>
            <a:pPr indent="-216223" lvl="1" marL="432447" marR="0" rtl="0" algn="ctr">
              <a:lnSpc>
                <a:spcPct val="150049"/>
              </a:lnSpc>
              <a:spcBef>
                <a:spcPts val="0"/>
              </a:spcBef>
              <a:spcAft>
                <a:spcPts val="0"/>
              </a:spcAft>
              <a:buClr>
                <a:srgbClr val="2B2B2B"/>
              </a:buClr>
              <a:buSzPts val="2002"/>
              <a:buFont typeface="Arial"/>
              <a:buChar char="•"/>
            </a:pPr>
            <a:r>
              <a:rPr b="0" i="0" lang="en-US" sz="2002" u="none" cap="none" strike="noStrike">
                <a:solidFill>
                  <a:srgbClr val="2B2B2B"/>
                </a:solidFill>
                <a:latin typeface="Arial"/>
                <a:ea typeface="Arial"/>
                <a:cs typeface="Arial"/>
                <a:sym typeface="Arial"/>
              </a:rPr>
              <a:t>Se guarda en la tabla ARP.</a:t>
            </a:r>
            <a:endParaRPr/>
          </a:p>
          <a:p>
            <a:pPr indent="-216223" lvl="1" marL="432447" marR="0" rtl="0" algn="ctr">
              <a:lnSpc>
                <a:spcPct val="150049"/>
              </a:lnSpc>
              <a:spcBef>
                <a:spcPts val="0"/>
              </a:spcBef>
              <a:spcAft>
                <a:spcPts val="0"/>
              </a:spcAft>
              <a:buClr>
                <a:srgbClr val="2B2B2B"/>
              </a:buClr>
              <a:buSzPts val="2002"/>
              <a:buFont typeface="Arial"/>
              <a:buChar char="•"/>
            </a:pPr>
            <a:r>
              <a:rPr b="0" i="0" lang="en-US" sz="2002" u="none" cap="none" strike="noStrike">
                <a:solidFill>
                  <a:srgbClr val="2B2B2B"/>
                </a:solidFill>
                <a:latin typeface="Arial"/>
                <a:ea typeface="Arial"/>
                <a:cs typeface="Arial"/>
                <a:sym typeface="Arial"/>
              </a:rPr>
              <a:t>Es necesario para enviar en LAN.</a:t>
            </a:r>
            <a:endParaRPr/>
          </a:p>
          <a:p>
            <a:pPr indent="0" lvl="0" marL="0" marR="0" rtl="0" algn="ctr">
              <a:lnSpc>
                <a:spcPct val="150049"/>
              </a:lnSpc>
              <a:spcBef>
                <a:spcPts val="0"/>
              </a:spcBef>
              <a:spcAft>
                <a:spcPts val="0"/>
              </a:spcAft>
              <a:buNone/>
            </a:pPr>
            <a:r>
              <a:t/>
            </a:r>
            <a:endParaRPr b="0" i="0" sz="2002" u="none" cap="none" strike="noStrike">
              <a:solidFill>
                <a:srgbClr val="2B2B2B"/>
              </a:solidFill>
              <a:latin typeface="Arial"/>
              <a:ea typeface="Arial"/>
              <a:cs typeface="Arial"/>
              <a:sym typeface="Arial"/>
            </a:endParaRPr>
          </a:p>
        </p:txBody>
      </p:sp>
      <p:sp>
        <p:nvSpPr>
          <p:cNvPr id="1007" name="Google Shape;1007;p52"/>
          <p:cNvSpPr txBox="1"/>
          <p:nvPr/>
        </p:nvSpPr>
        <p:spPr>
          <a:xfrm>
            <a:off x="2316416" y="3390370"/>
            <a:ext cx="4415033" cy="158968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0" i="0" lang="en-US" sz="4532" u="none" cap="none" strike="noStrike">
                <a:solidFill>
                  <a:srgbClr val="2B2B2B"/>
                </a:solidFill>
                <a:latin typeface="Arial"/>
                <a:ea typeface="Arial"/>
                <a:cs typeface="Arial"/>
                <a:sym typeface="Arial"/>
              </a:rPr>
              <a:t>CONCEPTOS CLAVE</a:t>
            </a:r>
            <a:endParaRPr/>
          </a:p>
        </p:txBody>
      </p:sp>
      <p:sp>
        <p:nvSpPr>
          <p:cNvPr id="1008" name="Google Shape;1008;p52"/>
          <p:cNvSpPr txBox="1"/>
          <p:nvPr/>
        </p:nvSpPr>
        <p:spPr>
          <a:xfrm>
            <a:off x="2025785" y="5081253"/>
            <a:ext cx="4996295" cy="918210"/>
          </a:xfrm>
          <a:prstGeom prst="rect">
            <a:avLst/>
          </a:prstGeom>
          <a:noFill/>
          <a:ln>
            <a:noFill/>
          </a:ln>
        </p:spPr>
        <p:txBody>
          <a:bodyPr anchorCtr="0" anchor="t" bIns="0" lIns="0" spcFirstLastPara="1" rIns="0" wrap="square" tIns="0">
            <a:spAutoFit/>
          </a:bodyPr>
          <a:lstStyle/>
          <a:p>
            <a:pPr indent="0" lvl="0" marL="0" marR="0" rtl="0" algn="ctr">
              <a:lnSpc>
                <a:spcPct val="150020"/>
              </a:lnSpc>
              <a:spcBef>
                <a:spcPts val="0"/>
              </a:spcBef>
              <a:spcAft>
                <a:spcPts val="0"/>
              </a:spcAft>
              <a:buNone/>
            </a:pPr>
            <a:r>
              <a:rPr b="0" i="0" lang="en-US" sz="2399" u="none" cap="none" strike="noStrike">
                <a:solidFill>
                  <a:srgbClr val="2B2B2B"/>
                </a:solidFill>
                <a:latin typeface="Arial"/>
                <a:ea typeface="Arial"/>
                <a:cs typeface="Arial"/>
                <a:sym typeface="Arial"/>
              </a:rPr>
              <a:t>A continuación se le presentan conceptos clave del contenido visto.</a:t>
            </a:r>
            <a:endParaRPr/>
          </a:p>
        </p:txBody>
      </p:sp>
      <p:sp>
        <p:nvSpPr>
          <p:cNvPr id="1009" name="Google Shape;1009;p52"/>
          <p:cNvSpPr/>
          <p:nvPr/>
        </p:nvSpPr>
        <p:spPr>
          <a:xfrm flipH="1" rot="-2045848">
            <a:off x="3845488" y="1237716"/>
            <a:ext cx="2214598" cy="1178092"/>
          </a:xfrm>
          <a:custGeom>
            <a:rect b="b" l="l" r="r" t="t"/>
            <a:pathLst>
              <a:path extrusionOk="0" h="1178092" w="2214598">
                <a:moveTo>
                  <a:pt x="2214598" y="0"/>
                </a:moveTo>
                <a:lnTo>
                  <a:pt x="0" y="0"/>
                </a:lnTo>
                <a:lnTo>
                  <a:pt x="0" y="1178092"/>
                </a:lnTo>
                <a:lnTo>
                  <a:pt x="2214598" y="1178092"/>
                </a:lnTo>
                <a:lnTo>
                  <a:pt x="2214598" y="0"/>
                </a:lnTo>
                <a:close/>
              </a:path>
            </a:pathLst>
          </a:custGeom>
          <a:blipFill rotWithShape="1">
            <a:blip r:embed="rId6">
              <a:alphaModFix/>
            </a:blip>
            <a:stretch>
              <a:fillRect b="0" l="0" r="0" t="0"/>
            </a:stretch>
          </a:blipFill>
          <a:ln>
            <a:noFill/>
          </a:ln>
        </p:spPr>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C52F"/>
        </a:solidFill>
      </p:bgPr>
    </p:bg>
    <p:spTree>
      <p:nvGrpSpPr>
        <p:cNvPr id="1013" name="Shape 1013"/>
        <p:cNvGrpSpPr/>
        <p:nvPr/>
      </p:nvGrpSpPr>
      <p:grpSpPr>
        <a:xfrm>
          <a:off x="0" y="0"/>
          <a:ext cx="0" cy="0"/>
          <a:chOff x="0" y="0"/>
          <a:chExt cx="0" cy="0"/>
        </a:xfrm>
      </p:grpSpPr>
      <p:sp>
        <p:nvSpPr>
          <p:cNvPr id="1014" name="Google Shape;1014;p53"/>
          <p:cNvSpPr/>
          <p:nvPr/>
        </p:nvSpPr>
        <p:spPr>
          <a:xfrm rot="1351118">
            <a:off x="14935626" y="518072"/>
            <a:ext cx="3464036" cy="3810440"/>
          </a:xfrm>
          <a:custGeom>
            <a:rect b="b" l="l" r="r" t="t"/>
            <a:pathLst>
              <a:path extrusionOk="0" h="3810440" w="3464036">
                <a:moveTo>
                  <a:pt x="0" y="0"/>
                </a:moveTo>
                <a:lnTo>
                  <a:pt x="3464036" y="0"/>
                </a:lnTo>
                <a:lnTo>
                  <a:pt x="3464036" y="3810439"/>
                </a:lnTo>
                <a:lnTo>
                  <a:pt x="0" y="3810439"/>
                </a:lnTo>
                <a:lnTo>
                  <a:pt x="0" y="0"/>
                </a:lnTo>
                <a:close/>
              </a:path>
            </a:pathLst>
          </a:custGeom>
          <a:blipFill rotWithShape="1">
            <a:blip r:embed="rId3">
              <a:alphaModFix/>
            </a:blip>
            <a:stretch>
              <a:fillRect b="0" l="0" r="0" t="0"/>
            </a:stretch>
          </a:blipFill>
          <a:ln>
            <a:noFill/>
          </a:ln>
        </p:spPr>
      </p:sp>
      <p:sp>
        <p:nvSpPr>
          <p:cNvPr id="1015" name="Google Shape;1015;p53"/>
          <p:cNvSpPr/>
          <p:nvPr/>
        </p:nvSpPr>
        <p:spPr>
          <a:xfrm flipH="1" rot="-1235994">
            <a:off x="-128110" y="6250527"/>
            <a:ext cx="3673892" cy="3755838"/>
          </a:xfrm>
          <a:custGeom>
            <a:rect b="b" l="l" r="r" t="t"/>
            <a:pathLst>
              <a:path extrusionOk="0" h="3755838" w="3673892">
                <a:moveTo>
                  <a:pt x="3673893" y="0"/>
                </a:moveTo>
                <a:lnTo>
                  <a:pt x="0" y="0"/>
                </a:lnTo>
                <a:lnTo>
                  <a:pt x="0" y="3755838"/>
                </a:lnTo>
                <a:lnTo>
                  <a:pt x="3673893" y="3755838"/>
                </a:lnTo>
                <a:lnTo>
                  <a:pt x="3673893" y="0"/>
                </a:lnTo>
                <a:close/>
              </a:path>
            </a:pathLst>
          </a:custGeom>
          <a:blipFill rotWithShape="1">
            <a:blip r:embed="rId4">
              <a:alphaModFix/>
            </a:blip>
            <a:stretch>
              <a:fillRect b="0" l="0" r="0" t="0"/>
            </a:stretch>
          </a:blipFill>
          <a:ln>
            <a:noFill/>
          </a:ln>
        </p:spPr>
      </p:sp>
      <p:sp>
        <p:nvSpPr>
          <p:cNvPr id="1016" name="Google Shape;1016;p53"/>
          <p:cNvSpPr/>
          <p:nvPr/>
        </p:nvSpPr>
        <p:spPr>
          <a:xfrm>
            <a:off x="4408200" y="262375"/>
            <a:ext cx="9049084" cy="9771350"/>
          </a:xfrm>
          <a:custGeom>
            <a:rect b="b" l="l" r="r" t="t"/>
            <a:pathLst>
              <a:path extrusionOk="0" h="9132103" w="9049084">
                <a:moveTo>
                  <a:pt x="0" y="0"/>
                </a:moveTo>
                <a:lnTo>
                  <a:pt x="9049083" y="0"/>
                </a:lnTo>
                <a:lnTo>
                  <a:pt x="9049083" y="9132102"/>
                </a:lnTo>
                <a:lnTo>
                  <a:pt x="0" y="9132102"/>
                </a:lnTo>
                <a:lnTo>
                  <a:pt x="0" y="0"/>
                </a:lnTo>
                <a:close/>
              </a:path>
            </a:pathLst>
          </a:custGeom>
          <a:blipFill rotWithShape="1">
            <a:blip r:embed="rId5">
              <a:alphaModFix/>
            </a:blip>
            <a:stretch>
              <a:fillRect b="0" l="0" r="0" t="0"/>
            </a:stretch>
          </a:blipFill>
          <a:ln>
            <a:noFill/>
          </a:ln>
        </p:spPr>
      </p:sp>
      <p:sp>
        <p:nvSpPr>
          <p:cNvPr id="1017" name="Google Shape;1017;p53"/>
          <p:cNvSpPr/>
          <p:nvPr/>
        </p:nvSpPr>
        <p:spPr>
          <a:xfrm rot="-7097040">
            <a:off x="14685443" y="6947412"/>
            <a:ext cx="4222368" cy="5664152"/>
          </a:xfrm>
          <a:custGeom>
            <a:rect b="b" l="l" r="r" t="t"/>
            <a:pathLst>
              <a:path extrusionOk="0" h="5664152" w="4222368">
                <a:moveTo>
                  <a:pt x="0" y="0"/>
                </a:moveTo>
                <a:lnTo>
                  <a:pt x="4222368" y="0"/>
                </a:lnTo>
                <a:lnTo>
                  <a:pt x="4222368" y="5664152"/>
                </a:lnTo>
                <a:lnTo>
                  <a:pt x="0" y="5664152"/>
                </a:lnTo>
                <a:lnTo>
                  <a:pt x="0" y="0"/>
                </a:lnTo>
                <a:close/>
              </a:path>
            </a:pathLst>
          </a:custGeom>
          <a:blipFill rotWithShape="1">
            <a:blip r:embed="rId6">
              <a:alphaModFix/>
            </a:blip>
            <a:stretch>
              <a:fillRect b="0" l="0" r="0" t="0"/>
            </a:stretch>
          </a:blipFill>
          <a:ln>
            <a:noFill/>
          </a:ln>
        </p:spPr>
      </p:sp>
      <p:sp>
        <p:nvSpPr>
          <p:cNvPr id="1018" name="Google Shape;1018;p53"/>
          <p:cNvSpPr/>
          <p:nvPr/>
        </p:nvSpPr>
        <p:spPr>
          <a:xfrm>
            <a:off x="-224091" y="-890744"/>
            <a:ext cx="3751556" cy="3083097"/>
          </a:xfrm>
          <a:custGeom>
            <a:rect b="b" l="l" r="r" t="t"/>
            <a:pathLst>
              <a:path extrusionOk="0" h="3083097" w="3751556">
                <a:moveTo>
                  <a:pt x="0" y="0"/>
                </a:moveTo>
                <a:lnTo>
                  <a:pt x="3751555" y="0"/>
                </a:lnTo>
                <a:lnTo>
                  <a:pt x="3751555" y="3083097"/>
                </a:lnTo>
                <a:lnTo>
                  <a:pt x="0" y="3083097"/>
                </a:lnTo>
                <a:lnTo>
                  <a:pt x="0" y="0"/>
                </a:lnTo>
                <a:close/>
              </a:path>
            </a:pathLst>
          </a:custGeom>
          <a:blipFill rotWithShape="1">
            <a:blip r:embed="rId7">
              <a:alphaModFix/>
            </a:blip>
            <a:stretch>
              <a:fillRect b="0" l="0" r="0" t="0"/>
            </a:stretch>
          </a:blipFill>
          <a:ln>
            <a:noFill/>
          </a:ln>
        </p:spPr>
      </p:sp>
      <p:sp>
        <p:nvSpPr>
          <p:cNvPr id="1019" name="Google Shape;1019;p53"/>
          <p:cNvSpPr txBox="1"/>
          <p:nvPr/>
        </p:nvSpPr>
        <p:spPr>
          <a:xfrm>
            <a:off x="6732138" y="2011666"/>
            <a:ext cx="4823700" cy="1251600"/>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0" i="0" lang="en-US" sz="8131" u="none" cap="none" strike="noStrike">
                <a:solidFill>
                  <a:srgbClr val="272626"/>
                </a:solidFill>
                <a:latin typeface="Arial"/>
                <a:ea typeface="Arial"/>
                <a:cs typeface="Arial"/>
                <a:sym typeface="Arial"/>
              </a:rPr>
              <a:t>VALORES</a:t>
            </a:r>
            <a:endParaRPr sz="800"/>
          </a:p>
        </p:txBody>
      </p:sp>
      <p:sp>
        <p:nvSpPr>
          <p:cNvPr id="1020" name="Google Shape;1020;p53"/>
          <p:cNvSpPr txBox="1"/>
          <p:nvPr/>
        </p:nvSpPr>
        <p:spPr>
          <a:xfrm>
            <a:off x="5378949" y="3611140"/>
            <a:ext cx="7107600" cy="5205300"/>
          </a:xfrm>
          <a:prstGeom prst="rect">
            <a:avLst/>
          </a:prstGeom>
          <a:noFill/>
          <a:ln>
            <a:noFill/>
          </a:ln>
        </p:spPr>
        <p:txBody>
          <a:bodyPr anchorCtr="0" anchor="t" bIns="0" lIns="0" spcFirstLastPara="1" rIns="0" wrap="square" tIns="0">
            <a:spAutoFit/>
          </a:bodyPr>
          <a:lstStyle/>
          <a:p>
            <a:pPr indent="-438421" lvl="1" marL="902243" marR="0" rtl="0" algn="ctr">
              <a:lnSpc>
                <a:spcPct val="150023"/>
              </a:lnSpc>
              <a:spcBef>
                <a:spcPts val="0"/>
              </a:spcBef>
              <a:spcAft>
                <a:spcPts val="0"/>
              </a:spcAft>
              <a:buClr>
                <a:srgbClr val="272626"/>
              </a:buClr>
              <a:buSzPts val="3978"/>
              <a:buFont typeface="Sniglet"/>
              <a:buAutoNum type="arabicPeriod"/>
            </a:pPr>
            <a:r>
              <a:rPr b="0" i="0" lang="en-US" sz="3978" u="none" cap="none" strike="noStrike">
                <a:solidFill>
                  <a:srgbClr val="272626"/>
                </a:solidFill>
                <a:latin typeface="Sniglet"/>
                <a:ea typeface="Sniglet"/>
                <a:cs typeface="Sniglet"/>
                <a:sym typeface="Sniglet"/>
              </a:rPr>
              <a:t>Disciplina, al seguir buenas prácticas en la gestión de dispositivos.</a:t>
            </a:r>
            <a:endParaRPr sz="1200"/>
          </a:p>
          <a:p>
            <a:pPr indent="-438421" lvl="1" marL="902243" marR="0" rtl="0" algn="ctr">
              <a:lnSpc>
                <a:spcPct val="150023"/>
              </a:lnSpc>
              <a:spcBef>
                <a:spcPts val="0"/>
              </a:spcBef>
              <a:spcAft>
                <a:spcPts val="0"/>
              </a:spcAft>
              <a:buClr>
                <a:srgbClr val="272626"/>
              </a:buClr>
              <a:buSzPts val="3978"/>
              <a:buFont typeface="Sniglet"/>
              <a:buAutoNum type="arabicPeriod"/>
            </a:pPr>
            <a:r>
              <a:rPr b="0" i="0" lang="en-US" sz="3978" u="none" cap="none" strike="noStrike">
                <a:solidFill>
                  <a:srgbClr val="272626"/>
                </a:solidFill>
                <a:latin typeface="Sniglet"/>
                <a:ea typeface="Sniglet"/>
                <a:cs typeface="Sniglet"/>
                <a:sym typeface="Sniglet"/>
              </a:rPr>
              <a:t>Responsabilidad, al administrar correctamente los puntos de acceso.</a:t>
            </a:r>
            <a:endParaRPr sz="1200"/>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CD46"/>
        </a:solidFill>
      </p:bgPr>
    </p:bg>
    <p:spTree>
      <p:nvGrpSpPr>
        <p:cNvPr id="1024" name="Shape 1024"/>
        <p:cNvGrpSpPr/>
        <p:nvPr/>
      </p:nvGrpSpPr>
      <p:grpSpPr>
        <a:xfrm>
          <a:off x="0" y="0"/>
          <a:ext cx="0" cy="0"/>
          <a:chOff x="0" y="0"/>
          <a:chExt cx="0" cy="0"/>
        </a:xfrm>
      </p:grpSpPr>
      <p:sp>
        <p:nvSpPr>
          <p:cNvPr id="1025" name="Google Shape;1025;p54"/>
          <p:cNvSpPr/>
          <p:nvPr/>
        </p:nvSpPr>
        <p:spPr>
          <a:xfrm rot="961347">
            <a:off x="12815286" y="3182551"/>
            <a:ext cx="2221664" cy="4114800"/>
          </a:xfrm>
          <a:custGeom>
            <a:rect b="b" l="l" r="r" t="t"/>
            <a:pathLst>
              <a:path extrusionOk="0" h="4114800" w="2221664">
                <a:moveTo>
                  <a:pt x="0" y="0"/>
                </a:moveTo>
                <a:lnTo>
                  <a:pt x="2221664" y="0"/>
                </a:lnTo>
                <a:lnTo>
                  <a:pt x="2221664" y="4114800"/>
                </a:lnTo>
                <a:lnTo>
                  <a:pt x="0" y="4114800"/>
                </a:lnTo>
                <a:lnTo>
                  <a:pt x="0" y="0"/>
                </a:lnTo>
                <a:close/>
              </a:path>
            </a:pathLst>
          </a:custGeom>
          <a:blipFill rotWithShape="1">
            <a:blip r:embed="rId3">
              <a:alphaModFix/>
            </a:blip>
            <a:stretch>
              <a:fillRect b="0" l="-153389" r="0" t="0"/>
            </a:stretch>
          </a:blipFill>
          <a:ln>
            <a:noFill/>
          </a:ln>
        </p:spPr>
      </p:sp>
      <p:sp>
        <p:nvSpPr>
          <p:cNvPr id="1026" name="Google Shape;1026;p54"/>
          <p:cNvSpPr/>
          <p:nvPr/>
        </p:nvSpPr>
        <p:spPr>
          <a:xfrm flipH="1" rot="-487845">
            <a:off x="3153478" y="3775672"/>
            <a:ext cx="7513387" cy="4931514"/>
          </a:xfrm>
          <a:custGeom>
            <a:rect b="b" l="l" r="r" t="t"/>
            <a:pathLst>
              <a:path extrusionOk="0" h="4931514" w="7513387">
                <a:moveTo>
                  <a:pt x="7513387" y="0"/>
                </a:moveTo>
                <a:lnTo>
                  <a:pt x="0" y="0"/>
                </a:lnTo>
                <a:lnTo>
                  <a:pt x="0" y="4931513"/>
                </a:lnTo>
                <a:lnTo>
                  <a:pt x="7513387" y="4931513"/>
                </a:lnTo>
                <a:lnTo>
                  <a:pt x="7513387" y="0"/>
                </a:lnTo>
                <a:close/>
              </a:path>
            </a:pathLst>
          </a:custGeom>
          <a:blipFill rotWithShape="1">
            <a:blip r:embed="rId4">
              <a:alphaModFix/>
            </a:blip>
            <a:stretch>
              <a:fillRect b="0" l="0" r="0" t="0"/>
            </a:stretch>
          </a:blipFill>
          <a:ln>
            <a:noFill/>
          </a:ln>
        </p:spPr>
      </p:sp>
      <p:sp>
        <p:nvSpPr>
          <p:cNvPr id="1027" name="Google Shape;1027;p54"/>
          <p:cNvSpPr/>
          <p:nvPr/>
        </p:nvSpPr>
        <p:spPr>
          <a:xfrm rot="5334961">
            <a:off x="6292524" y="687359"/>
            <a:ext cx="5698084" cy="10026722"/>
          </a:xfrm>
          <a:custGeom>
            <a:rect b="b" l="l" r="r" t="t"/>
            <a:pathLst>
              <a:path extrusionOk="0" h="10026722" w="5698084">
                <a:moveTo>
                  <a:pt x="0" y="0"/>
                </a:moveTo>
                <a:lnTo>
                  <a:pt x="5698085" y="0"/>
                </a:lnTo>
                <a:lnTo>
                  <a:pt x="5698085" y="10026722"/>
                </a:lnTo>
                <a:lnTo>
                  <a:pt x="0" y="10026722"/>
                </a:lnTo>
                <a:lnTo>
                  <a:pt x="0" y="0"/>
                </a:lnTo>
                <a:close/>
              </a:path>
            </a:pathLst>
          </a:custGeom>
          <a:blipFill rotWithShape="1">
            <a:blip r:embed="rId5">
              <a:alphaModFix/>
            </a:blip>
            <a:stretch>
              <a:fillRect b="0" l="0" r="-24455" t="0"/>
            </a:stretch>
          </a:blipFill>
          <a:ln>
            <a:noFill/>
          </a:ln>
        </p:spPr>
      </p:sp>
      <p:sp>
        <p:nvSpPr>
          <p:cNvPr id="1028" name="Google Shape;1028;p54"/>
          <p:cNvSpPr/>
          <p:nvPr/>
        </p:nvSpPr>
        <p:spPr>
          <a:xfrm rot="-8641701">
            <a:off x="-1392522" y="8940852"/>
            <a:ext cx="5875677" cy="3238967"/>
          </a:xfrm>
          <a:custGeom>
            <a:rect b="b" l="l" r="r" t="t"/>
            <a:pathLst>
              <a:path extrusionOk="0" h="3238967" w="5875677">
                <a:moveTo>
                  <a:pt x="0" y="0"/>
                </a:moveTo>
                <a:lnTo>
                  <a:pt x="5875677" y="0"/>
                </a:lnTo>
                <a:lnTo>
                  <a:pt x="5875677" y="3238967"/>
                </a:lnTo>
                <a:lnTo>
                  <a:pt x="0" y="3238967"/>
                </a:lnTo>
                <a:lnTo>
                  <a:pt x="0" y="0"/>
                </a:lnTo>
                <a:close/>
              </a:path>
            </a:pathLst>
          </a:custGeom>
          <a:blipFill rotWithShape="1">
            <a:blip r:embed="rId6">
              <a:alphaModFix/>
            </a:blip>
            <a:stretch>
              <a:fillRect b="0" l="0" r="0" t="0"/>
            </a:stretch>
          </a:blipFill>
          <a:ln>
            <a:noFill/>
          </a:ln>
        </p:spPr>
      </p:sp>
      <p:sp>
        <p:nvSpPr>
          <p:cNvPr id="1029" name="Google Shape;1029;p54"/>
          <p:cNvSpPr/>
          <p:nvPr/>
        </p:nvSpPr>
        <p:spPr>
          <a:xfrm rot="8941024">
            <a:off x="-1152913" y="-2452907"/>
            <a:ext cx="5396459" cy="4114800"/>
          </a:xfrm>
          <a:custGeom>
            <a:rect b="b" l="l" r="r" t="t"/>
            <a:pathLst>
              <a:path extrusionOk="0" h="4114800" w="5396459">
                <a:moveTo>
                  <a:pt x="0" y="0"/>
                </a:moveTo>
                <a:lnTo>
                  <a:pt x="5396459" y="0"/>
                </a:lnTo>
                <a:lnTo>
                  <a:pt x="5396459" y="4114800"/>
                </a:lnTo>
                <a:lnTo>
                  <a:pt x="0" y="4114800"/>
                </a:lnTo>
                <a:lnTo>
                  <a:pt x="0" y="0"/>
                </a:lnTo>
                <a:close/>
              </a:path>
            </a:pathLst>
          </a:custGeom>
          <a:blipFill rotWithShape="1">
            <a:blip r:embed="rId7">
              <a:alphaModFix/>
            </a:blip>
            <a:stretch>
              <a:fillRect b="0" l="0" r="0" t="0"/>
            </a:stretch>
          </a:blipFill>
          <a:ln>
            <a:noFill/>
          </a:ln>
        </p:spPr>
      </p:sp>
      <p:sp>
        <p:nvSpPr>
          <p:cNvPr id="1030" name="Google Shape;1030;p54"/>
          <p:cNvSpPr/>
          <p:nvPr/>
        </p:nvSpPr>
        <p:spPr>
          <a:xfrm>
            <a:off x="2842502" y="2196237"/>
            <a:ext cx="3152961" cy="2987431"/>
          </a:xfrm>
          <a:custGeom>
            <a:rect b="b" l="l" r="r" t="t"/>
            <a:pathLst>
              <a:path extrusionOk="0" h="2987431" w="3152961">
                <a:moveTo>
                  <a:pt x="0" y="0"/>
                </a:moveTo>
                <a:lnTo>
                  <a:pt x="3152961" y="0"/>
                </a:lnTo>
                <a:lnTo>
                  <a:pt x="3152961" y="2987430"/>
                </a:lnTo>
                <a:lnTo>
                  <a:pt x="0" y="2987430"/>
                </a:lnTo>
                <a:lnTo>
                  <a:pt x="0" y="0"/>
                </a:lnTo>
                <a:close/>
              </a:path>
            </a:pathLst>
          </a:custGeom>
          <a:blipFill rotWithShape="1">
            <a:blip r:embed="rId8">
              <a:alphaModFix/>
            </a:blip>
            <a:stretch>
              <a:fillRect b="0" l="0" r="0" t="0"/>
            </a:stretch>
          </a:blipFill>
          <a:ln>
            <a:noFill/>
          </a:ln>
        </p:spPr>
      </p:sp>
      <p:sp>
        <p:nvSpPr>
          <p:cNvPr id="1031" name="Google Shape;1031;p54"/>
          <p:cNvSpPr/>
          <p:nvPr/>
        </p:nvSpPr>
        <p:spPr>
          <a:xfrm rot="437890">
            <a:off x="12754134" y="5995384"/>
            <a:ext cx="2090428" cy="3057299"/>
          </a:xfrm>
          <a:custGeom>
            <a:rect b="b" l="l" r="r" t="t"/>
            <a:pathLst>
              <a:path extrusionOk="0" h="3057299" w="2090428">
                <a:moveTo>
                  <a:pt x="0" y="0"/>
                </a:moveTo>
                <a:lnTo>
                  <a:pt x="2090429" y="0"/>
                </a:lnTo>
                <a:lnTo>
                  <a:pt x="2090429" y="3057299"/>
                </a:lnTo>
                <a:lnTo>
                  <a:pt x="0" y="3057299"/>
                </a:lnTo>
                <a:lnTo>
                  <a:pt x="0" y="0"/>
                </a:lnTo>
                <a:close/>
              </a:path>
            </a:pathLst>
          </a:custGeom>
          <a:blipFill rotWithShape="1">
            <a:blip r:embed="rId9">
              <a:alphaModFix/>
            </a:blip>
            <a:stretch>
              <a:fillRect b="0" l="0" r="0" t="0"/>
            </a:stretch>
          </a:blipFill>
          <a:ln>
            <a:noFill/>
          </a:ln>
        </p:spPr>
      </p:sp>
      <p:sp>
        <p:nvSpPr>
          <p:cNvPr id="1032" name="Google Shape;1032;p54"/>
          <p:cNvSpPr txBox="1"/>
          <p:nvPr/>
        </p:nvSpPr>
        <p:spPr>
          <a:xfrm>
            <a:off x="5719587" y="1261465"/>
            <a:ext cx="6848826" cy="1162050"/>
          </a:xfrm>
          <a:prstGeom prst="rect">
            <a:avLst/>
          </a:prstGeom>
          <a:noFill/>
          <a:ln>
            <a:noFill/>
          </a:ln>
        </p:spPr>
        <p:txBody>
          <a:bodyPr anchorCtr="0" anchor="t" bIns="0" lIns="0" spcFirstLastPara="1" rIns="0" wrap="square" tIns="0">
            <a:spAutoFit/>
          </a:bodyPr>
          <a:lstStyle/>
          <a:p>
            <a:pPr indent="0" lvl="0" marL="0" marR="0" rtl="0" algn="ctr">
              <a:lnSpc>
                <a:spcPct val="120003"/>
              </a:lnSpc>
              <a:spcBef>
                <a:spcPts val="0"/>
              </a:spcBef>
              <a:spcAft>
                <a:spcPts val="0"/>
              </a:spcAft>
              <a:buNone/>
            </a:pPr>
            <a:r>
              <a:rPr b="1" i="0" lang="en-US" sz="6499" u="none" cap="none" strike="noStrike">
                <a:solidFill>
                  <a:srgbClr val="000000"/>
                </a:solidFill>
                <a:latin typeface="Arial"/>
                <a:ea typeface="Arial"/>
                <a:cs typeface="Arial"/>
                <a:sym typeface="Arial"/>
              </a:rPr>
              <a:t>Referencias</a:t>
            </a:r>
            <a:endParaRPr/>
          </a:p>
        </p:txBody>
      </p:sp>
      <p:sp>
        <p:nvSpPr>
          <p:cNvPr id="1033" name="Google Shape;1033;p54"/>
          <p:cNvSpPr txBox="1"/>
          <p:nvPr/>
        </p:nvSpPr>
        <p:spPr>
          <a:xfrm>
            <a:off x="4874192" y="4693920"/>
            <a:ext cx="7779939" cy="870585"/>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None/>
            </a:pPr>
            <a:r>
              <a:rPr b="0" i="0" lang="en-US" sz="2699" u="sng" cap="none" strike="noStrike">
                <a:solidFill>
                  <a:srgbClr val="606060"/>
                </a:solidFill>
                <a:latin typeface="DM Sans"/>
                <a:ea typeface="DM Sans"/>
                <a:cs typeface="DM Sans"/>
                <a:sym typeface="DM Sans"/>
                <a:hlinkClick r:id="rId10">
                  <a:extLst>
                    <a:ext uri="{A12FA001-AC4F-418D-AE19-62706E023703}">
                      <ahyp:hlinkClr val="tx"/>
                    </a:ext>
                  </a:extLst>
                </a:hlinkClick>
              </a:rPr>
              <a:t>https://spicturess.blogspot.com/2018/11/download-networking-para-el-hogar-y.html</a:t>
            </a:r>
            <a:endParaRPr/>
          </a:p>
        </p:txBody>
      </p:sp>
      <p:sp>
        <p:nvSpPr>
          <p:cNvPr id="1034" name="Google Shape;1034;p54"/>
          <p:cNvSpPr/>
          <p:nvPr/>
        </p:nvSpPr>
        <p:spPr>
          <a:xfrm rot="5947534">
            <a:off x="16314117" y="-1028700"/>
            <a:ext cx="2978087" cy="4114800"/>
          </a:xfrm>
          <a:custGeom>
            <a:rect b="b" l="l" r="r" t="t"/>
            <a:pathLst>
              <a:path extrusionOk="0" h="4114800" w="2978087">
                <a:moveTo>
                  <a:pt x="0" y="0"/>
                </a:moveTo>
                <a:lnTo>
                  <a:pt x="2978087" y="0"/>
                </a:lnTo>
                <a:lnTo>
                  <a:pt x="2978087" y="4114800"/>
                </a:lnTo>
                <a:lnTo>
                  <a:pt x="0" y="4114800"/>
                </a:lnTo>
                <a:lnTo>
                  <a:pt x="0" y="0"/>
                </a:lnTo>
                <a:close/>
              </a:path>
            </a:pathLst>
          </a:custGeom>
          <a:blipFill rotWithShape="1">
            <a:blip r:embed="rId11">
              <a:alphaModFix/>
            </a:blip>
            <a:stretch>
              <a:fillRect b="0" l="0" r="0" t="0"/>
            </a:stretch>
          </a:blipFill>
          <a:ln>
            <a:noFill/>
          </a:ln>
        </p:spPr>
      </p:sp>
      <p:sp>
        <p:nvSpPr>
          <p:cNvPr id="1035" name="Google Shape;1035;p54"/>
          <p:cNvSpPr/>
          <p:nvPr/>
        </p:nvSpPr>
        <p:spPr>
          <a:xfrm rot="-4370532">
            <a:off x="16944253" y="8229600"/>
            <a:ext cx="2978086" cy="4114800"/>
          </a:xfrm>
          <a:custGeom>
            <a:rect b="b" l="l" r="r" t="t"/>
            <a:pathLst>
              <a:path extrusionOk="0" h="4114800" w="2978086">
                <a:moveTo>
                  <a:pt x="0" y="0"/>
                </a:moveTo>
                <a:lnTo>
                  <a:pt x="2978086" y="0"/>
                </a:lnTo>
                <a:lnTo>
                  <a:pt x="2978086" y="4114800"/>
                </a:lnTo>
                <a:lnTo>
                  <a:pt x="0" y="4114800"/>
                </a:lnTo>
                <a:lnTo>
                  <a:pt x="0" y="0"/>
                </a:lnTo>
                <a:close/>
              </a:path>
            </a:pathLst>
          </a:custGeom>
          <a:blipFill rotWithShape="1">
            <a:blip r:embed="rId11">
              <a:alphaModFix/>
            </a:blip>
            <a:stretch>
              <a:fillRect b="0" l="0" r="0" t="0"/>
            </a:stretch>
          </a:blipFill>
          <a:ln>
            <a:noFill/>
          </a:ln>
        </p:spPr>
      </p:sp>
      <p:sp>
        <p:nvSpPr>
          <p:cNvPr id="1036" name="Google Shape;1036;p54"/>
          <p:cNvSpPr/>
          <p:nvPr/>
        </p:nvSpPr>
        <p:spPr>
          <a:xfrm>
            <a:off x="3333579" y="7385481"/>
            <a:ext cx="3081225" cy="1486691"/>
          </a:xfrm>
          <a:custGeom>
            <a:rect b="b" l="l" r="r" t="t"/>
            <a:pathLst>
              <a:path extrusionOk="0" h="1486691" w="3081225">
                <a:moveTo>
                  <a:pt x="0" y="0"/>
                </a:moveTo>
                <a:lnTo>
                  <a:pt x="3081226" y="0"/>
                </a:lnTo>
                <a:lnTo>
                  <a:pt x="3081226" y="1486691"/>
                </a:lnTo>
                <a:lnTo>
                  <a:pt x="0" y="1486691"/>
                </a:lnTo>
                <a:lnTo>
                  <a:pt x="0" y="0"/>
                </a:lnTo>
                <a:close/>
              </a:path>
            </a:pathLst>
          </a:custGeom>
          <a:blipFill rotWithShape="1">
            <a:blip r:embed="rId12">
              <a:alphaModFix/>
            </a:blip>
            <a:stretch>
              <a:fillRect b="0" l="0" r="0" t="0"/>
            </a:stretch>
          </a:blipFill>
          <a:ln>
            <a:noFill/>
          </a:ln>
        </p:spPr>
      </p:sp>
      <p:sp>
        <p:nvSpPr>
          <p:cNvPr id="1037" name="Google Shape;1037;p54"/>
          <p:cNvSpPr/>
          <p:nvPr/>
        </p:nvSpPr>
        <p:spPr>
          <a:xfrm rot="5336227">
            <a:off x="13330199" y="3097766"/>
            <a:ext cx="1209807" cy="2452951"/>
          </a:xfrm>
          <a:custGeom>
            <a:rect b="b" l="l" r="r" t="t"/>
            <a:pathLst>
              <a:path extrusionOk="0" h="2452951" w="1209807">
                <a:moveTo>
                  <a:pt x="0" y="0"/>
                </a:moveTo>
                <a:lnTo>
                  <a:pt x="1209808" y="0"/>
                </a:lnTo>
                <a:lnTo>
                  <a:pt x="1209808" y="2452951"/>
                </a:lnTo>
                <a:lnTo>
                  <a:pt x="0" y="2452951"/>
                </a:lnTo>
                <a:lnTo>
                  <a:pt x="0" y="0"/>
                </a:lnTo>
                <a:close/>
              </a:path>
            </a:pathLst>
          </a:custGeom>
          <a:blipFill rotWithShape="1">
            <a:blip r:embed="rId13">
              <a:alphaModFix/>
            </a:blip>
            <a:stretch>
              <a:fillRect b="-23885" l="-165097" r="0" t="0"/>
            </a:stretch>
          </a:blipFill>
          <a:ln>
            <a:noFill/>
          </a:ln>
        </p:spPr>
      </p:sp>
      <p:sp>
        <p:nvSpPr>
          <p:cNvPr id="1038" name="Google Shape;1038;p54"/>
          <p:cNvSpPr txBox="1"/>
          <p:nvPr/>
        </p:nvSpPr>
        <p:spPr>
          <a:xfrm>
            <a:off x="4874192" y="6025413"/>
            <a:ext cx="8157344" cy="870585"/>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None/>
            </a:pPr>
            <a:r>
              <a:rPr b="0" i="0" lang="en-US" sz="2699" u="sng" cap="none" strike="noStrike">
                <a:solidFill>
                  <a:srgbClr val="606060"/>
                </a:solidFill>
                <a:latin typeface="DM Sans"/>
                <a:ea typeface="DM Sans"/>
                <a:cs typeface="DM Sans"/>
                <a:sym typeface="DM Sans"/>
              </a:rPr>
              <a:t>https://blogfactores.wordpress.com/2015/07/08/ccna-dominios-de-colision-y-broadcast/</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CEB"/>
        </a:solidFill>
      </p:bgPr>
    </p:bg>
    <p:spTree>
      <p:nvGrpSpPr>
        <p:cNvPr id="1042" name="Shape 1042"/>
        <p:cNvGrpSpPr/>
        <p:nvPr/>
      </p:nvGrpSpPr>
      <p:grpSpPr>
        <a:xfrm>
          <a:off x="0" y="0"/>
          <a:ext cx="0" cy="0"/>
          <a:chOff x="0" y="0"/>
          <a:chExt cx="0" cy="0"/>
        </a:xfrm>
      </p:grpSpPr>
      <p:sp>
        <p:nvSpPr>
          <p:cNvPr id="1043" name="Google Shape;1043;p55"/>
          <p:cNvSpPr/>
          <p:nvPr/>
        </p:nvSpPr>
        <p:spPr>
          <a:xfrm>
            <a:off x="3135186" y="4074001"/>
            <a:ext cx="12017628" cy="2884231"/>
          </a:xfrm>
          <a:custGeom>
            <a:rect b="b" l="l" r="r" t="t"/>
            <a:pathLst>
              <a:path extrusionOk="0" h="2884231" w="12017628">
                <a:moveTo>
                  <a:pt x="0" y="0"/>
                </a:moveTo>
                <a:lnTo>
                  <a:pt x="12017628" y="0"/>
                </a:lnTo>
                <a:lnTo>
                  <a:pt x="12017628" y="2884231"/>
                </a:lnTo>
                <a:lnTo>
                  <a:pt x="0" y="2884231"/>
                </a:lnTo>
                <a:lnTo>
                  <a:pt x="0" y="0"/>
                </a:lnTo>
                <a:close/>
              </a:path>
            </a:pathLst>
          </a:custGeom>
          <a:blipFill rotWithShape="1">
            <a:blip r:embed="rId3">
              <a:alphaModFix/>
            </a:blip>
            <a:stretch>
              <a:fillRect b="0" l="0" r="0" t="0"/>
            </a:stretch>
          </a:blipFill>
          <a:ln>
            <a:noFill/>
          </a:ln>
        </p:spPr>
      </p:sp>
      <p:sp>
        <p:nvSpPr>
          <p:cNvPr id="1044" name="Google Shape;1044;p55"/>
          <p:cNvSpPr/>
          <p:nvPr/>
        </p:nvSpPr>
        <p:spPr>
          <a:xfrm>
            <a:off x="13666665" y="1353974"/>
            <a:ext cx="1794615" cy="1945382"/>
          </a:xfrm>
          <a:custGeom>
            <a:rect b="b" l="l" r="r" t="t"/>
            <a:pathLst>
              <a:path extrusionOk="0" h="1945382" w="1794615">
                <a:moveTo>
                  <a:pt x="0" y="0"/>
                </a:moveTo>
                <a:lnTo>
                  <a:pt x="1794615" y="0"/>
                </a:lnTo>
                <a:lnTo>
                  <a:pt x="1794615" y="1945382"/>
                </a:lnTo>
                <a:lnTo>
                  <a:pt x="0" y="1945382"/>
                </a:lnTo>
                <a:lnTo>
                  <a:pt x="0" y="0"/>
                </a:lnTo>
                <a:close/>
              </a:path>
            </a:pathLst>
          </a:custGeom>
          <a:blipFill rotWithShape="1">
            <a:blip r:embed="rId4">
              <a:alphaModFix/>
            </a:blip>
            <a:stretch>
              <a:fillRect b="0" l="0" r="0" t="0"/>
            </a:stretch>
          </a:blipFill>
          <a:ln>
            <a:noFill/>
          </a:ln>
        </p:spPr>
      </p:sp>
      <p:sp>
        <p:nvSpPr>
          <p:cNvPr id="1045" name="Google Shape;1045;p55"/>
          <p:cNvSpPr/>
          <p:nvPr/>
        </p:nvSpPr>
        <p:spPr>
          <a:xfrm>
            <a:off x="12446081" y="6755955"/>
            <a:ext cx="2441168" cy="3337703"/>
          </a:xfrm>
          <a:custGeom>
            <a:rect b="b" l="l" r="r" t="t"/>
            <a:pathLst>
              <a:path extrusionOk="0" h="3337703" w="2441168">
                <a:moveTo>
                  <a:pt x="0" y="0"/>
                </a:moveTo>
                <a:lnTo>
                  <a:pt x="2441168" y="0"/>
                </a:lnTo>
                <a:lnTo>
                  <a:pt x="2441168" y="3337703"/>
                </a:lnTo>
                <a:lnTo>
                  <a:pt x="0" y="3337703"/>
                </a:lnTo>
                <a:lnTo>
                  <a:pt x="0" y="0"/>
                </a:lnTo>
                <a:close/>
              </a:path>
            </a:pathLst>
          </a:custGeom>
          <a:blipFill rotWithShape="1">
            <a:blip r:embed="rId5">
              <a:alphaModFix/>
            </a:blip>
            <a:stretch>
              <a:fillRect b="0" l="0" r="0" t="0"/>
            </a:stretch>
          </a:blipFill>
          <a:ln>
            <a:noFill/>
          </a:ln>
        </p:spPr>
      </p:sp>
      <p:sp>
        <p:nvSpPr>
          <p:cNvPr id="1046" name="Google Shape;1046;p55"/>
          <p:cNvSpPr txBox="1"/>
          <p:nvPr/>
        </p:nvSpPr>
        <p:spPr>
          <a:xfrm>
            <a:off x="3872598" y="1597750"/>
            <a:ext cx="9566100" cy="1166400"/>
          </a:xfrm>
          <a:prstGeom prst="rect">
            <a:avLst/>
          </a:prstGeom>
          <a:noFill/>
          <a:ln>
            <a:noFill/>
          </a:ln>
        </p:spPr>
        <p:txBody>
          <a:bodyPr anchorCtr="0" anchor="t" bIns="0" lIns="0" spcFirstLastPara="1" rIns="0" wrap="square" tIns="0">
            <a:spAutoFit/>
          </a:bodyPr>
          <a:lstStyle/>
          <a:p>
            <a:pPr indent="0" lvl="0" marL="0" marR="0" rtl="0" algn="ctr">
              <a:lnSpc>
                <a:spcPct val="140021"/>
              </a:lnSpc>
              <a:spcBef>
                <a:spcPts val="0"/>
              </a:spcBef>
              <a:spcAft>
                <a:spcPts val="0"/>
              </a:spcAft>
              <a:buNone/>
            </a:pPr>
            <a:r>
              <a:rPr b="0" i="0" lang="en-US" sz="7576" u="none" cap="none" strike="noStrike">
                <a:solidFill>
                  <a:srgbClr val="2B2B2B"/>
                </a:solidFill>
                <a:latin typeface="Arial"/>
                <a:ea typeface="Arial"/>
                <a:cs typeface="Arial"/>
                <a:sym typeface="Arial"/>
              </a:rPr>
              <a:t>GRACIAS POR SU</a:t>
            </a:r>
            <a:endParaRPr/>
          </a:p>
        </p:txBody>
      </p:sp>
      <p:sp>
        <p:nvSpPr>
          <p:cNvPr id="1047" name="Google Shape;1047;p55"/>
          <p:cNvSpPr txBox="1"/>
          <p:nvPr/>
        </p:nvSpPr>
        <p:spPr>
          <a:xfrm>
            <a:off x="2826720" y="2560289"/>
            <a:ext cx="12634560" cy="2955827"/>
          </a:xfrm>
          <a:prstGeom prst="rect">
            <a:avLst/>
          </a:prstGeom>
          <a:noFill/>
          <a:ln>
            <a:noFill/>
          </a:ln>
        </p:spPr>
        <p:txBody>
          <a:bodyPr anchorCtr="0" anchor="t" bIns="0" lIns="0" spcFirstLastPara="1" rIns="0" wrap="square" tIns="0">
            <a:spAutoFit/>
          </a:bodyPr>
          <a:lstStyle/>
          <a:p>
            <a:pPr indent="0" lvl="0" marL="0" marR="0" rtl="0" algn="ctr">
              <a:lnSpc>
                <a:spcPct val="139997"/>
              </a:lnSpc>
              <a:spcBef>
                <a:spcPts val="0"/>
              </a:spcBef>
              <a:spcAft>
                <a:spcPts val="0"/>
              </a:spcAft>
              <a:buNone/>
            </a:pPr>
            <a:r>
              <a:rPr b="0" i="0" lang="en-US" sz="17171" u="none" cap="none" strike="noStrike">
                <a:solidFill>
                  <a:srgbClr val="2B2B2B"/>
                </a:solidFill>
                <a:latin typeface="Arial"/>
                <a:ea typeface="Arial"/>
                <a:cs typeface="Arial"/>
                <a:sym typeface="Arial"/>
              </a:rPr>
              <a:t>ATENCIÓN</a:t>
            </a:r>
            <a:endParaRPr/>
          </a:p>
        </p:txBody>
      </p:sp>
      <p:sp>
        <p:nvSpPr>
          <p:cNvPr id="1048" name="Google Shape;1048;p55"/>
          <p:cNvSpPr txBox="1"/>
          <p:nvPr/>
        </p:nvSpPr>
        <p:spPr>
          <a:xfrm>
            <a:off x="2682877" y="6889414"/>
            <a:ext cx="8468664" cy="1673139"/>
          </a:xfrm>
          <a:prstGeom prst="rect">
            <a:avLst/>
          </a:prstGeom>
          <a:noFill/>
          <a:ln>
            <a:noFill/>
          </a:ln>
        </p:spPr>
        <p:txBody>
          <a:bodyPr anchorCtr="0" anchor="t" bIns="0" lIns="0" spcFirstLastPara="1" rIns="0" wrap="square" tIns="0">
            <a:spAutoFit/>
          </a:bodyPr>
          <a:lstStyle/>
          <a:p>
            <a:pPr indent="0" lvl="0" marL="0" marR="0" rtl="0" algn="ctr">
              <a:lnSpc>
                <a:spcPct val="103999"/>
              </a:lnSpc>
              <a:spcBef>
                <a:spcPts val="0"/>
              </a:spcBef>
              <a:spcAft>
                <a:spcPts val="0"/>
              </a:spcAft>
              <a:buNone/>
            </a:pPr>
            <a:r>
              <a:rPr b="1" i="0" lang="en-US" sz="10152" u="none" cap="none" strike="noStrike">
                <a:solidFill>
                  <a:srgbClr val="000000"/>
                </a:solidFill>
                <a:latin typeface="Arial"/>
                <a:ea typeface="Arial"/>
                <a:cs typeface="Arial"/>
                <a:sym typeface="Arial"/>
              </a:rPr>
              <a:t>¿DUDAS?</a:t>
            </a:r>
            <a:endParaRPr/>
          </a:p>
        </p:txBody>
      </p:sp>
      <p:sp>
        <p:nvSpPr>
          <p:cNvPr id="1049" name="Google Shape;1049;p55"/>
          <p:cNvSpPr txBox="1"/>
          <p:nvPr/>
        </p:nvSpPr>
        <p:spPr>
          <a:xfrm>
            <a:off x="1388336" y="8608034"/>
            <a:ext cx="11057744" cy="1281481"/>
          </a:xfrm>
          <a:prstGeom prst="rect">
            <a:avLst/>
          </a:prstGeom>
          <a:noFill/>
          <a:ln>
            <a:noFill/>
          </a:ln>
        </p:spPr>
        <p:txBody>
          <a:bodyPr anchorCtr="0" anchor="t" bIns="0" lIns="0" spcFirstLastPara="1" rIns="0" wrap="square" tIns="0">
            <a:spAutoFit/>
          </a:bodyPr>
          <a:lstStyle/>
          <a:p>
            <a:pPr indent="0" lvl="0" marL="0" marR="0" rtl="0" algn="l">
              <a:lnSpc>
                <a:spcPct val="130015"/>
              </a:lnSpc>
              <a:spcBef>
                <a:spcPts val="0"/>
              </a:spcBef>
              <a:spcAft>
                <a:spcPts val="0"/>
              </a:spcAft>
              <a:buNone/>
            </a:pPr>
            <a:r>
              <a:rPr b="0" i="0" lang="en-US" sz="2662" u="sng" cap="none" strike="noStrike">
                <a:solidFill>
                  <a:srgbClr val="606060"/>
                </a:solidFill>
                <a:latin typeface="DM Sans"/>
                <a:ea typeface="DM Sans"/>
                <a:cs typeface="DM Sans"/>
                <a:sym typeface="DM Sans"/>
                <a:hlinkClick r:id="rId6">
                  <a:extLst>
                    <a:ext uri="{A12FA001-AC4F-418D-AE19-62706E023703}">
                      <ahyp:hlinkClr val="tx"/>
                    </a:ext>
                  </a:extLst>
                </a:hlinkClick>
              </a:rPr>
              <a:t>RECUERDA QUE TENEMOS NUESTRO FORO SEMANAL DONDE PUEDES CONSULTAR CUALQUIER DUDA QUE TE SURJA EN LA SEMANA</a:t>
            </a:r>
            <a:r>
              <a:rPr b="0" i="0" lang="en-US" sz="2662" u="none" cap="none" strike="noStrike">
                <a:solidFill>
                  <a:srgbClr val="606060"/>
                </a:solidFill>
                <a:latin typeface="DM Sans"/>
                <a:ea typeface="DM Sans"/>
                <a:cs typeface="DM Sans"/>
                <a:sym typeface="DM Sans"/>
              </a:rPr>
              <a:t>.</a:t>
            </a:r>
            <a:endParaRPr/>
          </a:p>
          <a:p>
            <a:pPr indent="0" lvl="0" marL="0" marR="0" rtl="0" algn="l">
              <a:lnSpc>
                <a:spcPct val="130015"/>
              </a:lnSpc>
              <a:spcBef>
                <a:spcPts val="0"/>
              </a:spcBef>
              <a:spcAft>
                <a:spcPts val="0"/>
              </a:spcAft>
              <a:buNone/>
            </a:pPr>
            <a:r>
              <a:t/>
            </a:r>
            <a:endParaRPr b="0" i="0" sz="2662" u="none" cap="none" strike="noStrike">
              <a:solidFill>
                <a:srgbClr val="606060"/>
              </a:solidFill>
              <a:latin typeface="DM Sans"/>
              <a:ea typeface="DM Sans"/>
              <a:cs typeface="DM Sans"/>
              <a:sym typeface="DM Sans"/>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