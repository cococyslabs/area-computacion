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al" charset="1" panose="020B0604020202020204"/>
      <p:regular r:id="rId14"/>
    </p:embeddedFont>
    <p:embeddedFont>
      <p:font typeface="Open Sans 1 Medium" charset="1" panose="00000000000000000000"/>
      <p:regular r:id="rId15"/>
    </p:embeddedFont>
    <p:embeddedFont>
      <p:font typeface="Open Sans 1 Ultra-Bold" charset="1" panose="00000000000000000000"/>
      <p:regular r:id="rId16"/>
    </p:embeddedFont>
    <p:embeddedFont>
      <p:font typeface="Open Sans 2" charset="1" panose="020B0606030504020204"/>
      <p:regular r:id="rId17"/>
    </p:embeddedFont>
    <p:embeddedFont>
      <p:font typeface="Open Sans 1 Bold" charset="1" panose="00000000000000000000"/>
      <p:regular r:id="rId18"/>
    </p:embeddedFont>
    <p:embeddedFont>
      <p:font typeface="Open Sans 2 Bold" charset="1" panose="020B0806030504020204"/>
      <p:regular r:id="rId19"/>
    </p:embeddedFont>
    <p:embeddedFont>
      <p:font typeface="Open Sans 1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8575"/>
            <a:ext cx="18288000" cy="10325100"/>
          </a:xfrm>
          <a:custGeom>
            <a:avLst/>
            <a:gdLst/>
            <a:ahLst/>
            <a:cxnLst/>
            <a:rect r="r" b="b" t="t" l="l"/>
            <a:pathLst>
              <a:path h="10325100" w="18288000">
                <a:moveTo>
                  <a:pt x="0" y="0"/>
                </a:moveTo>
                <a:lnTo>
                  <a:pt x="18288000" y="0"/>
                </a:lnTo>
                <a:lnTo>
                  <a:pt x="18288000" y="10325100"/>
                </a:lnTo>
                <a:lnTo>
                  <a:pt x="0" y="1032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0" t="0" r="-14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03894" y="3991235"/>
            <a:ext cx="13680213" cy="247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35"/>
              </a:lnSpc>
            </a:pPr>
            <a:r>
              <a:rPr lang="en-US" sz="5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Redes de Computadoras 1</a:t>
            </a:r>
          </a:p>
          <a:p>
            <a:pPr algn="ctr">
              <a:lnSpc>
                <a:spcPts val="8719"/>
              </a:lnSpc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César Fernando Sazo Quisquinay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3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93960" y="7073953"/>
            <a:ext cx="6483182" cy="0"/>
          </a:xfrm>
          <a:prstGeom prst="line">
            <a:avLst/>
          </a:prstGeom>
          <a:ln cap="rnd" w="323850">
            <a:solidFill>
              <a:srgbClr val="B48C5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7757409">
            <a:off x="12007383" y="-4543149"/>
            <a:ext cx="9928415" cy="8087145"/>
          </a:xfrm>
          <a:custGeom>
            <a:avLst/>
            <a:gdLst/>
            <a:ahLst/>
            <a:cxnLst/>
            <a:rect r="r" b="b" t="t" l="l"/>
            <a:pathLst>
              <a:path h="8087145" w="9928415">
                <a:moveTo>
                  <a:pt x="0" y="0"/>
                </a:moveTo>
                <a:lnTo>
                  <a:pt x="9928415" y="0"/>
                </a:lnTo>
                <a:lnTo>
                  <a:pt x="9928415" y="8087145"/>
                </a:lnTo>
                <a:lnTo>
                  <a:pt x="0" y="8087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428339" y="921542"/>
            <a:ext cx="1918052" cy="191805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004857" y="607583"/>
            <a:ext cx="700314" cy="70031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85639" y="8394558"/>
            <a:ext cx="7394558" cy="645692"/>
            <a:chOff x="0" y="0"/>
            <a:chExt cx="3282592" cy="2866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82592" cy="286635"/>
            </a:xfrm>
            <a:custGeom>
              <a:avLst/>
              <a:gdLst/>
              <a:ahLst/>
              <a:cxnLst/>
              <a:rect r="r" b="b" t="t" l="l"/>
              <a:pathLst>
                <a:path h="286635" w="3282592">
                  <a:moveTo>
                    <a:pt x="0" y="0"/>
                  </a:moveTo>
                  <a:lnTo>
                    <a:pt x="3282592" y="0"/>
                  </a:lnTo>
                  <a:lnTo>
                    <a:pt x="3282592" y="286635"/>
                  </a:lnTo>
                  <a:lnTo>
                    <a:pt x="0" y="286635"/>
                  </a:ln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282592" cy="334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93960" y="2288721"/>
            <a:ext cx="14160264" cy="133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4"/>
              </a:lnSpc>
            </a:pPr>
            <a:r>
              <a:rPr lang="en-US" b="true" sz="10233" spc="2711">
                <a:solidFill>
                  <a:srgbClr val="FFFFFF"/>
                </a:solidFill>
                <a:latin typeface="Open Sans 1 Medium"/>
                <a:ea typeface="Open Sans 1 Medium"/>
                <a:cs typeface="Open Sans 1 Medium"/>
                <a:sym typeface="Open Sans 1 Medium"/>
              </a:rPr>
              <a:t>LABORATORIO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3960" y="3600907"/>
            <a:ext cx="15936584" cy="277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9"/>
              </a:lnSpc>
            </a:pPr>
            <a:r>
              <a:rPr lang="en-US" b="true" sz="7999" spc="2727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REDES DE COMPUTADORAS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82865" y="8554312"/>
            <a:ext cx="7020718" cy="402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b="true" sz="3200" spc="441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Clase 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63491">
            <a:off x="12939510" y="-5089296"/>
            <a:ext cx="9213358" cy="7504698"/>
          </a:xfrm>
          <a:custGeom>
            <a:avLst/>
            <a:gdLst/>
            <a:ahLst/>
            <a:cxnLst/>
            <a:rect r="r" b="b" t="t" l="l"/>
            <a:pathLst>
              <a:path h="7504698" w="9213358">
                <a:moveTo>
                  <a:pt x="0" y="0"/>
                </a:moveTo>
                <a:lnTo>
                  <a:pt x="9213358" y="0"/>
                </a:lnTo>
                <a:lnTo>
                  <a:pt x="9213358" y="7504698"/>
                </a:lnTo>
                <a:lnTo>
                  <a:pt x="0" y="7504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745943">
            <a:off x="-2987443" y="7016159"/>
            <a:ext cx="9213358" cy="7504698"/>
          </a:xfrm>
          <a:custGeom>
            <a:avLst/>
            <a:gdLst/>
            <a:ahLst/>
            <a:cxnLst/>
            <a:rect r="r" b="b" t="t" l="l"/>
            <a:pathLst>
              <a:path h="7504698" w="9213358">
                <a:moveTo>
                  <a:pt x="0" y="0"/>
                </a:moveTo>
                <a:lnTo>
                  <a:pt x="9213358" y="0"/>
                </a:lnTo>
                <a:lnTo>
                  <a:pt x="9213358" y="7504698"/>
                </a:lnTo>
                <a:lnTo>
                  <a:pt x="0" y="7504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19236" y="1028700"/>
            <a:ext cx="15562849" cy="8179961"/>
            <a:chOff x="0" y="0"/>
            <a:chExt cx="5796956" cy="30469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283D6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192164" y="5268627"/>
            <a:ext cx="4971324" cy="32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22A3D"/>
                </a:solidFill>
                <a:latin typeface="Open Sans 2"/>
                <a:ea typeface="Open Sans 2"/>
                <a:cs typeface="Open Sans 2"/>
                <a:sym typeface="Open Sans 2"/>
              </a:rPr>
              <a:t>Programa del curso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12645" y="5133975"/>
            <a:ext cx="131661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18"/>
              </a:lnSpc>
            </a:pPr>
            <a:r>
              <a:rPr lang="en-US" b="true" sz="4348" spc="139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12645" y="5892210"/>
            <a:ext cx="1333869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18"/>
              </a:lnSpc>
            </a:pPr>
            <a:r>
              <a:rPr lang="en-US" b="true" sz="4348" spc="334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12645" y="6654210"/>
            <a:ext cx="1333869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18"/>
              </a:lnSpc>
            </a:pPr>
            <a:r>
              <a:rPr lang="en-US" b="true" sz="4348" spc="334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02686" y="5133975"/>
            <a:ext cx="1213336" cy="666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18"/>
              </a:lnSpc>
            </a:pPr>
            <a:r>
              <a:rPr lang="en-US" b="true" sz="4348" spc="334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02686" y="5892210"/>
            <a:ext cx="1213336" cy="666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18"/>
              </a:lnSpc>
            </a:pPr>
            <a:r>
              <a:rPr lang="en-US" b="true" sz="4348" spc="334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23461" y="5310178"/>
            <a:ext cx="4176457" cy="32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22A3D"/>
                </a:solidFill>
                <a:latin typeface="Open Sans 2"/>
                <a:ea typeface="Open Sans 2"/>
                <a:cs typeface="Open Sans 2"/>
                <a:sym typeface="Open Sans 2"/>
              </a:rPr>
              <a:t>Presentación auxiliar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23461" y="6071446"/>
            <a:ext cx="4176457" cy="32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22A3D"/>
                </a:solidFill>
                <a:latin typeface="Open Sans 2"/>
                <a:ea typeface="Open Sans 2"/>
                <a:cs typeface="Open Sans 2"/>
                <a:sym typeface="Open Sans 2"/>
              </a:rPr>
              <a:t>Presentación Estudiantes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23461" y="6867963"/>
            <a:ext cx="4176457" cy="32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22A3D"/>
                </a:solidFill>
                <a:latin typeface="Open Sans 2"/>
                <a:ea typeface="Open Sans 2"/>
                <a:cs typeface="Open Sans 2"/>
                <a:sym typeface="Open Sans 2"/>
              </a:rPr>
              <a:t>Prueba Diagnóstico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92164" y="6071446"/>
            <a:ext cx="4971324" cy="32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22A3D"/>
                </a:solidFill>
                <a:latin typeface="Open Sans 2"/>
                <a:ea typeface="Open Sans 2"/>
                <a:cs typeface="Open Sans 2"/>
                <a:sym typeface="Open Sans 2"/>
              </a:rPr>
              <a:t>Diagnósitico del nuevo laboratorio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88276" y="2529276"/>
            <a:ext cx="14111447" cy="145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55"/>
              </a:lnSpc>
            </a:pPr>
            <a:r>
              <a:rPr lang="en-US" b="true" sz="11307" spc="4681">
                <a:solidFill>
                  <a:srgbClr val="B48C5D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AGENDA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5715228" y="1298787"/>
            <a:ext cx="1830961" cy="183096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014915" y="756491"/>
            <a:ext cx="700314" cy="70031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7794460">
            <a:off x="447095" y="6758846"/>
            <a:ext cx="1830961" cy="18309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7794460">
            <a:off x="2030317" y="8721370"/>
            <a:ext cx="700314" cy="70031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0" id="30"/>
          <p:cNvSpPr/>
          <p:nvPr/>
        </p:nvSpPr>
        <p:spPr>
          <a:xfrm>
            <a:off x="4493816" y="4279305"/>
            <a:ext cx="5685043" cy="0"/>
          </a:xfrm>
          <a:prstGeom prst="line">
            <a:avLst/>
          </a:prstGeom>
          <a:ln cap="rnd" w="323850">
            <a:solidFill>
              <a:srgbClr val="283D60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724685">
            <a:off x="11617639" y="6056519"/>
            <a:ext cx="10135766" cy="8256042"/>
          </a:xfrm>
          <a:custGeom>
            <a:avLst/>
            <a:gdLst/>
            <a:ahLst/>
            <a:cxnLst/>
            <a:rect r="r" b="b" t="t" l="l"/>
            <a:pathLst>
              <a:path h="8256042" w="10135766">
                <a:moveTo>
                  <a:pt x="0" y="0"/>
                </a:moveTo>
                <a:lnTo>
                  <a:pt x="10135766" y="0"/>
                </a:lnTo>
                <a:lnTo>
                  <a:pt x="10135766" y="8256042"/>
                </a:lnTo>
                <a:lnTo>
                  <a:pt x="0" y="8256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3190662" y="1028700"/>
            <a:ext cx="6483182" cy="0"/>
          </a:xfrm>
          <a:prstGeom prst="line">
            <a:avLst/>
          </a:prstGeom>
          <a:ln cap="rnd" w="323850">
            <a:solidFill>
              <a:srgbClr val="B48C5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992679" y="2913715"/>
            <a:ext cx="5942517" cy="5942517"/>
          </a:xfrm>
          <a:custGeom>
            <a:avLst/>
            <a:gdLst/>
            <a:ahLst/>
            <a:cxnLst/>
            <a:rect r="r" b="b" t="t" l="l"/>
            <a:pathLst>
              <a:path h="5942517" w="5942517">
                <a:moveTo>
                  <a:pt x="0" y="0"/>
                </a:moveTo>
                <a:lnTo>
                  <a:pt x="5942517" y="0"/>
                </a:lnTo>
                <a:lnTo>
                  <a:pt x="5942517" y="5942518"/>
                </a:lnTo>
                <a:lnTo>
                  <a:pt x="0" y="59425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80497" y="1518170"/>
            <a:ext cx="9583519" cy="110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9"/>
              </a:lnSpc>
            </a:pPr>
            <a:r>
              <a:rPr lang="en-US" b="true" sz="7283" spc="1121">
                <a:solidFill>
                  <a:srgbClr val="022A3D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PRESENTACIÓN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0497" y="5827824"/>
            <a:ext cx="9250595" cy="53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4"/>
              </a:lnSpc>
            </a:pPr>
            <a:r>
              <a:rPr lang="en-US" sz="3181" b="true">
                <a:solidFill>
                  <a:srgbClr val="022A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Correo: </a:t>
            </a:r>
            <a:r>
              <a:rPr lang="en-US" sz="3181">
                <a:solidFill>
                  <a:srgbClr val="022A3D"/>
                </a:solidFill>
                <a:latin typeface="Open Sans 2"/>
                <a:ea typeface="Open Sans 2"/>
                <a:cs typeface="Open Sans 2"/>
                <a:sym typeface="Open Sans 2"/>
              </a:rPr>
              <a:t>2988693570101@ingenieria.usac.edu.gt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66183" y="2959314"/>
            <a:ext cx="10093075" cy="77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39"/>
              </a:lnSpc>
              <a:spcBef>
                <a:spcPct val="0"/>
              </a:spcBef>
            </a:pPr>
            <a:r>
              <a:rPr lang="en-US" b="true" sz="4599" spc="101">
                <a:solidFill>
                  <a:srgbClr val="022A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César Fernando Sazo Quisquinay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0497" y="6695115"/>
            <a:ext cx="8637830" cy="53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4"/>
              </a:lnSpc>
            </a:pPr>
            <a:r>
              <a:rPr lang="en-US" sz="3181" b="true">
                <a:solidFill>
                  <a:srgbClr val="022A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Foros Semanales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0497" y="4644753"/>
            <a:ext cx="8637830" cy="85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022A3D"/>
                </a:solidFill>
                <a:latin typeface="Open Sans 2"/>
                <a:ea typeface="Open Sans 2"/>
                <a:cs typeface="Open Sans 2"/>
                <a:sym typeface="Open Sans 2"/>
              </a:rPr>
              <a:t>Contacto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0497" y="7562405"/>
            <a:ext cx="8637830" cy="53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4"/>
              </a:lnSpc>
            </a:pPr>
            <a:r>
              <a:rPr lang="en-US" sz="3181" b="true">
                <a:solidFill>
                  <a:srgbClr val="022A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Uedi / DTT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3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762987" y="9764846"/>
            <a:ext cx="6483182" cy="0"/>
          </a:xfrm>
          <a:prstGeom prst="line">
            <a:avLst/>
          </a:prstGeom>
          <a:ln cap="rnd" w="323850">
            <a:solidFill>
              <a:srgbClr val="B48C5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370283" y="3840544"/>
            <a:ext cx="5417756" cy="5417756"/>
          </a:xfrm>
          <a:custGeom>
            <a:avLst/>
            <a:gdLst/>
            <a:ahLst/>
            <a:cxnLst/>
            <a:rect r="r" b="b" t="t" l="l"/>
            <a:pathLst>
              <a:path h="5417756" w="5417756">
                <a:moveTo>
                  <a:pt x="0" y="0"/>
                </a:moveTo>
                <a:lnTo>
                  <a:pt x="5417756" y="0"/>
                </a:lnTo>
                <a:lnTo>
                  <a:pt x="5417756" y="5417756"/>
                </a:lnTo>
                <a:lnTo>
                  <a:pt x="0" y="5417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94271" y="1396507"/>
            <a:ext cx="14699459" cy="2272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43"/>
              </a:lnSpc>
            </a:pPr>
            <a:r>
              <a:rPr lang="en-US" b="true" sz="9107" spc="2413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DINAMICA </a:t>
            </a:r>
          </a:p>
          <a:p>
            <a:pPr algn="ctr">
              <a:lnSpc>
                <a:spcPts val="8743"/>
              </a:lnSpc>
            </a:pPr>
            <a:r>
              <a:rPr lang="en-US" b="true" sz="9107" spc="2413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PRESENTACIÓN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41465" y="6414624"/>
            <a:ext cx="8406625" cy="53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b="true" sz="4200" spc="1738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¿VOLUNTARIOS?</a:t>
            </a:r>
          </a:p>
        </p:txBody>
      </p:sp>
      <p:sp>
        <p:nvSpPr>
          <p:cNvPr name="AutoShape 6" id="6"/>
          <p:cNvSpPr/>
          <p:nvPr/>
        </p:nvSpPr>
        <p:spPr>
          <a:xfrm>
            <a:off x="12612829" y="540083"/>
            <a:ext cx="6483182" cy="0"/>
          </a:xfrm>
          <a:prstGeom prst="line">
            <a:avLst/>
          </a:prstGeom>
          <a:ln cap="rnd" w="323850">
            <a:solidFill>
              <a:srgbClr val="B48C5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55297" y="5021139"/>
            <a:ext cx="8547628" cy="71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Presentación de los Estudiantes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5779" y="7968262"/>
            <a:ext cx="6754016" cy="68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b="true" sz="2799" spc="1159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HTTPS://ECHALOASUERTE.COM/RAFFLE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2068">
            <a:off x="12558574" y="-4180257"/>
            <a:ext cx="9213358" cy="7504698"/>
          </a:xfrm>
          <a:custGeom>
            <a:avLst/>
            <a:gdLst/>
            <a:ahLst/>
            <a:cxnLst/>
            <a:rect r="r" b="b" t="t" l="l"/>
            <a:pathLst>
              <a:path h="7504698" w="9213358">
                <a:moveTo>
                  <a:pt x="0" y="0"/>
                </a:moveTo>
                <a:lnTo>
                  <a:pt x="9213358" y="0"/>
                </a:lnTo>
                <a:lnTo>
                  <a:pt x="9213358" y="7504698"/>
                </a:lnTo>
                <a:lnTo>
                  <a:pt x="0" y="7504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283D6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3374707" y="7088019"/>
            <a:ext cx="6483182" cy="0"/>
          </a:xfrm>
          <a:prstGeom prst="line">
            <a:avLst/>
          </a:prstGeom>
          <a:ln cap="rnd" w="323850">
            <a:solidFill>
              <a:srgbClr val="B48C5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3374707" y="3002917"/>
            <a:ext cx="11366044" cy="106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5"/>
              </a:lnSpc>
            </a:pPr>
            <a:r>
              <a:rPr lang="en-US" b="true" sz="8214" spc="2176">
                <a:solidFill>
                  <a:srgbClr val="022A3D"/>
                </a:solidFill>
                <a:latin typeface="Open Sans 1 Medium"/>
                <a:ea typeface="Open Sans 1 Medium"/>
                <a:cs typeface="Open Sans 1 Medium"/>
                <a:sym typeface="Open Sans 1 Medium"/>
              </a:rPr>
              <a:t>PRUEBA 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74707" y="3968488"/>
            <a:ext cx="12791846" cy="264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40"/>
              </a:lnSpc>
            </a:pPr>
            <a:r>
              <a:rPr lang="en-US" b="true" sz="8000" spc="1528">
                <a:solidFill>
                  <a:srgbClr val="022A3D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CONOCIMIENTOS</a:t>
            </a:r>
          </a:p>
          <a:p>
            <a:pPr algn="l">
              <a:lnSpc>
                <a:spcPts val="10640"/>
              </a:lnSpc>
            </a:pPr>
            <a:r>
              <a:rPr lang="en-US" b="true" sz="8000" spc="1528">
                <a:solidFill>
                  <a:srgbClr val="022A3D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PREVIOS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715228" y="1298787"/>
            <a:ext cx="1830961" cy="183096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014915" y="756491"/>
            <a:ext cx="700314" cy="7003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374707" y="7986830"/>
            <a:ext cx="13067353" cy="68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b="true" sz="2799" spc="1159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HTTPS://WAYGROUND.COM/ADMIN/QUIZ/693073B3A2CE084A676F7D45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2068">
            <a:off x="12558574" y="-4180257"/>
            <a:ext cx="9213358" cy="7504698"/>
          </a:xfrm>
          <a:custGeom>
            <a:avLst/>
            <a:gdLst/>
            <a:ahLst/>
            <a:cxnLst/>
            <a:rect r="r" b="b" t="t" l="l"/>
            <a:pathLst>
              <a:path h="7504698" w="9213358">
                <a:moveTo>
                  <a:pt x="0" y="0"/>
                </a:moveTo>
                <a:lnTo>
                  <a:pt x="9213358" y="0"/>
                </a:lnTo>
                <a:lnTo>
                  <a:pt x="9213358" y="7504698"/>
                </a:lnTo>
                <a:lnTo>
                  <a:pt x="0" y="7504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283D6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2242020" y="5618625"/>
            <a:ext cx="6483182" cy="0"/>
          </a:xfrm>
          <a:prstGeom prst="line">
            <a:avLst/>
          </a:prstGeom>
          <a:ln cap="rnd" w="323850">
            <a:solidFill>
              <a:srgbClr val="B48C5D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5715228" y="1298787"/>
            <a:ext cx="1830961" cy="183096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014915" y="756491"/>
            <a:ext cx="700314" cy="70031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763831" y="2034399"/>
            <a:ext cx="4199057" cy="8252601"/>
          </a:xfrm>
          <a:custGeom>
            <a:avLst/>
            <a:gdLst/>
            <a:ahLst/>
            <a:cxnLst/>
            <a:rect r="r" b="b" t="t" l="l"/>
            <a:pathLst>
              <a:path h="8252601" w="4199057">
                <a:moveTo>
                  <a:pt x="0" y="0"/>
                </a:moveTo>
                <a:lnTo>
                  <a:pt x="4199057" y="0"/>
                </a:lnTo>
                <a:lnTo>
                  <a:pt x="4199057" y="8252601"/>
                </a:lnTo>
                <a:lnTo>
                  <a:pt x="0" y="8252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42020" y="6403415"/>
            <a:ext cx="10918252" cy="976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Guía estructurada que organiza los temas, objetivos, actividades y evaluaciones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42020" y="2694587"/>
            <a:ext cx="11366044" cy="106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5"/>
              </a:lnSpc>
            </a:pPr>
            <a:r>
              <a:rPr lang="en-US" b="true" sz="8214" spc="2176">
                <a:solidFill>
                  <a:srgbClr val="022A3D"/>
                </a:solidFill>
                <a:latin typeface="Open Sans 1 Medium"/>
                <a:ea typeface="Open Sans 1 Medium"/>
                <a:cs typeface="Open Sans 1 Medium"/>
                <a:sym typeface="Open Sans 1 Medium"/>
              </a:rPr>
              <a:t>PROGRAMA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42020" y="3996674"/>
            <a:ext cx="12791846" cy="1024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b="true" sz="8000" spc="3312">
                <a:solidFill>
                  <a:srgbClr val="022A3D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DEL CURSO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2068">
            <a:off x="12558574" y="-4180257"/>
            <a:ext cx="9213358" cy="7504698"/>
          </a:xfrm>
          <a:custGeom>
            <a:avLst/>
            <a:gdLst/>
            <a:ahLst/>
            <a:cxnLst/>
            <a:rect r="r" b="b" t="t" l="l"/>
            <a:pathLst>
              <a:path h="7504698" w="9213358">
                <a:moveTo>
                  <a:pt x="0" y="0"/>
                </a:moveTo>
                <a:lnTo>
                  <a:pt x="9213358" y="0"/>
                </a:lnTo>
                <a:lnTo>
                  <a:pt x="9213358" y="7504698"/>
                </a:lnTo>
                <a:lnTo>
                  <a:pt x="0" y="7504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283D6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2923383" y="5637193"/>
            <a:ext cx="6483182" cy="0"/>
          </a:xfrm>
          <a:prstGeom prst="line">
            <a:avLst/>
          </a:prstGeom>
          <a:ln cap="rnd" w="323850">
            <a:solidFill>
              <a:srgbClr val="B48C5D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5715228" y="1298787"/>
            <a:ext cx="1830961" cy="183096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014915" y="756491"/>
            <a:ext cx="700314" cy="70031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923383" y="6440553"/>
            <a:ext cx="10918252" cy="976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Objetivo: Medir el conocimiento adquirido al momento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de empezar el curso.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23383" y="2694587"/>
            <a:ext cx="11366044" cy="106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5"/>
              </a:lnSpc>
            </a:pPr>
            <a:r>
              <a:rPr lang="en-US" b="true" sz="8214" spc="2176">
                <a:solidFill>
                  <a:srgbClr val="022A3D"/>
                </a:solidFill>
                <a:latin typeface="Open Sans 1 Medium"/>
                <a:ea typeface="Open Sans 1 Medium"/>
                <a:cs typeface="Open Sans 1 Medium"/>
                <a:sym typeface="Open Sans 1 Medium"/>
              </a:rPr>
              <a:t>PRUEBA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23383" y="4060429"/>
            <a:ext cx="12791846" cy="1024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b="true" sz="8000" spc="3312">
                <a:solidFill>
                  <a:srgbClr val="022A3D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DIAGNOSTICO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23383" y="8005399"/>
            <a:ext cx="13067353" cy="68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b="true" sz="2799" spc="1159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HTTPS://WAYGROUND.COM/ADMIN/QUIZ/69335D5FD7857498575756FF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DAG6Tpcz0uo</dc:identifier>
  <dcterms:modified xsi:type="dcterms:W3CDTF">2011-08-01T06:04:30Z</dcterms:modified>
  <cp:revision>1</cp:revision>
  <dc:title>Semana 0 - Introducción</dc:title>
</cp:coreProperties>
</file>