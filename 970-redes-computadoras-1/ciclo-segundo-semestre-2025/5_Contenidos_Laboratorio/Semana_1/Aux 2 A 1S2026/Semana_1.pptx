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al MT Pro Bold" charset="1" panose="020B0802020202020204"/>
      <p:regular r:id="rId17"/>
    </p:embeddedFont>
    <p:embeddedFont>
      <p:font typeface="Arial MT Pro" charset="1" panose="020B0502020202020204"/>
      <p:regular r:id="rId18"/>
    </p:embeddedFont>
    <p:embeddedFont>
      <p:font typeface="Carelia" charset="1" panose="00000500000000000000"/>
      <p:regular r:id="rId19"/>
    </p:embeddedFont>
    <p:embeddedFont>
      <p:font typeface="Montserrat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16" Target="../media/image16.png" Type="http://schemas.openxmlformats.org/officeDocument/2006/relationships/image"/><Relationship Id="rId17" Target="../media/image17.svg" Type="http://schemas.openxmlformats.org/officeDocument/2006/relationships/image"/><Relationship Id="rId18" Target="../media/image18.png" Type="http://schemas.openxmlformats.org/officeDocument/2006/relationships/image"/><Relationship Id="rId19" Target="../media/image19.svg" Type="http://schemas.openxmlformats.org/officeDocument/2006/relationships/image"/><Relationship Id="rId2" Target="../media/image2.png" Type="http://schemas.openxmlformats.org/officeDocument/2006/relationships/image"/><Relationship Id="rId20" Target="../media/image20.png" Type="http://schemas.openxmlformats.org/officeDocument/2006/relationships/image"/><Relationship Id="rId21" Target="../media/image21.sv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3.pn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14" Target="../media/image51.png" Type="http://schemas.openxmlformats.org/officeDocument/2006/relationships/image"/><Relationship Id="rId15" Target="../media/image52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560" y="0"/>
            <a:ext cx="18253440" cy="10286640"/>
          </a:xfrm>
          <a:custGeom>
            <a:avLst/>
            <a:gdLst/>
            <a:ahLst/>
            <a:cxnLst/>
            <a:rect r="r" b="b" t="t" l="l"/>
            <a:pathLst>
              <a:path h="10286640" w="18253440">
                <a:moveTo>
                  <a:pt x="0" y="0"/>
                </a:moveTo>
                <a:lnTo>
                  <a:pt x="18253440" y="0"/>
                </a:lnTo>
                <a:lnTo>
                  <a:pt x="18253440" y="10286640"/>
                </a:lnTo>
                <a:lnTo>
                  <a:pt x="0" y="10286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656720" y="1940400"/>
          <a:ext cx="7366000" cy="1438110"/>
        </p:xfrm>
        <a:graphic>
          <a:graphicData uri="http://schemas.openxmlformats.org/drawingml/2006/table">
            <a:tbl>
              <a:tblPr/>
              <a:tblGrid>
                <a:gridCol w="3036741"/>
                <a:gridCol w="4329259"/>
              </a:tblGrid>
              <a:tr h="7190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sz="284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Día, Fecha:</a:t>
                      </a:r>
                      <a:endParaRPr lang="en-US" sz="1100"/>
                    </a:p>
                  </a:txBody>
                  <a:tcPr marL="91080" marR="91080" marT="91080" marB="91080" anchor="ctr">
                    <a:lnL cmpd="sng" algn="ctr" cap="flat" w="9360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360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360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360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Sábado, 17/01/2026</a:t>
                      </a:r>
                      <a:endParaRPr lang="en-US" sz="1100"/>
                    </a:p>
                  </a:txBody>
                  <a:tcPr marL="91080" marR="91080" marT="91080" marB="91080" anchor="ctr">
                    <a:lnL cmpd="sng" algn="ctr" cap="flat" w="9360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360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360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360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90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sz="284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Hora de inicio:</a:t>
                      </a:r>
                      <a:endParaRPr lang="en-US" sz="1100"/>
                    </a:p>
                  </a:txBody>
                  <a:tcPr marL="91080" marR="91080" marT="91080" marB="91080" anchor="ctr">
                    <a:lnL cmpd="sng" algn="ctr" cap="flat" w="9360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360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360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360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13:50 hrs</a:t>
                      </a:r>
                      <a:endParaRPr lang="en-US" sz="1100"/>
                    </a:p>
                  </a:txBody>
                  <a:tcPr marL="91080" marR="91080" marT="91080" marB="91080" anchor="ctr">
                    <a:lnL cmpd="sng" algn="ctr" cap="flat" w="9360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360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360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360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618360" y="4512750"/>
            <a:ext cx="1505128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0970 Redes de Computadoras 1 [A]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48960" y="5807475"/>
            <a:ext cx="1098936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Pablo Andres Rodriguez Lima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30282" y="1013776"/>
            <a:ext cx="7827435" cy="7827435"/>
          </a:xfrm>
          <a:custGeom>
            <a:avLst/>
            <a:gdLst/>
            <a:ahLst/>
            <a:cxnLst/>
            <a:rect r="r" b="b" t="t" l="l"/>
            <a:pathLst>
              <a:path h="7827435" w="7827435">
                <a:moveTo>
                  <a:pt x="0" y="0"/>
                </a:moveTo>
                <a:lnTo>
                  <a:pt x="7827435" y="0"/>
                </a:lnTo>
                <a:lnTo>
                  <a:pt x="7827435" y="7827435"/>
                </a:lnTo>
                <a:lnTo>
                  <a:pt x="0" y="7827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63710" y="6681356"/>
            <a:ext cx="4160580" cy="461446"/>
          </a:xfrm>
          <a:custGeom>
            <a:avLst/>
            <a:gdLst/>
            <a:ahLst/>
            <a:cxnLst/>
            <a:rect r="r" b="b" t="t" l="l"/>
            <a:pathLst>
              <a:path h="461446" w="4160580">
                <a:moveTo>
                  <a:pt x="0" y="0"/>
                </a:moveTo>
                <a:lnTo>
                  <a:pt x="4160580" y="0"/>
                </a:lnTo>
                <a:lnTo>
                  <a:pt x="4160580" y="461446"/>
                </a:lnTo>
                <a:lnTo>
                  <a:pt x="0" y="461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49" r="0" b="-54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86949" y="5692666"/>
            <a:ext cx="5009073" cy="4744958"/>
          </a:xfrm>
          <a:custGeom>
            <a:avLst/>
            <a:gdLst/>
            <a:ahLst/>
            <a:cxnLst/>
            <a:rect r="r" b="b" t="t" l="l"/>
            <a:pathLst>
              <a:path h="4744958" w="5009073">
                <a:moveTo>
                  <a:pt x="0" y="0"/>
                </a:moveTo>
                <a:lnTo>
                  <a:pt x="5009073" y="0"/>
                </a:lnTo>
                <a:lnTo>
                  <a:pt x="5009073" y="4744958"/>
                </a:lnTo>
                <a:lnTo>
                  <a:pt x="0" y="47449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74" r="0" b="-27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77941">
            <a:off x="-652915" y="6859018"/>
            <a:ext cx="4402996" cy="4114800"/>
          </a:xfrm>
          <a:custGeom>
            <a:avLst/>
            <a:gdLst/>
            <a:ahLst/>
            <a:cxnLst/>
            <a:rect r="r" b="b" t="t" l="l"/>
            <a:pathLst>
              <a:path h="4114800" w="4402996">
                <a:moveTo>
                  <a:pt x="0" y="0"/>
                </a:moveTo>
                <a:lnTo>
                  <a:pt x="4402996" y="0"/>
                </a:lnTo>
                <a:lnTo>
                  <a:pt x="44029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2" t="0" r="-72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20981" y="-711888"/>
            <a:ext cx="3725764" cy="4114800"/>
          </a:xfrm>
          <a:custGeom>
            <a:avLst/>
            <a:gdLst/>
            <a:ahLst/>
            <a:cxnLst/>
            <a:rect r="r" b="b" t="t" l="l"/>
            <a:pathLst>
              <a:path h="4114800" w="3725764">
                <a:moveTo>
                  <a:pt x="0" y="0"/>
                </a:moveTo>
                <a:lnTo>
                  <a:pt x="3725764" y="0"/>
                </a:lnTo>
                <a:lnTo>
                  <a:pt x="37257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35" t="0" r="-23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86048" y="7548011"/>
            <a:ext cx="2834933" cy="2572057"/>
          </a:xfrm>
          <a:custGeom>
            <a:avLst/>
            <a:gdLst/>
            <a:ahLst/>
            <a:cxnLst/>
            <a:rect r="r" b="b" t="t" l="l"/>
            <a:pathLst>
              <a:path h="2572057" w="2834933">
                <a:moveTo>
                  <a:pt x="0" y="0"/>
                </a:moveTo>
                <a:lnTo>
                  <a:pt x="2834933" y="0"/>
                </a:lnTo>
                <a:lnTo>
                  <a:pt x="2834933" y="2572057"/>
                </a:lnTo>
                <a:lnTo>
                  <a:pt x="0" y="257205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7185">
            <a:off x="3102614" y="7394046"/>
            <a:ext cx="2551459" cy="2688319"/>
          </a:xfrm>
          <a:custGeom>
            <a:avLst/>
            <a:gdLst/>
            <a:ahLst/>
            <a:cxnLst/>
            <a:rect r="r" b="b" t="t" l="l"/>
            <a:pathLst>
              <a:path h="2688319" w="2551459">
                <a:moveTo>
                  <a:pt x="0" y="0"/>
                </a:moveTo>
                <a:lnTo>
                  <a:pt x="2551459" y="0"/>
                </a:lnTo>
                <a:lnTo>
                  <a:pt x="2551459" y="2688319"/>
                </a:lnTo>
                <a:lnTo>
                  <a:pt x="0" y="26883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110" r="0" b="-11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572354" y="-711888"/>
            <a:ext cx="3739373" cy="3739373"/>
          </a:xfrm>
          <a:custGeom>
            <a:avLst/>
            <a:gdLst/>
            <a:ahLst/>
            <a:cxnLst/>
            <a:rect r="r" b="b" t="t" l="l"/>
            <a:pathLst>
              <a:path h="3739373" w="3739373">
                <a:moveTo>
                  <a:pt x="0" y="0"/>
                </a:moveTo>
                <a:lnTo>
                  <a:pt x="3739373" y="0"/>
                </a:lnTo>
                <a:lnTo>
                  <a:pt x="3739373" y="3739373"/>
                </a:lnTo>
                <a:lnTo>
                  <a:pt x="0" y="373937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254" r="0" b="-25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211544" y="393838"/>
            <a:ext cx="1889507" cy="1903349"/>
          </a:xfrm>
          <a:custGeom>
            <a:avLst/>
            <a:gdLst/>
            <a:ahLst/>
            <a:cxnLst/>
            <a:rect r="r" b="b" t="t" l="l"/>
            <a:pathLst>
              <a:path h="1903349" w="1889507">
                <a:moveTo>
                  <a:pt x="0" y="0"/>
                </a:moveTo>
                <a:lnTo>
                  <a:pt x="1889507" y="0"/>
                </a:lnTo>
                <a:lnTo>
                  <a:pt x="1889507" y="1903349"/>
                </a:lnTo>
                <a:lnTo>
                  <a:pt x="0" y="190334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114" t="0" r="-114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617930">
            <a:off x="14980542" y="330918"/>
            <a:ext cx="1413053" cy="2029188"/>
          </a:xfrm>
          <a:custGeom>
            <a:avLst/>
            <a:gdLst/>
            <a:ahLst/>
            <a:cxnLst/>
            <a:rect r="r" b="b" t="t" l="l"/>
            <a:pathLst>
              <a:path h="2029188" w="1413053">
                <a:moveTo>
                  <a:pt x="0" y="0"/>
                </a:moveTo>
                <a:lnTo>
                  <a:pt x="1413053" y="0"/>
                </a:lnTo>
                <a:lnTo>
                  <a:pt x="1413053" y="2029188"/>
                </a:lnTo>
                <a:lnTo>
                  <a:pt x="0" y="202918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7" r="0" b="-7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85720" y="3331916"/>
            <a:ext cx="16516561" cy="2572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63"/>
              </a:lnSpc>
            </a:pPr>
            <a:r>
              <a:rPr lang="en-US" sz="11435" spc="-193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Semana de </a:t>
            </a:r>
          </a:p>
          <a:p>
            <a:pPr algn="ctr">
              <a:lnSpc>
                <a:spcPts val="10863"/>
              </a:lnSpc>
            </a:pPr>
            <a:r>
              <a:rPr lang="en-US" sz="11435" spc="-193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Diagnóstico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01051" y="5962754"/>
            <a:ext cx="10085899" cy="9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Redes de Computadoras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39649" y="7471811"/>
            <a:ext cx="4608702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Pablo Andres Rodriguez Lima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26514" y="585944"/>
            <a:ext cx="9355306" cy="9355306"/>
          </a:xfrm>
          <a:custGeom>
            <a:avLst/>
            <a:gdLst/>
            <a:ahLst/>
            <a:cxnLst/>
            <a:rect r="r" b="b" t="t" l="l"/>
            <a:pathLst>
              <a:path h="9355306" w="9355306">
                <a:moveTo>
                  <a:pt x="0" y="0"/>
                </a:moveTo>
                <a:lnTo>
                  <a:pt x="9355306" y="0"/>
                </a:lnTo>
                <a:lnTo>
                  <a:pt x="9355306" y="9355306"/>
                </a:lnTo>
                <a:lnTo>
                  <a:pt x="0" y="9355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60690" y="2530495"/>
            <a:ext cx="5714325" cy="5226010"/>
          </a:xfrm>
          <a:custGeom>
            <a:avLst/>
            <a:gdLst/>
            <a:ahLst/>
            <a:cxnLst/>
            <a:rect r="r" b="b" t="t" l="l"/>
            <a:pathLst>
              <a:path h="5226010" w="5714325">
                <a:moveTo>
                  <a:pt x="0" y="0"/>
                </a:moveTo>
                <a:lnTo>
                  <a:pt x="5714325" y="0"/>
                </a:lnTo>
                <a:lnTo>
                  <a:pt x="5714325" y="5226010"/>
                </a:lnTo>
                <a:lnTo>
                  <a:pt x="0" y="5226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41" t="0" r="-14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79779">
            <a:off x="5860685" y="5484975"/>
            <a:ext cx="2536213" cy="4114800"/>
          </a:xfrm>
          <a:custGeom>
            <a:avLst/>
            <a:gdLst/>
            <a:ahLst/>
            <a:cxnLst/>
            <a:rect r="r" b="b" t="t" l="l"/>
            <a:pathLst>
              <a:path h="4114800" w="2536213">
                <a:moveTo>
                  <a:pt x="0" y="0"/>
                </a:moveTo>
                <a:lnTo>
                  <a:pt x="2536213" y="0"/>
                </a:lnTo>
                <a:lnTo>
                  <a:pt x="25362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1" t="0" r="-21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767106" y="781050"/>
            <a:ext cx="321036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Agenda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79367" y="2235444"/>
            <a:ext cx="7385837" cy="689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817" indent="-220939" lvl="2">
              <a:lnSpc>
                <a:spcPts val="6611"/>
              </a:lnSpc>
              <a:buFont typeface="Arial"/>
              <a:buChar char="⚬"/>
            </a:pPr>
            <a:r>
              <a:rPr lang="en-US" sz="2899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Presentación del Auxiliar.</a:t>
            </a:r>
          </a:p>
          <a:p>
            <a:pPr algn="l" marL="662817" indent="-220939" lvl="2">
              <a:lnSpc>
                <a:spcPts val="6611"/>
              </a:lnSpc>
              <a:buFont typeface="Arial"/>
              <a:buChar char="⚬"/>
            </a:pPr>
            <a:r>
              <a:rPr lang="en-US" sz="2899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Presentación de los Estudiantes.</a:t>
            </a:r>
          </a:p>
          <a:p>
            <a:pPr algn="l" marL="662817" indent="-220939" lvl="2">
              <a:lnSpc>
                <a:spcPts val="6611"/>
              </a:lnSpc>
              <a:buFont typeface="Arial"/>
              <a:buChar char="⚬"/>
            </a:pPr>
            <a:r>
              <a:rPr lang="en-US" sz="2899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Evaluación de conocimientos previos.</a:t>
            </a:r>
          </a:p>
          <a:p>
            <a:pPr algn="l" marL="662817" indent="-220939" lvl="2">
              <a:lnSpc>
                <a:spcPts val="6611"/>
              </a:lnSpc>
              <a:buFont typeface="Arial"/>
              <a:buChar char="⚬"/>
            </a:pPr>
            <a:r>
              <a:rPr lang="en-US" sz="2899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Horarios de Calificación.</a:t>
            </a:r>
          </a:p>
          <a:p>
            <a:pPr algn="l" marL="662817" indent="-220939" lvl="2">
              <a:lnSpc>
                <a:spcPts val="6611"/>
              </a:lnSpc>
              <a:buFont typeface="Arial"/>
              <a:buChar char="⚬"/>
            </a:pPr>
            <a:r>
              <a:rPr lang="en-US" sz="2899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Programa.</a:t>
            </a:r>
          </a:p>
          <a:p>
            <a:pPr algn="l" marL="662817" indent="-220939" lvl="2">
              <a:lnSpc>
                <a:spcPts val="6611"/>
              </a:lnSpc>
              <a:buFont typeface="Arial"/>
              <a:buChar char="⚬"/>
            </a:pPr>
            <a:r>
              <a:rPr lang="en-US" sz="2899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Evaluación de conocimientos del curso.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5006" y="2523906"/>
            <a:ext cx="3123973" cy="3123973"/>
          </a:xfrm>
          <a:custGeom>
            <a:avLst/>
            <a:gdLst/>
            <a:ahLst/>
            <a:cxnLst/>
            <a:rect r="r" b="b" t="t" l="l"/>
            <a:pathLst>
              <a:path h="3123973" w="3123973">
                <a:moveTo>
                  <a:pt x="0" y="0"/>
                </a:moveTo>
                <a:lnTo>
                  <a:pt x="3123973" y="0"/>
                </a:lnTo>
                <a:lnTo>
                  <a:pt x="3123973" y="3123973"/>
                </a:lnTo>
                <a:lnTo>
                  <a:pt x="0" y="312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92230" y="2560345"/>
            <a:ext cx="3123973" cy="3123973"/>
          </a:xfrm>
          <a:custGeom>
            <a:avLst/>
            <a:gdLst/>
            <a:ahLst/>
            <a:cxnLst/>
            <a:rect r="r" b="b" t="t" l="l"/>
            <a:pathLst>
              <a:path h="3123973" w="3123973">
                <a:moveTo>
                  <a:pt x="0" y="0"/>
                </a:moveTo>
                <a:lnTo>
                  <a:pt x="3123973" y="0"/>
                </a:lnTo>
                <a:lnTo>
                  <a:pt x="3123973" y="3123973"/>
                </a:lnTo>
                <a:lnTo>
                  <a:pt x="0" y="312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33230" y="2644237"/>
            <a:ext cx="3123973" cy="3123973"/>
          </a:xfrm>
          <a:custGeom>
            <a:avLst/>
            <a:gdLst/>
            <a:ahLst/>
            <a:cxnLst/>
            <a:rect r="r" b="b" t="t" l="l"/>
            <a:pathLst>
              <a:path h="3123973" w="3123973">
                <a:moveTo>
                  <a:pt x="0" y="0"/>
                </a:moveTo>
                <a:lnTo>
                  <a:pt x="3123973" y="0"/>
                </a:lnTo>
                <a:lnTo>
                  <a:pt x="3123973" y="3123973"/>
                </a:lnTo>
                <a:lnTo>
                  <a:pt x="0" y="312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9957" y="2787723"/>
            <a:ext cx="2789021" cy="2927408"/>
          </a:xfrm>
          <a:custGeom>
            <a:avLst/>
            <a:gdLst/>
            <a:ahLst/>
            <a:cxnLst/>
            <a:rect r="r" b="b" t="t" l="l"/>
            <a:pathLst>
              <a:path h="2927408" w="2789021">
                <a:moveTo>
                  <a:pt x="0" y="0"/>
                </a:moveTo>
                <a:lnTo>
                  <a:pt x="2789021" y="0"/>
                </a:lnTo>
                <a:lnTo>
                  <a:pt x="2789021" y="2927408"/>
                </a:lnTo>
                <a:lnTo>
                  <a:pt x="0" y="2927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37" r="0" b="-23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63478" y="2824161"/>
            <a:ext cx="3146957" cy="3118348"/>
          </a:xfrm>
          <a:custGeom>
            <a:avLst/>
            <a:gdLst/>
            <a:ahLst/>
            <a:cxnLst/>
            <a:rect r="r" b="b" t="t" l="l"/>
            <a:pathLst>
              <a:path h="3118348" w="3146957">
                <a:moveTo>
                  <a:pt x="0" y="0"/>
                </a:moveTo>
                <a:lnTo>
                  <a:pt x="3146957" y="0"/>
                </a:lnTo>
                <a:lnTo>
                  <a:pt x="3146957" y="3118348"/>
                </a:lnTo>
                <a:lnTo>
                  <a:pt x="0" y="3118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9" t="0" r="-149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33230" y="3442185"/>
            <a:ext cx="3543598" cy="2680248"/>
          </a:xfrm>
          <a:custGeom>
            <a:avLst/>
            <a:gdLst/>
            <a:ahLst/>
            <a:cxnLst/>
            <a:rect r="r" b="b" t="t" l="l"/>
            <a:pathLst>
              <a:path h="2680248" w="3543598">
                <a:moveTo>
                  <a:pt x="0" y="0"/>
                </a:moveTo>
                <a:lnTo>
                  <a:pt x="3543598" y="0"/>
                </a:lnTo>
                <a:lnTo>
                  <a:pt x="3543598" y="2680248"/>
                </a:lnTo>
                <a:lnTo>
                  <a:pt x="0" y="26802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32" r="0" b="-33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315372" y="6309966"/>
            <a:ext cx="4948936" cy="65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7"/>
              </a:lnSpc>
            </a:pPr>
            <a:r>
              <a:rPr lang="en-US" sz="3476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Personal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22660" y="6309966"/>
            <a:ext cx="4948936" cy="65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7"/>
              </a:lnSpc>
            </a:pPr>
            <a:r>
              <a:rPr lang="en-US" sz="3476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Contacto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6492703"/>
            <a:ext cx="4948936" cy="65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7"/>
              </a:lnSpc>
            </a:pPr>
            <a:r>
              <a:rPr lang="en-US" sz="3476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Estudio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3961" y="419104"/>
            <a:ext cx="1425336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Conociendo al Auxiliar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7093106"/>
            <a:ext cx="4948936" cy="265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1328" indent="-190443" lvl="2">
              <a:lnSpc>
                <a:spcPts val="4124"/>
              </a:lnSpc>
              <a:buFont typeface="Arial"/>
              <a:buChar char="⚬"/>
            </a:pPr>
            <a:r>
              <a:rPr lang="en-US" sz="2499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Actualmente estoy en noveno semestre.</a:t>
            </a:r>
          </a:p>
          <a:p>
            <a:pPr algn="ctr" marL="571328" indent="-190443" lvl="2">
              <a:lnSpc>
                <a:spcPts val="4124"/>
              </a:lnSpc>
            </a:pPr>
          </a:p>
          <a:p>
            <a:pPr algn="ctr" marL="571328" indent="-190443" lvl="2">
              <a:lnSpc>
                <a:spcPts val="4124"/>
              </a:lnSpc>
              <a:buFont typeface="Arial"/>
              <a:buChar char="⚬"/>
            </a:pPr>
            <a:r>
              <a:rPr lang="en-US" sz="2499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Es mi primer semestre como auxiliar.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62488" y="7093106"/>
            <a:ext cx="4948936" cy="265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1328" indent="-190443" lvl="2">
              <a:lnSpc>
                <a:spcPts val="4124"/>
              </a:lnSpc>
              <a:buFont typeface="Arial"/>
              <a:buChar char="⚬"/>
            </a:pPr>
            <a:r>
              <a:rPr lang="en-US" sz="2499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Tengo 22 años.</a:t>
            </a:r>
          </a:p>
          <a:p>
            <a:pPr algn="ctr" marL="571328" indent="-190443" lvl="2">
              <a:lnSpc>
                <a:spcPts val="4124"/>
              </a:lnSpc>
            </a:pPr>
          </a:p>
          <a:p>
            <a:pPr algn="ctr" marL="571328" indent="-190443" lvl="2">
              <a:lnSpc>
                <a:spcPts val="4124"/>
              </a:lnSpc>
              <a:buFont typeface="Arial"/>
              <a:buChar char="⚬"/>
            </a:pPr>
            <a:r>
              <a:rPr lang="en-US" sz="2499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Me gustan los deportes.</a:t>
            </a:r>
          </a:p>
          <a:p>
            <a:pPr algn="ctr" marL="571328" indent="-190443" lvl="2">
              <a:lnSpc>
                <a:spcPts val="4124"/>
              </a:lnSpc>
            </a:pPr>
          </a:p>
          <a:p>
            <a:pPr algn="ctr" marL="571328" indent="-190443" lvl="2">
              <a:lnSpc>
                <a:spcPts val="4124"/>
              </a:lnSpc>
              <a:buFont typeface="Arial"/>
              <a:buChar char="⚬"/>
            </a:pPr>
            <a:r>
              <a:rPr lang="en-US" sz="2499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Soy foráneo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29565" y="7104974"/>
            <a:ext cx="5558435" cy="265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1328" indent="-190443" lvl="2">
              <a:lnSpc>
                <a:spcPts val="4124"/>
              </a:lnSpc>
              <a:buFont typeface="Arial"/>
              <a:buChar char="⚬"/>
            </a:pPr>
            <a:r>
              <a:rPr lang="en-US" sz="2499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Correo: 3014214630101@ingenieria.usac.edu.gt</a:t>
            </a:r>
          </a:p>
          <a:p>
            <a:pPr algn="ctr" marL="571328" indent="-190443" lvl="2">
              <a:lnSpc>
                <a:spcPts val="4124"/>
              </a:lnSpc>
            </a:pPr>
          </a:p>
          <a:p>
            <a:pPr algn="ctr" marL="571328" indent="-190443" lvl="2">
              <a:lnSpc>
                <a:spcPts val="4124"/>
              </a:lnSpc>
              <a:buFont typeface="Arial"/>
              <a:buChar char="⚬"/>
            </a:pPr>
            <a:r>
              <a:rPr lang="en-US" sz="2499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Github: PabloR03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39649" y="1306728"/>
            <a:ext cx="4608702" cy="81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Pablo Andres Rodriguez Lima 202201947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98757" y="-1931531"/>
            <a:ext cx="4664007" cy="4664007"/>
          </a:xfrm>
          <a:custGeom>
            <a:avLst/>
            <a:gdLst/>
            <a:ahLst/>
            <a:cxnLst/>
            <a:rect r="r" b="b" t="t" l="l"/>
            <a:pathLst>
              <a:path h="4664007" w="4664007">
                <a:moveTo>
                  <a:pt x="0" y="0"/>
                </a:moveTo>
                <a:lnTo>
                  <a:pt x="4664007" y="0"/>
                </a:lnTo>
                <a:lnTo>
                  <a:pt x="4664007" y="4664007"/>
                </a:lnTo>
                <a:lnTo>
                  <a:pt x="0" y="46640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04" r="0" b="-20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90541" y="-1931531"/>
            <a:ext cx="4664007" cy="4664007"/>
          </a:xfrm>
          <a:custGeom>
            <a:avLst/>
            <a:gdLst/>
            <a:ahLst/>
            <a:cxnLst/>
            <a:rect r="r" b="b" t="t" l="l"/>
            <a:pathLst>
              <a:path h="4664007" w="4664007">
                <a:moveTo>
                  <a:pt x="0" y="0"/>
                </a:moveTo>
                <a:lnTo>
                  <a:pt x="4664007" y="0"/>
                </a:lnTo>
                <a:lnTo>
                  <a:pt x="4664007" y="4664007"/>
                </a:lnTo>
                <a:lnTo>
                  <a:pt x="0" y="46640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04" r="0" b="-20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91123" y="5143500"/>
            <a:ext cx="4470092" cy="84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1"/>
              </a:lnSpc>
            </a:pPr>
            <a:r>
              <a:rPr lang="en-US" sz="2799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Revisa las rúbricas de evaluación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17274" y="6294361"/>
            <a:ext cx="4470092" cy="84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1"/>
              </a:lnSpc>
            </a:pPr>
            <a:r>
              <a:rPr lang="en-US" sz="2799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Trabaja con tiempo y planifica tus entregas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89208" y="5143500"/>
            <a:ext cx="4470092" cy="84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1"/>
              </a:lnSpc>
            </a:pPr>
            <a:r>
              <a:rPr lang="en-US" sz="2799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Participa activamente en los foros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8232" y="7045778"/>
            <a:ext cx="4671015" cy="84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1"/>
              </a:lnSpc>
            </a:pPr>
            <a:r>
              <a:rPr lang="en-US" sz="2799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Evita el plagio en todas sus formas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94382" y="8196640"/>
            <a:ext cx="4470092" cy="84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1"/>
              </a:lnSpc>
            </a:pPr>
            <a:r>
              <a:rPr lang="en-US" sz="2799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Documenta tus configuraciones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66316" y="7045778"/>
            <a:ext cx="4470092" cy="422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1"/>
              </a:lnSpc>
            </a:pPr>
            <a:r>
              <a:rPr lang="en-US" sz="2799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Respeto y comunicación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17315" y="2148836"/>
            <a:ext cx="14253369" cy="2994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38"/>
              </a:lnSpc>
            </a:pPr>
            <a:r>
              <a:rPr lang="en-US" sz="8098">
                <a:solidFill>
                  <a:srgbClr val="FFFFFF"/>
                </a:solidFill>
                <a:latin typeface="Carelia"/>
                <a:ea typeface="Carelia"/>
                <a:cs typeface="Carelia"/>
                <a:sym typeface="Carelia"/>
              </a:rPr>
              <a:t>Recomendaciones para el curso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8249" y="8055865"/>
            <a:ext cx="4160580" cy="461446"/>
          </a:xfrm>
          <a:custGeom>
            <a:avLst/>
            <a:gdLst/>
            <a:ahLst/>
            <a:cxnLst/>
            <a:rect r="r" b="b" t="t" l="l"/>
            <a:pathLst>
              <a:path h="461446" w="4160580">
                <a:moveTo>
                  <a:pt x="0" y="0"/>
                </a:moveTo>
                <a:lnTo>
                  <a:pt x="4160580" y="0"/>
                </a:lnTo>
                <a:lnTo>
                  <a:pt x="4160580" y="461446"/>
                </a:lnTo>
                <a:lnTo>
                  <a:pt x="0" y="46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49" r="0" b="-5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91453" y="-1339766"/>
            <a:ext cx="20140619" cy="20140619"/>
          </a:xfrm>
          <a:custGeom>
            <a:avLst/>
            <a:gdLst/>
            <a:ahLst/>
            <a:cxnLst/>
            <a:rect r="r" b="b" t="t" l="l"/>
            <a:pathLst>
              <a:path h="20140619" w="20140619">
                <a:moveTo>
                  <a:pt x="0" y="0"/>
                </a:moveTo>
                <a:lnTo>
                  <a:pt x="20140619" y="0"/>
                </a:lnTo>
                <a:lnTo>
                  <a:pt x="20140619" y="20140619"/>
                </a:lnTo>
                <a:lnTo>
                  <a:pt x="0" y="20140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71464" y="4543540"/>
            <a:ext cx="3929245" cy="4900419"/>
          </a:xfrm>
          <a:custGeom>
            <a:avLst/>
            <a:gdLst/>
            <a:ahLst/>
            <a:cxnLst/>
            <a:rect r="r" b="b" t="t" l="l"/>
            <a:pathLst>
              <a:path h="4900419" w="3929245">
                <a:moveTo>
                  <a:pt x="0" y="0"/>
                </a:moveTo>
                <a:lnTo>
                  <a:pt x="3929245" y="0"/>
                </a:lnTo>
                <a:lnTo>
                  <a:pt x="3929245" y="4900419"/>
                </a:lnTo>
                <a:lnTo>
                  <a:pt x="0" y="4900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83" r="0" b="-28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84337" y="5881591"/>
            <a:ext cx="1983907" cy="2848953"/>
          </a:xfrm>
          <a:custGeom>
            <a:avLst/>
            <a:gdLst/>
            <a:ahLst/>
            <a:cxnLst/>
            <a:rect r="r" b="b" t="t" l="l"/>
            <a:pathLst>
              <a:path h="2848953" w="1983907">
                <a:moveTo>
                  <a:pt x="0" y="0"/>
                </a:moveTo>
                <a:lnTo>
                  <a:pt x="1983907" y="0"/>
                </a:lnTo>
                <a:lnTo>
                  <a:pt x="1983907" y="2848953"/>
                </a:lnTo>
                <a:lnTo>
                  <a:pt x="0" y="28489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44" r="0" b="-14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0476" y="2099824"/>
            <a:ext cx="8154752" cy="175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3"/>
              </a:lnSpc>
            </a:pPr>
            <a:r>
              <a:rPr lang="en-US" sz="6841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Conociendo a sus compañeros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88793" y="429736"/>
            <a:ext cx="4078682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3999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Nombre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94607" y="2376279"/>
            <a:ext cx="4585900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3999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Semestre Actual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84337" y="1054259"/>
            <a:ext cx="4183138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180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Cual es su nombre completo?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43760" y="3069120"/>
            <a:ext cx="4183138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180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Que cursos estas llevando?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94063" y="4605520"/>
            <a:ext cx="3363445" cy="146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3999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Expectativas del Curso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84216" y="6008870"/>
            <a:ext cx="4183138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180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Que esperas de este curso?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96735" y="7564057"/>
            <a:ext cx="4183138" cy="146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3999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Comentario Adicional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63999" y="8952151"/>
            <a:ext cx="4959522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180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Alguna duda, o comentario que ayude a complementar tu información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213860" y="4543540"/>
            <a:ext cx="2409360" cy="3170210"/>
          </a:xfrm>
          <a:custGeom>
            <a:avLst/>
            <a:gdLst/>
            <a:ahLst/>
            <a:cxnLst/>
            <a:rect r="r" b="b" t="t" l="l"/>
            <a:pathLst>
              <a:path h="3170210" w="2409360">
                <a:moveTo>
                  <a:pt x="0" y="0"/>
                </a:moveTo>
                <a:lnTo>
                  <a:pt x="2409360" y="0"/>
                </a:lnTo>
                <a:lnTo>
                  <a:pt x="2409360" y="3170210"/>
                </a:lnTo>
                <a:lnTo>
                  <a:pt x="0" y="31702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16" r="0" b="-31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235933" y="1131411"/>
            <a:ext cx="4365212" cy="581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4"/>
              </a:lnSpc>
            </a:pPr>
            <a:r>
              <a:rPr lang="en-US" sz="2499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https://wheelofnames.com/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2744" y="7215128"/>
            <a:ext cx="8120174" cy="900601"/>
          </a:xfrm>
          <a:custGeom>
            <a:avLst/>
            <a:gdLst/>
            <a:ahLst/>
            <a:cxnLst/>
            <a:rect r="r" b="b" t="t" l="l"/>
            <a:pathLst>
              <a:path h="900601" w="8120174">
                <a:moveTo>
                  <a:pt x="0" y="0"/>
                </a:moveTo>
                <a:lnTo>
                  <a:pt x="8120174" y="0"/>
                </a:lnTo>
                <a:lnTo>
                  <a:pt x="8120174" y="900601"/>
                </a:lnTo>
                <a:lnTo>
                  <a:pt x="0" y="900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37" r="0" b="-7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98255" y="2558018"/>
            <a:ext cx="13987190" cy="13987190"/>
          </a:xfrm>
          <a:custGeom>
            <a:avLst/>
            <a:gdLst/>
            <a:ahLst/>
            <a:cxnLst/>
            <a:rect r="r" b="b" t="t" l="l"/>
            <a:pathLst>
              <a:path h="13987190" w="13987190">
                <a:moveTo>
                  <a:pt x="0" y="0"/>
                </a:moveTo>
                <a:lnTo>
                  <a:pt x="13987190" y="0"/>
                </a:lnTo>
                <a:lnTo>
                  <a:pt x="13987190" y="13987190"/>
                </a:lnTo>
                <a:lnTo>
                  <a:pt x="0" y="13987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98255" y="3052253"/>
            <a:ext cx="6361045" cy="6071907"/>
          </a:xfrm>
          <a:custGeom>
            <a:avLst/>
            <a:gdLst/>
            <a:ahLst/>
            <a:cxnLst/>
            <a:rect r="r" b="b" t="t" l="l"/>
            <a:pathLst>
              <a:path h="6071907" w="6361045">
                <a:moveTo>
                  <a:pt x="0" y="0"/>
                </a:moveTo>
                <a:lnTo>
                  <a:pt x="6361045" y="0"/>
                </a:lnTo>
                <a:lnTo>
                  <a:pt x="6361045" y="6071907"/>
                </a:lnTo>
                <a:lnTo>
                  <a:pt x="0" y="60719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06" r="0" b="-10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91812" y="3052253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9" y="0"/>
                </a:lnTo>
                <a:lnTo>
                  <a:pt x="63569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9174" y="823403"/>
            <a:ext cx="8882235" cy="222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Evaluación de conocimientos previos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74113" y="-240364"/>
            <a:ext cx="14313798" cy="14313798"/>
          </a:xfrm>
          <a:custGeom>
            <a:avLst/>
            <a:gdLst/>
            <a:ahLst/>
            <a:cxnLst/>
            <a:rect r="r" b="b" t="t" l="l"/>
            <a:pathLst>
              <a:path h="14313798" w="14313798">
                <a:moveTo>
                  <a:pt x="0" y="0"/>
                </a:moveTo>
                <a:lnTo>
                  <a:pt x="14313798" y="0"/>
                </a:lnTo>
                <a:lnTo>
                  <a:pt x="14313798" y="14313798"/>
                </a:lnTo>
                <a:lnTo>
                  <a:pt x="0" y="143137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213493" y="2042930"/>
            <a:ext cx="6659687" cy="7215370"/>
            <a:chOff x="0" y="0"/>
            <a:chExt cx="8879583" cy="96204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79586" cy="9620504"/>
            </a:xfrm>
            <a:custGeom>
              <a:avLst/>
              <a:gdLst/>
              <a:ahLst/>
              <a:cxnLst/>
              <a:rect r="r" b="b" t="t" l="l"/>
              <a:pathLst>
                <a:path h="9620504" w="8879586">
                  <a:moveTo>
                    <a:pt x="0" y="0"/>
                  </a:moveTo>
                  <a:lnTo>
                    <a:pt x="8879586" y="0"/>
                  </a:lnTo>
                  <a:lnTo>
                    <a:pt x="8879586" y="9620504"/>
                  </a:lnTo>
                  <a:lnTo>
                    <a:pt x="0" y="9620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172" t="0" r="-4172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1097379">
            <a:off x="3554993" y="6913833"/>
            <a:ext cx="3265203" cy="4688934"/>
          </a:xfrm>
          <a:custGeom>
            <a:avLst/>
            <a:gdLst/>
            <a:ahLst/>
            <a:cxnLst/>
            <a:rect r="r" b="b" t="t" l="l"/>
            <a:pathLst>
              <a:path h="4688934" w="3265203">
                <a:moveTo>
                  <a:pt x="0" y="0"/>
                </a:moveTo>
                <a:lnTo>
                  <a:pt x="3265203" y="0"/>
                </a:lnTo>
                <a:lnTo>
                  <a:pt x="3265203" y="4688934"/>
                </a:lnTo>
                <a:lnTo>
                  <a:pt x="0" y="46889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47" r="0" b="-24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521140" y="1800656"/>
            <a:ext cx="10734633" cy="5644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6"/>
              </a:lnSpc>
            </a:pPr>
            <a:r>
              <a:rPr lang="en-US" sz="10290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Horarios </a:t>
            </a:r>
          </a:p>
          <a:p>
            <a:pPr algn="ctr">
              <a:lnSpc>
                <a:spcPts val="14406"/>
              </a:lnSpc>
            </a:pPr>
            <a:r>
              <a:rPr lang="en-US" sz="10290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de </a:t>
            </a:r>
          </a:p>
          <a:p>
            <a:pPr algn="ctr">
              <a:lnSpc>
                <a:spcPts val="14406"/>
              </a:lnSpc>
            </a:pPr>
            <a:r>
              <a:rPr lang="en-US" sz="10290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Calificación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41214" y="1663930"/>
            <a:ext cx="19770427" cy="19770427"/>
          </a:xfrm>
          <a:custGeom>
            <a:avLst/>
            <a:gdLst/>
            <a:ahLst/>
            <a:cxnLst/>
            <a:rect r="r" b="b" t="t" l="l"/>
            <a:pathLst>
              <a:path h="19770427" w="19770427">
                <a:moveTo>
                  <a:pt x="0" y="0"/>
                </a:moveTo>
                <a:lnTo>
                  <a:pt x="19770427" y="0"/>
                </a:lnTo>
                <a:lnTo>
                  <a:pt x="19770427" y="19770427"/>
                </a:lnTo>
                <a:lnTo>
                  <a:pt x="0" y="19770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87448" y="7251277"/>
            <a:ext cx="7513105" cy="833272"/>
          </a:xfrm>
          <a:custGeom>
            <a:avLst/>
            <a:gdLst/>
            <a:ahLst/>
            <a:cxnLst/>
            <a:rect r="r" b="b" t="t" l="l"/>
            <a:pathLst>
              <a:path h="833272" w="7513105">
                <a:moveTo>
                  <a:pt x="0" y="0"/>
                </a:moveTo>
                <a:lnTo>
                  <a:pt x="7513105" y="0"/>
                </a:lnTo>
                <a:lnTo>
                  <a:pt x="7513105" y="833272"/>
                </a:lnTo>
                <a:lnTo>
                  <a:pt x="0" y="833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52" r="0" b="-85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57443" y="2957058"/>
            <a:ext cx="14373114" cy="471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42"/>
              </a:lnSpc>
            </a:pPr>
            <a:r>
              <a:rPr lang="en-US" sz="12815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Programa del Curso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80319" y="7082788"/>
            <a:ext cx="8120174" cy="900601"/>
          </a:xfrm>
          <a:custGeom>
            <a:avLst/>
            <a:gdLst/>
            <a:ahLst/>
            <a:cxnLst/>
            <a:rect r="r" b="b" t="t" l="l"/>
            <a:pathLst>
              <a:path h="900601" w="8120174">
                <a:moveTo>
                  <a:pt x="0" y="0"/>
                </a:moveTo>
                <a:lnTo>
                  <a:pt x="8120174" y="0"/>
                </a:lnTo>
                <a:lnTo>
                  <a:pt x="8120174" y="900601"/>
                </a:lnTo>
                <a:lnTo>
                  <a:pt x="0" y="900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37" r="0" b="-7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925193" y="2622022"/>
            <a:ext cx="13907786" cy="13907786"/>
          </a:xfrm>
          <a:custGeom>
            <a:avLst/>
            <a:gdLst/>
            <a:ahLst/>
            <a:cxnLst/>
            <a:rect r="r" b="b" t="t" l="l"/>
            <a:pathLst>
              <a:path h="13907786" w="13907786">
                <a:moveTo>
                  <a:pt x="0" y="0"/>
                </a:moveTo>
                <a:lnTo>
                  <a:pt x="13907786" y="0"/>
                </a:lnTo>
                <a:lnTo>
                  <a:pt x="13907786" y="13907786"/>
                </a:lnTo>
                <a:lnTo>
                  <a:pt x="0" y="13907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504008"/>
            <a:ext cx="6361045" cy="6071907"/>
          </a:xfrm>
          <a:custGeom>
            <a:avLst/>
            <a:gdLst/>
            <a:ahLst/>
            <a:cxnLst/>
            <a:rect r="r" b="b" t="t" l="l"/>
            <a:pathLst>
              <a:path h="6071907" w="6361045">
                <a:moveTo>
                  <a:pt x="0" y="0"/>
                </a:moveTo>
                <a:lnTo>
                  <a:pt x="6361045" y="0"/>
                </a:lnTo>
                <a:lnTo>
                  <a:pt x="6361045" y="6071907"/>
                </a:lnTo>
                <a:lnTo>
                  <a:pt x="0" y="60719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06" r="0" b="-10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61927" y="3009900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82593" y="781050"/>
            <a:ext cx="9276707" cy="222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Evaluación de conocimientos del curso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30282" y="1229782"/>
            <a:ext cx="7827435" cy="7827435"/>
          </a:xfrm>
          <a:custGeom>
            <a:avLst/>
            <a:gdLst/>
            <a:ahLst/>
            <a:cxnLst/>
            <a:rect r="r" b="b" t="t" l="l"/>
            <a:pathLst>
              <a:path h="7827435" w="7827435">
                <a:moveTo>
                  <a:pt x="0" y="0"/>
                </a:moveTo>
                <a:lnTo>
                  <a:pt x="7827435" y="0"/>
                </a:lnTo>
                <a:lnTo>
                  <a:pt x="7827435" y="7827435"/>
                </a:lnTo>
                <a:lnTo>
                  <a:pt x="0" y="7827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63710" y="5780120"/>
            <a:ext cx="4160580" cy="461446"/>
          </a:xfrm>
          <a:custGeom>
            <a:avLst/>
            <a:gdLst/>
            <a:ahLst/>
            <a:cxnLst/>
            <a:rect r="r" b="b" t="t" l="l"/>
            <a:pathLst>
              <a:path h="461446" w="4160580">
                <a:moveTo>
                  <a:pt x="0" y="0"/>
                </a:moveTo>
                <a:lnTo>
                  <a:pt x="4160580" y="0"/>
                </a:lnTo>
                <a:lnTo>
                  <a:pt x="4160580" y="461446"/>
                </a:lnTo>
                <a:lnTo>
                  <a:pt x="0" y="461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49" r="0" b="-54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86423">
            <a:off x="-824852" y="5960670"/>
            <a:ext cx="3707104" cy="2096199"/>
          </a:xfrm>
          <a:custGeom>
            <a:avLst/>
            <a:gdLst/>
            <a:ahLst/>
            <a:cxnLst/>
            <a:rect r="r" b="b" t="t" l="l"/>
            <a:pathLst>
              <a:path h="2096199" w="3707104">
                <a:moveTo>
                  <a:pt x="0" y="0"/>
                </a:moveTo>
                <a:lnTo>
                  <a:pt x="3707104" y="0"/>
                </a:lnTo>
                <a:lnTo>
                  <a:pt x="3707104" y="2096199"/>
                </a:lnTo>
                <a:lnTo>
                  <a:pt x="0" y="20961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0" t="0" r="-2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650626">
            <a:off x="13393263" y="5559703"/>
            <a:ext cx="5784868" cy="5237935"/>
          </a:xfrm>
          <a:custGeom>
            <a:avLst/>
            <a:gdLst/>
            <a:ahLst/>
            <a:cxnLst/>
            <a:rect r="r" b="b" t="t" l="l"/>
            <a:pathLst>
              <a:path h="5237935" w="5784868">
                <a:moveTo>
                  <a:pt x="0" y="0"/>
                </a:moveTo>
                <a:lnTo>
                  <a:pt x="5784868" y="0"/>
                </a:lnTo>
                <a:lnTo>
                  <a:pt x="5784868" y="5237935"/>
                </a:lnTo>
                <a:lnTo>
                  <a:pt x="0" y="52379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11" t="0" r="-21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7366" y="6908613"/>
            <a:ext cx="4039985" cy="4114800"/>
          </a:xfrm>
          <a:custGeom>
            <a:avLst/>
            <a:gdLst/>
            <a:ahLst/>
            <a:cxnLst/>
            <a:rect r="r" b="b" t="t" l="l"/>
            <a:pathLst>
              <a:path h="4114800" w="4039985">
                <a:moveTo>
                  <a:pt x="0" y="0"/>
                </a:moveTo>
                <a:lnTo>
                  <a:pt x="4039985" y="0"/>
                </a:lnTo>
                <a:lnTo>
                  <a:pt x="40399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30" r="0" b="-13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79570" y="1742504"/>
            <a:ext cx="4887290" cy="4665141"/>
          </a:xfrm>
          <a:custGeom>
            <a:avLst/>
            <a:gdLst/>
            <a:ahLst/>
            <a:cxnLst/>
            <a:rect r="r" b="b" t="t" l="l"/>
            <a:pathLst>
              <a:path h="4665141" w="4887290">
                <a:moveTo>
                  <a:pt x="0" y="0"/>
                </a:moveTo>
                <a:lnTo>
                  <a:pt x="4887290" y="0"/>
                </a:lnTo>
                <a:lnTo>
                  <a:pt x="4887290" y="4665141"/>
                </a:lnTo>
                <a:lnTo>
                  <a:pt x="0" y="46651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37" r="0" b="-3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45671">
            <a:off x="-1497126" y="1833423"/>
            <a:ext cx="5051652" cy="4114800"/>
          </a:xfrm>
          <a:custGeom>
            <a:avLst/>
            <a:gdLst/>
            <a:ahLst/>
            <a:cxnLst/>
            <a:rect r="r" b="b" t="t" l="l"/>
            <a:pathLst>
              <a:path h="4114800" w="5051652">
                <a:moveTo>
                  <a:pt x="0" y="0"/>
                </a:moveTo>
                <a:lnTo>
                  <a:pt x="5051652" y="0"/>
                </a:lnTo>
                <a:lnTo>
                  <a:pt x="5051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39" t="0" r="-3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97394" y="4809557"/>
            <a:ext cx="9893213" cy="1201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63"/>
              </a:lnSpc>
            </a:pPr>
            <a:r>
              <a:rPr lang="en-US" sz="11435" spc="-193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DAG6U6WByS8</dc:identifier>
  <dcterms:modified xsi:type="dcterms:W3CDTF">2011-08-01T06:04:30Z</dcterms:modified>
  <cp:revision>1</cp:revision>
  <dc:title>Semana_1.pptx</dc:title>
</cp:coreProperties>
</file>