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ublic Sans Bold" charset="1" panose="00000000000000000000"/>
      <p:regular r:id="rId16"/>
    </p:embeddedFont>
    <p:embeddedFont>
      <p:font typeface="Public Sans" charset="1" panose="00000000000000000000"/>
      <p:regular r:id="rId17"/>
    </p:embeddedFont>
    <p:embeddedFont>
      <p:font typeface="Open Sans" charset="1" panose="020B0606030504020204"/>
      <p:regular r:id="rId18"/>
    </p:embeddedFont>
    <p:embeddedFont>
      <p:font typeface="Retropix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16" Target="../media/image16.png" Type="http://schemas.openxmlformats.org/officeDocument/2006/relationships/image"/><Relationship Id="rId17" Target="../media/image17.svg" Type="http://schemas.openxmlformats.org/officeDocument/2006/relationships/image"/><Relationship Id="rId18" Target="../media/image18.png" Type="http://schemas.openxmlformats.org/officeDocument/2006/relationships/image"/><Relationship Id="rId19" Target="../media/image19.svg" Type="http://schemas.openxmlformats.org/officeDocument/2006/relationships/image"/><Relationship Id="rId2" Target="../media/image2.png" Type="http://schemas.openxmlformats.org/officeDocument/2006/relationships/image"/><Relationship Id="rId20" Target="../media/image20.png" Type="http://schemas.openxmlformats.org/officeDocument/2006/relationships/image"/><Relationship Id="rId21" Target="../media/image21.svg" Type="http://schemas.openxmlformats.org/officeDocument/2006/relationships/image"/><Relationship Id="rId22" Target="../media/image22.png" Type="http://schemas.openxmlformats.org/officeDocument/2006/relationships/image"/><Relationship Id="rId23" Target="../media/image23.svg" Type="http://schemas.openxmlformats.org/officeDocument/2006/relationships/image"/><Relationship Id="rId24" Target="../media/image24.png" Type="http://schemas.openxmlformats.org/officeDocument/2006/relationships/image"/><Relationship Id="rId25" Target="../media/image25.svg" Type="http://schemas.openxmlformats.org/officeDocument/2006/relationships/image"/><Relationship Id="rId26" Target="../media/image26.png" Type="http://schemas.openxmlformats.org/officeDocument/2006/relationships/image"/><Relationship Id="rId27" Target="../media/image27.svg" Type="http://schemas.openxmlformats.org/officeDocument/2006/relationships/image"/><Relationship Id="rId28" Target="../media/image28.png" Type="http://schemas.openxmlformats.org/officeDocument/2006/relationships/image"/><Relationship Id="rId29" Target="../media/image29.svg" Type="http://schemas.openxmlformats.org/officeDocument/2006/relationships/image"/><Relationship Id="rId3" Target="../media/image3.svg" Type="http://schemas.openxmlformats.org/officeDocument/2006/relationships/image"/><Relationship Id="rId30" Target="../media/image30.png" Type="http://schemas.openxmlformats.org/officeDocument/2006/relationships/image"/><Relationship Id="rId31" Target="../media/image31.svg" Type="http://schemas.openxmlformats.org/officeDocument/2006/relationships/image"/><Relationship Id="rId32" Target="../media/image32.png" Type="http://schemas.openxmlformats.org/officeDocument/2006/relationships/image"/><Relationship Id="rId33" Target="../media/image3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14" Target="../media/image6.png" Type="http://schemas.openxmlformats.org/officeDocument/2006/relationships/image"/><Relationship Id="rId15" Target="../media/image7.svg" Type="http://schemas.openxmlformats.org/officeDocument/2006/relationships/image"/><Relationship Id="rId16" Target="../media/image14.png" Type="http://schemas.openxmlformats.org/officeDocument/2006/relationships/image"/><Relationship Id="rId17" Target="../media/image15.svg" Type="http://schemas.openxmlformats.org/officeDocument/2006/relationships/image"/><Relationship Id="rId18" Target="../media/image12.png" Type="http://schemas.openxmlformats.org/officeDocument/2006/relationships/image"/><Relationship Id="rId19" Target="../media/image13.svg" Type="http://schemas.openxmlformats.org/officeDocument/2006/relationships/image"/><Relationship Id="rId2" Target="../media/image34.png" Type="http://schemas.openxmlformats.org/officeDocument/2006/relationships/image"/><Relationship Id="rId20" Target="../media/image16.png" Type="http://schemas.openxmlformats.org/officeDocument/2006/relationships/image"/><Relationship Id="rId21" Target="../media/image17.sv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30.png" Type="http://schemas.openxmlformats.org/officeDocument/2006/relationships/image"/><Relationship Id="rId15" Target="../media/image31.svg" Type="http://schemas.openxmlformats.org/officeDocument/2006/relationships/image"/><Relationship Id="rId16" Target="../media/image14.png" Type="http://schemas.openxmlformats.org/officeDocument/2006/relationships/image"/><Relationship Id="rId17" Target="../media/image15.svg" Type="http://schemas.openxmlformats.org/officeDocument/2006/relationships/image"/><Relationship Id="rId18" Target="../media/image46.png" Type="http://schemas.openxmlformats.org/officeDocument/2006/relationships/image"/><Relationship Id="rId19" Target="../media/image47.svg" Type="http://schemas.openxmlformats.org/officeDocument/2006/relationships/image"/><Relationship Id="rId2" Target="../media/image18.png" Type="http://schemas.openxmlformats.org/officeDocument/2006/relationships/image"/><Relationship Id="rId20" Target="slide3.xml" Type="http://schemas.openxmlformats.org/officeDocument/2006/relationships/slid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16" Target="../media/image28.png" Type="http://schemas.openxmlformats.org/officeDocument/2006/relationships/image"/><Relationship Id="rId17" Target="../media/image29.svg" Type="http://schemas.openxmlformats.org/officeDocument/2006/relationships/image"/><Relationship Id="rId18" Target="../media/image30.png" Type="http://schemas.openxmlformats.org/officeDocument/2006/relationships/image"/><Relationship Id="rId19" Target="../media/image31.svg" Type="http://schemas.openxmlformats.org/officeDocument/2006/relationships/image"/><Relationship Id="rId2" Target="../media/image36.png" Type="http://schemas.openxmlformats.org/officeDocument/2006/relationships/image"/><Relationship Id="rId20" Target="slide3.xml" Type="http://schemas.openxmlformats.org/officeDocument/2006/relationships/slide"/><Relationship Id="rId21" Target="../media/image14.png" Type="http://schemas.openxmlformats.org/officeDocument/2006/relationships/image"/><Relationship Id="rId22" Target="../media/image15.svg" Type="http://schemas.openxmlformats.org/officeDocument/2006/relationships/image"/><Relationship Id="rId23" Target="../media/image16.png" Type="http://schemas.openxmlformats.org/officeDocument/2006/relationships/image"/><Relationship Id="rId24" Target="../media/image17.svg" Type="http://schemas.openxmlformats.org/officeDocument/2006/relationships/image"/><Relationship Id="rId25" Target="../media/image48.png" Type="http://schemas.openxmlformats.org/officeDocument/2006/relationships/image"/><Relationship Id="rId3" Target="../media/image37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30.png" Type="http://schemas.openxmlformats.org/officeDocument/2006/relationships/image"/><Relationship Id="rId15" Target="../media/image31.svg" Type="http://schemas.openxmlformats.org/officeDocument/2006/relationships/image"/><Relationship Id="rId16" Target="../media/image14.png" Type="http://schemas.openxmlformats.org/officeDocument/2006/relationships/image"/><Relationship Id="rId17" Target="../media/image15.svg" Type="http://schemas.openxmlformats.org/officeDocument/2006/relationships/image"/><Relationship Id="rId18" Target="../media/image46.png" Type="http://schemas.openxmlformats.org/officeDocument/2006/relationships/image"/><Relationship Id="rId19" Target="../media/image47.svg" Type="http://schemas.openxmlformats.org/officeDocument/2006/relationships/image"/><Relationship Id="rId2" Target="../media/image18.png" Type="http://schemas.openxmlformats.org/officeDocument/2006/relationships/image"/><Relationship Id="rId20" Target="slide3.xml" Type="http://schemas.openxmlformats.org/officeDocument/2006/relationships/slide"/><Relationship Id="rId21" Target="../media/image49.png" Type="http://schemas.openxmlformats.org/officeDocument/2006/relationships/image"/><Relationship Id="rId22" Target="../media/image50.svg" Type="http://schemas.openxmlformats.org/officeDocument/2006/relationships/image"/><Relationship Id="rId23" Target="../media/image51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16" Target="../media/image28.png" Type="http://schemas.openxmlformats.org/officeDocument/2006/relationships/image"/><Relationship Id="rId17" Target="../media/image29.svg" Type="http://schemas.openxmlformats.org/officeDocument/2006/relationships/image"/><Relationship Id="rId18" Target="../media/image30.png" Type="http://schemas.openxmlformats.org/officeDocument/2006/relationships/image"/><Relationship Id="rId19" Target="../media/image31.svg" Type="http://schemas.openxmlformats.org/officeDocument/2006/relationships/image"/><Relationship Id="rId2" Target="../media/image36.png" Type="http://schemas.openxmlformats.org/officeDocument/2006/relationships/image"/><Relationship Id="rId20" Target="slide3.xml" Type="http://schemas.openxmlformats.org/officeDocument/2006/relationships/slide"/><Relationship Id="rId21" Target="../media/image14.png" Type="http://schemas.openxmlformats.org/officeDocument/2006/relationships/image"/><Relationship Id="rId22" Target="../media/image15.svg" Type="http://schemas.openxmlformats.org/officeDocument/2006/relationships/image"/><Relationship Id="rId23" Target="../media/image16.png" Type="http://schemas.openxmlformats.org/officeDocument/2006/relationships/image"/><Relationship Id="rId24" Target="../media/image17.svg" Type="http://schemas.openxmlformats.org/officeDocument/2006/relationships/image"/><Relationship Id="rId25" Target="../media/image52.png" Type="http://schemas.openxmlformats.org/officeDocument/2006/relationships/image"/><Relationship Id="rId3" Target="../media/image37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svg" Type="http://schemas.openxmlformats.org/officeDocument/2006/relationships/image"/><Relationship Id="rId11" Target="../media/image61.png" Type="http://schemas.openxmlformats.org/officeDocument/2006/relationships/image"/><Relationship Id="rId12" Target="../media/image62.svg" Type="http://schemas.openxmlformats.org/officeDocument/2006/relationships/image"/><Relationship Id="rId13" Target="../media/image63.png" Type="http://schemas.openxmlformats.org/officeDocument/2006/relationships/image"/><Relationship Id="rId14" Target="../media/image64.svg" Type="http://schemas.openxmlformats.org/officeDocument/2006/relationships/image"/><Relationship Id="rId15" Target="../media/image65.png" Type="http://schemas.openxmlformats.org/officeDocument/2006/relationships/image"/><Relationship Id="rId16" Target="../media/image66.svg" Type="http://schemas.openxmlformats.org/officeDocument/2006/relationships/image"/><Relationship Id="rId17" Target="../media/image67.png" Type="http://schemas.openxmlformats.org/officeDocument/2006/relationships/image"/><Relationship Id="rId18" Target="../media/image68.svg" Type="http://schemas.openxmlformats.org/officeDocument/2006/relationships/image"/><Relationship Id="rId19" Target="../media/image69.png" Type="http://schemas.openxmlformats.org/officeDocument/2006/relationships/image"/><Relationship Id="rId2" Target="../media/image53.png" Type="http://schemas.openxmlformats.org/officeDocument/2006/relationships/image"/><Relationship Id="rId20" Target="../media/image70.svg" Type="http://schemas.openxmlformats.org/officeDocument/2006/relationships/image"/><Relationship Id="rId21" Target="../media/image71.png" Type="http://schemas.openxmlformats.org/officeDocument/2006/relationships/image"/><Relationship Id="rId22" Target="../media/image72.svg" Type="http://schemas.openxmlformats.org/officeDocument/2006/relationships/image"/><Relationship Id="rId23" Target="../media/image73.png" Type="http://schemas.openxmlformats.org/officeDocument/2006/relationships/image"/><Relationship Id="rId24" Target="../media/image74.svg" Type="http://schemas.openxmlformats.org/officeDocument/2006/relationships/image"/><Relationship Id="rId25" Target="../media/image16.png" Type="http://schemas.openxmlformats.org/officeDocument/2006/relationships/image"/><Relationship Id="rId26" Target="../media/image17.svg" Type="http://schemas.openxmlformats.org/officeDocument/2006/relationships/image"/><Relationship Id="rId27" Target="../media/image75.png" Type="http://schemas.openxmlformats.org/officeDocument/2006/relationships/image"/><Relationship Id="rId28" Target="../media/image76.svg" Type="http://schemas.openxmlformats.org/officeDocument/2006/relationships/image"/><Relationship Id="rId29" Target="../media/image77.png" Type="http://schemas.openxmlformats.org/officeDocument/2006/relationships/image"/><Relationship Id="rId3" Target="../media/image54.svg" Type="http://schemas.openxmlformats.org/officeDocument/2006/relationships/image"/><Relationship Id="rId30" Target="../media/image78.svg" Type="http://schemas.openxmlformats.org/officeDocument/2006/relationships/image"/><Relationship Id="rId31" Target="../media/image79.png" Type="http://schemas.openxmlformats.org/officeDocument/2006/relationships/image"/><Relationship Id="rId32" Target="../media/image80.svg" Type="http://schemas.openxmlformats.org/officeDocument/2006/relationships/image"/><Relationship Id="rId33" Target="../media/image81.png" Type="http://schemas.openxmlformats.org/officeDocument/2006/relationships/image"/><Relationship Id="rId34" Target="../media/image82.svg" Type="http://schemas.openxmlformats.org/officeDocument/2006/relationships/image"/><Relationship Id="rId4" Target="slide3.xml" Type="http://schemas.openxmlformats.org/officeDocument/2006/relationships/slid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png" Type="http://schemas.openxmlformats.org/officeDocument/2006/relationships/image"/><Relationship Id="rId11" Target="../media/image90.svg" Type="http://schemas.openxmlformats.org/officeDocument/2006/relationships/image"/><Relationship Id="rId12" Target="../media/image91.png" Type="http://schemas.openxmlformats.org/officeDocument/2006/relationships/image"/><Relationship Id="rId13" Target="../media/image92.svg" Type="http://schemas.openxmlformats.org/officeDocument/2006/relationships/image"/><Relationship Id="rId14" Target="../media/image12.png" Type="http://schemas.openxmlformats.org/officeDocument/2006/relationships/image"/><Relationship Id="rId15" Target="../media/image13.svg" Type="http://schemas.openxmlformats.org/officeDocument/2006/relationships/image"/><Relationship Id="rId16" Target="../media/image14.png" Type="http://schemas.openxmlformats.org/officeDocument/2006/relationships/image"/><Relationship Id="rId17" Target="../media/image15.svg" Type="http://schemas.openxmlformats.org/officeDocument/2006/relationships/image"/><Relationship Id="rId18" Target="../media/image93.png" Type="http://schemas.openxmlformats.org/officeDocument/2006/relationships/image"/><Relationship Id="rId19" Target="../media/image94.svg" Type="http://schemas.openxmlformats.org/officeDocument/2006/relationships/image"/><Relationship Id="rId2" Target="../media/image53.png" Type="http://schemas.openxmlformats.org/officeDocument/2006/relationships/image"/><Relationship Id="rId20" Target="../media/image55.png" Type="http://schemas.openxmlformats.org/officeDocument/2006/relationships/image"/><Relationship Id="rId21" Target="../media/image56.svg" Type="http://schemas.openxmlformats.org/officeDocument/2006/relationships/image"/><Relationship Id="rId22" Target="../media/image57.png" Type="http://schemas.openxmlformats.org/officeDocument/2006/relationships/image"/><Relationship Id="rId23" Target="../media/image58.svg" Type="http://schemas.openxmlformats.org/officeDocument/2006/relationships/image"/><Relationship Id="rId24" Target="../media/image59.png" Type="http://schemas.openxmlformats.org/officeDocument/2006/relationships/image"/><Relationship Id="rId25" Target="../media/image60.svg" Type="http://schemas.openxmlformats.org/officeDocument/2006/relationships/image"/><Relationship Id="rId26" Target="../media/image61.png" Type="http://schemas.openxmlformats.org/officeDocument/2006/relationships/image"/><Relationship Id="rId27" Target="../media/image62.svg" Type="http://schemas.openxmlformats.org/officeDocument/2006/relationships/image"/><Relationship Id="rId28" Target="../media/image63.png" Type="http://schemas.openxmlformats.org/officeDocument/2006/relationships/image"/><Relationship Id="rId29" Target="../media/image64.svg" Type="http://schemas.openxmlformats.org/officeDocument/2006/relationships/image"/><Relationship Id="rId3" Target="../media/image54.svg" Type="http://schemas.openxmlformats.org/officeDocument/2006/relationships/image"/><Relationship Id="rId30" Target="../media/image65.png" Type="http://schemas.openxmlformats.org/officeDocument/2006/relationships/image"/><Relationship Id="rId31" Target="../media/image66.svg" Type="http://schemas.openxmlformats.org/officeDocument/2006/relationships/image"/><Relationship Id="rId32" Target="../media/image67.png" Type="http://schemas.openxmlformats.org/officeDocument/2006/relationships/image"/><Relationship Id="rId33" Target="../media/image68.svg" Type="http://schemas.openxmlformats.org/officeDocument/2006/relationships/image"/><Relationship Id="rId34" Target="../media/image69.png" Type="http://schemas.openxmlformats.org/officeDocument/2006/relationships/image"/><Relationship Id="rId35" Target="../media/image70.svg" Type="http://schemas.openxmlformats.org/officeDocument/2006/relationships/image"/><Relationship Id="rId36" Target="../media/image71.png" Type="http://schemas.openxmlformats.org/officeDocument/2006/relationships/image"/><Relationship Id="rId37" Target="../media/image72.svg" Type="http://schemas.openxmlformats.org/officeDocument/2006/relationships/image"/><Relationship Id="rId38" Target="../media/image73.png" Type="http://schemas.openxmlformats.org/officeDocument/2006/relationships/image"/><Relationship Id="rId39" Target="../media/image74.svg" Type="http://schemas.openxmlformats.org/officeDocument/2006/relationships/image"/><Relationship Id="rId4" Target="../media/image83.png" Type="http://schemas.openxmlformats.org/officeDocument/2006/relationships/image"/><Relationship Id="rId40" Target="../media/image16.png" Type="http://schemas.openxmlformats.org/officeDocument/2006/relationships/image"/><Relationship Id="rId41" Target="../media/image17.svg" Type="http://schemas.openxmlformats.org/officeDocument/2006/relationships/image"/><Relationship Id="rId5" Target="../media/image84.svg" Type="http://schemas.openxmlformats.org/officeDocument/2006/relationships/image"/><Relationship Id="rId6" Target="../media/image85.png" Type="http://schemas.openxmlformats.org/officeDocument/2006/relationships/image"/><Relationship Id="rId7" Target="../media/image86.svg" Type="http://schemas.openxmlformats.org/officeDocument/2006/relationships/image"/><Relationship Id="rId8" Target="../media/image87.png" Type="http://schemas.openxmlformats.org/officeDocument/2006/relationships/image"/><Relationship Id="rId9" Target="../media/image8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2860"/>
            <a:ext cx="18288000" cy="10309860"/>
          </a:xfrm>
          <a:custGeom>
            <a:avLst/>
            <a:gdLst/>
            <a:ahLst/>
            <a:cxnLst/>
            <a:rect r="r" b="b" t="t" l="l"/>
            <a:pathLst>
              <a:path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1168210" y="1902436"/>
          <a:ext cx="6857101" cy="1987106"/>
        </p:xfrm>
        <a:graphic>
          <a:graphicData uri="http://schemas.openxmlformats.org/drawingml/2006/table">
            <a:tbl>
              <a:tblPr/>
              <a:tblGrid>
                <a:gridCol w="3044668"/>
                <a:gridCol w="3812433"/>
              </a:tblGrid>
              <a:tr h="9905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Dia, Fecha: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Viernes, 16/01/2026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65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Hora de Inicio: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07:00 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369804" y="4341178"/>
            <a:ext cx="11548393" cy="93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0970 Redes de Computadoras 1 [N]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18274" y="5744515"/>
            <a:ext cx="6851452" cy="688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Adrián Josué Fernández Avila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7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xelated trash can icon"/>
          <p:cNvSpPr/>
          <p:nvPr/>
        </p:nvSpPr>
        <p:spPr>
          <a:xfrm flipH="false" flipV="false" rot="0">
            <a:off x="633368" y="3626446"/>
            <a:ext cx="782400" cy="1057297"/>
          </a:xfrm>
          <a:custGeom>
            <a:avLst/>
            <a:gdLst/>
            <a:ahLst/>
            <a:cxnLst/>
            <a:rect r="r" b="b" t="t" l="l"/>
            <a:pathLst>
              <a:path h="1057297" w="782400">
                <a:moveTo>
                  <a:pt x="0" y="0"/>
                </a:moveTo>
                <a:lnTo>
                  <a:pt x="782400" y="0"/>
                </a:lnTo>
                <a:lnTo>
                  <a:pt x="782400" y="1057296"/>
                </a:lnTo>
                <a:lnTo>
                  <a:pt x="0" y="1057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a yellow folder icon"/>
          <p:cNvSpPr/>
          <p:nvPr/>
        </p:nvSpPr>
        <p:spPr>
          <a:xfrm flipH="false" flipV="false" rot="0">
            <a:off x="511249" y="2300667"/>
            <a:ext cx="1026639" cy="785846"/>
          </a:xfrm>
          <a:custGeom>
            <a:avLst/>
            <a:gdLst/>
            <a:ahLst/>
            <a:cxnLst/>
            <a:rect r="r" b="b" t="t" l="l"/>
            <a:pathLst>
              <a:path h="785846" w="1026639">
                <a:moveTo>
                  <a:pt x="0" y="0"/>
                </a:moveTo>
                <a:lnTo>
                  <a:pt x="1026639" y="0"/>
                </a:lnTo>
                <a:lnTo>
                  <a:pt x="1026639" y="785845"/>
                </a:lnTo>
                <a:lnTo>
                  <a:pt x="0" y="7858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an old computer with the word hi on it"/>
          <p:cNvSpPr/>
          <p:nvPr/>
        </p:nvSpPr>
        <p:spPr>
          <a:xfrm flipH="false" flipV="false" rot="0">
            <a:off x="543623" y="538933"/>
            <a:ext cx="961890" cy="1221800"/>
          </a:xfrm>
          <a:custGeom>
            <a:avLst/>
            <a:gdLst/>
            <a:ahLst/>
            <a:cxnLst/>
            <a:rect r="r" b="b" t="t" l="l"/>
            <a:pathLst>
              <a:path h="1221800" w="961890">
                <a:moveTo>
                  <a:pt x="0" y="0"/>
                </a:moveTo>
                <a:lnTo>
                  <a:pt x="961890" y="0"/>
                </a:lnTo>
                <a:lnTo>
                  <a:pt x="961890" y="1221801"/>
                </a:lnTo>
                <a:lnTo>
                  <a:pt x="0" y="12218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 descr="a pixel image of a disk with a music note on it"/>
          <p:cNvSpPr/>
          <p:nvPr/>
        </p:nvSpPr>
        <p:spPr>
          <a:xfrm flipH="false" flipV="false" rot="0">
            <a:off x="559442" y="5223676"/>
            <a:ext cx="930253" cy="980151"/>
          </a:xfrm>
          <a:custGeom>
            <a:avLst/>
            <a:gdLst/>
            <a:ahLst/>
            <a:cxnLst/>
            <a:rect r="r" b="b" t="t" l="l"/>
            <a:pathLst>
              <a:path h="980151" w="930253">
                <a:moveTo>
                  <a:pt x="0" y="0"/>
                </a:moveTo>
                <a:lnTo>
                  <a:pt x="930253" y="0"/>
                </a:lnTo>
                <a:lnTo>
                  <a:pt x="930253" y="980151"/>
                </a:lnTo>
                <a:lnTo>
                  <a:pt x="0" y="9801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an image of a floppy disk"/>
          <p:cNvSpPr/>
          <p:nvPr/>
        </p:nvSpPr>
        <p:spPr>
          <a:xfrm flipH="false" flipV="false" rot="0">
            <a:off x="16802844" y="538933"/>
            <a:ext cx="779562" cy="779562"/>
          </a:xfrm>
          <a:custGeom>
            <a:avLst/>
            <a:gdLst/>
            <a:ahLst/>
            <a:cxnLst/>
            <a:rect r="r" b="b" t="t" l="l"/>
            <a:pathLst>
              <a:path h="779562" w="779562">
                <a:moveTo>
                  <a:pt x="0" y="0"/>
                </a:moveTo>
                <a:lnTo>
                  <a:pt x="779562" y="0"/>
                </a:lnTo>
                <a:lnTo>
                  <a:pt x="779562" y="779562"/>
                </a:lnTo>
                <a:lnTo>
                  <a:pt x="0" y="7795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a yellow triangle with an exclamation mark on it"/>
          <p:cNvSpPr/>
          <p:nvPr/>
        </p:nvSpPr>
        <p:spPr>
          <a:xfrm flipH="false" flipV="false" rot="0">
            <a:off x="16788145" y="1764975"/>
            <a:ext cx="779562" cy="779562"/>
          </a:xfrm>
          <a:custGeom>
            <a:avLst/>
            <a:gdLst/>
            <a:ahLst/>
            <a:cxnLst/>
            <a:rect r="r" b="b" t="t" l="l"/>
            <a:pathLst>
              <a:path h="779562" w="779562">
                <a:moveTo>
                  <a:pt x="0" y="0"/>
                </a:moveTo>
                <a:lnTo>
                  <a:pt x="779562" y="0"/>
                </a:lnTo>
                <a:lnTo>
                  <a:pt x="779562" y="779562"/>
                </a:lnTo>
                <a:lnTo>
                  <a:pt x="0" y="7795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60564" y="2162636"/>
            <a:ext cx="11366873" cy="363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99"/>
              </a:lnSpc>
            </a:pPr>
            <a:r>
              <a:rPr lang="en-US" sz="12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Semana de Diagnóstico</a:t>
            </a:r>
          </a:p>
        </p:txBody>
      </p:sp>
      <p:sp>
        <p:nvSpPr>
          <p:cNvPr name="Freeform 9" id="9" descr="cursor"/>
          <p:cNvSpPr/>
          <p:nvPr/>
        </p:nvSpPr>
        <p:spPr>
          <a:xfrm flipH="false" flipV="false" rot="0">
            <a:off x="13004220" y="5206486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6" y="0"/>
                </a:lnTo>
                <a:lnTo>
                  <a:pt x="484736" y="825401"/>
                </a:lnTo>
                <a:lnTo>
                  <a:pt x="0" y="8254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484735" y="6193668"/>
            <a:ext cx="5231272" cy="1093405"/>
            <a:chOff x="0" y="0"/>
            <a:chExt cx="6975030" cy="1457874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975030" cy="1457874"/>
              <a:chOff x="0" y="0"/>
              <a:chExt cx="2336498" cy="48835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336498" cy="488359"/>
              </a:xfrm>
              <a:custGeom>
                <a:avLst/>
                <a:gdLst/>
                <a:ahLst/>
                <a:cxnLst/>
                <a:rect r="r" b="b" t="t" l="l"/>
                <a:pathLst>
                  <a:path h="488359" w="2336498">
                    <a:moveTo>
                      <a:pt x="2133298" y="0"/>
                    </a:moveTo>
                    <a:cubicBezTo>
                      <a:pt x="2245522" y="0"/>
                      <a:pt x="2336498" y="109323"/>
                      <a:pt x="2336498" y="244180"/>
                    </a:cubicBezTo>
                    <a:cubicBezTo>
                      <a:pt x="2336498" y="379036"/>
                      <a:pt x="2245522" y="488359"/>
                      <a:pt x="2133298" y="488359"/>
                    </a:cubicBezTo>
                    <a:lnTo>
                      <a:pt x="203200" y="488359"/>
                    </a:lnTo>
                    <a:cubicBezTo>
                      <a:pt x="90976" y="488359"/>
                      <a:pt x="0" y="379036"/>
                      <a:pt x="0" y="244180"/>
                    </a:cubicBezTo>
                    <a:cubicBezTo>
                      <a:pt x="0" y="109323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336498" cy="5264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05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799193" y="490812"/>
              <a:ext cx="4774238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Redes de Computadoras 1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896055" y="394071"/>
              <a:ext cx="689798" cy="669732"/>
            </a:xfrm>
            <a:custGeom>
              <a:avLst/>
              <a:gdLst/>
              <a:ahLst/>
              <a:cxnLst/>
              <a:rect r="r" b="b" t="t" l="l"/>
              <a:pathLst>
                <a:path h="669732" w="689798">
                  <a:moveTo>
                    <a:pt x="0" y="0"/>
                  </a:moveTo>
                  <a:lnTo>
                    <a:pt x="689798" y="0"/>
                  </a:lnTo>
                  <a:lnTo>
                    <a:pt x="689798" y="669732"/>
                  </a:lnTo>
                  <a:lnTo>
                    <a:pt x="0" y="669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0" y="9052698"/>
            <a:ext cx="18288000" cy="1234302"/>
            <a:chOff x="0" y="0"/>
            <a:chExt cx="24384000" cy="164573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24384000" cy="1645736"/>
              <a:chOff x="0" y="0"/>
              <a:chExt cx="4816593" cy="32508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816592" cy="325084"/>
              </a:xfrm>
              <a:custGeom>
                <a:avLst/>
                <a:gdLst/>
                <a:ahLst/>
                <a:cxnLst/>
                <a:rect r="r" b="b" t="t" l="l"/>
                <a:pathLst>
                  <a:path h="325084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325084"/>
                    </a:lnTo>
                    <a:lnTo>
                      <a:pt x="0" y="325084"/>
                    </a:lnTo>
                    <a:close/>
                  </a:path>
                </a:pathLst>
              </a:custGeom>
              <a:solidFill>
                <a:srgbClr val="CCCCCC"/>
              </a:solidFill>
              <a:ln w="95250" cap="sq">
                <a:solidFill>
                  <a:srgbClr val="CCCCCC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4816593" cy="363184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2100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316552" y="286517"/>
              <a:ext cx="1072702" cy="1072702"/>
            </a:xfrm>
            <a:custGeom>
              <a:avLst/>
              <a:gdLst/>
              <a:ahLst/>
              <a:cxnLst/>
              <a:rect r="r" b="b" t="t" l="l"/>
              <a:pathLst>
                <a:path h="1072702" w="1072702">
                  <a:moveTo>
                    <a:pt x="0" y="0"/>
                  </a:moveTo>
                  <a:lnTo>
                    <a:pt x="1072702" y="0"/>
                  </a:lnTo>
                  <a:lnTo>
                    <a:pt x="1072702" y="1072702"/>
                  </a:lnTo>
                  <a:lnTo>
                    <a:pt x="0" y="1072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74997" y="436533"/>
              <a:ext cx="755811" cy="772669"/>
            </a:xfrm>
            <a:custGeom>
              <a:avLst/>
              <a:gdLst/>
              <a:ahLst/>
              <a:cxnLst/>
              <a:rect r="r" b="b" t="t" l="l"/>
              <a:pathLst>
                <a:path h="772669" w="755811">
                  <a:moveTo>
                    <a:pt x="0" y="0"/>
                  </a:moveTo>
                  <a:lnTo>
                    <a:pt x="755812" y="0"/>
                  </a:lnTo>
                  <a:lnTo>
                    <a:pt x="755812" y="772670"/>
                  </a:lnTo>
                  <a:lnTo>
                    <a:pt x="0" y="772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897443" y="318086"/>
              <a:ext cx="1076085" cy="1009564"/>
            </a:xfrm>
            <a:custGeom>
              <a:avLst/>
              <a:gdLst/>
              <a:ahLst/>
              <a:cxnLst/>
              <a:rect r="r" b="b" t="t" l="l"/>
              <a:pathLst>
                <a:path h="1009564" w="1076085">
                  <a:moveTo>
                    <a:pt x="0" y="0"/>
                  </a:moveTo>
                  <a:lnTo>
                    <a:pt x="1076085" y="0"/>
                  </a:lnTo>
                  <a:lnTo>
                    <a:pt x="1076085" y="1009564"/>
                  </a:lnTo>
                  <a:lnTo>
                    <a:pt x="0" y="1009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194335" y="366127"/>
              <a:ext cx="883585" cy="913481"/>
            </a:xfrm>
            <a:custGeom>
              <a:avLst/>
              <a:gdLst/>
              <a:ahLst/>
              <a:cxnLst/>
              <a:rect r="r" b="b" t="t" l="l"/>
              <a:pathLst>
                <a:path h="913481" w="883585">
                  <a:moveTo>
                    <a:pt x="0" y="0"/>
                  </a:moveTo>
                  <a:lnTo>
                    <a:pt x="883585" y="0"/>
                  </a:lnTo>
                  <a:lnTo>
                    <a:pt x="883585" y="913481"/>
                  </a:lnTo>
                  <a:lnTo>
                    <a:pt x="0" y="913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5416372" y="377368"/>
              <a:ext cx="890999" cy="890999"/>
            </a:xfrm>
            <a:custGeom>
              <a:avLst/>
              <a:gdLst/>
              <a:ahLst/>
              <a:cxnLst/>
              <a:rect r="r" b="b" t="t" l="l"/>
              <a:pathLst>
                <a:path h="890999" w="890999">
                  <a:moveTo>
                    <a:pt x="0" y="0"/>
                  </a:moveTo>
                  <a:lnTo>
                    <a:pt x="890999" y="0"/>
                  </a:lnTo>
                  <a:lnTo>
                    <a:pt x="890999" y="890999"/>
                  </a:lnTo>
                  <a:lnTo>
                    <a:pt x="0" y="890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4298727" y="342107"/>
              <a:ext cx="896838" cy="961522"/>
            </a:xfrm>
            <a:custGeom>
              <a:avLst/>
              <a:gdLst/>
              <a:ahLst/>
              <a:cxnLst/>
              <a:rect r="r" b="b" t="t" l="l"/>
              <a:pathLst>
                <a:path h="961522" w="896838">
                  <a:moveTo>
                    <a:pt x="0" y="0"/>
                  </a:moveTo>
                  <a:lnTo>
                    <a:pt x="896838" y="0"/>
                  </a:lnTo>
                  <a:lnTo>
                    <a:pt x="896838" y="961522"/>
                  </a:lnTo>
                  <a:lnTo>
                    <a:pt x="0" y="961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502778" y="318086"/>
              <a:ext cx="1207087" cy="1009564"/>
            </a:xfrm>
            <a:custGeom>
              <a:avLst/>
              <a:gdLst/>
              <a:ahLst/>
              <a:cxnLst/>
              <a:rect r="r" b="b" t="t" l="l"/>
              <a:pathLst>
                <a:path h="1009564" w="1207087">
                  <a:moveTo>
                    <a:pt x="0" y="0"/>
                  </a:moveTo>
                  <a:lnTo>
                    <a:pt x="1207088" y="0"/>
                  </a:lnTo>
                  <a:lnTo>
                    <a:pt x="1207088" y="1009564"/>
                  </a:lnTo>
                  <a:lnTo>
                    <a:pt x="0" y="1009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2163171" y="429379"/>
              <a:ext cx="1562297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11:11PM</a:t>
              </a:r>
            </a:p>
          </p:txBody>
        </p:sp>
      </p:grpSp>
      <p:sp>
        <p:nvSpPr>
          <p:cNvPr name="Freeform 28" id="28" descr="a pixel x mark"/>
          <p:cNvSpPr/>
          <p:nvPr/>
        </p:nvSpPr>
        <p:spPr>
          <a:xfrm flipH="false" flipV="false" rot="0">
            <a:off x="16773447" y="2991016"/>
            <a:ext cx="808959" cy="782484"/>
          </a:xfrm>
          <a:custGeom>
            <a:avLst/>
            <a:gdLst/>
            <a:ahLst/>
            <a:cxnLst/>
            <a:rect r="r" b="b" t="t" l="l"/>
            <a:pathLst>
              <a:path h="782484" w="808959">
                <a:moveTo>
                  <a:pt x="0" y="0"/>
                </a:moveTo>
                <a:lnTo>
                  <a:pt x="808959" y="0"/>
                </a:lnTo>
                <a:lnTo>
                  <a:pt x="808959" y="782484"/>
                </a:lnTo>
                <a:lnTo>
                  <a:pt x="0" y="78248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CCC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6598" y="0"/>
            <a:ext cx="19961197" cy="795781"/>
            <a:chOff x="0" y="0"/>
            <a:chExt cx="26614929" cy="106104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6614929" cy="1061041"/>
              <a:chOff x="0" y="0"/>
              <a:chExt cx="5257270" cy="20958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257270" cy="209588"/>
              </a:xfrm>
              <a:custGeom>
                <a:avLst/>
                <a:gdLst/>
                <a:ahLst/>
                <a:cxnLst/>
                <a:rect r="r" b="b" t="t" l="l"/>
                <a:pathLst>
                  <a:path h="209588" w="5257270">
                    <a:moveTo>
                      <a:pt x="0" y="0"/>
                    </a:moveTo>
                    <a:lnTo>
                      <a:pt x="5257270" y="0"/>
                    </a:lnTo>
                    <a:lnTo>
                      <a:pt x="5257270" y="209588"/>
                    </a:lnTo>
                    <a:lnTo>
                      <a:pt x="0" y="209588"/>
                    </a:lnTo>
                    <a:close/>
                  </a:path>
                </a:pathLst>
              </a:custGeom>
              <a:solidFill>
                <a:srgbClr val="067A7B"/>
              </a:solidFill>
              <a:ln w="95250" cap="sq">
                <a:solidFill>
                  <a:srgbClr val="067A7B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5257270" cy="266738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19729" y="269112"/>
              <a:ext cx="25775471" cy="513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99"/>
                </a:lnSpc>
              </a:pPr>
              <a:r>
                <a:rPr lang="en-US" sz="2499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Agenda • Agenda • Agenda • Agenda • Agenda • Agenda • Agenda • Agenda • Agenda • Agenda • Agenda • Agenda • Agenda • Agenda</a:t>
              </a:r>
            </a:p>
          </p:txBody>
        </p:sp>
      </p:grpSp>
      <p:sp>
        <p:nvSpPr>
          <p:cNvPr name="Freeform 7" id="7" descr="old tech window ui"/>
          <p:cNvSpPr/>
          <p:nvPr/>
        </p:nvSpPr>
        <p:spPr>
          <a:xfrm flipH="false" flipV="false" rot="0">
            <a:off x="1028700" y="3895578"/>
            <a:ext cx="5754674" cy="2877337"/>
          </a:xfrm>
          <a:custGeom>
            <a:avLst/>
            <a:gdLst/>
            <a:ahLst/>
            <a:cxnLst/>
            <a:rect r="r" b="b" t="t" l="l"/>
            <a:pathLst>
              <a:path h="2877337" w="5754674">
                <a:moveTo>
                  <a:pt x="0" y="0"/>
                </a:moveTo>
                <a:lnTo>
                  <a:pt x="5754674" y="0"/>
                </a:lnTo>
                <a:lnTo>
                  <a:pt x="5754674" y="2877337"/>
                </a:lnTo>
                <a:lnTo>
                  <a:pt x="0" y="2877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497810" y="1192664"/>
            <a:ext cx="8761490" cy="8761490"/>
            <a:chOff x="0" y="0"/>
            <a:chExt cx="11681986" cy="116819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81986" cy="11681986"/>
            </a:xfrm>
            <a:custGeom>
              <a:avLst/>
              <a:gdLst/>
              <a:ahLst/>
              <a:cxnLst/>
              <a:rect r="r" b="b" t="t" l="l"/>
              <a:pathLst>
                <a:path h="11681986" w="11681986">
                  <a:moveTo>
                    <a:pt x="0" y="0"/>
                  </a:moveTo>
                  <a:lnTo>
                    <a:pt x="11681986" y="0"/>
                  </a:lnTo>
                  <a:lnTo>
                    <a:pt x="11681986" y="11681986"/>
                  </a:lnTo>
                  <a:lnTo>
                    <a:pt x="0" y="11681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649888" y="366764"/>
              <a:ext cx="567715" cy="549136"/>
            </a:xfrm>
            <a:custGeom>
              <a:avLst/>
              <a:gdLst/>
              <a:ahLst/>
              <a:cxnLst/>
              <a:rect r="r" b="b" t="t" l="l"/>
              <a:pathLst>
                <a:path h="549136" w="567715">
                  <a:moveTo>
                    <a:pt x="0" y="0"/>
                  </a:moveTo>
                  <a:lnTo>
                    <a:pt x="567715" y="0"/>
                  </a:lnTo>
                  <a:lnTo>
                    <a:pt x="567715" y="549136"/>
                  </a:lnTo>
                  <a:lnTo>
                    <a:pt x="0" y="549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 descr="old tech window ui"/>
          <p:cNvSpPr/>
          <p:nvPr/>
        </p:nvSpPr>
        <p:spPr>
          <a:xfrm flipH="false" flipV="false" rot="0">
            <a:off x="1457991" y="4268158"/>
            <a:ext cx="5754674" cy="2877337"/>
          </a:xfrm>
          <a:custGeom>
            <a:avLst/>
            <a:gdLst/>
            <a:ahLst/>
            <a:cxnLst/>
            <a:rect r="r" b="b" t="t" l="l"/>
            <a:pathLst>
              <a:path h="2877337" w="5754674">
                <a:moveTo>
                  <a:pt x="0" y="0"/>
                </a:moveTo>
                <a:lnTo>
                  <a:pt x="5754674" y="0"/>
                </a:lnTo>
                <a:lnTo>
                  <a:pt x="5754674" y="2877337"/>
                </a:lnTo>
                <a:lnTo>
                  <a:pt x="0" y="2877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214465" y="3402862"/>
            <a:ext cx="1890203" cy="1964834"/>
            <a:chOff x="0" y="0"/>
            <a:chExt cx="2520270" cy="26197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53833" y="0"/>
              <a:ext cx="1412604" cy="1514488"/>
            </a:xfrm>
            <a:custGeom>
              <a:avLst/>
              <a:gdLst/>
              <a:ahLst/>
              <a:cxnLst/>
              <a:rect r="r" b="b" t="t" l="l"/>
              <a:pathLst>
                <a:path h="1514488" w="1412604">
                  <a:moveTo>
                    <a:pt x="0" y="0"/>
                  </a:moveTo>
                  <a:lnTo>
                    <a:pt x="1412604" y="0"/>
                  </a:lnTo>
                  <a:lnTo>
                    <a:pt x="1412604" y="1514488"/>
                  </a:lnTo>
                  <a:lnTo>
                    <a:pt x="0" y="1514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1643149"/>
              <a:ext cx="2520270" cy="976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Conocimientos previos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853849" y="3560678"/>
            <a:ext cx="1890203" cy="1510135"/>
            <a:chOff x="0" y="0"/>
            <a:chExt cx="2520270" cy="201351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532184"/>
              <a:ext cx="2520270" cy="481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Dinámica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624218" y="0"/>
              <a:ext cx="1271834" cy="1271834"/>
            </a:xfrm>
            <a:custGeom>
              <a:avLst/>
              <a:gdLst/>
              <a:ahLst/>
              <a:cxnLst/>
              <a:rect r="r" b="b" t="t" l="l"/>
              <a:pathLst>
                <a:path h="1271834" w="1271834">
                  <a:moveTo>
                    <a:pt x="0" y="0"/>
                  </a:moveTo>
                  <a:lnTo>
                    <a:pt x="1271834" y="0"/>
                  </a:lnTo>
                  <a:lnTo>
                    <a:pt x="1271834" y="1271834"/>
                  </a:lnTo>
                  <a:lnTo>
                    <a:pt x="0" y="1271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161649" y="6163078"/>
            <a:ext cx="1890203" cy="1964834"/>
            <a:chOff x="0" y="0"/>
            <a:chExt cx="2520270" cy="2619778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1643149"/>
              <a:ext cx="2520270" cy="976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Programa del curso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359944" y="0"/>
              <a:ext cx="1800382" cy="1378111"/>
            </a:xfrm>
            <a:custGeom>
              <a:avLst/>
              <a:gdLst/>
              <a:ahLst/>
              <a:cxnLst/>
              <a:rect r="r" b="b" t="t" l="l"/>
              <a:pathLst>
                <a:path h="1378111" w="1800382">
                  <a:moveTo>
                    <a:pt x="0" y="0"/>
                  </a:moveTo>
                  <a:lnTo>
                    <a:pt x="1800382" y="0"/>
                  </a:lnTo>
                  <a:lnTo>
                    <a:pt x="1800382" y="1378111"/>
                  </a:lnTo>
                  <a:lnTo>
                    <a:pt x="0" y="1378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988321" y="3402862"/>
            <a:ext cx="2398803" cy="1927758"/>
            <a:chOff x="0" y="0"/>
            <a:chExt cx="3198403" cy="2570344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1593715"/>
              <a:ext cx="3198403" cy="976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Presentación del auxiliar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949361" y="0"/>
              <a:ext cx="1299681" cy="1650865"/>
            </a:xfrm>
            <a:custGeom>
              <a:avLst/>
              <a:gdLst/>
              <a:ahLst/>
              <a:cxnLst/>
              <a:rect r="r" b="b" t="t" l="l"/>
              <a:pathLst>
                <a:path h="1650865" w="1299681">
                  <a:moveTo>
                    <a:pt x="0" y="0"/>
                  </a:moveTo>
                  <a:lnTo>
                    <a:pt x="1299681" y="0"/>
                  </a:lnTo>
                  <a:lnTo>
                    <a:pt x="1299681" y="1650865"/>
                  </a:lnTo>
                  <a:lnTo>
                    <a:pt x="0" y="1650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4" id="24" descr="cursor"/>
          <p:cNvSpPr/>
          <p:nvPr/>
        </p:nvSpPr>
        <p:spPr>
          <a:xfrm flipH="false" flipV="false" rot="0">
            <a:off x="16575081" y="3898982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6" y="0"/>
                </a:lnTo>
                <a:lnTo>
                  <a:pt x="484736" y="825401"/>
                </a:lnTo>
                <a:lnTo>
                  <a:pt x="0" y="82540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028700" y="8533974"/>
            <a:ext cx="724326" cy="724326"/>
          </a:xfrm>
          <a:custGeom>
            <a:avLst/>
            <a:gdLst/>
            <a:ahLst/>
            <a:cxnLst/>
            <a:rect r="r" b="b" t="t" l="l"/>
            <a:pathLst>
              <a:path h="724326" w="724326">
                <a:moveTo>
                  <a:pt x="0" y="0"/>
                </a:moveTo>
                <a:lnTo>
                  <a:pt x="724326" y="0"/>
                </a:lnTo>
                <a:lnTo>
                  <a:pt x="724326" y="724326"/>
                </a:lnTo>
                <a:lnTo>
                  <a:pt x="0" y="72432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772076" y="8533974"/>
            <a:ext cx="746029" cy="724326"/>
          </a:xfrm>
          <a:custGeom>
            <a:avLst/>
            <a:gdLst/>
            <a:ahLst/>
            <a:cxnLst/>
            <a:rect r="r" b="b" t="t" l="l"/>
            <a:pathLst>
              <a:path h="724326" w="746029">
                <a:moveTo>
                  <a:pt x="0" y="0"/>
                </a:moveTo>
                <a:lnTo>
                  <a:pt x="746028" y="0"/>
                </a:lnTo>
                <a:lnTo>
                  <a:pt x="746028" y="724326"/>
                </a:lnTo>
                <a:lnTo>
                  <a:pt x="0" y="72432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097287" y="5447385"/>
            <a:ext cx="439988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Agenda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588156" y="1432517"/>
            <a:ext cx="566243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Topics Covered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474271" y="6163078"/>
            <a:ext cx="1890203" cy="1964834"/>
            <a:chOff x="0" y="0"/>
            <a:chExt cx="2520270" cy="26197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53833" y="0"/>
              <a:ext cx="1412604" cy="1514488"/>
            </a:xfrm>
            <a:custGeom>
              <a:avLst/>
              <a:gdLst/>
              <a:ahLst/>
              <a:cxnLst/>
              <a:rect r="r" b="b" t="t" l="l"/>
              <a:pathLst>
                <a:path h="1514488" w="1412604">
                  <a:moveTo>
                    <a:pt x="0" y="0"/>
                  </a:moveTo>
                  <a:lnTo>
                    <a:pt x="1412604" y="0"/>
                  </a:lnTo>
                  <a:lnTo>
                    <a:pt x="1412604" y="1514488"/>
                  </a:lnTo>
                  <a:lnTo>
                    <a:pt x="0" y="1514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0" y="1643149"/>
              <a:ext cx="2520270" cy="976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Prueba de diagnóstico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7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ixel old tech window"/>
          <p:cNvSpPr/>
          <p:nvPr/>
        </p:nvSpPr>
        <p:spPr>
          <a:xfrm flipH="false" flipV="false" rot="0">
            <a:off x="697947" y="2328149"/>
            <a:ext cx="5630702" cy="5630702"/>
          </a:xfrm>
          <a:custGeom>
            <a:avLst/>
            <a:gdLst/>
            <a:ahLst/>
            <a:cxnLst/>
            <a:rect r="r" b="b" t="t" l="l"/>
            <a:pathLst>
              <a:path h="5630702" w="5630702">
                <a:moveTo>
                  <a:pt x="0" y="0"/>
                </a:moveTo>
                <a:lnTo>
                  <a:pt x="5630702" y="0"/>
                </a:lnTo>
                <a:lnTo>
                  <a:pt x="5630702" y="5630702"/>
                </a:lnTo>
                <a:lnTo>
                  <a:pt x="0" y="5630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pixel old tech window"/>
          <p:cNvSpPr/>
          <p:nvPr/>
        </p:nvSpPr>
        <p:spPr>
          <a:xfrm flipH="false" flipV="false" rot="0">
            <a:off x="6328649" y="2328149"/>
            <a:ext cx="5630702" cy="5630702"/>
          </a:xfrm>
          <a:custGeom>
            <a:avLst/>
            <a:gdLst/>
            <a:ahLst/>
            <a:cxnLst/>
            <a:rect r="r" b="b" t="t" l="l"/>
            <a:pathLst>
              <a:path h="5630702" w="5630702">
                <a:moveTo>
                  <a:pt x="0" y="0"/>
                </a:moveTo>
                <a:lnTo>
                  <a:pt x="5630702" y="0"/>
                </a:lnTo>
                <a:lnTo>
                  <a:pt x="5630702" y="5630702"/>
                </a:lnTo>
                <a:lnTo>
                  <a:pt x="0" y="5630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pixel old tech window"/>
          <p:cNvSpPr/>
          <p:nvPr/>
        </p:nvSpPr>
        <p:spPr>
          <a:xfrm flipH="false" flipV="false" rot="0">
            <a:off x="11959351" y="2328149"/>
            <a:ext cx="5630702" cy="5630702"/>
          </a:xfrm>
          <a:custGeom>
            <a:avLst/>
            <a:gdLst/>
            <a:ahLst/>
            <a:cxnLst/>
            <a:rect r="r" b="b" t="t" l="l"/>
            <a:pathLst>
              <a:path h="5630702" w="5630702">
                <a:moveTo>
                  <a:pt x="0" y="0"/>
                </a:moveTo>
                <a:lnTo>
                  <a:pt x="5630702" y="0"/>
                </a:lnTo>
                <a:lnTo>
                  <a:pt x="5630702" y="5630702"/>
                </a:lnTo>
                <a:lnTo>
                  <a:pt x="0" y="5630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92830" y="487363"/>
            <a:ext cx="632663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Sobre mí</a:t>
            </a:r>
          </a:p>
        </p:txBody>
      </p:sp>
      <p:sp>
        <p:nvSpPr>
          <p:cNvPr name="Freeform 6" id="6" descr="pixel old tech information bubble"/>
          <p:cNvSpPr/>
          <p:nvPr/>
        </p:nvSpPr>
        <p:spPr>
          <a:xfrm flipH="false" flipV="false" rot="0">
            <a:off x="2937420" y="3416118"/>
            <a:ext cx="1151756" cy="1118250"/>
          </a:xfrm>
          <a:custGeom>
            <a:avLst/>
            <a:gdLst/>
            <a:ahLst/>
            <a:cxnLst/>
            <a:rect r="r" b="b" t="t" l="l"/>
            <a:pathLst>
              <a:path h="1118250" w="1151756">
                <a:moveTo>
                  <a:pt x="0" y="0"/>
                </a:moveTo>
                <a:lnTo>
                  <a:pt x="1151756" y="0"/>
                </a:lnTo>
                <a:lnTo>
                  <a:pt x="1151756" y="1118250"/>
                </a:lnTo>
                <a:lnTo>
                  <a:pt x="0" y="111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pixelated sun glasses"/>
          <p:cNvSpPr/>
          <p:nvPr/>
        </p:nvSpPr>
        <p:spPr>
          <a:xfrm flipH="false" flipV="false" rot="0">
            <a:off x="8001308" y="3767481"/>
            <a:ext cx="2285383" cy="415524"/>
          </a:xfrm>
          <a:custGeom>
            <a:avLst/>
            <a:gdLst/>
            <a:ahLst/>
            <a:cxnLst/>
            <a:rect r="r" b="b" t="t" l="l"/>
            <a:pathLst>
              <a:path h="415524" w="2285383">
                <a:moveTo>
                  <a:pt x="0" y="0"/>
                </a:moveTo>
                <a:lnTo>
                  <a:pt x="2285384" y="0"/>
                </a:lnTo>
                <a:lnTo>
                  <a:pt x="2285384" y="415525"/>
                </a:lnTo>
                <a:lnTo>
                  <a:pt x="0" y="415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 descr="pixelated paper clip"/>
          <p:cNvSpPr/>
          <p:nvPr/>
        </p:nvSpPr>
        <p:spPr>
          <a:xfrm flipH="false" flipV="false" rot="0">
            <a:off x="14449245" y="3416118"/>
            <a:ext cx="650914" cy="1393006"/>
          </a:xfrm>
          <a:custGeom>
            <a:avLst/>
            <a:gdLst/>
            <a:ahLst/>
            <a:cxnLst/>
            <a:rect r="r" b="b" t="t" l="l"/>
            <a:pathLst>
              <a:path h="1393006" w="650914">
                <a:moveTo>
                  <a:pt x="0" y="0"/>
                </a:moveTo>
                <a:lnTo>
                  <a:pt x="650913" y="0"/>
                </a:lnTo>
                <a:lnTo>
                  <a:pt x="650913" y="1393006"/>
                </a:lnTo>
                <a:lnTo>
                  <a:pt x="0" y="1393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073458" y="5105400"/>
            <a:ext cx="5185842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3007003180101@ingenieria.usac.edu.gt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24272" y="6016432"/>
            <a:ext cx="2284214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Github: sneeg123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7855" y="5105400"/>
            <a:ext cx="4230886" cy="76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– Noveno semestre</a:t>
            </a: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– </a:t>
            </a: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Primer semestre de auxiliatura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51079" y="5105400"/>
            <a:ext cx="5017257" cy="1544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– Soy pelón</a:t>
            </a: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– </a:t>
            </a: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26 años</a:t>
            </a: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– Voy al dia en One Piece</a:t>
            </a: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– Le voy a Inglaterra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052698"/>
            <a:ext cx="18288000" cy="1234302"/>
            <a:chOff x="0" y="0"/>
            <a:chExt cx="4816593" cy="325084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816592" cy="325084"/>
            </a:xfrm>
            <a:custGeom>
              <a:avLst/>
              <a:gdLst/>
              <a:ahLst/>
              <a:cxnLst/>
              <a:rect r="r" b="b" t="t" l="l"/>
              <a:pathLst>
                <a:path h="32508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5084"/>
                  </a:lnTo>
                  <a:lnTo>
                    <a:pt x="0" y="325084"/>
                  </a:lnTo>
                  <a:close/>
                </a:path>
              </a:pathLst>
            </a:custGeom>
            <a:solidFill>
              <a:srgbClr val="CCCCCC"/>
            </a:solidFill>
            <a:ln w="95250" cap="sq">
              <a:solidFill>
                <a:srgbClr val="CCCCC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631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7414" y="9267586"/>
            <a:ext cx="804526" cy="804526"/>
            <a:chOff x="0" y="0"/>
            <a:chExt cx="1072702" cy="10727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2702" cy="1072702"/>
            </a:xfrm>
            <a:custGeom>
              <a:avLst/>
              <a:gdLst/>
              <a:ahLst/>
              <a:cxnLst/>
              <a:rect r="r" b="b" t="t" l="l"/>
              <a:pathLst>
                <a:path h="1072702" w="1072702">
                  <a:moveTo>
                    <a:pt x="0" y="0"/>
                  </a:moveTo>
                  <a:lnTo>
                    <a:pt x="1072702" y="0"/>
                  </a:lnTo>
                  <a:lnTo>
                    <a:pt x="1072702" y="1072702"/>
                  </a:lnTo>
                  <a:lnTo>
                    <a:pt x="0" y="1072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58445" y="150016"/>
              <a:ext cx="755811" cy="772669"/>
            </a:xfrm>
            <a:custGeom>
              <a:avLst/>
              <a:gdLst/>
              <a:ahLst/>
              <a:cxnLst/>
              <a:rect r="r" b="b" t="t" l="l"/>
              <a:pathLst>
                <a:path h="772669" w="755811">
                  <a:moveTo>
                    <a:pt x="0" y="0"/>
                  </a:moveTo>
                  <a:lnTo>
                    <a:pt x="755811" y="0"/>
                  </a:lnTo>
                  <a:lnTo>
                    <a:pt x="755811" y="772670"/>
                  </a:lnTo>
                  <a:lnTo>
                    <a:pt x="0" y="772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 descr="a pixelated image of a printer"/>
          <p:cNvSpPr/>
          <p:nvPr/>
        </p:nvSpPr>
        <p:spPr>
          <a:xfrm flipH="false" flipV="false" rot="0">
            <a:off x="1423082" y="9291263"/>
            <a:ext cx="807064" cy="757173"/>
          </a:xfrm>
          <a:custGeom>
            <a:avLst/>
            <a:gdLst/>
            <a:ahLst/>
            <a:cxnLst/>
            <a:rect r="r" b="b" t="t" l="l"/>
            <a:pathLst>
              <a:path h="757173" w="807064">
                <a:moveTo>
                  <a:pt x="0" y="0"/>
                </a:moveTo>
                <a:lnTo>
                  <a:pt x="807064" y="0"/>
                </a:lnTo>
                <a:lnTo>
                  <a:pt x="807064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 descr="a pixelated notepad"/>
          <p:cNvSpPr/>
          <p:nvPr/>
        </p:nvSpPr>
        <p:spPr>
          <a:xfrm flipH="false" flipV="false" rot="0">
            <a:off x="2395752" y="9327294"/>
            <a:ext cx="662689" cy="685111"/>
          </a:xfrm>
          <a:custGeom>
            <a:avLst/>
            <a:gdLst/>
            <a:ahLst/>
            <a:cxnLst/>
            <a:rect r="r" b="b" t="t" l="l"/>
            <a:pathLst>
              <a:path h="685111" w="662689">
                <a:moveTo>
                  <a:pt x="0" y="0"/>
                </a:moveTo>
                <a:lnTo>
                  <a:pt x="662688" y="0"/>
                </a:lnTo>
                <a:lnTo>
                  <a:pt x="662688" y="685110"/>
                </a:lnTo>
                <a:lnTo>
                  <a:pt x="0" y="685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 descr="an image of the earth in a pixel art style"/>
          <p:cNvSpPr/>
          <p:nvPr/>
        </p:nvSpPr>
        <p:spPr>
          <a:xfrm flipH="false" flipV="false" rot="0">
            <a:off x="4062279" y="9335724"/>
            <a:ext cx="668249" cy="668249"/>
          </a:xfrm>
          <a:custGeom>
            <a:avLst/>
            <a:gdLst/>
            <a:ahLst/>
            <a:cxnLst/>
            <a:rect r="r" b="b" t="t" l="l"/>
            <a:pathLst>
              <a:path h="668249" w="668249">
                <a:moveTo>
                  <a:pt x="0" y="0"/>
                </a:moveTo>
                <a:lnTo>
                  <a:pt x="668250" y="0"/>
                </a:lnTo>
                <a:lnTo>
                  <a:pt x="668250" y="668250"/>
                </a:lnTo>
                <a:lnTo>
                  <a:pt x="0" y="668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 descr="a pixelated image of a dice"/>
          <p:cNvSpPr/>
          <p:nvPr/>
        </p:nvSpPr>
        <p:spPr>
          <a:xfrm flipH="false" flipV="false" rot="0">
            <a:off x="3224046" y="9309278"/>
            <a:ext cx="672629" cy="721142"/>
          </a:xfrm>
          <a:custGeom>
            <a:avLst/>
            <a:gdLst/>
            <a:ahLst/>
            <a:cxnLst/>
            <a:rect r="r" b="b" t="t" l="l"/>
            <a:pathLst>
              <a:path h="721142" w="672629">
                <a:moveTo>
                  <a:pt x="0" y="0"/>
                </a:moveTo>
                <a:lnTo>
                  <a:pt x="672628" y="0"/>
                </a:lnTo>
                <a:lnTo>
                  <a:pt x="672628" y="721142"/>
                </a:lnTo>
                <a:lnTo>
                  <a:pt x="0" y="721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 descr="pixelated newspaper"/>
          <p:cNvSpPr/>
          <p:nvPr/>
        </p:nvSpPr>
        <p:spPr>
          <a:xfrm flipH="false" flipV="false" rot="0">
            <a:off x="4877084" y="9291263"/>
            <a:ext cx="905315" cy="757173"/>
          </a:xfrm>
          <a:custGeom>
            <a:avLst/>
            <a:gdLst/>
            <a:ahLst/>
            <a:cxnLst/>
            <a:rect r="r" b="b" t="t" l="l"/>
            <a:pathLst>
              <a:path h="757173" w="905315">
                <a:moveTo>
                  <a:pt x="0" y="0"/>
                </a:moveTo>
                <a:lnTo>
                  <a:pt x="905315" y="0"/>
                </a:lnTo>
                <a:lnTo>
                  <a:pt x="905315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 descr="cursor"/>
          <p:cNvSpPr/>
          <p:nvPr/>
        </p:nvSpPr>
        <p:spPr>
          <a:xfrm flipH="false" flipV="false" rot="0">
            <a:off x="6384158" y="4673965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6" y="0"/>
                </a:lnTo>
                <a:lnTo>
                  <a:pt x="484736" y="825400"/>
                </a:lnTo>
                <a:lnTo>
                  <a:pt x="0" y="82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 descr="pixel old tech window"/>
          <p:cNvSpPr/>
          <p:nvPr/>
        </p:nvSpPr>
        <p:spPr>
          <a:xfrm flipH="false" flipV="false" rot="0">
            <a:off x="8822790" y="1028700"/>
            <a:ext cx="7290529" cy="7290529"/>
          </a:xfrm>
          <a:custGeom>
            <a:avLst/>
            <a:gdLst/>
            <a:ahLst/>
            <a:cxnLst/>
            <a:rect r="r" b="b" t="t" l="l"/>
            <a:pathLst>
              <a:path h="7290529" w="7290529">
                <a:moveTo>
                  <a:pt x="0" y="0"/>
                </a:moveTo>
                <a:lnTo>
                  <a:pt x="7290529" y="0"/>
                </a:lnTo>
                <a:lnTo>
                  <a:pt x="7290529" y="7290529"/>
                </a:lnTo>
                <a:lnTo>
                  <a:pt x="0" y="729052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109868" y="9297158"/>
            <a:ext cx="2801811" cy="712035"/>
            <a:chOff x="0" y="0"/>
            <a:chExt cx="737925" cy="187532"/>
          </a:xfrm>
        </p:grpSpPr>
        <p:sp>
          <p:nvSpPr>
            <p:cNvPr name="Freeform 16" id="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737925" cy="187532"/>
            </a:xfrm>
            <a:custGeom>
              <a:avLst/>
              <a:gdLst/>
              <a:ahLst/>
              <a:cxnLst/>
              <a:rect r="r" b="b" t="t" l="l"/>
              <a:pathLst>
                <a:path h="187532" w="737925">
                  <a:moveTo>
                    <a:pt x="0" y="0"/>
                  </a:moveTo>
                  <a:lnTo>
                    <a:pt x="737925" y="0"/>
                  </a:lnTo>
                  <a:lnTo>
                    <a:pt x="737925" y="187532"/>
                  </a:lnTo>
                  <a:lnTo>
                    <a:pt x="0" y="187532"/>
                  </a:lnTo>
                  <a:close/>
                </a:path>
              </a:pathLst>
            </a:custGeom>
            <a:solidFill>
              <a:srgbClr val="CCCC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737925" cy="254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 u="sng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  <a:hlinkClick r:id="rId20" action="ppaction://hlinksldjump"/>
                </a:rPr>
                <a:t>Back to Agenda Page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23082" y="2803890"/>
            <a:ext cx="5719708" cy="373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Dinámica de presentación de estudiantes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56710" y="2678362"/>
            <a:ext cx="1597596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Nombre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08385" y="3544219"/>
            <a:ext cx="6257812" cy="124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Curso que mas se te ha dificultado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19986" y="5010150"/>
            <a:ext cx="5646692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Que cursos estas llevando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28807" y="6041870"/>
            <a:ext cx="6257812" cy="124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Cual de los cursos consideras que será el más complicado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7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60400" y="838621"/>
            <a:ext cx="6862132" cy="6862132"/>
            <a:chOff x="0" y="0"/>
            <a:chExt cx="9149510" cy="91495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9510" cy="9149510"/>
            </a:xfrm>
            <a:custGeom>
              <a:avLst/>
              <a:gdLst/>
              <a:ahLst/>
              <a:cxnLst/>
              <a:rect r="r" b="b" t="t" l="l"/>
              <a:pathLst>
                <a:path h="9149510" w="9149510">
                  <a:moveTo>
                    <a:pt x="0" y="0"/>
                  </a:moveTo>
                  <a:lnTo>
                    <a:pt x="9149510" y="0"/>
                  </a:lnTo>
                  <a:lnTo>
                    <a:pt x="9149510" y="9149510"/>
                  </a:lnTo>
                  <a:lnTo>
                    <a:pt x="0" y="9149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341154" y="287255"/>
              <a:ext cx="444643" cy="430091"/>
            </a:xfrm>
            <a:custGeom>
              <a:avLst/>
              <a:gdLst/>
              <a:ahLst/>
              <a:cxnLst/>
              <a:rect r="r" b="b" t="t" l="l"/>
              <a:pathLst>
                <a:path h="430091" w="444643">
                  <a:moveTo>
                    <a:pt x="0" y="0"/>
                  </a:moveTo>
                  <a:lnTo>
                    <a:pt x="444644" y="0"/>
                  </a:lnTo>
                  <a:lnTo>
                    <a:pt x="444644" y="430092"/>
                  </a:lnTo>
                  <a:lnTo>
                    <a:pt x="0" y="43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512800" y="991021"/>
            <a:ext cx="6862132" cy="6862132"/>
            <a:chOff x="0" y="0"/>
            <a:chExt cx="9149510" cy="91495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9510" cy="9149510"/>
            </a:xfrm>
            <a:custGeom>
              <a:avLst/>
              <a:gdLst/>
              <a:ahLst/>
              <a:cxnLst/>
              <a:rect r="r" b="b" t="t" l="l"/>
              <a:pathLst>
                <a:path h="9149510" w="9149510">
                  <a:moveTo>
                    <a:pt x="0" y="0"/>
                  </a:moveTo>
                  <a:lnTo>
                    <a:pt x="9149510" y="0"/>
                  </a:lnTo>
                  <a:lnTo>
                    <a:pt x="9149510" y="9149510"/>
                  </a:lnTo>
                  <a:lnTo>
                    <a:pt x="0" y="9149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8341154" y="287255"/>
              <a:ext cx="444643" cy="430091"/>
            </a:xfrm>
            <a:custGeom>
              <a:avLst/>
              <a:gdLst/>
              <a:ahLst/>
              <a:cxnLst/>
              <a:rect r="r" b="b" t="t" l="l"/>
              <a:pathLst>
                <a:path h="430091" w="444643">
                  <a:moveTo>
                    <a:pt x="0" y="0"/>
                  </a:moveTo>
                  <a:lnTo>
                    <a:pt x="444644" y="0"/>
                  </a:lnTo>
                  <a:lnTo>
                    <a:pt x="444644" y="430092"/>
                  </a:lnTo>
                  <a:lnTo>
                    <a:pt x="0" y="43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65200" y="1143421"/>
            <a:ext cx="6862132" cy="6862132"/>
            <a:chOff x="0" y="0"/>
            <a:chExt cx="9149510" cy="91495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9510" cy="9149510"/>
            </a:xfrm>
            <a:custGeom>
              <a:avLst/>
              <a:gdLst/>
              <a:ahLst/>
              <a:cxnLst/>
              <a:rect r="r" b="b" t="t" l="l"/>
              <a:pathLst>
                <a:path h="9149510" w="9149510">
                  <a:moveTo>
                    <a:pt x="0" y="0"/>
                  </a:moveTo>
                  <a:lnTo>
                    <a:pt x="9149510" y="0"/>
                  </a:lnTo>
                  <a:lnTo>
                    <a:pt x="9149510" y="9149510"/>
                  </a:lnTo>
                  <a:lnTo>
                    <a:pt x="0" y="9149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341154" y="287255"/>
              <a:ext cx="444643" cy="430091"/>
            </a:xfrm>
            <a:custGeom>
              <a:avLst/>
              <a:gdLst/>
              <a:ahLst/>
              <a:cxnLst/>
              <a:rect r="r" b="b" t="t" l="l"/>
              <a:pathLst>
                <a:path h="430091" w="444643">
                  <a:moveTo>
                    <a:pt x="0" y="0"/>
                  </a:moveTo>
                  <a:lnTo>
                    <a:pt x="444644" y="0"/>
                  </a:lnTo>
                  <a:lnTo>
                    <a:pt x="444644" y="430092"/>
                  </a:lnTo>
                  <a:lnTo>
                    <a:pt x="0" y="43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17600" y="1295821"/>
            <a:ext cx="6862132" cy="6862132"/>
            <a:chOff x="0" y="0"/>
            <a:chExt cx="9149510" cy="91495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9510" cy="9149510"/>
            </a:xfrm>
            <a:custGeom>
              <a:avLst/>
              <a:gdLst/>
              <a:ahLst/>
              <a:cxnLst/>
              <a:rect r="r" b="b" t="t" l="l"/>
              <a:pathLst>
                <a:path h="9149510" w="9149510">
                  <a:moveTo>
                    <a:pt x="0" y="0"/>
                  </a:moveTo>
                  <a:lnTo>
                    <a:pt x="9149510" y="0"/>
                  </a:lnTo>
                  <a:lnTo>
                    <a:pt x="9149510" y="9149510"/>
                  </a:lnTo>
                  <a:lnTo>
                    <a:pt x="0" y="9149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8341154" y="287255"/>
              <a:ext cx="444643" cy="430091"/>
            </a:xfrm>
            <a:custGeom>
              <a:avLst/>
              <a:gdLst/>
              <a:ahLst/>
              <a:cxnLst/>
              <a:rect r="r" b="b" t="t" l="l"/>
              <a:pathLst>
                <a:path h="430091" w="444643">
                  <a:moveTo>
                    <a:pt x="0" y="0"/>
                  </a:moveTo>
                  <a:lnTo>
                    <a:pt x="444644" y="0"/>
                  </a:lnTo>
                  <a:lnTo>
                    <a:pt x="444644" y="430092"/>
                  </a:lnTo>
                  <a:lnTo>
                    <a:pt x="0" y="43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34895" y="1476375"/>
            <a:ext cx="6326630" cy="284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Prueba de conocimientos previos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9052698"/>
            <a:ext cx="18288000" cy="1234302"/>
            <a:chOff x="0" y="0"/>
            <a:chExt cx="4816593" cy="325084"/>
          </a:xfrm>
        </p:grpSpPr>
        <p:sp>
          <p:nvSpPr>
            <p:cNvPr name="Freeform 16" id="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816592" cy="325084"/>
            </a:xfrm>
            <a:custGeom>
              <a:avLst/>
              <a:gdLst/>
              <a:ahLst/>
              <a:cxnLst/>
              <a:rect r="r" b="b" t="t" l="l"/>
              <a:pathLst>
                <a:path h="32508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5084"/>
                  </a:lnTo>
                  <a:lnTo>
                    <a:pt x="0" y="325084"/>
                  </a:lnTo>
                  <a:close/>
                </a:path>
              </a:pathLst>
            </a:custGeom>
            <a:solidFill>
              <a:srgbClr val="CCCCCC"/>
            </a:solidFill>
            <a:ln w="95250" cap="sq">
              <a:solidFill>
                <a:srgbClr val="CCCCCC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816593" cy="3631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37414" y="9267586"/>
            <a:ext cx="804526" cy="804526"/>
            <a:chOff x="0" y="0"/>
            <a:chExt cx="1072702" cy="107270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2702" cy="1072702"/>
            </a:xfrm>
            <a:custGeom>
              <a:avLst/>
              <a:gdLst/>
              <a:ahLst/>
              <a:cxnLst/>
              <a:rect r="r" b="b" t="t" l="l"/>
              <a:pathLst>
                <a:path h="1072702" w="1072702">
                  <a:moveTo>
                    <a:pt x="0" y="0"/>
                  </a:moveTo>
                  <a:lnTo>
                    <a:pt x="1072702" y="0"/>
                  </a:lnTo>
                  <a:lnTo>
                    <a:pt x="1072702" y="1072702"/>
                  </a:lnTo>
                  <a:lnTo>
                    <a:pt x="0" y="1072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58445" y="150016"/>
              <a:ext cx="755811" cy="772669"/>
            </a:xfrm>
            <a:custGeom>
              <a:avLst/>
              <a:gdLst/>
              <a:ahLst/>
              <a:cxnLst/>
              <a:rect r="r" b="b" t="t" l="l"/>
              <a:pathLst>
                <a:path h="772669" w="755811">
                  <a:moveTo>
                    <a:pt x="0" y="0"/>
                  </a:moveTo>
                  <a:lnTo>
                    <a:pt x="755811" y="0"/>
                  </a:lnTo>
                  <a:lnTo>
                    <a:pt x="755811" y="772670"/>
                  </a:lnTo>
                  <a:lnTo>
                    <a:pt x="0" y="772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1" id="21" descr="a pixelated image of a printer"/>
          <p:cNvSpPr/>
          <p:nvPr/>
        </p:nvSpPr>
        <p:spPr>
          <a:xfrm flipH="false" flipV="false" rot="0">
            <a:off x="1423082" y="9291263"/>
            <a:ext cx="807064" cy="757173"/>
          </a:xfrm>
          <a:custGeom>
            <a:avLst/>
            <a:gdLst/>
            <a:ahLst/>
            <a:cxnLst/>
            <a:rect r="r" b="b" t="t" l="l"/>
            <a:pathLst>
              <a:path h="757173" w="807064">
                <a:moveTo>
                  <a:pt x="0" y="0"/>
                </a:moveTo>
                <a:lnTo>
                  <a:pt x="807064" y="0"/>
                </a:lnTo>
                <a:lnTo>
                  <a:pt x="807064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 descr="a pixelated notepad"/>
          <p:cNvSpPr/>
          <p:nvPr/>
        </p:nvSpPr>
        <p:spPr>
          <a:xfrm flipH="false" flipV="false" rot="0">
            <a:off x="2395752" y="9327294"/>
            <a:ext cx="662689" cy="685111"/>
          </a:xfrm>
          <a:custGeom>
            <a:avLst/>
            <a:gdLst/>
            <a:ahLst/>
            <a:cxnLst/>
            <a:rect r="r" b="b" t="t" l="l"/>
            <a:pathLst>
              <a:path h="685111" w="662689">
                <a:moveTo>
                  <a:pt x="0" y="0"/>
                </a:moveTo>
                <a:lnTo>
                  <a:pt x="662688" y="0"/>
                </a:lnTo>
                <a:lnTo>
                  <a:pt x="662688" y="685110"/>
                </a:lnTo>
                <a:lnTo>
                  <a:pt x="0" y="6851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 descr="an image of the earth in a pixel art style"/>
          <p:cNvSpPr/>
          <p:nvPr/>
        </p:nvSpPr>
        <p:spPr>
          <a:xfrm flipH="false" flipV="false" rot="0">
            <a:off x="4062279" y="9335724"/>
            <a:ext cx="668249" cy="668249"/>
          </a:xfrm>
          <a:custGeom>
            <a:avLst/>
            <a:gdLst/>
            <a:ahLst/>
            <a:cxnLst/>
            <a:rect r="r" b="b" t="t" l="l"/>
            <a:pathLst>
              <a:path h="668249" w="668249">
                <a:moveTo>
                  <a:pt x="0" y="0"/>
                </a:moveTo>
                <a:lnTo>
                  <a:pt x="668250" y="0"/>
                </a:lnTo>
                <a:lnTo>
                  <a:pt x="668250" y="668250"/>
                </a:lnTo>
                <a:lnTo>
                  <a:pt x="0" y="668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 descr="a pixelated image of a dice"/>
          <p:cNvSpPr/>
          <p:nvPr/>
        </p:nvSpPr>
        <p:spPr>
          <a:xfrm flipH="false" flipV="false" rot="0">
            <a:off x="3224046" y="9309278"/>
            <a:ext cx="672629" cy="721142"/>
          </a:xfrm>
          <a:custGeom>
            <a:avLst/>
            <a:gdLst/>
            <a:ahLst/>
            <a:cxnLst/>
            <a:rect r="r" b="b" t="t" l="l"/>
            <a:pathLst>
              <a:path h="721142" w="672629">
                <a:moveTo>
                  <a:pt x="0" y="0"/>
                </a:moveTo>
                <a:lnTo>
                  <a:pt x="672628" y="0"/>
                </a:lnTo>
                <a:lnTo>
                  <a:pt x="672628" y="721142"/>
                </a:lnTo>
                <a:lnTo>
                  <a:pt x="0" y="72114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 descr="pixelated newspaper"/>
          <p:cNvSpPr/>
          <p:nvPr/>
        </p:nvSpPr>
        <p:spPr>
          <a:xfrm flipH="false" flipV="false" rot="0">
            <a:off x="4877084" y="9291263"/>
            <a:ext cx="905315" cy="757173"/>
          </a:xfrm>
          <a:custGeom>
            <a:avLst/>
            <a:gdLst/>
            <a:ahLst/>
            <a:cxnLst/>
            <a:rect r="r" b="b" t="t" l="l"/>
            <a:pathLst>
              <a:path h="757173" w="905315">
                <a:moveTo>
                  <a:pt x="0" y="0"/>
                </a:moveTo>
                <a:lnTo>
                  <a:pt x="905315" y="0"/>
                </a:lnTo>
                <a:lnTo>
                  <a:pt x="905315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5109868" y="9297158"/>
            <a:ext cx="2801811" cy="712035"/>
            <a:chOff x="0" y="0"/>
            <a:chExt cx="737925" cy="187532"/>
          </a:xfrm>
        </p:grpSpPr>
        <p:sp>
          <p:nvSpPr>
            <p:cNvPr name="Freeform 27" id="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737925" cy="187532"/>
            </a:xfrm>
            <a:custGeom>
              <a:avLst/>
              <a:gdLst/>
              <a:ahLst/>
              <a:cxnLst/>
              <a:rect r="r" b="b" t="t" l="l"/>
              <a:pathLst>
                <a:path h="187532" w="737925">
                  <a:moveTo>
                    <a:pt x="0" y="0"/>
                  </a:moveTo>
                  <a:lnTo>
                    <a:pt x="737925" y="0"/>
                  </a:lnTo>
                  <a:lnTo>
                    <a:pt x="737925" y="187532"/>
                  </a:lnTo>
                  <a:lnTo>
                    <a:pt x="0" y="187532"/>
                  </a:lnTo>
                  <a:close/>
                </a:path>
              </a:pathLst>
            </a:custGeom>
            <a:solidFill>
              <a:srgbClr val="CCCC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737925" cy="254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 u="sng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  <a:hlinkClick r:id="rId20" action="ppaction://hlinksldjump"/>
                </a:rPr>
                <a:t>Back to Agenda Page</a:t>
              </a:r>
            </a:p>
          </p:txBody>
        </p:sp>
      </p:grpSp>
      <p:sp>
        <p:nvSpPr>
          <p:cNvPr name="Freeform 29" id="29" descr="cursor"/>
          <p:cNvSpPr/>
          <p:nvPr/>
        </p:nvSpPr>
        <p:spPr>
          <a:xfrm flipH="false" flipV="false" rot="0">
            <a:off x="6384827" y="3149369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5" y="0"/>
                </a:lnTo>
                <a:lnTo>
                  <a:pt x="484735" y="825401"/>
                </a:lnTo>
                <a:lnTo>
                  <a:pt x="0" y="82540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 descr="a speech bubble"/>
          <p:cNvSpPr/>
          <p:nvPr/>
        </p:nvSpPr>
        <p:spPr>
          <a:xfrm flipH="false" flipV="false" rot="0">
            <a:off x="12723252" y="2903537"/>
            <a:ext cx="746029" cy="724326"/>
          </a:xfrm>
          <a:custGeom>
            <a:avLst/>
            <a:gdLst/>
            <a:ahLst/>
            <a:cxnLst/>
            <a:rect r="r" b="b" t="t" l="l"/>
            <a:pathLst>
              <a:path h="724326" w="746029">
                <a:moveTo>
                  <a:pt x="0" y="0"/>
                </a:moveTo>
                <a:lnTo>
                  <a:pt x="746028" y="0"/>
                </a:lnTo>
                <a:lnTo>
                  <a:pt x="746028" y="724326"/>
                </a:lnTo>
                <a:lnTo>
                  <a:pt x="0" y="72432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1101644" y="3642333"/>
            <a:ext cx="3989244" cy="39892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052698"/>
            <a:ext cx="18288000" cy="1234302"/>
            <a:chOff x="0" y="0"/>
            <a:chExt cx="4816593" cy="325084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816592" cy="325084"/>
            </a:xfrm>
            <a:custGeom>
              <a:avLst/>
              <a:gdLst/>
              <a:ahLst/>
              <a:cxnLst/>
              <a:rect r="r" b="b" t="t" l="l"/>
              <a:pathLst>
                <a:path h="32508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5084"/>
                  </a:lnTo>
                  <a:lnTo>
                    <a:pt x="0" y="325084"/>
                  </a:lnTo>
                  <a:close/>
                </a:path>
              </a:pathLst>
            </a:custGeom>
            <a:solidFill>
              <a:srgbClr val="CCCCCC"/>
            </a:solidFill>
            <a:ln w="95250" cap="sq">
              <a:solidFill>
                <a:srgbClr val="CCCCC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631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7414" y="9267586"/>
            <a:ext cx="804526" cy="804526"/>
            <a:chOff x="0" y="0"/>
            <a:chExt cx="1072702" cy="10727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2702" cy="1072702"/>
            </a:xfrm>
            <a:custGeom>
              <a:avLst/>
              <a:gdLst/>
              <a:ahLst/>
              <a:cxnLst/>
              <a:rect r="r" b="b" t="t" l="l"/>
              <a:pathLst>
                <a:path h="1072702" w="1072702">
                  <a:moveTo>
                    <a:pt x="0" y="0"/>
                  </a:moveTo>
                  <a:lnTo>
                    <a:pt x="1072702" y="0"/>
                  </a:lnTo>
                  <a:lnTo>
                    <a:pt x="1072702" y="1072702"/>
                  </a:lnTo>
                  <a:lnTo>
                    <a:pt x="0" y="1072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58445" y="150016"/>
              <a:ext cx="755811" cy="772669"/>
            </a:xfrm>
            <a:custGeom>
              <a:avLst/>
              <a:gdLst/>
              <a:ahLst/>
              <a:cxnLst/>
              <a:rect r="r" b="b" t="t" l="l"/>
              <a:pathLst>
                <a:path h="772669" w="755811">
                  <a:moveTo>
                    <a:pt x="0" y="0"/>
                  </a:moveTo>
                  <a:lnTo>
                    <a:pt x="755811" y="0"/>
                  </a:lnTo>
                  <a:lnTo>
                    <a:pt x="755811" y="772670"/>
                  </a:lnTo>
                  <a:lnTo>
                    <a:pt x="0" y="772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 descr="a pixelated image of a printer"/>
          <p:cNvSpPr/>
          <p:nvPr/>
        </p:nvSpPr>
        <p:spPr>
          <a:xfrm flipH="false" flipV="false" rot="0">
            <a:off x="1423082" y="9291263"/>
            <a:ext cx="807064" cy="757173"/>
          </a:xfrm>
          <a:custGeom>
            <a:avLst/>
            <a:gdLst/>
            <a:ahLst/>
            <a:cxnLst/>
            <a:rect r="r" b="b" t="t" l="l"/>
            <a:pathLst>
              <a:path h="757173" w="807064">
                <a:moveTo>
                  <a:pt x="0" y="0"/>
                </a:moveTo>
                <a:lnTo>
                  <a:pt x="807064" y="0"/>
                </a:lnTo>
                <a:lnTo>
                  <a:pt x="807064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 descr="a pixelated notepad"/>
          <p:cNvSpPr/>
          <p:nvPr/>
        </p:nvSpPr>
        <p:spPr>
          <a:xfrm flipH="false" flipV="false" rot="0">
            <a:off x="2395752" y="9327294"/>
            <a:ext cx="662689" cy="685111"/>
          </a:xfrm>
          <a:custGeom>
            <a:avLst/>
            <a:gdLst/>
            <a:ahLst/>
            <a:cxnLst/>
            <a:rect r="r" b="b" t="t" l="l"/>
            <a:pathLst>
              <a:path h="685111" w="662689">
                <a:moveTo>
                  <a:pt x="0" y="0"/>
                </a:moveTo>
                <a:lnTo>
                  <a:pt x="662688" y="0"/>
                </a:lnTo>
                <a:lnTo>
                  <a:pt x="662688" y="685110"/>
                </a:lnTo>
                <a:lnTo>
                  <a:pt x="0" y="685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 descr="an image of the earth in a pixel art style"/>
          <p:cNvSpPr/>
          <p:nvPr/>
        </p:nvSpPr>
        <p:spPr>
          <a:xfrm flipH="false" flipV="false" rot="0">
            <a:off x="4062279" y="9335724"/>
            <a:ext cx="668249" cy="668249"/>
          </a:xfrm>
          <a:custGeom>
            <a:avLst/>
            <a:gdLst/>
            <a:ahLst/>
            <a:cxnLst/>
            <a:rect r="r" b="b" t="t" l="l"/>
            <a:pathLst>
              <a:path h="668249" w="668249">
                <a:moveTo>
                  <a:pt x="0" y="0"/>
                </a:moveTo>
                <a:lnTo>
                  <a:pt x="668250" y="0"/>
                </a:lnTo>
                <a:lnTo>
                  <a:pt x="668250" y="668250"/>
                </a:lnTo>
                <a:lnTo>
                  <a:pt x="0" y="668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 descr="a pixelated image of a dice"/>
          <p:cNvSpPr/>
          <p:nvPr/>
        </p:nvSpPr>
        <p:spPr>
          <a:xfrm flipH="false" flipV="false" rot="0">
            <a:off x="3224046" y="9309278"/>
            <a:ext cx="672629" cy="721142"/>
          </a:xfrm>
          <a:custGeom>
            <a:avLst/>
            <a:gdLst/>
            <a:ahLst/>
            <a:cxnLst/>
            <a:rect r="r" b="b" t="t" l="l"/>
            <a:pathLst>
              <a:path h="721142" w="672629">
                <a:moveTo>
                  <a:pt x="0" y="0"/>
                </a:moveTo>
                <a:lnTo>
                  <a:pt x="672628" y="0"/>
                </a:lnTo>
                <a:lnTo>
                  <a:pt x="672628" y="721142"/>
                </a:lnTo>
                <a:lnTo>
                  <a:pt x="0" y="721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 descr="pixelated newspaper"/>
          <p:cNvSpPr/>
          <p:nvPr/>
        </p:nvSpPr>
        <p:spPr>
          <a:xfrm flipH="false" flipV="false" rot="0">
            <a:off x="4877084" y="9291263"/>
            <a:ext cx="905315" cy="757173"/>
          </a:xfrm>
          <a:custGeom>
            <a:avLst/>
            <a:gdLst/>
            <a:ahLst/>
            <a:cxnLst/>
            <a:rect r="r" b="b" t="t" l="l"/>
            <a:pathLst>
              <a:path h="757173" w="905315">
                <a:moveTo>
                  <a:pt x="0" y="0"/>
                </a:moveTo>
                <a:lnTo>
                  <a:pt x="905315" y="0"/>
                </a:lnTo>
                <a:lnTo>
                  <a:pt x="905315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 descr="cursor"/>
          <p:cNvSpPr/>
          <p:nvPr/>
        </p:nvSpPr>
        <p:spPr>
          <a:xfrm flipH="false" flipV="false" rot="0">
            <a:off x="6384158" y="4673965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6" y="0"/>
                </a:lnTo>
                <a:lnTo>
                  <a:pt x="484736" y="825400"/>
                </a:lnTo>
                <a:lnTo>
                  <a:pt x="0" y="82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 descr="pixel old tech window"/>
          <p:cNvSpPr/>
          <p:nvPr/>
        </p:nvSpPr>
        <p:spPr>
          <a:xfrm flipH="false" flipV="false" rot="0">
            <a:off x="8822790" y="1028700"/>
            <a:ext cx="7290529" cy="7290529"/>
          </a:xfrm>
          <a:custGeom>
            <a:avLst/>
            <a:gdLst/>
            <a:ahLst/>
            <a:cxnLst/>
            <a:rect r="r" b="b" t="t" l="l"/>
            <a:pathLst>
              <a:path h="7290529" w="7290529">
                <a:moveTo>
                  <a:pt x="0" y="0"/>
                </a:moveTo>
                <a:lnTo>
                  <a:pt x="7290529" y="0"/>
                </a:lnTo>
                <a:lnTo>
                  <a:pt x="7290529" y="7290529"/>
                </a:lnTo>
                <a:lnTo>
                  <a:pt x="0" y="729052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109868" y="9297158"/>
            <a:ext cx="2801811" cy="712035"/>
            <a:chOff x="0" y="0"/>
            <a:chExt cx="737925" cy="187532"/>
          </a:xfrm>
        </p:grpSpPr>
        <p:sp>
          <p:nvSpPr>
            <p:cNvPr name="Freeform 16" id="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737925" cy="187532"/>
            </a:xfrm>
            <a:custGeom>
              <a:avLst/>
              <a:gdLst/>
              <a:ahLst/>
              <a:cxnLst/>
              <a:rect r="r" b="b" t="t" l="l"/>
              <a:pathLst>
                <a:path h="187532" w="737925">
                  <a:moveTo>
                    <a:pt x="0" y="0"/>
                  </a:moveTo>
                  <a:lnTo>
                    <a:pt x="737925" y="0"/>
                  </a:lnTo>
                  <a:lnTo>
                    <a:pt x="737925" y="187532"/>
                  </a:lnTo>
                  <a:lnTo>
                    <a:pt x="0" y="187532"/>
                  </a:lnTo>
                  <a:close/>
                </a:path>
              </a:pathLst>
            </a:custGeom>
            <a:solidFill>
              <a:srgbClr val="CCCC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737925" cy="254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 u="sng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  <a:hlinkClick r:id="rId20" action="ppaction://hlinksldjump"/>
                </a:rPr>
                <a:t>Back to Agenda Page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23082" y="2803890"/>
            <a:ext cx="5719708" cy="195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Disponibilidad de horarios</a:t>
            </a:r>
          </a:p>
        </p:txBody>
      </p:sp>
      <p:sp>
        <p:nvSpPr>
          <p:cNvPr name="Freeform 19" id="19" descr="pixelated magnifying glass"/>
          <p:cNvSpPr/>
          <p:nvPr/>
        </p:nvSpPr>
        <p:spPr>
          <a:xfrm flipH="false" flipV="false" rot="0">
            <a:off x="11737400" y="2314515"/>
            <a:ext cx="997799" cy="997799"/>
          </a:xfrm>
          <a:custGeom>
            <a:avLst/>
            <a:gdLst/>
            <a:ahLst/>
            <a:cxnLst/>
            <a:rect r="r" b="b" t="t" l="l"/>
            <a:pathLst>
              <a:path h="997799" w="997799">
                <a:moveTo>
                  <a:pt x="0" y="0"/>
                </a:moveTo>
                <a:lnTo>
                  <a:pt x="997799" y="0"/>
                </a:lnTo>
                <a:lnTo>
                  <a:pt x="997799" y="997799"/>
                </a:lnTo>
                <a:lnTo>
                  <a:pt x="0" y="99779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0136641" y="3167951"/>
            <a:ext cx="4662828" cy="4662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7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60400" y="838621"/>
            <a:ext cx="6862132" cy="6862132"/>
            <a:chOff x="0" y="0"/>
            <a:chExt cx="9149510" cy="91495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9510" cy="9149510"/>
            </a:xfrm>
            <a:custGeom>
              <a:avLst/>
              <a:gdLst/>
              <a:ahLst/>
              <a:cxnLst/>
              <a:rect r="r" b="b" t="t" l="l"/>
              <a:pathLst>
                <a:path h="9149510" w="9149510">
                  <a:moveTo>
                    <a:pt x="0" y="0"/>
                  </a:moveTo>
                  <a:lnTo>
                    <a:pt x="9149510" y="0"/>
                  </a:lnTo>
                  <a:lnTo>
                    <a:pt x="9149510" y="9149510"/>
                  </a:lnTo>
                  <a:lnTo>
                    <a:pt x="0" y="9149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341154" y="287255"/>
              <a:ext cx="444643" cy="430091"/>
            </a:xfrm>
            <a:custGeom>
              <a:avLst/>
              <a:gdLst/>
              <a:ahLst/>
              <a:cxnLst/>
              <a:rect r="r" b="b" t="t" l="l"/>
              <a:pathLst>
                <a:path h="430091" w="444643">
                  <a:moveTo>
                    <a:pt x="0" y="0"/>
                  </a:moveTo>
                  <a:lnTo>
                    <a:pt x="444644" y="0"/>
                  </a:lnTo>
                  <a:lnTo>
                    <a:pt x="444644" y="430092"/>
                  </a:lnTo>
                  <a:lnTo>
                    <a:pt x="0" y="43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512800" y="991021"/>
            <a:ext cx="6862132" cy="6862132"/>
            <a:chOff x="0" y="0"/>
            <a:chExt cx="9149510" cy="91495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9510" cy="9149510"/>
            </a:xfrm>
            <a:custGeom>
              <a:avLst/>
              <a:gdLst/>
              <a:ahLst/>
              <a:cxnLst/>
              <a:rect r="r" b="b" t="t" l="l"/>
              <a:pathLst>
                <a:path h="9149510" w="9149510">
                  <a:moveTo>
                    <a:pt x="0" y="0"/>
                  </a:moveTo>
                  <a:lnTo>
                    <a:pt x="9149510" y="0"/>
                  </a:lnTo>
                  <a:lnTo>
                    <a:pt x="9149510" y="9149510"/>
                  </a:lnTo>
                  <a:lnTo>
                    <a:pt x="0" y="9149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8341154" y="287255"/>
              <a:ext cx="444643" cy="430091"/>
            </a:xfrm>
            <a:custGeom>
              <a:avLst/>
              <a:gdLst/>
              <a:ahLst/>
              <a:cxnLst/>
              <a:rect r="r" b="b" t="t" l="l"/>
              <a:pathLst>
                <a:path h="430091" w="444643">
                  <a:moveTo>
                    <a:pt x="0" y="0"/>
                  </a:moveTo>
                  <a:lnTo>
                    <a:pt x="444644" y="0"/>
                  </a:lnTo>
                  <a:lnTo>
                    <a:pt x="444644" y="430092"/>
                  </a:lnTo>
                  <a:lnTo>
                    <a:pt x="0" y="43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65200" y="1143421"/>
            <a:ext cx="6862132" cy="6862132"/>
            <a:chOff x="0" y="0"/>
            <a:chExt cx="9149510" cy="91495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9510" cy="9149510"/>
            </a:xfrm>
            <a:custGeom>
              <a:avLst/>
              <a:gdLst/>
              <a:ahLst/>
              <a:cxnLst/>
              <a:rect r="r" b="b" t="t" l="l"/>
              <a:pathLst>
                <a:path h="9149510" w="9149510">
                  <a:moveTo>
                    <a:pt x="0" y="0"/>
                  </a:moveTo>
                  <a:lnTo>
                    <a:pt x="9149510" y="0"/>
                  </a:lnTo>
                  <a:lnTo>
                    <a:pt x="9149510" y="9149510"/>
                  </a:lnTo>
                  <a:lnTo>
                    <a:pt x="0" y="9149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341154" y="287255"/>
              <a:ext cx="444643" cy="430091"/>
            </a:xfrm>
            <a:custGeom>
              <a:avLst/>
              <a:gdLst/>
              <a:ahLst/>
              <a:cxnLst/>
              <a:rect r="r" b="b" t="t" l="l"/>
              <a:pathLst>
                <a:path h="430091" w="444643">
                  <a:moveTo>
                    <a:pt x="0" y="0"/>
                  </a:moveTo>
                  <a:lnTo>
                    <a:pt x="444644" y="0"/>
                  </a:lnTo>
                  <a:lnTo>
                    <a:pt x="444644" y="430092"/>
                  </a:lnTo>
                  <a:lnTo>
                    <a:pt x="0" y="43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17600" y="1295821"/>
            <a:ext cx="6862132" cy="6862132"/>
            <a:chOff x="0" y="0"/>
            <a:chExt cx="9149510" cy="91495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9510" cy="9149510"/>
            </a:xfrm>
            <a:custGeom>
              <a:avLst/>
              <a:gdLst/>
              <a:ahLst/>
              <a:cxnLst/>
              <a:rect r="r" b="b" t="t" l="l"/>
              <a:pathLst>
                <a:path h="9149510" w="9149510">
                  <a:moveTo>
                    <a:pt x="0" y="0"/>
                  </a:moveTo>
                  <a:lnTo>
                    <a:pt x="9149510" y="0"/>
                  </a:lnTo>
                  <a:lnTo>
                    <a:pt x="9149510" y="9149510"/>
                  </a:lnTo>
                  <a:lnTo>
                    <a:pt x="0" y="9149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8341154" y="287255"/>
              <a:ext cx="444643" cy="430091"/>
            </a:xfrm>
            <a:custGeom>
              <a:avLst/>
              <a:gdLst/>
              <a:ahLst/>
              <a:cxnLst/>
              <a:rect r="r" b="b" t="t" l="l"/>
              <a:pathLst>
                <a:path h="430091" w="444643">
                  <a:moveTo>
                    <a:pt x="0" y="0"/>
                  </a:moveTo>
                  <a:lnTo>
                    <a:pt x="444644" y="0"/>
                  </a:lnTo>
                  <a:lnTo>
                    <a:pt x="444644" y="430092"/>
                  </a:lnTo>
                  <a:lnTo>
                    <a:pt x="0" y="43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34895" y="1476375"/>
            <a:ext cx="6326630" cy="195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Prueba de diagnóstico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9052698"/>
            <a:ext cx="18288000" cy="1234302"/>
            <a:chOff x="0" y="0"/>
            <a:chExt cx="4816593" cy="325084"/>
          </a:xfrm>
        </p:grpSpPr>
        <p:sp>
          <p:nvSpPr>
            <p:cNvPr name="Freeform 16" id="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816592" cy="325084"/>
            </a:xfrm>
            <a:custGeom>
              <a:avLst/>
              <a:gdLst/>
              <a:ahLst/>
              <a:cxnLst/>
              <a:rect r="r" b="b" t="t" l="l"/>
              <a:pathLst>
                <a:path h="32508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5084"/>
                  </a:lnTo>
                  <a:lnTo>
                    <a:pt x="0" y="325084"/>
                  </a:lnTo>
                  <a:close/>
                </a:path>
              </a:pathLst>
            </a:custGeom>
            <a:solidFill>
              <a:srgbClr val="CCCCCC"/>
            </a:solidFill>
            <a:ln w="95250" cap="sq">
              <a:solidFill>
                <a:srgbClr val="CCCCCC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816593" cy="3631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37414" y="9267586"/>
            <a:ext cx="804526" cy="804526"/>
            <a:chOff x="0" y="0"/>
            <a:chExt cx="1072702" cy="107270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2702" cy="1072702"/>
            </a:xfrm>
            <a:custGeom>
              <a:avLst/>
              <a:gdLst/>
              <a:ahLst/>
              <a:cxnLst/>
              <a:rect r="r" b="b" t="t" l="l"/>
              <a:pathLst>
                <a:path h="1072702" w="1072702">
                  <a:moveTo>
                    <a:pt x="0" y="0"/>
                  </a:moveTo>
                  <a:lnTo>
                    <a:pt x="1072702" y="0"/>
                  </a:lnTo>
                  <a:lnTo>
                    <a:pt x="1072702" y="1072702"/>
                  </a:lnTo>
                  <a:lnTo>
                    <a:pt x="0" y="1072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58445" y="150016"/>
              <a:ext cx="755811" cy="772669"/>
            </a:xfrm>
            <a:custGeom>
              <a:avLst/>
              <a:gdLst/>
              <a:ahLst/>
              <a:cxnLst/>
              <a:rect r="r" b="b" t="t" l="l"/>
              <a:pathLst>
                <a:path h="772669" w="755811">
                  <a:moveTo>
                    <a:pt x="0" y="0"/>
                  </a:moveTo>
                  <a:lnTo>
                    <a:pt x="755811" y="0"/>
                  </a:lnTo>
                  <a:lnTo>
                    <a:pt x="755811" y="772670"/>
                  </a:lnTo>
                  <a:lnTo>
                    <a:pt x="0" y="772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1" id="21" descr="a pixelated image of a printer"/>
          <p:cNvSpPr/>
          <p:nvPr/>
        </p:nvSpPr>
        <p:spPr>
          <a:xfrm flipH="false" flipV="false" rot="0">
            <a:off x="1423082" y="9291263"/>
            <a:ext cx="807064" cy="757173"/>
          </a:xfrm>
          <a:custGeom>
            <a:avLst/>
            <a:gdLst/>
            <a:ahLst/>
            <a:cxnLst/>
            <a:rect r="r" b="b" t="t" l="l"/>
            <a:pathLst>
              <a:path h="757173" w="807064">
                <a:moveTo>
                  <a:pt x="0" y="0"/>
                </a:moveTo>
                <a:lnTo>
                  <a:pt x="807064" y="0"/>
                </a:lnTo>
                <a:lnTo>
                  <a:pt x="807064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 descr="a pixelated notepad"/>
          <p:cNvSpPr/>
          <p:nvPr/>
        </p:nvSpPr>
        <p:spPr>
          <a:xfrm flipH="false" flipV="false" rot="0">
            <a:off x="2395752" y="9327294"/>
            <a:ext cx="662689" cy="685111"/>
          </a:xfrm>
          <a:custGeom>
            <a:avLst/>
            <a:gdLst/>
            <a:ahLst/>
            <a:cxnLst/>
            <a:rect r="r" b="b" t="t" l="l"/>
            <a:pathLst>
              <a:path h="685111" w="662689">
                <a:moveTo>
                  <a:pt x="0" y="0"/>
                </a:moveTo>
                <a:lnTo>
                  <a:pt x="662688" y="0"/>
                </a:lnTo>
                <a:lnTo>
                  <a:pt x="662688" y="685110"/>
                </a:lnTo>
                <a:lnTo>
                  <a:pt x="0" y="6851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 descr="an image of the earth in a pixel art style"/>
          <p:cNvSpPr/>
          <p:nvPr/>
        </p:nvSpPr>
        <p:spPr>
          <a:xfrm flipH="false" flipV="false" rot="0">
            <a:off x="4062279" y="9335724"/>
            <a:ext cx="668249" cy="668249"/>
          </a:xfrm>
          <a:custGeom>
            <a:avLst/>
            <a:gdLst/>
            <a:ahLst/>
            <a:cxnLst/>
            <a:rect r="r" b="b" t="t" l="l"/>
            <a:pathLst>
              <a:path h="668249" w="668249">
                <a:moveTo>
                  <a:pt x="0" y="0"/>
                </a:moveTo>
                <a:lnTo>
                  <a:pt x="668250" y="0"/>
                </a:lnTo>
                <a:lnTo>
                  <a:pt x="668250" y="668250"/>
                </a:lnTo>
                <a:lnTo>
                  <a:pt x="0" y="668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 descr="a pixelated image of a dice"/>
          <p:cNvSpPr/>
          <p:nvPr/>
        </p:nvSpPr>
        <p:spPr>
          <a:xfrm flipH="false" flipV="false" rot="0">
            <a:off x="3224046" y="9309278"/>
            <a:ext cx="672629" cy="721142"/>
          </a:xfrm>
          <a:custGeom>
            <a:avLst/>
            <a:gdLst/>
            <a:ahLst/>
            <a:cxnLst/>
            <a:rect r="r" b="b" t="t" l="l"/>
            <a:pathLst>
              <a:path h="721142" w="672629">
                <a:moveTo>
                  <a:pt x="0" y="0"/>
                </a:moveTo>
                <a:lnTo>
                  <a:pt x="672628" y="0"/>
                </a:lnTo>
                <a:lnTo>
                  <a:pt x="672628" y="721142"/>
                </a:lnTo>
                <a:lnTo>
                  <a:pt x="0" y="72114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 descr="pixelated newspaper"/>
          <p:cNvSpPr/>
          <p:nvPr/>
        </p:nvSpPr>
        <p:spPr>
          <a:xfrm flipH="false" flipV="false" rot="0">
            <a:off x="4877084" y="9291263"/>
            <a:ext cx="905315" cy="757173"/>
          </a:xfrm>
          <a:custGeom>
            <a:avLst/>
            <a:gdLst/>
            <a:ahLst/>
            <a:cxnLst/>
            <a:rect r="r" b="b" t="t" l="l"/>
            <a:pathLst>
              <a:path h="757173" w="905315">
                <a:moveTo>
                  <a:pt x="0" y="0"/>
                </a:moveTo>
                <a:lnTo>
                  <a:pt x="905315" y="0"/>
                </a:lnTo>
                <a:lnTo>
                  <a:pt x="905315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5109868" y="9297158"/>
            <a:ext cx="2801811" cy="712035"/>
            <a:chOff x="0" y="0"/>
            <a:chExt cx="737925" cy="187532"/>
          </a:xfrm>
        </p:grpSpPr>
        <p:sp>
          <p:nvSpPr>
            <p:cNvPr name="Freeform 27" id="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737925" cy="187532"/>
            </a:xfrm>
            <a:custGeom>
              <a:avLst/>
              <a:gdLst/>
              <a:ahLst/>
              <a:cxnLst/>
              <a:rect r="r" b="b" t="t" l="l"/>
              <a:pathLst>
                <a:path h="187532" w="737925">
                  <a:moveTo>
                    <a:pt x="0" y="0"/>
                  </a:moveTo>
                  <a:lnTo>
                    <a:pt x="737925" y="0"/>
                  </a:lnTo>
                  <a:lnTo>
                    <a:pt x="737925" y="187532"/>
                  </a:lnTo>
                  <a:lnTo>
                    <a:pt x="0" y="187532"/>
                  </a:lnTo>
                  <a:close/>
                </a:path>
              </a:pathLst>
            </a:custGeom>
            <a:solidFill>
              <a:srgbClr val="CCCC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737925" cy="254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 u="sng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  <a:hlinkClick r:id="rId20" action="ppaction://hlinksldjump"/>
                </a:rPr>
                <a:t>Back to Agenda Page</a:t>
              </a:r>
            </a:p>
          </p:txBody>
        </p:sp>
      </p:grpSp>
      <p:sp>
        <p:nvSpPr>
          <p:cNvPr name="Freeform 29" id="29" descr="cursor"/>
          <p:cNvSpPr/>
          <p:nvPr/>
        </p:nvSpPr>
        <p:spPr>
          <a:xfrm flipH="false" flipV="false" rot="0">
            <a:off x="6384827" y="3149369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5" y="0"/>
                </a:lnTo>
                <a:lnTo>
                  <a:pt x="484735" y="825401"/>
                </a:lnTo>
                <a:lnTo>
                  <a:pt x="0" y="82540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 descr="a speech bubble"/>
          <p:cNvSpPr/>
          <p:nvPr/>
        </p:nvSpPr>
        <p:spPr>
          <a:xfrm flipH="false" flipV="false" rot="0">
            <a:off x="12723252" y="2903537"/>
            <a:ext cx="746029" cy="724326"/>
          </a:xfrm>
          <a:custGeom>
            <a:avLst/>
            <a:gdLst/>
            <a:ahLst/>
            <a:cxnLst/>
            <a:rect r="r" b="b" t="t" l="l"/>
            <a:pathLst>
              <a:path h="724326" w="746029">
                <a:moveTo>
                  <a:pt x="0" y="0"/>
                </a:moveTo>
                <a:lnTo>
                  <a:pt x="746028" y="0"/>
                </a:lnTo>
                <a:lnTo>
                  <a:pt x="746028" y="724326"/>
                </a:lnTo>
                <a:lnTo>
                  <a:pt x="0" y="72432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1107154" y="3404385"/>
            <a:ext cx="4366597" cy="43665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old tech blank page"/>
          <p:cNvSpPr/>
          <p:nvPr/>
        </p:nvSpPr>
        <p:spPr>
          <a:xfrm flipH="false" flipV="false" rot="0">
            <a:off x="-1816736" y="-5817236"/>
            <a:ext cx="21921472" cy="21921472"/>
          </a:xfrm>
          <a:custGeom>
            <a:avLst/>
            <a:gdLst/>
            <a:ahLst/>
            <a:cxnLst/>
            <a:rect r="r" b="b" t="t" l="l"/>
            <a:pathLst>
              <a:path h="21921472" w="21921472">
                <a:moveTo>
                  <a:pt x="0" y="0"/>
                </a:moveTo>
                <a:lnTo>
                  <a:pt x="21921472" y="0"/>
                </a:lnTo>
                <a:lnTo>
                  <a:pt x="21921472" y="21921472"/>
                </a:lnTo>
                <a:lnTo>
                  <a:pt x="0" y="2192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36596" y="1839339"/>
            <a:ext cx="14235927" cy="6629441"/>
            <a:chOff x="0" y="0"/>
            <a:chExt cx="3749380" cy="1746026"/>
          </a:xfrm>
        </p:grpSpPr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749380" cy="1746026"/>
            </a:xfrm>
            <a:custGeom>
              <a:avLst/>
              <a:gdLst/>
              <a:ahLst/>
              <a:cxnLst/>
              <a:rect r="r" b="b" t="t" l="l"/>
              <a:pathLst>
                <a:path h="1746026" w="3749380">
                  <a:moveTo>
                    <a:pt x="0" y="0"/>
                  </a:moveTo>
                  <a:lnTo>
                    <a:pt x="3749380" y="0"/>
                  </a:lnTo>
                  <a:lnTo>
                    <a:pt x="3749380" y="1746026"/>
                  </a:lnTo>
                  <a:lnTo>
                    <a:pt x="0" y="1746026"/>
                  </a:lnTo>
                  <a:close/>
                </a:path>
              </a:pathLst>
            </a:custGeom>
            <a:solidFill>
              <a:srgbClr val="FEFF99"/>
            </a:solidFill>
            <a:ln w="95250" cap="sq">
              <a:solidFill>
                <a:srgbClr val="CCCCCC"/>
              </a:solidFill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49380" cy="1784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301375" y="0"/>
            <a:ext cx="20890750" cy="795781"/>
            <a:chOff x="0" y="0"/>
            <a:chExt cx="27854334" cy="106104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7854334" cy="1061041"/>
              <a:chOff x="0" y="0"/>
              <a:chExt cx="5502091" cy="20958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02091" cy="209588"/>
              </a:xfrm>
              <a:custGeom>
                <a:avLst/>
                <a:gdLst/>
                <a:ahLst/>
                <a:cxnLst/>
                <a:rect r="r" b="b" t="t" l="l"/>
                <a:pathLst>
                  <a:path h="209588" w="5502091">
                    <a:moveTo>
                      <a:pt x="0" y="0"/>
                    </a:moveTo>
                    <a:lnTo>
                      <a:pt x="5502091" y="0"/>
                    </a:lnTo>
                    <a:lnTo>
                      <a:pt x="5502091" y="209588"/>
                    </a:lnTo>
                    <a:lnTo>
                      <a:pt x="0" y="209588"/>
                    </a:lnTo>
                    <a:close/>
                  </a:path>
                </a:pathLst>
              </a:custGeom>
              <a:solidFill>
                <a:srgbClr val="1818B7"/>
              </a:solidFill>
              <a:ln w="95250" cap="sq">
                <a:solidFill>
                  <a:srgbClr val="1818B7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5502091" cy="266738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39275" y="269112"/>
              <a:ext cx="26975784" cy="513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99"/>
                </a:lnSpc>
              </a:pPr>
              <a:r>
                <a:rPr lang="en-US" sz="2499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Lectura del programa del curso - Lectura del programa del curso - Lectura del programa del curso - Lectura del programa del curso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301375" y="9491219"/>
            <a:ext cx="20890750" cy="795781"/>
            <a:chOff x="0" y="0"/>
            <a:chExt cx="27854334" cy="106104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7854334" cy="1061041"/>
              <a:chOff x="0" y="0"/>
              <a:chExt cx="5502091" cy="20958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502091" cy="209588"/>
              </a:xfrm>
              <a:custGeom>
                <a:avLst/>
                <a:gdLst/>
                <a:ahLst/>
                <a:cxnLst/>
                <a:rect r="r" b="b" t="t" l="l"/>
                <a:pathLst>
                  <a:path h="209588" w="5502091">
                    <a:moveTo>
                      <a:pt x="0" y="0"/>
                    </a:moveTo>
                    <a:lnTo>
                      <a:pt x="5502091" y="0"/>
                    </a:lnTo>
                    <a:lnTo>
                      <a:pt x="5502091" y="209588"/>
                    </a:lnTo>
                    <a:lnTo>
                      <a:pt x="0" y="209588"/>
                    </a:lnTo>
                    <a:close/>
                  </a:path>
                </a:pathLst>
              </a:custGeom>
              <a:solidFill>
                <a:srgbClr val="1818B7"/>
              </a:solidFill>
              <a:ln w="95250" cap="sq">
                <a:solidFill>
                  <a:srgbClr val="1818B7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5502091" cy="266738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39275" y="269112"/>
              <a:ext cx="26975784" cy="513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99"/>
                </a:lnSpc>
              </a:pPr>
              <a:r>
                <a:rPr lang="en-US" sz="2499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Lectura del programa del curso - Lectura del programa del curso - Lectura del programa del curso - Lectura del programa del curso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07747" y="7165798"/>
            <a:ext cx="2801811" cy="712035"/>
            <a:chOff x="0" y="0"/>
            <a:chExt cx="737925" cy="187532"/>
          </a:xfrm>
        </p:grpSpPr>
        <p:sp>
          <p:nvSpPr>
            <p:cNvPr name="Freeform 17" id="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737925" cy="187532"/>
            </a:xfrm>
            <a:custGeom>
              <a:avLst/>
              <a:gdLst/>
              <a:ahLst/>
              <a:cxnLst/>
              <a:rect r="r" b="b" t="t" l="l"/>
              <a:pathLst>
                <a:path h="187532" w="737925">
                  <a:moveTo>
                    <a:pt x="0" y="0"/>
                  </a:moveTo>
                  <a:lnTo>
                    <a:pt x="737925" y="0"/>
                  </a:lnTo>
                  <a:lnTo>
                    <a:pt x="737925" y="187532"/>
                  </a:lnTo>
                  <a:lnTo>
                    <a:pt x="0" y="187532"/>
                  </a:lnTo>
                  <a:close/>
                </a:path>
              </a:pathLst>
            </a:custGeom>
            <a:solidFill>
              <a:srgbClr val="CCCC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37925" cy="254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 u="sng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  <a:hlinkClick r:id="rId4" action="ppaction://hlinksldjump"/>
                </a:rPr>
                <a:t>Back to Agenda Page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600318" y="4759728"/>
            <a:ext cx="1658982" cy="4147456"/>
            <a:chOff x="0" y="0"/>
            <a:chExt cx="2211976" cy="552994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105988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105988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05988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105988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105988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284474" y="4613333"/>
              <a:ext cx="749016" cy="727227"/>
            </a:xfrm>
            <a:custGeom>
              <a:avLst/>
              <a:gdLst/>
              <a:ahLst/>
              <a:cxnLst/>
              <a:rect r="r" b="b" t="t" l="l"/>
              <a:pathLst>
                <a:path h="727227" w="749016">
                  <a:moveTo>
                    <a:pt x="0" y="0"/>
                  </a:moveTo>
                  <a:lnTo>
                    <a:pt x="749016" y="0"/>
                  </a:lnTo>
                  <a:lnTo>
                    <a:pt x="749016" y="727227"/>
                  </a:lnTo>
                  <a:lnTo>
                    <a:pt x="0" y="7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1" id="31" descr="cursor"/>
          <p:cNvSpPr/>
          <p:nvPr/>
        </p:nvSpPr>
        <p:spPr>
          <a:xfrm flipH="false" flipV="false" rot="3207690">
            <a:off x="6778520" y="8056080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5" y="0"/>
                </a:lnTo>
                <a:lnTo>
                  <a:pt x="484735" y="825401"/>
                </a:lnTo>
                <a:lnTo>
                  <a:pt x="0" y="825401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 descr="loading image"/>
          <p:cNvSpPr/>
          <p:nvPr/>
        </p:nvSpPr>
        <p:spPr>
          <a:xfrm flipH="false" flipV="false" rot="0">
            <a:off x="15235587" y="4383955"/>
            <a:ext cx="635693" cy="654740"/>
          </a:xfrm>
          <a:custGeom>
            <a:avLst/>
            <a:gdLst/>
            <a:ahLst/>
            <a:cxnLst/>
            <a:rect r="r" b="b" t="t" l="l"/>
            <a:pathLst>
              <a:path h="654740" w="635693">
                <a:moveTo>
                  <a:pt x="0" y="0"/>
                </a:moveTo>
                <a:lnTo>
                  <a:pt x="635692" y="0"/>
                </a:lnTo>
                <a:lnTo>
                  <a:pt x="635692" y="654740"/>
                </a:lnTo>
                <a:lnTo>
                  <a:pt x="0" y="65474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 descr="a pixelated text tool"/>
          <p:cNvSpPr/>
          <p:nvPr/>
        </p:nvSpPr>
        <p:spPr>
          <a:xfrm flipH="false" flipV="false" rot="0">
            <a:off x="2474728" y="2252104"/>
            <a:ext cx="798979" cy="798979"/>
          </a:xfrm>
          <a:custGeom>
            <a:avLst/>
            <a:gdLst/>
            <a:ahLst/>
            <a:cxnLst/>
            <a:rect r="r" b="b" t="t" l="l"/>
            <a:pathLst>
              <a:path h="798979" w="798979">
                <a:moveTo>
                  <a:pt x="0" y="0"/>
                </a:moveTo>
                <a:lnTo>
                  <a:pt x="798979" y="0"/>
                </a:lnTo>
                <a:lnTo>
                  <a:pt x="798979" y="798979"/>
                </a:lnTo>
                <a:lnTo>
                  <a:pt x="0" y="798979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5023547" y="3305175"/>
            <a:ext cx="8240907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8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Lectura del programa del curso</a:t>
            </a:r>
          </a:p>
        </p:txBody>
      </p:sp>
      <p:sp>
        <p:nvSpPr>
          <p:cNvPr name="Freeform 35" id="35" descr="progress bar"/>
          <p:cNvSpPr/>
          <p:nvPr/>
        </p:nvSpPr>
        <p:spPr>
          <a:xfrm flipH="false" flipV="false" rot="0">
            <a:off x="13344126" y="2353235"/>
            <a:ext cx="2527153" cy="473267"/>
          </a:xfrm>
          <a:custGeom>
            <a:avLst/>
            <a:gdLst/>
            <a:ahLst/>
            <a:cxnLst/>
            <a:rect r="r" b="b" t="t" l="l"/>
            <a:pathLst>
              <a:path h="473267" w="2527153">
                <a:moveTo>
                  <a:pt x="0" y="0"/>
                </a:moveTo>
                <a:lnTo>
                  <a:pt x="2527153" y="0"/>
                </a:lnTo>
                <a:lnTo>
                  <a:pt x="2527153" y="473266"/>
                </a:lnTo>
                <a:lnTo>
                  <a:pt x="0" y="473266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ixel Old Tech Blank Page"/>
          <p:cNvSpPr/>
          <p:nvPr/>
        </p:nvSpPr>
        <p:spPr>
          <a:xfrm flipH="false" flipV="false" rot="0">
            <a:off x="-1816736" y="-5817236"/>
            <a:ext cx="21921472" cy="21921472"/>
          </a:xfrm>
          <a:custGeom>
            <a:avLst/>
            <a:gdLst/>
            <a:ahLst/>
            <a:cxnLst/>
            <a:rect r="r" b="b" t="t" l="l"/>
            <a:pathLst>
              <a:path h="21921472" w="21921472">
                <a:moveTo>
                  <a:pt x="0" y="0"/>
                </a:moveTo>
                <a:lnTo>
                  <a:pt x="21921472" y="0"/>
                </a:lnTo>
                <a:lnTo>
                  <a:pt x="21921472" y="21921472"/>
                </a:lnTo>
                <a:lnTo>
                  <a:pt x="0" y="2192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pixel old tech window"/>
          <p:cNvSpPr/>
          <p:nvPr/>
        </p:nvSpPr>
        <p:spPr>
          <a:xfrm flipH="false" flipV="false" rot="0">
            <a:off x="-2051798" y="6727729"/>
            <a:ext cx="7151220" cy="2327397"/>
          </a:xfrm>
          <a:custGeom>
            <a:avLst/>
            <a:gdLst/>
            <a:ahLst/>
            <a:cxnLst/>
            <a:rect r="r" b="b" t="t" l="l"/>
            <a:pathLst>
              <a:path h="2327397" w="7151220">
                <a:moveTo>
                  <a:pt x="0" y="0"/>
                </a:moveTo>
                <a:lnTo>
                  <a:pt x="7151219" y="0"/>
                </a:lnTo>
                <a:lnTo>
                  <a:pt x="7151219" y="2327397"/>
                </a:lnTo>
                <a:lnTo>
                  <a:pt x="0" y="23273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pixel old tech window"/>
          <p:cNvSpPr/>
          <p:nvPr/>
        </p:nvSpPr>
        <p:spPr>
          <a:xfrm flipH="false" flipV="false" rot="0">
            <a:off x="15077168" y="1724416"/>
            <a:ext cx="4364264" cy="8728529"/>
          </a:xfrm>
          <a:custGeom>
            <a:avLst/>
            <a:gdLst/>
            <a:ahLst/>
            <a:cxnLst/>
            <a:rect r="r" b="b" t="t" l="l"/>
            <a:pathLst>
              <a:path h="8728529" w="4364264">
                <a:moveTo>
                  <a:pt x="0" y="0"/>
                </a:moveTo>
                <a:lnTo>
                  <a:pt x="4364264" y="0"/>
                </a:lnTo>
                <a:lnTo>
                  <a:pt x="4364264" y="8728529"/>
                </a:lnTo>
                <a:lnTo>
                  <a:pt x="0" y="87285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 descr="pixel old tech window"/>
          <p:cNvSpPr/>
          <p:nvPr/>
        </p:nvSpPr>
        <p:spPr>
          <a:xfrm flipH="false" flipV="false" rot="0">
            <a:off x="13333126" y="0"/>
            <a:ext cx="3684917" cy="3684917"/>
          </a:xfrm>
          <a:custGeom>
            <a:avLst/>
            <a:gdLst/>
            <a:ahLst/>
            <a:cxnLst/>
            <a:rect r="r" b="b" t="t" l="l"/>
            <a:pathLst>
              <a:path h="3684917" w="3684917">
                <a:moveTo>
                  <a:pt x="0" y="0"/>
                </a:moveTo>
                <a:lnTo>
                  <a:pt x="3684918" y="0"/>
                </a:lnTo>
                <a:lnTo>
                  <a:pt x="3684918" y="3684917"/>
                </a:lnTo>
                <a:lnTo>
                  <a:pt x="0" y="36849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pixel old tech window"/>
          <p:cNvSpPr/>
          <p:nvPr/>
        </p:nvSpPr>
        <p:spPr>
          <a:xfrm flipH="false" flipV="false" rot="0">
            <a:off x="1523812" y="-5528151"/>
            <a:ext cx="4364264" cy="8728529"/>
          </a:xfrm>
          <a:custGeom>
            <a:avLst/>
            <a:gdLst/>
            <a:ahLst/>
            <a:cxnLst/>
            <a:rect r="r" b="b" t="t" l="l"/>
            <a:pathLst>
              <a:path h="8728529" w="4364264">
                <a:moveTo>
                  <a:pt x="0" y="0"/>
                </a:moveTo>
                <a:lnTo>
                  <a:pt x="4364264" y="0"/>
                </a:lnTo>
                <a:lnTo>
                  <a:pt x="4364264" y="8728529"/>
                </a:lnTo>
                <a:lnTo>
                  <a:pt x="0" y="87285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pixel old tech window"/>
          <p:cNvSpPr/>
          <p:nvPr/>
        </p:nvSpPr>
        <p:spPr>
          <a:xfrm flipH="false" flipV="false" rot="0">
            <a:off x="3443210" y="2152891"/>
            <a:ext cx="10495805" cy="5247903"/>
          </a:xfrm>
          <a:custGeom>
            <a:avLst/>
            <a:gdLst/>
            <a:ahLst/>
            <a:cxnLst/>
            <a:rect r="r" b="b" t="t" l="l"/>
            <a:pathLst>
              <a:path h="5247903" w="10495805">
                <a:moveTo>
                  <a:pt x="0" y="0"/>
                </a:moveTo>
                <a:lnTo>
                  <a:pt x="10495805" y="0"/>
                </a:lnTo>
                <a:lnTo>
                  <a:pt x="10495805" y="5247902"/>
                </a:lnTo>
                <a:lnTo>
                  <a:pt x="0" y="52479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 descr="pixel old tech window"/>
          <p:cNvSpPr/>
          <p:nvPr/>
        </p:nvSpPr>
        <p:spPr>
          <a:xfrm flipH="false" flipV="false" rot="0">
            <a:off x="3705944" y="2391347"/>
            <a:ext cx="10495805" cy="5247903"/>
          </a:xfrm>
          <a:custGeom>
            <a:avLst/>
            <a:gdLst/>
            <a:ahLst/>
            <a:cxnLst/>
            <a:rect r="r" b="b" t="t" l="l"/>
            <a:pathLst>
              <a:path h="5247903" w="10495805">
                <a:moveTo>
                  <a:pt x="0" y="0"/>
                </a:moveTo>
                <a:lnTo>
                  <a:pt x="10495805" y="0"/>
                </a:lnTo>
                <a:lnTo>
                  <a:pt x="10495805" y="5247902"/>
                </a:lnTo>
                <a:lnTo>
                  <a:pt x="0" y="52479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 descr="pixel old tech window"/>
          <p:cNvSpPr/>
          <p:nvPr/>
        </p:nvSpPr>
        <p:spPr>
          <a:xfrm flipH="false" flipV="false" rot="0">
            <a:off x="3958123" y="2643525"/>
            <a:ext cx="10495805" cy="5247903"/>
          </a:xfrm>
          <a:custGeom>
            <a:avLst/>
            <a:gdLst/>
            <a:ahLst/>
            <a:cxnLst/>
            <a:rect r="r" b="b" t="t" l="l"/>
            <a:pathLst>
              <a:path h="5247903" w="10495805">
                <a:moveTo>
                  <a:pt x="0" y="0"/>
                </a:moveTo>
                <a:lnTo>
                  <a:pt x="10495805" y="0"/>
                </a:lnTo>
                <a:lnTo>
                  <a:pt x="10495805" y="5247903"/>
                </a:lnTo>
                <a:lnTo>
                  <a:pt x="0" y="5247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 descr="old tech warning sign"/>
          <p:cNvSpPr/>
          <p:nvPr/>
        </p:nvSpPr>
        <p:spPr>
          <a:xfrm flipH="false" flipV="false" rot="0">
            <a:off x="4227848" y="2909472"/>
            <a:ext cx="581810" cy="581810"/>
          </a:xfrm>
          <a:custGeom>
            <a:avLst/>
            <a:gdLst/>
            <a:ahLst/>
            <a:cxnLst/>
            <a:rect r="r" b="b" t="t" l="l"/>
            <a:pathLst>
              <a:path h="581810" w="581810">
                <a:moveTo>
                  <a:pt x="0" y="0"/>
                </a:moveTo>
                <a:lnTo>
                  <a:pt x="581810" y="0"/>
                </a:lnTo>
                <a:lnTo>
                  <a:pt x="581810" y="581811"/>
                </a:lnTo>
                <a:lnTo>
                  <a:pt x="0" y="58181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 descr="cursor"/>
          <p:cNvSpPr/>
          <p:nvPr/>
        </p:nvSpPr>
        <p:spPr>
          <a:xfrm flipH="false" flipV="false" rot="0">
            <a:off x="12848391" y="7478728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5" y="0"/>
                </a:lnTo>
                <a:lnTo>
                  <a:pt x="484735" y="825400"/>
                </a:lnTo>
                <a:lnTo>
                  <a:pt x="0" y="82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3569053" y="2909472"/>
            <a:ext cx="613646" cy="613646"/>
          </a:xfrm>
          <a:custGeom>
            <a:avLst/>
            <a:gdLst/>
            <a:ahLst/>
            <a:cxnLst/>
            <a:rect r="r" b="b" t="t" l="l"/>
            <a:pathLst>
              <a:path h="613646" w="613646">
                <a:moveTo>
                  <a:pt x="0" y="0"/>
                </a:moveTo>
                <a:lnTo>
                  <a:pt x="613646" y="0"/>
                </a:lnTo>
                <a:lnTo>
                  <a:pt x="613646" y="613646"/>
                </a:lnTo>
                <a:lnTo>
                  <a:pt x="0" y="61364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72626" y="1323946"/>
            <a:ext cx="1658982" cy="4147456"/>
            <a:chOff x="0" y="0"/>
            <a:chExt cx="2211976" cy="55299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05988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05988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105988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105988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105988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284474" y="4613333"/>
              <a:ext cx="749016" cy="727227"/>
            </a:xfrm>
            <a:custGeom>
              <a:avLst/>
              <a:gdLst/>
              <a:ahLst/>
              <a:cxnLst/>
              <a:rect r="r" b="b" t="t" l="l"/>
              <a:pathLst>
                <a:path h="727227" w="749016">
                  <a:moveTo>
                    <a:pt x="0" y="0"/>
                  </a:moveTo>
                  <a:lnTo>
                    <a:pt x="749016" y="0"/>
                  </a:lnTo>
                  <a:lnTo>
                    <a:pt x="749016" y="727227"/>
                  </a:lnTo>
                  <a:lnTo>
                    <a:pt x="0" y="7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>
                <a:extLs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5" id="25" descr="pixel old tech window"/>
          <p:cNvSpPr/>
          <p:nvPr/>
        </p:nvSpPr>
        <p:spPr>
          <a:xfrm flipH="false" flipV="false" rot="0">
            <a:off x="4045617" y="8444541"/>
            <a:ext cx="3684917" cy="3684917"/>
          </a:xfrm>
          <a:custGeom>
            <a:avLst/>
            <a:gdLst/>
            <a:ahLst/>
            <a:cxnLst/>
            <a:rect r="r" b="b" t="t" l="l"/>
            <a:pathLst>
              <a:path h="3684917" w="3684917">
                <a:moveTo>
                  <a:pt x="0" y="0"/>
                </a:moveTo>
                <a:lnTo>
                  <a:pt x="3684918" y="0"/>
                </a:lnTo>
                <a:lnTo>
                  <a:pt x="3684918" y="3684918"/>
                </a:lnTo>
                <a:lnTo>
                  <a:pt x="0" y="36849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4676293" y="4957817"/>
            <a:ext cx="8935414" cy="1675618"/>
            <a:chOff x="0" y="0"/>
            <a:chExt cx="11913886" cy="2234157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9525"/>
              <a:ext cx="11913886" cy="1427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999"/>
                </a:lnSpc>
              </a:pPr>
              <a:r>
                <a:rPr lang="en-US" sz="6999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Gracias!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548357"/>
              <a:ext cx="11913886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Feliz dia :)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DAG6p5Q_U3o</dc:identifier>
  <dcterms:modified xsi:type="dcterms:W3CDTF">2011-08-01T06:04:30Z</dcterms:modified>
  <cp:revision>1</cp:revision>
  <dc:title>Dia, Fecha</dc:title>
</cp:coreProperties>
</file>