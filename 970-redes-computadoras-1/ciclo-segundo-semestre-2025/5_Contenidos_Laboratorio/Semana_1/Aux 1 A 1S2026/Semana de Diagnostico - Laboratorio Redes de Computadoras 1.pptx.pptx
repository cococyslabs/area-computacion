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Cooper Hewitt Bold" charset="1" panose="00000000000000000000"/>
      <p:regular r:id="rId21"/>
    </p:embeddedFont>
    <p:embeddedFont>
      <p:font typeface="Cooper Hewitt" charset="1" panose="00000000000000000000"/>
      <p:regular r:id="rId22"/>
    </p:embeddedFon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DM Sans Bold Italics" charset="1" panose="00000000000000000000"/>
      <p:regular r:id="rId25"/>
    </p:embeddedFont>
    <p:embeddedFont>
      <p:font typeface="DM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https://wheelofnames.com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60" y="0"/>
            <a:ext cx="18253440" cy="10286640"/>
            <a:chOff x="0" y="0"/>
            <a:chExt cx="24337920" cy="13715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7899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37899">
                  <a:moveTo>
                    <a:pt x="0" y="0"/>
                  </a:moveTo>
                  <a:lnTo>
                    <a:pt x="24337899" y="0"/>
                  </a:lnTo>
                  <a:lnTo>
                    <a:pt x="24337899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2000"/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656720" y="1940400"/>
          <a:ext cx="7353300" cy="1571625"/>
        </p:xfrm>
        <a:graphic>
          <a:graphicData uri="http://schemas.openxmlformats.org/drawingml/2006/table">
            <a:tbl>
              <a:tblPr/>
              <a:tblGrid>
                <a:gridCol w="3034834"/>
                <a:gridCol w="4318466"/>
              </a:tblGrid>
              <a:tr h="785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89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075" marR="91075" marT="91075" marB="91075" anchor="ctr">
                    <a:lnL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702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Sábado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DD/01/2026</a:t>
                      </a:r>
                      <a:endParaRPr lang="en-US" sz="1100"/>
                    </a:p>
                  </a:txBody>
                  <a:tcPr marL="91075" marR="91075" marT="91075" marB="91075" anchor="ctr">
                    <a:lnL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89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075" marR="91075" marT="91075" marB="91075" anchor="ctr">
                    <a:lnL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702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13:50 </a:t>
                      </a:r>
                      <a:endParaRPr lang="en-US" sz="1100"/>
                    </a:p>
                  </a:txBody>
                  <a:tcPr marL="91075" marR="91075" marT="91075" marB="91075" anchor="ctr">
                    <a:lnL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618360" y="4379400"/>
            <a:ext cx="150512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1 [A]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48960" y="5702700"/>
            <a:ext cx="1098936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Josseline Griselda Montecinos Hernández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18332" y="2731879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56031" y="5686468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7104" y="3974852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401094"/>
            <a:ext cx="9904619" cy="203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sz="10213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46324"/>
            <a:ext cx="8626948" cy="393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SEMANA DE DIAGNÓSTICO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6339" y="1255724"/>
            <a:ext cx="3535835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47747" y="8991600"/>
            <a:ext cx="3411553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2334" y="2121652"/>
            <a:ext cx="6034097" cy="6718124"/>
          </a:xfrm>
          <a:custGeom>
            <a:avLst/>
            <a:gdLst/>
            <a:ahLst/>
            <a:cxnLst/>
            <a:rect r="r" b="b" t="t" l="l"/>
            <a:pathLst>
              <a:path h="6718124" w="6034097">
                <a:moveTo>
                  <a:pt x="0" y="0"/>
                </a:moveTo>
                <a:lnTo>
                  <a:pt x="6034097" y="0"/>
                </a:lnTo>
                <a:lnTo>
                  <a:pt x="6034097" y="6718124"/>
                </a:lnTo>
                <a:lnTo>
                  <a:pt x="0" y="671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92353" y="1694614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100" y="0"/>
                </a:lnTo>
                <a:lnTo>
                  <a:pt x="4179100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19858"/>
            <a:ext cx="7072639" cy="120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1761" y="1236143"/>
            <a:ext cx="2973150" cy="2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32403" y="8991600"/>
            <a:ext cx="3226897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8915" y="3595458"/>
            <a:ext cx="4705624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PRESENTACIÓN DE AUXILIARES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944" y="3386844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8915" y="4397957"/>
            <a:ext cx="3739047" cy="82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PRESENTACIÓN DE ESTUDIANTES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944" y="4304513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8915" y="6635280"/>
            <a:ext cx="5301149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PROGRAMA DEL CURSO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944" y="5470356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8915" y="5678970"/>
            <a:ext cx="6502766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EVALUACIÓN DE CONOCIMIENTOS PREVIOS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944" y="6426641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8915" y="7534440"/>
            <a:ext cx="5301149" cy="82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EVALUACIÓN DE CONOCIMIENTOS DEL CURSO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944" y="7382927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8915" y="8758304"/>
            <a:ext cx="5301149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HORARIOS DE CALIFICACIÓN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944" y="8549673"/>
            <a:ext cx="604457" cy="70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526682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74885" y="2846832"/>
            <a:ext cx="6060887" cy="5058086"/>
          </a:xfrm>
          <a:custGeom>
            <a:avLst/>
            <a:gdLst/>
            <a:ahLst/>
            <a:cxnLst/>
            <a:rect r="r" b="b" t="t" l="l"/>
            <a:pathLst>
              <a:path h="5058086" w="6060887">
                <a:moveTo>
                  <a:pt x="0" y="0"/>
                </a:moveTo>
                <a:lnTo>
                  <a:pt x="6060887" y="0"/>
                </a:lnTo>
                <a:lnTo>
                  <a:pt x="6060887" y="5058086"/>
                </a:lnTo>
                <a:lnTo>
                  <a:pt x="0" y="5058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9715" y="5778161"/>
            <a:ext cx="7315200" cy="1590559"/>
          </a:xfrm>
          <a:custGeom>
            <a:avLst/>
            <a:gdLst/>
            <a:ahLst/>
            <a:cxnLst/>
            <a:rect r="r" b="b" t="t" l="l"/>
            <a:pathLst>
              <a:path h="1590559" w="7315200">
                <a:moveTo>
                  <a:pt x="0" y="0"/>
                </a:moveTo>
                <a:lnTo>
                  <a:pt x="7315200" y="0"/>
                </a:lnTo>
                <a:lnTo>
                  <a:pt x="7315200" y="1590559"/>
                </a:lnTo>
                <a:lnTo>
                  <a:pt x="0" y="1590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9715" y="1836736"/>
            <a:ext cx="9839828" cy="169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56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JOSSELINE GRISELDA MONTECINOS HERNÁNDEZ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1225646"/>
            <a:ext cx="3064371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99271" y="8991600"/>
            <a:ext cx="316002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9125" y="3964997"/>
            <a:ext cx="6455964" cy="69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Estoy cursando el 9no Semestre de la carrera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 mi 1er Semestre de Auxiliatura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34725" y="6167409"/>
            <a:ext cx="1183327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Correo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21095" y="6544865"/>
            <a:ext cx="4118424" cy="48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3010008160101@ingenieria.usac.edu.gt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[RC1_A] - *DUDA*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909715" y="7553441"/>
            <a:ext cx="7315200" cy="1590559"/>
          </a:xfrm>
          <a:custGeom>
            <a:avLst/>
            <a:gdLst/>
            <a:ahLst/>
            <a:cxnLst/>
            <a:rect r="r" b="b" t="t" l="l"/>
            <a:pathLst>
              <a:path h="1590559" w="7315200">
                <a:moveTo>
                  <a:pt x="0" y="0"/>
                </a:moveTo>
                <a:lnTo>
                  <a:pt x="7315200" y="0"/>
                </a:lnTo>
                <a:lnTo>
                  <a:pt x="7315200" y="1590559"/>
                </a:lnTo>
                <a:lnTo>
                  <a:pt x="0" y="1590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11570" y="7905866"/>
            <a:ext cx="1959140" cy="3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Foros en UEDI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1570" y="8316908"/>
            <a:ext cx="4813844" cy="48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Foros semanales para que puedan colocar sus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dudas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9715" y="5127591"/>
            <a:ext cx="4705624" cy="4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i="true">
                <a:solidFill>
                  <a:srgbClr val="343434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MEDIOS OFICIALES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4" tooltip="https://wheelofnames.com"/>
          </p:cNvPr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1341" y="3675094"/>
            <a:ext cx="6434038" cy="4609111"/>
          </a:xfrm>
          <a:custGeom>
            <a:avLst/>
            <a:gdLst/>
            <a:ahLst/>
            <a:cxnLst/>
            <a:rect r="r" b="b" t="t" l="l"/>
            <a:pathLst>
              <a:path h="4609111" w="6434038">
                <a:moveTo>
                  <a:pt x="0" y="0"/>
                </a:moveTo>
                <a:lnTo>
                  <a:pt x="6434039" y="0"/>
                </a:lnTo>
                <a:lnTo>
                  <a:pt x="6434039" y="4609111"/>
                </a:lnTo>
                <a:lnTo>
                  <a:pt x="0" y="46091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26686" y="2035502"/>
            <a:ext cx="7221948" cy="270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PRESENTACIÓN DE </a:t>
            </a:r>
            <a:r>
              <a:rPr lang="en-US" sz="7200" b="true">
                <a:solidFill>
                  <a:srgbClr val="AB537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ESTUDIANTES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6686" y="1225646"/>
            <a:ext cx="3215736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20612" y="8991600"/>
            <a:ext cx="2938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6093" y="5487899"/>
            <a:ext cx="7217907" cy="168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320" indent="-281160" lvl="1">
              <a:lnSpc>
                <a:spcPts val="2630"/>
              </a:lnSpc>
              <a:buFont typeface="Arial"/>
              <a:buChar char="•"/>
            </a:pPr>
            <a:r>
              <a:rPr lang="en-US" sz="2604" i="true" spc="-158">
                <a:solidFill>
                  <a:srgbClr val="34343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Nombre, semestre, cursos </a:t>
            </a:r>
          </a:p>
          <a:p>
            <a:pPr algn="l">
              <a:lnSpc>
                <a:spcPts val="2630"/>
              </a:lnSpc>
            </a:pPr>
          </a:p>
          <a:p>
            <a:pPr algn="l" marL="562320" indent="-281160" lvl="1">
              <a:lnSpc>
                <a:spcPts val="2630"/>
              </a:lnSpc>
              <a:buFont typeface="Arial"/>
              <a:buChar char="•"/>
            </a:pPr>
            <a:r>
              <a:rPr lang="en-US" sz="2604" i="true" spc="-158">
                <a:solidFill>
                  <a:srgbClr val="34343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Expectativas sobre el curso</a:t>
            </a:r>
          </a:p>
          <a:p>
            <a:pPr algn="l">
              <a:lnSpc>
                <a:spcPts val="2630"/>
              </a:lnSpc>
            </a:pPr>
          </a:p>
          <a:p>
            <a:pPr algn="l" marL="562320" indent="-281160" lvl="1">
              <a:lnSpc>
                <a:spcPts val="2630"/>
              </a:lnSpc>
              <a:buFont typeface="Arial"/>
              <a:buChar char="•"/>
            </a:pPr>
            <a:r>
              <a:rPr lang="en-US" sz="2604" i="true" spc="-158">
                <a:solidFill>
                  <a:srgbClr val="34343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Intereses relacionados con redes u otro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6686" y="7823369"/>
            <a:ext cx="3775138" cy="34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2604" i="true" spc="-158">
                <a:solidFill>
                  <a:srgbClr val="34343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</a:t>
            </a:r>
            <a:r>
              <a:rPr lang="en-US" sz="2604" i="true" spc="-158">
                <a:solidFill>
                  <a:srgbClr val="34343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ttps://wheelofnames.com/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20612" y="8991600"/>
            <a:ext cx="2938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175859" y="1978799"/>
            <a:ext cx="4445064" cy="6467686"/>
          </a:xfrm>
          <a:custGeom>
            <a:avLst/>
            <a:gdLst/>
            <a:ahLst/>
            <a:cxnLst/>
            <a:rect r="r" b="b" t="t" l="l"/>
            <a:pathLst>
              <a:path h="6467686" w="4445064">
                <a:moveTo>
                  <a:pt x="0" y="0"/>
                </a:moveTo>
                <a:lnTo>
                  <a:pt x="4445064" y="0"/>
                </a:lnTo>
                <a:lnTo>
                  <a:pt x="4445064" y="6467686"/>
                </a:lnTo>
                <a:lnTo>
                  <a:pt x="0" y="6467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58680" y="4215491"/>
            <a:ext cx="3586691" cy="4206141"/>
          </a:xfrm>
          <a:custGeom>
            <a:avLst/>
            <a:gdLst/>
            <a:ahLst/>
            <a:cxnLst/>
            <a:rect r="r" b="b" t="t" l="l"/>
            <a:pathLst>
              <a:path h="4206141" w="3586691">
                <a:moveTo>
                  <a:pt x="0" y="0"/>
                </a:moveTo>
                <a:lnTo>
                  <a:pt x="3586691" y="0"/>
                </a:lnTo>
                <a:lnTo>
                  <a:pt x="3586691" y="4206141"/>
                </a:lnTo>
                <a:lnTo>
                  <a:pt x="0" y="4206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127548">
            <a:off x="11265775" y="7505392"/>
            <a:ext cx="4388021" cy="1994555"/>
          </a:xfrm>
          <a:custGeom>
            <a:avLst/>
            <a:gdLst/>
            <a:ahLst/>
            <a:cxnLst/>
            <a:rect r="r" b="b" t="t" l="l"/>
            <a:pathLst>
              <a:path h="1994555" w="4388021">
                <a:moveTo>
                  <a:pt x="4388021" y="0"/>
                </a:moveTo>
                <a:lnTo>
                  <a:pt x="0" y="0"/>
                </a:lnTo>
                <a:lnTo>
                  <a:pt x="0" y="1994555"/>
                </a:lnTo>
                <a:lnTo>
                  <a:pt x="4388021" y="1994555"/>
                </a:lnTo>
                <a:lnTo>
                  <a:pt x="43880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984867" y="4615202"/>
            <a:ext cx="4115111" cy="4965443"/>
          </a:xfrm>
          <a:custGeom>
            <a:avLst/>
            <a:gdLst/>
            <a:ahLst/>
            <a:cxnLst/>
            <a:rect r="r" b="b" t="t" l="l"/>
            <a:pathLst>
              <a:path h="4965443" w="4115111">
                <a:moveTo>
                  <a:pt x="0" y="0"/>
                </a:moveTo>
                <a:lnTo>
                  <a:pt x="4115110" y="0"/>
                </a:lnTo>
                <a:lnTo>
                  <a:pt x="4115110" y="4965442"/>
                </a:lnTo>
                <a:lnTo>
                  <a:pt x="0" y="49654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8323" y="5690101"/>
            <a:ext cx="3568199" cy="3568199"/>
          </a:xfrm>
          <a:custGeom>
            <a:avLst/>
            <a:gdLst/>
            <a:ahLst/>
            <a:cxnLst/>
            <a:rect r="r" b="b" t="t" l="l"/>
            <a:pathLst>
              <a:path h="3568199" w="3568199">
                <a:moveTo>
                  <a:pt x="0" y="0"/>
                </a:moveTo>
                <a:lnTo>
                  <a:pt x="3568198" y="0"/>
                </a:lnTo>
                <a:lnTo>
                  <a:pt x="3568198" y="3568199"/>
                </a:lnTo>
                <a:lnTo>
                  <a:pt x="0" y="356819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7304" y="1796908"/>
            <a:ext cx="10433953" cy="241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EVALUACIÓN DE CONOCIMIENTOS </a:t>
            </a:r>
            <a:r>
              <a:rPr lang="en-US" sz="6399" b="true">
                <a:solidFill>
                  <a:srgbClr val="AB537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PREVIOS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6686" y="1225646"/>
            <a:ext cx="3215736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20612" y="8991600"/>
            <a:ext cx="2938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7023" y="3670300"/>
            <a:ext cx="10433953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PRESENTACIÓN DEL</a:t>
            </a:r>
          </a:p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AB537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PROGRAMA DEL CURSO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6686" y="1225646"/>
            <a:ext cx="3215736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20158" y="4255611"/>
            <a:ext cx="3956526" cy="4774089"/>
          </a:xfrm>
          <a:custGeom>
            <a:avLst/>
            <a:gdLst/>
            <a:ahLst/>
            <a:cxnLst/>
            <a:rect r="r" b="b" t="t" l="l"/>
            <a:pathLst>
              <a:path h="4774089" w="3956526">
                <a:moveTo>
                  <a:pt x="0" y="0"/>
                </a:moveTo>
                <a:lnTo>
                  <a:pt x="3956526" y="0"/>
                </a:lnTo>
                <a:lnTo>
                  <a:pt x="3956526" y="4774089"/>
                </a:lnTo>
                <a:lnTo>
                  <a:pt x="0" y="4774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7304" y="2074454"/>
            <a:ext cx="3345731" cy="3373846"/>
          </a:xfrm>
          <a:custGeom>
            <a:avLst/>
            <a:gdLst/>
            <a:ahLst/>
            <a:cxnLst/>
            <a:rect r="r" b="b" t="t" l="l"/>
            <a:pathLst>
              <a:path h="3373846" w="3345731">
                <a:moveTo>
                  <a:pt x="0" y="0"/>
                </a:moveTo>
                <a:lnTo>
                  <a:pt x="3345731" y="0"/>
                </a:lnTo>
                <a:lnTo>
                  <a:pt x="3345731" y="3373846"/>
                </a:lnTo>
                <a:lnTo>
                  <a:pt x="0" y="3373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07635" y="5448300"/>
            <a:ext cx="5485823" cy="3520901"/>
          </a:xfrm>
          <a:custGeom>
            <a:avLst/>
            <a:gdLst/>
            <a:ahLst/>
            <a:cxnLst/>
            <a:rect r="r" b="b" t="t" l="l"/>
            <a:pathLst>
              <a:path h="3520901" w="5485823">
                <a:moveTo>
                  <a:pt x="0" y="0"/>
                </a:moveTo>
                <a:lnTo>
                  <a:pt x="5485822" y="0"/>
                </a:lnTo>
                <a:lnTo>
                  <a:pt x="5485822" y="3520901"/>
                </a:lnTo>
                <a:lnTo>
                  <a:pt x="0" y="35209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5563" y="5237694"/>
            <a:ext cx="3585715" cy="3585715"/>
          </a:xfrm>
          <a:custGeom>
            <a:avLst/>
            <a:gdLst/>
            <a:ahLst/>
            <a:cxnLst/>
            <a:rect r="r" b="b" t="t" l="l"/>
            <a:pathLst>
              <a:path h="3585715" w="3585715">
                <a:moveTo>
                  <a:pt x="0" y="0"/>
                </a:moveTo>
                <a:lnTo>
                  <a:pt x="3585715" y="0"/>
                </a:lnTo>
                <a:lnTo>
                  <a:pt x="3585715" y="3585715"/>
                </a:lnTo>
                <a:lnTo>
                  <a:pt x="0" y="35857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320612" y="8991600"/>
            <a:ext cx="2938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1472" y="1484968"/>
            <a:ext cx="10433953" cy="227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b="true" sz="600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EVALUACIÓN DE CONOCIMIENTOS </a:t>
            </a:r>
            <a:r>
              <a:rPr lang="en-US" b="true" sz="6000">
                <a:solidFill>
                  <a:srgbClr val="AB537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DEL CURSO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6686" y="1225646"/>
            <a:ext cx="3215736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64407" y="2802002"/>
            <a:ext cx="4517948" cy="5451521"/>
          </a:xfrm>
          <a:custGeom>
            <a:avLst/>
            <a:gdLst/>
            <a:ahLst/>
            <a:cxnLst/>
            <a:rect r="r" b="b" t="t" l="l"/>
            <a:pathLst>
              <a:path h="5451521" w="4517948">
                <a:moveTo>
                  <a:pt x="0" y="0"/>
                </a:moveTo>
                <a:lnTo>
                  <a:pt x="4517948" y="0"/>
                </a:lnTo>
                <a:lnTo>
                  <a:pt x="4517948" y="5451521"/>
                </a:lnTo>
                <a:lnTo>
                  <a:pt x="0" y="545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91135" y="5813697"/>
            <a:ext cx="3749649" cy="3192362"/>
          </a:xfrm>
          <a:custGeom>
            <a:avLst/>
            <a:gdLst/>
            <a:ahLst/>
            <a:cxnLst/>
            <a:rect r="r" b="b" t="t" l="l"/>
            <a:pathLst>
              <a:path h="3192362" w="3749649">
                <a:moveTo>
                  <a:pt x="0" y="0"/>
                </a:moveTo>
                <a:lnTo>
                  <a:pt x="3749649" y="0"/>
                </a:lnTo>
                <a:lnTo>
                  <a:pt x="3749649" y="3192361"/>
                </a:lnTo>
                <a:lnTo>
                  <a:pt x="0" y="31923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48916" y="3956067"/>
            <a:ext cx="4110646" cy="4110646"/>
          </a:xfrm>
          <a:custGeom>
            <a:avLst/>
            <a:gdLst/>
            <a:ahLst/>
            <a:cxnLst/>
            <a:rect r="r" b="b" t="t" l="l"/>
            <a:pathLst>
              <a:path h="4110646" w="4110646">
                <a:moveTo>
                  <a:pt x="0" y="0"/>
                </a:moveTo>
                <a:lnTo>
                  <a:pt x="4110646" y="0"/>
                </a:lnTo>
                <a:lnTo>
                  <a:pt x="4110646" y="4110646"/>
                </a:lnTo>
                <a:lnTo>
                  <a:pt x="0" y="41106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20612" y="8991600"/>
            <a:ext cx="2938688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6686" y="1916524"/>
            <a:ext cx="11749732" cy="128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HORARIOS DE</a:t>
            </a:r>
            <a:r>
              <a:rPr lang="en-US" sz="6399" b="true">
                <a:solidFill>
                  <a:srgbClr val="AB537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CALIFICACIÓN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6686" y="1225646"/>
            <a:ext cx="3215736" cy="24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2287" y="3579865"/>
            <a:ext cx="8518502" cy="147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Recordamos completar el formulario correspondiente a las fechas de calificación. Su respuesta es fundamental para la planificación.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983" y="1476521"/>
            <a:ext cx="16420035" cy="387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GRACIAS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354446">
            <a:off x="15747413" y="1835318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4"/>
                </a:lnTo>
                <a:lnTo>
                  <a:pt x="0" y="2339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828789" y="5351230"/>
            <a:ext cx="4784651" cy="4114800"/>
          </a:xfrm>
          <a:custGeom>
            <a:avLst/>
            <a:gdLst/>
            <a:ahLst/>
            <a:cxnLst/>
            <a:rect r="r" b="b" t="t" l="l"/>
            <a:pathLst>
              <a:path h="4114800" w="4784651">
                <a:moveTo>
                  <a:pt x="0" y="0"/>
                </a:moveTo>
                <a:lnTo>
                  <a:pt x="4784651" y="0"/>
                </a:lnTo>
                <a:lnTo>
                  <a:pt x="4784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6339" y="1255724"/>
            <a:ext cx="3684384" cy="2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REDES DE COMPUTADORAS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48316" y="8991600"/>
            <a:ext cx="3110984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Escuela de Ciencias y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DAG6T-m9NNY</dc:identifier>
  <dcterms:modified xsi:type="dcterms:W3CDTF">2011-08-01T06:04:30Z</dcterms:modified>
  <cp:revision>1</cp:revision>
  <dc:title>Semana de Diagnostico - Laboratorio Redes de Computadoras 1.pptx</dc:title>
</cp:coreProperties>
</file>