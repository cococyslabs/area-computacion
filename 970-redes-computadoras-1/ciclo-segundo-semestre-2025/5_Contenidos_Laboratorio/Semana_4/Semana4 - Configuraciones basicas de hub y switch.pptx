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Lst>
  <p:sldSz cy="10287000" cx="18288000"/>
  <p:notesSz cx="6858000" cy="9144000"/>
  <p:embeddedFontLst>
    <p:embeddedFont>
      <p:font typeface="Sniglet"/>
      <p:regular r:id="rId64"/>
    </p:embeddedFont>
    <p:embeddedFont>
      <p:font typeface="DM Sans"/>
      <p:regular r:id="rId65"/>
      <p:bold r:id="rId66"/>
      <p:italic r:id="rId67"/>
      <p:boldItalic r:id="rId6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69" roundtripDataSignature="AMtx7mhClsUMam3w/CqMMD7UlipNgr4PG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850D02E-5FDD-42FF-9E34-CA7266B3C128}">
  <a:tblStyle styleId="{9850D02E-5FDD-42FF-9E34-CA7266B3C12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font" Target="fonts/Sniglet-regular.fntdata"/><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font" Target="fonts/DMSans-bold.fntdata"/><Relationship Id="rId21" Type="http://schemas.openxmlformats.org/officeDocument/2006/relationships/slide" Target="slides/slide15.xml"/><Relationship Id="rId65" Type="http://schemas.openxmlformats.org/officeDocument/2006/relationships/font" Target="fonts/DMSans-regular.fntdata"/><Relationship Id="rId24" Type="http://schemas.openxmlformats.org/officeDocument/2006/relationships/slide" Target="slides/slide18.xml"/><Relationship Id="rId68" Type="http://schemas.openxmlformats.org/officeDocument/2006/relationships/font" Target="fonts/DMSans-boldItalic.fntdata"/><Relationship Id="rId23" Type="http://schemas.openxmlformats.org/officeDocument/2006/relationships/slide" Target="slides/slide17.xml"/><Relationship Id="rId67" Type="http://schemas.openxmlformats.org/officeDocument/2006/relationships/font" Target="fonts/DMSans-italic.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customschemas.google.com/relationships/presentationmetadata" Target="meta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94" name="Google Shape;94;p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95" name="Google Shape;95;p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p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98" name="Google Shape;98;p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09" name="Google Shape;109;p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10" name="Google Shape;110;p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p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13" name="Google Shape;113;p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35" name="Google Shape;135;p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36" name="Google Shape;136;p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39" name="Google Shape;139;p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51" name="Google Shape;151;p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52" name="Google Shape;152;p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55" name="Google Shape;155;p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74" name="Google Shape;174;p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75" name="Google Shape;175;p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78" name="Google Shape;178;p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95" name="Google Shape;195;p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96" name="Google Shape;196;p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99" name="Google Shape;199;p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16" name="Google Shape;216;p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17" name="Google Shape;217;p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p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20" name="Google Shape;220;p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43" name="Google Shape;243;p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44" name="Google Shape;244;p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p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47" name="Google Shape;247;p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61" name="Google Shape;261;p1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62" name="Google Shape;262;p10: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p1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1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65" name="Google Shape;265;p1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84" name="Google Shape;284;p1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85" name="Google Shape;285;p1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 name="Google Shape;286;p1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1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88" name="Google Shape;288;p1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05" name="Google Shape;305;p1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06" name="Google Shape;306;p1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7" name="Google Shape;307;p1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1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09" name="Google Shape;309;p1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20" name="Google Shape;320;p1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21" name="Google Shape;321;p1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 name="Google Shape;322;p1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1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24" name="Google Shape;324;p1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1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43" name="Google Shape;343;p1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44" name="Google Shape;344;p1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5" name="Google Shape;345;p1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 name="Google Shape;346;p1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47" name="Google Shape;347;p1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1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64" name="Google Shape;364;p1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65" name="Google Shape;365;p1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p1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 name="Google Shape;367;p1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68" name="Google Shape;368;p1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1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79" name="Google Shape;379;p1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80" name="Google Shape;380;p1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1" name="Google Shape;381;p1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2" name="Google Shape;382;p1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83" name="Google Shape;383;p1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1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02" name="Google Shape;402;p1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03" name="Google Shape;403;p1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4" name="Google Shape;404;p1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5" name="Google Shape;405;p1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06" name="Google Shape;406;p1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1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20" name="Google Shape;420;p1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21" name="Google Shape;421;p1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2" name="Google Shape;422;p1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3" name="Google Shape;423;p1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24" name="Google Shape;424;p1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1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38" name="Google Shape;438;p1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39" name="Google Shape;439;p1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0" name="Google Shape;440;p1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1" name="Google Shape;441;p1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42" name="Google Shape;442;p1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2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60" name="Google Shape;460;p2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61" name="Google Shape;461;p20: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2" name="Google Shape;462;p2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3" name="Google Shape;463;p2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64" name="Google Shape;464;p2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2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80" name="Google Shape;480;p2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81" name="Google Shape;481;p2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2" name="Google Shape;482;p2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3" name="Google Shape;483;p2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84" name="Google Shape;484;p2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2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98" name="Google Shape;498;p2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99" name="Google Shape;499;p2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0" name="Google Shape;500;p2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1" name="Google Shape;501;p2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502" name="Google Shape;502;p2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2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521" name="Google Shape;521;p2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522" name="Google Shape;522;p2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3" name="Google Shape;523;p2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4" name="Google Shape;524;p2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525" name="Google Shape;525;p2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2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537" name="Google Shape;537;p2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538" name="Google Shape;538;p2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9" name="Google Shape;539;p2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0" name="Google Shape;540;p2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541" name="Google Shape;541;p2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2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549" name="Google Shape;549;p2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550" name="Google Shape;550;p2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1" name="Google Shape;551;p2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2" name="Google Shape;552;p2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553" name="Google Shape;553;p2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2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566" name="Google Shape;566;p2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567" name="Google Shape;567;p2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8" name="Google Shape;568;p2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9" name="Google Shape;569;p2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570" name="Google Shape;570;p2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2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584" name="Google Shape;584;p2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585" name="Google Shape;585;p2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6" name="Google Shape;586;p2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7" name="Google Shape;587;p2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588" name="Google Shape;588;p2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2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602" name="Google Shape;602;p2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603" name="Google Shape;603;p2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4" name="Google Shape;604;p2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5" name="Google Shape;605;p2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606" name="Google Shape;606;p2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p2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620" name="Google Shape;620;p2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621" name="Google Shape;621;p2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2" name="Google Shape;622;p2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3" name="Google Shape;623;p2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624" name="Google Shape;624;p2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3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637" name="Google Shape;637;p3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638" name="Google Shape;638;p30: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9" name="Google Shape;639;p3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0" name="Google Shape;640;p3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641" name="Google Shape;641;p3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3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654" name="Google Shape;654;p3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655" name="Google Shape;655;p3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6" name="Google Shape;656;p3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7" name="Google Shape;657;p3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658" name="Google Shape;658;p3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3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671" name="Google Shape;671;p3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672" name="Google Shape;672;p3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3" name="Google Shape;673;p3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4" name="Google Shape;674;p3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675" name="Google Shape;675;p3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p3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694" name="Google Shape;694;p3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695" name="Google Shape;695;p3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6" name="Google Shape;696;p3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7" name="Google Shape;697;p3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698" name="Google Shape;698;p3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p3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711" name="Google Shape;711;p3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712" name="Google Shape;712;p3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3" name="Google Shape;713;p3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4" name="Google Shape;714;p3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715" name="Google Shape;715;p3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3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731" name="Google Shape;731;p3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732" name="Google Shape;732;p3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3" name="Google Shape;733;p3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4" name="Google Shape;734;p3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735" name="Google Shape;735;p3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p3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753" name="Google Shape;753;p3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754" name="Google Shape;754;p3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5" name="Google Shape;755;p3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6" name="Google Shape;756;p3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757" name="Google Shape;757;p3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3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775" name="Google Shape;775;p3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776" name="Google Shape;776;p3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7" name="Google Shape;777;p3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8" name="Google Shape;778;p3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779" name="Google Shape;779;p3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p3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797" name="Google Shape;797;p3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798" name="Google Shape;798;p3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9" name="Google Shape;799;p3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0" name="Google Shape;800;p3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801" name="Google Shape;801;p3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3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820" name="Google Shape;820;p3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821" name="Google Shape;821;p3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2" name="Google Shape;822;p3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3" name="Google Shape;823;p3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824" name="Google Shape;824;p3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p4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837" name="Google Shape;837;p4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838" name="Google Shape;838;p40: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9" name="Google Shape;839;p4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0" name="Google Shape;840;p4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841" name="Google Shape;841;p4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p4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860" name="Google Shape;860;p4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861" name="Google Shape;861;p4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2" name="Google Shape;862;p4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3" name="Google Shape;863;p4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864" name="Google Shape;864;p4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p4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875" name="Google Shape;875;p4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876" name="Google Shape;876;p4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7" name="Google Shape;877;p4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8" name="Google Shape;878;p4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879" name="Google Shape;879;p4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4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890" name="Google Shape;890;p4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891" name="Google Shape;891;p4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2" name="Google Shape;892;p4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3" name="Google Shape;893;p4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894" name="Google Shape;894;p4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4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905" name="Google Shape;905;p4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906" name="Google Shape;906;p4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7" name="Google Shape;907;p4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8" name="Google Shape;908;p4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909" name="Google Shape;909;p4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p4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923" name="Google Shape;923;p4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924" name="Google Shape;924;p4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5" name="Google Shape;925;p4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6" name="Google Shape;926;p4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927" name="Google Shape;927;p4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p4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941" name="Google Shape;941;p4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942" name="Google Shape;942;p4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3" name="Google Shape;943;p4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4" name="Google Shape;944;p4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945" name="Google Shape;945;p4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5" name="Shape 975"/>
        <p:cNvGrpSpPr/>
        <p:nvPr/>
      </p:nvGrpSpPr>
      <p:grpSpPr>
        <a:xfrm>
          <a:off x="0" y="0"/>
          <a:ext cx="0" cy="0"/>
          <a:chOff x="0" y="0"/>
          <a:chExt cx="0" cy="0"/>
        </a:xfrm>
      </p:grpSpPr>
      <p:sp>
        <p:nvSpPr>
          <p:cNvPr id="976" name="Google Shape;976;p4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977" name="Google Shape;977;p4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978" name="Google Shape;978;p4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9" name="Google Shape;979;p4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0" name="Google Shape;980;p4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981" name="Google Shape;981;p4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p4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012" name="Google Shape;1012;p4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013" name="Google Shape;1013;p4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4" name="Google Shape;1014;p4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5" name="Google Shape;1015;p4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016" name="Google Shape;1016;p4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p4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030" name="Google Shape;1030;p4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031" name="Google Shape;1031;p4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2" name="Google Shape;1032;p4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3" name="Google Shape;1033;p4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034" name="Google Shape;1034;p4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p5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083" name="Google Shape;1083;p5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084" name="Google Shape;1084;p50: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5" name="Google Shape;1085;p5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6" name="Google Shape;1086;p5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087" name="Google Shape;1087;p5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0" name="Shape 1100"/>
        <p:cNvGrpSpPr/>
        <p:nvPr/>
      </p:nvGrpSpPr>
      <p:grpSpPr>
        <a:xfrm>
          <a:off x="0" y="0"/>
          <a:ext cx="0" cy="0"/>
          <a:chOff x="0" y="0"/>
          <a:chExt cx="0" cy="0"/>
        </a:xfrm>
      </p:grpSpPr>
      <p:sp>
        <p:nvSpPr>
          <p:cNvPr id="1101" name="Google Shape;1101;p5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102" name="Google Shape;1102;p5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103" name="Google Shape;1103;p5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4" name="Google Shape;1104;p5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5" name="Google Shape;1105;p5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106" name="Google Shape;1106;p5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6" name="Shape 1136"/>
        <p:cNvGrpSpPr/>
        <p:nvPr/>
      </p:nvGrpSpPr>
      <p:grpSpPr>
        <a:xfrm>
          <a:off x="0" y="0"/>
          <a:ext cx="0" cy="0"/>
          <a:chOff x="0" y="0"/>
          <a:chExt cx="0" cy="0"/>
        </a:xfrm>
      </p:grpSpPr>
      <p:sp>
        <p:nvSpPr>
          <p:cNvPr id="1137" name="Google Shape;1137;p5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138" name="Google Shape;1138;p5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139" name="Google Shape;1139;p5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0" name="Google Shape;1140;p5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1" name="Google Shape;1141;p5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142" name="Google Shape;1142;p5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5" name="Shape 1165"/>
        <p:cNvGrpSpPr/>
        <p:nvPr/>
      </p:nvGrpSpPr>
      <p:grpSpPr>
        <a:xfrm>
          <a:off x="0" y="0"/>
          <a:ext cx="0" cy="0"/>
          <a:chOff x="0" y="0"/>
          <a:chExt cx="0" cy="0"/>
        </a:xfrm>
      </p:grpSpPr>
      <p:sp>
        <p:nvSpPr>
          <p:cNvPr id="1166" name="Google Shape;1166;p5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167" name="Google Shape;1167;p5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168" name="Google Shape;1168;p5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9" name="Google Shape;1169;p5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0" name="Google Shape;1170;p5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171" name="Google Shape;1171;p5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0" name="Shape 1180"/>
        <p:cNvGrpSpPr/>
        <p:nvPr/>
      </p:nvGrpSpPr>
      <p:grpSpPr>
        <a:xfrm>
          <a:off x="0" y="0"/>
          <a:ext cx="0" cy="0"/>
          <a:chOff x="0" y="0"/>
          <a:chExt cx="0" cy="0"/>
        </a:xfrm>
      </p:grpSpPr>
      <p:sp>
        <p:nvSpPr>
          <p:cNvPr id="1181" name="Google Shape;1181;p5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182" name="Google Shape;1182;p5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183" name="Google Shape;1183;p5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4" name="Google Shape;1184;p5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5" name="Google Shape;1185;p5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186" name="Google Shape;1186;p5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2" name="Shape 1202"/>
        <p:cNvGrpSpPr/>
        <p:nvPr/>
      </p:nvGrpSpPr>
      <p:grpSpPr>
        <a:xfrm>
          <a:off x="0" y="0"/>
          <a:ext cx="0" cy="0"/>
          <a:chOff x="0" y="0"/>
          <a:chExt cx="0" cy="0"/>
        </a:xfrm>
      </p:grpSpPr>
      <p:sp>
        <p:nvSpPr>
          <p:cNvPr id="1203" name="Google Shape;1203;p5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204" name="Google Shape;1204;p5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205" name="Google Shape;1205;p5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6" name="Google Shape;1206;p5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7" name="Google Shape;1207;p5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208" name="Google Shape;1208;p5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2" name="Shape 1222"/>
        <p:cNvGrpSpPr/>
        <p:nvPr/>
      </p:nvGrpSpPr>
      <p:grpSpPr>
        <a:xfrm>
          <a:off x="0" y="0"/>
          <a:ext cx="0" cy="0"/>
          <a:chOff x="0" y="0"/>
          <a:chExt cx="0" cy="0"/>
        </a:xfrm>
      </p:grpSpPr>
      <p:sp>
        <p:nvSpPr>
          <p:cNvPr id="1223" name="Google Shape;1223;p5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224" name="Google Shape;1224;p5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225" name="Google Shape;1225;p5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6" name="Google Shape;1226;p5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7" name="Google Shape;1227;p5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228" name="Google Shape;1228;p5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2" name="Shape 1242"/>
        <p:cNvGrpSpPr/>
        <p:nvPr/>
      </p:nvGrpSpPr>
      <p:grpSpPr>
        <a:xfrm>
          <a:off x="0" y="0"/>
          <a:ext cx="0" cy="0"/>
          <a:chOff x="0" y="0"/>
          <a:chExt cx="0" cy="0"/>
        </a:xfrm>
      </p:grpSpPr>
      <p:sp>
        <p:nvSpPr>
          <p:cNvPr id="1243" name="Google Shape;1243;p5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244" name="Google Shape;1244;p5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245" name="Google Shape;1245;p5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6" name="Google Shape;1246;p5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7" name="Google Shape;1247;p5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248" name="Google Shape;1248;p5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6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6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6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6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6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6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6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6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6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6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6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6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6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6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6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6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6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6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6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6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6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6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6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6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6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6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6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6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67"/>
          <p:cNvSpPr/>
          <p:nvPr>
            <p:ph idx="2" type="pic"/>
          </p:nvPr>
        </p:nvSpPr>
        <p:spPr>
          <a:xfrm>
            <a:off x="1792288" y="612775"/>
            <a:ext cx="5486400" cy="4114800"/>
          </a:xfrm>
          <a:prstGeom prst="rect">
            <a:avLst/>
          </a:prstGeom>
          <a:noFill/>
          <a:ln>
            <a:noFill/>
          </a:ln>
        </p:spPr>
      </p:sp>
      <p:sp>
        <p:nvSpPr>
          <p:cNvPr id="68" name="Google Shape;68;p6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6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6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6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6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6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6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6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6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6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6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6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6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6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5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6.jpg"/><Relationship Id="rId6" Type="http://schemas.openxmlformats.org/officeDocument/2006/relationships/image" Target="../media/image12.png"/></Relationships>
</file>

<file path=ppt/slides/_rels/slide5.xml.rels><?xml version="1.0" encoding="UTF-8" standalone="yes"?><Relationships xmlns="http://schemas.openxmlformats.org/package/2006/relationships"><Relationship Id="rId11" Type="http://schemas.openxmlformats.org/officeDocument/2006/relationships/image" Target="../media/image18.png"/><Relationship Id="rId10" Type="http://schemas.openxmlformats.org/officeDocument/2006/relationships/image" Target="../media/image21.png"/><Relationship Id="rId13" Type="http://schemas.openxmlformats.org/officeDocument/2006/relationships/image" Target="../media/image17.png"/><Relationship Id="rId12" Type="http://schemas.openxmlformats.org/officeDocument/2006/relationships/image" Target="../media/image23.png"/><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15.png"/><Relationship Id="rId14" Type="http://schemas.openxmlformats.org/officeDocument/2006/relationships/image" Target="../media/image24.png"/><Relationship Id="rId5" Type="http://schemas.openxmlformats.org/officeDocument/2006/relationships/image" Target="../media/image16.png"/><Relationship Id="rId6" Type="http://schemas.openxmlformats.org/officeDocument/2006/relationships/image" Target="../media/image25.png"/><Relationship Id="rId7" Type="http://schemas.openxmlformats.org/officeDocument/2006/relationships/image" Target="../media/image19.png"/><Relationship Id="rId8" Type="http://schemas.openxmlformats.org/officeDocument/2006/relationships/image" Target="../media/image14.png"/></Relationships>
</file>

<file path=ppt/slides/_rels/slide6.xml.rels><?xml version="1.0" encoding="UTF-8" standalone="yes"?><Relationships xmlns="http://schemas.openxmlformats.org/package/2006/relationships"><Relationship Id="rId10" Type="http://schemas.openxmlformats.org/officeDocument/2006/relationships/image" Target="../media/image30.png"/><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6.png"/><Relationship Id="rId4" Type="http://schemas.openxmlformats.org/officeDocument/2006/relationships/image" Target="../media/image28.png"/><Relationship Id="rId9" Type="http://schemas.openxmlformats.org/officeDocument/2006/relationships/image" Target="../media/image29.png"/><Relationship Id="rId5" Type="http://schemas.openxmlformats.org/officeDocument/2006/relationships/image" Target="../media/image21.png"/><Relationship Id="rId6" Type="http://schemas.openxmlformats.org/officeDocument/2006/relationships/image" Target="../media/image18.png"/><Relationship Id="rId7" Type="http://schemas.openxmlformats.org/officeDocument/2006/relationships/image" Target="../media/image15.png"/><Relationship Id="rId8" Type="http://schemas.openxmlformats.org/officeDocument/2006/relationships/image" Target="../media/image32.png"/></Relationships>
</file>

<file path=ppt/slides/_rels/slide7.xml.rels><?xml version="1.0" encoding="UTF-8" standalone="yes"?><Relationships xmlns="http://schemas.openxmlformats.org/package/2006/relationships"><Relationship Id="rId11" Type="http://schemas.openxmlformats.org/officeDocument/2006/relationships/image" Target="../media/image42.png"/><Relationship Id="rId10" Type="http://schemas.openxmlformats.org/officeDocument/2006/relationships/image" Target="../media/image39.png"/><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3.png"/><Relationship Id="rId4" Type="http://schemas.openxmlformats.org/officeDocument/2006/relationships/image" Target="../media/image64.png"/><Relationship Id="rId9" Type="http://schemas.openxmlformats.org/officeDocument/2006/relationships/image" Target="../media/image36.png"/><Relationship Id="rId5" Type="http://schemas.openxmlformats.org/officeDocument/2006/relationships/image" Target="../media/image102.png"/><Relationship Id="rId6" Type="http://schemas.openxmlformats.org/officeDocument/2006/relationships/image" Target="../media/image35.png"/><Relationship Id="rId7" Type="http://schemas.openxmlformats.org/officeDocument/2006/relationships/image" Target="../media/image34.png"/><Relationship Id="rId8" Type="http://schemas.openxmlformats.org/officeDocument/2006/relationships/image" Target="../media/image3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6.png"/><Relationship Id="rId4" Type="http://schemas.openxmlformats.org/officeDocument/2006/relationships/image" Target="../media/image41.png"/><Relationship Id="rId9" Type="http://schemas.openxmlformats.org/officeDocument/2006/relationships/image" Target="../media/image49.png"/><Relationship Id="rId5" Type="http://schemas.openxmlformats.org/officeDocument/2006/relationships/image" Target="../media/image38.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10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1.png"/><Relationship Id="rId4" Type="http://schemas.openxmlformats.org/officeDocument/2006/relationships/image" Target="../media/image51.png"/><Relationship Id="rId9" Type="http://schemas.openxmlformats.org/officeDocument/2006/relationships/image" Target="../media/image55.png"/><Relationship Id="rId5" Type="http://schemas.openxmlformats.org/officeDocument/2006/relationships/image" Target="../media/image29.png"/><Relationship Id="rId6" Type="http://schemas.openxmlformats.org/officeDocument/2006/relationships/image" Target="../media/image52.png"/><Relationship Id="rId7" Type="http://schemas.openxmlformats.org/officeDocument/2006/relationships/image" Target="../media/image62.png"/><Relationship Id="rId8" Type="http://schemas.openxmlformats.org/officeDocument/2006/relationships/image" Target="../media/image50.png"/></Relationships>
</file>

<file path=ppt/slides/_rels/slide10.xml.rels><?xml version="1.0" encoding="UTF-8" standalone="yes"?><Relationships xmlns="http://schemas.openxmlformats.org/package/2006/relationships"><Relationship Id="rId11" Type="http://schemas.openxmlformats.org/officeDocument/2006/relationships/image" Target="../media/image18.png"/><Relationship Id="rId10" Type="http://schemas.openxmlformats.org/officeDocument/2006/relationships/image" Target="../media/image21.png"/><Relationship Id="rId13" Type="http://schemas.openxmlformats.org/officeDocument/2006/relationships/image" Target="../media/image17.png"/><Relationship Id="rId12" Type="http://schemas.openxmlformats.org/officeDocument/2006/relationships/image" Target="../media/image23.png"/><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15.png"/><Relationship Id="rId14" Type="http://schemas.openxmlformats.org/officeDocument/2006/relationships/image" Target="../media/image24.png"/><Relationship Id="rId5" Type="http://schemas.openxmlformats.org/officeDocument/2006/relationships/image" Target="../media/image16.png"/><Relationship Id="rId6" Type="http://schemas.openxmlformats.org/officeDocument/2006/relationships/image" Target="../media/image25.png"/><Relationship Id="rId7" Type="http://schemas.openxmlformats.org/officeDocument/2006/relationships/image" Target="../media/image19.png"/><Relationship Id="rId8" Type="http://schemas.openxmlformats.org/officeDocument/2006/relationships/image" Target="../media/image14.png"/></Relationships>
</file>

<file path=ppt/slides/_rels/slide11.xml.rels><?xml version="1.0" encoding="UTF-8" standalone="yes"?><Relationships xmlns="http://schemas.openxmlformats.org/package/2006/relationships"><Relationship Id="rId10" Type="http://schemas.openxmlformats.org/officeDocument/2006/relationships/image" Target="../media/image30.png"/><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6.png"/><Relationship Id="rId4" Type="http://schemas.openxmlformats.org/officeDocument/2006/relationships/image" Target="../media/image28.png"/><Relationship Id="rId9" Type="http://schemas.openxmlformats.org/officeDocument/2006/relationships/image" Target="../media/image29.png"/><Relationship Id="rId5" Type="http://schemas.openxmlformats.org/officeDocument/2006/relationships/image" Target="../media/image21.png"/><Relationship Id="rId6" Type="http://schemas.openxmlformats.org/officeDocument/2006/relationships/image" Target="../media/image18.png"/><Relationship Id="rId7" Type="http://schemas.openxmlformats.org/officeDocument/2006/relationships/image" Target="../media/image15.png"/><Relationship Id="rId8" Type="http://schemas.openxmlformats.org/officeDocument/2006/relationships/image" Target="../media/image3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6.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102.png"/></Relationships>
</file>

<file path=ppt/slides/_rels/slide13.xml.rels><?xml version="1.0" encoding="UTF-8" standalone="yes"?><Relationships xmlns="http://schemas.openxmlformats.org/package/2006/relationships"><Relationship Id="rId11" Type="http://schemas.openxmlformats.org/officeDocument/2006/relationships/image" Target="../media/image18.png"/><Relationship Id="rId10" Type="http://schemas.openxmlformats.org/officeDocument/2006/relationships/image" Target="../media/image21.png"/><Relationship Id="rId13" Type="http://schemas.openxmlformats.org/officeDocument/2006/relationships/image" Target="../media/image17.png"/><Relationship Id="rId12" Type="http://schemas.openxmlformats.org/officeDocument/2006/relationships/image" Target="../media/image23.png"/><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15.png"/><Relationship Id="rId14" Type="http://schemas.openxmlformats.org/officeDocument/2006/relationships/image" Target="../media/image24.png"/><Relationship Id="rId5" Type="http://schemas.openxmlformats.org/officeDocument/2006/relationships/image" Target="../media/image16.png"/><Relationship Id="rId6" Type="http://schemas.openxmlformats.org/officeDocument/2006/relationships/image" Target="../media/image25.png"/><Relationship Id="rId7" Type="http://schemas.openxmlformats.org/officeDocument/2006/relationships/image" Target="../media/image19.png"/><Relationship Id="rId8" Type="http://schemas.openxmlformats.org/officeDocument/2006/relationships/image" Target="../media/image14.png"/></Relationships>
</file>

<file path=ppt/slides/_rels/slide14.xml.rels><?xml version="1.0" encoding="UTF-8" standalone="yes"?><Relationships xmlns="http://schemas.openxmlformats.org/package/2006/relationships"><Relationship Id="rId10" Type="http://schemas.openxmlformats.org/officeDocument/2006/relationships/image" Target="../media/image30.png"/><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6.png"/><Relationship Id="rId4" Type="http://schemas.openxmlformats.org/officeDocument/2006/relationships/image" Target="../media/image28.png"/><Relationship Id="rId9" Type="http://schemas.openxmlformats.org/officeDocument/2006/relationships/image" Target="../media/image29.png"/><Relationship Id="rId5" Type="http://schemas.openxmlformats.org/officeDocument/2006/relationships/image" Target="../media/image21.png"/><Relationship Id="rId6" Type="http://schemas.openxmlformats.org/officeDocument/2006/relationships/image" Target="../media/image18.png"/><Relationship Id="rId7" Type="http://schemas.openxmlformats.org/officeDocument/2006/relationships/image" Target="../media/image15.png"/><Relationship Id="rId8" Type="http://schemas.openxmlformats.org/officeDocument/2006/relationships/image" Target="../media/image3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6.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102.png"/></Relationships>
</file>

<file path=ppt/slides/_rels/slide16.xml.rels><?xml version="1.0" encoding="UTF-8" standalone="yes"?><Relationships xmlns="http://schemas.openxmlformats.org/package/2006/relationships"><Relationship Id="rId11" Type="http://schemas.openxmlformats.org/officeDocument/2006/relationships/image" Target="../media/image18.png"/><Relationship Id="rId10" Type="http://schemas.openxmlformats.org/officeDocument/2006/relationships/image" Target="../media/image21.png"/><Relationship Id="rId13" Type="http://schemas.openxmlformats.org/officeDocument/2006/relationships/image" Target="../media/image17.png"/><Relationship Id="rId12" Type="http://schemas.openxmlformats.org/officeDocument/2006/relationships/image" Target="../media/image23.png"/><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15.png"/><Relationship Id="rId14" Type="http://schemas.openxmlformats.org/officeDocument/2006/relationships/image" Target="../media/image24.png"/><Relationship Id="rId5" Type="http://schemas.openxmlformats.org/officeDocument/2006/relationships/image" Target="../media/image16.png"/><Relationship Id="rId6" Type="http://schemas.openxmlformats.org/officeDocument/2006/relationships/image" Target="../media/image25.png"/><Relationship Id="rId7" Type="http://schemas.openxmlformats.org/officeDocument/2006/relationships/image" Target="../media/image19.png"/><Relationship Id="rId8" Type="http://schemas.openxmlformats.org/officeDocument/2006/relationships/image" Target="../media/image14.png"/></Relationships>
</file>

<file path=ppt/slides/_rels/slide17.xml.rels><?xml version="1.0" encoding="UTF-8" standalone="yes"?><Relationships xmlns="http://schemas.openxmlformats.org/package/2006/relationships"><Relationship Id="rId10" Type="http://schemas.openxmlformats.org/officeDocument/2006/relationships/image" Target="../media/image82.png"/><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image37.png"/><Relationship Id="rId9" Type="http://schemas.openxmlformats.org/officeDocument/2006/relationships/image" Target="../media/image76.png"/><Relationship Id="rId5" Type="http://schemas.openxmlformats.org/officeDocument/2006/relationships/image" Target="../media/image70.png"/><Relationship Id="rId6" Type="http://schemas.openxmlformats.org/officeDocument/2006/relationships/image" Target="../media/image69.png"/><Relationship Id="rId7" Type="http://schemas.openxmlformats.org/officeDocument/2006/relationships/image" Target="../media/image103.png"/><Relationship Id="rId8" Type="http://schemas.openxmlformats.org/officeDocument/2006/relationships/image" Target="../media/image35.png"/></Relationships>
</file>

<file path=ppt/slides/_rels/slide18.xml.rels><?xml version="1.0" encoding="UTF-8" standalone="yes"?><Relationships xmlns="http://schemas.openxmlformats.org/package/2006/relationships"><Relationship Id="rId10" Type="http://schemas.openxmlformats.org/officeDocument/2006/relationships/image" Target="../media/image82.png"/><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4.png"/><Relationship Id="rId4" Type="http://schemas.openxmlformats.org/officeDocument/2006/relationships/image" Target="../media/image37.png"/><Relationship Id="rId9" Type="http://schemas.openxmlformats.org/officeDocument/2006/relationships/image" Target="../media/image76.png"/><Relationship Id="rId5" Type="http://schemas.openxmlformats.org/officeDocument/2006/relationships/image" Target="../media/image70.png"/><Relationship Id="rId6" Type="http://schemas.openxmlformats.org/officeDocument/2006/relationships/image" Target="../media/image69.png"/><Relationship Id="rId7" Type="http://schemas.openxmlformats.org/officeDocument/2006/relationships/image" Target="../media/image103.png"/><Relationship Id="rId8" Type="http://schemas.openxmlformats.org/officeDocument/2006/relationships/image" Target="../media/image35.png"/></Relationships>
</file>

<file path=ppt/slides/_rels/slide19.xml.rels><?xml version="1.0" encoding="UTF-8" standalone="yes"?><Relationships xmlns="http://schemas.openxmlformats.org/package/2006/relationships"><Relationship Id="rId11" Type="http://schemas.openxmlformats.org/officeDocument/2006/relationships/image" Target="../media/image78.png"/><Relationship Id="rId10" Type="http://schemas.openxmlformats.org/officeDocument/2006/relationships/image" Target="../media/image21.png"/><Relationship Id="rId13" Type="http://schemas.openxmlformats.org/officeDocument/2006/relationships/image" Target="../media/image85.png"/><Relationship Id="rId12" Type="http://schemas.openxmlformats.org/officeDocument/2006/relationships/image" Target="../media/image84.png"/><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75.png"/><Relationship Id="rId4" Type="http://schemas.openxmlformats.org/officeDocument/2006/relationships/image" Target="../media/image80.png"/><Relationship Id="rId9" Type="http://schemas.openxmlformats.org/officeDocument/2006/relationships/image" Target="../media/image19.png"/><Relationship Id="rId5" Type="http://schemas.openxmlformats.org/officeDocument/2006/relationships/image" Target="../media/image72.png"/><Relationship Id="rId6" Type="http://schemas.openxmlformats.org/officeDocument/2006/relationships/image" Target="../media/image15.png"/><Relationship Id="rId7" Type="http://schemas.openxmlformats.org/officeDocument/2006/relationships/image" Target="../media/image18.png"/><Relationship Id="rId8" Type="http://schemas.openxmlformats.org/officeDocument/2006/relationships/image" Target="../media/image24.png"/></Relationships>
</file>

<file path=ppt/slides/_rels/slide20.xml.rels><?xml version="1.0" encoding="UTF-8" standalone="yes"?><Relationships xmlns="http://schemas.openxmlformats.org/package/2006/relationships"><Relationship Id="rId11" Type="http://schemas.openxmlformats.org/officeDocument/2006/relationships/image" Target="../media/image35.png"/><Relationship Id="rId10" Type="http://schemas.openxmlformats.org/officeDocument/2006/relationships/image" Target="../media/image103.png"/><Relationship Id="rId12" Type="http://schemas.openxmlformats.org/officeDocument/2006/relationships/image" Target="../media/image82.png"/><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83.png"/><Relationship Id="rId4" Type="http://schemas.openxmlformats.org/officeDocument/2006/relationships/image" Target="../media/image34.png"/><Relationship Id="rId9" Type="http://schemas.openxmlformats.org/officeDocument/2006/relationships/image" Target="../media/image78.png"/><Relationship Id="rId5" Type="http://schemas.openxmlformats.org/officeDocument/2006/relationships/image" Target="../media/image37.png"/><Relationship Id="rId6" Type="http://schemas.openxmlformats.org/officeDocument/2006/relationships/image" Target="../media/image70.png"/><Relationship Id="rId7" Type="http://schemas.openxmlformats.org/officeDocument/2006/relationships/image" Target="../media/image69.png"/><Relationship Id="rId8" Type="http://schemas.openxmlformats.org/officeDocument/2006/relationships/image" Target="../media/image87.png"/></Relationships>
</file>

<file path=ppt/slides/_rels/slide21.xml.rels><?xml version="1.0" encoding="UTF-8" standalone="yes"?><Relationships xmlns="http://schemas.openxmlformats.org/package/2006/relationships"><Relationship Id="rId10" Type="http://schemas.openxmlformats.org/officeDocument/2006/relationships/image" Target="../media/image82.png"/><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4.png"/><Relationship Id="rId4" Type="http://schemas.openxmlformats.org/officeDocument/2006/relationships/image" Target="../media/image37.png"/><Relationship Id="rId9" Type="http://schemas.openxmlformats.org/officeDocument/2006/relationships/image" Target="../media/image35.png"/><Relationship Id="rId5" Type="http://schemas.openxmlformats.org/officeDocument/2006/relationships/image" Target="../media/image70.png"/><Relationship Id="rId6" Type="http://schemas.openxmlformats.org/officeDocument/2006/relationships/image" Target="../media/image69.png"/><Relationship Id="rId7" Type="http://schemas.openxmlformats.org/officeDocument/2006/relationships/image" Target="../media/image93.png"/><Relationship Id="rId8" Type="http://schemas.openxmlformats.org/officeDocument/2006/relationships/image" Target="../media/image103.png"/></Relationships>
</file>

<file path=ppt/slides/_rels/slide22.xml.rels><?xml version="1.0" encoding="UTF-8" standalone="yes"?><Relationships xmlns="http://schemas.openxmlformats.org/package/2006/relationships"><Relationship Id="rId11" Type="http://schemas.openxmlformats.org/officeDocument/2006/relationships/image" Target="../media/image18.png"/><Relationship Id="rId10" Type="http://schemas.openxmlformats.org/officeDocument/2006/relationships/image" Target="../media/image21.png"/><Relationship Id="rId13" Type="http://schemas.openxmlformats.org/officeDocument/2006/relationships/image" Target="../media/image17.png"/><Relationship Id="rId12" Type="http://schemas.openxmlformats.org/officeDocument/2006/relationships/image" Target="../media/image23.png"/><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15.png"/><Relationship Id="rId14" Type="http://schemas.openxmlformats.org/officeDocument/2006/relationships/image" Target="../media/image24.png"/><Relationship Id="rId5" Type="http://schemas.openxmlformats.org/officeDocument/2006/relationships/image" Target="../media/image16.png"/><Relationship Id="rId6" Type="http://schemas.openxmlformats.org/officeDocument/2006/relationships/image" Target="../media/image25.png"/><Relationship Id="rId7" Type="http://schemas.openxmlformats.org/officeDocument/2006/relationships/image" Target="../media/image19.png"/><Relationship Id="rId8"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6.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102.png"/><Relationship Id="rId7" Type="http://schemas.openxmlformats.org/officeDocument/2006/relationships/image" Target="../media/image8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8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5.png"/><Relationship Id="rId4" Type="http://schemas.openxmlformats.org/officeDocument/2006/relationships/image" Target="../media/image18.png"/><Relationship Id="rId5" Type="http://schemas.openxmlformats.org/officeDocument/2006/relationships/image" Target="../media/image24.png"/><Relationship Id="rId6" Type="http://schemas.openxmlformats.org/officeDocument/2006/relationships/image" Target="../media/image19.png"/><Relationship Id="rId7" Type="http://schemas.openxmlformats.org/officeDocument/2006/relationships/image" Target="../media/image21.png"/><Relationship Id="rId8" Type="http://schemas.openxmlformats.org/officeDocument/2006/relationships/image" Target="../media/image90.png"/></Relationships>
</file>

<file path=ppt/slides/_rels/slide26.xml.rels><?xml version="1.0" encoding="UTF-8" standalone="yes"?><Relationships xmlns="http://schemas.openxmlformats.org/package/2006/relationships"><Relationship Id="rId10" Type="http://schemas.openxmlformats.org/officeDocument/2006/relationships/image" Target="../media/image35.png"/><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4.png"/><Relationship Id="rId4" Type="http://schemas.openxmlformats.org/officeDocument/2006/relationships/image" Target="../media/image37.png"/><Relationship Id="rId9" Type="http://schemas.openxmlformats.org/officeDocument/2006/relationships/image" Target="../media/image103.png"/><Relationship Id="rId5" Type="http://schemas.openxmlformats.org/officeDocument/2006/relationships/image" Target="../media/image70.png"/><Relationship Id="rId6" Type="http://schemas.openxmlformats.org/officeDocument/2006/relationships/image" Target="../media/image69.png"/><Relationship Id="rId7" Type="http://schemas.openxmlformats.org/officeDocument/2006/relationships/image" Target="../media/image82.png"/><Relationship Id="rId8" Type="http://schemas.openxmlformats.org/officeDocument/2006/relationships/image" Target="../media/image94.png"/></Relationships>
</file>

<file path=ppt/slides/_rels/slide27.xml.rels><?xml version="1.0" encoding="UTF-8" standalone="yes"?><Relationships xmlns="http://schemas.openxmlformats.org/package/2006/relationships"><Relationship Id="rId10" Type="http://schemas.openxmlformats.org/officeDocument/2006/relationships/image" Target="../media/image35.png"/><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4.png"/><Relationship Id="rId4" Type="http://schemas.openxmlformats.org/officeDocument/2006/relationships/image" Target="../media/image37.png"/><Relationship Id="rId9" Type="http://schemas.openxmlformats.org/officeDocument/2006/relationships/image" Target="../media/image103.png"/><Relationship Id="rId5" Type="http://schemas.openxmlformats.org/officeDocument/2006/relationships/image" Target="../media/image70.png"/><Relationship Id="rId6" Type="http://schemas.openxmlformats.org/officeDocument/2006/relationships/image" Target="../media/image69.png"/><Relationship Id="rId7" Type="http://schemas.openxmlformats.org/officeDocument/2006/relationships/image" Target="../media/image82.png"/><Relationship Id="rId8" Type="http://schemas.openxmlformats.org/officeDocument/2006/relationships/image" Target="../media/image94.png"/></Relationships>
</file>

<file path=ppt/slides/_rels/slide28.xml.rels><?xml version="1.0" encoding="UTF-8" standalone="yes"?><Relationships xmlns="http://schemas.openxmlformats.org/package/2006/relationships"><Relationship Id="rId10" Type="http://schemas.openxmlformats.org/officeDocument/2006/relationships/image" Target="../media/image35.png"/><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4.png"/><Relationship Id="rId4" Type="http://schemas.openxmlformats.org/officeDocument/2006/relationships/image" Target="../media/image37.png"/><Relationship Id="rId9" Type="http://schemas.openxmlformats.org/officeDocument/2006/relationships/image" Target="../media/image103.png"/><Relationship Id="rId5" Type="http://schemas.openxmlformats.org/officeDocument/2006/relationships/image" Target="../media/image70.png"/><Relationship Id="rId6" Type="http://schemas.openxmlformats.org/officeDocument/2006/relationships/image" Target="../media/image69.png"/><Relationship Id="rId7" Type="http://schemas.openxmlformats.org/officeDocument/2006/relationships/image" Target="../media/image82.png"/><Relationship Id="rId8" Type="http://schemas.openxmlformats.org/officeDocument/2006/relationships/image" Target="../media/image9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4.png"/><Relationship Id="rId4" Type="http://schemas.openxmlformats.org/officeDocument/2006/relationships/image" Target="../media/image37.png"/><Relationship Id="rId9" Type="http://schemas.openxmlformats.org/officeDocument/2006/relationships/image" Target="../media/image35.png"/><Relationship Id="rId5" Type="http://schemas.openxmlformats.org/officeDocument/2006/relationships/image" Target="../media/image70.png"/><Relationship Id="rId6" Type="http://schemas.openxmlformats.org/officeDocument/2006/relationships/image" Target="../media/image69.png"/><Relationship Id="rId7" Type="http://schemas.openxmlformats.org/officeDocument/2006/relationships/image" Target="../media/image82.png"/><Relationship Id="rId8" Type="http://schemas.openxmlformats.org/officeDocument/2006/relationships/image" Target="../media/image13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4.png"/><Relationship Id="rId4" Type="http://schemas.openxmlformats.org/officeDocument/2006/relationships/image" Target="../media/image37.png"/><Relationship Id="rId9" Type="http://schemas.openxmlformats.org/officeDocument/2006/relationships/image" Target="../media/image35.png"/><Relationship Id="rId5" Type="http://schemas.openxmlformats.org/officeDocument/2006/relationships/image" Target="../media/image70.png"/><Relationship Id="rId6" Type="http://schemas.openxmlformats.org/officeDocument/2006/relationships/image" Target="../media/image69.png"/><Relationship Id="rId7" Type="http://schemas.openxmlformats.org/officeDocument/2006/relationships/image" Target="../media/image82.png"/><Relationship Id="rId8" Type="http://schemas.openxmlformats.org/officeDocument/2006/relationships/image" Target="../media/image1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5.png"/><Relationship Id="rId4" Type="http://schemas.openxmlformats.org/officeDocument/2006/relationships/image" Target="../media/image18.png"/><Relationship Id="rId5" Type="http://schemas.openxmlformats.org/officeDocument/2006/relationships/image" Target="../media/image24.png"/><Relationship Id="rId6" Type="http://schemas.openxmlformats.org/officeDocument/2006/relationships/image" Target="../media/image19.png"/><Relationship Id="rId7" Type="http://schemas.openxmlformats.org/officeDocument/2006/relationships/image" Target="../media/image21.png"/><Relationship Id="rId8" Type="http://schemas.openxmlformats.org/officeDocument/2006/relationships/image" Target="../media/image95.png"/></Relationships>
</file>

<file path=ppt/slides/_rels/slide32.xml.rels><?xml version="1.0" encoding="UTF-8" standalone="yes"?><Relationships xmlns="http://schemas.openxmlformats.org/package/2006/relationships"><Relationship Id="rId11" Type="http://schemas.openxmlformats.org/officeDocument/2006/relationships/image" Target="../media/image18.png"/><Relationship Id="rId10" Type="http://schemas.openxmlformats.org/officeDocument/2006/relationships/image" Target="../media/image21.png"/><Relationship Id="rId13" Type="http://schemas.openxmlformats.org/officeDocument/2006/relationships/image" Target="../media/image17.png"/><Relationship Id="rId12" Type="http://schemas.openxmlformats.org/officeDocument/2006/relationships/image" Target="../media/image23.png"/><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15.png"/><Relationship Id="rId14" Type="http://schemas.openxmlformats.org/officeDocument/2006/relationships/image" Target="../media/image24.png"/><Relationship Id="rId5" Type="http://schemas.openxmlformats.org/officeDocument/2006/relationships/image" Target="../media/image16.png"/><Relationship Id="rId6" Type="http://schemas.openxmlformats.org/officeDocument/2006/relationships/image" Target="../media/image25.png"/><Relationship Id="rId7" Type="http://schemas.openxmlformats.org/officeDocument/2006/relationships/image" Target="../media/image19.png"/><Relationship Id="rId8"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4.png"/><Relationship Id="rId4" Type="http://schemas.openxmlformats.org/officeDocument/2006/relationships/image" Target="../media/image37.png"/><Relationship Id="rId9" Type="http://schemas.openxmlformats.org/officeDocument/2006/relationships/image" Target="../media/image96.png"/><Relationship Id="rId5" Type="http://schemas.openxmlformats.org/officeDocument/2006/relationships/image" Target="../media/image70.png"/><Relationship Id="rId6" Type="http://schemas.openxmlformats.org/officeDocument/2006/relationships/image" Target="../media/image69.png"/><Relationship Id="rId7" Type="http://schemas.openxmlformats.org/officeDocument/2006/relationships/image" Target="../media/image82.png"/><Relationship Id="rId8" Type="http://schemas.openxmlformats.org/officeDocument/2006/relationships/image" Target="../media/image35.png"/></Relationships>
</file>

<file path=ppt/slides/_rels/slide34.xml.rels><?xml version="1.0" encoding="UTF-8" standalone="yes"?><Relationships xmlns="http://schemas.openxmlformats.org/package/2006/relationships"><Relationship Id="rId11" Type="http://schemas.openxmlformats.org/officeDocument/2006/relationships/image" Target="../media/image82.png"/><Relationship Id="rId10" Type="http://schemas.openxmlformats.org/officeDocument/2006/relationships/image" Target="../media/image96.png"/><Relationship Id="rId12" Type="http://schemas.openxmlformats.org/officeDocument/2006/relationships/image" Target="../media/image103.png"/><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98.png"/><Relationship Id="rId4" Type="http://schemas.openxmlformats.org/officeDocument/2006/relationships/image" Target="../media/image34.png"/><Relationship Id="rId9" Type="http://schemas.openxmlformats.org/officeDocument/2006/relationships/image" Target="../media/image78.png"/><Relationship Id="rId5" Type="http://schemas.openxmlformats.org/officeDocument/2006/relationships/image" Target="../media/image37.png"/><Relationship Id="rId6" Type="http://schemas.openxmlformats.org/officeDocument/2006/relationships/image" Target="../media/image35.png"/><Relationship Id="rId7" Type="http://schemas.openxmlformats.org/officeDocument/2006/relationships/image" Target="../media/image70.png"/><Relationship Id="rId8" Type="http://schemas.openxmlformats.org/officeDocument/2006/relationships/image" Target="../media/image69.png"/></Relationships>
</file>

<file path=ppt/slides/_rels/slide35.xml.rels><?xml version="1.0" encoding="UTF-8" standalone="yes"?><Relationships xmlns="http://schemas.openxmlformats.org/package/2006/relationships"><Relationship Id="rId11" Type="http://schemas.openxmlformats.org/officeDocument/2006/relationships/image" Target="../media/image78.png"/><Relationship Id="rId10" Type="http://schemas.openxmlformats.org/officeDocument/2006/relationships/image" Target="../media/image21.png"/><Relationship Id="rId12" Type="http://schemas.openxmlformats.org/officeDocument/2006/relationships/image" Target="../media/image140.png"/><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75.png"/><Relationship Id="rId4" Type="http://schemas.openxmlformats.org/officeDocument/2006/relationships/image" Target="../media/image80.png"/><Relationship Id="rId9" Type="http://schemas.openxmlformats.org/officeDocument/2006/relationships/image" Target="../media/image19.png"/><Relationship Id="rId5" Type="http://schemas.openxmlformats.org/officeDocument/2006/relationships/image" Target="../media/image72.png"/><Relationship Id="rId6" Type="http://schemas.openxmlformats.org/officeDocument/2006/relationships/image" Target="../media/image15.png"/><Relationship Id="rId7" Type="http://schemas.openxmlformats.org/officeDocument/2006/relationships/image" Target="../media/image18.png"/><Relationship Id="rId8" Type="http://schemas.openxmlformats.org/officeDocument/2006/relationships/image" Target="../media/image24.png"/></Relationships>
</file>

<file path=ppt/slides/_rels/slide36.xml.rels><?xml version="1.0" encoding="UTF-8" standalone="yes"?><Relationships xmlns="http://schemas.openxmlformats.org/package/2006/relationships"><Relationship Id="rId11" Type="http://schemas.openxmlformats.org/officeDocument/2006/relationships/image" Target="../media/image78.png"/><Relationship Id="rId10" Type="http://schemas.openxmlformats.org/officeDocument/2006/relationships/image" Target="../media/image21.png"/><Relationship Id="rId12" Type="http://schemas.openxmlformats.org/officeDocument/2006/relationships/image" Target="../media/image109.png"/><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75.png"/><Relationship Id="rId4" Type="http://schemas.openxmlformats.org/officeDocument/2006/relationships/image" Target="../media/image80.png"/><Relationship Id="rId9" Type="http://schemas.openxmlformats.org/officeDocument/2006/relationships/image" Target="../media/image19.png"/><Relationship Id="rId5" Type="http://schemas.openxmlformats.org/officeDocument/2006/relationships/image" Target="../media/image72.png"/><Relationship Id="rId6" Type="http://schemas.openxmlformats.org/officeDocument/2006/relationships/image" Target="../media/image15.png"/><Relationship Id="rId7" Type="http://schemas.openxmlformats.org/officeDocument/2006/relationships/image" Target="../media/image18.png"/><Relationship Id="rId8" Type="http://schemas.openxmlformats.org/officeDocument/2006/relationships/image" Target="../media/image24.png"/></Relationships>
</file>

<file path=ppt/slides/_rels/slide37.xml.rels><?xml version="1.0" encoding="UTF-8" standalone="yes"?><Relationships xmlns="http://schemas.openxmlformats.org/package/2006/relationships"><Relationship Id="rId11" Type="http://schemas.openxmlformats.org/officeDocument/2006/relationships/image" Target="../media/image78.png"/><Relationship Id="rId10" Type="http://schemas.openxmlformats.org/officeDocument/2006/relationships/image" Target="../media/image21.png"/><Relationship Id="rId12" Type="http://schemas.openxmlformats.org/officeDocument/2006/relationships/image" Target="../media/image111.png"/><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75.png"/><Relationship Id="rId4" Type="http://schemas.openxmlformats.org/officeDocument/2006/relationships/image" Target="../media/image80.png"/><Relationship Id="rId9" Type="http://schemas.openxmlformats.org/officeDocument/2006/relationships/image" Target="../media/image19.png"/><Relationship Id="rId5" Type="http://schemas.openxmlformats.org/officeDocument/2006/relationships/image" Target="../media/image72.png"/><Relationship Id="rId6" Type="http://schemas.openxmlformats.org/officeDocument/2006/relationships/image" Target="../media/image15.png"/><Relationship Id="rId7" Type="http://schemas.openxmlformats.org/officeDocument/2006/relationships/image" Target="../media/image18.png"/><Relationship Id="rId8" Type="http://schemas.openxmlformats.org/officeDocument/2006/relationships/image" Target="../media/image24.png"/></Relationships>
</file>

<file path=ppt/slides/_rels/slide38.xml.rels><?xml version="1.0" encoding="UTF-8" standalone="yes"?><Relationships xmlns="http://schemas.openxmlformats.org/package/2006/relationships"><Relationship Id="rId11" Type="http://schemas.openxmlformats.org/officeDocument/2006/relationships/image" Target="../media/image18.png"/><Relationship Id="rId10" Type="http://schemas.openxmlformats.org/officeDocument/2006/relationships/image" Target="../media/image21.png"/><Relationship Id="rId13" Type="http://schemas.openxmlformats.org/officeDocument/2006/relationships/image" Target="../media/image17.png"/><Relationship Id="rId12" Type="http://schemas.openxmlformats.org/officeDocument/2006/relationships/image" Target="../media/image23.png"/><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15.png"/><Relationship Id="rId14" Type="http://schemas.openxmlformats.org/officeDocument/2006/relationships/image" Target="../media/image24.png"/><Relationship Id="rId5" Type="http://schemas.openxmlformats.org/officeDocument/2006/relationships/image" Target="../media/image16.png"/><Relationship Id="rId6" Type="http://schemas.openxmlformats.org/officeDocument/2006/relationships/image" Target="../media/image25.png"/><Relationship Id="rId7" Type="http://schemas.openxmlformats.org/officeDocument/2006/relationships/image" Target="../media/image19.png"/><Relationship Id="rId8" Type="http://schemas.openxmlformats.org/officeDocument/2006/relationships/image" Target="../media/image1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4.png"/><Relationship Id="rId4" Type="http://schemas.openxmlformats.org/officeDocument/2006/relationships/image" Target="../media/image37.png"/><Relationship Id="rId9" Type="http://schemas.openxmlformats.org/officeDocument/2006/relationships/image" Target="../media/image35.png"/><Relationship Id="rId5" Type="http://schemas.openxmlformats.org/officeDocument/2006/relationships/image" Target="../media/image70.png"/><Relationship Id="rId6" Type="http://schemas.openxmlformats.org/officeDocument/2006/relationships/image" Target="../media/image69.png"/><Relationship Id="rId7" Type="http://schemas.openxmlformats.org/officeDocument/2006/relationships/image" Target="../media/image82.png"/><Relationship Id="rId8" Type="http://schemas.openxmlformats.org/officeDocument/2006/relationships/image" Target="../media/image115.png"/></Relationships>
</file>

<file path=ppt/slides/_rels/slide40.xml.rels><?xml version="1.0" encoding="UTF-8" standalone="yes"?><Relationships xmlns="http://schemas.openxmlformats.org/package/2006/relationships"><Relationship Id="rId11" Type="http://schemas.openxmlformats.org/officeDocument/2006/relationships/image" Target="../media/image18.png"/><Relationship Id="rId10" Type="http://schemas.openxmlformats.org/officeDocument/2006/relationships/image" Target="../media/image21.png"/><Relationship Id="rId13" Type="http://schemas.openxmlformats.org/officeDocument/2006/relationships/image" Target="../media/image17.png"/><Relationship Id="rId12" Type="http://schemas.openxmlformats.org/officeDocument/2006/relationships/image" Target="../media/image23.png"/><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15.png"/><Relationship Id="rId14" Type="http://schemas.openxmlformats.org/officeDocument/2006/relationships/image" Target="../media/image24.png"/><Relationship Id="rId5" Type="http://schemas.openxmlformats.org/officeDocument/2006/relationships/image" Target="../media/image16.png"/><Relationship Id="rId6" Type="http://schemas.openxmlformats.org/officeDocument/2006/relationships/image" Target="../media/image25.png"/><Relationship Id="rId7" Type="http://schemas.openxmlformats.org/officeDocument/2006/relationships/image" Target="../media/image19.png"/><Relationship Id="rId8" Type="http://schemas.openxmlformats.org/officeDocument/2006/relationships/image" Target="../media/image1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26.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10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26.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10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26.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102.png"/></Relationships>
</file>

<file path=ppt/slides/_rels/slide44.xml.rels><?xml version="1.0" encoding="UTF-8" standalone="yes"?><Relationships xmlns="http://schemas.openxmlformats.org/package/2006/relationships"><Relationship Id="rId11" Type="http://schemas.openxmlformats.org/officeDocument/2006/relationships/image" Target="../media/image102.png"/><Relationship Id="rId10" Type="http://schemas.openxmlformats.org/officeDocument/2006/relationships/image" Target="../media/image119.png"/><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34.png"/><Relationship Id="rId4" Type="http://schemas.openxmlformats.org/officeDocument/2006/relationships/image" Target="../media/image37.png"/><Relationship Id="rId9" Type="http://schemas.openxmlformats.org/officeDocument/2006/relationships/image" Target="../media/image39.png"/><Relationship Id="rId5" Type="http://schemas.openxmlformats.org/officeDocument/2006/relationships/image" Target="../media/image36.png"/><Relationship Id="rId6" Type="http://schemas.openxmlformats.org/officeDocument/2006/relationships/image" Target="../media/image33.png"/><Relationship Id="rId7" Type="http://schemas.openxmlformats.org/officeDocument/2006/relationships/image" Target="../media/image108.png"/><Relationship Id="rId8" Type="http://schemas.openxmlformats.org/officeDocument/2006/relationships/image" Target="../media/image35.png"/></Relationships>
</file>

<file path=ppt/slides/_rels/slide45.xml.rels><?xml version="1.0" encoding="UTF-8" standalone="yes"?><Relationships xmlns="http://schemas.openxmlformats.org/package/2006/relationships"><Relationship Id="rId10" Type="http://schemas.openxmlformats.org/officeDocument/2006/relationships/image" Target="../media/image117.png"/><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18.png"/><Relationship Id="rId4" Type="http://schemas.openxmlformats.org/officeDocument/2006/relationships/image" Target="../media/image106.png"/><Relationship Id="rId9" Type="http://schemas.openxmlformats.org/officeDocument/2006/relationships/image" Target="../media/image35.png"/><Relationship Id="rId5" Type="http://schemas.openxmlformats.org/officeDocument/2006/relationships/image" Target="../media/image116.png"/><Relationship Id="rId6" Type="http://schemas.openxmlformats.org/officeDocument/2006/relationships/image" Target="../media/image32.png"/><Relationship Id="rId7" Type="http://schemas.openxmlformats.org/officeDocument/2006/relationships/image" Target="../media/image114.png"/><Relationship Id="rId8" Type="http://schemas.openxmlformats.org/officeDocument/2006/relationships/image" Target="../media/image11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34.png"/><Relationship Id="rId4" Type="http://schemas.openxmlformats.org/officeDocument/2006/relationships/image" Target="../media/image37.png"/><Relationship Id="rId5" Type="http://schemas.openxmlformats.org/officeDocument/2006/relationships/image" Target="../media/image36.png"/><Relationship Id="rId6" Type="http://schemas.openxmlformats.org/officeDocument/2006/relationships/image" Target="../media/image110.png"/><Relationship Id="rId7" Type="http://schemas.openxmlformats.org/officeDocument/2006/relationships/image" Target="../media/image12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34.png"/><Relationship Id="rId4" Type="http://schemas.openxmlformats.org/officeDocument/2006/relationships/image" Target="../media/image37.png"/><Relationship Id="rId5" Type="http://schemas.openxmlformats.org/officeDocument/2006/relationships/image" Target="../media/image36.png"/><Relationship Id="rId6" Type="http://schemas.openxmlformats.org/officeDocument/2006/relationships/image" Target="../media/image110.png"/><Relationship Id="rId7" Type="http://schemas.openxmlformats.org/officeDocument/2006/relationships/image" Target="../media/image120.png"/><Relationship Id="rId8" Type="http://schemas.openxmlformats.org/officeDocument/2006/relationships/image" Target="../media/image129.png"/></Relationships>
</file>

<file path=ppt/slides/_rels/slide48.xml.rels><?xml version="1.0" encoding="UTF-8" standalone="yes"?><Relationships xmlns="http://schemas.openxmlformats.org/package/2006/relationships"><Relationship Id="rId10" Type="http://schemas.openxmlformats.org/officeDocument/2006/relationships/image" Target="../media/image117.png"/><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18.png"/><Relationship Id="rId4" Type="http://schemas.openxmlformats.org/officeDocument/2006/relationships/image" Target="../media/image106.png"/><Relationship Id="rId9" Type="http://schemas.openxmlformats.org/officeDocument/2006/relationships/image" Target="../media/image35.png"/><Relationship Id="rId5" Type="http://schemas.openxmlformats.org/officeDocument/2006/relationships/image" Target="../media/image116.png"/><Relationship Id="rId6" Type="http://schemas.openxmlformats.org/officeDocument/2006/relationships/image" Target="../media/image32.png"/><Relationship Id="rId7" Type="http://schemas.openxmlformats.org/officeDocument/2006/relationships/image" Target="../media/image114.png"/><Relationship Id="rId8" Type="http://schemas.openxmlformats.org/officeDocument/2006/relationships/image" Target="../media/image11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34.png"/><Relationship Id="rId4" Type="http://schemas.openxmlformats.org/officeDocument/2006/relationships/image" Target="../media/image37.png"/><Relationship Id="rId5" Type="http://schemas.openxmlformats.org/officeDocument/2006/relationships/image" Target="../media/image36.png"/><Relationship Id="rId6" Type="http://schemas.openxmlformats.org/officeDocument/2006/relationships/image" Target="../media/image110.png"/><Relationship Id="rId7" Type="http://schemas.openxmlformats.org/officeDocument/2006/relationships/image" Target="../media/image120.png"/><Relationship Id="rId8" Type="http://schemas.openxmlformats.org/officeDocument/2006/relationships/image" Target="../media/image129.png"/></Relationships>
</file>

<file path=ppt/slides/_rels/slide50.xml.rels><?xml version="1.0" encoding="UTF-8" standalone="yes"?><Relationships xmlns="http://schemas.openxmlformats.org/package/2006/relationships"><Relationship Id="rId10" Type="http://schemas.openxmlformats.org/officeDocument/2006/relationships/image" Target="../media/image117.png"/><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18.png"/><Relationship Id="rId4" Type="http://schemas.openxmlformats.org/officeDocument/2006/relationships/image" Target="../media/image106.png"/><Relationship Id="rId9" Type="http://schemas.openxmlformats.org/officeDocument/2006/relationships/image" Target="../media/image35.png"/><Relationship Id="rId5" Type="http://schemas.openxmlformats.org/officeDocument/2006/relationships/image" Target="../media/image116.png"/><Relationship Id="rId6" Type="http://schemas.openxmlformats.org/officeDocument/2006/relationships/image" Target="../media/image32.png"/><Relationship Id="rId7" Type="http://schemas.openxmlformats.org/officeDocument/2006/relationships/image" Target="../media/image114.png"/><Relationship Id="rId8" Type="http://schemas.openxmlformats.org/officeDocument/2006/relationships/image" Target="../media/image11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34.png"/><Relationship Id="rId4" Type="http://schemas.openxmlformats.org/officeDocument/2006/relationships/image" Target="../media/image37.png"/><Relationship Id="rId5" Type="http://schemas.openxmlformats.org/officeDocument/2006/relationships/image" Target="../media/image36.png"/><Relationship Id="rId6" Type="http://schemas.openxmlformats.org/officeDocument/2006/relationships/image" Target="../media/image110.png"/><Relationship Id="rId7" Type="http://schemas.openxmlformats.org/officeDocument/2006/relationships/image" Target="../media/image12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32.png"/><Relationship Id="rId4" Type="http://schemas.openxmlformats.org/officeDocument/2006/relationships/image" Target="../media/image1.png"/><Relationship Id="rId5" Type="http://schemas.openxmlformats.org/officeDocument/2006/relationships/image" Target="../media/image10.png"/><Relationship Id="rId6" Type="http://schemas.openxmlformats.org/officeDocument/2006/relationships/image" Target="../media/image13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143.png"/><Relationship Id="rId4" Type="http://schemas.openxmlformats.org/officeDocument/2006/relationships/image" Target="../media/image138.png"/><Relationship Id="rId5" Type="http://schemas.openxmlformats.org/officeDocument/2006/relationships/image" Target="../media/image133.png"/><Relationship Id="rId6" Type="http://schemas.openxmlformats.org/officeDocument/2006/relationships/image" Target="../media/image135.png"/><Relationship Id="rId7" Type="http://schemas.openxmlformats.org/officeDocument/2006/relationships/image" Target="../media/image3.png"/></Relationships>
</file>

<file path=ppt/slides/_rels/slide54.xml.rels><?xml version="1.0" encoding="UTF-8" standalone="yes"?><Relationships xmlns="http://schemas.openxmlformats.org/package/2006/relationships"><Relationship Id="rId11" Type="http://schemas.openxmlformats.org/officeDocument/2006/relationships/image" Target="../media/image19.png"/><Relationship Id="rId10" Type="http://schemas.openxmlformats.org/officeDocument/2006/relationships/hyperlink" Target="https://spicturess.blogspot.com/2018/11/download-networking-para-el-hogar-y.html" TargetMode="External"/><Relationship Id="rId13" Type="http://schemas.openxmlformats.org/officeDocument/2006/relationships/image" Target="../media/image102.png"/><Relationship Id="rId12" Type="http://schemas.openxmlformats.org/officeDocument/2006/relationships/image" Target="../media/image142.png"/><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139.png"/><Relationship Id="rId4" Type="http://schemas.openxmlformats.org/officeDocument/2006/relationships/image" Target="../media/image33.png"/><Relationship Id="rId9" Type="http://schemas.openxmlformats.org/officeDocument/2006/relationships/image" Target="../media/image147.png"/><Relationship Id="rId5" Type="http://schemas.openxmlformats.org/officeDocument/2006/relationships/image" Target="../media/image26.png"/><Relationship Id="rId6" Type="http://schemas.openxmlformats.org/officeDocument/2006/relationships/image" Target="../media/image21.png"/><Relationship Id="rId7" Type="http://schemas.openxmlformats.org/officeDocument/2006/relationships/image" Target="../media/image15.png"/><Relationship Id="rId8" Type="http://schemas.openxmlformats.org/officeDocument/2006/relationships/image" Target="../media/image136.png"/></Relationships>
</file>

<file path=ppt/slides/_rels/slide55.xml.rels><?xml version="1.0" encoding="UTF-8" standalone="yes"?><Relationships xmlns="http://schemas.openxmlformats.org/package/2006/relationships"><Relationship Id="rId11" Type="http://schemas.openxmlformats.org/officeDocument/2006/relationships/image" Target="../media/image142.png"/><Relationship Id="rId10" Type="http://schemas.openxmlformats.org/officeDocument/2006/relationships/image" Target="../media/image19.png"/><Relationship Id="rId12" Type="http://schemas.openxmlformats.org/officeDocument/2006/relationships/image" Target="../media/image102.png"/><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139.png"/><Relationship Id="rId4" Type="http://schemas.openxmlformats.org/officeDocument/2006/relationships/image" Target="../media/image33.png"/><Relationship Id="rId9" Type="http://schemas.openxmlformats.org/officeDocument/2006/relationships/image" Target="../media/image147.png"/><Relationship Id="rId5" Type="http://schemas.openxmlformats.org/officeDocument/2006/relationships/image" Target="../media/image26.png"/><Relationship Id="rId6" Type="http://schemas.openxmlformats.org/officeDocument/2006/relationships/image" Target="../media/image21.png"/><Relationship Id="rId7" Type="http://schemas.openxmlformats.org/officeDocument/2006/relationships/image" Target="../media/image15.png"/><Relationship Id="rId8" Type="http://schemas.openxmlformats.org/officeDocument/2006/relationships/image" Target="../media/image136.png"/></Relationships>
</file>

<file path=ppt/slides/_rels/slide56.xml.rels><?xml version="1.0" encoding="UTF-8" standalone="yes"?><Relationships xmlns="http://schemas.openxmlformats.org/package/2006/relationships"><Relationship Id="rId11" Type="http://schemas.openxmlformats.org/officeDocument/2006/relationships/image" Target="../media/image142.png"/><Relationship Id="rId10" Type="http://schemas.openxmlformats.org/officeDocument/2006/relationships/image" Target="../media/image19.png"/><Relationship Id="rId12" Type="http://schemas.openxmlformats.org/officeDocument/2006/relationships/image" Target="../media/image102.png"/><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139.png"/><Relationship Id="rId4" Type="http://schemas.openxmlformats.org/officeDocument/2006/relationships/image" Target="../media/image33.png"/><Relationship Id="rId9" Type="http://schemas.openxmlformats.org/officeDocument/2006/relationships/image" Target="../media/image147.png"/><Relationship Id="rId5" Type="http://schemas.openxmlformats.org/officeDocument/2006/relationships/image" Target="../media/image26.png"/><Relationship Id="rId6" Type="http://schemas.openxmlformats.org/officeDocument/2006/relationships/image" Target="../media/image21.png"/><Relationship Id="rId7" Type="http://schemas.openxmlformats.org/officeDocument/2006/relationships/image" Target="../media/image15.png"/><Relationship Id="rId8" Type="http://schemas.openxmlformats.org/officeDocument/2006/relationships/image" Target="../media/image13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145.png"/><Relationship Id="rId4" Type="http://schemas.openxmlformats.org/officeDocument/2006/relationships/image" Target="../media/image149.png"/><Relationship Id="rId5" Type="http://schemas.openxmlformats.org/officeDocument/2006/relationships/image" Target="../media/image150.png"/><Relationship Id="rId6" Type="http://schemas.openxmlformats.org/officeDocument/2006/relationships/hyperlink" Target="https://spicturess.blogspot.com/2018/11/download-networking-para-el-hogar-y.ht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p:nvPr/>
        </p:nvSpPr>
        <p:spPr>
          <a:xfrm>
            <a:off x="16560" y="0"/>
            <a:ext cx="18253424" cy="10286619"/>
          </a:xfrm>
          <a:custGeom>
            <a:rect b="b" l="l" r="r" t="t"/>
            <a:pathLst>
              <a:path extrusionOk="0" h="13715492" w="24337899">
                <a:moveTo>
                  <a:pt x="0" y="0"/>
                </a:moveTo>
                <a:lnTo>
                  <a:pt x="24337899" y="0"/>
                </a:lnTo>
                <a:lnTo>
                  <a:pt x="24337899" y="13715492"/>
                </a:lnTo>
                <a:lnTo>
                  <a:pt x="0" y="13715492"/>
                </a:lnTo>
                <a:lnTo>
                  <a:pt x="0" y="0"/>
                </a:lnTo>
                <a:close/>
              </a:path>
            </a:pathLst>
          </a:custGeom>
          <a:blipFill rotWithShape="1">
            <a:blip r:embed="rId3">
              <a:alphaModFix amt="62000"/>
            </a:blip>
            <a:stretch>
              <a:fillRect b="0" l="0" r="0" t="0"/>
            </a:stretch>
          </a:blipFill>
          <a:ln>
            <a:noFill/>
          </a:ln>
        </p:spPr>
      </p:sp>
      <p:graphicFrame>
        <p:nvGraphicFramePr>
          <p:cNvPr id="89" name="Google Shape;89;p1"/>
          <p:cNvGraphicFramePr/>
          <p:nvPr/>
        </p:nvGraphicFramePr>
        <p:xfrm>
          <a:off x="7986460" y="1940400"/>
          <a:ext cx="3000000" cy="3000000"/>
        </p:xfrm>
        <a:graphic>
          <a:graphicData uri="http://schemas.openxmlformats.org/drawingml/2006/table">
            <a:tbl>
              <a:tblPr>
                <a:noFill/>
                <a:tableStyleId>{9850D02E-5FDD-42FF-9E34-CA7266B3C128}</a:tableStyleId>
              </a:tblPr>
              <a:tblGrid>
                <a:gridCol w="3727875"/>
                <a:gridCol w="5961650"/>
              </a:tblGrid>
              <a:tr h="1200650">
                <a:tc>
                  <a:txBody>
                    <a:bodyPr/>
                    <a:lstStyle/>
                    <a:p>
                      <a:pPr indent="0" lvl="0" marL="0" marR="0" rtl="0" algn="l">
                        <a:lnSpc>
                          <a:spcPct val="144021"/>
                        </a:lnSpc>
                        <a:spcBef>
                          <a:spcPts val="0"/>
                        </a:spcBef>
                        <a:spcAft>
                          <a:spcPts val="0"/>
                        </a:spcAft>
                        <a:buNone/>
                      </a:pPr>
                      <a:r>
                        <a:rPr b="1" lang="en-US" sz="3939" u="none" cap="none" strike="noStrike">
                          <a:solidFill>
                            <a:srgbClr val="000000"/>
                          </a:solidFill>
                          <a:latin typeface="Arial"/>
                          <a:ea typeface="Arial"/>
                          <a:cs typeface="Arial"/>
                          <a:sym typeface="Arial"/>
                        </a:rPr>
                        <a:t>Día, Fecha:</a:t>
                      </a:r>
                      <a:endParaRPr sz="1100" u="none" cap="none" strike="noStrike"/>
                    </a:p>
                  </a:txBody>
                  <a:tcPr marT="91075" marB="91075" marR="91075" marL="910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marR="0" rtl="0" algn="l">
                        <a:lnSpc>
                          <a:spcPct val="168034"/>
                        </a:lnSpc>
                        <a:spcBef>
                          <a:spcPts val="0"/>
                        </a:spcBef>
                        <a:spcAft>
                          <a:spcPts val="0"/>
                        </a:spcAft>
                        <a:buNone/>
                      </a:pPr>
                      <a:r>
                        <a:rPr b="1" lang="en-US" sz="3898" u="none" cap="none" strike="noStrike">
                          <a:solidFill>
                            <a:srgbClr val="000000"/>
                          </a:solidFill>
                          <a:latin typeface="Arial"/>
                          <a:ea typeface="Arial"/>
                          <a:cs typeface="Arial"/>
                          <a:sym typeface="Arial"/>
                        </a:rPr>
                        <a:t>Día, DD/MM/2026</a:t>
                      </a:r>
                      <a:endParaRPr sz="1100" u="none" cap="none" strike="noStrike"/>
                    </a:p>
                  </a:txBody>
                  <a:tcPr marT="91075" marB="91075" marR="91075" marL="910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r>
              <a:tr h="1200650">
                <a:tc>
                  <a:txBody>
                    <a:bodyPr/>
                    <a:lstStyle/>
                    <a:p>
                      <a:pPr indent="0" lvl="0" marL="0" marR="0" rtl="0" algn="l">
                        <a:lnSpc>
                          <a:spcPct val="144021"/>
                        </a:lnSpc>
                        <a:spcBef>
                          <a:spcPts val="0"/>
                        </a:spcBef>
                        <a:spcAft>
                          <a:spcPts val="0"/>
                        </a:spcAft>
                        <a:buNone/>
                      </a:pPr>
                      <a:r>
                        <a:rPr b="1" lang="en-US" sz="3939" u="none" cap="none" strike="noStrike">
                          <a:solidFill>
                            <a:srgbClr val="000000"/>
                          </a:solidFill>
                          <a:latin typeface="Arial"/>
                          <a:ea typeface="Arial"/>
                          <a:cs typeface="Arial"/>
                          <a:sym typeface="Arial"/>
                        </a:rPr>
                        <a:t>Hora de inicio:</a:t>
                      </a:r>
                      <a:endParaRPr sz="1100" u="none" cap="none" strike="noStrike"/>
                    </a:p>
                  </a:txBody>
                  <a:tcPr marT="91075" marB="91075" marR="91075" marL="910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marR="0" rtl="0" algn="l">
                        <a:lnSpc>
                          <a:spcPct val="168034"/>
                        </a:lnSpc>
                        <a:spcBef>
                          <a:spcPts val="0"/>
                        </a:spcBef>
                        <a:spcAft>
                          <a:spcPts val="0"/>
                        </a:spcAft>
                        <a:buNone/>
                      </a:pPr>
                      <a:r>
                        <a:rPr b="1" lang="en-US" sz="3898" u="none" cap="none" strike="noStrike">
                          <a:solidFill>
                            <a:srgbClr val="000000"/>
                          </a:solidFill>
                          <a:latin typeface="Arial"/>
                          <a:ea typeface="Arial"/>
                          <a:cs typeface="Arial"/>
                          <a:sym typeface="Arial"/>
                        </a:rPr>
                        <a:t>HH:MM hrs</a:t>
                      </a:r>
                      <a:endParaRPr sz="1100" u="none" cap="none" strike="noStrike"/>
                    </a:p>
                  </a:txBody>
                  <a:tcPr marT="91075" marB="91075" marR="91075" marL="910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r>
            </a:tbl>
          </a:graphicData>
        </a:graphic>
      </p:graphicFrame>
      <p:sp>
        <p:nvSpPr>
          <p:cNvPr id="90" name="Google Shape;90;p1"/>
          <p:cNvSpPr txBox="1"/>
          <p:nvPr/>
        </p:nvSpPr>
        <p:spPr>
          <a:xfrm>
            <a:off x="808460" y="4454242"/>
            <a:ext cx="16669640" cy="995678"/>
          </a:xfrm>
          <a:prstGeom prst="rect">
            <a:avLst/>
          </a:prstGeom>
          <a:noFill/>
          <a:ln>
            <a:noFill/>
          </a:ln>
        </p:spPr>
        <p:txBody>
          <a:bodyPr anchorCtr="0" anchor="t" bIns="0" lIns="0" spcFirstLastPara="1" rIns="0" wrap="square" tIns="0">
            <a:spAutoFit/>
          </a:bodyPr>
          <a:lstStyle/>
          <a:p>
            <a:pPr indent="0" lvl="0" marL="0" marR="0" rtl="0" algn="l">
              <a:lnSpc>
                <a:spcPct val="144012"/>
              </a:lnSpc>
              <a:spcBef>
                <a:spcPts val="0"/>
              </a:spcBef>
              <a:spcAft>
                <a:spcPts val="0"/>
              </a:spcAft>
              <a:buNone/>
            </a:pPr>
            <a:r>
              <a:rPr b="1" i="0" lang="en-US" sz="5144" u="none" cap="none" strike="noStrike">
                <a:solidFill>
                  <a:srgbClr val="000000"/>
                </a:solidFill>
                <a:latin typeface="Arial"/>
                <a:ea typeface="Arial"/>
                <a:cs typeface="Arial"/>
                <a:sym typeface="Arial"/>
              </a:rPr>
              <a:t>Laboratorio de Redes de Computadoras 1 [SECCION]</a:t>
            </a:r>
            <a:endParaRPr/>
          </a:p>
        </p:txBody>
      </p:sp>
      <p:sp>
        <p:nvSpPr>
          <p:cNvPr id="91" name="Google Shape;91;p1"/>
          <p:cNvSpPr txBox="1"/>
          <p:nvPr/>
        </p:nvSpPr>
        <p:spPr>
          <a:xfrm>
            <a:off x="2495154" y="5584546"/>
            <a:ext cx="10507973" cy="1105015"/>
          </a:xfrm>
          <a:prstGeom prst="rect">
            <a:avLst/>
          </a:prstGeom>
          <a:noFill/>
          <a:ln>
            <a:noFill/>
          </a:ln>
        </p:spPr>
        <p:txBody>
          <a:bodyPr anchorCtr="0" anchor="t" bIns="0" lIns="0" spcFirstLastPara="1" rIns="0" wrap="square" tIns="0">
            <a:spAutoFit/>
          </a:bodyPr>
          <a:lstStyle/>
          <a:p>
            <a:pPr indent="0" lvl="0" marL="0" marR="0" rtl="0" algn="l">
              <a:lnSpc>
                <a:spcPct val="144013"/>
              </a:lnSpc>
              <a:spcBef>
                <a:spcPts val="0"/>
              </a:spcBef>
              <a:spcAft>
                <a:spcPts val="0"/>
              </a:spcAft>
              <a:buNone/>
            </a:pPr>
            <a:r>
              <a:rPr b="0" i="0" lang="en-US" sz="5696" u="none" cap="none" strike="noStrike">
                <a:solidFill>
                  <a:srgbClr val="000000"/>
                </a:solidFill>
                <a:latin typeface="Arial"/>
                <a:ea typeface="Arial"/>
                <a:cs typeface="Arial"/>
                <a:sym typeface="Arial"/>
              </a:rPr>
              <a:t>Nombre Tutor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C52F"/>
        </a:solidFill>
      </p:bgPr>
    </p:bg>
    <p:spTree>
      <p:nvGrpSpPr>
        <p:cNvPr id="99" name="Shape 99"/>
        <p:cNvGrpSpPr/>
        <p:nvPr/>
      </p:nvGrpSpPr>
      <p:grpSpPr>
        <a:xfrm>
          <a:off x="0" y="0"/>
          <a:ext cx="0" cy="0"/>
          <a:chOff x="0" y="0"/>
          <a:chExt cx="0" cy="0"/>
        </a:xfrm>
      </p:grpSpPr>
      <p:sp>
        <p:nvSpPr>
          <p:cNvPr id="100" name="Google Shape;100;p2"/>
          <p:cNvSpPr/>
          <p:nvPr/>
        </p:nvSpPr>
        <p:spPr>
          <a:xfrm>
            <a:off x="9325622" y="8417444"/>
            <a:ext cx="3751516" cy="3083052"/>
          </a:xfrm>
          <a:custGeom>
            <a:rect b="b" l="l" r="r" t="t"/>
            <a:pathLst>
              <a:path extrusionOk="0" h="4110736" w="5002022">
                <a:moveTo>
                  <a:pt x="0" y="0"/>
                </a:moveTo>
                <a:lnTo>
                  <a:pt x="5002022" y="0"/>
                </a:lnTo>
                <a:lnTo>
                  <a:pt x="5002022" y="4110736"/>
                </a:lnTo>
                <a:lnTo>
                  <a:pt x="0" y="4110736"/>
                </a:lnTo>
                <a:lnTo>
                  <a:pt x="0" y="0"/>
                </a:lnTo>
                <a:close/>
              </a:path>
            </a:pathLst>
          </a:custGeom>
          <a:blipFill rotWithShape="1">
            <a:blip r:embed="rId3">
              <a:alphaModFix/>
            </a:blip>
            <a:stretch>
              <a:fillRect b="0" l="-1" r="-2" t="0"/>
            </a:stretch>
          </a:blipFill>
          <a:ln>
            <a:noFill/>
          </a:ln>
        </p:spPr>
      </p:sp>
      <p:sp>
        <p:nvSpPr>
          <p:cNvPr id="101" name="Google Shape;101;p2"/>
          <p:cNvSpPr/>
          <p:nvPr/>
        </p:nvSpPr>
        <p:spPr>
          <a:xfrm rot="5400000">
            <a:off x="8343471" y="-1931150"/>
            <a:ext cx="1601057" cy="4114800"/>
          </a:xfrm>
          <a:custGeom>
            <a:rect b="b" l="l" r="r" t="t"/>
            <a:pathLst>
              <a:path extrusionOk="0" h="5486400" w="2134743">
                <a:moveTo>
                  <a:pt x="0" y="0"/>
                </a:moveTo>
                <a:lnTo>
                  <a:pt x="2134743" y="0"/>
                </a:lnTo>
                <a:lnTo>
                  <a:pt x="2134743" y="5486400"/>
                </a:lnTo>
                <a:lnTo>
                  <a:pt x="0" y="5486400"/>
                </a:lnTo>
                <a:lnTo>
                  <a:pt x="0" y="0"/>
                </a:lnTo>
                <a:close/>
              </a:path>
            </a:pathLst>
          </a:custGeom>
          <a:blipFill rotWithShape="1">
            <a:blip r:embed="rId4">
              <a:alphaModFix/>
            </a:blip>
            <a:stretch>
              <a:fillRect b="0" l="-48" r="-46" t="0"/>
            </a:stretch>
          </a:blipFill>
          <a:ln>
            <a:noFill/>
          </a:ln>
        </p:spPr>
      </p:sp>
      <p:sp>
        <p:nvSpPr>
          <p:cNvPr id="102" name="Google Shape;102;p2"/>
          <p:cNvSpPr txBox="1"/>
          <p:nvPr/>
        </p:nvSpPr>
        <p:spPr>
          <a:xfrm>
            <a:off x="3348425" y="3501367"/>
            <a:ext cx="11591100" cy="2825625"/>
          </a:xfrm>
          <a:prstGeom prst="rect">
            <a:avLst/>
          </a:prstGeom>
          <a:noFill/>
          <a:ln>
            <a:noFill/>
          </a:ln>
        </p:spPr>
        <p:txBody>
          <a:bodyPr anchorCtr="0" anchor="t" bIns="0" lIns="0" spcFirstLastPara="1" rIns="0" wrap="square" tIns="0">
            <a:spAutoFit/>
          </a:bodyPr>
          <a:lstStyle/>
          <a:p>
            <a:pPr indent="0" lvl="0" marL="0" marR="0" rtl="0" algn="ctr">
              <a:lnSpc>
                <a:spcPct val="167976"/>
              </a:lnSpc>
              <a:spcBef>
                <a:spcPts val="0"/>
              </a:spcBef>
              <a:spcAft>
                <a:spcPts val="0"/>
              </a:spcAft>
              <a:buNone/>
            </a:pPr>
            <a:r>
              <a:rPr b="0" i="0" lang="en-US" sz="6489" u="none" cap="none" strike="noStrike">
                <a:solidFill>
                  <a:srgbClr val="272626"/>
                </a:solidFill>
                <a:latin typeface="Arial"/>
                <a:ea typeface="Arial"/>
                <a:cs typeface="Arial"/>
                <a:sym typeface="Arial"/>
              </a:rPr>
              <a:t>DISPOSITIVOS Y PROTOCOLOS EN LA CAPA 2</a:t>
            </a:r>
            <a:endParaRPr/>
          </a:p>
        </p:txBody>
      </p:sp>
      <p:sp>
        <p:nvSpPr>
          <p:cNvPr id="103" name="Google Shape;103;p2"/>
          <p:cNvSpPr txBox="1"/>
          <p:nvPr/>
        </p:nvSpPr>
        <p:spPr>
          <a:xfrm>
            <a:off x="3690712" y="1150187"/>
            <a:ext cx="10906577" cy="2867751"/>
          </a:xfrm>
          <a:prstGeom prst="rect">
            <a:avLst/>
          </a:prstGeom>
          <a:noFill/>
          <a:ln>
            <a:noFill/>
          </a:ln>
        </p:spPr>
        <p:txBody>
          <a:bodyPr anchorCtr="0" anchor="t" bIns="0" lIns="0" spcFirstLastPara="1" rIns="0" wrap="square" tIns="0">
            <a:spAutoFit/>
          </a:bodyPr>
          <a:lstStyle/>
          <a:p>
            <a:pPr indent="0" lvl="0" marL="0" marR="0" rtl="0" algn="ctr">
              <a:lnSpc>
                <a:spcPct val="167989"/>
              </a:lnSpc>
              <a:spcBef>
                <a:spcPts val="0"/>
              </a:spcBef>
              <a:spcAft>
                <a:spcPts val="0"/>
              </a:spcAft>
              <a:buNone/>
            </a:pPr>
            <a:r>
              <a:rPr b="0" i="0" lang="en-US" sz="11971" u="none" cap="none" strike="noStrike">
                <a:solidFill>
                  <a:srgbClr val="FFFFFF"/>
                </a:solidFill>
                <a:latin typeface="Arial"/>
                <a:ea typeface="Arial"/>
                <a:cs typeface="Arial"/>
                <a:sym typeface="Arial"/>
              </a:rPr>
              <a:t>UNIDAD 2 </a:t>
            </a:r>
            <a:endParaRPr/>
          </a:p>
        </p:txBody>
      </p:sp>
      <p:sp>
        <p:nvSpPr>
          <p:cNvPr id="104" name="Google Shape;104;p2"/>
          <p:cNvSpPr txBox="1"/>
          <p:nvPr/>
        </p:nvSpPr>
        <p:spPr>
          <a:xfrm>
            <a:off x="4339762" y="6538216"/>
            <a:ext cx="9608400" cy="861900"/>
          </a:xfrm>
          <a:prstGeom prst="rect">
            <a:avLst/>
          </a:prstGeom>
          <a:noFill/>
          <a:ln>
            <a:noFill/>
          </a:ln>
        </p:spPr>
        <p:txBody>
          <a:bodyPr anchorCtr="0" anchor="t" bIns="0" lIns="0" spcFirstLastPara="1" rIns="0" wrap="square" tIns="0">
            <a:spAutoFit/>
          </a:bodyPr>
          <a:lstStyle/>
          <a:p>
            <a:pPr indent="0" lvl="0" marL="0" marR="0" rtl="0" algn="ctr">
              <a:lnSpc>
                <a:spcPct val="167997"/>
              </a:lnSpc>
              <a:spcBef>
                <a:spcPts val="0"/>
              </a:spcBef>
              <a:spcAft>
                <a:spcPts val="0"/>
              </a:spcAft>
              <a:buNone/>
            </a:pPr>
            <a:r>
              <a:rPr b="0" i="0" lang="en-US" sz="4009" u="none" cap="none" strike="noStrike">
                <a:solidFill>
                  <a:srgbClr val="272626"/>
                </a:solidFill>
                <a:latin typeface="Sniglet"/>
                <a:ea typeface="Sniglet"/>
                <a:cs typeface="Sniglet"/>
                <a:sym typeface="Sniglet"/>
              </a:rPr>
              <a:t>Segmentación y Direccionamiento</a:t>
            </a:r>
            <a:endParaRPr/>
          </a:p>
        </p:txBody>
      </p:sp>
      <p:sp>
        <p:nvSpPr>
          <p:cNvPr id="105" name="Google Shape;105;p2"/>
          <p:cNvSpPr/>
          <p:nvPr/>
        </p:nvSpPr>
        <p:spPr>
          <a:xfrm>
            <a:off x="11281931" y="0"/>
            <a:ext cx="7006114" cy="1853470"/>
          </a:xfrm>
          <a:custGeom>
            <a:rect b="b" l="l" r="r" t="t"/>
            <a:pathLst>
              <a:path extrusionOk="0" h="2471293" w="9341485">
                <a:moveTo>
                  <a:pt x="0" y="0"/>
                </a:moveTo>
                <a:lnTo>
                  <a:pt x="9341485" y="0"/>
                </a:lnTo>
                <a:lnTo>
                  <a:pt x="9341485" y="2471293"/>
                </a:lnTo>
                <a:lnTo>
                  <a:pt x="0" y="2471293"/>
                </a:lnTo>
                <a:lnTo>
                  <a:pt x="0" y="0"/>
                </a:lnTo>
                <a:close/>
              </a:path>
            </a:pathLst>
          </a:custGeom>
          <a:blipFill rotWithShape="1">
            <a:blip r:embed="rId5">
              <a:alphaModFix/>
            </a:blip>
            <a:stretch>
              <a:fillRect b="0" l="0" r="0" t="0"/>
            </a:stretch>
          </a:blipFill>
          <a:ln>
            <a:noFill/>
          </a:ln>
        </p:spPr>
      </p:sp>
      <p:sp>
        <p:nvSpPr>
          <p:cNvPr id="106" name="Google Shape;106;p2"/>
          <p:cNvSpPr txBox="1"/>
          <p:nvPr/>
        </p:nvSpPr>
        <p:spPr>
          <a:xfrm>
            <a:off x="388831" y="7485920"/>
            <a:ext cx="9608475" cy="2473072"/>
          </a:xfrm>
          <a:prstGeom prst="rect">
            <a:avLst/>
          </a:prstGeom>
          <a:noFill/>
          <a:ln>
            <a:noFill/>
          </a:ln>
        </p:spPr>
        <p:txBody>
          <a:bodyPr anchorCtr="0" anchor="t" bIns="0" lIns="0" spcFirstLastPara="1" rIns="0" wrap="square" tIns="0">
            <a:spAutoFit/>
          </a:bodyPr>
          <a:lstStyle/>
          <a:p>
            <a:pPr indent="0" lvl="0" marL="0" marR="0" rtl="0" algn="l">
              <a:lnSpc>
                <a:spcPct val="167997"/>
              </a:lnSpc>
              <a:spcBef>
                <a:spcPts val="0"/>
              </a:spcBef>
              <a:spcAft>
                <a:spcPts val="0"/>
              </a:spcAft>
              <a:buNone/>
            </a:pPr>
            <a:r>
              <a:rPr b="0" i="0" lang="en-US" sz="4009" u="none" cap="none" strike="noStrike">
                <a:solidFill>
                  <a:srgbClr val="272626"/>
                </a:solidFill>
                <a:latin typeface="Sniglet"/>
                <a:ea typeface="Sniglet"/>
                <a:cs typeface="Sniglet"/>
                <a:sym typeface="Sniglet"/>
              </a:rPr>
              <a:t>Redes de Computadoras 1</a:t>
            </a:r>
            <a:endParaRPr/>
          </a:p>
          <a:p>
            <a:pPr indent="0" lvl="0" marL="0" marR="0" rtl="0" algn="l">
              <a:lnSpc>
                <a:spcPct val="168051"/>
              </a:lnSpc>
              <a:spcBef>
                <a:spcPts val="0"/>
              </a:spcBef>
              <a:spcAft>
                <a:spcPts val="0"/>
              </a:spcAft>
              <a:buNone/>
            </a:pPr>
            <a:r>
              <a:rPr b="0" i="0" lang="en-US" sz="3008" u="none" cap="none" strike="noStrike">
                <a:solidFill>
                  <a:srgbClr val="272626"/>
                </a:solidFill>
                <a:latin typeface="Sniglet"/>
                <a:ea typeface="Sniglet"/>
                <a:cs typeface="Sniglet"/>
                <a:sym typeface="Sniglet"/>
              </a:rPr>
              <a:t>Escuela de Ingeniería de Ciencias y Sistemas</a:t>
            </a:r>
            <a:endParaRPr/>
          </a:p>
          <a:p>
            <a:pPr indent="0" lvl="0" marL="0" marR="0" rtl="0" algn="l">
              <a:lnSpc>
                <a:spcPct val="168051"/>
              </a:lnSpc>
              <a:spcBef>
                <a:spcPts val="0"/>
              </a:spcBef>
              <a:spcAft>
                <a:spcPts val="0"/>
              </a:spcAft>
              <a:buNone/>
            </a:pPr>
            <a:r>
              <a:rPr b="0" i="0" lang="en-US" sz="3008" u="none" cap="none" strike="noStrike">
                <a:solidFill>
                  <a:srgbClr val="272626"/>
                </a:solidFill>
                <a:latin typeface="Sniglet"/>
                <a:ea typeface="Sniglet"/>
                <a:cs typeface="Sniglet"/>
                <a:sym typeface="Sniglet"/>
              </a:rPr>
              <a:t>Facultad de Ingeniería</a:t>
            </a:r>
            <a:endParaRPr/>
          </a:p>
          <a:p>
            <a:pPr indent="0" lvl="0" marL="0" marR="0" rtl="0" algn="l">
              <a:lnSpc>
                <a:spcPct val="168051"/>
              </a:lnSpc>
              <a:spcBef>
                <a:spcPts val="0"/>
              </a:spcBef>
              <a:spcAft>
                <a:spcPts val="0"/>
              </a:spcAft>
              <a:buNone/>
            </a:pPr>
            <a:r>
              <a:rPr b="0" i="0" lang="en-US" sz="3008" u="none" cap="none" strike="noStrike">
                <a:solidFill>
                  <a:srgbClr val="272626"/>
                </a:solidFill>
                <a:latin typeface="Sniglet"/>
                <a:ea typeface="Sniglet"/>
                <a:cs typeface="Sniglet"/>
                <a:sym typeface="Sniglet"/>
              </a:rPr>
              <a:t>Universidad de San Carlos de Guatemala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EB"/>
        </a:solidFill>
      </p:bgPr>
    </p:bg>
    <p:spTree>
      <p:nvGrpSpPr>
        <p:cNvPr id="114" name="Shape 114"/>
        <p:cNvGrpSpPr/>
        <p:nvPr/>
      </p:nvGrpSpPr>
      <p:grpSpPr>
        <a:xfrm>
          <a:off x="0" y="0"/>
          <a:ext cx="0" cy="0"/>
          <a:chOff x="0" y="0"/>
          <a:chExt cx="0" cy="0"/>
        </a:xfrm>
      </p:grpSpPr>
      <p:sp>
        <p:nvSpPr>
          <p:cNvPr id="115" name="Google Shape;115;p3"/>
          <p:cNvSpPr/>
          <p:nvPr/>
        </p:nvSpPr>
        <p:spPr>
          <a:xfrm>
            <a:off x="12519848" y="-3730406"/>
            <a:ext cx="5046440" cy="5000625"/>
          </a:xfrm>
          <a:custGeom>
            <a:rect b="b" l="l" r="r" t="t"/>
            <a:pathLst>
              <a:path extrusionOk="0" h="6667500" w="6728587">
                <a:moveTo>
                  <a:pt x="0" y="0"/>
                </a:moveTo>
                <a:lnTo>
                  <a:pt x="6728587" y="0"/>
                </a:lnTo>
                <a:lnTo>
                  <a:pt x="6728587" y="6667500"/>
                </a:lnTo>
                <a:lnTo>
                  <a:pt x="0" y="6667500"/>
                </a:lnTo>
                <a:lnTo>
                  <a:pt x="0" y="0"/>
                </a:lnTo>
                <a:close/>
              </a:path>
            </a:pathLst>
          </a:custGeom>
          <a:blipFill rotWithShape="1">
            <a:blip r:embed="rId3">
              <a:alphaModFix/>
            </a:blip>
            <a:stretch>
              <a:fillRect b="-147" l="0" r="0" t="-148"/>
            </a:stretch>
          </a:blipFill>
          <a:ln>
            <a:noFill/>
          </a:ln>
        </p:spPr>
      </p:sp>
      <p:sp>
        <p:nvSpPr>
          <p:cNvPr id="116" name="Google Shape;116;p3"/>
          <p:cNvSpPr txBox="1"/>
          <p:nvPr/>
        </p:nvSpPr>
        <p:spPr>
          <a:xfrm>
            <a:off x="4045625" y="301616"/>
            <a:ext cx="3147000" cy="968550"/>
          </a:xfrm>
          <a:prstGeom prst="rect">
            <a:avLst/>
          </a:prstGeom>
          <a:noFill/>
          <a:ln>
            <a:noFill/>
          </a:ln>
        </p:spPr>
        <p:txBody>
          <a:bodyPr anchorCtr="0" anchor="t" bIns="0" lIns="0" spcFirstLastPara="1" rIns="0" wrap="square" tIns="0">
            <a:spAutoFit/>
          </a:bodyPr>
          <a:lstStyle/>
          <a:p>
            <a:pPr indent="0" lvl="0" marL="0" marR="0" rtl="0" algn="l">
              <a:lnSpc>
                <a:spcPct val="168004"/>
              </a:lnSpc>
              <a:spcBef>
                <a:spcPts val="0"/>
              </a:spcBef>
              <a:spcAft>
                <a:spcPts val="0"/>
              </a:spcAft>
              <a:buNone/>
            </a:pPr>
            <a:r>
              <a:rPr b="0" i="0" lang="en-US" sz="4435" u="none" cap="none" strike="noStrike">
                <a:solidFill>
                  <a:srgbClr val="2B2B2B"/>
                </a:solidFill>
                <a:latin typeface="Arial"/>
                <a:ea typeface="Arial"/>
                <a:cs typeface="Arial"/>
                <a:sym typeface="Arial"/>
              </a:rPr>
              <a:t>AGENDA</a:t>
            </a:r>
            <a:endParaRPr/>
          </a:p>
        </p:txBody>
      </p:sp>
      <p:sp>
        <p:nvSpPr>
          <p:cNvPr id="117" name="Google Shape;117;p3"/>
          <p:cNvSpPr/>
          <p:nvPr/>
        </p:nvSpPr>
        <p:spPr>
          <a:xfrm>
            <a:off x="297880" y="3847926"/>
            <a:ext cx="1279779" cy="1267015"/>
          </a:xfrm>
          <a:custGeom>
            <a:rect b="b" l="l" r="r" t="t"/>
            <a:pathLst>
              <a:path extrusionOk="0" h="1689354" w="1706372">
                <a:moveTo>
                  <a:pt x="0" y="0"/>
                </a:moveTo>
                <a:lnTo>
                  <a:pt x="1706372" y="0"/>
                </a:lnTo>
                <a:lnTo>
                  <a:pt x="1706372" y="1689354"/>
                </a:lnTo>
                <a:lnTo>
                  <a:pt x="0" y="1689354"/>
                </a:lnTo>
                <a:lnTo>
                  <a:pt x="0" y="0"/>
                </a:lnTo>
                <a:close/>
              </a:path>
            </a:pathLst>
          </a:custGeom>
          <a:blipFill rotWithShape="1">
            <a:blip r:embed="rId4">
              <a:alphaModFix/>
            </a:blip>
            <a:stretch>
              <a:fillRect b="-5" l="0" r="0" t="-6"/>
            </a:stretch>
          </a:blipFill>
          <a:ln>
            <a:noFill/>
          </a:ln>
        </p:spPr>
      </p:sp>
      <p:sp>
        <p:nvSpPr>
          <p:cNvPr id="118" name="Google Shape;118;p3"/>
          <p:cNvSpPr txBox="1"/>
          <p:nvPr/>
        </p:nvSpPr>
        <p:spPr>
          <a:xfrm>
            <a:off x="565407" y="3624467"/>
            <a:ext cx="744600" cy="1154700"/>
          </a:xfrm>
          <a:prstGeom prst="rect">
            <a:avLst/>
          </a:prstGeom>
          <a:noFill/>
          <a:ln>
            <a:noFill/>
          </a:ln>
        </p:spPr>
        <p:txBody>
          <a:bodyPr anchorCtr="0" anchor="t" bIns="0" lIns="0" spcFirstLastPara="1" rIns="0" wrap="square" tIns="0">
            <a:spAutoFit/>
          </a:bodyPr>
          <a:lstStyle/>
          <a:p>
            <a:pPr indent="0" lvl="0" marL="0" marR="0" rtl="0" algn="ctr">
              <a:lnSpc>
                <a:spcPct val="167981"/>
              </a:lnSpc>
              <a:spcBef>
                <a:spcPts val="0"/>
              </a:spcBef>
              <a:spcAft>
                <a:spcPts val="0"/>
              </a:spcAft>
              <a:buNone/>
            </a:pPr>
            <a:r>
              <a:rPr b="0" i="0" lang="en-US" sz="5275" u="none" cap="none" strike="noStrike">
                <a:solidFill>
                  <a:srgbClr val="2B2B2B"/>
                </a:solidFill>
                <a:latin typeface="Arial"/>
                <a:ea typeface="Arial"/>
                <a:cs typeface="Arial"/>
                <a:sym typeface="Arial"/>
              </a:rPr>
              <a:t>2</a:t>
            </a:r>
            <a:endParaRPr/>
          </a:p>
        </p:txBody>
      </p:sp>
      <p:sp>
        <p:nvSpPr>
          <p:cNvPr id="119" name="Google Shape;119;p3"/>
          <p:cNvSpPr/>
          <p:nvPr/>
        </p:nvSpPr>
        <p:spPr>
          <a:xfrm>
            <a:off x="297880" y="5699451"/>
            <a:ext cx="1279779" cy="1267016"/>
          </a:xfrm>
          <a:custGeom>
            <a:rect b="b" l="l" r="r" t="t"/>
            <a:pathLst>
              <a:path extrusionOk="0" h="1689354" w="1706372">
                <a:moveTo>
                  <a:pt x="0" y="0"/>
                </a:moveTo>
                <a:lnTo>
                  <a:pt x="1706372" y="0"/>
                </a:lnTo>
                <a:lnTo>
                  <a:pt x="1706372" y="1689354"/>
                </a:lnTo>
                <a:lnTo>
                  <a:pt x="0" y="1689354"/>
                </a:lnTo>
                <a:lnTo>
                  <a:pt x="0" y="0"/>
                </a:lnTo>
                <a:close/>
              </a:path>
            </a:pathLst>
          </a:custGeom>
          <a:blipFill rotWithShape="1">
            <a:blip r:embed="rId4">
              <a:alphaModFix/>
            </a:blip>
            <a:stretch>
              <a:fillRect b="-5" l="0" r="0" t="-6"/>
            </a:stretch>
          </a:blipFill>
          <a:ln>
            <a:noFill/>
          </a:ln>
        </p:spPr>
      </p:sp>
      <p:sp>
        <p:nvSpPr>
          <p:cNvPr id="120" name="Google Shape;120;p3"/>
          <p:cNvSpPr txBox="1"/>
          <p:nvPr/>
        </p:nvSpPr>
        <p:spPr>
          <a:xfrm>
            <a:off x="565407" y="5475991"/>
            <a:ext cx="744600" cy="1154700"/>
          </a:xfrm>
          <a:prstGeom prst="rect">
            <a:avLst/>
          </a:prstGeom>
          <a:noFill/>
          <a:ln>
            <a:noFill/>
          </a:ln>
        </p:spPr>
        <p:txBody>
          <a:bodyPr anchorCtr="0" anchor="t" bIns="0" lIns="0" spcFirstLastPara="1" rIns="0" wrap="square" tIns="0">
            <a:spAutoFit/>
          </a:bodyPr>
          <a:lstStyle/>
          <a:p>
            <a:pPr indent="0" lvl="0" marL="0" marR="0" rtl="0" algn="ctr">
              <a:lnSpc>
                <a:spcPct val="167981"/>
              </a:lnSpc>
              <a:spcBef>
                <a:spcPts val="0"/>
              </a:spcBef>
              <a:spcAft>
                <a:spcPts val="0"/>
              </a:spcAft>
              <a:buNone/>
            </a:pPr>
            <a:r>
              <a:rPr b="0" i="0" lang="en-US" sz="5275" u="none" cap="none" strike="noStrike">
                <a:solidFill>
                  <a:srgbClr val="2B2B2B"/>
                </a:solidFill>
                <a:latin typeface="Arial"/>
                <a:ea typeface="Arial"/>
                <a:cs typeface="Arial"/>
                <a:sym typeface="Arial"/>
              </a:rPr>
              <a:t>3</a:t>
            </a:r>
            <a:endParaRPr/>
          </a:p>
        </p:txBody>
      </p:sp>
      <p:sp>
        <p:nvSpPr>
          <p:cNvPr id="121" name="Google Shape;121;p3"/>
          <p:cNvSpPr/>
          <p:nvPr/>
        </p:nvSpPr>
        <p:spPr>
          <a:xfrm>
            <a:off x="297880" y="7550975"/>
            <a:ext cx="1279779" cy="1267015"/>
          </a:xfrm>
          <a:custGeom>
            <a:rect b="b" l="l" r="r" t="t"/>
            <a:pathLst>
              <a:path extrusionOk="0" h="1689354" w="1706372">
                <a:moveTo>
                  <a:pt x="0" y="0"/>
                </a:moveTo>
                <a:lnTo>
                  <a:pt x="1706372" y="0"/>
                </a:lnTo>
                <a:lnTo>
                  <a:pt x="1706372" y="1689354"/>
                </a:lnTo>
                <a:lnTo>
                  <a:pt x="0" y="1689354"/>
                </a:lnTo>
                <a:lnTo>
                  <a:pt x="0" y="0"/>
                </a:lnTo>
                <a:close/>
              </a:path>
            </a:pathLst>
          </a:custGeom>
          <a:blipFill rotWithShape="1">
            <a:blip r:embed="rId4">
              <a:alphaModFix/>
            </a:blip>
            <a:stretch>
              <a:fillRect b="-5" l="0" r="0" t="-6"/>
            </a:stretch>
          </a:blipFill>
          <a:ln>
            <a:noFill/>
          </a:ln>
        </p:spPr>
      </p:sp>
      <p:sp>
        <p:nvSpPr>
          <p:cNvPr id="122" name="Google Shape;122;p3"/>
          <p:cNvSpPr txBox="1"/>
          <p:nvPr/>
        </p:nvSpPr>
        <p:spPr>
          <a:xfrm>
            <a:off x="565407" y="7327516"/>
            <a:ext cx="744600" cy="1154700"/>
          </a:xfrm>
          <a:prstGeom prst="rect">
            <a:avLst/>
          </a:prstGeom>
          <a:noFill/>
          <a:ln>
            <a:noFill/>
          </a:ln>
        </p:spPr>
        <p:txBody>
          <a:bodyPr anchorCtr="0" anchor="t" bIns="0" lIns="0" spcFirstLastPara="1" rIns="0" wrap="square" tIns="0">
            <a:spAutoFit/>
          </a:bodyPr>
          <a:lstStyle/>
          <a:p>
            <a:pPr indent="0" lvl="0" marL="0" marR="0" rtl="0" algn="ctr">
              <a:lnSpc>
                <a:spcPct val="167981"/>
              </a:lnSpc>
              <a:spcBef>
                <a:spcPts val="0"/>
              </a:spcBef>
              <a:spcAft>
                <a:spcPts val="0"/>
              </a:spcAft>
              <a:buNone/>
            </a:pPr>
            <a:r>
              <a:rPr b="0" i="0" lang="en-US" sz="5275" u="none" cap="none" strike="noStrike">
                <a:solidFill>
                  <a:srgbClr val="2B2B2B"/>
                </a:solidFill>
                <a:latin typeface="Arial"/>
                <a:ea typeface="Arial"/>
                <a:cs typeface="Arial"/>
                <a:sym typeface="Arial"/>
              </a:rPr>
              <a:t>4</a:t>
            </a:r>
            <a:endParaRPr/>
          </a:p>
        </p:txBody>
      </p:sp>
      <p:sp>
        <p:nvSpPr>
          <p:cNvPr id="123" name="Google Shape;123;p3"/>
          <p:cNvSpPr/>
          <p:nvPr/>
        </p:nvSpPr>
        <p:spPr>
          <a:xfrm>
            <a:off x="297880" y="2230680"/>
            <a:ext cx="1279779" cy="1267016"/>
          </a:xfrm>
          <a:custGeom>
            <a:rect b="b" l="l" r="r" t="t"/>
            <a:pathLst>
              <a:path extrusionOk="0" h="1689354" w="1706372">
                <a:moveTo>
                  <a:pt x="0" y="0"/>
                </a:moveTo>
                <a:lnTo>
                  <a:pt x="1706372" y="0"/>
                </a:lnTo>
                <a:lnTo>
                  <a:pt x="1706372" y="1689354"/>
                </a:lnTo>
                <a:lnTo>
                  <a:pt x="0" y="1689354"/>
                </a:lnTo>
                <a:lnTo>
                  <a:pt x="0" y="0"/>
                </a:lnTo>
                <a:close/>
              </a:path>
            </a:pathLst>
          </a:custGeom>
          <a:blipFill rotWithShape="1">
            <a:blip r:embed="rId4">
              <a:alphaModFix/>
            </a:blip>
            <a:stretch>
              <a:fillRect b="-5" l="0" r="0" t="-6"/>
            </a:stretch>
          </a:blipFill>
          <a:ln>
            <a:noFill/>
          </a:ln>
        </p:spPr>
      </p:sp>
      <p:sp>
        <p:nvSpPr>
          <p:cNvPr id="124" name="Google Shape;124;p3"/>
          <p:cNvSpPr txBox="1"/>
          <p:nvPr/>
        </p:nvSpPr>
        <p:spPr>
          <a:xfrm>
            <a:off x="565407" y="2007221"/>
            <a:ext cx="744600" cy="1154700"/>
          </a:xfrm>
          <a:prstGeom prst="rect">
            <a:avLst/>
          </a:prstGeom>
          <a:noFill/>
          <a:ln>
            <a:noFill/>
          </a:ln>
        </p:spPr>
        <p:txBody>
          <a:bodyPr anchorCtr="0" anchor="t" bIns="0" lIns="0" spcFirstLastPara="1" rIns="0" wrap="square" tIns="0">
            <a:spAutoFit/>
          </a:bodyPr>
          <a:lstStyle/>
          <a:p>
            <a:pPr indent="0" lvl="0" marL="0" marR="0" rtl="0" algn="ctr">
              <a:lnSpc>
                <a:spcPct val="167981"/>
              </a:lnSpc>
              <a:spcBef>
                <a:spcPts val="0"/>
              </a:spcBef>
              <a:spcAft>
                <a:spcPts val="0"/>
              </a:spcAft>
              <a:buNone/>
            </a:pPr>
            <a:r>
              <a:rPr b="0" i="0" lang="en-US" sz="5275" u="none" cap="none" strike="noStrike">
                <a:solidFill>
                  <a:srgbClr val="2B2B2B"/>
                </a:solidFill>
                <a:latin typeface="Arial"/>
                <a:ea typeface="Arial"/>
                <a:cs typeface="Arial"/>
                <a:sym typeface="Arial"/>
              </a:rPr>
              <a:t>1</a:t>
            </a:r>
            <a:endParaRPr/>
          </a:p>
        </p:txBody>
      </p:sp>
      <p:sp>
        <p:nvSpPr>
          <p:cNvPr id="125" name="Google Shape;125;p3"/>
          <p:cNvSpPr txBox="1"/>
          <p:nvPr/>
        </p:nvSpPr>
        <p:spPr>
          <a:xfrm>
            <a:off x="12988727" y="1262113"/>
            <a:ext cx="3757800" cy="968550"/>
          </a:xfrm>
          <a:prstGeom prst="rect">
            <a:avLst/>
          </a:prstGeom>
          <a:noFill/>
          <a:ln>
            <a:noFill/>
          </a:ln>
        </p:spPr>
        <p:txBody>
          <a:bodyPr anchorCtr="0" anchor="t" bIns="0" lIns="0" spcFirstLastPara="1" rIns="0" wrap="square" tIns="0">
            <a:spAutoFit/>
          </a:bodyPr>
          <a:lstStyle/>
          <a:p>
            <a:pPr indent="0" lvl="0" marL="0" marR="0" rtl="0" algn="l">
              <a:lnSpc>
                <a:spcPct val="168004"/>
              </a:lnSpc>
              <a:spcBef>
                <a:spcPts val="0"/>
              </a:spcBef>
              <a:spcAft>
                <a:spcPts val="0"/>
              </a:spcAft>
              <a:buNone/>
            </a:pPr>
            <a:r>
              <a:rPr b="0" i="0" lang="en-US" sz="4435" u="none" cap="none" strike="noStrike">
                <a:solidFill>
                  <a:srgbClr val="2B2B2B"/>
                </a:solidFill>
                <a:latin typeface="Arial"/>
                <a:ea typeface="Arial"/>
                <a:cs typeface="Arial"/>
                <a:sym typeface="Arial"/>
              </a:rPr>
              <a:t>RECURSOS</a:t>
            </a:r>
            <a:endParaRPr/>
          </a:p>
        </p:txBody>
      </p:sp>
      <p:sp>
        <p:nvSpPr>
          <p:cNvPr id="126" name="Google Shape;126;p3"/>
          <p:cNvSpPr/>
          <p:nvPr/>
        </p:nvSpPr>
        <p:spPr>
          <a:xfrm>
            <a:off x="11598301" y="2580930"/>
            <a:ext cx="1279779" cy="1267016"/>
          </a:xfrm>
          <a:custGeom>
            <a:rect b="b" l="l" r="r" t="t"/>
            <a:pathLst>
              <a:path extrusionOk="0" h="1689354" w="1706372">
                <a:moveTo>
                  <a:pt x="0" y="0"/>
                </a:moveTo>
                <a:lnTo>
                  <a:pt x="1706372" y="0"/>
                </a:lnTo>
                <a:lnTo>
                  <a:pt x="1706372" y="1689354"/>
                </a:lnTo>
                <a:lnTo>
                  <a:pt x="0" y="1689354"/>
                </a:lnTo>
                <a:lnTo>
                  <a:pt x="0" y="0"/>
                </a:lnTo>
                <a:close/>
              </a:path>
            </a:pathLst>
          </a:custGeom>
          <a:blipFill rotWithShape="1">
            <a:blip r:embed="rId4">
              <a:alphaModFix/>
            </a:blip>
            <a:stretch>
              <a:fillRect b="-5" l="0" r="0" t="-6"/>
            </a:stretch>
          </a:blipFill>
          <a:ln>
            <a:noFill/>
          </a:ln>
        </p:spPr>
      </p:sp>
      <p:sp>
        <p:nvSpPr>
          <p:cNvPr id="127" name="Google Shape;127;p3"/>
          <p:cNvSpPr/>
          <p:nvPr/>
        </p:nvSpPr>
        <p:spPr>
          <a:xfrm>
            <a:off x="5409255" y="3967367"/>
            <a:ext cx="1279779" cy="1267015"/>
          </a:xfrm>
          <a:custGeom>
            <a:rect b="b" l="l" r="r" t="t"/>
            <a:pathLst>
              <a:path extrusionOk="0" h="1689354" w="1706372">
                <a:moveTo>
                  <a:pt x="0" y="0"/>
                </a:moveTo>
                <a:lnTo>
                  <a:pt x="1706372" y="0"/>
                </a:lnTo>
                <a:lnTo>
                  <a:pt x="1706372" y="1689354"/>
                </a:lnTo>
                <a:lnTo>
                  <a:pt x="0" y="1689354"/>
                </a:lnTo>
                <a:lnTo>
                  <a:pt x="0" y="0"/>
                </a:lnTo>
                <a:close/>
              </a:path>
            </a:pathLst>
          </a:custGeom>
          <a:blipFill rotWithShape="1">
            <a:blip r:embed="rId4">
              <a:alphaModFix/>
            </a:blip>
            <a:stretch>
              <a:fillRect b="-5" l="0" r="0" t="-6"/>
            </a:stretch>
          </a:blipFill>
          <a:ln>
            <a:noFill/>
          </a:ln>
        </p:spPr>
      </p:sp>
      <p:sp>
        <p:nvSpPr>
          <p:cNvPr id="128" name="Google Shape;128;p3"/>
          <p:cNvSpPr txBox="1"/>
          <p:nvPr/>
        </p:nvSpPr>
        <p:spPr>
          <a:xfrm>
            <a:off x="5676782" y="3743908"/>
            <a:ext cx="744600" cy="1154700"/>
          </a:xfrm>
          <a:prstGeom prst="rect">
            <a:avLst/>
          </a:prstGeom>
          <a:noFill/>
          <a:ln>
            <a:noFill/>
          </a:ln>
        </p:spPr>
        <p:txBody>
          <a:bodyPr anchorCtr="0" anchor="t" bIns="0" lIns="0" spcFirstLastPara="1" rIns="0" wrap="square" tIns="0">
            <a:spAutoFit/>
          </a:bodyPr>
          <a:lstStyle/>
          <a:p>
            <a:pPr indent="0" lvl="0" marL="0" marR="0" rtl="0" algn="ctr">
              <a:lnSpc>
                <a:spcPct val="167981"/>
              </a:lnSpc>
              <a:spcBef>
                <a:spcPts val="0"/>
              </a:spcBef>
              <a:spcAft>
                <a:spcPts val="0"/>
              </a:spcAft>
              <a:buNone/>
            </a:pPr>
            <a:r>
              <a:rPr b="0" i="0" lang="en-US" sz="5275" u="none" cap="none" strike="noStrike">
                <a:solidFill>
                  <a:srgbClr val="2B2B2B"/>
                </a:solidFill>
                <a:latin typeface="Arial"/>
                <a:ea typeface="Arial"/>
                <a:cs typeface="Arial"/>
                <a:sym typeface="Arial"/>
              </a:rPr>
              <a:t>6</a:t>
            </a:r>
            <a:endParaRPr/>
          </a:p>
        </p:txBody>
      </p:sp>
      <p:sp>
        <p:nvSpPr>
          <p:cNvPr id="129" name="Google Shape;129;p3"/>
          <p:cNvSpPr/>
          <p:nvPr/>
        </p:nvSpPr>
        <p:spPr>
          <a:xfrm>
            <a:off x="5409255" y="5818892"/>
            <a:ext cx="1279779" cy="1267015"/>
          </a:xfrm>
          <a:custGeom>
            <a:rect b="b" l="l" r="r" t="t"/>
            <a:pathLst>
              <a:path extrusionOk="0" h="1689354" w="1706372">
                <a:moveTo>
                  <a:pt x="0" y="0"/>
                </a:moveTo>
                <a:lnTo>
                  <a:pt x="1706372" y="0"/>
                </a:lnTo>
                <a:lnTo>
                  <a:pt x="1706372" y="1689354"/>
                </a:lnTo>
                <a:lnTo>
                  <a:pt x="0" y="1689354"/>
                </a:lnTo>
                <a:lnTo>
                  <a:pt x="0" y="0"/>
                </a:lnTo>
                <a:close/>
              </a:path>
            </a:pathLst>
          </a:custGeom>
          <a:blipFill rotWithShape="1">
            <a:blip r:embed="rId4">
              <a:alphaModFix/>
            </a:blip>
            <a:stretch>
              <a:fillRect b="-5" l="0" r="0" t="-6"/>
            </a:stretch>
          </a:blipFill>
          <a:ln>
            <a:noFill/>
          </a:ln>
        </p:spPr>
      </p:sp>
      <p:sp>
        <p:nvSpPr>
          <p:cNvPr id="130" name="Google Shape;130;p3"/>
          <p:cNvSpPr txBox="1"/>
          <p:nvPr/>
        </p:nvSpPr>
        <p:spPr>
          <a:xfrm>
            <a:off x="5676782" y="5595432"/>
            <a:ext cx="744600" cy="1154700"/>
          </a:xfrm>
          <a:prstGeom prst="rect">
            <a:avLst/>
          </a:prstGeom>
          <a:noFill/>
          <a:ln>
            <a:noFill/>
          </a:ln>
        </p:spPr>
        <p:txBody>
          <a:bodyPr anchorCtr="0" anchor="t" bIns="0" lIns="0" spcFirstLastPara="1" rIns="0" wrap="square" tIns="0">
            <a:spAutoFit/>
          </a:bodyPr>
          <a:lstStyle/>
          <a:p>
            <a:pPr indent="0" lvl="0" marL="0" marR="0" rtl="0" algn="ctr">
              <a:lnSpc>
                <a:spcPct val="167981"/>
              </a:lnSpc>
              <a:spcBef>
                <a:spcPts val="0"/>
              </a:spcBef>
              <a:spcAft>
                <a:spcPts val="0"/>
              </a:spcAft>
              <a:buNone/>
            </a:pPr>
            <a:r>
              <a:rPr b="0" i="0" lang="en-US" sz="5275" u="none" cap="none" strike="noStrike">
                <a:solidFill>
                  <a:srgbClr val="2B2B2B"/>
                </a:solidFill>
                <a:latin typeface="Arial"/>
                <a:ea typeface="Arial"/>
                <a:cs typeface="Arial"/>
                <a:sym typeface="Arial"/>
              </a:rPr>
              <a:t>7</a:t>
            </a:r>
            <a:endParaRPr/>
          </a:p>
        </p:txBody>
      </p:sp>
      <p:sp>
        <p:nvSpPr>
          <p:cNvPr id="131" name="Google Shape;131;p3"/>
          <p:cNvSpPr/>
          <p:nvPr/>
        </p:nvSpPr>
        <p:spPr>
          <a:xfrm>
            <a:off x="5409255" y="2230680"/>
            <a:ext cx="1279779" cy="1267016"/>
          </a:xfrm>
          <a:custGeom>
            <a:rect b="b" l="l" r="r" t="t"/>
            <a:pathLst>
              <a:path extrusionOk="0" h="1689354" w="1706372">
                <a:moveTo>
                  <a:pt x="0" y="0"/>
                </a:moveTo>
                <a:lnTo>
                  <a:pt x="1706372" y="0"/>
                </a:lnTo>
                <a:lnTo>
                  <a:pt x="1706372" y="1689354"/>
                </a:lnTo>
                <a:lnTo>
                  <a:pt x="0" y="1689354"/>
                </a:lnTo>
                <a:lnTo>
                  <a:pt x="0" y="0"/>
                </a:lnTo>
                <a:close/>
              </a:path>
            </a:pathLst>
          </a:custGeom>
          <a:blipFill rotWithShape="1">
            <a:blip r:embed="rId4">
              <a:alphaModFix/>
            </a:blip>
            <a:stretch>
              <a:fillRect b="-5" l="0" r="0" t="-6"/>
            </a:stretch>
          </a:blipFill>
          <a:ln>
            <a:noFill/>
          </a:ln>
        </p:spPr>
      </p:sp>
      <p:sp>
        <p:nvSpPr>
          <p:cNvPr id="132" name="Google Shape;132;p3"/>
          <p:cNvSpPr txBox="1"/>
          <p:nvPr/>
        </p:nvSpPr>
        <p:spPr>
          <a:xfrm>
            <a:off x="5676782" y="2007221"/>
            <a:ext cx="744600" cy="1154700"/>
          </a:xfrm>
          <a:prstGeom prst="rect">
            <a:avLst/>
          </a:prstGeom>
          <a:noFill/>
          <a:ln>
            <a:noFill/>
          </a:ln>
        </p:spPr>
        <p:txBody>
          <a:bodyPr anchorCtr="0" anchor="t" bIns="0" lIns="0" spcFirstLastPara="1" rIns="0" wrap="square" tIns="0">
            <a:spAutoFit/>
          </a:bodyPr>
          <a:lstStyle/>
          <a:p>
            <a:pPr indent="0" lvl="0" marL="0" marR="0" rtl="0" algn="ctr">
              <a:lnSpc>
                <a:spcPct val="167981"/>
              </a:lnSpc>
              <a:spcBef>
                <a:spcPts val="0"/>
              </a:spcBef>
              <a:spcAft>
                <a:spcPts val="0"/>
              </a:spcAft>
              <a:buNone/>
            </a:pPr>
            <a:r>
              <a:rPr b="0" i="0" lang="en-US" sz="5275" u="none" cap="none" strike="noStrike">
                <a:solidFill>
                  <a:srgbClr val="2B2B2B"/>
                </a:solidFill>
                <a:latin typeface="Arial"/>
                <a:ea typeface="Arial"/>
                <a:cs typeface="Arial"/>
                <a:sym typeface="Arial"/>
              </a:rPr>
              <a:t>5</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556"/>
        </a:solidFill>
      </p:bgPr>
    </p:bg>
    <p:spTree>
      <p:nvGrpSpPr>
        <p:cNvPr id="140" name="Shape 140"/>
        <p:cNvGrpSpPr/>
        <p:nvPr/>
      </p:nvGrpSpPr>
      <p:grpSpPr>
        <a:xfrm>
          <a:off x="0" y="0"/>
          <a:ext cx="0" cy="0"/>
          <a:chOff x="0" y="0"/>
          <a:chExt cx="0" cy="0"/>
        </a:xfrm>
      </p:grpSpPr>
      <p:sp>
        <p:nvSpPr>
          <p:cNvPr id="141" name="Google Shape;141;p4"/>
          <p:cNvSpPr/>
          <p:nvPr/>
        </p:nvSpPr>
        <p:spPr>
          <a:xfrm>
            <a:off x="1614742" y="2172850"/>
            <a:ext cx="5059775" cy="1214342"/>
          </a:xfrm>
          <a:custGeom>
            <a:rect b="b" l="l" r="r" t="t"/>
            <a:pathLst>
              <a:path extrusionOk="0" h="1619123" w="6746367">
                <a:moveTo>
                  <a:pt x="0" y="0"/>
                </a:moveTo>
                <a:lnTo>
                  <a:pt x="6746367" y="0"/>
                </a:lnTo>
                <a:lnTo>
                  <a:pt x="6746367" y="1619123"/>
                </a:lnTo>
                <a:lnTo>
                  <a:pt x="0" y="1619123"/>
                </a:lnTo>
                <a:lnTo>
                  <a:pt x="0" y="0"/>
                </a:lnTo>
                <a:close/>
              </a:path>
            </a:pathLst>
          </a:custGeom>
          <a:blipFill rotWithShape="1">
            <a:blip r:embed="rId3">
              <a:alphaModFix/>
            </a:blip>
            <a:stretch>
              <a:fillRect b="0" l="-67" r="-68" t="0"/>
            </a:stretch>
          </a:blipFill>
          <a:ln>
            <a:noFill/>
          </a:ln>
        </p:spPr>
      </p:sp>
      <p:sp>
        <p:nvSpPr>
          <p:cNvPr id="142" name="Google Shape;142;p4"/>
          <p:cNvSpPr/>
          <p:nvPr/>
        </p:nvSpPr>
        <p:spPr>
          <a:xfrm rot="-3058523">
            <a:off x="14502289" y="7610040"/>
            <a:ext cx="6354795" cy="5353907"/>
          </a:xfrm>
          <a:custGeom>
            <a:rect b="b" l="l" r="r" t="t"/>
            <a:pathLst>
              <a:path extrusionOk="0" h="7138543" w="8473059">
                <a:moveTo>
                  <a:pt x="0" y="0"/>
                </a:moveTo>
                <a:lnTo>
                  <a:pt x="8473059" y="0"/>
                </a:lnTo>
                <a:lnTo>
                  <a:pt x="8473059" y="7138543"/>
                </a:lnTo>
                <a:lnTo>
                  <a:pt x="0" y="7138543"/>
                </a:lnTo>
                <a:lnTo>
                  <a:pt x="0" y="0"/>
                </a:lnTo>
                <a:close/>
              </a:path>
            </a:pathLst>
          </a:custGeom>
          <a:blipFill rotWithShape="1">
            <a:blip r:embed="rId4">
              <a:alphaModFix/>
            </a:blip>
            <a:stretch>
              <a:fillRect b="0" l="-9" r="-8" t="0"/>
            </a:stretch>
          </a:blipFill>
          <a:ln>
            <a:noFill/>
          </a:ln>
        </p:spPr>
      </p:sp>
      <p:sp>
        <p:nvSpPr>
          <p:cNvPr id="143" name="Google Shape;143;p4"/>
          <p:cNvSpPr/>
          <p:nvPr/>
        </p:nvSpPr>
        <p:spPr>
          <a:xfrm rot="-3058523">
            <a:off x="10001624" y="-1218961"/>
            <a:ext cx="6354795" cy="5353907"/>
          </a:xfrm>
          <a:custGeom>
            <a:rect b="b" l="l" r="r" t="t"/>
            <a:pathLst>
              <a:path extrusionOk="0" h="7138543" w="8473059">
                <a:moveTo>
                  <a:pt x="0" y="0"/>
                </a:moveTo>
                <a:lnTo>
                  <a:pt x="8473059" y="0"/>
                </a:lnTo>
                <a:lnTo>
                  <a:pt x="8473059" y="7138543"/>
                </a:lnTo>
                <a:lnTo>
                  <a:pt x="0" y="7138543"/>
                </a:lnTo>
                <a:lnTo>
                  <a:pt x="0" y="0"/>
                </a:lnTo>
                <a:close/>
              </a:path>
            </a:pathLst>
          </a:custGeom>
          <a:blipFill rotWithShape="1">
            <a:blip r:embed="rId4">
              <a:alphaModFix/>
            </a:blip>
            <a:stretch>
              <a:fillRect b="0" l="-9" r="-8" t="0"/>
            </a:stretch>
          </a:blipFill>
          <a:ln>
            <a:noFill/>
          </a:ln>
        </p:spPr>
      </p:sp>
      <p:sp>
        <p:nvSpPr>
          <p:cNvPr id="144" name="Google Shape;144;p4"/>
          <p:cNvSpPr/>
          <p:nvPr/>
        </p:nvSpPr>
        <p:spPr>
          <a:xfrm>
            <a:off x="10763255" y="1146345"/>
            <a:ext cx="8911399" cy="7976235"/>
          </a:xfrm>
          <a:custGeom>
            <a:rect b="b" l="l" r="r" t="t"/>
            <a:pathLst>
              <a:path extrusionOk="0" h="10634980" w="11881866">
                <a:moveTo>
                  <a:pt x="9272143" y="857123"/>
                </a:moveTo>
                <a:cubicBezTo>
                  <a:pt x="8185277" y="172847"/>
                  <a:pt x="7894193" y="141478"/>
                  <a:pt x="6617208" y="0"/>
                </a:cubicBezTo>
                <a:cubicBezTo>
                  <a:pt x="3689604" y="34798"/>
                  <a:pt x="1316482" y="1725930"/>
                  <a:pt x="397891" y="4506214"/>
                </a:cubicBezTo>
                <a:cubicBezTo>
                  <a:pt x="83566" y="5457317"/>
                  <a:pt x="0" y="6520942"/>
                  <a:pt x="368808" y="7452233"/>
                </a:cubicBezTo>
                <a:cubicBezTo>
                  <a:pt x="853694" y="8675877"/>
                  <a:pt x="2058797" y="9505188"/>
                  <a:pt x="3332353" y="9839325"/>
                </a:cubicBezTo>
                <a:cubicBezTo>
                  <a:pt x="4605909" y="10174478"/>
                  <a:pt x="6008243" y="10634980"/>
                  <a:pt x="7314184" y="10476103"/>
                </a:cubicBezTo>
                <a:cubicBezTo>
                  <a:pt x="8332597" y="10352024"/>
                  <a:pt x="9349740" y="9607296"/>
                  <a:pt x="10111867" y="8920734"/>
                </a:cubicBezTo>
                <a:cubicBezTo>
                  <a:pt x="10617581" y="8464931"/>
                  <a:pt x="10933049" y="7832725"/>
                  <a:pt x="11144123" y="7185533"/>
                </a:cubicBezTo>
                <a:cubicBezTo>
                  <a:pt x="11881866" y="4932934"/>
                  <a:pt x="11277600" y="2121408"/>
                  <a:pt x="9272143" y="857123"/>
                </a:cubicBezTo>
                <a:close/>
              </a:path>
            </a:pathLst>
          </a:custGeom>
          <a:blipFill rotWithShape="1">
            <a:blip r:embed="rId5">
              <a:alphaModFix/>
            </a:blip>
            <a:stretch>
              <a:fillRect b="-35265" l="-1107" r="-3838" t="-34059"/>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
          <p:cNvSpPr/>
          <p:nvPr/>
        </p:nvSpPr>
        <p:spPr>
          <a:xfrm>
            <a:off x="-378046" y="7292120"/>
            <a:ext cx="5850731" cy="2142840"/>
          </a:xfrm>
          <a:custGeom>
            <a:rect b="b" l="l" r="r" t="t"/>
            <a:pathLst>
              <a:path extrusionOk="0" h="2857119" w="7800975">
                <a:moveTo>
                  <a:pt x="0" y="0"/>
                </a:moveTo>
                <a:lnTo>
                  <a:pt x="7800975" y="0"/>
                </a:lnTo>
                <a:lnTo>
                  <a:pt x="7800975" y="2857119"/>
                </a:lnTo>
                <a:lnTo>
                  <a:pt x="0" y="2857119"/>
                </a:lnTo>
                <a:lnTo>
                  <a:pt x="0" y="0"/>
                </a:lnTo>
                <a:close/>
              </a:path>
            </a:pathLst>
          </a:custGeom>
          <a:blipFill rotWithShape="1">
            <a:blip r:embed="rId6">
              <a:alphaModFix/>
            </a:blip>
            <a:stretch>
              <a:fillRect b="-295" l="0" r="0" t="-295"/>
            </a:stretch>
          </a:blipFill>
          <a:ln>
            <a:noFill/>
          </a:ln>
        </p:spPr>
      </p:sp>
      <p:sp>
        <p:nvSpPr>
          <p:cNvPr id="146" name="Google Shape;146;p4"/>
          <p:cNvSpPr txBox="1"/>
          <p:nvPr/>
        </p:nvSpPr>
        <p:spPr>
          <a:xfrm>
            <a:off x="1932476" y="1029375"/>
            <a:ext cx="5538300" cy="1091850"/>
          </a:xfrm>
          <a:prstGeom prst="rect">
            <a:avLst/>
          </a:prstGeom>
          <a:noFill/>
          <a:ln>
            <a:noFill/>
          </a:ln>
        </p:spPr>
        <p:txBody>
          <a:bodyPr anchorCtr="0" anchor="t" bIns="0" lIns="0" spcFirstLastPara="1" rIns="0" wrap="square" tIns="0">
            <a:spAutoFit/>
          </a:bodyPr>
          <a:lstStyle/>
          <a:p>
            <a:pPr indent="0" lvl="0" marL="0" marR="0" rtl="0" algn="l">
              <a:lnSpc>
                <a:spcPct val="167989"/>
              </a:lnSpc>
              <a:spcBef>
                <a:spcPts val="0"/>
              </a:spcBef>
              <a:spcAft>
                <a:spcPts val="0"/>
              </a:spcAft>
              <a:buNone/>
            </a:pPr>
            <a:r>
              <a:rPr b="0" i="0" lang="en-US" sz="4989" u="none" cap="none" strike="noStrike">
                <a:solidFill>
                  <a:srgbClr val="2B2B2B"/>
                </a:solidFill>
                <a:latin typeface="Arial"/>
                <a:ea typeface="Arial"/>
                <a:cs typeface="Arial"/>
                <a:sym typeface="Arial"/>
              </a:rPr>
              <a:t>COMPETENCIA</a:t>
            </a:r>
            <a:endParaRPr/>
          </a:p>
        </p:txBody>
      </p:sp>
      <p:sp>
        <p:nvSpPr>
          <p:cNvPr id="147" name="Google Shape;147;p4"/>
          <p:cNvSpPr txBox="1"/>
          <p:nvPr/>
        </p:nvSpPr>
        <p:spPr>
          <a:xfrm>
            <a:off x="1932471" y="1689481"/>
            <a:ext cx="10983907" cy="1429079"/>
          </a:xfrm>
          <a:prstGeom prst="rect">
            <a:avLst/>
          </a:prstGeom>
          <a:noFill/>
          <a:ln>
            <a:noFill/>
          </a:ln>
        </p:spPr>
        <p:txBody>
          <a:bodyPr anchorCtr="0" anchor="t" bIns="0" lIns="0" spcFirstLastPara="1" rIns="0" wrap="square" tIns="0">
            <a:spAutoFit/>
          </a:bodyPr>
          <a:lstStyle/>
          <a:p>
            <a:pPr indent="0" lvl="0" marL="0" marR="0" rtl="0" algn="l">
              <a:lnSpc>
                <a:spcPct val="167980"/>
              </a:lnSpc>
              <a:spcBef>
                <a:spcPts val="0"/>
              </a:spcBef>
              <a:spcAft>
                <a:spcPts val="0"/>
              </a:spcAft>
              <a:buNone/>
            </a:pPr>
            <a:r>
              <a:rPr b="0" i="0" lang="en-US" sz="5987" u="none" cap="none" strike="noStrike">
                <a:solidFill>
                  <a:srgbClr val="2B2B2B"/>
                </a:solidFill>
                <a:latin typeface="Arial"/>
                <a:ea typeface="Arial"/>
                <a:cs typeface="Arial"/>
                <a:sym typeface="Arial"/>
              </a:rPr>
              <a:t>QUE DESARROLLAREMOS</a:t>
            </a:r>
            <a:endParaRPr/>
          </a:p>
        </p:txBody>
      </p:sp>
      <p:sp>
        <p:nvSpPr>
          <p:cNvPr id="148" name="Google Shape;148;p4"/>
          <p:cNvSpPr txBox="1"/>
          <p:nvPr/>
        </p:nvSpPr>
        <p:spPr>
          <a:xfrm>
            <a:off x="1932471" y="3322140"/>
            <a:ext cx="7884395" cy="4128136"/>
          </a:xfrm>
          <a:prstGeom prst="rect">
            <a:avLst/>
          </a:prstGeom>
          <a:noFill/>
          <a:ln>
            <a:noFill/>
          </a:ln>
        </p:spPr>
        <p:txBody>
          <a:bodyPr anchorCtr="0" anchor="t" bIns="0" lIns="0" spcFirstLastPara="1" rIns="0" wrap="square" tIns="0">
            <a:spAutoFit/>
          </a:bodyPr>
          <a:lstStyle/>
          <a:p>
            <a:pPr indent="0" lvl="0" marL="0" marR="0" rtl="0" algn="ctr">
              <a:lnSpc>
                <a:spcPct val="179994"/>
              </a:lnSpc>
              <a:spcBef>
                <a:spcPts val="0"/>
              </a:spcBef>
              <a:spcAft>
                <a:spcPts val="0"/>
              </a:spcAft>
              <a:buNone/>
            </a:pPr>
            <a:r>
              <a:rPr b="0" i="0" lang="en-US" sz="3399" u="none" cap="none" strike="noStrike">
                <a:solidFill>
                  <a:srgbClr val="2B2B2B"/>
                </a:solidFill>
                <a:latin typeface="Arial"/>
                <a:ea typeface="Arial"/>
                <a:cs typeface="Arial"/>
                <a:sym typeface="Arial"/>
              </a:rPr>
              <a:t>El estudiante diseña una topología de red utilizando dispositivos de red virtuales o físicos para crear un entorno funcional que cumpla requerimientos específicos de comunicación </a:t>
            </a:r>
            <a:endParaRPr/>
          </a:p>
          <a:p>
            <a:pPr indent="0" lvl="0" marL="0" marR="0" rtl="0" algn="ctr">
              <a:lnSpc>
                <a:spcPct val="74139"/>
              </a:lnSpc>
              <a:spcBef>
                <a:spcPts val="0"/>
              </a:spcBef>
              <a:spcAft>
                <a:spcPts val="0"/>
              </a:spcAft>
              <a:buNone/>
            </a:pPr>
            <a:r>
              <a:t/>
            </a:r>
            <a:endParaRPr b="0" i="0" sz="3399" u="none" cap="none" strike="noStrike">
              <a:solidFill>
                <a:srgbClr val="2B2B2B"/>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CD46"/>
        </a:solidFill>
      </p:bgPr>
    </p:bg>
    <p:spTree>
      <p:nvGrpSpPr>
        <p:cNvPr id="156" name="Shape 156"/>
        <p:cNvGrpSpPr/>
        <p:nvPr/>
      </p:nvGrpSpPr>
      <p:grpSpPr>
        <a:xfrm>
          <a:off x="0" y="0"/>
          <a:ext cx="0" cy="0"/>
          <a:chOff x="0" y="0"/>
          <a:chExt cx="0" cy="0"/>
        </a:xfrm>
      </p:grpSpPr>
      <p:sp>
        <p:nvSpPr>
          <p:cNvPr id="157" name="Google Shape;157;p5"/>
          <p:cNvSpPr/>
          <p:nvPr/>
        </p:nvSpPr>
        <p:spPr>
          <a:xfrm rot="315885">
            <a:off x="7787554" y="3775387"/>
            <a:ext cx="7513416" cy="4931474"/>
          </a:xfrm>
          <a:custGeom>
            <a:rect b="b" l="l" r="r" t="t"/>
            <a:pathLst>
              <a:path extrusionOk="0" h="6575298" w="10017887">
                <a:moveTo>
                  <a:pt x="0" y="0"/>
                </a:moveTo>
                <a:lnTo>
                  <a:pt x="10017887" y="0"/>
                </a:lnTo>
                <a:lnTo>
                  <a:pt x="10017887" y="6575298"/>
                </a:lnTo>
                <a:lnTo>
                  <a:pt x="0" y="6575298"/>
                </a:lnTo>
                <a:lnTo>
                  <a:pt x="0" y="0"/>
                </a:lnTo>
                <a:close/>
              </a:path>
            </a:pathLst>
          </a:custGeom>
          <a:blipFill rotWithShape="1">
            <a:blip r:embed="rId3">
              <a:alphaModFix/>
            </a:blip>
            <a:stretch>
              <a:fillRect b="0" l="-2" r="-2" t="0"/>
            </a:stretch>
          </a:blipFill>
          <a:ln>
            <a:noFill/>
          </a:ln>
        </p:spPr>
      </p:sp>
      <p:sp>
        <p:nvSpPr>
          <p:cNvPr id="158" name="Google Shape;158;p5"/>
          <p:cNvSpPr/>
          <p:nvPr/>
        </p:nvSpPr>
        <p:spPr>
          <a:xfrm rot="-266862">
            <a:off x="2743409" y="2871760"/>
            <a:ext cx="5990463" cy="5839587"/>
          </a:xfrm>
          <a:custGeom>
            <a:rect b="b" l="l" r="r" t="t"/>
            <a:pathLst>
              <a:path extrusionOk="0" h="7786116" w="7987284">
                <a:moveTo>
                  <a:pt x="0" y="0"/>
                </a:moveTo>
                <a:lnTo>
                  <a:pt x="7987284" y="0"/>
                </a:lnTo>
                <a:lnTo>
                  <a:pt x="7987284" y="7786116"/>
                </a:lnTo>
                <a:lnTo>
                  <a:pt x="0" y="7786116"/>
                </a:lnTo>
                <a:lnTo>
                  <a:pt x="0" y="0"/>
                </a:lnTo>
                <a:close/>
              </a:path>
            </a:pathLst>
          </a:custGeom>
          <a:blipFill rotWithShape="1">
            <a:blip r:embed="rId4">
              <a:alphaModFix/>
            </a:blip>
            <a:stretch>
              <a:fillRect b="-22443" l="0" r="0" t="-22444"/>
            </a:stretch>
          </a:blipFill>
          <a:ln>
            <a:noFill/>
          </a:ln>
        </p:spPr>
      </p:sp>
      <p:sp>
        <p:nvSpPr>
          <p:cNvPr id="159" name="Google Shape;159;p5"/>
          <p:cNvSpPr/>
          <p:nvPr/>
        </p:nvSpPr>
        <p:spPr>
          <a:xfrm rot="-82494">
            <a:off x="2911657" y="1750113"/>
            <a:ext cx="11731275" cy="6714173"/>
          </a:xfrm>
          <a:custGeom>
            <a:rect b="b" l="l" r="r" t="t"/>
            <a:pathLst>
              <a:path extrusionOk="0" h="8952230" w="15641701">
                <a:moveTo>
                  <a:pt x="0" y="0"/>
                </a:moveTo>
                <a:lnTo>
                  <a:pt x="15641701" y="0"/>
                </a:lnTo>
                <a:lnTo>
                  <a:pt x="15641701" y="8952230"/>
                </a:lnTo>
                <a:lnTo>
                  <a:pt x="0" y="8952230"/>
                </a:lnTo>
                <a:lnTo>
                  <a:pt x="0" y="0"/>
                </a:lnTo>
                <a:close/>
              </a:path>
            </a:pathLst>
          </a:custGeom>
          <a:blipFill rotWithShape="1">
            <a:blip r:embed="rId5">
              <a:alphaModFix/>
            </a:blip>
            <a:stretch>
              <a:fillRect b="-16656" l="0" r="0" t="-16656"/>
            </a:stretch>
          </a:blipFill>
          <a:ln>
            <a:noFill/>
          </a:ln>
        </p:spPr>
      </p:sp>
      <p:sp>
        <p:nvSpPr>
          <p:cNvPr id="160" name="Google Shape;160;p5"/>
          <p:cNvSpPr txBox="1"/>
          <p:nvPr/>
        </p:nvSpPr>
        <p:spPr>
          <a:xfrm rot="-82460">
            <a:off x="4625359" y="2894492"/>
            <a:ext cx="8918266" cy="5060429"/>
          </a:xfrm>
          <a:prstGeom prst="rect">
            <a:avLst/>
          </a:prstGeom>
          <a:noFill/>
          <a:ln>
            <a:noFill/>
          </a:ln>
        </p:spPr>
        <p:txBody>
          <a:bodyPr anchorCtr="0" anchor="t" bIns="0" lIns="0" spcFirstLastPara="1" rIns="0" wrap="square" tIns="0">
            <a:spAutoFit/>
          </a:bodyPr>
          <a:lstStyle/>
          <a:p>
            <a:pPr indent="0" lvl="0" marL="0" marR="0" rtl="0" algn="ctr">
              <a:lnSpc>
                <a:spcPct val="124805"/>
              </a:lnSpc>
              <a:spcBef>
                <a:spcPts val="0"/>
              </a:spcBef>
              <a:spcAft>
                <a:spcPts val="0"/>
              </a:spcAft>
              <a:buNone/>
            </a:pPr>
            <a:r>
              <a:rPr b="1" i="0" lang="en-US" sz="10151" u="none" cap="none" strike="noStrike">
                <a:solidFill>
                  <a:srgbClr val="000000"/>
                </a:solidFill>
                <a:latin typeface="Arial"/>
                <a:ea typeface="Arial"/>
                <a:cs typeface="Arial"/>
                <a:sym typeface="Arial"/>
              </a:rPr>
              <a:t>Modos y Tipos de Acceso</a:t>
            </a:r>
            <a:endParaRPr/>
          </a:p>
        </p:txBody>
      </p:sp>
      <p:sp>
        <p:nvSpPr>
          <p:cNvPr id="161" name="Google Shape;161;p5"/>
          <p:cNvSpPr/>
          <p:nvPr/>
        </p:nvSpPr>
        <p:spPr>
          <a:xfrm>
            <a:off x="2526002" y="1208717"/>
            <a:ext cx="3038666" cy="2879121"/>
          </a:xfrm>
          <a:custGeom>
            <a:rect b="b" l="l" r="r" t="t"/>
            <a:pathLst>
              <a:path extrusionOk="0" h="3838829" w="4051554">
                <a:moveTo>
                  <a:pt x="0" y="0"/>
                </a:moveTo>
                <a:lnTo>
                  <a:pt x="4051554" y="0"/>
                </a:lnTo>
                <a:lnTo>
                  <a:pt x="4051554" y="3838829"/>
                </a:lnTo>
                <a:lnTo>
                  <a:pt x="0" y="3838829"/>
                </a:lnTo>
                <a:lnTo>
                  <a:pt x="0" y="0"/>
                </a:lnTo>
                <a:close/>
              </a:path>
            </a:pathLst>
          </a:custGeom>
          <a:blipFill rotWithShape="1">
            <a:blip r:embed="rId6">
              <a:alphaModFix/>
            </a:blip>
            <a:stretch>
              <a:fillRect b="-18" l="0" r="0" t="-18"/>
            </a:stretch>
          </a:blipFill>
          <a:ln>
            <a:noFill/>
          </a:ln>
        </p:spPr>
      </p:sp>
      <p:sp>
        <p:nvSpPr>
          <p:cNvPr id="162" name="Google Shape;162;p5"/>
          <p:cNvSpPr/>
          <p:nvPr/>
        </p:nvSpPr>
        <p:spPr>
          <a:xfrm>
            <a:off x="-1489043" y="5940621"/>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7">
              <a:alphaModFix/>
            </a:blip>
            <a:stretch>
              <a:fillRect b="0" l="-25" r="-24" t="0"/>
            </a:stretch>
          </a:blipFill>
          <a:ln>
            <a:noFill/>
          </a:ln>
        </p:spPr>
      </p:sp>
      <p:sp>
        <p:nvSpPr>
          <p:cNvPr id="163" name="Google Shape;163;p5"/>
          <p:cNvSpPr/>
          <p:nvPr/>
        </p:nvSpPr>
        <p:spPr>
          <a:xfrm>
            <a:off x="12399360" y="4481928"/>
            <a:ext cx="4572286" cy="4653724"/>
          </a:xfrm>
          <a:custGeom>
            <a:rect b="b" l="l" r="r" t="t"/>
            <a:pathLst>
              <a:path extrusionOk="0" h="6204966" w="6096381">
                <a:moveTo>
                  <a:pt x="0" y="0"/>
                </a:moveTo>
                <a:lnTo>
                  <a:pt x="6096381" y="0"/>
                </a:lnTo>
                <a:lnTo>
                  <a:pt x="6096381" y="6204966"/>
                </a:lnTo>
                <a:lnTo>
                  <a:pt x="0" y="6204966"/>
                </a:lnTo>
                <a:lnTo>
                  <a:pt x="0" y="0"/>
                </a:lnTo>
                <a:close/>
              </a:path>
            </a:pathLst>
          </a:custGeom>
          <a:blipFill rotWithShape="1">
            <a:blip r:embed="rId8">
              <a:alphaModFix/>
            </a:blip>
            <a:stretch>
              <a:fillRect b="-6" l="0" r="0" t="-7"/>
            </a:stretch>
          </a:blipFill>
          <a:ln>
            <a:noFill/>
          </a:ln>
        </p:spPr>
      </p:sp>
      <p:sp>
        <p:nvSpPr>
          <p:cNvPr id="164" name="Google Shape;164;p5"/>
          <p:cNvSpPr/>
          <p:nvPr/>
        </p:nvSpPr>
        <p:spPr>
          <a:xfrm rot="-10197389">
            <a:off x="15531892" y="-653519"/>
            <a:ext cx="5396484" cy="4114800"/>
          </a:xfrm>
          <a:custGeom>
            <a:rect b="b" l="l" r="r" t="t"/>
            <a:pathLst>
              <a:path extrusionOk="0" h="5486400" w="7195312">
                <a:moveTo>
                  <a:pt x="0" y="0"/>
                </a:moveTo>
                <a:lnTo>
                  <a:pt x="7195312" y="0"/>
                </a:lnTo>
                <a:lnTo>
                  <a:pt x="7195312" y="5486400"/>
                </a:lnTo>
                <a:lnTo>
                  <a:pt x="0" y="5486400"/>
                </a:lnTo>
                <a:lnTo>
                  <a:pt x="0" y="0"/>
                </a:lnTo>
                <a:close/>
              </a:path>
            </a:pathLst>
          </a:custGeom>
          <a:blipFill rotWithShape="1">
            <a:blip r:embed="rId9">
              <a:alphaModFix/>
            </a:blip>
            <a:stretch>
              <a:fillRect b="0" l="-7" r="-6" t="0"/>
            </a:stretch>
          </a:blipFill>
          <a:ln>
            <a:noFill/>
          </a:ln>
        </p:spPr>
      </p:sp>
      <p:sp>
        <p:nvSpPr>
          <p:cNvPr id="165" name="Google Shape;165;p5"/>
          <p:cNvSpPr/>
          <p:nvPr/>
        </p:nvSpPr>
        <p:spPr>
          <a:xfrm rot="-9994124">
            <a:off x="5425189" y="9403852"/>
            <a:ext cx="5875687" cy="3238976"/>
          </a:xfrm>
          <a:custGeom>
            <a:rect b="b" l="l" r="r" t="t"/>
            <a:pathLst>
              <a:path extrusionOk="0" h="4318635" w="7834249">
                <a:moveTo>
                  <a:pt x="0" y="0"/>
                </a:moveTo>
                <a:lnTo>
                  <a:pt x="7834249" y="0"/>
                </a:lnTo>
                <a:lnTo>
                  <a:pt x="7834249" y="4318635"/>
                </a:lnTo>
                <a:lnTo>
                  <a:pt x="0" y="4318635"/>
                </a:lnTo>
                <a:lnTo>
                  <a:pt x="0" y="0"/>
                </a:lnTo>
                <a:close/>
              </a:path>
            </a:pathLst>
          </a:custGeom>
          <a:blipFill rotWithShape="1">
            <a:blip r:embed="rId10">
              <a:alphaModFix/>
            </a:blip>
            <a:stretch>
              <a:fillRect b="-1" l="0" r="0" t="-1"/>
            </a:stretch>
          </a:blipFill>
          <a:ln>
            <a:noFill/>
          </a:ln>
        </p:spPr>
      </p:sp>
      <p:sp>
        <p:nvSpPr>
          <p:cNvPr id="166" name="Google Shape;166;p5"/>
          <p:cNvSpPr/>
          <p:nvPr/>
        </p:nvSpPr>
        <p:spPr>
          <a:xfrm rot="-7239578">
            <a:off x="-916156" y="-1028700"/>
            <a:ext cx="2227135" cy="4114800"/>
          </a:xfrm>
          <a:custGeom>
            <a:rect b="b" l="l" r="r" t="t"/>
            <a:pathLst>
              <a:path extrusionOk="0" h="5486400" w="2969514">
                <a:moveTo>
                  <a:pt x="0" y="0"/>
                </a:moveTo>
                <a:lnTo>
                  <a:pt x="2969514" y="0"/>
                </a:lnTo>
                <a:lnTo>
                  <a:pt x="2969514" y="5486400"/>
                </a:lnTo>
                <a:lnTo>
                  <a:pt x="0" y="5486400"/>
                </a:lnTo>
                <a:lnTo>
                  <a:pt x="0" y="0"/>
                </a:lnTo>
                <a:close/>
              </a:path>
            </a:pathLst>
          </a:custGeom>
          <a:blipFill rotWithShape="1">
            <a:blip r:embed="rId11">
              <a:alphaModFix/>
            </a:blip>
            <a:stretch>
              <a:fillRect b="-23" l="0" r="0" t="-22"/>
            </a:stretch>
          </a:blipFill>
          <a:ln>
            <a:noFill/>
          </a:ln>
        </p:spPr>
      </p:sp>
      <p:sp>
        <p:nvSpPr>
          <p:cNvPr id="167" name="Google Shape;167;p5"/>
          <p:cNvSpPr/>
          <p:nvPr/>
        </p:nvSpPr>
        <p:spPr>
          <a:xfrm rot="2598121">
            <a:off x="2491875" y="7209838"/>
            <a:ext cx="3007329" cy="1759267"/>
          </a:xfrm>
          <a:custGeom>
            <a:rect b="b" l="l" r="r" t="t"/>
            <a:pathLst>
              <a:path extrusionOk="0" h="2345690" w="4009771">
                <a:moveTo>
                  <a:pt x="0" y="0"/>
                </a:moveTo>
                <a:lnTo>
                  <a:pt x="4009771" y="0"/>
                </a:lnTo>
                <a:lnTo>
                  <a:pt x="4009771" y="2345690"/>
                </a:lnTo>
                <a:lnTo>
                  <a:pt x="0" y="2345690"/>
                </a:lnTo>
                <a:lnTo>
                  <a:pt x="0" y="0"/>
                </a:lnTo>
                <a:close/>
              </a:path>
            </a:pathLst>
          </a:custGeom>
          <a:blipFill rotWithShape="1">
            <a:blip r:embed="rId12">
              <a:alphaModFix/>
            </a:blip>
            <a:stretch>
              <a:fillRect b="-25" l="0" r="0" t="-25"/>
            </a:stretch>
          </a:blipFill>
          <a:ln>
            <a:noFill/>
          </a:ln>
        </p:spPr>
      </p:sp>
      <p:sp>
        <p:nvSpPr>
          <p:cNvPr id="168" name="Google Shape;168;p5"/>
          <p:cNvSpPr/>
          <p:nvPr/>
        </p:nvSpPr>
        <p:spPr>
          <a:xfrm rot="3945637">
            <a:off x="13786668" y="3168860"/>
            <a:ext cx="1146239" cy="2324005"/>
          </a:xfrm>
          <a:custGeom>
            <a:rect b="b" l="l" r="r" t="t"/>
            <a:pathLst>
              <a:path extrusionOk="0" h="3098673" w="1528318">
                <a:moveTo>
                  <a:pt x="0" y="0"/>
                </a:moveTo>
                <a:lnTo>
                  <a:pt x="1528318" y="0"/>
                </a:lnTo>
                <a:lnTo>
                  <a:pt x="1528318" y="3098673"/>
                </a:lnTo>
                <a:lnTo>
                  <a:pt x="0" y="3098673"/>
                </a:lnTo>
                <a:lnTo>
                  <a:pt x="0" y="0"/>
                </a:lnTo>
                <a:close/>
              </a:path>
            </a:pathLst>
          </a:custGeom>
          <a:blipFill rotWithShape="1">
            <a:blip r:embed="rId13">
              <a:alphaModFix/>
            </a:blip>
            <a:stretch>
              <a:fillRect b="0" l="-56950" r="-56948" t="0"/>
            </a:stretch>
          </a:blipFill>
          <a:ln>
            <a:noFill/>
          </a:ln>
        </p:spPr>
      </p:sp>
      <p:sp>
        <p:nvSpPr>
          <p:cNvPr id="169" name="Google Shape;169;p5"/>
          <p:cNvSpPr/>
          <p:nvPr/>
        </p:nvSpPr>
        <p:spPr>
          <a:xfrm rot="-5400000">
            <a:off x="16049759" y="7736109"/>
            <a:ext cx="5396484" cy="4114800"/>
          </a:xfrm>
          <a:custGeom>
            <a:rect b="b" l="l" r="r" t="t"/>
            <a:pathLst>
              <a:path extrusionOk="0" h="5486400" w="7195312">
                <a:moveTo>
                  <a:pt x="0" y="0"/>
                </a:moveTo>
                <a:lnTo>
                  <a:pt x="7195312" y="0"/>
                </a:lnTo>
                <a:lnTo>
                  <a:pt x="7195312" y="5486400"/>
                </a:lnTo>
                <a:lnTo>
                  <a:pt x="0" y="5486400"/>
                </a:lnTo>
                <a:lnTo>
                  <a:pt x="0" y="0"/>
                </a:lnTo>
                <a:close/>
              </a:path>
            </a:pathLst>
          </a:custGeom>
          <a:blipFill rotWithShape="1">
            <a:blip r:embed="rId9">
              <a:alphaModFix/>
            </a:blip>
            <a:stretch>
              <a:fillRect b="0" l="-7" r="-6" t="0"/>
            </a:stretch>
          </a:blipFill>
          <a:ln>
            <a:noFill/>
          </a:ln>
        </p:spPr>
      </p:sp>
      <p:sp>
        <p:nvSpPr>
          <p:cNvPr id="170" name="Google Shape;170;p5"/>
          <p:cNvSpPr/>
          <p:nvPr/>
        </p:nvSpPr>
        <p:spPr>
          <a:xfrm rot="10252938">
            <a:off x="8709959" y="-1552088"/>
            <a:ext cx="4257960" cy="2458974"/>
          </a:xfrm>
          <a:custGeom>
            <a:rect b="b" l="l" r="r" t="t"/>
            <a:pathLst>
              <a:path extrusionOk="0" h="3278632" w="5677281">
                <a:moveTo>
                  <a:pt x="0" y="0"/>
                </a:moveTo>
                <a:lnTo>
                  <a:pt x="5677281" y="0"/>
                </a:lnTo>
                <a:lnTo>
                  <a:pt x="5677281" y="3278632"/>
                </a:lnTo>
                <a:lnTo>
                  <a:pt x="0" y="3278632"/>
                </a:lnTo>
                <a:lnTo>
                  <a:pt x="0" y="0"/>
                </a:lnTo>
                <a:close/>
              </a:path>
            </a:pathLst>
          </a:custGeom>
          <a:blipFill rotWithShape="1">
            <a:blip r:embed="rId14">
              <a:alphaModFix/>
            </a:blip>
            <a:stretch>
              <a:fillRect b="0" l="-49" r="-48" t="0"/>
            </a:stretch>
          </a:blipFill>
          <a:ln>
            <a:noFill/>
          </a:ln>
        </p:spPr>
      </p:sp>
      <p:sp>
        <p:nvSpPr>
          <p:cNvPr id="171" name="Google Shape;171;p5"/>
          <p:cNvSpPr/>
          <p:nvPr/>
        </p:nvSpPr>
        <p:spPr>
          <a:xfrm rot="5947534">
            <a:off x="3555012" y="-2929516"/>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7">
              <a:alphaModFix/>
            </a:blip>
            <a:stretch>
              <a:fillRect b="0" l="-25" r="-24" t="0"/>
            </a:stretch>
          </a:blipFill>
          <a:ln>
            <a:noFill/>
          </a:ln>
        </p:spPr>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CD46"/>
        </a:solidFill>
      </p:bgPr>
    </p:bg>
    <p:spTree>
      <p:nvGrpSpPr>
        <p:cNvPr id="179" name="Shape 179"/>
        <p:cNvGrpSpPr/>
        <p:nvPr/>
      </p:nvGrpSpPr>
      <p:grpSpPr>
        <a:xfrm>
          <a:off x="0" y="0"/>
          <a:ext cx="0" cy="0"/>
          <a:chOff x="0" y="0"/>
          <a:chExt cx="0" cy="0"/>
        </a:xfrm>
      </p:grpSpPr>
      <p:sp>
        <p:nvSpPr>
          <p:cNvPr id="180" name="Google Shape;180;p6"/>
          <p:cNvSpPr/>
          <p:nvPr/>
        </p:nvSpPr>
        <p:spPr>
          <a:xfrm rot="5334016">
            <a:off x="2984684" y="-330570"/>
            <a:ext cx="7947565" cy="11237119"/>
          </a:xfrm>
          <a:custGeom>
            <a:rect b="b" l="l" r="r" t="t"/>
            <a:pathLst>
              <a:path extrusionOk="0" h="14982825" w="10596753">
                <a:moveTo>
                  <a:pt x="0" y="0"/>
                </a:moveTo>
                <a:lnTo>
                  <a:pt x="10596753" y="0"/>
                </a:lnTo>
                <a:lnTo>
                  <a:pt x="10596753" y="14982825"/>
                </a:lnTo>
                <a:lnTo>
                  <a:pt x="0" y="14982825"/>
                </a:lnTo>
                <a:lnTo>
                  <a:pt x="0" y="0"/>
                </a:lnTo>
                <a:close/>
              </a:path>
            </a:pathLst>
          </a:custGeom>
          <a:blipFill rotWithShape="1">
            <a:blip r:embed="rId3">
              <a:alphaModFix/>
            </a:blip>
            <a:stretch>
              <a:fillRect b="0" l="-51" r="-50" t="0"/>
            </a:stretch>
          </a:blipFill>
          <a:ln>
            <a:noFill/>
          </a:ln>
        </p:spPr>
      </p:sp>
      <p:sp>
        <p:nvSpPr>
          <p:cNvPr id="181" name="Google Shape;181;p6"/>
          <p:cNvSpPr/>
          <p:nvPr/>
        </p:nvSpPr>
        <p:spPr>
          <a:xfrm rot="289427">
            <a:off x="10909789" y="2661596"/>
            <a:ext cx="5692997" cy="5692997"/>
          </a:xfrm>
          <a:custGeom>
            <a:rect b="b" l="l" r="r" t="t"/>
            <a:pathLst>
              <a:path extrusionOk="0" h="7590663" w="7590663">
                <a:moveTo>
                  <a:pt x="0" y="0"/>
                </a:moveTo>
                <a:lnTo>
                  <a:pt x="7590663" y="0"/>
                </a:lnTo>
                <a:lnTo>
                  <a:pt x="7590663" y="7590663"/>
                </a:lnTo>
                <a:lnTo>
                  <a:pt x="0" y="7590663"/>
                </a:lnTo>
                <a:lnTo>
                  <a:pt x="0" y="0"/>
                </a:lnTo>
                <a:close/>
              </a:path>
            </a:pathLst>
          </a:custGeom>
          <a:blipFill rotWithShape="1">
            <a:blip r:embed="rId4">
              <a:alphaModFix/>
            </a:blip>
            <a:stretch>
              <a:fillRect b="0" l="0" r="0" t="0"/>
            </a:stretch>
          </a:blipFill>
          <a:ln>
            <a:noFill/>
          </a:ln>
        </p:spPr>
      </p:sp>
      <p:sp>
        <p:nvSpPr>
          <p:cNvPr id="182" name="Google Shape;182;p6"/>
          <p:cNvSpPr/>
          <p:nvPr/>
        </p:nvSpPr>
        <p:spPr>
          <a:xfrm rot="-10703534">
            <a:off x="14045185" y="8969379"/>
            <a:ext cx="5875687" cy="3238976"/>
          </a:xfrm>
          <a:custGeom>
            <a:rect b="b" l="l" r="r" t="t"/>
            <a:pathLst>
              <a:path extrusionOk="0" h="4318635" w="7834249">
                <a:moveTo>
                  <a:pt x="0" y="0"/>
                </a:moveTo>
                <a:lnTo>
                  <a:pt x="7834249" y="0"/>
                </a:lnTo>
                <a:lnTo>
                  <a:pt x="7834249" y="4318635"/>
                </a:lnTo>
                <a:lnTo>
                  <a:pt x="0" y="4318635"/>
                </a:lnTo>
                <a:lnTo>
                  <a:pt x="0" y="0"/>
                </a:lnTo>
                <a:close/>
              </a:path>
            </a:pathLst>
          </a:custGeom>
          <a:blipFill rotWithShape="1">
            <a:blip r:embed="rId5">
              <a:alphaModFix/>
            </a:blip>
            <a:stretch>
              <a:fillRect b="-1" l="0" r="0" t="-1"/>
            </a:stretch>
          </a:blipFill>
          <a:ln>
            <a:noFill/>
          </a:ln>
        </p:spPr>
      </p:sp>
      <p:sp>
        <p:nvSpPr>
          <p:cNvPr id="183" name="Google Shape;183;p6"/>
          <p:cNvSpPr/>
          <p:nvPr/>
        </p:nvSpPr>
        <p:spPr>
          <a:xfrm rot="-8190164">
            <a:off x="-673910" y="-2226504"/>
            <a:ext cx="2227135" cy="4114800"/>
          </a:xfrm>
          <a:custGeom>
            <a:rect b="b" l="l" r="r" t="t"/>
            <a:pathLst>
              <a:path extrusionOk="0" h="5486400" w="2969514">
                <a:moveTo>
                  <a:pt x="0" y="0"/>
                </a:moveTo>
                <a:lnTo>
                  <a:pt x="2969514" y="0"/>
                </a:lnTo>
                <a:lnTo>
                  <a:pt x="2969514" y="5486400"/>
                </a:lnTo>
                <a:lnTo>
                  <a:pt x="0" y="5486400"/>
                </a:lnTo>
                <a:lnTo>
                  <a:pt x="0" y="0"/>
                </a:lnTo>
                <a:close/>
              </a:path>
            </a:pathLst>
          </a:custGeom>
          <a:blipFill rotWithShape="1">
            <a:blip r:embed="rId6">
              <a:alphaModFix/>
            </a:blip>
            <a:stretch>
              <a:fillRect b="-23" l="0" r="0" t="-22"/>
            </a:stretch>
          </a:blipFill>
          <a:ln>
            <a:noFill/>
          </a:ln>
        </p:spPr>
      </p:sp>
      <p:sp>
        <p:nvSpPr>
          <p:cNvPr id="184" name="Google Shape;184;p6"/>
          <p:cNvSpPr/>
          <p:nvPr/>
        </p:nvSpPr>
        <p:spPr>
          <a:xfrm rot="8941024">
            <a:off x="14751146" y="-2393360"/>
            <a:ext cx="4861275" cy="3706654"/>
          </a:xfrm>
          <a:custGeom>
            <a:rect b="b" l="l" r="r" t="t"/>
            <a:pathLst>
              <a:path extrusionOk="0" h="4942205" w="6481699">
                <a:moveTo>
                  <a:pt x="0" y="0"/>
                </a:moveTo>
                <a:lnTo>
                  <a:pt x="6481699" y="0"/>
                </a:lnTo>
                <a:lnTo>
                  <a:pt x="6481699" y="4942205"/>
                </a:lnTo>
                <a:lnTo>
                  <a:pt x="0" y="4942205"/>
                </a:lnTo>
                <a:lnTo>
                  <a:pt x="0" y="0"/>
                </a:lnTo>
                <a:close/>
              </a:path>
            </a:pathLst>
          </a:custGeom>
          <a:blipFill rotWithShape="1">
            <a:blip r:embed="rId7">
              <a:alphaModFix/>
            </a:blip>
            <a:stretch>
              <a:fillRect b="0" l="-7" r="-6" t="0"/>
            </a:stretch>
          </a:blipFill>
          <a:ln>
            <a:noFill/>
          </a:ln>
        </p:spPr>
      </p:sp>
      <p:sp>
        <p:nvSpPr>
          <p:cNvPr id="185" name="Google Shape;185;p6"/>
          <p:cNvSpPr/>
          <p:nvPr/>
        </p:nvSpPr>
        <p:spPr>
          <a:xfrm rot="-9194561">
            <a:off x="8489059" y="4316132"/>
            <a:ext cx="1770031" cy="942499"/>
          </a:xfrm>
          <a:custGeom>
            <a:rect b="b" l="l" r="r" t="t"/>
            <a:pathLst>
              <a:path extrusionOk="0" h="1256665" w="2360041">
                <a:moveTo>
                  <a:pt x="0" y="0"/>
                </a:moveTo>
                <a:lnTo>
                  <a:pt x="2360041" y="0"/>
                </a:lnTo>
                <a:lnTo>
                  <a:pt x="2360041" y="1256665"/>
                </a:lnTo>
                <a:lnTo>
                  <a:pt x="0" y="1256665"/>
                </a:lnTo>
                <a:lnTo>
                  <a:pt x="0" y="0"/>
                </a:lnTo>
                <a:close/>
              </a:path>
            </a:pathLst>
          </a:custGeom>
          <a:blipFill rotWithShape="1">
            <a:blip r:embed="rId8">
              <a:alphaModFix/>
            </a:blip>
            <a:stretch>
              <a:fillRect b="-3" l="-67" r="-67" t="0"/>
            </a:stretch>
          </a:blipFill>
          <a:ln>
            <a:noFill/>
          </a:ln>
        </p:spPr>
      </p:sp>
      <p:sp>
        <p:nvSpPr>
          <p:cNvPr id="186" name="Google Shape;186;p6"/>
          <p:cNvSpPr/>
          <p:nvPr/>
        </p:nvSpPr>
        <p:spPr>
          <a:xfrm rot="-65983">
            <a:off x="991839" y="5178149"/>
            <a:ext cx="5741384" cy="1137856"/>
          </a:xfrm>
          <a:custGeom>
            <a:rect b="b" l="l" r="r" t="t"/>
            <a:pathLst>
              <a:path extrusionOk="0" h="1517142" w="7655179">
                <a:moveTo>
                  <a:pt x="0" y="0"/>
                </a:moveTo>
                <a:lnTo>
                  <a:pt x="7655179" y="0"/>
                </a:lnTo>
                <a:lnTo>
                  <a:pt x="7655179" y="1517142"/>
                </a:lnTo>
                <a:lnTo>
                  <a:pt x="0" y="1517142"/>
                </a:lnTo>
                <a:lnTo>
                  <a:pt x="0" y="0"/>
                </a:lnTo>
                <a:close/>
              </a:path>
            </a:pathLst>
          </a:custGeom>
          <a:blipFill rotWithShape="1">
            <a:blip r:embed="rId9">
              <a:alphaModFix/>
            </a:blip>
            <a:stretch>
              <a:fillRect b="-150" l="0" r="0" t="-153"/>
            </a:stretch>
          </a:blipFill>
          <a:ln>
            <a:noFill/>
          </a:ln>
        </p:spPr>
      </p:sp>
      <p:sp>
        <p:nvSpPr>
          <p:cNvPr id="187" name="Google Shape;187;p6"/>
          <p:cNvSpPr/>
          <p:nvPr/>
        </p:nvSpPr>
        <p:spPr>
          <a:xfrm rot="3945637">
            <a:off x="15511874" y="1684549"/>
            <a:ext cx="1209770" cy="2452974"/>
          </a:xfrm>
          <a:custGeom>
            <a:rect b="b" l="l" r="r" t="t"/>
            <a:pathLst>
              <a:path extrusionOk="0" h="3270631" w="1613027">
                <a:moveTo>
                  <a:pt x="0" y="0"/>
                </a:moveTo>
                <a:lnTo>
                  <a:pt x="1613027" y="0"/>
                </a:lnTo>
                <a:lnTo>
                  <a:pt x="1613027" y="3270631"/>
                </a:lnTo>
                <a:lnTo>
                  <a:pt x="0" y="3270631"/>
                </a:lnTo>
                <a:lnTo>
                  <a:pt x="0" y="0"/>
                </a:lnTo>
                <a:close/>
              </a:path>
            </a:pathLst>
          </a:custGeom>
          <a:blipFill rotWithShape="1">
            <a:blip r:embed="rId10">
              <a:alphaModFix/>
            </a:blip>
            <a:stretch>
              <a:fillRect b="0" l="-56953" r="-56955" t="0"/>
            </a:stretch>
          </a:blipFill>
          <a:ln>
            <a:noFill/>
          </a:ln>
        </p:spPr>
      </p:sp>
      <p:sp>
        <p:nvSpPr>
          <p:cNvPr id="188" name="Google Shape;188;p6"/>
          <p:cNvSpPr txBox="1"/>
          <p:nvPr/>
        </p:nvSpPr>
        <p:spPr>
          <a:xfrm rot="-65983">
            <a:off x="2257274" y="2979504"/>
            <a:ext cx="8329523" cy="1027684"/>
          </a:xfrm>
          <a:prstGeom prst="rect">
            <a:avLst/>
          </a:prstGeom>
          <a:noFill/>
          <a:ln>
            <a:noFill/>
          </a:ln>
        </p:spPr>
        <p:txBody>
          <a:bodyPr anchorCtr="0" anchor="t" bIns="0" lIns="0" spcFirstLastPara="1" rIns="0" wrap="square" tIns="0">
            <a:spAutoFit/>
          </a:bodyPr>
          <a:lstStyle/>
          <a:p>
            <a:pPr indent="0" lvl="0" marL="0" marR="0" rtl="0" algn="l">
              <a:lnSpc>
                <a:spcPct val="127212"/>
              </a:lnSpc>
              <a:spcBef>
                <a:spcPts val="0"/>
              </a:spcBef>
              <a:spcAft>
                <a:spcPts val="0"/>
              </a:spcAft>
              <a:buNone/>
            </a:pPr>
            <a:r>
              <a:rPr b="1" i="0" lang="en-US" sz="5299" u="none" cap="none" strike="noStrike">
                <a:solidFill>
                  <a:srgbClr val="000000"/>
                </a:solidFill>
                <a:latin typeface="Arial"/>
                <a:ea typeface="Arial"/>
                <a:cs typeface="Arial"/>
                <a:sym typeface="Arial"/>
              </a:rPr>
              <a:t>Capas de Acceso</a:t>
            </a:r>
            <a:endParaRPr/>
          </a:p>
        </p:txBody>
      </p:sp>
      <p:sp>
        <p:nvSpPr>
          <p:cNvPr id="189" name="Google Shape;189;p6"/>
          <p:cNvSpPr txBox="1"/>
          <p:nvPr/>
        </p:nvSpPr>
        <p:spPr>
          <a:xfrm rot="-65983">
            <a:off x="2297225" y="4999692"/>
            <a:ext cx="3256019" cy="1104900"/>
          </a:xfrm>
          <a:prstGeom prst="rect">
            <a:avLst/>
          </a:prstGeom>
          <a:noFill/>
          <a:ln>
            <a:noFill/>
          </a:ln>
        </p:spPr>
        <p:txBody>
          <a:bodyPr anchorCtr="0" anchor="t" bIns="0" lIns="0" spcFirstLastPara="1" rIns="0" wrap="square" tIns="0">
            <a:spAutoFit/>
          </a:bodyPr>
          <a:lstStyle/>
          <a:p>
            <a:pPr indent="0" lvl="0" marL="0" marR="0" rtl="0" algn="l">
              <a:lnSpc>
                <a:spcPct val="156000"/>
              </a:lnSpc>
              <a:spcBef>
                <a:spcPts val="0"/>
              </a:spcBef>
              <a:spcAft>
                <a:spcPts val="0"/>
              </a:spcAft>
              <a:buNone/>
            </a:pPr>
            <a:r>
              <a:rPr b="1" i="0" lang="en-US" sz="4500" u="none" cap="none" strike="noStrike">
                <a:solidFill>
                  <a:srgbClr val="000000"/>
                </a:solidFill>
                <a:latin typeface="Arial"/>
                <a:ea typeface="Arial"/>
                <a:cs typeface="Arial"/>
                <a:sym typeface="Arial"/>
              </a:rPr>
              <a:t>Definición:</a:t>
            </a:r>
            <a:endParaRPr/>
          </a:p>
        </p:txBody>
      </p:sp>
      <p:sp>
        <p:nvSpPr>
          <p:cNvPr id="190" name="Google Shape;190;p6"/>
          <p:cNvSpPr txBox="1"/>
          <p:nvPr/>
        </p:nvSpPr>
        <p:spPr>
          <a:xfrm rot="-65983">
            <a:off x="2334480" y="6697796"/>
            <a:ext cx="7234355" cy="1551940"/>
          </a:xfrm>
          <a:prstGeom prst="rect">
            <a:avLst/>
          </a:prstGeom>
          <a:noFill/>
          <a:ln>
            <a:noFill/>
          </a:ln>
        </p:spPr>
        <p:txBody>
          <a:bodyPr anchorCtr="0" anchor="t" bIns="0" lIns="0" spcFirstLastPara="1" rIns="0" wrap="square" tIns="0">
            <a:spAutoFit/>
          </a:bodyPr>
          <a:lstStyle/>
          <a:p>
            <a:pPr indent="0" lvl="0" marL="0" marR="0" rtl="0" algn="l">
              <a:lnSpc>
                <a:spcPct val="156000"/>
              </a:lnSpc>
              <a:spcBef>
                <a:spcPts val="0"/>
              </a:spcBef>
              <a:spcAft>
                <a:spcPts val="0"/>
              </a:spcAft>
              <a:buNone/>
            </a:pPr>
            <a:r>
              <a:rPr b="0" i="0" lang="en-US" sz="2300" u="none" cap="none" strike="noStrike">
                <a:solidFill>
                  <a:srgbClr val="000000"/>
                </a:solidFill>
                <a:latin typeface="DM Sans"/>
                <a:ea typeface="DM Sans"/>
                <a:cs typeface="DM Sans"/>
                <a:sym typeface="DM Sans"/>
              </a:rPr>
              <a:t>Es el nivel más básico de la red. Es la parte de la red mediante la cual las personas pueden acceder a otros hosts, así como a los archivos y dispositivos compartidos.</a:t>
            </a:r>
            <a:endParaRPr/>
          </a:p>
        </p:txBody>
      </p:sp>
      <p:sp>
        <p:nvSpPr>
          <p:cNvPr id="191" name="Google Shape;191;p6"/>
          <p:cNvSpPr txBox="1"/>
          <p:nvPr/>
        </p:nvSpPr>
        <p:spPr>
          <a:xfrm rot="315736">
            <a:off x="11069407" y="4015073"/>
            <a:ext cx="5394759" cy="1027684"/>
          </a:xfrm>
          <a:prstGeom prst="rect">
            <a:avLst/>
          </a:prstGeom>
          <a:noFill/>
          <a:ln>
            <a:noFill/>
          </a:ln>
        </p:spPr>
        <p:txBody>
          <a:bodyPr anchorCtr="0" anchor="t" bIns="0" lIns="0" spcFirstLastPara="1" rIns="0" wrap="square" tIns="0">
            <a:spAutoFit/>
          </a:bodyPr>
          <a:lstStyle/>
          <a:p>
            <a:pPr indent="0" lvl="0" marL="0" marR="0" rtl="0" algn="l">
              <a:lnSpc>
                <a:spcPct val="127212"/>
              </a:lnSpc>
              <a:spcBef>
                <a:spcPts val="0"/>
              </a:spcBef>
              <a:spcAft>
                <a:spcPts val="0"/>
              </a:spcAft>
              <a:buNone/>
            </a:pPr>
            <a:r>
              <a:rPr b="1" i="0" lang="en-US" sz="5299" u="none" cap="none" strike="noStrike">
                <a:solidFill>
                  <a:srgbClr val="000000"/>
                </a:solidFill>
                <a:latin typeface="Arial"/>
                <a:ea typeface="Arial"/>
                <a:cs typeface="Arial"/>
                <a:sym typeface="Arial"/>
              </a:rPr>
              <a:t>Tipos de Acceso</a:t>
            </a:r>
            <a:endParaRPr/>
          </a:p>
        </p:txBody>
      </p:sp>
      <p:sp>
        <p:nvSpPr>
          <p:cNvPr id="192" name="Google Shape;192;p6"/>
          <p:cNvSpPr txBox="1"/>
          <p:nvPr/>
        </p:nvSpPr>
        <p:spPr>
          <a:xfrm rot="296512">
            <a:off x="11596607" y="5245676"/>
            <a:ext cx="2818052" cy="1271270"/>
          </a:xfrm>
          <a:prstGeom prst="rect">
            <a:avLst/>
          </a:prstGeom>
          <a:noFill/>
          <a:ln>
            <a:noFill/>
          </a:ln>
        </p:spPr>
        <p:txBody>
          <a:bodyPr anchorCtr="0" anchor="t" bIns="0" lIns="0" spcFirstLastPara="1" rIns="0" wrap="square" tIns="0">
            <a:spAutoFit/>
          </a:bodyPr>
          <a:lstStyle/>
          <a:p>
            <a:pPr indent="-259039" lvl="2" marL="777117" marR="0" rtl="0" algn="l">
              <a:lnSpc>
                <a:spcPct val="155987"/>
              </a:lnSpc>
              <a:spcBef>
                <a:spcPts val="0"/>
              </a:spcBef>
              <a:spcAft>
                <a:spcPts val="0"/>
              </a:spcAft>
              <a:buClr>
                <a:srgbClr val="000000"/>
              </a:buClr>
              <a:buSzPts val="3399"/>
              <a:buFont typeface="Arial"/>
              <a:buChar char="⚬"/>
            </a:pPr>
            <a:r>
              <a:rPr b="0" i="0" lang="en-US" sz="3399" u="none" cap="none" strike="noStrike">
                <a:solidFill>
                  <a:srgbClr val="000000"/>
                </a:solidFill>
                <a:latin typeface="DM Sans"/>
                <a:ea typeface="DM Sans"/>
                <a:cs typeface="DM Sans"/>
                <a:sym typeface="DM Sans"/>
              </a:rPr>
              <a:t>Local</a:t>
            </a:r>
            <a:endParaRPr/>
          </a:p>
          <a:p>
            <a:pPr indent="-259039" lvl="2" marL="777117" marR="0" rtl="0" algn="l">
              <a:lnSpc>
                <a:spcPct val="155987"/>
              </a:lnSpc>
              <a:spcBef>
                <a:spcPts val="0"/>
              </a:spcBef>
              <a:spcAft>
                <a:spcPts val="0"/>
              </a:spcAft>
              <a:buClr>
                <a:srgbClr val="000000"/>
              </a:buClr>
              <a:buSzPts val="3399"/>
              <a:buFont typeface="Arial"/>
              <a:buChar char="⚬"/>
            </a:pPr>
            <a:r>
              <a:rPr b="0" i="0" lang="en-US" sz="3399" u="none" cap="none" strike="noStrike">
                <a:solidFill>
                  <a:srgbClr val="000000"/>
                </a:solidFill>
                <a:latin typeface="DM Sans"/>
                <a:ea typeface="DM Sans"/>
                <a:cs typeface="DM Sans"/>
                <a:sym typeface="DM Sans"/>
              </a:rPr>
              <a:t>Remoto</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200" name="Shape 200"/>
        <p:cNvGrpSpPr/>
        <p:nvPr/>
      </p:nvGrpSpPr>
      <p:grpSpPr>
        <a:xfrm>
          <a:off x="0" y="0"/>
          <a:ext cx="0" cy="0"/>
          <a:chOff x="0" y="0"/>
          <a:chExt cx="0" cy="0"/>
        </a:xfrm>
      </p:grpSpPr>
      <p:sp>
        <p:nvSpPr>
          <p:cNvPr id="201" name="Google Shape;201;p7"/>
          <p:cNvSpPr/>
          <p:nvPr/>
        </p:nvSpPr>
        <p:spPr>
          <a:xfrm flipH="1" rot="-611101">
            <a:off x="1405511" y="3774383"/>
            <a:ext cx="7513416" cy="4931474"/>
          </a:xfrm>
          <a:custGeom>
            <a:rect b="b" l="l" r="r" t="t"/>
            <a:pathLst>
              <a:path extrusionOk="0" h="6575298" w="10017887">
                <a:moveTo>
                  <a:pt x="10017887" y="0"/>
                </a:moveTo>
                <a:lnTo>
                  <a:pt x="0" y="0"/>
                </a:lnTo>
                <a:lnTo>
                  <a:pt x="0" y="6575298"/>
                </a:lnTo>
                <a:lnTo>
                  <a:pt x="10017887" y="6575298"/>
                </a:lnTo>
                <a:lnTo>
                  <a:pt x="10017887" y="0"/>
                </a:lnTo>
                <a:close/>
              </a:path>
            </a:pathLst>
          </a:custGeom>
          <a:blipFill rotWithShape="1">
            <a:blip r:embed="rId3">
              <a:alphaModFix/>
            </a:blip>
            <a:stretch>
              <a:fillRect b="0" l="-2" r="-2" t="0"/>
            </a:stretch>
          </a:blipFill>
          <a:ln>
            <a:noFill/>
          </a:ln>
        </p:spPr>
      </p:sp>
      <p:sp>
        <p:nvSpPr>
          <p:cNvPr id="202" name="Google Shape;202;p7"/>
          <p:cNvSpPr/>
          <p:nvPr/>
        </p:nvSpPr>
        <p:spPr>
          <a:xfrm>
            <a:off x="1835208" y="1456397"/>
            <a:ext cx="7460509" cy="7267700"/>
          </a:xfrm>
          <a:custGeom>
            <a:rect b="b" l="l" r="r" t="t"/>
            <a:pathLst>
              <a:path extrusionOk="0" h="7267700" w="7460509">
                <a:moveTo>
                  <a:pt x="0" y="0"/>
                </a:moveTo>
                <a:lnTo>
                  <a:pt x="7460508" y="0"/>
                </a:lnTo>
                <a:lnTo>
                  <a:pt x="7460508" y="7267701"/>
                </a:lnTo>
                <a:lnTo>
                  <a:pt x="0" y="7267701"/>
                </a:lnTo>
                <a:lnTo>
                  <a:pt x="0" y="0"/>
                </a:lnTo>
                <a:close/>
              </a:path>
            </a:pathLst>
          </a:custGeom>
          <a:blipFill rotWithShape="1">
            <a:blip r:embed="rId4">
              <a:alphaModFix/>
            </a:blip>
            <a:stretch>
              <a:fillRect b="0" l="0" r="0" t="0"/>
            </a:stretch>
          </a:blipFill>
          <a:ln>
            <a:noFill/>
          </a:ln>
        </p:spPr>
      </p:sp>
      <p:sp>
        <p:nvSpPr>
          <p:cNvPr id="203" name="Google Shape;203;p7"/>
          <p:cNvSpPr txBox="1"/>
          <p:nvPr/>
        </p:nvSpPr>
        <p:spPr>
          <a:xfrm rot="-147150">
            <a:off x="2415615" y="2004276"/>
            <a:ext cx="6278570" cy="1184783"/>
          </a:xfrm>
          <a:prstGeom prst="rect">
            <a:avLst/>
          </a:prstGeom>
          <a:noFill/>
          <a:ln>
            <a:noFill/>
          </a:ln>
        </p:spPr>
        <p:txBody>
          <a:bodyPr anchorCtr="0" anchor="t" bIns="0" lIns="0" spcFirstLastPara="1" rIns="0" wrap="square" tIns="0">
            <a:spAutoFit/>
          </a:bodyPr>
          <a:lstStyle/>
          <a:p>
            <a:pPr indent="0" lvl="0" marL="0" marR="0" rtl="0" algn="l">
              <a:lnSpc>
                <a:spcPct val="127205"/>
              </a:lnSpc>
              <a:spcBef>
                <a:spcPts val="0"/>
              </a:spcBef>
              <a:spcAft>
                <a:spcPts val="0"/>
              </a:spcAft>
              <a:buNone/>
            </a:pPr>
            <a:r>
              <a:rPr b="1" i="0" lang="en-US" sz="6098" u="none" cap="none" strike="noStrike">
                <a:solidFill>
                  <a:srgbClr val="000000"/>
                </a:solidFill>
                <a:latin typeface="Arial"/>
                <a:ea typeface="Arial"/>
                <a:cs typeface="Arial"/>
                <a:sym typeface="Arial"/>
              </a:rPr>
              <a:t>Local</a:t>
            </a:r>
            <a:endParaRPr/>
          </a:p>
        </p:txBody>
      </p:sp>
      <p:sp>
        <p:nvSpPr>
          <p:cNvPr id="204" name="Google Shape;204;p7"/>
          <p:cNvSpPr/>
          <p:nvPr/>
        </p:nvSpPr>
        <p:spPr>
          <a:xfrm rot="3945637">
            <a:off x="8690814" y="3632593"/>
            <a:ext cx="1209770" cy="2452974"/>
          </a:xfrm>
          <a:custGeom>
            <a:rect b="b" l="l" r="r" t="t"/>
            <a:pathLst>
              <a:path extrusionOk="0" h="3270631" w="1613027">
                <a:moveTo>
                  <a:pt x="0" y="0"/>
                </a:moveTo>
                <a:lnTo>
                  <a:pt x="1613027" y="0"/>
                </a:lnTo>
                <a:lnTo>
                  <a:pt x="1613027" y="3270631"/>
                </a:lnTo>
                <a:lnTo>
                  <a:pt x="0" y="3270631"/>
                </a:lnTo>
                <a:lnTo>
                  <a:pt x="0" y="0"/>
                </a:lnTo>
                <a:close/>
              </a:path>
            </a:pathLst>
          </a:custGeom>
          <a:blipFill rotWithShape="1">
            <a:blip r:embed="rId5">
              <a:alphaModFix/>
            </a:blip>
            <a:stretch>
              <a:fillRect b="0" l="-56953" r="-56955" t="0"/>
            </a:stretch>
          </a:blipFill>
          <a:ln>
            <a:noFill/>
          </a:ln>
        </p:spPr>
      </p:sp>
      <p:sp>
        <p:nvSpPr>
          <p:cNvPr id="205" name="Google Shape;205;p7"/>
          <p:cNvSpPr/>
          <p:nvPr/>
        </p:nvSpPr>
        <p:spPr>
          <a:xfrm rot="-277003">
            <a:off x="7446971" y="472650"/>
            <a:ext cx="1209770" cy="2452974"/>
          </a:xfrm>
          <a:custGeom>
            <a:rect b="b" l="l" r="r" t="t"/>
            <a:pathLst>
              <a:path extrusionOk="0" h="3270631" w="1613027">
                <a:moveTo>
                  <a:pt x="0" y="0"/>
                </a:moveTo>
                <a:lnTo>
                  <a:pt x="1613027" y="0"/>
                </a:lnTo>
                <a:lnTo>
                  <a:pt x="1613027" y="3270631"/>
                </a:lnTo>
                <a:lnTo>
                  <a:pt x="0" y="3270631"/>
                </a:lnTo>
                <a:lnTo>
                  <a:pt x="0" y="0"/>
                </a:lnTo>
                <a:close/>
              </a:path>
            </a:pathLst>
          </a:custGeom>
          <a:blipFill rotWithShape="1">
            <a:blip r:embed="rId6">
              <a:alphaModFix/>
            </a:blip>
            <a:stretch>
              <a:fillRect b="0" l="-56953" r="-56955" t="0"/>
            </a:stretch>
          </a:blipFill>
          <a:ln>
            <a:noFill/>
          </a:ln>
        </p:spPr>
      </p:sp>
      <p:sp>
        <p:nvSpPr>
          <p:cNvPr id="206" name="Google Shape;206;p7"/>
          <p:cNvSpPr/>
          <p:nvPr/>
        </p:nvSpPr>
        <p:spPr>
          <a:xfrm rot="-3890007">
            <a:off x="14059290" y="-2028417"/>
            <a:ext cx="2227135" cy="4114800"/>
          </a:xfrm>
          <a:custGeom>
            <a:rect b="b" l="l" r="r" t="t"/>
            <a:pathLst>
              <a:path extrusionOk="0" h="5486400" w="2969514">
                <a:moveTo>
                  <a:pt x="0" y="0"/>
                </a:moveTo>
                <a:lnTo>
                  <a:pt x="2969514" y="0"/>
                </a:lnTo>
                <a:lnTo>
                  <a:pt x="2969514" y="5486400"/>
                </a:lnTo>
                <a:lnTo>
                  <a:pt x="0" y="5486400"/>
                </a:lnTo>
                <a:lnTo>
                  <a:pt x="0" y="0"/>
                </a:lnTo>
                <a:close/>
              </a:path>
            </a:pathLst>
          </a:custGeom>
          <a:blipFill rotWithShape="1">
            <a:blip r:embed="rId7">
              <a:alphaModFix/>
            </a:blip>
            <a:stretch>
              <a:fillRect b="-23" l="0" r="0" t="-22"/>
            </a:stretch>
          </a:blipFill>
          <a:ln>
            <a:noFill/>
          </a:ln>
        </p:spPr>
      </p:sp>
      <p:sp>
        <p:nvSpPr>
          <p:cNvPr id="207" name="Google Shape;207;p7"/>
          <p:cNvSpPr/>
          <p:nvPr/>
        </p:nvSpPr>
        <p:spPr>
          <a:xfrm rot="2496945">
            <a:off x="-990421" y="-2028417"/>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8">
              <a:alphaModFix/>
            </a:blip>
            <a:stretch>
              <a:fillRect b="0" l="-25" r="-24" t="0"/>
            </a:stretch>
          </a:blipFill>
          <a:ln>
            <a:noFill/>
          </a:ln>
        </p:spPr>
      </p:sp>
      <p:sp>
        <p:nvSpPr>
          <p:cNvPr id="208" name="Google Shape;208;p7"/>
          <p:cNvSpPr/>
          <p:nvPr/>
        </p:nvSpPr>
        <p:spPr>
          <a:xfrm rot="-5400000">
            <a:off x="16867664" y="6100299"/>
            <a:ext cx="5396484" cy="4114800"/>
          </a:xfrm>
          <a:custGeom>
            <a:rect b="b" l="l" r="r" t="t"/>
            <a:pathLst>
              <a:path extrusionOk="0" h="5486400" w="7195312">
                <a:moveTo>
                  <a:pt x="0" y="0"/>
                </a:moveTo>
                <a:lnTo>
                  <a:pt x="7195312" y="0"/>
                </a:lnTo>
                <a:lnTo>
                  <a:pt x="7195312" y="5486400"/>
                </a:lnTo>
                <a:lnTo>
                  <a:pt x="0" y="5486400"/>
                </a:lnTo>
                <a:lnTo>
                  <a:pt x="0" y="0"/>
                </a:lnTo>
                <a:close/>
              </a:path>
            </a:pathLst>
          </a:custGeom>
          <a:blipFill rotWithShape="1">
            <a:blip r:embed="rId9">
              <a:alphaModFix/>
            </a:blip>
            <a:stretch>
              <a:fillRect b="0" l="-7" r="-6" t="0"/>
            </a:stretch>
          </a:blipFill>
          <a:ln>
            <a:noFill/>
          </a:ln>
        </p:spPr>
      </p:sp>
      <p:sp>
        <p:nvSpPr>
          <p:cNvPr id="209" name="Google Shape;209;p7"/>
          <p:cNvSpPr/>
          <p:nvPr/>
        </p:nvSpPr>
        <p:spPr>
          <a:xfrm rot="5529777">
            <a:off x="3244262" y="771860"/>
            <a:ext cx="972217" cy="1676304"/>
          </a:xfrm>
          <a:custGeom>
            <a:rect b="b" l="l" r="r" t="t"/>
            <a:pathLst>
              <a:path extrusionOk="0" h="2235073" w="1296289">
                <a:moveTo>
                  <a:pt x="0" y="0"/>
                </a:moveTo>
                <a:lnTo>
                  <a:pt x="1296289" y="0"/>
                </a:lnTo>
                <a:lnTo>
                  <a:pt x="1296289" y="2235073"/>
                </a:lnTo>
                <a:lnTo>
                  <a:pt x="0" y="2235073"/>
                </a:lnTo>
                <a:lnTo>
                  <a:pt x="0" y="0"/>
                </a:lnTo>
                <a:close/>
              </a:path>
            </a:pathLst>
          </a:custGeom>
          <a:blipFill rotWithShape="1">
            <a:blip r:embed="rId10">
              <a:alphaModFix/>
            </a:blip>
            <a:stretch>
              <a:fillRect b="1" l="-130" r="-133" t="0"/>
            </a:stretch>
          </a:blipFill>
          <a:ln>
            <a:noFill/>
          </a:ln>
        </p:spPr>
      </p:sp>
      <p:sp>
        <p:nvSpPr>
          <p:cNvPr id="210" name="Google Shape;210;p7"/>
          <p:cNvSpPr/>
          <p:nvPr/>
        </p:nvSpPr>
        <p:spPr>
          <a:xfrm>
            <a:off x="11812775" y="2619952"/>
            <a:ext cx="4940617" cy="4940617"/>
          </a:xfrm>
          <a:custGeom>
            <a:rect b="b" l="l" r="r" t="t"/>
            <a:pathLst>
              <a:path extrusionOk="0" h="6587490" w="6587490">
                <a:moveTo>
                  <a:pt x="0" y="0"/>
                </a:moveTo>
                <a:lnTo>
                  <a:pt x="6587490" y="0"/>
                </a:lnTo>
                <a:lnTo>
                  <a:pt x="6587490" y="6587490"/>
                </a:lnTo>
                <a:lnTo>
                  <a:pt x="0" y="6587490"/>
                </a:lnTo>
                <a:lnTo>
                  <a:pt x="0" y="0"/>
                </a:lnTo>
                <a:close/>
              </a:path>
            </a:pathLst>
          </a:custGeom>
          <a:blipFill rotWithShape="1">
            <a:blip r:embed="rId11">
              <a:alphaModFix/>
            </a:blip>
            <a:stretch>
              <a:fillRect b="0" l="0" r="0" t="0"/>
            </a:stretch>
          </a:blipFill>
          <a:ln>
            <a:noFill/>
          </a:ln>
        </p:spPr>
      </p:sp>
      <p:sp>
        <p:nvSpPr>
          <p:cNvPr id="211" name="Google Shape;211;p7"/>
          <p:cNvSpPr txBox="1"/>
          <p:nvPr/>
        </p:nvSpPr>
        <p:spPr>
          <a:xfrm rot="-147150">
            <a:off x="2491822" y="3396688"/>
            <a:ext cx="6144834" cy="1171575"/>
          </a:xfrm>
          <a:prstGeom prst="rect">
            <a:avLst/>
          </a:prstGeom>
          <a:noFill/>
          <a:ln>
            <a:noFill/>
          </a:ln>
        </p:spPr>
        <p:txBody>
          <a:bodyPr anchorCtr="0" anchor="t" bIns="0" lIns="0" spcFirstLastPara="1" rIns="0" wrap="square" tIns="0">
            <a:spAutoFit/>
          </a:bodyPr>
          <a:lstStyle/>
          <a:p>
            <a:pPr indent="0" lvl="0" marL="0" marR="0" rtl="0" algn="l">
              <a:lnSpc>
                <a:spcPct val="144040"/>
              </a:lnSpc>
              <a:spcBef>
                <a:spcPts val="0"/>
              </a:spcBef>
              <a:spcAft>
                <a:spcPts val="0"/>
              </a:spcAft>
              <a:buNone/>
            </a:pPr>
            <a:r>
              <a:rPr b="0" i="0" lang="en-US" sz="2450" u="none" cap="none" strike="noStrike">
                <a:solidFill>
                  <a:srgbClr val="000000"/>
                </a:solidFill>
                <a:latin typeface="DM Sans"/>
                <a:ea typeface="DM Sans"/>
                <a:cs typeface="DM Sans"/>
                <a:sym typeface="DM Sans"/>
              </a:rPr>
              <a:t>Capacidad de interactuar con un sistema o dispositivo directamente desde el lugar físico donde se encuentra.</a:t>
            </a:r>
            <a:endParaRPr/>
          </a:p>
        </p:txBody>
      </p:sp>
      <p:sp>
        <p:nvSpPr>
          <p:cNvPr id="212" name="Google Shape;212;p7"/>
          <p:cNvSpPr txBox="1"/>
          <p:nvPr/>
        </p:nvSpPr>
        <p:spPr>
          <a:xfrm rot="-147150">
            <a:off x="2483485" y="4831106"/>
            <a:ext cx="6278570" cy="1184783"/>
          </a:xfrm>
          <a:prstGeom prst="rect">
            <a:avLst/>
          </a:prstGeom>
          <a:noFill/>
          <a:ln>
            <a:noFill/>
          </a:ln>
        </p:spPr>
        <p:txBody>
          <a:bodyPr anchorCtr="0" anchor="t" bIns="0" lIns="0" spcFirstLastPara="1" rIns="0" wrap="square" tIns="0">
            <a:spAutoFit/>
          </a:bodyPr>
          <a:lstStyle/>
          <a:p>
            <a:pPr indent="0" lvl="0" marL="0" marR="0" rtl="0" algn="l">
              <a:lnSpc>
                <a:spcPct val="127205"/>
              </a:lnSpc>
              <a:spcBef>
                <a:spcPts val="0"/>
              </a:spcBef>
              <a:spcAft>
                <a:spcPts val="0"/>
              </a:spcAft>
              <a:buNone/>
            </a:pPr>
            <a:r>
              <a:rPr b="1" i="0" lang="en-US" sz="6098" u="none" cap="none" strike="noStrike">
                <a:solidFill>
                  <a:srgbClr val="000000"/>
                </a:solidFill>
                <a:latin typeface="Arial"/>
                <a:ea typeface="Arial"/>
                <a:cs typeface="Arial"/>
                <a:sym typeface="Arial"/>
              </a:rPr>
              <a:t>Remoto</a:t>
            </a:r>
            <a:endParaRPr/>
          </a:p>
        </p:txBody>
      </p:sp>
      <p:sp>
        <p:nvSpPr>
          <p:cNvPr id="213" name="Google Shape;213;p7"/>
          <p:cNvSpPr txBox="1"/>
          <p:nvPr/>
        </p:nvSpPr>
        <p:spPr>
          <a:xfrm rot="-147150">
            <a:off x="2559692" y="6037781"/>
            <a:ext cx="6144834" cy="1543050"/>
          </a:xfrm>
          <a:prstGeom prst="rect">
            <a:avLst/>
          </a:prstGeom>
          <a:noFill/>
          <a:ln>
            <a:noFill/>
          </a:ln>
        </p:spPr>
        <p:txBody>
          <a:bodyPr anchorCtr="0" anchor="t" bIns="0" lIns="0" spcFirstLastPara="1" rIns="0" wrap="square" tIns="0">
            <a:spAutoFit/>
          </a:bodyPr>
          <a:lstStyle/>
          <a:p>
            <a:pPr indent="0" lvl="0" marL="0" marR="0" rtl="0" algn="l">
              <a:lnSpc>
                <a:spcPct val="144040"/>
              </a:lnSpc>
              <a:spcBef>
                <a:spcPts val="0"/>
              </a:spcBef>
              <a:spcAft>
                <a:spcPts val="0"/>
              </a:spcAft>
              <a:buNone/>
            </a:pPr>
            <a:r>
              <a:rPr b="0" i="0" lang="en-US" sz="2450" u="none" cap="none" strike="noStrike">
                <a:solidFill>
                  <a:srgbClr val="000000"/>
                </a:solidFill>
                <a:latin typeface="DM Sans"/>
                <a:ea typeface="DM Sans"/>
                <a:cs typeface="DM Sans"/>
                <a:sym typeface="DM Sans"/>
              </a:rPr>
              <a:t>Implica la capacidad de conectarse y controlar un sistema o dispositivo desde una ubicación distante, a menudo a través de redes como Internet.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221" name="Shape 221"/>
        <p:cNvGrpSpPr/>
        <p:nvPr/>
      </p:nvGrpSpPr>
      <p:grpSpPr>
        <a:xfrm>
          <a:off x="0" y="0"/>
          <a:ext cx="0" cy="0"/>
          <a:chOff x="0" y="0"/>
          <a:chExt cx="0" cy="0"/>
        </a:xfrm>
      </p:grpSpPr>
      <p:sp>
        <p:nvSpPr>
          <p:cNvPr id="222" name="Google Shape;222;p8"/>
          <p:cNvSpPr/>
          <p:nvPr/>
        </p:nvSpPr>
        <p:spPr>
          <a:xfrm rot="5334016">
            <a:off x="2943087" y="-375160"/>
            <a:ext cx="7873556" cy="11132534"/>
          </a:xfrm>
          <a:custGeom>
            <a:rect b="b" l="l" r="r" t="t"/>
            <a:pathLst>
              <a:path extrusionOk="0" h="14843379" w="10498074">
                <a:moveTo>
                  <a:pt x="0" y="0"/>
                </a:moveTo>
                <a:lnTo>
                  <a:pt x="10498074" y="0"/>
                </a:lnTo>
                <a:lnTo>
                  <a:pt x="10498074" y="14843379"/>
                </a:lnTo>
                <a:lnTo>
                  <a:pt x="0" y="14843379"/>
                </a:lnTo>
                <a:lnTo>
                  <a:pt x="0" y="0"/>
                </a:lnTo>
                <a:close/>
              </a:path>
            </a:pathLst>
          </a:custGeom>
          <a:blipFill rotWithShape="1">
            <a:blip r:embed="rId3">
              <a:alphaModFix/>
            </a:blip>
            <a:stretch>
              <a:fillRect b="0" l="-51" r="-50" t="0"/>
            </a:stretch>
          </a:blipFill>
          <a:ln>
            <a:noFill/>
          </a:ln>
        </p:spPr>
      </p:sp>
      <p:sp>
        <p:nvSpPr>
          <p:cNvPr id="223" name="Google Shape;223;p8"/>
          <p:cNvSpPr/>
          <p:nvPr/>
        </p:nvSpPr>
        <p:spPr>
          <a:xfrm rot="-74946">
            <a:off x="1588067" y="4106033"/>
            <a:ext cx="4256628" cy="1617631"/>
          </a:xfrm>
          <a:custGeom>
            <a:rect b="b" l="l" r="r" t="t"/>
            <a:pathLst>
              <a:path extrusionOk="0" h="2156841" w="5675503">
                <a:moveTo>
                  <a:pt x="0" y="0"/>
                </a:moveTo>
                <a:lnTo>
                  <a:pt x="5675503" y="0"/>
                </a:lnTo>
                <a:lnTo>
                  <a:pt x="5675503" y="2156841"/>
                </a:lnTo>
                <a:lnTo>
                  <a:pt x="0" y="2156841"/>
                </a:lnTo>
                <a:lnTo>
                  <a:pt x="0" y="0"/>
                </a:lnTo>
                <a:close/>
              </a:path>
            </a:pathLst>
          </a:custGeom>
          <a:blipFill rotWithShape="1">
            <a:blip r:embed="rId4">
              <a:alphaModFix/>
            </a:blip>
            <a:stretch>
              <a:fillRect b="-81562" l="0" r="0" t="-81560"/>
            </a:stretch>
          </a:blipFill>
          <a:ln>
            <a:noFill/>
          </a:ln>
        </p:spPr>
      </p:sp>
      <p:sp>
        <p:nvSpPr>
          <p:cNvPr id="224" name="Google Shape;224;p8"/>
          <p:cNvSpPr txBox="1"/>
          <p:nvPr/>
        </p:nvSpPr>
        <p:spPr>
          <a:xfrm rot="-98667">
            <a:off x="1843440" y="4250471"/>
            <a:ext cx="3744293" cy="1273968"/>
          </a:xfrm>
          <a:prstGeom prst="rect">
            <a:avLst/>
          </a:prstGeom>
          <a:noFill/>
          <a:ln>
            <a:noFill/>
          </a:ln>
        </p:spPr>
        <p:txBody>
          <a:bodyPr anchorCtr="0" anchor="t" bIns="0" lIns="0" spcFirstLastPara="1" rIns="0" wrap="square" tIns="0">
            <a:spAutoFit/>
          </a:bodyPr>
          <a:lstStyle/>
          <a:p>
            <a:pPr indent="0" lvl="0" marL="0" marR="0" rtl="0" algn="ctr">
              <a:lnSpc>
                <a:spcPct val="143950"/>
              </a:lnSpc>
              <a:spcBef>
                <a:spcPts val="0"/>
              </a:spcBef>
              <a:spcAft>
                <a:spcPts val="0"/>
              </a:spcAft>
              <a:buNone/>
            </a:pPr>
            <a:r>
              <a:rPr b="1" i="0" lang="en-US" sz="2000" u="none" cap="none" strike="noStrike">
                <a:solidFill>
                  <a:srgbClr val="000000"/>
                </a:solidFill>
                <a:latin typeface="DM Sans"/>
                <a:ea typeface="DM Sans"/>
                <a:cs typeface="DM Sans"/>
                <a:sym typeface="DM Sans"/>
              </a:rPr>
              <a:t>SSH (Secure Shell):</a:t>
            </a:r>
            <a:r>
              <a:rPr b="0" i="0" lang="en-US" sz="2000" u="none" cap="none" strike="noStrike">
                <a:solidFill>
                  <a:srgbClr val="000000"/>
                </a:solidFill>
                <a:latin typeface="DM Sans"/>
                <a:ea typeface="DM Sans"/>
                <a:cs typeface="DM Sans"/>
                <a:sym typeface="DM Sans"/>
              </a:rPr>
              <a:t> Utilizado para acceder de forma segura a sistemas remotos a través de una conexión encriptada.</a:t>
            </a:r>
            <a:endParaRPr/>
          </a:p>
        </p:txBody>
      </p:sp>
      <p:sp>
        <p:nvSpPr>
          <p:cNvPr id="225" name="Google Shape;225;p8"/>
          <p:cNvSpPr/>
          <p:nvPr/>
        </p:nvSpPr>
        <p:spPr>
          <a:xfrm rot="158309">
            <a:off x="3029704" y="3833852"/>
            <a:ext cx="1373315" cy="451961"/>
          </a:xfrm>
          <a:custGeom>
            <a:rect b="b" l="l" r="r" t="t"/>
            <a:pathLst>
              <a:path extrusionOk="0" h="602615" w="1831086">
                <a:moveTo>
                  <a:pt x="0" y="0"/>
                </a:moveTo>
                <a:lnTo>
                  <a:pt x="1831086" y="0"/>
                </a:lnTo>
                <a:lnTo>
                  <a:pt x="1831086" y="602615"/>
                </a:lnTo>
                <a:lnTo>
                  <a:pt x="0" y="602615"/>
                </a:lnTo>
                <a:lnTo>
                  <a:pt x="0" y="0"/>
                </a:lnTo>
                <a:close/>
              </a:path>
            </a:pathLst>
          </a:custGeom>
          <a:blipFill rotWithShape="1">
            <a:blip r:embed="rId5">
              <a:alphaModFix/>
            </a:blip>
            <a:stretch>
              <a:fillRect b="0" l="-59" r="-62" t="0"/>
            </a:stretch>
          </a:blipFill>
          <a:ln>
            <a:noFill/>
          </a:ln>
        </p:spPr>
      </p:sp>
      <p:sp>
        <p:nvSpPr>
          <p:cNvPr id="226" name="Google Shape;226;p8"/>
          <p:cNvSpPr/>
          <p:nvPr/>
        </p:nvSpPr>
        <p:spPr>
          <a:xfrm rot="7463">
            <a:off x="7319454" y="3900634"/>
            <a:ext cx="4256627" cy="1617631"/>
          </a:xfrm>
          <a:custGeom>
            <a:rect b="b" l="l" r="r" t="t"/>
            <a:pathLst>
              <a:path extrusionOk="0" h="2156841" w="5675503">
                <a:moveTo>
                  <a:pt x="0" y="0"/>
                </a:moveTo>
                <a:lnTo>
                  <a:pt x="5675503" y="0"/>
                </a:lnTo>
                <a:lnTo>
                  <a:pt x="5675503" y="2156841"/>
                </a:lnTo>
                <a:lnTo>
                  <a:pt x="0" y="2156841"/>
                </a:lnTo>
                <a:lnTo>
                  <a:pt x="0" y="0"/>
                </a:lnTo>
                <a:close/>
              </a:path>
            </a:pathLst>
          </a:custGeom>
          <a:blipFill rotWithShape="1">
            <a:blip r:embed="rId4">
              <a:alphaModFix/>
            </a:blip>
            <a:stretch>
              <a:fillRect b="-81562" l="0" r="0" t="-81560"/>
            </a:stretch>
          </a:blipFill>
          <a:ln>
            <a:noFill/>
          </a:ln>
        </p:spPr>
      </p:sp>
      <p:sp>
        <p:nvSpPr>
          <p:cNvPr id="227" name="Google Shape;227;p8"/>
          <p:cNvSpPr txBox="1"/>
          <p:nvPr/>
        </p:nvSpPr>
        <p:spPr>
          <a:xfrm>
            <a:off x="7410455" y="4045060"/>
            <a:ext cx="4074610" cy="1273969"/>
          </a:xfrm>
          <a:prstGeom prst="rect">
            <a:avLst/>
          </a:prstGeom>
          <a:noFill/>
          <a:ln>
            <a:noFill/>
          </a:ln>
        </p:spPr>
        <p:txBody>
          <a:bodyPr anchorCtr="0" anchor="t" bIns="0" lIns="0" spcFirstLastPara="1" rIns="0" wrap="square" tIns="0">
            <a:spAutoFit/>
          </a:bodyPr>
          <a:lstStyle/>
          <a:p>
            <a:pPr indent="0" lvl="0" marL="0" marR="0" rtl="0" algn="ctr">
              <a:lnSpc>
                <a:spcPct val="143950"/>
              </a:lnSpc>
              <a:spcBef>
                <a:spcPts val="0"/>
              </a:spcBef>
              <a:spcAft>
                <a:spcPts val="0"/>
              </a:spcAft>
              <a:buNone/>
            </a:pPr>
            <a:r>
              <a:rPr b="1" i="0" lang="en-US" sz="2000" u="none" cap="none" strike="noStrike">
                <a:solidFill>
                  <a:srgbClr val="000000"/>
                </a:solidFill>
                <a:latin typeface="DM Sans"/>
                <a:ea typeface="DM Sans"/>
                <a:cs typeface="DM Sans"/>
                <a:sym typeface="DM Sans"/>
              </a:rPr>
              <a:t>VPN (Virtual Private Network):</a:t>
            </a:r>
            <a:r>
              <a:rPr b="0" i="0" lang="en-US" sz="2000" u="none" cap="none" strike="noStrike">
                <a:solidFill>
                  <a:srgbClr val="000000"/>
                </a:solidFill>
                <a:latin typeface="DM Sans"/>
                <a:ea typeface="DM Sans"/>
                <a:cs typeface="DM Sans"/>
                <a:sym typeface="DM Sans"/>
              </a:rPr>
              <a:t> Crea una conexión segura sobre una red no segura, permitiendo el acceso remoto de manera segura.</a:t>
            </a:r>
            <a:endParaRPr/>
          </a:p>
        </p:txBody>
      </p:sp>
      <p:sp>
        <p:nvSpPr>
          <p:cNvPr id="228" name="Google Shape;228;p8"/>
          <p:cNvSpPr/>
          <p:nvPr/>
        </p:nvSpPr>
        <p:spPr>
          <a:xfrm rot="240719">
            <a:off x="8781585" y="3628698"/>
            <a:ext cx="1373315" cy="451961"/>
          </a:xfrm>
          <a:custGeom>
            <a:rect b="b" l="l" r="r" t="t"/>
            <a:pathLst>
              <a:path extrusionOk="0" h="602615" w="1831086">
                <a:moveTo>
                  <a:pt x="0" y="0"/>
                </a:moveTo>
                <a:lnTo>
                  <a:pt x="1831086" y="0"/>
                </a:lnTo>
                <a:lnTo>
                  <a:pt x="1831086" y="602615"/>
                </a:lnTo>
                <a:lnTo>
                  <a:pt x="0" y="602615"/>
                </a:lnTo>
                <a:lnTo>
                  <a:pt x="0" y="0"/>
                </a:lnTo>
                <a:close/>
              </a:path>
            </a:pathLst>
          </a:custGeom>
          <a:blipFill rotWithShape="1">
            <a:blip r:embed="rId5">
              <a:alphaModFix/>
            </a:blip>
            <a:stretch>
              <a:fillRect b="0" l="-59" r="-62" t="0"/>
            </a:stretch>
          </a:blipFill>
          <a:ln>
            <a:noFill/>
          </a:ln>
        </p:spPr>
      </p:sp>
      <p:sp>
        <p:nvSpPr>
          <p:cNvPr id="229" name="Google Shape;229;p8"/>
          <p:cNvSpPr txBox="1"/>
          <p:nvPr/>
        </p:nvSpPr>
        <p:spPr>
          <a:xfrm rot="-72239">
            <a:off x="1037697" y="1524743"/>
            <a:ext cx="11639142" cy="2155698"/>
          </a:xfrm>
          <a:prstGeom prst="rect">
            <a:avLst/>
          </a:prstGeom>
          <a:noFill/>
          <a:ln>
            <a:noFill/>
          </a:ln>
        </p:spPr>
        <p:txBody>
          <a:bodyPr anchorCtr="0" anchor="t" bIns="0" lIns="0" spcFirstLastPara="1" rIns="0" wrap="square" tIns="0">
            <a:spAutoFit/>
          </a:bodyPr>
          <a:lstStyle/>
          <a:p>
            <a:pPr indent="0" lvl="0" marL="0" marR="0" rtl="0" algn="ctr">
              <a:lnSpc>
                <a:spcPct val="127196"/>
              </a:lnSpc>
              <a:spcBef>
                <a:spcPts val="0"/>
              </a:spcBef>
              <a:spcAft>
                <a:spcPts val="0"/>
              </a:spcAft>
              <a:buNone/>
            </a:pPr>
            <a:r>
              <a:rPr b="1" i="0" lang="en-US" sz="6600" u="none" cap="none" strike="noStrike">
                <a:solidFill>
                  <a:srgbClr val="000000"/>
                </a:solidFill>
                <a:latin typeface="Arial"/>
                <a:ea typeface="Arial"/>
                <a:cs typeface="Arial"/>
                <a:sym typeface="Arial"/>
              </a:rPr>
              <a:t>Ejemplos de Herramientas para acceso remoto</a:t>
            </a:r>
            <a:endParaRPr/>
          </a:p>
        </p:txBody>
      </p:sp>
      <p:sp>
        <p:nvSpPr>
          <p:cNvPr id="230" name="Google Shape;230;p8"/>
          <p:cNvSpPr/>
          <p:nvPr/>
        </p:nvSpPr>
        <p:spPr>
          <a:xfrm rot="10472255">
            <a:off x="15552842" y="-1626396"/>
            <a:ext cx="5396484" cy="4114800"/>
          </a:xfrm>
          <a:custGeom>
            <a:rect b="b" l="l" r="r" t="t"/>
            <a:pathLst>
              <a:path extrusionOk="0" h="5486400" w="7195312">
                <a:moveTo>
                  <a:pt x="0" y="0"/>
                </a:moveTo>
                <a:lnTo>
                  <a:pt x="7195312" y="0"/>
                </a:lnTo>
                <a:lnTo>
                  <a:pt x="7195312" y="5486400"/>
                </a:lnTo>
                <a:lnTo>
                  <a:pt x="0" y="5486400"/>
                </a:lnTo>
                <a:lnTo>
                  <a:pt x="0" y="0"/>
                </a:lnTo>
                <a:close/>
              </a:path>
            </a:pathLst>
          </a:custGeom>
          <a:blipFill rotWithShape="1">
            <a:blip r:embed="rId6">
              <a:alphaModFix/>
            </a:blip>
            <a:stretch>
              <a:fillRect b="0" l="-7" r="-6" t="0"/>
            </a:stretch>
          </a:blipFill>
          <a:ln>
            <a:noFill/>
          </a:ln>
        </p:spPr>
      </p:sp>
      <p:sp>
        <p:nvSpPr>
          <p:cNvPr id="231" name="Google Shape;231;p8"/>
          <p:cNvSpPr/>
          <p:nvPr/>
        </p:nvSpPr>
        <p:spPr>
          <a:xfrm rot="5947534">
            <a:off x="5442991" y="-3000949"/>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7">
              <a:alphaModFix/>
            </a:blip>
            <a:stretch>
              <a:fillRect b="0" l="-25" r="-24" t="0"/>
            </a:stretch>
          </a:blipFill>
          <a:ln>
            <a:noFill/>
          </a:ln>
        </p:spPr>
      </p:sp>
      <p:sp>
        <p:nvSpPr>
          <p:cNvPr id="232" name="Google Shape;232;p8"/>
          <p:cNvSpPr/>
          <p:nvPr/>
        </p:nvSpPr>
        <p:spPr>
          <a:xfrm rot="-4370532">
            <a:off x="-2215631" y="7617785"/>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7">
              <a:alphaModFix/>
            </a:blip>
            <a:stretch>
              <a:fillRect b="0" l="-25" r="-24" t="0"/>
            </a:stretch>
          </a:blipFill>
          <a:ln>
            <a:noFill/>
          </a:ln>
        </p:spPr>
      </p:sp>
      <p:sp>
        <p:nvSpPr>
          <p:cNvPr id="233" name="Google Shape;233;p8"/>
          <p:cNvSpPr/>
          <p:nvPr/>
        </p:nvSpPr>
        <p:spPr>
          <a:xfrm rot="5336227">
            <a:off x="12093305" y="2000621"/>
            <a:ext cx="1209770" cy="2452974"/>
          </a:xfrm>
          <a:custGeom>
            <a:rect b="b" l="l" r="r" t="t"/>
            <a:pathLst>
              <a:path extrusionOk="0" h="3270631" w="1613027">
                <a:moveTo>
                  <a:pt x="0" y="0"/>
                </a:moveTo>
                <a:lnTo>
                  <a:pt x="1613027" y="0"/>
                </a:lnTo>
                <a:lnTo>
                  <a:pt x="1613027" y="3270631"/>
                </a:lnTo>
                <a:lnTo>
                  <a:pt x="0" y="3270631"/>
                </a:lnTo>
                <a:lnTo>
                  <a:pt x="0" y="0"/>
                </a:lnTo>
                <a:close/>
              </a:path>
            </a:pathLst>
          </a:custGeom>
          <a:blipFill rotWithShape="1">
            <a:blip r:embed="rId8">
              <a:alphaModFix/>
            </a:blip>
            <a:stretch>
              <a:fillRect b="0" l="-56953" r="-56955" t="0"/>
            </a:stretch>
          </a:blipFill>
          <a:ln>
            <a:noFill/>
          </a:ln>
        </p:spPr>
      </p:sp>
      <p:sp>
        <p:nvSpPr>
          <p:cNvPr id="234" name="Google Shape;234;p8"/>
          <p:cNvSpPr/>
          <p:nvPr/>
        </p:nvSpPr>
        <p:spPr>
          <a:xfrm rot="-74946">
            <a:off x="1695650" y="6602108"/>
            <a:ext cx="4256627" cy="1617631"/>
          </a:xfrm>
          <a:custGeom>
            <a:rect b="b" l="l" r="r" t="t"/>
            <a:pathLst>
              <a:path extrusionOk="0" h="2156841" w="5675503">
                <a:moveTo>
                  <a:pt x="0" y="0"/>
                </a:moveTo>
                <a:lnTo>
                  <a:pt x="5675503" y="0"/>
                </a:lnTo>
                <a:lnTo>
                  <a:pt x="5675503" y="2156841"/>
                </a:lnTo>
                <a:lnTo>
                  <a:pt x="0" y="2156841"/>
                </a:lnTo>
                <a:lnTo>
                  <a:pt x="0" y="0"/>
                </a:lnTo>
                <a:close/>
              </a:path>
            </a:pathLst>
          </a:custGeom>
          <a:blipFill rotWithShape="1">
            <a:blip r:embed="rId4">
              <a:alphaModFix/>
            </a:blip>
            <a:stretch>
              <a:fillRect b="-81562" l="0" r="0" t="-81560"/>
            </a:stretch>
          </a:blipFill>
          <a:ln>
            <a:noFill/>
          </a:ln>
        </p:spPr>
      </p:sp>
      <p:sp>
        <p:nvSpPr>
          <p:cNvPr id="235" name="Google Shape;235;p8"/>
          <p:cNvSpPr txBox="1"/>
          <p:nvPr/>
        </p:nvSpPr>
        <p:spPr>
          <a:xfrm rot="-98667">
            <a:off x="1694356" y="6746546"/>
            <a:ext cx="4257628" cy="1273968"/>
          </a:xfrm>
          <a:prstGeom prst="rect">
            <a:avLst/>
          </a:prstGeom>
          <a:noFill/>
          <a:ln>
            <a:noFill/>
          </a:ln>
        </p:spPr>
        <p:txBody>
          <a:bodyPr anchorCtr="0" anchor="t" bIns="0" lIns="0" spcFirstLastPara="1" rIns="0" wrap="square" tIns="0">
            <a:spAutoFit/>
          </a:bodyPr>
          <a:lstStyle/>
          <a:p>
            <a:pPr indent="0" lvl="0" marL="0" marR="0" rtl="0" algn="ctr">
              <a:lnSpc>
                <a:spcPct val="143950"/>
              </a:lnSpc>
              <a:spcBef>
                <a:spcPts val="0"/>
              </a:spcBef>
              <a:spcAft>
                <a:spcPts val="0"/>
              </a:spcAft>
              <a:buNone/>
            </a:pPr>
            <a:r>
              <a:rPr b="1" i="0" lang="en-US" sz="2000" u="none" cap="none" strike="noStrike">
                <a:solidFill>
                  <a:srgbClr val="000000"/>
                </a:solidFill>
                <a:latin typeface="DM Sans"/>
                <a:ea typeface="DM Sans"/>
                <a:cs typeface="DM Sans"/>
                <a:sym typeface="DM Sans"/>
              </a:rPr>
              <a:t>Escritorio Remoto (Remote Desktop):</a:t>
            </a:r>
            <a:r>
              <a:rPr b="0" i="0" lang="en-US" sz="2000" u="none" cap="none" strike="noStrike">
                <a:solidFill>
                  <a:srgbClr val="000000"/>
                </a:solidFill>
                <a:latin typeface="DM Sans"/>
                <a:ea typeface="DM Sans"/>
                <a:cs typeface="DM Sans"/>
                <a:sym typeface="DM Sans"/>
              </a:rPr>
              <a:t> Permite ver y controlar la pantalla de otro dispositivo como si estuvieras físicamente presente.</a:t>
            </a:r>
            <a:endParaRPr/>
          </a:p>
        </p:txBody>
      </p:sp>
      <p:sp>
        <p:nvSpPr>
          <p:cNvPr id="236" name="Google Shape;236;p8"/>
          <p:cNvSpPr/>
          <p:nvPr/>
        </p:nvSpPr>
        <p:spPr>
          <a:xfrm rot="158309">
            <a:off x="3137286" y="6329927"/>
            <a:ext cx="1373315" cy="451961"/>
          </a:xfrm>
          <a:custGeom>
            <a:rect b="b" l="l" r="r" t="t"/>
            <a:pathLst>
              <a:path extrusionOk="0" h="602615" w="1831086">
                <a:moveTo>
                  <a:pt x="0" y="0"/>
                </a:moveTo>
                <a:lnTo>
                  <a:pt x="1831086" y="0"/>
                </a:lnTo>
                <a:lnTo>
                  <a:pt x="1831086" y="602615"/>
                </a:lnTo>
                <a:lnTo>
                  <a:pt x="0" y="602615"/>
                </a:lnTo>
                <a:lnTo>
                  <a:pt x="0" y="0"/>
                </a:lnTo>
                <a:close/>
              </a:path>
            </a:pathLst>
          </a:custGeom>
          <a:blipFill rotWithShape="1">
            <a:blip r:embed="rId5">
              <a:alphaModFix/>
            </a:blip>
            <a:stretch>
              <a:fillRect b="0" l="-59" r="-62" t="0"/>
            </a:stretch>
          </a:blipFill>
          <a:ln>
            <a:noFill/>
          </a:ln>
        </p:spPr>
      </p:sp>
      <p:sp>
        <p:nvSpPr>
          <p:cNvPr id="237" name="Google Shape;237;p8"/>
          <p:cNvSpPr/>
          <p:nvPr/>
        </p:nvSpPr>
        <p:spPr>
          <a:xfrm rot="-74946">
            <a:off x="7441771" y="6492002"/>
            <a:ext cx="4256628" cy="1617631"/>
          </a:xfrm>
          <a:custGeom>
            <a:rect b="b" l="l" r="r" t="t"/>
            <a:pathLst>
              <a:path extrusionOk="0" h="2156841" w="5675503">
                <a:moveTo>
                  <a:pt x="0" y="0"/>
                </a:moveTo>
                <a:lnTo>
                  <a:pt x="5675503" y="0"/>
                </a:lnTo>
                <a:lnTo>
                  <a:pt x="5675503" y="2156841"/>
                </a:lnTo>
                <a:lnTo>
                  <a:pt x="0" y="2156841"/>
                </a:lnTo>
                <a:lnTo>
                  <a:pt x="0" y="0"/>
                </a:lnTo>
                <a:close/>
              </a:path>
            </a:pathLst>
          </a:custGeom>
          <a:blipFill rotWithShape="1">
            <a:blip r:embed="rId4">
              <a:alphaModFix/>
            </a:blip>
            <a:stretch>
              <a:fillRect b="-81562" l="0" r="0" t="-81560"/>
            </a:stretch>
          </a:blipFill>
          <a:ln>
            <a:noFill/>
          </a:ln>
        </p:spPr>
      </p:sp>
      <p:sp>
        <p:nvSpPr>
          <p:cNvPr id="238" name="Google Shape;238;p8"/>
          <p:cNvSpPr txBox="1"/>
          <p:nvPr/>
        </p:nvSpPr>
        <p:spPr>
          <a:xfrm rot="-98662">
            <a:off x="7442118" y="6636421"/>
            <a:ext cx="4257628" cy="1393001"/>
          </a:xfrm>
          <a:prstGeom prst="rect">
            <a:avLst/>
          </a:prstGeom>
          <a:noFill/>
          <a:ln>
            <a:noFill/>
          </a:ln>
        </p:spPr>
        <p:txBody>
          <a:bodyPr anchorCtr="0" anchor="t" bIns="0" lIns="0" spcFirstLastPara="1" rIns="0" wrap="square" tIns="0">
            <a:spAutoFit/>
          </a:bodyPr>
          <a:lstStyle/>
          <a:p>
            <a:pPr indent="0" lvl="0" marL="0" marR="0" rtl="0" algn="ctr">
              <a:lnSpc>
                <a:spcPct val="144000"/>
              </a:lnSpc>
              <a:spcBef>
                <a:spcPts val="0"/>
              </a:spcBef>
              <a:spcAft>
                <a:spcPts val="0"/>
              </a:spcAft>
              <a:buNone/>
            </a:pPr>
            <a:r>
              <a:rPr b="1" i="0" lang="en-US" sz="1900" u="none" cap="none" strike="noStrike">
                <a:solidFill>
                  <a:srgbClr val="000000"/>
                </a:solidFill>
                <a:latin typeface="DM Sans"/>
                <a:ea typeface="DM Sans"/>
                <a:cs typeface="DM Sans"/>
                <a:sym typeface="DM Sans"/>
              </a:rPr>
              <a:t>TeamViewer, AnyDesk, y similares: </a:t>
            </a:r>
            <a:r>
              <a:rPr b="0" i="0" lang="en-US" sz="1900" u="none" cap="none" strike="noStrike">
                <a:solidFill>
                  <a:srgbClr val="000000"/>
                </a:solidFill>
                <a:latin typeface="DM Sans"/>
                <a:ea typeface="DM Sans"/>
                <a:cs typeface="DM Sans"/>
                <a:sym typeface="DM Sans"/>
              </a:rPr>
              <a:t>Herramientas de escritorio remoto que facilitan la colaboración y el soporte técnico a distancia.</a:t>
            </a:r>
            <a:endParaRPr/>
          </a:p>
        </p:txBody>
      </p:sp>
      <p:sp>
        <p:nvSpPr>
          <p:cNvPr id="239" name="Google Shape;239;p8"/>
          <p:cNvSpPr/>
          <p:nvPr/>
        </p:nvSpPr>
        <p:spPr>
          <a:xfrm rot="154594">
            <a:off x="8883673" y="6219123"/>
            <a:ext cx="1374744" cy="452438"/>
          </a:xfrm>
          <a:custGeom>
            <a:rect b="b" l="l" r="r" t="t"/>
            <a:pathLst>
              <a:path extrusionOk="0" h="603250" w="1832991">
                <a:moveTo>
                  <a:pt x="0" y="0"/>
                </a:moveTo>
                <a:lnTo>
                  <a:pt x="1832991" y="0"/>
                </a:lnTo>
                <a:lnTo>
                  <a:pt x="1832991" y="603250"/>
                </a:lnTo>
                <a:lnTo>
                  <a:pt x="0" y="603250"/>
                </a:lnTo>
                <a:lnTo>
                  <a:pt x="0" y="0"/>
                </a:lnTo>
                <a:close/>
              </a:path>
            </a:pathLst>
          </a:custGeom>
          <a:blipFill rotWithShape="1">
            <a:blip r:embed="rId5">
              <a:alphaModFix/>
            </a:blip>
            <a:stretch>
              <a:fillRect b="3" l="-60" r="-58" t="0"/>
            </a:stretch>
          </a:blipFill>
          <a:ln>
            <a:noFill/>
          </a:ln>
        </p:spPr>
      </p:sp>
      <p:sp>
        <p:nvSpPr>
          <p:cNvPr id="240" name="Google Shape;240;p8"/>
          <p:cNvSpPr/>
          <p:nvPr/>
        </p:nvSpPr>
        <p:spPr>
          <a:xfrm>
            <a:off x="12698202" y="4109057"/>
            <a:ext cx="5385816" cy="2827592"/>
          </a:xfrm>
          <a:custGeom>
            <a:rect b="b" l="l" r="r" t="t"/>
            <a:pathLst>
              <a:path extrusionOk="0" h="3770122" w="7181088">
                <a:moveTo>
                  <a:pt x="0" y="0"/>
                </a:moveTo>
                <a:lnTo>
                  <a:pt x="7181088" y="0"/>
                </a:lnTo>
                <a:lnTo>
                  <a:pt x="7181088" y="3770122"/>
                </a:lnTo>
                <a:lnTo>
                  <a:pt x="0" y="3770122"/>
                </a:lnTo>
                <a:lnTo>
                  <a:pt x="0" y="0"/>
                </a:lnTo>
                <a:close/>
              </a:path>
            </a:pathLst>
          </a:custGeom>
          <a:blipFill rotWithShape="1">
            <a:blip r:embed="rId9">
              <a:alphaModFix/>
            </a:blip>
            <a:stretch>
              <a:fillRect b="0" l="-56" r="-57" t="0"/>
            </a:stretch>
          </a:blipFill>
          <a:ln>
            <a:noFill/>
          </a:ln>
        </p:spPr>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248" name="Shape 248"/>
        <p:cNvGrpSpPr/>
        <p:nvPr/>
      </p:nvGrpSpPr>
      <p:grpSpPr>
        <a:xfrm>
          <a:off x="0" y="0"/>
          <a:ext cx="0" cy="0"/>
          <a:chOff x="0" y="0"/>
          <a:chExt cx="0" cy="0"/>
        </a:xfrm>
      </p:grpSpPr>
      <p:sp>
        <p:nvSpPr>
          <p:cNvPr id="249" name="Google Shape;249;p9"/>
          <p:cNvSpPr/>
          <p:nvPr/>
        </p:nvSpPr>
        <p:spPr>
          <a:xfrm>
            <a:off x="1028700" y="1028700"/>
            <a:ext cx="16230600" cy="8229600"/>
          </a:xfrm>
          <a:custGeom>
            <a:rect b="b" l="l" r="r" t="t"/>
            <a:pathLst>
              <a:path extrusionOk="0" h="8229600" w="16230600">
                <a:moveTo>
                  <a:pt x="0" y="0"/>
                </a:moveTo>
                <a:lnTo>
                  <a:pt x="16230600" y="0"/>
                </a:lnTo>
                <a:lnTo>
                  <a:pt x="16230600" y="8229600"/>
                </a:lnTo>
                <a:lnTo>
                  <a:pt x="0" y="8229600"/>
                </a:lnTo>
                <a:lnTo>
                  <a:pt x="0" y="0"/>
                </a:lnTo>
                <a:close/>
              </a:path>
            </a:pathLst>
          </a:custGeom>
          <a:blipFill rotWithShape="1">
            <a:blip r:embed="rId3">
              <a:alphaModFix/>
            </a:blip>
            <a:stretch>
              <a:fillRect b="0" l="0" r="0" t="0"/>
            </a:stretch>
          </a:blipFill>
          <a:ln>
            <a:noFill/>
          </a:ln>
        </p:spPr>
      </p:sp>
      <p:sp>
        <p:nvSpPr>
          <p:cNvPr id="250" name="Google Shape;250;p9"/>
          <p:cNvSpPr/>
          <p:nvPr/>
        </p:nvSpPr>
        <p:spPr>
          <a:xfrm rot="8941024">
            <a:off x="-375028" y="-904312"/>
            <a:ext cx="2807494" cy="2140744"/>
          </a:xfrm>
          <a:custGeom>
            <a:rect b="b" l="l" r="r" t="t"/>
            <a:pathLst>
              <a:path extrusionOk="0" h="2854325" w="3743325">
                <a:moveTo>
                  <a:pt x="0" y="0"/>
                </a:moveTo>
                <a:lnTo>
                  <a:pt x="3743325" y="0"/>
                </a:lnTo>
                <a:lnTo>
                  <a:pt x="3743325" y="2854325"/>
                </a:lnTo>
                <a:lnTo>
                  <a:pt x="0" y="2854325"/>
                </a:lnTo>
                <a:lnTo>
                  <a:pt x="0" y="0"/>
                </a:lnTo>
                <a:close/>
              </a:path>
            </a:pathLst>
          </a:custGeom>
          <a:blipFill rotWithShape="1">
            <a:blip r:embed="rId4">
              <a:alphaModFix/>
            </a:blip>
            <a:stretch>
              <a:fillRect b="0" l="-7" r="-7" t="0"/>
            </a:stretch>
          </a:blipFill>
          <a:ln>
            <a:noFill/>
          </a:ln>
        </p:spPr>
      </p:sp>
      <p:sp>
        <p:nvSpPr>
          <p:cNvPr id="251" name="Google Shape;251;p9"/>
          <p:cNvSpPr/>
          <p:nvPr/>
        </p:nvSpPr>
        <p:spPr>
          <a:xfrm>
            <a:off x="549205" y="1685512"/>
            <a:ext cx="7819072" cy="1549622"/>
          </a:xfrm>
          <a:custGeom>
            <a:rect b="b" l="l" r="r" t="t"/>
            <a:pathLst>
              <a:path extrusionOk="0" h="2066163" w="10425430">
                <a:moveTo>
                  <a:pt x="0" y="0"/>
                </a:moveTo>
                <a:lnTo>
                  <a:pt x="10425430" y="0"/>
                </a:lnTo>
                <a:lnTo>
                  <a:pt x="10425430" y="2066163"/>
                </a:lnTo>
                <a:lnTo>
                  <a:pt x="0" y="2066163"/>
                </a:lnTo>
                <a:lnTo>
                  <a:pt x="0" y="0"/>
                </a:lnTo>
                <a:close/>
              </a:path>
            </a:pathLst>
          </a:custGeom>
          <a:blipFill rotWithShape="1">
            <a:blip r:embed="rId5">
              <a:alphaModFix/>
            </a:blip>
            <a:stretch>
              <a:fillRect b="-151" l="0" r="0" t="-153"/>
            </a:stretch>
          </a:blipFill>
          <a:ln>
            <a:noFill/>
          </a:ln>
        </p:spPr>
      </p:sp>
      <p:sp>
        <p:nvSpPr>
          <p:cNvPr id="252" name="Google Shape;252;p9"/>
          <p:cNvSpPr/>
          <p:nvPr/>
        </p:nvSpPr>
        <p:spPr>
          <a:xfrm>
            <a:off x="424871" y="1685512"/>
            <a:ext cx="7924324" cy="1570482"/>
          </a:xfrm>
          <a:custGeom>
            <a:rect b="b" l="l" r="r" t="t"/>
            <a:pathLst>
              <a:path extrusionOk="0" h="2093976" w="10565765">
                <a:moveTo>
                  <a:pt x="0" y="0"/>
                </a:moveTo>
                <a:lnTo>
                  <a:pt x="10565765" y="0"/>
                </a:lnTo>
                <a:lnTo>
                  <a:pt x="10565765" y="2093976"/>
                </a:lnTo>
                <a:lnTo>
                  <a:pt x="0" y="2093976"/>
                </a:lnTo>
                <a:lnTo>
                  <a:pt x="0" y="0"/>
                </a:lnTo>
                <a:close/>
              </a:path>
            </a:pathLst>
          </a:custGeom>
          <a:blipFill rotWithShape="1">
            <a:blip r:embed="rId5">
              <a:alphaModFix/>
            </a:blip>
            <a:stretch>
              <a:fillRect b="-151" l="0" r="0" t="-153"/>
            </a:stretch>
          </a:blipFill>
          <a:ln>
            <a:noFill/>
          </a:ln>
        </p:spPr>
      </p:sp>
      <p:sp>
        <p:nvSpPr>
          <p:cNvPr id="253" name="Google Shape;253;p9"/>
          <p:cNvSpPr/>
          <p:nvPr/>
        </p:nvSpPr>
        <p:spPr>
          <a:xfrm>
            <a:off x="-929615" y="6638411"/>
            <a:ext cx="2709006" cy="3742944"/>
          </a:xfrm>
          <a:custGeom>
            <a:rect b="b" l="l" r="r" t="t"/>
            <a:pathLst>
              <a:path extrusionOk="0" h="4990592" w="3612007">
                <a:moveTo>
                  <a:pt x="0" y="0"/>
                </a:moveTo>
                <a:lnTo>
                  <a:pt x="3612007" y="0"/>
                </a:lnTo>
                <a:lnTo>
                  <a:pt x="3612007" y="4990592"/>
                </a:lnTo>
                <a:lnTo>
                  <a:pt x="0" y="4990592"/>
                </a:lnTo>
                <a:lnTo>
                  <a:pt x="0" y="0"/>
                </a:lnTo>
                <a:close/>
              </a:path>
            </a:pathLst>
          </a:custGeom>
          <a:blipFill rotWithShape="1">
            <a:blip r:embed="rId6">
              <a:alphaModFix/>
            </a:blip>
            <a:stretch>
              <a:fillRect b="0" l="-24" r="-24" t="0"/>
            </a:stretch>
          </a:blipFill>
          <a:ln>
            <a:noFill/>
          </a:ln>
        </p:spPr>
      </p:sp>
      <p:sp>
        <p:nvSpPr>
          <p:cNvPr id="254" name="Google Shape;254;p9"/>
          <p:cNvSpPr/>
          <p:nvPr/>
        </p:nvSpPr>
        <p:spPr>
          <a:xfrm>
            <a:off x="11776329" y="1028700"/>
            <a:ext cx="5482971" cy="8229600"/>
          </a:xfrm>
          <a:custGeom>
            <a:rect b="b" l="l" r="r" t="t"/>
            <a:pathLst>
              <a:path extrusionOk="0" h="10972800" w="7310628">
                <a:moveTo>
                  <a:pt x="0" y="0"/>
                </a:moveTo>
                <a:lnTo>
                  <a:pt x="7310628" y="0"/>
                </a:lnTo>
                <a:lnTo>
                  <a:pt x="7310628" y="10972800"/>
                </a:lnTo>
                <a:lnTo>
                  <a:pt x="0" y="10972800"/>
                </a:lnTo>
                <a:lnTo>
                  <a:pt x="0" y="0"/>
                </a:lnTo>
                <a:close/>
              </a:path>
            </a:pathLst>
          </a:custGeom>
          <a:blipFill rotWithShape="1">
            <a:blip r:embed="rId7">
              <a:alphaModFix/>
            </a:blip>
            <a:stretch>
              <a:fillRect b="0" l="-9" r="-8" t="0"/>
            </a:stretch>
          </a:blipFill>
          <a:ln>
            <a:noFill/>
          </a:ln>
        </p:spPr>
      </p:sp>
      <p:sp>
        <p:nvSpPr>
          <p:cNvPr id="255" name="Google Shape;255;p9"/>
          <p:cNvSpPr/>
          <p:nvPr/>
        </p:nvSpPr>
        <p:spPr>
          <a:xfrm>
            <a:off x="15927897" y="-740300"/>
            <a:ext cx="4020026" cy="2728627"/>
          </a:xfrm>
          <a:custGeom>
            <a:rect b="b" l="l" r="r" t="t"/>
            <a:pathLst>
              <a:path extrusionOk="0" h="3638169" w="5360035">
                <a:moveTo>
                  <a:pt x="0" y="0"/>
                </a:moveTo>
                <a:lnTo>
                  <a:pt x="5360035" y="0"/>
                </a:lnTo>
                <a:lnTo>
                  <a:pt x="5360035" y="3638169"/>
                </a:lnTo>
                <a:lnTo>
                  <a:pt x="0" y="3638169"/>
                </a:lnTo>
                <a:lnTo>
                  <a:pt x="0" y="0"/>
                </a:lnTo>
                <a:close/>
              </a:path>
            </a:pathLst>
          </a:custGeom>
          <a:blipFill rotWithShape="1">
            <a:blip r:embed="rId8">
              <a:alphaModFix/>
            </a:blip>
            <a:stretch>
              <a:fillRect b="0" l="-12" r="-11" t="0"/>
            </a:stretch>
          </a:blipFill>
          <a:ln>
            <a:noFill/>
          </a:ln>
        </p:spPr>
      </p:sp>
      <p:sp>
        <p:nvSpPr>
          <p:cNvPr id="256" name="Google Shape;256;p9"/>
          <p:cNvSpPr/>
          <p:nvPr/>
        </p:nvSpPr>
        <p:spPr>
          <a:xfrm rot="-5518863">
            <a:off x="15777815" y="8003762"/>
            <a:ext cx="2301812" cy="3018758"/>
          </a:xfrm>
          <a:custGeom>
            <a:rect b="b" l="l" r="r" t="t"/>
            <a:pathLst>
              <a:path extrusionOk="0" h="4025011" w="3069082">
                <a:moveTo>
                  <a:pt x="0" y="0"/>
                </a:moveTo>
                <a:lnTo>
                  <a:pt x="3069082" y="0"/>
                </a:lnTo>
                <a:lnTo>
                  <a:pt x="3069082" y="4025011"/>
                </a:lnTo>
                <a:lnTo>
                  <a:pt x="0" y="4025011"/>
                </a:lnTo>
                <a:lnTo>
                  <a:pt x="0" y="0"/>
                </a:lnTo>
                <a:close/>
              </a:path>
            </a:pathLst>
          </a:custGeom>
          <a:blipFill rotWithShape="1">
            <a:blip r:embed="rId9">
              <a:alphaModFix/>
            </a:blip>
            <a:stretch>
              <a:fillRect b="0" l="-1124" r="-1123" t="0"/>
            </a:stretch>
          </a:blipFill>
          <a:ln>
            <a:noFill/>
          </a:ln>
        </p:spPr>
      </p:sp>
      <p:sp>
        <p:nvSpPr>
          <p:cNvPr id="257" name="Google Shape;257;p9"/>
          <p:cNvSpPr txBox="1"/>
          <p:nvPr/>
        </p:nvSpPr>
        <p:spPr>
          <a:xfrm>
            <a:off x="2783200" y="4702300"/>
            <a:ext cx="7052400" cy="2206350"/>
          </a:xfrm>
          <a:prstGeom prst="rect">
            <a:avLst/>
          </a:prstGeom>
          <a:noFill/>
          <a:ln>
            <a:noFill/>
          </a:ln>
        </p:spPr>
        <p:txBody>
          <a:bodyPr anchorCtr="0" anchor="t" bIns="0" lIns="0" spcFirstLastPara="1" rIns="0" wrap="square" tIns="0">
            <a:spAutoFit/>
          </a:bodyPr>
          <a:lstStyle/>
          <a:p>
            <a:pPr indent="0" lvl="0" marL="0" marR="0" rtl="0" algn="l">
              <a:lnSpc>
                <a:spcPct val="155984"/>
              </a:lnSpc>
              <a:spcBef>
                <a:spcPts val="0"/>
              </a:spcBef>
              <a:spcAft>
                <a:spcPts val="0"/>
              </a:spcAft>
              <a:buNone/>
            </a:pPr>
            <a:r>
              <a:rPr b="0" i="0" lang="en-US" sz="2799" u="none" cap="none" strike="noStrike">
                <a:solidFill>
                  <a:srgbClr val="606060"/>
                </a:solidFill>
                <a:latin typeface="DM Sans"/>
                <a:ea typeface="DM Sans"/>
                <a:cs typeface="DM Sans"/>
                <a:sym typeface="DM Sans"/>
              </a:rPr>
              <a:t>Está compuesta por:</a:t>
            </a:r>
            <a:endParaRPr/>
          </a:p>
          <a:p>
            <a:pPr indent="-213320" lvl="2" marL="639959" marR="0" rtl="0" algn="l">
              <a:lnSpc>
                <a:spcPct val="155984"/>
              </a:lnSpc>
              <a:spcBef>
                <a:spcPts val="0"/>
              </a:spcBef>
              <a:spcAft>
                <a:spcPts val="0"/>
              </a:spcAft>
              <a:buClr>
                <a:srgbClr val="606060"/>
              </a:buClr>
              <a:buSzPts val="2799"/>
              <a:buFont typeface="Arial"/>
              <a:buChar char="⚬"/>
            </a:pPr>
            <a:r>
              <a:rPr b="0" i="0" lang="en-US" sz="2799" u="none" cap="none" strike="noStrike">
                <a:solidFill>
                  <a:srgbClr val="606060"/>
                </a:solidFill>
                <a:latin typeface="DM Sans"/>
                <a:ea typeface="DM Sans"/>
                <a:cs typeface="DM Sans"/>
                <a:sym typeface="DM Sans"/>
              </a:rPr>
              <a:t>Dispositivos Host</a:t>
            </a:r>
            <a:endParaRPr/>
          </a:p>
          <a:p>
            <a:pPr indent="-213320" lvl="2" marL="639959" marR="0" rtl="0" algn="l">
              <a:lnSpc>
                <a:spcPct val="155984"/>
              </a:lnSpc>
              <a:spcBef>
                <a:spcPts val="0"/>
              </a:spcBef>
              <a:spcAft>
                <a:spcPts val="0"/>
              </a:spcAft>
              <a:buClr>
                <a:srgbClr val="606060"/>
              </a:buClr>
              <a:buSzPts val="2799"/>
              <a:buFont typeface="Arial"/>
              <a:buChar char="⚬"/>
            </a:pPr>
            <a:r>
              <a:rPr b="0" i="0" lang="en-US" sz="2799" u="none" cap="none" strike="noStrike">
                <a:solidFill>
                  <a:srgbClr val="606060"/>
                </a:solidFill>
                <a:latin typeface="DM Sans"/>
                <a:ea typeface="DM Sans"/>
                <a:cs typeface="DM Sans"/>
                <a:sym typeface="DM Sans"/>
              </a:rPr>
              <a:t>Primera línea de dispositivos de red a los que los hosts están conectados.</a:t>
            </a:r>
            <a:endParaRPr/>
          </a:p>
        </p:txBody>
      </p:sp>
      <p:sp>
        <p:nvSpPr>
          <p:cNvPr id="258" name="Google Shape;258;p9"/>
          <p:cNvSpPr txBox="1"/>
          <p:nvPr/>
        </p:nvSpPr>
        <p:spPr>
          <a:xfrm>
            <a:off x="1647406" y="1615858"/>
            <a:ext cx="6320813" cy="1619250"/>
          </a:xfrm>
          <a:prstGeom prst="rect">
            <a:avLst/>
          </a:prstGeom>
          <a:noFill/>
          <a:ln>
            <a:noFill/>
          </a:ln>
        </p:spPr>
        <p:txBody>
          <a:bodyPr anchorCtr="0" anchor="t" bIns="0" lIns="0" spcFirstLastPara="1" rIns="0" wrap="square" tIns="0">
            <a:spAutoFit/>
          </a:bodyPr>
          <a:lstStyle/>
          <a:p>
            <a:pPr indent="0" lvl="0" marL="0" marR="0" rtl="0" algn="l">
              <a:lnSpc>
                <a:spcPct val="126005"/>
              </a:lnSpc>
              <a:spcBef>
                <a:spcPts val="0"/>
              </a:spcBef>
              <a:spcAft>
                <a:spcPts val="0"/>
              </a:spcAft>
              <a:buNone/>
            </a:pPr>
            <a:r>
              <a:rPr b="1" i="0" lang="en-US" sz="4999" u="none" cap="none" strike="noStrike">
                <a:solidFill>
                  <a:srgbClr val="000000"/>
                </a:solidFill>
                <a:latin typeface="Arial"/>
                <a:ea typeface="Arial"/>
                <a:cs typeface="Arial"/>
                <a:sym typeface="Arial"/>
              </a:rPr>
              <a:t>Elementos de la capa de acceso</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CD46"/>
        </a:solidFill>
      </p:bgPr>
    </p:bg>
    <p:spTree>
      <p:nvGrpSpPr>
        <p:cNvPr id="266" name="Shape 266"/>
        <p:cNvGrpSpPr/>
        <p:nvPr/>
      </p:nvGrpSpPr>
      <p:grpSpPr>
        <a:xfrm>
          <a:off x="0" y="0"/>
          <a:ext cx="0" cy="0"/>
          <a:chOff x="0" y="0"/>
          <a:chExt cx="0" cy="0"/>
        </a:xfrm>
      </p:grpSpPr>
      <p:sp>
        <p:nvSpPr>
          <p:cNvPr id="267" name="Google Shape;267;p10"/>
          <p:cNvSpPr/>
          <p:nvPr/>
        </p:nvSpPr>
        <p:spPr>
          <a:xfrm rot="315885">
            <a:off x="7787554" y="3775387"/>
            <a:ext cx="7513416" cy="4931474"/>
          </a:xfrm>
          <a:custGeom>
            <a:rect b="b" l="l" r="r" t="t"/>
            <a:pathLst>
              <a:path extrusionOk="0" h="6575298" w="10017887">
                <a:moveTo>
                  <a:pt x="0" y="0"/>
                </a:moveTo>
                <a:lnTo>
                  <a:pt x="10017887" y="0"/>
                </a:lnTo>
                <a:lnTo>
                  <a:pt x="10017887" y="6575298"/>
                </a:lnTo>
                <a:lnTo>
                  <a:pt x="0" y="6575298"/>
                </a:lnTo>
                <a:lnTo>
                  <a:pt x="0" y="0"/>
                </a:lnTo>
                <a:close/>
              </a:path>
            </a:pathLst>
          </a:custGeom>
          <a:blipFill rotWithShape="1">
            <a:blip r:embed="rId3">
              <a:alphaModFix/>
            </a:blip>
            <a:stretch>
              <a:fillRect b="0" l="-2" r="-2" t="0"/>
            </a:stretch>
          </a:blipFill>
          <a:ln>
            <a:noFill/>
          </a:ln>
        </p:spPr>
      </p:sp>
      <p:sp>
        <p:nvSpPr>
          <p:cNvPr id="268" name="Google Shape;268;p10"/>
          <p:cNvSpPr/>
          <p:nvPr/>
        </p:nvSpPr>
        <p:spPr>
          <a:xfrm rot="-266862">
            <a:off x="2743409" y="2871760"/>
            <a:ext cx="5990463" cy="5839587"/>
          </a:xfrm>
          <a:custGeom>
            <a:rect b="b" l="l" r="r" t="t"/>
            <a:pathLst>
              <a:path extrusionOk="0" h="7786116" w="7987284">
                <a:moveTo>
                  <a:pt x="0" y="0"/>
                </a:moveTo>
                <a:lnTo>
                  <a:pt x="7987284" y="0"/>
                </a:lnTo>
                <a:lnTo>
                  <a:pt x="7987284" y="7786116"/>
                </a:lnTo>
                <a:lnTo>
                  <a:pt x="0" y="7786116"/>
                </a:lnTo>
                <a:lnTo>
                  <a:pt x="0" y="0"/>
                </a:lnTo>
                <a:close/>
              </a:path>
            </a:pathLst>
          </a:custGeom>
          <a:blipFill rotWithShape="1">
            <a:blip r:embed="rId4">
              <a:alphaModFix/>
            </a:blip>
            <a:stretch>
              <a:fillRect b="-22443" l="0" r="0" t="-22444"/>
            </a:stretch>
          </a:blipFill>
          <a:ln>
            <a:noFill/>
          </a:ln>
        </p:spPr>
      </p:sp>
      <p:sp>
        <p:nvSpPr>
          <p:cNvPr id="269" name="Google Shape;269;p10"/>
          <p:cNvSpPr/>
          <p:nvPr/>
        </p:nvSpPr>
        <p:spPr>
          <a:xfrm rot="-82494">
            <a:off x="2911657" y="1750113"/>
            <a:ext cx="11731275" cy="6714173"/>
          </a:xfrm>
          <a:custGeom>
            <a:rect b="b" l="l" r="r" t="t"/>
            <a:pathLst>
              <a:path extrusionOk="0" h="8952230" w="15641701">
                <a:moveTo>
                  <a:pt x="0" y="0"/>
                </a:moveTo>
                <a:lnTo>
                  <a:pt x="15641701" y="0"/>
                </a:lnTo>
                <a:lnTo>
                  <a:pt x="15641701" y="8952230"/>
                </a:lnTo>
                <a:lnTo>
                  <a:pt x="0" y="8952230"/>
                </a:lnTo>
                <a:lnTo>
                  <a:pt x="0" y="0"/>
                </a:lnTo>
                <a:close/>
              </a:path>
            </a:pathLst>
          </a:custGeom>
          <a:blipFill rotWithShape="1">
            <a:blip r:embed="rId5">
              <a:alphaModFix/>
            </a:blip>
            <a:stretch>
              <a:fillRect b="-16656" l="0" r="0" t="-16656"/>
            </a:stretch>
          </a:blipFill>
          <a:ln>
            <a:noFill/>
          </a:ln>
        </p:spPr>
      </p:sp>
      <p:sp>
        <p:nvSpPr>
          <p:cNvPr id="270" name="Google Shape;270;p10"/>
          <p:cNvSpPr txBox="1"/>
          <p:nvPr/>
        </p:nvSpPr>
        <p:spPr>
          <a:xfrm rot="-82494">
            <a:off x="4975317" y="3503186"/>
            <a:ext cx="8468664" cy="3254289"/>
          </a:xfrm>
          <a:prstGeom prst="rect">
            <a:avLst/>
          </a:prstGeom>
          <a:noFill/>
          <a:ln>
            <a:noFill/>
          </a:ln>
        </p:spPr>
        <p:txBody>
          <a:bodyPr anchorCtr="0" anchor="t" bIns="0" lIns="0" spcFirstLastPara="1" rIns="0" wrap="square" tIns="0">
            <a:spAutoFit/>
          </a:bodyPr>
          <a:lstStyle/>
          <a:p>
            <a:pPr indent="0" lvl="0" marL="0" marR="0" rtl="0" algn="ctr">
              <a:lnSpc>
                <a:spcPct val="124805"/>
              </a:lnSpc>
              <a:spcBef>
                <a:spcPts val="0"/>
              </a:spcBef>
              <a:spcAft>
                <a:spcPts val="0"/>
              </a:spcAft>
              <a:buNone/>
            </a:pPr>
            <a:r>
              <a:rPr b="1" i="0" lang="en-US" sz="10151" u="none" cap="none" strike="noStrike">
                <a:solidFill>
                  <a:srgbClr val="000000"/>
                </a:solidFill>
                <a:latin typeface="Arial"/>
                <a:ea typeface="Arial"/>
                <a:cs typeface="Arial"/>
                <a:sym typeface="Arial"/>
              </a:rPr>
              <a:t>Acceso al medio</a:t>
            </a:r>
            <a:endParaRPr/>
          </a:p>
        </p:txBody>
      </p:sp>
      <p:sp>
        <p:nvSpPr>
          <p:cNvPr id="271" name="Google Shape;271;p10"/>
          <p:cNvSpPr/>
          <p:nvPr/>
        </p:nvSpPr>
        <p:spPr>
          <a:xfrm>
            <a:off x="2526002" y="1208717"/>
            <a:ext cx="3038666" cy="2879121"/>
          </a:xfrm>
          <a:custGeom>
            <a:rect b="b" l="l" r="r" t="t"/>
            <a:pathLst>
              <a:path extrusionOk="0" h="3838829" w="4051554">
                <a:moveTo>
                  <a:pt x="0" y="0"/>
                </a:moveTo>
                <a:lnTo>
                  <a:pt x="4051554" y="0"/>
                </a:lnTo>
                <a:lnTo>
                  <a:pt x="4051554" y="3838829"/>
                </a:lnTo>
                <a:lnTo>
                  <a:pt x="0" y="3838829"/>
                </a:lnTo>
                <a:lnTo>
                  <a:pt x="0" y="0"/>
                </a:lnTo>
                <a:close/>
              </a:path>
            </a:pathLst>
          </a:custGeom>
          <a:blipFill rotWithShape="1">
            <a:blip r:embed="rId6">
              <a:alphaModFix/>
            </a:blip>
            <a:stretch>
              <a:fillRect b="-18" l="0" r="0" t="-18"/>
            </a:stretch>
          </a:blipFill>
          <a:ln>
            <a:noFill/>
          </a:ln>
        </p:spPr>
      </p:sp>
      <p:sp>
        <p:nvSpPr>
          <p:cNvPr id="272" name="Google Shape;272;p10"/>
          <p:cNvSpPr/>
          <p:nvPr/>
        </p:nvSpPr>
        <p:spPr>
          <a:xfrm>
            <a:off x="-1489043" y="5940621"/>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7">
              <a:alphaModFix/>
            </a:blip>
            <a:stretch>
              <a:fillRect b="0" l="-25" r="-24" t="0"/>
            </a:stretch>
          </a:blipFill>
          <a:ln>
            <a:noFill/>
          </a:ln>
        </p:spPr>
      </p:sp>
      <p:sp>
        <p:nvSpPr>
          <p:cNvPr id="273" name="Google Shape;273;p10"/>
          <p:cNvSpPr/>
          <p:nvPr/>
        </p:nvSpPr>
        <p:spPr>
          <a:xfrm>
            <a:off x="12399360" y="4481928"/>
            <a:ext cx="4572286" cy="4653724"/>
          </a:xfrm>
          <a:custGeom>
            <a:rect b="b" l="l" r="r" t="t"/>
            <a:pathLst>
              <a:path extrusionOk="0" h="6204966" w="6096381">
                <a:moveTo>
                  <a:pt x="0" y="0"/>
                </a:moveTo>
                <a:lnTo>
                  <a:pt x="6096381" y="0"/>
                </a:lnTo>
                <a:lnTo>
                  <a:pt x="6096381" y="6204966"/>
                </a:lnTo>
                <a:lnTo>
                  <a:pt x="0" y="6204966"/>
                </a:lnTo>
                <a:lnTo>
                  <a:pt x="0" y="0"/>
                </a:lnTo>
                <a:close/>
              </a:path>
            </a:pathLst>
          </a:custGeom>
          <a:blipFill rotWithShape="1">
            <a:blip r:embed="rId8">
              <a:alphaModFix/>
            </a:blip>
            <a:stretch>
              <a:fillRect b="-6" l="0" r="0" t="-7"/>
            </a:stretch>
          </a:blipFill>
          <a:ln>
            <a:noFill/>
          </a:ln>
        </p:spPr>
      </p:sp>
      <p:sp>
        <p:nvSpPr>
          <p:cNvPr id="274" name="Google Shape;274;p10"/>
          <p:cNvSpPr/>
          <p:nvPr/>
        </p:nvSpPr>
        <p:spPr>
          <a:xfrm rot="-10197389">
            <a:off x="15531892" y="-653519"/>
            <a:ext cx="5396484" cy="4114800"/>
          </a:xfrm>
          <a:custGeom>
            <a:rect b="b" l="l" r="r" t="t"/>
            <a:pathLst>
              <a:path extrusionOk="0" h="5486400" w="7195312">
                <a:moveTo>
                  <a:pt x="0" y="0"/>
                </a:moveTo>
                <a:lnTo>
                  <a:pt x="7195312" y="0"/>
                </a:lnTo>
                <a:lnTo>
                  <a:pt x="7195312" y="5486400"/>
                </a:lnTo>
                <a:lnTo>
                  <a:pt x="0" y="5486400"/>
                </a:lnTo>
                <a:lnTo>
                  <a:pt x="0" y="0"/>
                </a:lnTo>
                <a:close/>
              </a:path>
            </a:pathLst>
          </a:custGeom>
          <a:blipFill rotWithShape="1">
            <a:blip r:embed="rId9">
              <a:alphaModFix/>
            </a:blip>
            <a:stretch>
              <a:fillRect b="0" l="-7" r="-6" t="0"/>
            </a:stretch>
          </a:blipFill>
          <a:ln>
            <a:noFill/>
          </a:ln>
        </p:spPr>
      </p:sp>
      <p:sp>
        <p:nvSpPr>
          <p:cNvPr id="275" name="Google Shape;275;p10"/>
          <p:cNvSpPr/>
          <p:nvPr/>
        </p:nvSpPr>
        <p:spPr>
          <a:xfrm rot="-9994124">
            <a:off x="5425189" y="9403852"/>
            <a:ext cx="5875687" cy="3238976"/>
          </a:xfrm>
          <a:custGeom>
            <a:rect b="b" l="l" r="r" t="t"/>
            <a:pathLst>
              <a:path extrusionOk="0" h="4318635" w="7834249">
                <a:moveTo>
                  <a:pt x="0" y="0"/>
                </a:moveTo>
                <a:lnTo>
                  <a:pt x="7834249" y="0"/>
                </a:lnTo>
                <a:lnTo>
                  <a:pt x="7834249" y="4318635"/>
                </a:lnTo>
                <a:lnTo>
                  <a:pt x="0" y="4318635"/>
                </a:lnTo>
                <a:lnTo>
                  <a:pt x="0" y="0"/>
                </a:lnTo>
                <a:close/>
              </a:path>
            </a:pathLst>
          </a:custGeom>
          <a:blipFill rotWithShape="1">
            <a:blip r:embed="rId10">
              <a:alphaModFix/>
            </a:blip>
            <a:stretch>
              <a:fillRect b="-1" l="0" r="0" t="-1"/>
            </a:stretch>
          </a:blipFill>
          <a:ln>
            <a:noFill/>
          </a:ln>
        </p:spPr>
      </p:sp>
      <p:sp>
        <p:nvSpPr>
          <p:cNvPr id="276" name="Google Shape;276;p10"/>
          <p:cNvSpPr/>
          <p:nvPr/>
        </p:nvSpPr>
        <p:spPr>
          <a:xfrm rot="-7239578">
            <a:off x="-916156" y="-1028700"/>
            <a:ext cx="2227135" cy="4114800"/>
          </a:xfrm>
          <a:custGeom>
            <a:rect b="b" l="l" r="r" t="t"/>
            <a:pathLst>
              <a:path extrusionOk="0" h="5486400" w="2969514">
                <a:moveTo>
                  <a:pt x="0" y="0"/>
                </a:moveTo>
                <a:lnTo>
                  <a:pt x="2969514" y="0"/>
                </a:lnTo>
                <a:lnTo>
                  <a:pt x="2969514" y="5486400"/>
                </a:lnTo>
                <a:lnTo>
                  <a:pt x="0" y="5486400"/>
                </a:lnTo>
                <a:lnTo>
                  <a:pt x="0" y="0"/>
                </a:lnTo>
                <a:close/>
              </a:path>
            </a:pathLst>
          </a:custGeom>
          <a:blipFill rotWithShape="1">
            <a:blip r:embed="rId11">
              <a:alphaModFix/>
            </a:blip>
            <a:stretch>
              <a:fillRect b="-23" l="0" r="0" t="-22"/>
            </a:stretch>
          </a:blipFill>
          <a:ln>
            <a:noFill/>
          </a:ln>
        </p:spPr>
      </p:sp>
      <p:sp>
        <p:nvSpPr>
          <p:cNvPr id="277" name="Google Shape;277;p10"/>
          <p:cNvSpPr/>
          <p:nvPr/>
        </p:nvSpPr>
        <p:spPr>
          <a:xfrm rot="2598121">
            <a:off x="2491875" y="7209838"/>
            <a:ext cx="3007329" cy="1759267"/>
          </a:xfrm>
          <a:custGeom>
            <a:rect b="b" l="l" r="r" t="t"/>
            <a:pathLst>
              <a:path extrusionOk="0" h="2345690" w="4009771">
                <a:moveTo>
                  <a:pt x="0" y="0"/>
                </a:moveTo>
                <a:lnTo>
                  <a:pt x="4009771" y="0"/>
                </a:lnTo>
                <a:lnTo>
                  <a:pt x="4009771" y="2345690"/>
                </a:lnTo>
                <a:lnTo>
                  <a:pt x="0" y="2345690"/>
                </a:lnTo>
                <a:lnTo>
                  <a:pt x="0" y="0"/>
                </a:lnTo>
                <a:close/>
              </a:path>
            </a:pathLst>
          </a:custGeom>
          <a:blipFill rotWithShape="1">
            <a:blip r:embed="rId12">
              <a:alphaModFix/>
            </a:blip>
            <a:stretch>
              <a:fillRect b="-25" l="0" r="0" t="-25"/>
            </a:stretch>
          </a:blipFill>
          <a:ln>
            <a:noFill/>
          </a:ln>
        </p:spPr>
      </p:sp>
      <p:sp>
        <p:nvSpPr>
          <p:cNvPr id="278" name="Google Shape;278;p10"/>
          <p:cNvSpPr/>
          <p:nvPr/>
        </p:nvSpPr>
        <p:spPr>
          <a:xfrm rot="3945637">
            <a:off x="13786668" y="3168860"/>
            <a:ext cx="1146239" cy="2324005"/>
          </a:xfrm>
          <a:custGeom>
            <a:rect b="b" l="l" r="r" t="t"/>
            <a:pathLst>
              <a:path extrusionOk="0" h="3098673" w="1528318">
                <a:moveTo>
                  <a:pt x="0" y="0"/>
                </a:moveTo>
                <a:lnTo>
                  <a:pt x="1528318" y="0"/>
                </a:lnTo>
                <a:lnTo>
                  <a:pt x="1528318" y="3098673"/>
                </a:lnTo>
                <a:lnTo>
                  <a:pt x="0" y="3098673"/>
                </a:lnTo>
                <a:lnTo>
                  <a:pt x="0" y="0"/>
                </a:lnTo>
                <a:close/>
              </a:path>
            </a:pathLst>
          </a:custGeom>
          <a:blipFill rotWithShape="1">
            <a:blip r:embed="rId13">
              <a:alphaModFix/>
            </a:blip>
            <a:stretch>
              <a:fillRect b="0" l="-56950" r="-56948" t="0"/>
            </a:stretch>
          </a:blipFill>
          <a:ln>
            <a:noFill/>
          </a:ln>
        </p:spPr>
      </p:sp>
      <p:sp>
        <p:nvSpPr>
          <p:cNvPr id="279" name="Google Shape;279;p10"/>
          <p:cNvSpPr/>
          <p:nvPr/>
        </p:nvSpPr>
        <p:spPr>
          <a:xfrm rot="-5400000">
            <a:off x="16049759" y="7736109"/>
            <a:ext cx="5396484" cy="4114800"/>
          </a:xfrm>
          <a:custGeom>
            <a:rect b="b" l="l" r="r" t="t"/>
            <a:pathLst>
              <a:path extrusionOk="0" h="5486400" w="7195312">
                <a:moveTo>
                  <a:pt x="0" y="0"/>
                </a:moveTo>
                <a:lnTo>
                  <a:pt x="7195312" y="0"/>
                </a:lnTo>
                <a:lnTo>
                  <a:pt x="7195312" y="5486400"/>
                </a:lnTo>
                <a:lnTo>
                  <a:pt x="0" y="5486400"/>
                </a:lnTo>
                <a:lnTo>
                  <a:pt x="0" y="0"/>
                </a:lnTo>
                <a:close/>
              </a:path>
            </a:pathLst>
          </a:custGeom>
          <a:blipFill rotWithShape="1">
            <a:blip r:embed="rId9">
              <a:alphaModFix/>
            </a:blip>
            <a:stretch>
              <a:fillRect b="0" l="-7" r="-6" t="0"/>
            </a:stretch>
          </a:blipFill>
          <a:ln>
            <a:noFill/>
          </a:ln>
        </p:spPr>
      </p:sp>
      <p:sp>
        <p:nvSpPr>
          <p:cNvPr id="280" name="Google Shape;280;p10"/>
          <p:cNvSpPr/>
          <p:nvPr/>
        </p:nvSpPr>
        <p:spPr>
          <a:xfrm rot="10252938">
            <a:off x="8709959" y="-1552088"/>
            <a:ext cx="4257960" cy="2458974"/>
          </a:xfrm>
          <a:custGeom>
            <a:rect b="b" l="l" r="r" t="t"/>
            <a:pathLst>
              <a:path extrusionOk="0" h="3278632" w="5677281">
                <a:moveTo>
                  <a:pt x="0" y="0"/>
                </a:moveTo>
                <a:lnTo>
                  <a:pt x="5677281" y="0"/>
                </a:lnTo>
                <a:lnTo>
                  <a:pt x="5677281" y="3278632"/>
                </a:lnTo>
                <a:lnTo>
                  <a:pt x="0" y="3278632"/>
                </a:lnTo>
                <a:lnTo>
                  <a:pt x="0" y="0"/>
                </a:lnTo>
                <a:close/>
              </a:path>
            </a:pathLst>
          </a:custGeom>
          <a:blipFill rotWithShape="1">
            <a:blip r:embed="rId14">
              <a:alphaModFix/>
            </a:blip>
            <a:stretch>
              <a:fillRect b="0" l="-49" r="-48" t="0"/>
            </a:stretch>
          </a:blipFill>
          <a:ln>
            <a:noFill/>
          </a:ln>
        </p:spPr>
      </p:sp>
      <p:sp>
        <p:nvSpPr>
          <p:cNvPr id="281" name="Google Shape;281;p10"/>
          <p:cNvSpPr/>
          <p:nvPr/>
        </p:nvSpPr>
        <p:spPr>
          <a:xfrm rot="5947534">
            <a:off x="3555012" y="-2929516"/>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7">
              <a:alphaModFix/>
            </a:blip>
            <a:stretch>
              <a:fillRect b="0" l="-25" r="-24" t="0"/>
            </a:stretch>
          </a:blipFill>
          <a:ln>
            <a:noFill/>
          </a:ln>
        </p:spPr>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CD46"/>
        </a:solidFill>
      </p:bgPr>
    </p:bg>
    <p:spTree>
      <p:nvGrpSpPr>
        <p:cNvPr id="289" name="Shape 289"/>
        <p:cNvGrpSpPr/>
        <p:nvPr/>
      </p:nvGrpSpPr>
      <p:grpSpPr>
        <a:xfrm>
          <a:off x="0" y="0"/>
          <a:ext cx="0" cy="0"/>
          <a:chOff x="0" y="0"/>
          <a:chExt cx="0" cy="0"/>
        </a:xfrm>
      </p:grpSpPr>
      <p:sp>
        <p:nvSpPr>
          <p:cNvPr id="290" name="Google Shape;290;p11"/>
          <p:cNvSpPr/>
          <p:nvPr/>
        </p:nvSpPr>
        <p:spPr>
          <a:xfrm rot="5334016">
            <a:off x="2984684" y="-330570"/>
            <a:ext cx="7947565" cy="11237119"/>
          </a:xfrm>
          <a:custGeom>
            <a:rect b="b" l="l" r="r" t="t"/>
            <a:pathLst>
              <a:path extrusionOk="0" h="14982825" w="10596753">
                <a:moveTo>
                  <a:pt x="0" y="0"/>
                </a:moveTo>
                <a:lnTo>
                  <a:pt x="10596753" y="0"/>
                </a:lnTo>
                <a:lnTo>
                  <a:pt x="10596753" y="14982825"/>
                </a:lnTo>
                <a:lnTo>
                  <a:pt x="0" y="14982825"/>
                </a:lnTo>
                <a:lnTo>
                  <a:pt x="0" y="0"/>
                </a:lnTo>
                <a:close/>
              </a:path>
            </a:pathLst>
          </a:custGeom>
          <a:blipFill rotWithShape="1">
            <a:blip r:embed="rId3">
              <a:alphaModFix/>
            </a:blip>
            <a:stretch>
              <a:fillRect b="0" l="-51" r="-50" t="0"/>
            </a:stretch>
          </a:blipFill>
          <a:ln>
            <a:noFill/>
          </a:ln>
        </p:spPr>
      </p:sp>
      <p:sp>
        <p:nvSpPr>
          <p:cNvPr id="291" name="Google Shape;291;p11"/>
          <p:cNvSpPr/>
          <p:nvPr/>
        </p:nvSpPr>
        <p:spPr>
          <a:xfrm rot="289427">
            <a:off x="10909789" y="2661596"/>
            <a:ext cx="5692997" cy="5692997"/>
          </a:xfrm>
          <a:custGeom>
            <a:rect b="b" l="l" r="r" t="t"/>
            <a:pathLst>
              <a:path extrusionOk="0" h="7590663" w="7590663">
                <a:moveTo>
                  <a:pt x="0" y="0"/>
                </a:moveTo>
                <a:lnTo>
                  <a:pt x="7590663" y="0"/>
                </a:lnTo>
                <a:lnTo>
                  <a:pt x="7590663" y="7590663"/>
                </a:lnTo>
                <a:lnTo>
                  <a:pt x="0" y="7590663"/>
                </a:lnTo>
                <a:lnTo>
                  <a:pt x="0" y="0"/>
                </a:lnTo>
                <a:close/>
              </a:path>
            </a:pathLst>
          </a:custGeom>
          <a:blipFill rotWithShape="1">
            <a:blip r:embed="rId4">
              <a:alphaModFix/>
            </a:blip>
            <a:stretch>
              <a:fillRect b="0" l="0" r="0" t="0"/>
            </a:stretch>
          </a:blipFill>
          <a:ln>
            <a:noFill/>
          </a:ln>
        </p:spPr>
      </p:sp>
      <p:sp>
        <p:nvSpPr>
          <p:cNvPr id="292" name="Google Shape;292;p11"/>
          <p:cNvSpPr/>
          <p:nvPr/>
        </p:nvSpPr>
        <p:spPr>
          <a:xfrm rot="-10703534">
            <a:off x="14045185" y="8969379"/>
            <a:ext cx="5875687" cy="3238976"/>
          </a:xfrm>
          <a:custGeom>
            <a:rect b="b" l="l" r="r" t="t"/>
            <a:pathLst>
              <a:path extrusionOk="0" h="4318635" w="7834249">
                <a:moveTo>
                  <a:pt x="0" y="0"/>
                </a:moveTo>
                <a:lnTo>
                  <a:pt x="7834249" y="0"/>
                </a:lnTo>
                <a:lnTo>
                  <a:pt x="7834249" y="4318635"/>
                </a:lnTo>
                <a:lnTo>
                  <a:pt x="0" y="4318635"/>
                </a:lnTo>
                <a:lnTo>
                  <a:pt x="0" y="0"/>
                </a:lnTo>
                <a:close/>
              </a:path>
            </a:pathLst>
          </a:custGeom>
          <a:blipFill rotWithShape="1">
            <a:blip r:embed="rId5">
              <a:alphaModFix/>
            </a:blip>
            <a:stretch>
              <a:fillRect b="-1" l="0" r="0" t="-1"/>
            </a:stretch>
          </a:blipFill>
          <a:ln>
            <a:noFill/>
          </a:ln>
        </p:spPr>
      </p:sp>
      <p:sp>
        <p:nvSpPr>
          <p:cNvPr id="293" name="Google Shape;293;p11"/>
          <p:cNvSpPr/>
          <p:nvPr/>
        </p:nvSpPr>
        <p:spPr>
          <a:xfrm rot="-8190164">
            <a:off x="-673910" y="-2226504"/>
            <a:ext cx="2227135" cy="4114800"/>
          </a:xfrm>
          <a:custGeom>
            <a:rect b="b" l="l" r="r" t="t"/>
            <a:pathLst>
              <a:path extrusionOk="0" h="5486400" w="2969514">
                <a:moveTo>
                  <a:pt x="0" y="0"/>
                </a:moveTo>
                <a:lnTo>
                  <a:pt x="2969514" y="0"/>
                </a:lnTo>
                <a:lnTo>
                  <a:pt x="2969514" y="5486400"/>
                </a:lnTo>
                <a:lnTo>
                  <a:pt x="0" y="5486400"/>
                </a:lnTo>
                <a:lnTo>
                  <a:pt x="0" y="0"/>
                </a:lnTo>
                <a:close/>
              </a:path>
            </a:pathLst>
          </a:custGeom>
          <a:blipFill rotWithShape="1">
            <a:blip r:embed="rId6">
              <a:alphaModFix/>
            </a:blip>
            <a:stretch>
              <a:fillRect b="-23" l="0" r="0" t="-22"/>
            </a:stretch>
          </a:blipFill>
          <a:ln>
            <a:noFill/>
          </a:ln>
        </p:spPr>
      </p:sp>
      <p:sp>
        <p:nvSpPr>
          <p:cNvPr id="294" name="Google Shape;294;p11"/>
          <p:cNvSpPr/>
          <p:nvPr/>
        </p:nvSpPr>
        <p:spPr>
          <a:xfrm rot="8941024">
            <a:off x="14751146" y="-2393360"/>
            <a:ext cx="4861275" cy="3706654"/>
          </a:xfrm>
          <a:custGeom>
            <a:rect b="b" l="l" r="r" t="t"/>
            <a:pathLst>
              <a:path extrusionOk="0" h="4942205" w="6481699">
                <a:moveTo>
                  <a:pt x="0" y="0"/>
                </a:moveTo>
                <a:lnTo>
                  <a:pt x="6481699" y="0"/>
                </a:lnTo>
                <a:lnTo>
                  <a:pt x="6481699" y="4942205"/>
                </a:lnTo>
                <a:lnTo>
                  <a:pt x="0" y="4942205"/>
                </a:lnTo>
                <a:lnTo>
                  <a:pt x="0" y="0"/>
                </a:lnTo>
                <a:close/>
              </a:path>
            </a:pathLst>
          </a:custGeom>
          <a:blipFill rotWithShape="1">
            <a:blip r:embed="rId7">
              <a:alphaModFix/>
            </a:blip>
            <a:stretch>
              <a:fillRect b="0" l="-7" r="-6" t="0"/>
            </a:stretch>
          </a:blipFill>
          <a:ln>
            <a:noFill/>
          </a:ln>
        </p:spPr>
      </p:sp>
      <p:sp>
        <p:nvSpPr>
          <p:cNvPr id="295" name="Google Shape;295;p11"/>
          <p:cNvSpPr/>
          <p:nvPr/>
        </p:nvSpPr>
        <p:spPr>
          <a:xfrm rot="-9191049">
            <a:off x="8258543" y="3649709"/>
            <a:ext cx="1770888" cy="942975"/>
          </a:xfrm>
          <a:custGeom>
            <a:rect b="b" l="l" r="r" t="t"/>
            <a:pathLst>
              <a:path extrusionOk="0" h="1257300" w="2361184">
                <a:moveTo>
                  <a:pt x="0" y="0"/>
                </a:moveTo>
                <a:lnTo>
                  <a:pt x="2361184" y="0"/>
                </a:lnTo>
                <a:lnTo>
                  <a:pt x="2361184" y="1257300"/>
                </a:lnTo>
                <a:lnTo>
                  <a:pt x="0" y="1257300"/>
                </a:lnTo>
                <a:lnTo>
                  <a:pt x="0" y="0"/>
                </a:lnTo>
                <a:close/>
              </a:path>
            </a:pathLst>
          </a:custGeom>
          <a:blipFill rotWithShape="1">
            <a:blip r:embed="rId8">
              <a:alphaModFix/>
            </a:blip>
            <a:stretch>
              <a:fillRect b="0" l="-67" r="-66" t="0"/>
            </a:stretch>
          </a:blipFill>
          <a:ln>
            <a:noFill/>
          </a:ln>
        </p:spPr>
      </p:sp>
      <p:sp>
        <p:nvSpPr>
          <p:cNvPr id="296" name="Google Shape;296;p11"/>
          <p:cNvSpPr/>
          <p:nvPr/>
        </p:nvSpPr>
        <p:spPr>
          <a:xfrm rot="-65983">
            <a:off x="1039090" y="3537695"/>
            <a:ext cx="5741384" cy="1137856"/>
          </a:xfrm>
          <a:custGeom>
            <a:rect b="b" l="l" r="r" t="t"/>
            <a:pathLst>
              <a:path extrusionOk="0" h="1517142" w="7655179">
                <a:moveTo>
                  <a:pt x="0" y="0"/>
                </a:moveTo>
                <a:lnTo>
                  <a:pt x="7655179" y="0"/>
                </a:lnTo>
                <a:lnTo>
                  <a:pt x="7655179" y="1517142"/>
                </a:lnTo>
                <a:lnTo>
                  <a:pt x="0" y="1517142"/>
                </a:lnTo>
                <a:lnTo>
                  <a:pt x="0" y="0"/>
                </a:lnTo>
                <a:close/>
              </a:path>
            </a:pathLst>
          </a:custGeom>
          <a:blipFill rotWithShape="1">
            <a:blip r:embed="rId9">
              <a:alphaModFix/>
            </a:blip>
            <a:stretch>
              <a:fillRect b="-150" l="0" r="0" t="-153"/>
            </a:stretch>
          </a:blipFill>
          <a:ln>
            <a:noFill/>
          </a:ln>
        </p:spPr>
      </p:sp>
      <p:sp>
        <p:nvSpPr>
          <p:cNvPr id="297" name="Google Shape;297;p11"/>
          <p:cNvSpPr/>
          <p:nvPr/>
        </p:nvSpPr>
        <p:spPr>
          <a:xfrm rot="3945637">
            <a:off x="15511874" y="1684549"/>
            <a:ext cx="1209770" cy="2452974"/>
          </a:xfrm>
          <a:custGeom>
            <a:rect b="b" l="l" r="r" t="t"/>
            <a:pathLst>
              <a:path extrusionOk="0" h="3270631" w="1613027">
                <a:moveTo>
                  <a:pt x="0" y="0"/>
                </a:moveTo>
                <a:lnTo>
                  <a:pt x="1613027" y="0"/>
                </a:lnTo>
                <a:lnTo>
                  <a:pt x="1613027" y="3270631"/>
                </a:lnTo>
                <a:lnTo>
                  <a:pt x="0" y="3270631"/>
                </a:lnTo>
                <a:lnTo>
                  <a:pt x="0" y="0"/>
                </a:lnTo>
                <a:close/>
              </a:path>
            </a:pathLst>
          </a:custGeom>
          <a:blipFill rotWithShape="1">
            <a:blip r:embed="rId10">
              <a:alphaModFix/>
            </a:blip>
            <a:stretch>
              <a:fillRect b="0" l="-56953" r="-56955" t="0"/>
            </a:stretch>
          </a:blipFill>
          <a:ln>
            <a:noFill/>
          </a:ln>
        </p:spPr>
      </p:sp>
      <p:sp>
        <p:nvSpPr>
          <p:cNvPr id="298" name="Google Shape;298;p11"/>
          <p:cNvSpPr txBox="1"/>
          <p:nvPr/>
        </p:nvSpPr>
        <p:spPr>
          <a:xfrm rot="-65983">
            <a:off x="2299673" y="2282926"/>
            <a:ext cx="8329523" cy="1027684"/>
          </a:xfrm>
          <a:prstGeom prst="rect">
            <a:avLst/>
          </a:prstGeom>
          <a:noFill/>
          <a:ln>
            <a:noFill/>
          </a:ln>
        </p:spPr>
        <p:txBody>
          <a:bodyPr anchorCtr="0" anchor="t" bIns="0" lIns="0" spcFirstLastPara="1" rIns="0" wrap="square" tIns="0">
            <a:spAutoFit/>
          </a:bodyPr>
          <a:lstStyle/>
          <a:p>
            <a:pPr indent="0" lvl="0" marL="0" marR="0" rtl="0" algn="l">
              <a:lnSpc>
                <a:spcPct val="127212"/>
              </a:lnSpc>
              <a:spcBef>
                <a:spcPts val="0"/>
              </a:spcBef>
              <a:spcAft>
                <a:spcPts val="0"/>
              </a:spcAft>
              <a:buNone/>
            </a:pPr>
            <a:r>
              <a:rPr b="1" i="0" lang="en-US" sz="5299" u="none" cap="none" strike="noStrike">
                <a:solidFill>
                  <a:srgbClr val="000000"/>
                </a:solidFill>
                <a:latin typeface="Arial"/>
                <a:ea typeface="Arial"/>
                <a:cs typeface="Arial"/>
                <a:sym typeface="Arial"/>
              </a:rPr>
              <a:t>Acceso al medio</a:t>
            </a:r>
            <a:endParaRPr/>
          </a:p>
        </p:txBody>
      </p:sp>
      <p:sp>
        <p:nvSpPr>
          <p:cNvPr id="299" name="Google Shape;299;p11"/>
          <p:cNvSpPr txBox="1"/>
          <p:nvPr/>
        </p:nvSpPr>
        <p:spPr>
          <a:xfrm rot="-65983">
            <a:off x="2344476" y="3359238"/>
            <a:ext cx="3256019" cy="1104900"/>
          </a:xfrm>
          <a:prstGeom prst="rect">
            <a:avLst/>
          </a:prstGeom>
          <a:noFill/>
          <a:ln>
            <a:noFill/>
          </a:ln>
        </p:spPr>
        <p:txBody>
          <a:bodyPr anchorCtr="0" anchor="t" bIns="0" lIns="0" spcFirstLastPara="1" rIns="0" wrap="square" tIns="0">
            <a:spAutoFit/>
          </a:bodyPr>
          <a:lstStyle/>
          <a:p>
            <a:pPr indent="0" lvl="0" marL="0" marR="0" rtl="0" algn="l">
              <a:lnSpc>
                <a:spcPct val="156000"/>
              </a:lnSpc>
              <a:spcBef>
                <a:spcPts val="0"/>
              </a:spcBef>
              <a:spcAft>
                <a:spcPts val="0"/>
              </a:spcAft>
              <a:buNone/>
            </a:pPr>
            <a:r>
              <a:rPr b="1" i="0" lang="en-US" sz="4500" u="none" cap="none" strike="noStrike">
                <a:solidFill>
                  <a:srgbClr val="000000"/>
                </a:solidFill>
                <a:latin typeface="Arial"/>
                <a:ea typeface="Arial"/>
                <a:cs typeface="Arial"/>
                <a:sym typeface="Arial"/>
              </a:rPr>
              <a:t>Definición:</a:t>
            </a:r>
            <a:endParaRPr/>
          </a:p>
        </p:txBody>
      </p:sp>
      <p:sp>
        <p:nvSpPr>
          <p:cNvPr id="300" name="Google Shape;300;p11"/>
          <p:cNvSpPr txBox="1"/>
          <p:nvPr/>
        </p:nvSpPr>
        <p:spPr>
          <a:xfrm rot="-66009">
            <a:off x="2335126" y="4673310"/>
            <a:ext cx="7234334" cy="4572230"/>
          </a:xfrm>
          <a:prstGeom prst="rect">
            <a:avLst/>
          </a:prstGeom>
          <a:noFill/>
          <a:ln>
            <a:noFill/>
          </a:ln>
        </p:spPr>
        <p:txBody>
          <a:bodyPr anchorCtr="0" anchor="t" bIns="0" lIns="0" spcFirstLastPara="1" rIns="0" wrap="square" tIns="0">
            <a:spAutoFit/>
          </a:bodyPr>
          <a:lstStyle/>
          <a:p>
            <a:pPr indent="0" lvl="0" marL="0" marR="0" rtl="0" algn="l">
              <a:lnSpc>
                <a:spcPct val="156000"/>
              </a:lnSpc>
              <a:spcBef>
                <a:spcPts val="0"/>
              </a:spcBef>
              <a:spcAft>
                <a:spcPts val="0"/>
              </a:spcAft>
              <a:buNone/>
            </a:pPr>
            <a:r>
              <a:rPr b="0" i="0" lang="en-US" sz="2300" u="none" cap="none" strike="noStrike">
                <a:solidFill>
                  <a:srgbClr val="000000"/>
                </a:solidFill>
                <a:latin typeface="DM Sans"/>
                <a:ea typeface="DM Sans"/>
                <a:cs typeface="DM Sans"/>
                <a:sym typeface="DM Sans"/>
              </a:rPr>
              <a:t>Se refiere a la forma en que los dispositivos de una red comparten el medio de transmisión para enviar y recibir datos. El medio de transmisión puede ser un cable de cobre, una fibra óptica o el aire (en el caso de redes inalámbricas).</a:t>
            </a:r>
            <a:endParaRPr/>
          </a:p>
          <a:p>
            <a:pPr indent="0" lvl="0" marL="0" marR="0" rtl="0" algn="l">
              <a:lnSpc>
                <a:spcPct val="94913"/>
              </a:lnSpc>
              <a:spcBef>
                <a:spcPts val="0"/>
              </a:spcBef>
              <a:spcAft>
                <a:spcPts val="0"/>
              </a:spcAft>
              <a:buNone/>
            </a:pPr>
            <a:r>
              <a:t/>
            </a:r>
            <a:endParaRPr b="0" i="0" sz="2300" u="none" cap="none" strike="noStrike">
              <a:solidFill>
                <a:srgbClr val="000000"/>
              </a:solidFill>
              <a:latin typeface="DM Sans"/>
              <a:ea typeface="DM Sans"/>
              <a:cs typeface="DM Sans"/>
              <a:sym typeface="DM Sans"/>
            </a:endParaRPr>
          </a:p>
          <a:p>
            <a:pPr indent="0" lvl="0" marL="0" marR="0" rtl="0" algn="l">
              <a:lnSpc>
                <a:spcPct val="156000"/>
              </a:lnSpc>
              <a:spcBef>
                <a:spcPts val="0"/>
              </a:spcBef>
              <a:spcAft>
                <a:spcPts val="0"/>
              </a:spcAft>
              <a:buNone/>
            </a:pPr>
            <a:r>
              <a:rPr b="0" i="0" lang="en-US" sz="2300" u="none" cap="none" strike="noStrike">
                <a:solidFill>
                  <a:srgbClr val="000000"/>
                </a:solidFill>
                <a:latin typeface="DM Sans"/>
                <a:ea typeface="DM Sans"/>
                <a:cs typeface="DM Sans"/>
                <a:sym typeface="DM Sans"/>
              </a:rPr>
              <a:t>Hay dos tipos principales de acceso al medio: acceso por división de tiempo (TDMA, por sus siglas en inglés) y acceso por división de frecuencia (FDMA, por sus siglas en inglés).</a:t>
            </a:r>
            <a:endParaRPr/>
          </a:p>
        </p:txBody>
      </p:sp>
      <p:sp>
        <p:nvSpPr>
          <p:cNvPr id="301" name="Google Shape;301;p11"/>
          <p:cNvSpPr txBox="1"/>
          <p:nvPr/>
        </p:nvSpPr>
        <p:spPr>
          <a:xfrm rot="315681">
            <a:off x="11148060" y="3534489"/>
            <a:ext cx="5394830" cy="1823392"/>
          </a:xfrm>
          <a:prstGeom prst="rect">
            <a:avLst/>
          </a:prstGeom>
          <a:noFill/>
          <a:ln>
            <a:noFill/>
          </a:ln>
        </p:spPr>
        <p:txBody>
          <a:bodyPr anchorCtr="0" anchor="t" bIns="0" lIns="0" spcFirstLastPara="1" rIns="0" wrap="square" tIns="0">
            <a:spAutoFit/>
          </a:bodyPr>
          <a:lstStyle/>
          <a:p>
            <a:pPr indent="0" lvl="0" marL="0" marR="0" rtl="0" algn="l">
              <a:lnSpc>
                <a:spcPct val="127212"/>
              </a:lnSpc>
              <a:spcBef>
                <a:spcPts val="0"/>
              </a:spcBef>
              <a:spcAft>
                <a:spcPts val="0"/>
              </a:spcAft>
              <a:buNone/>
            </a:pPr>
            <a:r>
              <a:rPr b="1" i="0" lang="en-US" sz="5299" u="none" cap="none" strike="noStrike">
                <a:solidFill>
                  <a:srgbClr val="000000"/>
                </a:solidFill>
                <a:latin typeface="Arial"/>
                <a:ea typeface="Arial"/>
                <a:cs typeface="Arial"/>
                <a:sym typeface="Arial"/>
              </a:rPr>
              <a:t>Tipos Principales</a:t>
            </a:r>
            <a:endParaRPr/>
          </a:p>
        </p:txBody>
      </p:sp>
      <p:sp>
        <p:nvSpPr>
          <p:cNvPr id="302" name="Google Shape;302;p11"/>
          <p:cNvSpPr txBox="1"/>
          <p:nvPr/>
        </p:nvSpPr>
        <p:spPr>
          <a:xfrm rot="296512">
            <a:off x="11596607" y="5269488"/>
            <a:ext cx="2818052" cy="1223645"/>
          </a:xfrm>
          <a:prstGeom prst="rect">
            <a:avLst/>
          </a:prstGeom>
          <a:noFill/>
          <a:ln>
            <a:noFill/>
          </a:ln>
        </p:spPr>
        <p:txBody>
          <a:bodyPr anchorCtr="0" anchor="t" bIns="0" lIns="0" spcFirstLastPara="1" rIns="0" wrap="square" tIns="0">
            <a:spAutoFit/>
          </a:bodyPr>
          <a:lstStyle/>
          <a:p>
            <a:pPr indent="-259039" lvl="2" marL="777117" marR="0" rtl="0" algn="l">
              <a:lnSpc>
                <a:spcPct val="155987"/>
              </a:lnSpc>
              <a:spcBef>
                <a:spcPts val="0"/>
              </a:spcBef>
              <a:spcAft>
                <a:spcPts val="0"/>
              </a:spcAft>
              <a:buClr>
                <a:srgbClr val="000000"/>
              </a:buClr>
              <a:buSzPts val="3399"/>
              <a:buFont typeface="Arial"/>
              <a:buChar char="⚬"/>
            </a:pPr>
            <a:r>
              <a:rPr b="0" i="0" lang="en-US" sz="3399" u="none" cap="none" strike="noStrike">
                <a:solidFill>
                  <a:srgbClr val="000000"/>
                </a:solidFill>
                <a:latin typeface="DM Sans"/>
                <a:ea typeface="DM Sans"/>
                <a:cs typeface="DM Sans"/>
                <a:sym typeface="DM Sans"/>
              </a:rPr>
              <a:t>TDMA</a:t>
            </a:r>
            <a:endParaRPr/>
          </a:p>
          <a:p>
            <a:pPr indent="-259039" lvl="2" marL="777117" marR="0" rtl="0" algn="l">
              <a:lnSpc>
                <a:spcPct val="155987"/>
              </a:lnSpc>
              <a:spcBef>
                <a:spcPts val="0"/>
              </a:spcBef>
              <a:spcAft>
                <a:spcPts val="0"/>
              </a:spcAft>
              <a:buClr>
                <a:srgbClr val="000000"/>
              </a:buClr>
              <a:buSzPts val="3399"/>
              <a:buFont typeface="Arial"/>
              <a:buChar char="⚬"/>
            </a:pPr>
            <a:r>
              <a:rPr b="0" i="0" lang="en-US" sz="3399" u="none" cap="none" strike="noStrike">
                <a:solidFill>
                  <a:srgbClr val="000000"/>
                </a:solidFill>
                <a:latin typeface="DM Sans"/>
                <a:ea typeface="DM Sans"/>
                <a:cs typeface="DM Sans"/>
                <a:sym typeface="DM Sans"/>
              </a:rPr>
              <a:t>FDMA</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310" name="Shape 310"/>
        <p:cNvGrpSpPr/>
        <p:nvPr/>
      </p:nvGrpSpPr>
      <p:grpSpPr>
        <a:xfrm>
          <a:off x="0" y="0"/>
          <a:ext cx="0" cy="0"/>
          <a:chOff x="0" y="0"/>
          <a:chExt cx="0" cy="0"/>
        </a:xfrm>
      </p:grpSpPr>
      <p:sp>
        <p:nvSpPr>
          <p:cNvPr id="311" name="Google Shape;311;p12"/>
          <p:cNvSpPr/>
          <p:nvPr/>
        </p:nvSpPr>
        <p:spPr>
          <a:xfrm rot="5400000">
            <a:off x="4798364" y="-244780"/>
            <a:ext cx="7873556" cy="11132534"/>
          </a:xfrm>
          <a:custGeom>
            <a:rect b="b" l="l" r="r" t="t"/>
            <a:pathLst>
              <a:path extrusionOk="0" h="14843379" w="10498074">
                <a:moveTo>
                  <a:pt x="0" y="0"/>
                </a:moveTo>
                <a:lnTo>
                  <a:pt x="10498074" y="0"/>
                </a:lnTo>
                <a:lnTo>
                  <a:pt x="10498074" y="14843379"/>
                </a:lnTo>
                <a:lnTo>
                  <a:pt x="0" y="14843379"/>
                </a:lnTo>
                <a:lnTo>
                  <a:pt x="0" y="0"/>
                </a:lnTo>
                <a:close/>
              </a:path>
            </a:pathLst>
          </a:custGeom>
          <a:blipFill rotWithShape="1">
            <a:blip r:embed="rId3">
              <a:alphaModFix/>
            </a:blip>
            <a:stretch>
              <a:fillRect b="0" l="-51" r="-50" t="0"/>
            </a:stretch>
          </a:blipFill>
          <a:ln>
            <a:noFill/>
          </a:ln>
        </p:spPr>
      </p:sp>
      <p:sp>
        <p:nvSpPr>
          <p:cNvPr id="312" name="Google Shape;312;p12"/>
          <p:cNvSpPr/>
          <p:nvPr/>
        </p:nvSpPr>
        <p:spPr>
          <a:xfrm rot="10472255">
            <a:off x="15552842" y="-1626396"/>
            <a:ext cx="5396484" cy="4114800"/>
          </a:xfrm>
          <a:custGeom>
            <a:rect b="b" l="l" r="r" t="t"/>
            <a:pathLst>
              <a:path extrusionOk="0" h="5486400" w="7195312">
                <a:moveTo>
                  <a:pt x="0" y="0"/>
                </a:moveTo>
                <a:lnTo>
                  <a:pt x="7195312" y="0"/>
                </a:lnTo>
                <a:lnTo>
                  <a:pt x="7195312" y="5486400"/>
                </a:lnTo>
                <a:lnTo>
                  <a:pt x="0" y="5486400"/>
                </a:lnTo>
                <a:lnTo>
                  <a:pt x="0" y="0"/>
                </a:lnTo>
                <a:close/>
              </a:path>
            </a:pathLst>
          </a:custGeom>
          <a:blipFill rotWithShape="1">
            <a:blip r:embed="rId4">
              <a:alphaModFix/>
            </a:blip>
            <a:stretch>
              <a:fillRect b="0" l="-7" r="-6" t="0"/>
            </a:stretch>
          </a:blipFill>
          <a:ln>
            <a:noFill/>
          </a:ln>
        </p:spPr>
      </p:sp>
      <p:sp>
        <p:nvSpPr>
          <p:cNvPr id="313" name="Google Shape;313;p12"/>
          <p:cNvSpPr/>
          <p:nvPr/>
        </p:nvSpPr>
        <p:spPr>
          <a:xfrm rot="5947534">
            <a:off x="5442991" y="-3000949"/>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5">
              <a:alphaModFix/>
            </a:blip>
            <a:stretch>
              <a:fillRect b="0" l="-25" r="-24" t="0"/>
            </a:stretch>
          </a:blipFill>
          <a:ln>
            <a:noFill/>
          </a:ln>
        </p:spPr>
      </p:sp>
      <p:sp>
        <p:nvSpPr>
          <p:cNvPr id="314" name="Google Shape;314;p12"/>
          <p:cNvSpPr/>
          <p:nvPr/>
        </p:nvSpPr>
        <p:spPr>
          <a:xfrm rot="-4370532">
            <a:off x="-2215631" y="7617785"/>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5">
              <a:alphaModFix/>
            </a:blip>
            <a:stretch>
              <a:fillRect b="0" l="-25" r="-24" t="0"/>
            </a:stretch>
          </a:blipFill>
          <a:ln>
            <a:noFill/>
          </a:ln>
        </p:spPr>
      </p:sp>
      <p:sp>
        <p:nvSpPr>
          <p:cNvPr id="315" name="Google Shape;315;p12"/>
          <p:cNvSpPr/>
          <p:nvPr/>
        </p:nvSpPr>
        <p:spPr>
          <a:xfrm rot="5336227">
            <a:off x="14245640" y="1346350"/>
            <a:ext cx="1209770" cy="2452974"/>
          </a:xfrm>
          <a:custGeom>
            <a:rect b="b" l="l" r="r" t="t"/>
            <a:pathLst>
              <a:path extrusionOk="0" h="3270631" w="1613027">
                <a:moveTo>
                  <a:pt x="0" y="0"/>
                </a:moveTo>
                <a:lnTo>
                  <a:pt x="1613027" y="0"/>
                </a:lnTo>
                <a:lnTo>
                  <a:pt x="1613027" y="3270631"/>
                </a:lnTo>
                <a:lnTo>
                  <a:pt x="0" y="3270631"/>
                </a:lnTo>
                <a:lnTo>
                  <a:pt x="0" y="0"/>
                </a:lnTo>
                <a:close/>
              </a:path>
            </a:pathLst>
          </a:custGeom>
          <a:blipFill rotWithShape="1">
            <a:blip r:embed="rId6">
              <a:alphaModFix/>
            </a:blip>
            <a:stretch>
              <a:fillRect b="0" l="-56953" r="-56955" t="0"/>
            </a:stretch>
          </a:blipFill>
          <a:ln>
            <a:noFill/>
          </a:ln>
        </p:spPr>
      </p:sp>
      <p:sp>
        <p:nvSpPr>
          <p:cNvPr id="316" name="Google Shape;316;p12"/>
          <p:cNvSpPr txBox="1"/>
          <p:nvPr/>
        </p:nvSpPr>
        <p:spPr>
          <a:xfrm>
            <a:off x="3480083" y="2257059"/>
            <a:ext cx="10095000" cy="1172100"/>
          </a:xfrm>
          <a:prstGeom prst="rect">
            <a:avLst/>
          </a:prstGeom>
          <a:noFill/>
          <a:ln>
            <a:noFill/>
          </a:ln>
        </p:spPr>
        <p:txBody>
          <a:bodyPr anchorCtr="0" anchor="t" bIns="0" lIns="0" spcFirstLastPara="1" rIns="0" wrap="square" tIns="0">
            <a:spAutoFit/>
          </a:bodyPr>
          <a:lstStyle/>
          <a:p>
            <a:pPr indent="0" lvl="0" marL="0" marR="0" rtl="0" algn="ctr">
              <a:lnSpc>
                <a:spcPct val="127184"/>
              </a:lnSpc>
              <a:spcBef>
                <a:spcPts val="0"/>
              </a:spcBef>
              <a:spcAft>
                <a:spcPts val="0"/>
              </a:spcAft>
              <a:buNone/>
            </a:pPr>
            <a:r>
              <a:rPr b="1" i="0" lang="en-US" sz="6500" u="none" cap="none" strike="noStrike">
                <a:solidFill>
                  <a:srgbClr val="000000"/>
                </a:solidFill>
                <a:latin typeface="Arial"/>
                <a:ea typeface="Arial"/>
                <a:cs typeface="Arial"/>
                <a:sym typeface="Arial"/>
              </a:rPr>
              <a:t>Tipos de acceso al medio</a:t>
            </a:r>
            <a:endParaRPr/>
          </a:p>
        </p:txBody>
      </p:sp>
      <p:sp>
        <p:nvSpPr>
          <p:cNvPr id="317" name="Google Shape;317;p12"/>
          <p:cNvSpPr txBox="1"/>
          <p:nvPr/>
        </p:nvSpPr>
        <p:spPr>
          <a:xfrm>
            <a:off x="3601489" y="3873569"/>
            <a:ext cx="9852179" cy="3771900"/>
          </a:xfrm>
          <a:prstGeom prst="rect">
            <a:avLst/>
          </a:prstGeom>
          <a:noFill/>
          <a:ln>
            <a:noFill/>
          </a:ln>
        </p:spPr>
        <p:txBody>
          <a:bodyPr anchorCtr="0" anchor="t" bIns="0" lIns="0" spcFirstLastPara="1" rIns="0" wrap="square" tIns="0">
            <a:spAutoFit/>
          </a:bodyPr>
          <a:lstStyle/>
          <a:p>
            <a:pPr indent="-190459" lvl="2" marL="571379" marR="0" rtl="0" algn="just">
              <a:lnSpc>
                <a:spcPct val="143977"/>
              </a:lnSpc>
              <a:spcBef>
                <a:spcPts val="0"/>
              </a:spcBef>
              <a:spcAft>
                <a:spcPts val="0"/>
              </a:spcAft>
              <a:buClr>
                <a:srgbClr val="000000"/>
              </a:buClr>
              <a:buSzPts val="2499"/>
              <a:buFont typeface="Arial"/>
              <a:buChar char="⚬"/>
            </a:pPr>
            <a:r>
              <a:rPr b="0" i="0" lang="en-US" sz="2499" u="none" cap="none" strike="noStrike">
                <a:solidFill>
                  <a:srgbClr val="000000"/>
                </a:solidFill>
                <a:latin typeface="DM Sans"/>
                <a:ea typeface="DM Sans"/>
                <a:cs typeface="DM Sans"/>
                <a:sym typeface="DM Sans"/>
              </a:rPr>
              <a:t>En el acceso por división de tiempo, el medio de transmisión se divide en tiempos de transmisión asignados a diferentes dispositivos. Cada dispositivo tiene un período de tiempo asignado para transmitir y recibir datos, y solo puede transmitir durante ese período.</a:t>
            </a:r>
            <a:endParaRPr/>
          </a:p>
          <a:p>
            <a:pPr indent="-190459" lvl="2" marL="571379" marR="0" rtl="0" algn="just">
              <a:lnSpc>
                <a:spcPct val="143977"/>
              </a:lnSpc>
              <a:spcBef>
                <a:spcPts val="0"/>
              </a:spcBef>
              <a:spcAft>
                <a:spcPts val="0"/>
              </a:spcAft>
              <a:buClr>
                <a:srgbClr val="000000"/>
              </a:buClr>
              <a:buSzPts val="2499"/>
              <a:buFont typeface="Arial"/>
              <a:buChar char="⚬"/>
            </a:pPr>
            <a:r>
              <a:rPr b="0" i="0" lang="en-US" sz="2499" u="none" cap="none" strike="noStrike">
                <a:solidFill>
                  <a:srgbClr val="000000"/>
                </a:solidFill>
                <a:latin typeface="DM Sans"/>
                <a:ea typeface="DM Sans"/>
                <a:cs typeface="DM Sans"/>
                <a:sym typeface="DM Sans"/>
              </a:rPr>
              <a:t>En el acceso por división de frecuencia, el medio de transmisión se divide en bandas de frecuencia asignadas a diferentes dispositivos. Cada dispositivo tiene una banda de frecuencia asignada para transmitir y recibir datos, y solo puede transmitir en esa banda.</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CD46"/>
        </a:solidFill>
      </p:bgPr>
    </p:bg>
    <p:spTree>
      <p:nvGrpSpPr>
        <p:cNvPr id="325" name="Shape 325"/>
        <p:cNvGrpSpPr/>
        <p:nvPr/>
      </p:nvGrpSpPr>
      <p:grpSpPr>
        <a:xfrm>
          <a:off x="0" y="0"/>
          <a:ext cx="0" cy="0"/>
          <a:chOff x="0" y="0"/>
          <a:chExt cx="0" cy="0"/>
        </a:xfrm>
      </p:grpSpPr>
      <p:sp>
        <p:nvSpPr>
          <p:cNvPr id="326" name="Google Shape;326;p13"/>
          <p:cNvSpPr/>
          <p:nvPr/>
        </p:nvSpPr>
        <p:spPr>
          <a:xfrm rot="315885">
            <a:off x="7787554" y="3775387"/>
            <a:ext cx="7513416" cy="4931474"/>
          </a:xfrm>
          <a:custGeom>
            <a:rect b="b" l="l" r="r" t="t"/>
            <a:pathLst>
              <a:path extrusionOk="0" h="6575298" w="10017887">
                <a:moveTo>
                  <a:pt x="0" y="0"/>
                </a:moveTo>
                <a:lnTo>
                  <a:pt x="10017887" y="0"/>
                </a:lnTo>
                <a:lnTo>
                  <a:pt x="10017887" y="6575298"/>
                </a:lnTo>
                <a:lnTo>
                  <a:pt x="0" y="6575298"/>
                </a:lnTo>
                <a:lnTo>
                  <a:pt x="0" y="0"/>
                </a:lnTo>
                <a:close/>
              </a:path>
            </a:pathLst>
          </a:custGeom>
          <a:blipFill rotWithShape="1">
            <a:blip r:embed="rId3">
              <a:alphaModFix/>
            </a:blip>
            <a:stretch>
              <a:fillRect b="0" l="-2" r="-2" t="0"/>
            </a:stretch>
          </a:blipFill>
          <a:ln>
            <a:noFill/>
          </a:ln>
        </p:spPr>
      </p:sp>
      <p:sp>
        <p:nvSpPr>
          <p:cNvPr id="327" name="Google Shape;327;p13"/>
          <p:cNvSpPr/>
          <p:nvPr/>
        </p:nvSpPr>
        <p:spPr>
          <a:xfrm rot="-266862">
            <a:off x="2743409" y="2871760"/>
            <a:ext cx="5990463" cy="5839587"/>
          </a:xfrm>
          <a:custGeom>
            <a:rect b="b" l="l" r="r" t="t"/>
            <a:pathLst>
              <a:path extrusionOk="0" h="7786116" w="7987284">
                <a:moveTo>
                  <a:pt x="0" y="0"/>
                </a:moveTo>
                <a:lnTo>
                  <a:pt x="7987284" y="0"/>
                </a:lnTo>
                <a:lnTo>
                  <a:pt x="7987284" y="7786116"/>
                </a:lnTo>
                <a:lnTo>
                  <a:pt x="0" y="7786116"/>
                </a:lnTo>
                <a:lnTo>
                  <a:pt x="0" y="0"/>
                </a:lnTo>
                <a:close/>
              </a:path>
            </a:pathLst>
          </a:custGeom>
          <a:blipFill rotWithShape="1">
            <a:blip r:embed="rId4">
              <a:alphaModFix/>
            </a:blip>
            <a:stretch>
              <a:fillRect b="-22443" l="0" r="0" t="-22444"/>
            </a:stretch>
          </a:blipFill>
          <a:ln>
            <a:noFill/>
          </a:ln>
        </p:spPr>
      </p:sp>
      <p:sp>
        <p:nvSpPr>
          <p:cNvPr id="328" name="Google Shape;328;p13"/>
          <p:cNvSpPr/>
          <p:nvPr/>
        </p:nvSpPr>
        <p:spPr>
          <a:xfrm rot="-82494">
            <a:off x="2911657" y="1750113"/>
            <a:ext cx="11731275" cy="6714173"/>
          </a:xfrm>
          <a:custGeom>
            <a:rect b="b" l="l" r="r" t="t"/>
            <a:pathLst>
              <a:path extrusionOk="0" h="8952230" w="15641701">
                <a:moveTo>
                  <a:pt x="0" y="0"/>
                </a:moveTo>
                <a:lnTo>
                  <a:pt x="15641701" y="0"/>
                </a:lnTo>
                <a:lnTo>
                  <a:pt x="15641701" y="8952230"/>
                </a:lnTo>
                <a:lnTo>
                  <a:pt x="0" y="8952230"/>
                </a:lnTo>
                <a:lnTo>
                  <a:pt x="0" y="0"/>
                </a:lnTo>
                <a:close/>
              </a:path>
            </a:pathLst>
          </a:custGeom>
          <a:blipFill rotWithShape="1">
            <a:blip r:embed="rId5">
              <a:alphaModFix/>
            </a:blip>
            <a:stretch>
              <a:fillRect b="-16656" l="0" r="0" t="-16656"/>
            </a:stretch>
          </a:blipFill>
          <a:ln>
            <a:noFill/>
          </a:ln>
        </p:spPr>
      </p:sp>
      <p:sp>
        <p:nvSpPr>
          <p:cNvPr id="329" name="Google Shape;329;p13"/>
          <p:cNvSpPr txBox="1"/>
          <p:nvPr/>
        </p:nvSpPr>
        <p:spPr>
          <a:xfrm rot="-82494">
            <a:off x="4975317" y="4169936"/>
            <a:ext cx="8468664" cy="1920789"/>
          </a:xfrm>
          <a:prstGeom prst="rect">
            <a:avLst/>
          </a:prstGeom>
          <a:noFill/>
          <a:ln>
            <a:noFill/>
          </a:ln>
        </p:spPr>
        <p:txBody>
          <a:bodyPr anchorCtr="0" anchor="t" bIns="0" lIns="0" spcFirstLastPara="1" rIns="0" wrap="square" tIns="0">
            <a:spAutoFit/>
          </a:bodyPr>
          <a:lstStyle/>
          <a:p>
            <a:pPr indent="0" lvl="0" marL="0" marR="0" rtl="0" algn="ctr">
              <a:lnSpc>
                <a:spcPct val="124805"/>
              </a:lnSpc>
              <a:spcBef>
                <a:spcPts val="0"/>
              </a:spcBef>
              <a:spcAft>
                <a:spcPts val="0"/>
              </a:spcAft>
              <a:buNone/>
            </a:pPr>
            <a:r>
              <a:rPr b="1" i="0" lang="en-US" sz="10151" u="none" cap="none" strike="noStrike">
                <a:solidFill>
                  <a:srgbClr val="000000"/>
                </a:solidFill>
                <a:latin typeface="Arial"/>
                <a:ea typeface="Arial"/>
                <a:cs typeface="Arial"/>
                <a:sym typeface="Arial"/>
              </a:rPr>
              <a:t>Conmutación</a:t>
            </a:r>
            <a:endParaRPr/>
          </a:p>
        </p:txBody>
      </p:sp>
      <p:sp>
        <p:nvSpPr>
          <p:cNvPr id="330" name="Google Shape;330;p13"/>
          <p:cNvSpPr/>
          <p:nvPr/>
        </p:nvSpPr>
        <p:spPr>
          <a:xfrm>
            <a:off x="2526002" y="1208717"/>
            <a:ext cx="3038666" cy="2879121"/>
          </a:xfrm>
          <a:custGeom>
            <a:rect b="b" l="l" r="r" t="t"/>
            <a:pathLst>
              <a:path extrusionOk="0" h="3838829" w="4051554">
                <a:moveTo>
                  <a:pt x="0" y="0"/>
                </a:moveTo>
                <a:lnTo>
                  <a:pt x="4051554" y="0"/>
                </a:lnTo>
                <a:lnTo>
                  <a:pt x="4051554" y="3838829"/>
                </a:lnTo>
                <a:lnTo>
                  <a:pt x="0" y="3838829"/>
                </a:lnTo>
                <a:lnTo>
                  <a:pt x="0" y="0"/>
                </a:lnTo>
                <a:close/>
              </a:path>
            </a:pathLst>
          </a:custGeom>
          <a:blipFill rotWithShape="1">
            <a:blip r:embed="rId6">
              <a:alphaModFix/>
            </a:blip>
            <a:stretch>
              <a:fillRect b="-18" l="0" r="0" t="-18"/>
            </a:stretch>
          </a:blipFill>
          <a:ln>
            <a:noFill/>
          </a:ln>
        </p:spPr>
      </p:sp>
      <p:sp>
        <p:nvSpPr>
          <p:cNvPr id="331" name="Google Shape;331;p13"/>
          <p:cNvSpPr/>
          <p:nvPr/>
        </p:nvSpPr>
        <p:spPr>
          <a:xfrm>
            <a:off x="-1489043" y="5940621"/>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7">
              <a:alphaModFix/>
            </a:blip>
            <a:stretch>
              <a:fillRect b="0" l="-25" r="-24" t="0"/>
            </a:stretch>
          </a:blipFill>
          <a:ln>
            <a:noFill/>
          </a:ln>
        </p:spPr>
      </p:sp>
      <p:sp>
        <p:nvSpPr>
          <p:cNvPr id="332" name="Google Shape;332;p13"/>
          <p:cNvSpPr/>
          <p:nvPr/>
        </p:nvSpPr>
        <p:spPr>
          <a:xfrm>
            <a:off x="12399360" y="4481928"/>
            <a:ext cx="4572286" cy="4653724"/>
          </a:xfrm>
          <a:custGeom>
            <a:rect b="b" l="l" r="r" t="t"/>
            <a:pathLst>
              <a:path extrusionOk="0" h="6204966" w="6096381">
                <a:moveTo>
                  <a:pt x="0" y="0"/>
                </a:moveTo>
                <a:lnTo>
                  <a:pt x="6096381" y="0"/>
                </a:lnTo>
                <a:lnTo>
                  <a:pt x="6096381" y="6204966"/>
                </a:lnTo>
                <a:lnTo>
                  <a:pt x="0" y="6204966"/>
                </a:lnTo>
                <a:lnTo>
                  <a:pt x="0" y="0"/>
                </a:lnTo>
                <a:close/>
              </a:path>
            </a:pathLst>
          </a:custGeom>
          <a:blipFill rotWithShape="1">
            <a:blip r:embed="rId8">
              <a:alphaModFix/>
            </a:blip>
            <a:stretch>
              <a:fillRect b="-6" l="0" r="0" t="-7"/>
            </a:stretch>
          </a:blipFill>
          <a:ln>
            <a:noFill/>
          </a:ln>
        </p:spPr>
      </p:sp>
      <p:sp>
        <p:nvSpPr>
          <p:cNvPr id="333" name="Google Shape;333;p13"/>
          <p:cNvSpPr/>
          <p:nvPr/>
        </p:nvSpPr>
        <p:spPr>
          <a:xfrm rot="-10197389">
            <a:off x="15531892" y="-653519"/>
            <a:ext cx="5396484" cy="4114800"/>
          </a:xfrm>
          <a:custGeom>
            <a:rect b="b" l="l" r="r" t="t"/>
            <a:pathLst>
              <a:path extrusionOk="0" h="5486400" w="7195312">
                <a:moveTo>
                  <a:pt x="0" y="0"/>
                </a:moveTo>
                <a:lnTo>
                  <a:pt x="7195312" y="0"/>
                </a:lnTo>
                <a:lnTo>
                  <a:pt x="7195312" y="5486400"/>
                </a:lnTo>
                <a:lnTo>
                  <a:pt x="0" y="5486400"/>
                </a:lnTo>
                <a:lnTo>
                  <a:pt x="0" y="0"/>
                </a:lnTo>
                <a:close/>
              </a:path>
            </a:pathLst>
          </a:custGeom>
          <a:blipFill rotWithShape="1">
            <a:blip r:embed="rId9">
              <a:alphaModFix/>
            </a:blip>
            <a:stretch>
              <a:fillRect b="0" l="-7" r="-6" t="0"/>
            </a:stretch>
          </a:blipFill>
          <a:ln>
            <a:noFill/>
          </a:ln>
        </p:spPr>
      </p:sp>
      <p:sp>
        <p:nvSpPr>
          <p:cNvPr id="334" name="Google Shape;334;p13"/>
          <p:cNvSpPr/>
          <p:nvPr/>
        </p:nvSpPr>
        <p:spPr>
          <a:xfrm rot="-9994124">
            <a:off x="5425189" y="9403852"/>
            <a:ext cx="5875687" cy="3238976"/>
          </a:xfrm>
          <a:custGeom>
            <a:rect b="b" l="l" r="r" t="t"/>
            <a:pathLst>
              <a:path extrusionOk="0" h="4318635" w="7834249">
                <a:moveTo>
                  <a:pt x="0" y="0"/>
                </a:moveTo>
                <a:lnTo>
                  <a:pt x="7834249" y="0"/>
                </a:lnTo>
                <a:lnTo>
                  <a:pt x="7834249" y="4318635"/>
                </a:lnTo>
                <a:lnTo>
                  <a:pt x="0" y="4318635"/>
                </a:lnTo>
                <a:lnTo>
                  <a:pt x="0" y="0"/>
                </a:lnTo>
                <a:close/>
              </a:path>
            </a:pathLst>
          </a:custGeom>
          <a:blipFill rotWithShape="1">
            <a:blip r:embed="rId10">
              <a:alphaModFix/>
            </a:blip>
            <a:stretch>
              <a:fillRect b="-1" l="0" r="0" t="-1"/>
            </a:stretch>
          </a:blipFill>
          <a:ln>
            <a:noFill/>
          </a:ln>
        </p:spPr>
      </p:sp>
      <p:sp>
        <p:nvSpPr>
          <p:cNvPr id="335" name="Google Shape;335;p13"/>
          <p:cNvSpPr/>
          <p:nvPr/>
        </p:nvSpPr>
        <p:spPr>
          <a:xfrm rot="-7239578">
            <a:off x="-916156" y="-1028700"/>
            <a:ext cx="2227135" cy="4114800"/>
          </a:xfrm>
          <a:custGeom>
            <a:rect b="b" l="l" r="r" t="t"/>
            <a:pathLst>
              <a:path extrusionOk="0" h="5486400" w="2969514">
                <a:moveTo>
                  <a:pt x="0" y="0"/>
                </a:moveTo>
                <a:lnTo>
                  <a:pt x="2969514" y="0"/>
                </a:lnTo>
                <a:lnTo>
                  <a:pt x="2969514" y="5486400"/>
                </a:lnTo>
                <a:lnTo>
                  <a:pt x="0" y="5486400"/>
                </a:lnTo>
                <a:lnTo>
                  <a:pt x="0" y="0"/>
                </a:lnTo>
                <a:close/>
              </a:path>
            </a:pathLst>
          </a:custGeom>
          <a:blipFill rotWithShape="1">
            <a:blip r:embed="rId11">
              <a:alphaModFix/>
            </a:blip>
            <a:stretch>
              <a:fillRect b="-23" l="0" r="0" t="-22"/>
            </a:stretch>
          </a:blipFill>
          <a:ln>
            <a:noFill/>
          </a:ln>
        </p:spPr>
      </p:sp>
      <p:sp>
        <p:nvSpPr>
          <p:cNvPr id="336" name="Google Shape;336;p13"/>
          <p:cNvSpPr/>
          <p:nvPr/>
        </p:nvSpPr>
        <p:spPr>
          <a:xfrm rot="2598121">
            <a:off x="2491875" y="7209838"/>
            <a:ext cx="3007329" cy="1759267"/>
          </a:xfrm>
          <a:custGeom>
            <a:rect b="b" l="l" r="r" t="t"/>
            <a:pathLst>
              <a:path extrusionOk="0" h="2345690" w="4009771">
                <a:moveTo>
                  <a:pt x="0" y="0"/>
                </a:moveTo>
                <a:lnTo>
                  <a:pt x="4009771" y="0"/>
                </a:lnTo>
                <a:lnTo>
                  <a:pt x="4009771" y="2345690"/>
                </a:lnTo>
                <a:lnTo>
                  <a:pt x="0" y="2345690"/>
                </a:lnTo>
                <a:lnTo>
                  <a:pt x="0" y="0"/>
                </a:lnTo>
                <a:close/>
              </a:path>
            </a:pathLst>
          </a:custGeom>
          <a:blipFill rotWithShape="1">
            <a:blip r:embed="rId12">
              <a:alphaModFix/>
            </a:blip>
            <a:stretch>
              <a:fillRect b="-25" l="0" r="0" t="-25"/>
            </a:stretch>
          </a:blipFill>
          <a:ln>
            <a:noFill/>
          </a:ln>
        </p:spPr>
      </p:sp>
      <p:sp>
        <p:nvSpPr>
          <p:cNvPr id="337" name="Google Shape;337;p13"/>
          <p:cNvSpPr/>
          <p:nvPr/>
        </p:nvSpPr>
        <p:spPr>
          <a:xfrm rot="3945637">
            <a:off x="13786668" y="3168860"/>
            <a:ext cx="1146239" cy="2324005"/>
          </a:xfrm>
          <a:custGeom>
            <a:rect b="b" l="l" r="r" t="t"/>
            <a:pathLst>
              <a:path extrusionOk="0" h="3098673" w="1528318">
                <a:moveTo>
                  <a:pt x="0" y="0"/>
                </a:moveTo>
                <a:lnTo>
                  <a:pt x="1528318" y="0"/>
                </a:lnTo>
                <a:lnTo>
                  <a:pt x="1528318" y="3098673"/>
                </a:lnTo>
                <a:lnTo>
                  <a:pt x="0" y="3098673"/>
                </a:lnTo>
                <a:lnTo>
                  <a:pt x="0" y="0"/>
                </a:lnTo>
                <a:close/>
              </a:path>
            </a:pathLst>
          </a:custGeom>
          <a:blipFill rotWithShape="1">
            <a:blip r:embed="rId13">
              <a:alphaModFix/>
            </a:blip>
            <a:stretch>
              <a:fillRect b="0" l="-56950" r="-56948" t="0"/>
            </a:stretch>
          </a:blipFill>
          <a:ln>
            <a:noFill/>
          </a:ln>
        </p:spPr>
      </p:sp>
      <p:sp>
        <p:nvSpPr>
          <p:cNvPr id="338" name="Google Shape;338;p13"/>
          <p:cNvSpPr/>
          <p:nvPr/>
        </p:nvSpPr>
        <p:spPr>
          <a:xfrm rot="-5400000">
            <a:off x="16049759" y="7736109"/>
            <a:ext cx="5396484" cy="4114800"/>
          </a:xfrm>
          <a:custGeom>
            <a:rect b="b" l="l" r="r" t="t"/>
            <a:pathLst>
              <a:path extrusionOk="0" h="5486400" w="7195312">
                <a:moveTo>
                  <a:pt x="0" y="0"/>
                </a:moveTo>
                <a:lnTo>
                  <a:pt x="7195312" y="0"/>
                </a:lnTo>
                <a:lnTo>
                  <a:pt x="7195312" y="5486400"/>
                </a:lnTo>
                <a:lnTo>
                  <a:pt x="0" y="5486400"/>
                </a:lnTo>
                <a:lnTo>
                  <a:pt x="0" y="0"/>
                </a:lnTo>
                <a:close/>
              </a:path>
            </a:pathLst>
          </a:custGeom>
          <a:blipFill rotWithShape="1">
            <a:blip r:embed="rId9">
              <a:alphaModFix/>
            </a:blip>
            <a:stretch>
              <a:fillRect b="0" l="-7" r="-6" t="0"/>
            </a:stretch>
          </a:blipFill>
          <a:ln>
            <a:noFill/>
          </a:ln>
        </p:spPr>
      </p:sp>
      <p:sp>
        <p:nvSpPr>
          <p:cNvPr id="339" name="Google Shape;339;p13"/>
          <p:cNvSpPr/>
          <p:nvPr/>
        </p:nvSpPr>
        <p:spPr>
          <a:xfrm rot="10252938">
            <a:off x="8709959" y="-1552088"/>
            <a:ext cx="4257960" cy="2458974"/>
          </a:xfrm>
          <a:custGeom>
            <a:rect b="b" l="l" r="r" t="t"/>
            <a:pathLst>
              <a:path extrusionOk="0" h="3278632" w="5677281">
                <a:moveTo>
                  <a:pt x="0" y="0"/>
                </a:moveTo>
                <a:lnTo>
                  <a:pt x="5677281" y="0"/>
                </a:lnTo>
                <a:lnTo>
                  <a:pt x="5677281" y="3278632"/>
                </a:lnTo>
                <a:lnTo>
                  <a:pt x="0" y="3278632"/>
                </a:lnTo>
                <a:lnTo>
                  <a:pt x="0" y="0"/>
                </a:lnTo>
                <a:close/>
              </a:path>
            </a:pathLst>
          </a:custGeom>
          <a:blipFill rotWithShape="1">
            <a:blip r:embed="rId14">
              <a:alphaModFix/>
            </a:blip>
            <a:stretch>
              <a:fillRect b="0" l="-49" r="-48" t="0"/>
            </a:stretch>
          </a:blipFill>
          <a:ln>
            <a:noFill/>
          </a:ln>
        </p:spPr>
      </p:sp>
      <p:sp>
        <p:nvSpPr>
          <p:cNvPr id="340" name="Google Shape;340;p13"/>
          <p:cNvSpPr/>
          <p:nvPr/>
        </p:nvSpPr>
        <p:spPr>
          <a:xfrm rot="5947534">
            <a:off x="3555012" y="-2929516"/>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7">
              <a:alphaModFix/>
            </a:blip>
            <a:stretch>
              <a:fillRect b="0" l="-25" r="-24" t="0"/>
            </a:stretch>
          </a:blipFill>
          <a:ln>
            <a:noFill/>
          </a:ln>
        </p:spPr>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CD46"/>
        </a:solidFill>
      </p:bgPr>
    </p:bg>
    <p:spTree>
      <p:nvGrpSpPr>
        <p:cNvPr id="348" name="Shape 348"/>
        <p:cNvGrpSpPr/>
        <p:nvPr/>
      </p:nvGrpSpPr>
      <p:grpSpPr>
        <a:xfrm>
          <a:off x="0" y="0"/>
          <a:ext cx="0" cy="0"/>
          <a:chOff x="0" y="0"/>
          <a:chExt cx="0" cy="0"/>
        </a:xfrm>
      </p:grpSpPr>
      <p:sp>
        <p:nvSpPr>
          <p:cNvPr id="349" name="Google Shape;349;p14"/>
          <p:cNvSpPr/>
          <p:nvPr/>
        </p:nvSpPr>
        <p:spPr>
          <a:xfrm rot="5334016">
            <a:off x="2984684" y="-330570"/>
            <a:ext cx="7947565" cy="11237119"/>
          </a:xfrm>
          <a:custGeom>
            <a:rect b="b" l="l" r="r" t="t"/>
            <a:pathLst>
              <a:path extrusionOk="0" h="14982825" w="10596753">
                <a:moveTo>
                  <a:pt x="0" y="0"/>
                </a:moveTo>
                <a:lnTo>
                  <a:pt x="10596753" y="0"/>
                </a:lnTo>
                <a:lnTo>
                  <a:pt x="10596753" y="14982825"/>
                </a:lnTo>
                <a:lnTo>
                  <a:pt x="0" y="14982825"/>
                </a:lnTo>
                <a:lnTo>
                  <a:pt x="0" y="0"/>
                </a:lnTo>
                <a:close/>
              </a:path>
            </a:pathLst>
          </a:custGeom>
          <a:blipFill rotWithShape="1">
            <a:blip r:embed="rId3">
              <a:alphaModFix/>
            </a:blip>
            <a:stretch>
              <a:fillRect b="0" l="-51" r="-50" t="0"/>
            </a:stretch>
          </a:blipFill>
          <a:ln>
            <a:noFill/>
          </a:ln>
        </p:spPr>
      </p:sp>
      <p:sp>
        <p:nvSpPr>
          <p:cNvPr id="350" name="Google Shape;350;p14"/>
          <p:cNvSpPr/>
          <p:nvPr/>
        </p:nvSpPr>
        <p:spPr>
          <a:xfrm rot="289427">
            <a:off x="10909789" y="2661596"/>
            <a:ext cx="5692997" cy="5692997"/>
          </a:xfrm>
          <a:custGeom>
            <a:rect b="b" l="l" r="r" t="t"/>
            <a:pathLst>
              <a:path extrusionOk="0" h="7590663" w="7590663">
                <a:moveTo>
                  <a:pt x="0" y="0"/>
                </a:moveTo>
                <a:lnTo>
                  <a:pt x="7590663" y="0"/>
                </a:lnTo>
                <a:lnTo>
                  <a:pt x="7590663" y="7590663"/>
                </a:lnTo>
                <a:lnTo>
                  <a:pt x="0" y="7590663"/>
                </a:lnTo>
                <a:lnTo>
                  <a:pt x="0" y="0"/>
                </a:lnTo>
                <a:close/>
              </a:path>
            </a:pathLst>
          </a:custGeom>
          <a:blipFill rotWithShape="1">
            <a:blip r:embed="rId4">
              <a:alphaModFix/>
            </a:blip>
            <a:stretch>
              <a:fillRect b="0" l="0" r="0" t="0"/>
            </a:stretch>
          </a:blipFill>
          <a:ln>
            <a:noFill/>
          </a:ln>
        </p:spPr>
      </p:sp>
      <p:sp>
        <p:nvSpPr>
          <p:cNvPr id="351" name="Google Shape;351;p14"/>
          <p:cNvSpPr/>
          <p:nvPr/>
        </p:nvSpPr>
        <p:spPr>
          <a:xfrm rot="-10703534">
            <a:off x="14045185" y="8969379"/>
            <a:ext cx="5875687" cy="3238976"/>
          </a:xfrm>
          <a:custGeom>
            <a:rect b="b" l="l" r="r" t="t"/>
            <a:pathLst>
              <a:path extrusionOk="0" h="4318635" w="7834249">
                <a:moveTo>
                  <a:pt x="0" y="0"/>
                </a:moveTo>
                <a:lnTo>
                  <a:pt x="7834249" y="0"/>
                </a:lnTo>
                <a:lnTo>
                  <a:pt x="7834249" y="4318635"/>
                </a:lnTo>
                <a:lnTo>
                  <a:pt x="0" y="4318635"/>
                </a:lnTo>
                <a:lnTo>
                  <a:pt x="0" y="0"/>
                </a:lnTo>
                <a:close/>
              </a:path>
            </a:pathLst>
          </a:custGeom>
          <a:blipFill rotWithShape="1">
            <a:blip r:embed="rId5">
              <a:alphaModFix/>
            </a:blip>
            <a:stretch>
              <a:fillRect b="-1" l="0" r="0" t="-1"/>
            </a:stretch>
          </a:blipFill>
          <a:ln>
            <a:noFill/>
          </a:ln>
        </p:spPr>
      </p:sp>
      <p:sp>
        <p:nvSpPr>
          <p:cNvPr id="352" name="Google Shape;352;p14"/>
          <p:cNvSpPr/>
          <p:nvPr/>
        </p:nvSpPr>
        <p:spPr>
          <a:xfrm rot="-8190164">
            <a:off x="-673910" y="-2226504"/>
            <a:ext cx="2227135" cy="4114800"/>
          </a:xfrm>
          <a:custGeom>
            <a:rect b="b" l="l" r="r" t="t"/>
            <a:pathLst>
              <a:path extrusionOk="0" h="5486400" w="2969514">
                <a:moveTo>
                  <a:pt x="0" y="0"/>
                </a:moveTo>
                <a:lnTo>
                  <a:pt x="2969514" y="0"/>
                </a:lnTo>
                <a:lnTo>
                  <a:pt x="2969514" y="5486400"/>
                </a:lnTo>
                <a:lnTo>
                  <a:pt x="0" y="5486400"/>
                </a:lnTo>
                <a:lnTo>
                  <a:pt x="0" y="0"/>
                </a:lnTo>
                <a:close/>
              </a:path>
            </a:pathLst>
          </a:custGeom>
          <a:blipFill rotWithShape="1">
            <a:blip r:embed="rId6">
              <a:alphaModFix/>
            </a:blip>
            <a:stretch>
              <a:fillRect b="-23" l="0" r="0" t="-22"/>
            </a:stretch>
          </a:blipFill>
          <a:ln>
            <a:noFill/>
          </a:ln>
        </p:spPr>
      </p:sp>
      <p:sp>
        <p:nvSpPr>
          <p:cNvPr id="353" name="Google Shape;353;p14"/>
          <p:cNvSpPr/>
          <p:nvPr/>
        </p:nvSpPr>
        <p:spPr>
          <a:xfrm rot="8941024">
            <a:off x="14751146" y="-2393360"/>
            <a:ext cx="4861275" cy="3706654"/>
          </a:xfrm>
          <a:custGeom>
            <a:rect b="b" l="l" r="r" t="t"/>
            <a:pathLst>
              <a:path extrusionOk="0" h="4942205" w="6481699">
                <a:moveTo>
                  <a:pt x="0" y="0"/>
                </a:moveTo>
                <a:lnTo>
                  <a:pt x="6481699" y="0"/>
                </a:lnTo>
                <a:lnTo>
                  <a:pt x="6481699" y="4942205"/>
                </a:lnTo>
                <a:lnTo>
                  <a:pt x="0" y="4942205"/>
                </a:lnTo>
                <a:lnTo>
                  <a:pt x="0" y="0"/>
                </a:lnTo>
                <a:close/>
              </a:path>
            </a:pathLst>
          </a:custGeom>
          <a:blipFill rotWithShape="1">
            <a:blip r:embed="rId7">
              <a:alphaModFix/>
            </a:blip>
            <a:stretch>
              <a:fillRect b="0" l="-7" r="-6" t="0"/>
            </a:stretch>
          </a:blipFill>
          <a:ln>
            <a:noFill/>
          </a:ln>
        </p:spPr>
      </p:sp>
      <p:sp>
        <p:nvSpPr>
          <p:cNvPr id="354" name="Google Shape;354;p14"/>
          <p:cNvSpPr/>
          <p:nvPr/>
        </p:nvSpPr>
        <p:spPr>
          <a:xfrm rot="-9191049">
            <a:off x="9145278" y="3222122"/>
            <a:ext cx="1770888" cy="942975"/>
          </a:xfrm>
          <a:custGeom>
            <a:rect b="b" l="l" r="r" t="t"/>
            <a:pathLst>
              <a:path extrusionOk="0" h="1257300" w="2361184">
                <a:moveTo>
                  <a:pt x="0" y="0"/>
                </a:moveTo>
                <a:lnTo>
                  <a:pt x="2361184" y="0"/>
                </a:lnTo>
                <a:lnTo>
                  <a:pt x="2361184" y="1257300"/>
                </a:lnTo>
                <a:lnTo>
                  <a:pt x="0" y="1257300"/>
                </a:lnTo>
                <a:lnTo>
                  <a:pt x="0" y="0"/>
                </a:lnTo>
                <a:close/>
              </a:path>
            </a:pathLst>
          </a:custGeom>
          <a:blipFill rotWithShape="1">
            <a:blip r:embed="rId8">
              <a:alphaModFix/>
            </a:blip>
            <a:stretch>
              <a:fillRect b="0" l="-67" r="-66" t="0"/>
            </a:stretch>
          </a:blipFill>
          <a:ln>
            <a:noFill/>
          </a:ln>
        </p:spPr>
      </p:sp>
      <p:sp>
        <p:nvSpPr>
          <p:cNvPr id="355" name="Google Shape;355;p14"/>
          <p:cNvSpPr/>
          <p:nvPr/>
        </p:nvSpPr>
        <p:spPr>
          <a:xfrm rot="-65983">
            <a:off x="1039090" y="2928376"/>
            <a:ext cx="5741384" cy="1137856"/>
          </a:xfrm>
          <a:custGeom>
            <a:rect b="b" l="l" r="r" t="t"/>
            <a:pathLst>
              <a:path extrusionOk="0" h="1517142" w="7655179">
                <a:moveTo>
                  <a:pt x="0" y="0"/>
                </a:moveTo>
                <a:lnTo>
                  <a:pt x="7655179" y="0"/>
                </a:lnTo>
                <a:lnTo>
                  <a:pt x="7655179" y="1517142"/>
                </a:lnTo>
                <a:lnTo>
                  <a:pt x="0" y="1517142"/>
                </a:lnTo>
                <a:lnTo>
                  <a:pt x="0" y="0"/>
                </a:lnTo>
                <a:close/>
              </a:path>
            </a:pathLst>
          </a:custGeom>
          <a:blipFill rotWithShape="1">
            <a:blip r:embed="rId9">
              <a:alphaModFix/>
            </a:blip>
            <a:stretch>
              <a:fillRect b="-150" l="0" r="0" t="-153"/>
            </a:stretch>
          </a:blipFill>
          <a:ln>
            <a:noFill/>
          </a:ln>
        </p:spPr>
      </p:sp>
      <p:sp>
        <p:nvSpPr>
          <p:cNvPr id="356" name="Google Shape;356;p14"/>
          <p:cNvSpPr/>
          <p:nvPr/>
        </p:nvSpPr>
        <p:spPr>
          <a:xfrm rot="3945637">
            <a:off x="15511874" y="1684549"/>
            <a:ext cx="1209770" cy="2452974"/>
          </a:xfrm>
          <a:custGeom>
            <a:rect b="b" l="l" r="r" t="t"/>
            <a:pathLst>
              <a:path extrusionOk="0" h="3270631" w="1613027">
                <a:moveTo>
                  <a:pt x="0" y="0"/>
                </a:moveTo>
                <a:lnTo>
                  <a:pt x="1613027" y="0"/>
                </a:lnTo>
                <a:lnTo>
                  <a:pt x="1613027" y="3270631"/>
                </a:lnTo>
                <a:lnTo>
                  <a:pt x="0" y="3270631"/>
                </a:lnTo>
                <a:lnTo>
                  <a:pt x="0" y="0"/>
                </a:lnTo>
                <a:close/>
              </a:path>
            </a:pathLst>
          </a:custGeom>
          <a:blipFill rotWithShape="1">
            <a:blip r:embed="rId10">
              <a:alphaModFix/>
            </a:blip>
            <a:stretch>
              <a:fillRect b="0" l="-56953" r="-56955" t="0"/>
            </a:stretch>
          </a:blipFill>
          <a:ln>
            <a:noFill/>
          </a:ln>
        </p:spPr>
      </p:sp>
      <p:sp>
        <p:nvSpPr>
          <p:cNvPr id="357" name="Google Shape;357;p14"/>
          <p:cNvSpPr txBox="1"/>
          <p:nvPr/>
        </p:nvSpPr>
        <p:spPr>
          <a:xfrm rot="-65983">
            <a:off x="2341884" y="1803525"/>
            <a:ext cx="8329523" cy="1027684"/>
          </a:xfrm>
          <a:prstGeom prst="rect">
            <a:avLst/>
          </a:prstGeom>
          <a:noFill/>
          <a:ln>
            <a:noFill/>
          </a:ln>
        </p:spPr>
        <p:txBody>
          <a:bodyPr anchorCtr="0" anchor="t" bIns="0" lIns="0" spcFirstLastPara="1" rIns="0" wrap="square" tIns="0">
            <a:spAutoFit/>
          </a:bodyPr>
          <a:lstStyle/>
          <a:p>
            <a:pPr indent="0" lvl="0" marL="0" marR="0" rtl="0" algn="ctr">
              <a:lnSpc>
                <a:spcPct val="127212"/>
              </a:lnSpc>
              <a:spcBef>
                <a:spcPts val="0"/>
              </a:spcBef>
              <a:spcAft>
                <a:spcPts val="0"/>
              </a:spcAft>
              <a:buNone/>
            </a:pPr>
            <a:r>
              <a:rPr b="1" i="0" lang="en-US" sz="5299" u="none" cap="none" strike="noStrike">
                <a:solidFill>
                  <a:srgbClr val="000000"/>
                </a:solidFill>
                <a:latin typeface="Arial"/>
                <a:ea typeface="Arial"/>
                <a:cs typeface="Arial"/>
                <a:sym typeface="Arial"/>
              </a:rPr>
              <a:t>Conmutación</a:t>
            </a:r>
            <a:endParaRPr/>
          </a:p>
        </p:txBody>
      </p:sp>
      <p:sp>
        <p:nvSpPr>
          <p:cNvPr id="358" name="Google Shape;358;p14"/>
          <p:cNvSpPr txBox="1"/>
          <p:nvPr/>
        </p:nvSpPr>
        <p:spPr>
          <a:xfrm rot="-65983">
            <a:off x="2344476" y="2749919"/>
            <a:ext cx="3256019" cy="1104900"/>
          </a:xfrm>
          <a:prstGeom prst="rect">
            <a:avLst/>
          </a:prstGeom>
          <a:noFill/>
          <a:ln>
            <a:noFill/>
          </a:ln>
        </p:spPr>
        <p:txBody>
          <a:bodyPr anchorCtr="0" anchor="t" bIns="0" lIns="0" spcFirstLastPara="1" rIns="0" wrap="square" tIns="0">
            <a:spAutoFit/>
          </a:bodyPr>
          <a:lstStyle/>
          <a:p>
            <a:pPr indent="0" lvl="0" marL="0" marR="0" rtl="0" algn="l">
              <a:lnSpc>
                <a:spcPct val="156000"/>
              </a:lnSpc>
              <a:spcBef>
                <a:spcPts val="0"/>
              </a:spcBef>
              <a:spcAft>
                <a:spcPts val="0"/>
              </a:spcAft>
              <a:buNone/>
            </a:pPr>
            <a:r>
              <a:rPr b="1" i="0" lang="en-US" sz="4500" u="none" cap="none" strike="noStrike">
                <a:solidFill>
                  <a:srgbClr val="000000"/>
                </a:solidFill>
                <a:latin typeface="Arial"/>
                <a:ea typeface="Arial"/>
                <a:cs typeface="Arial"/>
                <a:sym typeface="Arial"/>
              </a:rPr>
              <a:t>Definición:</a:t>
            </a:r>
            <a:endParaRPr/>
          </a:p>
        </p:txBody>
      </p:sp>
      <p:sp>
        <p:nvSpPr>
          <p:cNvPr id="359" name="Google Shape;359;p14"/>
          <p:cNvSpPr txBox="1"/>
          <p:nvPr/>
        </p:nvSpPr>
        <p:spPr>
          <a:xfrm rot="-65983">
            <a:off x="1835107" y="4982542"/>
            <a:ext cx="8513963" cy="3409315"/>
          </a:xfrm>
          <a:prstGeom prst="rect">
            <a:avLst/>
          </a:prstGeom>
          <a:noFill/>
          <a:ln>
            <a:noFill/>
          </a:ln>
        </p:spPr>
        <p:txBody>
          <a:bodyPr anchorCtr="0" anchor="t" bIns="0" lIns="0" spcFirstLastPara="1" rIns="0" wrap="square" tIns="0">
            <a:spAutoFit/>
          </a:bodyPr>
          <a:lstStyle/>
          <a:p>
            <a:pPr indent="0" lvl="0" marL="0" marR="0" rtl="0" algn="just">
              <a:lnSpc>
                <a:spcPct val="156000"/>
              </a:lnSpc>
              <a:spcBef>
                <a:spcPts val="0"/>
              </a:spcBef>
              <a:spcAft>
                <a:spcPts val="0"/>
              </a:spcAft>
              <a:buNone/>
            </a:pPr>
            <a:r>
              <a:rPr b="0" i="0" lang="en-US" sz="2300" u="none" cap="none" strike="noStrike">
                <a:solidFill>
                  <a:srgbClr val="000000"/>
                </a:solidFill>
                <a:latin typeface="DM Sans"/>
                <a:ea typeface="DM Sans"/>
                <a:cs typeface="DM Sans"/>
                <a:sym typeface="DM Sans"/>
              </a:rPr>
              <a:t>Es un proceso en el que los paquetes de datos son enrutados a través de una red hacia su destino final. En una red conmutada, los paquetes son enviados a un dispositivo llamado conmutador o switch, que determina la mejor ruta para su envío a través de la red.</a:t>
            </a:r>
            <a:endParaRPr/>
          </a:p>
          <a:p>
            <a:pPr indent="0" lvl="0" marL="0" marR="0" rtl="0" algn="just">
              <a:lnSpc>
                <a:spcPct val="94913"/>
              </a:lnSpc>
              <a:spcBef>
                <a:spcPts val="0"/>
              </a:spcBef>
              <a:spcAft>
                <a:spcPts val="0"/>
              </a:spcAft>
              <a:buNone/>
            </a:pPr>
            <a:r>
              <a:t/>
            </a:r>
            <a:endParaRPr b="0" i="0" sz="2300" u="none" cap="none" strike="noStrike">
              <a:solidFill>
                <a:srgbClr val="000000"/>
              </a:solidFill>
              <a:latin typeface="DM Sans"/>
              <a:ea typeface="DM Sans"/>
              <a:cs typeface="DM Sans"/>
              <a:sym typeface="DM Sans"/>
            </a:endParaRPr>
          </a:p>
          <a:p>
            <a:pPr indent="0" lvl="0" marL="0" marR="0" rtl="0" algn="just">
              <a:lnSpc>
                <a:spcPct val="156000"/>
              </a:lnSpc>
              <a:spcBef>
                <a:spcPts val="0"/>
              </a:spcBef>
              <a:spcAft>
                <a:spcPts val="0"/>
              </a:spcAft>
              <a:buNone/>
            </a:pPr>
            <a:r>
              <a:rPr b="0" i="0" lang="en-US" sz="2300" u="none" cap="none" strike="noStrike">
                <a:solidFill>
                  <a:srgbClr val="000000"/>
                </a:solidFill>
                <a:latin typeface="DM Sans"/>
                <a:ea typeface="DM Sans"/>
                <a:cs typeface="DM Sans"/>
                <a:sym typeface="DM Sans"/>
              </a:rPr>
              <a:t>Existen dos tipos principales de conmutación: conmutación de circuito y conmutación de paquetes.</a:t>
            </a:r>
            <a:endParaRPr/>
          </a:p>
          <a:p>
            <a:pPr indent="0" lvl="0" marL="0" marR="0" rtl="0" algn="just">
              <a:lnSpc>
                <a:spcPct val="94913"/>
              </a:lnSpc>
              <a:spcBef>
                <a:spcPts val="0"/>
              </a:spcBef>
              <a:spcAft>
                <a:spcPts val="0"/>
              </a:spcAft>
              <a:buNone/>
            </a:pPr>
            <a:r>
              <a:t/>
            </a:r>
            <a:endParaRPr b="0" i="0" sz="2300" u="none" cap="none" strike="noStrike">
              <a:solidFill>
                <a:srgbClr val="000000"/>
              </a:solidFill>
              <a:latin typeface="DM Sans"/>
              <a:ea typeface="DM Sans"/>
              <a:cs typeface="DM Sans"/>
              <a:sym typeface="DM Sans"/>
            </a:endParaRPr>
          </a:p>
        </p:txBody>
      </p:sp>
      <p:sp>
        <p:nvSpPr>
          <p:cNvPr id="360" name="Google Shape;360;p14"/>
          <p:cNvSpPr txBox="1"/>
          <p:nvPr/>
        </p:nvSpPr>
        <p:spPr>
          <a:xfrm rot="315681">
            <a:off x="11028797" y="3530214"/>
            <a:ext cx="5394830" cy="1823392"/>
          </a:xfrm>
          <a:prstGeom prst="rect">
            <a:avLst/>
          </a:prstGeom>
          <a:noFill/>
          <a:ln>
            <a:noFill/>
          </a:ln>
        </p:spPr>
        <p:txBody>
          <a:bodyPr anchorCtr="0" anchor="t" bIns="0" lIns="0" spcFirstLastPara="1" rIns="0" wrap="square" tIns="0">
            <a:spAutoFit/>
          </a:bodyPr>
          <a:lstStyle/>
          <a:p>
            <a:pPr indent="0" lvl="0" marL="0" marR="0" rtl="0" algn="l">
              <a:lnSpc>
                <a:spcPct val="127212"/>
              </a:lnSpc>
              <a:spcBef>
                <a:spcPts val="0"/>
              </a:spcBef>
              <a:spcAft>
                <a:spcPts val="0"/>
              </a:spcAft>
              <a:buNone/>
            </a:pPr>
            <a:r>
              <a:rPr b="1" i="0" lang="en-US" sz="5299" u="none" cap="none" strike="noStrike">
                <a:solidFill>
                  <a:srgbClr val="000000"/>
                </a:solidFill>
                <a:latin typeface="Arial"/>
                <a:ea typeface="Arial"/>
                <a:cs typeface="Arial"/>
                <a:sym typeface="Arial"/>
              </a:rPr>
              <a:t>Tipos Principales</a:t>
            </a:r>
            <a:endParaRPr/>
          </a:p>
        </p:txBody>
      </p:sp>
      <p:sp>
        <p:nvSpPr>
          <p:cNvPr id="361" name="Google Shape;361;p14"/>
          <p:cNvSpPr txBox="1"/>
          <p:nvPr/>
        </p:nvSpPr>
        <p:spPr>
          <a:xfrm rot="296512">
            <a:off x="11594616" y="5315623"/>
            <a:ext cx="3889142" cy="1223645"/>
          </a:xfrm>
          <a:prstGeom prst="rect">
            <a:avLst/>
          </a:prstGeom>
          <a:noFill/>
          <a:ln>
            <a:noFill/>
          </a:ln>
        </p:spPr>
        <p:txBody>
          <a:bodyPr anchorCtr="0" anchor="t" bIns="0" lIns="0" spcFirstLastPara="1" rIns="0" wrap="square" tIns="0">
            <a:spAutoFit/>
          </a:bodyPr>
          <a:lstStyle/>
          <a:p>
            <a:pPr indent="-259039" lvl="2" marL="777117" marR="0" rtl="0" algn="l">
              <a:lnSpc>
                <a:spcPct val="155987"/>
              </a:lnSpc>
              <a:spcBef>
                <a:spcPts val="0"/>
              </a:spcBef>
              <a:spcAft>
                <a:spcPts val="0"/>
              </a:spcAft>
              <a:buClr>
                <a:srgbClr val="000000"/>
              </a:buClr>
              <a:buSzPts val="3399"/>
              <a:buFont typeface="Arial"/>
              <a:buChar char="⚬"/>
            </a:pPr>
            <a:r>
              <a:rPr b="0" i="0" lang="en-US" sz="3399" u="none" cap="none" strike="noStrike">
                <a:solidFill>
                  <a:srgbClr val="000000"/>
                </a:solidFill>
                <a:latin typeface="DM Sans"/>
                <a:ea typeface="DM Sans"/>
                <a:cs typeface="DM Sans"/>
                <a:sym typeface="DM Sans"/>
              </a:rPr>
              <a:t>De circuito</a:t>
            </a:r>
            <a:endParaRPr/>
          </a:p>
          <a:p>
            <a:pPr indent="-259039" lvl="2" marL="777117" marR="0" rtl="0" algn="l">
              <a:lnSpc>
                <a:spcPct val="155987"/>
              </a:lnSpc>
              <a:spcBef>
                <a:spcPts val="0"/>
              </a:spcBef>
              <a:spcAft>
                <a:spcPts val="0"/>
              </a:spcAft>
              <a:buClr>
                <a:srgbClr val="000000"/>
              </a:buClr>
              <a:buSzPts val="3399"/>
              <a:buFont typeface="Arial"/>
              <a:buChar char="⚬"/>
            </a:pPr>
            <a:r>
              <a:rPr b="0" i="0" lang="en-US" sz="3399" u="none" cap="none" strike="noStrike">
                <a:solidFill>
                  <a:srgbClr val="000000"/>
                </a:solidFill>
                <a:latin typeface="DM Sans"/>
                <a:ea typeface="DM Sans"/>
                <a:cs typeface="DM Sans"/>
                <a:sym typeface="DM Sans"/>
              </a:rPr>
              <a:t>De paquetes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369" name="Shape 369"/>
        <p:cNvGrpSpPr/>
        <p:nvPr/>
      </p:nvGrpSpPr>
      <p:grpSpPr>
        <a:xfrm>
          <a:off x="0" y="0"/>
          <a:ext cx="0" cy="0"/>
          <a:chOff x="0" y="0"/>
          <a:chExt cx="0" cy="0"/>
        </a:xfrm>
      </p:grpSpPr>
      <p:sp>
        <p:nvSpPr>
          <p:cNvPr id="370" name="Google Shape;370;p15"/>
          <p:cNvSpPr/>
          <p:nvPr/>
        </p:nvSpPr>
        <p:spPr>
          <a:xfrm rot="5400000">
            <a:off x="4218020" y="-1282642"/>
            <a:ext cx="9239155" cy="13063347"/>
          </a:xfrm>
          <a:custGeom>
            <a:rect b="b" l="l" r="r" t="t"/>
            <a:pathLst>
              <a:path extrusionOk="0" h="17417796" w="12318873">
                <a:moveTo>
                  <a:pt x="0" y="0"/>
                </a:moveTo>
                <a:lnTo>
                  <a:pt x="12318873" y="0"/>
                </a:lnTo>
                <a:lnTo>
                  <a:pt x="12318873" y="17417796"/>
                </a:lnTo>
                <a:lnTo>
                  <a:pt x="0" y="17417796"/>
                </a:lnTo>
                <a:lnTo>
                  <a:pt x="0" y="0"/>
                </a:lnTo>
                <a:close/>
              </a:path>
            </a:pathLst>
          </a:custGeom>
          <a:blipFill rotWithShape="1">
            <a:blip r:embed="rId3">
              <a:alphaModFix/>
            </a:blip>
            <a:stretch>
              <a:fillRect b="0" l="-51" r="-50" t="0"/>
            </a:stretch>
          </a:blipFill>
          <a:ln>
            <a:noFill/>
          </a:ln>
        </p:spPr>
      </p:sp>
      <p:sp>
        <p:nvSpPr>
          <p:cNvPr id="371" name="Google Shape;371;p15"/>
          <p:cNvSpPr/>
          <p:nvPr/>
        </p:nvSpPr>
        <p:spPr>
          <a:xfrm rot="10472255">
            <a:off x="15552842" y="-1626396"/>
            <a:ext cx="5396484" cy="4114800"/>
          </a:xfrm>
          <a:custGeom>
            <a:rect b="b" l="l" r="r" t="t"/>
            <a:pathLst>
              <a:path extrusionOk="0" h="5486400" w="7195312">
                <a:moveTo>
                  <a:pt x="0" y="0"/>
                </a:moveTo>
                <a:lnTo>
                  <a:pt x="7195312" y="0"/>
                </a:lnTo>
                <a:lnTo>
                  <a:pt x="7195312" y="5486400"/>
                </a:lnTo>
                <a:lnTo>
                  <a:pt x="0" y="5486400"/>
                </a:lnTo>
                <a:lnTo>
                  <a:pt x="0" y="0"/>
                </a:lnTo>
                <a:close/>
              </a:path>
            </a:pathLst>
          </a:custGeom>
          <a:blipFill rotWithShape="1">
            <a:blip r:embed="rId4">
              <a:alphaModFix/>
            </a:blip>
            <a:stretch>
              <a:fillRect b="0" l="-7" r="-6" t="0"/>
            </a:stretch>
          </a:blipFill>
          <a:ln>
            <a:noFill/>
          </a:ln>
        </p:spPr>
      </p:sp>
      <p:sp>
        <p:nvSpPr>
          <p:cNvPr id="372" name="Google Shape;372;p15"/>
          <p:cNvSpPr/>
          <p:nvPr/>
        </p:nvSpPr>
        <p:spPr>
          <a:xfrm rot="5947534">
            <a:off x="5442991" y="-3000949"/>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5">
              <a:alphaModFix/>
            </a:blip>
            <a:stretch>
              <a:fillRect b="0" l="-25" r="-24" t="0"/>
            </a:stretch>
          </a:blipFill>
          <a:ln>
            <a:noFill/>
          </a:ln>
        </p:spPr>
      </p:sp>
      <p:sp>
        <p:nvSpPr>
          <p:cNvPr id="373" name="Google Shape;373;p15"/>
          <p:cNvSpPr/>
          <p:nvPr/>
        </p:nvSpPr>
        <p:spPr>
          <a:xfrm rot="-4370532">
            <a:off x="-2215631" y="7617785"/>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5">
              <a:alphaModFix/>
            </a:blip>
            <a:stretch>
              <a:fillRect b="0" l="-25" r="-24" t="0"/>
            </a:stretch>
          </a:blipFill>
          <a:ln>
            <a:noFill/>
          </a:ln>
        </p:spPr>
      </p:sp>
      <p:sp>
        <p:nvSpPr>
          <p:cNvPr id="374" name="Google Shape;374;p15"/>
          <p:cNvSpPr/>
          <p:nvPr/>
        </p:nvSpPr>
        <p:spPr>
          <a:xfrm rot="5336227">
            <a:off x="15144078" y="717443"/>
            <a:ext cx="1209770" cy="2452974"/>
          </a:xfrm>
          <a:custGeom>
            <a:rect b="b" l="l" r="r" t="t"/>
            <a:pathLst>
              <a:path extrusionOk="0" h="3270631" w="1613027">
                <a:moveTo>
                  <a:pt x="0" y="0"/>
                </a:moveTo>
                <a:lnTo>
                  <a:pt x="1613027" y="0"/>
                </a:lnTo>
                <a:lnTo>
                  <a:pt x="1613027" y="3270631"/>
                </a:lnTo>
                <a:lnTo>
                  <a:pt x="0" y="3270631"/>
                </a:lnTo>
                <a:lnTo>
                  <a:pt x="0" y="0"/>
                </a:lnTo>
                <a:close/>
              </a:path>
            </a:pathLst>
          </a:custGeom>
          <a:blipFill rotWithShape="1">
            <a:blip r:embed="rId6">
              <a:alphaModFix/>
            </a:blip>
            <a:stretch>
              <a:fillRect b="0" l="-56953" r="-56955" t="0"/>
            </a:stretch>
          </a:blipFill>
          <a:ln>
            <a:noFill/>
          </a:ln>
        </p:spPr>
      </p:sp>
      <p:sp>
        <p:nvSpPr>
          <p:cNvPr id="375" name="Google Shape;375;p15"/>
          <p:cNvSpPr txBox="1"/>
          <p:nvPr/>
        </p:nvSpPr>
        <p:spPr>
          <a:xfrm>
            <a:off x="3578185" y="1175661"/>
            <a:ext cx="10095096" cy="1269873"/>
          </a:xfrm>
          <a:prstGeom prst="rect">
            <a:avLst/>
          </a:prstGeom>
          <a:noFill/>
          <a:ln>
            <a:noFill/>
          </a:ln>
        </p:spPr>
        <p:txBody>
          <a:bodyPr anchorCtr="0" anchor="t" bIns="0" lIns="0" spcFirstLastPara="1" rIns="0" wrap="square" tIns="0">
            <a:spAutoFit/>
          </a:bodyPr>
          <a:lstStyle/>
          <a:p>
            <a:pPr indent="0" lvl="0" marL="0" marR="0" rtl="0" algn="ctr">
              <a:lnSpc>
                <a:spcPct val="127196"/>
              </a:lnSpc>
              <a:spcBef>
                <a:spcPts val="0"/>
              </a:spcBef>
              <a:spcAft>
                <a:spcPts val="0"/>
              </a:spcAft>
              <a:buNone/>
            </a:pPr>
            <a:r>
              <a:rPr b="1" i="0" lang="en-US" sz="6600" u="none" cap="none" strike="noStrike">
                <a:solidFill>
                  <a:srgbClr val="000000"/>
                </a:solidFill>
                <a:latin typeface="Arial"/>
                <a:ea typeface="Arial"/>
                <a:cs typeface="Arial"/>
                <a:sym typeface="Arial"/>
              </a:rPr>
              <a:t>Tipos de conmutación</a:t>
            </a:r>
            <a:endParaRPr/>
          </a:p>
        </p:txBody>
      </p:sp>
      <p:sp>
        <p:nvSpPr>
          <p:cNvPr id="376" name="Google Shape;376;p15"/>
          <p:cNvSpPr txBox="1"/>
          <p:nvPr/>
        </p:nvSpPr>
        <p:spPr>
          <a:xfrm>
            <a:off x="2641051" y="2388371"/>
            <a:ext cx="11969400" cy="7073550"/>
          </a:xfrm>
          <a:prstGeom prst="rect">
            <a:avLst/>
          </a:prstGeom>
          <a:noFill/>
          <a:ln>
            <a:noFill/>
          </a:ln>
        </p:spPr>
        <p:txBody>
          <a:bodyPr anchorCtr="0" anchor="t" bIns="0" lIns="0" spcFirstLastPara="1" rIns="0" wrap="square" tIns="0">
            <a:spAutoFit/>
          </a:bodyPr>
          <a:lstStyle/>
          <a:p>
            <a:pPr indent="-188555" lvl="2" marL="565664" marR="0" rtl="0" algn="just">
              <a:lnSpc>
                <a:spcPct val="143976"/>
              </a:lnSpc>
              <a:spcBef>
                <a:spcPts val="0"/>
              </a:spcBef>
              <a:spcAft>
                <a:spcPts val="0"/>
              </a:spcAft>
              <a:buClr>
                <a:srgbClr val="000000"/>
              </a:buClr>
              <a:buSzPts val="2399"/>
              <a:buFont typeface="Arial"/>
              <a:buChar char="⚬"/>
            </a:pPr>
            <a:r>
              <a:rPr b="0" i="0" lang="en-US" sz="2399" u="none" cap="none" strike="noStrike">
                <a:solidFill>
                  <a:srgbClr val="000000"/>
                </a:solidFill>
                <a:latin typeface="DM Sans"/>
                <a:ea typeface="DM Sans"/>
                <a:cs typeface="DM Sans"/>
                <a:sym typeface="DM Sans"/>
              </a:rPr>
              <a:t>La conmutación de circuito se utiliza en redes telefónicas tradicionales, donde un circuito físico es establecido entre dos puntos antes de la transmisión de datos. Durante la transmisión, los datos son enviados a través del circuito establecido, y solo pueden ser transmitidos en una dirección a la vez.</a:t>
            </a:r>
            <a:endParaRPr/>
          </a:p>
          <a:p>
            <a:pPr indent="-110035" lvl="2" marL="330108" marR="0" rtl="0" algn="just">
              <a:lnSpc>
                <a:spcPct val="84035"/>
              </a:lnSpc>
              <a:spcBef>
                <a:spcPts val="0"/>
              </a:spcBef>
              <a:spcAft>
                <a:spcPts val="0"/>
              </a:spcAft>
              <a:buNone/>
            </a:pPr>
            <a:r>
              <a:t/>
            </a:r>
            <a:endParaRPr b="0" i="0" sz="2399" u="none" cap="none" strike="noStrike">
              <a:solidFill>
                <a:srgbClr val="000000"/>
              </a:solidFill>
              <a:latin typeface="DM Sans"/>
              <a:ea typeface="DM Sans"/>
              <a:cs typeface="DM Sans"/>
              <a:sym typeface="DM Sans"/>
            </a:endParaRPr>
          </a:p>
          <a:p>
            <a:pPr indent="-188555" lvl="2" marL="565664" marR="0" rtl="0" algn="just">
              <a:lnSpc>
                <a:spcPct val="143976"/>
              </a:lnSpc>
              <a:spcBef>
                <a:spcPts val="0"/>
              </a:spcBef>
              <a:spcAft>
                <a:spcPts val="0"/>
              </a:spcAft>
              <a:buClr>
                <a:srgbClr val="000000"/>
              </a:buClr>
              <a:buSzPts val="2399"/>
              <a:buFont typeface="Arial"/>
              <a:buChar char="⚬"/>
            </a:pPr>
            <a:r>
              <a:rPr b="0" i="0" lang="en-US" sz="2399" u="none" cap="none" strike="noStrike">
                <a:solidFill>
                  <a:srgbClr val="000000"/>
                </a:solidFill>
                <a:latin typeface="DM Sans"/>
                <a:ea typeface="DM Sans"/>
                <a:cs typeface="DM Sans"/>
                <a:sym typeface="DM Sans"/>
              </a:rPr>
              <a:t>La conmutación de paquetes, por otro lado, es utilizada en redes de computadoras, donde los datos son divididos en pequeños paquetes antes de ser transmitidos a través de la red. Cada paquete es enrutado individualmente a su destino final a través de la red, y puede seguir un camino diferente a través de la red que los paquetes previos o posteriores.</a:t>
            </a:r>
            <a:endParaRPr/>
          </a:p>
          <a:p>
            <a:pPr indent="-110035" lvl="2" marL="330108" marR="0" rtl="0" algn="just">
              <a:lnSpc>
                <a:spcPct val="84035"/>
              </a:lnSpc>
              <a:spcBef>
                <a:spcPts val="0"/>
              </a:spcBef>
              <a:spcAft>
                <a:spcPts val="0"/>
              </a:spcAft>
              <a:buNone/>
            </a:pPr>
            <a:r>
              <a:t/>
            </a:r>
            <a:endParaRPr b="0" i="0" sz="2399" u="none" cap="none" strike="noStrike">
              <a:solidFill>
                <a:srgbClr val="000000"/>
              </a:solidFill>
              <a:latin typeface="DM Sans"/>
              <a:ea typeface="DM Sans"/>
              <a:cs typeface="DM Sans"/>
              <a:sym typeface="DM Sans"/>
            </a:endParaRPr>
          </a:p>
          <a:p>
            <a:pPr indent="-188555" lvl="2" marL="565664" marR="0" rtl="0" algn="just">
              <a:lnSpc>
                <a:spcPct val="143976"/>
              </a:lnSpc>
              <a:spcBef>
                <a:spcPts val="0"/>
              </a:spcBef>
              <a:spcAft>
                <a:spcPts val="0"/>
              </a:spcAft>
              <a:buClr>
                <a:srgbClr val="000000"/>
              </a:buClr>
              <a:buSzPts val="2399"/>
              <a:buFont typeface="Arial"/>
              <a:buChar char="⚬"/>
            </a:pPr>
            <a:r>
              <a:rPr b="0" i="0" lang="en-US" sz="2399" u="none" cap="none" strike="noStrike">
                <a:solidFill>
                  <a:srgbClr val="000000"/>
                </a:solidFill>
                <a:latin typeface="DM Sans"/>
                <a:ea typeface="DM Sans"/>
                <a:cs typeface="DM Sans"/>
                <a:sym typeface="DM Sans"/>
              </a:rPr>
              <a:t>La conmutación de paquetes es más eficiente que la conmutación de circuito, ya que permite una utilización más eficiente del ancho de banda de la red. Además, permite una mejor tolerancia a fallos, ya que, si un camino a través de la red se vuelve inaccesible, los paquetes pueden ser enrutados a través de otro camino.</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CD46"/>
        </a:solidFill>
      </p:bgPr>
    </p:bg>
    <p:spTree>
      <p:nvGrpSpPr>
        <p:cNvPr id="384" name="Shape 384"/>
        <p:cNvGrpSpPr/>
        <p:nvPr/>
      </p:nvGrpSpPr>
      <p:grpSpPr>
        <a:xfrm>
          <a:off x="0" y="0"/>
          <a:ext cx="0" cy="0"/>
          <a:chOff x="0" y="0"/>
          <a:chExt cx="0" cy="0"/>
        </a:xfrm>
      </p:grpSpPr>
      <p:sp>
        <p:nvSpPr>
          <p:cNvPr id="385" name="Google Shape;385;p16"/>
          <p:cNvSpPr/>
          <p:nvPr/>
        </p:nvSpPr>
        <p:spPr>
          <a:xfrm rot="315885">
            <a:off x="7787554" y="3775387"/>
            <a:ext cx="7513416" cy="4931474"/>
          </a:xfrm>
          <a:custGeom>
            <a:rect b="b" l="l" r="r" t="t"/>
            <a:pathLst>
              <a:path extrusionOk="0" h="6575298" w="10017887">
                <a:moveTo>
                  <a:pt x="0" y="0"/>
                </a:moveTo>
                <a:lnTo>
                  <a:pt x="10017887" y="0"/>
                </a:lnTo>
                <a:lnTo>
                  <a:pt x="10017887" y="6575298"/>
                </a:lnTo>
                <a:lnTo>
                  <a:pt x="0" y="6575298"/>
                </a:lnTo>
                <a:lnTo>
                  <a:pt x="0" y="0"/>
                </a:lnTo>
                <a:close/>
              </a:path>
            </a:pathLst>
          </a:custGeom>
          <a:blipFill rotWithShape="1">
            <a:blip r:embed="rId3">
              <a:alphaModFix/>
            </a:blip>
            <a:stretch>
              <a:fillRect b="0" l="-2" r="-2" t="0"/>
            </a:stretch>
          </a:blipFill>
          <a:ln>
            <a:noFill/>
          </a:ln>
        </p:spPr>
      </p:sp>
      <p:sp>
        <p:nvSpPr>
          <p:cNvPr id="386" name="Google Shape;386;p16"/>
          <p:cNvSpPr/>
          <p:nvPr/>
        </p:nvSpPr>
        <p:spPr>
          <a:xfrm rot="-266862">
            <a:off x="2743409" y="2871760"/>
            <a:ext cx="5990463" cy="5839587"/>
          </a:xfrm>
          <a:custGeom>
            <a:rect b="b" l="l" r="r" t="t"/>
            <a:pathLst>
              <a:path extrusionOk="0" h="7786116" w="7987284">
                <a:moveTo>
                  <a:pt x="0" y="0"/>
                </a:moveTo>
                <a:lnTo>
                  <a:pt x="7987284" y="0"/>
                </a:lnTo>
                <a:lnTo>
                  <a:pt x="7987284" y="7786116"/>
                </a:lnTo>
                <a:lnTo>
                  <a:pt x="0" y="7786116"/>
                </a:lnTo>
                <a:lnTo>
                  <a:pt x="0" y="0"/>
                </a:lnTo>
                <a:close/>
              </a:path>
            </a:pathLst>
          </a:custGeom>
          <a:blipFill rotWithShape="1">
            <a:blip r:embed="rId4">
              <a:alphaModFix/>
            </a:blip>
            <a:stretch>
              <a:fillRect b="-22443" l="0" r="0" t="-22444"/>
            </a:stretch>
          </a:blipFill>
          <a:ln>
            <a:noFill/>
          </a:ln>
        </p:spPr>
      </p:sp>
      <p:sp>
        <p:nvSpPr>
          <p:cNvPr id="387" name="Google Shape;387;p16"/>
          <p:cNvSpPr/>
          <p:nvPr/>
        </p:nvSpPr>
        <p:spPr>
          <a:xfrm rot="-82494">
            <a:off x="2911657" y="1750113"/>
            <a:ext cx="11731275" cy="6714173"/>
          </a:xfrm>
          <a:custGeom>
            <a:rect b="b" l="l" r="r" t="t"/>
            <a:pathLst>
              <a:path extrusionOk="0" h="8952230" w="15641701">
                <a:moveTo>
                  <a:pt x="0" y="0"/>
                </a:moveTo>
                <a:lnTo>
                  <a:pt x="15641701" y="0"/>
                </a:lnTo>
                <a:lnTo>
                  <a:pt x="15641701" y="8952230"/>
                </a:lnTo>
                <a:lnTo>
                  <a:pt x="0" y="8952230"/>
                </a:lnTo>
                <a:lnTo>
                  <a:pt x="0" y="0"/>
                </a:lnTo>
                <a:close/>
              </a:path>
            </a:pathLst>
          </a:custGeom>
          <a:blipFill rotWithShape="1">
            <a:blip r:embed="rId5">
              <a:alphaModFix/>
            </a:blip>
            <a:stretch>
              <a:fillRect b="-16656" l="0" r="0" t="-16656"/>
            </a:stretch>
          </a:blipFill>
          <a:ln>
            <a:noFill/>
          </a:ln>
        </p:spPr>
      </p:sp>
      <p:sp>
        <p:nvSpPr>
          <p:cNvPr id="388" name="Google Shape;388;p16"/>
          <p:cNvSpPr txBox="1"/>
          <p:nvPr/>
        </p:nvSpPr>
        <p:spPr>
          <a:xfrm rot="-82494">
            <a:off x="4975317" y="3503186"/>
            <a:ext cx="8468664" cy="3254289"/>
          </a:xfrm>
          <a:prstGeom prst="rect">
            <a:avLst/>
          </a:prstGeom>
          <a:noFill/>
          <a:ln>
            <a:noFill/>
          </a:ln>
        </p:spPr>
        <p:txBody>
          <a:bodyPr anchorCtr="0" anchor="t" bIns="0" lIns="0" spcFirstLastPara="1" rIns="0" wrap="square" tIns="0">
            <a:spAutoFit/>
          </a:bodyPr>
          <a:lstStyle/>
          <a:p>
            <a:pPr indent="0" lvl="0" marL="0" marR="0" rtl="0" algn="ctr">
              <a:lnSpc>
                <a:spcPct val="124805"/>
              </a:lnSpc>
              <a:spcBef>
                <a:spcPts val="0"/>
              </a:spcBef>
              <a:spcAft>
                <a:spcPts val="0"/>
              </a:spcAft>
              <a:buNone/>
            </a:pPr>
            <a:r>
              <a:rPr b="1" i="0" lang="en-US" sz="10151" u="none" cap="none" strike="noStrike">
                <a:solidFill>
                  <a:srgbClr val="000000"/>
                </a:solidFill>
                <a:latin typeface="Arial"/>
                <a:ea typeface="Arial"/>
                <a:cs typeface="Arial"/>
                <a:sym typeface="Arial"/>
              </a:rPr>
              <a:t>Direcciones MAC</a:t>
            </a:r>
            <a:endParaRPr/>
          </a:p>
        </p:txBody>
      </p:sp>
      <p:sp>
        <p:nvSpPr>
          <p:cNvPr id="389" name="Google Shape;389;p16"/>
          <p:cNvSpPr/>
          <p:nvPr/>
        </p:nvSpPr>
        <p:spPr>
          <a:xfrm>
            <a:off x="2526002" y="1208717"/>
            <a:ext cx="3038666" cy="2879121"/>
          </a:xfrm>
          <a:custGeom>
            <a:rect b="b" l="l" r="r" t="t"/>
            <a:pathLst>
              <a:path extrusionOk="0" h="3838829" w="4051554">
                <a:moveTo>
                  <a:pt x="0" y="0"/>
                </a:moveTo>
                <a:lnTo>
                  <a:pt x="4051554" y="0"/>
                </a:lnTo>
                <a:lnTo>
                  <a:pt x="4051554" y="3838829"/>
                </a:lnTo>
                <a:lnTo>
                  <a:pt x="0" y="3838829"/>
                </a:lnTo>
                <a:lnTo>
                  <a:pt x="0" y="0"/>
                </a:lnTo>
                <a:close/>
              </a:path>
            </a:pathLst>
          </a:custGeom>
          <a:blipFill rotWithShape="1">
            <a:blip r:embed="rId6">
              <a:alphaModFix/>
            </a:blip>
            <a:stretch>
              <a:fillRect b="-18" l="0" r="0" t="-18"/>
            </a:stretch>
          </a:blipFill>
          <a:ln>
            <a:noFill/>
          </a:ln>
        </p:spPr>
      </p:sp>
      <p:sp>
        <p:nvSpPr>
          <p:cNvPr id="390" name="Google Shape;390;p16"/>
          <p:cNvSpPr/>
          <p:nvPr/>
        </p:nvSpPr>
        <p:spPr>
          <a:xfrm>
            <a:off x="-1489043" y="5940621"/>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7">
              <a:alphaModFix/>
            </a:blip>
            <a:stretch>
              <a:fillRect b="0" l="-25" r="-24" t="0"/>
            </a:stretch>
          </a:blipFill>
          <a:ln>
            <a:noFill/>
          </a:ln>
        </p:spPr>
      </p:sp>
      <p:sp>
        <p:nvSpPr>
          <p:cNvPr id="391" name="Google Shape;391;p16"/>
          <p:cNvSpPr/>
          <p:nvPr/>
        </p:nvSpPr>
        <p:spPr>
          <a:xfrm>
            <a:off x="12399360" y="4481928"/>
            <a:ext cx="4572286" cy="4653724"/>
          </a:xfrm>
          <a:custGeom>
            <a:rect b="b" l="l" r="r" t="t"/>
            <a:pathLst>
              <a:path extrusionOk="0" h="6204966" w="6096381">
                <a:moveTo>
                  <a:pt x="0" y="0"/>
                </a:moveTo>
                <a:lnTo>
                  <a:pt x="6096381" y="0"/>
                </a:lnTo>
                <a:lnTo>
                  <a:pt x="6096381" y="6204966"/>
                </a:lnTo>
                <a:lnTo>
                  <a:pt x="0" y="6204966"/>
                </a:lnTo>
                <a:lnTo>
                  <a:pt x="0" y="0"/>
                </a:lnTo>
                <a:close/>
              </a:path>
            </a:pathLst>
          </a:custGeom>
          <a:blipFill rotWithShape="1">
            <a:blip r:embed="rId8">
              <a:alphaModFix/>
            </a:blip>
            <a:stretch>
              <a:fillRect b="-6" l="0" r="0" t="-7"/>
            </a:stretch>
          </a:blipFill>
          <a:ln>
            <a:noFill/>
          </a:ln>
        </p:spPr>
      </p:sp>
      <p:sp>
        <p:nvSpPr>
          <p:cNvPr id="392" name="Google Shape;392;p16"/>
          <p:cNvSpPr/>
          <p:nvPr/>
        </p:nvSpPr>
        <p:spPr>
          <a:xfrm rot="-10197389">
            <a:off x="15531892" y="-653519"/>
            <a:ext cx="5396484" cy="4114800"/>
          </a:xfrm>
          <a:custGeom>
            <a:rect b="b" l="l" r="r" t="t"/>
            <a:pathLst>
              <a:path extrusionOk="0" h="5486400" w="7195312">
                <a:moveTo>
                  <a:pt x="0" y="0"/>
                </a:moveTo>
                <a:lnTo>
                  <a:pt x="7195312" y="0"/>
                </a:lnTo>
                <a:lnTo>
                  <a:pt x="7195312" y="5486400"/>
                </a:lnTo>
                <a:lnTo>
                  <a:pt x="0" y="5486400"/>
                </a:lnTo>
                <a:lnTo>
                  <a:pt x="0" y="0"/>
                </a:lnTo>
                <a:close/>
              </a:path>
            </a:pathLst>
          </a:custGeom>
          <a:blipFill rotWithShape="1">
            <a:blip r:embed="rId9">
              <a:alphaModFix/>
            </a:blip>
            <a:stretch>
              <a:fillRect b="0" l="-7" r="-6" t="0"/>
            </a:stretch>
          </a:blipFill>
          <a:ln>
            <a:noFill/>
          </a:ln>
        </p:spPr>
      </p:sp>
      <p:sp>
        <p:nvSpPr>
          <p:cNvPr id="393" name="Google Shape;393;p16"/>
          <p:cNvSpPr/>
          <p:nvPr/>
        </p:nvSpPr>
        <p:spPr>
          <a:xfrm rot="-9994124">
            <a:off x="5425189" y="9403852"/>
            <a:ext cx="5875687" cy="3238976"/>
          </a:xfrm>
          <a:custGeom>
            <a:rect b="b" l="l" r="r" t="t"/>
            <a:pathLst>
              <a:path extrusionOk="0" h="4318635" w="7834249">
                <a:moveTo>
                  <a:pt x="0" y="0"/>
                </a:moveTo>
                <a:lnTo>
                  <a:pt x="7834249" y="0"/>
                </a:lnTo>
                <a:lnTo>
                  <a:pt x="7834249" y="4318635"/>
                </a:lnTo>
                <a:lnTo>
                  <a:pt x="0" y="4318635"/>
                </a:lnTo>
                <a:lnTo>
                  <a:pt x="0" y="0"/>
                </a:lnTo>
                <a:close/>
              </a:path>
            </a:pathLst>
          </a:custGeom>
          <a:blipFill rotWithShape="1">
            <a:blip r:embed="rId10">
              <a:alphaModFix/>
            </a:blip>
            <a:stretch>
              <a:fillRect b="-1" l="0" r="0" t="-1"/>
            </a:stretch>
          </a:blipFill>
          <a:ln>
            <a:noFill/>
          </a:ln>
        </p:spPr>
      </p:sp>
      <p:sp>
        <p:nvSpPr>
          <p:cNvPr id="394" name="Google Shape;394;p16"/>
          <p:cNvSpPr/>
          <p:nvPr/>
        </p:nvSpPr>
        <p:spPr>
          <a:xfrm rot="-7239578">
            <a:off x="-916156" y="-1028700"/>
            <a:ext cx="2227135" cy="4114800"/>
          </a:xfrm>
          <a:custGeom>
            <a:rect b="b" l="l" r="r" t="t"/>
            <a:pathLst>
              <a:path extrusionOk="0" h="5486400" w="2969514">
                <a:moveTo>
                  <a:pt x="0" y="0"/>
                </a:moveTo>
                <a:lnTo>
                  <a:pt x="2969514" y="0"/>
                </a:lnTo>
                <a:lnTo>
                  <a:pt x="2969514" y="5486400"/>
                </a:lnTo>
                <a:lnTo>
                  <a:pt x="0" y="5486400"/>
                </a:lnTo>
                <a:lnTo>
                  <a:pt x="0" y="0"/>
                </a:lnTo>
                <a:close/>
              </a:path>
            </a:pathLst>
          </a:custGeom>
          <a:blipFill rotWithShape="1">
            <a:blip r:embed="rId11">
              <a:alphaModFix/>
            </a:blip>
            <a:stretch>
              <a:fillRect b="-23" l="0" r="0" t="-22"/>
            </a:stretch>
          </a:blipFill>
          <a:ln>
            <a:noFill/>
          </a:ln>
        </p:spPr>
      </p:sp>
      <p:sp>
        <p:nvSpPr>
          <p:cNvPr id="395" name="Google Shape;395;p16"/>
          <p:cNvSpPr/>
          <p:nvPr/>
        </p:nvSpPr>
        <p:spPr>
          <a:xfrm rot="2598121">
            <a:off x="2491875" y="7209838"/>
            <a:ext cx="3007329" cy="1759267"/>
          </a:xfrm>
          <a:custGeom>
            <a:rect b="b" l="l" r="r" t="t"/>
            <a:pathLst>
              <a:path extrusionOk="0" h="2345690" w="4009771">
                <a:moveTo>
                  <a:pt x="0" y="0"/>
                </a:moveTo>
                <a:lnTo>
                  <a:pt x="4009771" y="0"/>
                </a:lnTo>
                <a:lnTo>
                  <a:pt x="4009771" y="2345690"/>
                </a:lnTo>
                <a:lnTo>
                  <a:pt x="0" y="2345690"/>
                </a:lnTo>
                <a:lnTo>
                  <a:pt x="0" y="0"/>
                </a:lnTo>
                <a:close/>
              </a:path>
            </a:pathLst>
          </a:custGeom>
          <a:blipFill rotWithShape="1">
            <a:blip r:embed="rId12">
              <a:alphaModFix/>
            </a:blip>
            <a:stretch>
              <a:fillRect b="-25" l="0" r="0" t="-25"/>
            </a:stretch>
          </a:blipFill>
          <a:ln>
            <a:noFill/>
          </a:ln>
        </p:spPr>
      </p:sp>
      <p:sp>
        <p:nvSpPr>
          <p:cNvPr id="396" name="Google Shape;396;p16"/>
          <p:cNvSpPr/>
          <p:nvPr/>
        </p:nvSpPr>
        <p:spPr>
          <a:xfrm rot="3945637">
            <a:off x="13786668" y="3168860"/>
            <a:ext cx="1146239" cy="2324005"/>
          </a:xfrm>
          <a:custGeom>
            <a:rect b="b" l="l" r="r" t="t"/>
            <a:pathLst>
              <a:path extrusionOk="0" h="3098673" w="1528318">
                <a:moveTo>
                  <a:pt x="0" y="0"/>
                </a:moveTo>
                <a:lnTo>
                  <a:pt x="1528318" y="0"/>
                </a:lnTo>
                <a:lnTo>
                  <a:pt x="1528318" y="3098673"/>
                </a:lnTo>
                <a:lnTo>
                  <a:pt x="0" y="3098673"/>
                </a:lnTo>
                <a:lnTo>
                  <a:pt x="0" y="0"/>
                </a:lnTo>
                <a:close/>
              </a:path>
            </a:pathLst>
          </a:custGeom>
          <a:blipFill rotWithShape="1">
            <a:blip r:embed="rId13">
              <a:alphaModFix/>
            </a:blip>
            <a:stretch>
              <a:fillRect b="0" l="-56950" r="-56948" t="0"/>
            </a:stretch>
          </a:blipFill>
          <a:ln>
            <a:noFill/>
          </a:ln>
        </p:spPr>
      </p:sp>
      <p:sp>
        <p:nvSpPr>
          <p:cNvPr id="397" name="Google Shape;397;p16"/>
          <p:cNvSpPr/>
          <p:nvPr/>
        </p:nvSpPr>
        <p:spPr>
          <a:xfrm rot="-5400000">
            <a:off x="16049759" y="7736109"/>
            <a:ext cx="5396484" cy="4114800"/>
          </a:xfrm>
          <a:custGeom>
            <a:rect b="b" l="l" r="r" t="t"/>
            <a:pathLst>
              <a:path extrusionOk="0" h="5486400" w="7195312">
                <a:moveTo>
                  <a:pt x="0" y="0"/>
                </a:moveTo>
                <a:lnTo>
                  <a:pt x="7195312" y="0"/>
                </a:lnTo>
                <a:lnTo>
                  <a:pt x="7195312" y="5486400"/>
                </a:lnTo>
                <a:lnTo>
                  <a:pt x="0" y="5486400"/>
                </a:lnTo>
                <a:lnTo>
                  <a:pt x="0" y="0"/>
                </a:lnTo>
                <a:close/>
              </a:path>
            </a:pathLst>
          </a:custGeom>
          <a:blipFill rotWithShape="1">
            <a:blip r:embed="rId9">
              <a:alphaModFix/>
            </a:blip>
            <a:stretch>
              <a:fillRect b="0" l="-7" r="-6" t="0"/>
            </a:stretch>
          </a:blipFill>
          <a:ln>
            <a:noFill/>
          </a:ln>
        </p:spPr>
      </p:sp>
      <p:sp>
        <p:nvSpPr>
          <p:cNvPr id="398" name="Google Shape;398;p16"/>
          <p:cNvSpPr/>
          <p:nvPr/>
        </p:nvSpPr>
        <p:spPr>
          <a:xfrm rot="10252938">
            <a:off x="8709959" y="-1552088"/>
            <a:ext cx="4257960" cy="2458974"/>
          </a:xfrm>
          <a:custGeom>
            <a:rect b="b" l="l" r="r" t="t"/>
            <a:pathLst>
              <a:path extrusionOk="0" h="3278632" w="5677281">
                <a:moveTo>
                  <a:pt x="0" y="0"/>
                </a:moveTo>
                <a:lnTo>
                  <a:pt x="5677281" y="0"/>
                </a:lnTo>
                <a:lnTo>
                  <a:pt x="5677281" y="3278632"/>
                </a:lnTo>
                <a:lnTo>
                  <a:pt x="0" y="3278632"/>
                </a:lnTo>
                <a:lnTo>
                  <a:pt x="0" y="0"/>
                </a:lnTo>
                <a:close/>
              </a:path>
            </a:pathLst>
          </a:custGeom>
          <a:blipFill rotWithShape="1">
            <a:blip r:embed="rId14">
              <a:alphaModFix/>
            </a:blip>
            <a:stretch>
              <a:fillRect b="0" l="-49" r="-48" t="0"/>
            </a:stretch>
          </a:blipFill>
          <a:ln>
            <a:noFill/>
          </a:ln>
        </p:spPr>
      </p:sp>
      <p:sp>
        <p:nvSpPr>
          <p:cNvPr id="399" name="Google Shape;399;p16"/>
          <p:cNvSpPr/>
          <p:nvPr/>
        </p:nvSpPr>
        <p:spPr>
          <a:xfrm rot="5947534">
            <a:off x="3555012" y="-2929516"/>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7">
              <a:alphaModFix/>
            </a:blip>
            <a:stretch>
              <a:fillRect b="0" l="-25" r="-24" t="0"/>
            </a:stretch>
          </a:blipFill>
          <a:ln>
            <a:noFill/>
          </a:ln>
        </p:spPr>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407" name="Shape 407"/>
        <p:cNvGrpSpPr/>
        <p:nvPr/>
      </p:nvGrpSpPr>
      <p:grpSpPr>
        <a:xfrm>
          <a:off x="0" y="0"/>
          <a:ext cx="0" cy="0"/>
          <a:chOff x="0" y="0"/>
          <a:chExt cx="0" cy="0"/>
        </a:xfrm>
      </p:grpSpPr>
      <p:sp>
        <p:nvSpPr>
          <p:cNvPr id="408" name="Google Shape;408;p17"/>
          <p:cNvSpPr/>
          <p:nvPr/>
        </p:nvSpPr>
        <p:spPr>
          <a:xfrm rot="5987975">
            <a:off x="16813139" y="7906835"/>
            <a:ext cx="2227135" cy="4114800"/>
          </a:xfrm>
          <a:custGeom>
            <a:rect b="b" l="l" r="r" t="t"/>
            <a:pathLst>
              <a:path extrusionOk="0" h="5486400" w="2969514">
                <a:moveTo>
                  <a:pt x="0" y="0"/>
                </a:moveTo>
                <a:lnTo>
                  <a:pt x="2969514" y="0"/>
                </a:lnTo>
                <a:lnTo>
                  <a:pt x="2969514" y="5486400"/>
                </a:lnTo>
                <a:lnTo>
                  <a:pt x="0" y="5486400"/>
                </a:lnTo>
                <a:lnTo>
                  <a:pt x="0" y="0"/>
                </a:lnTo>
                <a:close/>
              </a:path>
            </a:pathLst>
          </a:custGeom>
          <a:blipFill rotWithShape="1">
            <a:blip r:embed="rId3">
              <a:alphaModFix/>
            </a:blip>
            <a:stretch>
              <a:fillRect b="-23" l="0" r="0" t="-22"/>
            </a:stretch>
          </a:blipFill>
          <a:ln>
            <a:noFill/>
          </a:ln>
        </p:spPr>
      </p:sp>
      <p:sp>
        <p:nvSpPr>
          <p:cNvPr id="409" name="Google Shape;409;p17"/>
          <p:cNvSpPr/>
          <p:nvPr/>
        </p:nvSpPr>
        <p:spPr>
          <a:xfrm rot="4705922">
            <a:off x="13742333" y="-2093217"/>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4">
              <a:alphaModFix/>
            </a:blip>
            <a:stretch>
              <a:fillRect b="0" l="-25" r="-24" t="0"/>
            </a:stretch>
          </a:blipFill>
          <a:ln>
            <a:noFill/>
          </a:ln>
        </p:spPr>
      </p:sp>
      <p:sp>
        <p:nvSpPr>
          <p:cNvPr id="410" name="Google Shape;410;p17"/>
          <p:cNvSpPr/>
          <p:nvPr/>
        </p:nvSpPr>
        <p:spPr>
          <a:xfrm>
            <a:off x="2371235" y="304095"/>
            <a:ext cx="8719089" cy="11124819"/>
          </a:xfrm>
          <a:custGeom>
            <a:rect b="b" l="l" r="r" t="t"/>
            <a:pathLst>
              <a:path extrusionOk="0" h="14833092" w="11625453">
                <a:moveTo>
                  <a:pt x="0" y="0"/>
                </a:moveTo>
                <a:lnTo>
                  <a:pt x="11625453" y="0"/>
                </a:lnTo>
                <a:lnTo>
                  <a:pt x="11625453" y="14833092"/>
                </a:lnTo>
                <a:lnTo>
                  <a:pt x="0" y="14833092"/>
                </a:lnTo>
                <a:lnTo>
                  <a:pt x="0" y="0"/>
                </a:lnTo>
                <a:close/>
              </a:path>
            </a:pathLst>
          </a:custGeom>
          <a:blipFill rotWithShape="1">
            <a:blip r:embed="rId5">
              <a:alphaModFix/>
            </a:blip>
            <a:stretch>
              <a:fillRect b="0" l="-14" r="-14" t="0"/>
            </a:stretch>
          </a:blipFill>
          <a:ln>
            <a:noFill/>
          </a:ln>
        </p:spPr>
      </p:sp>
      <p:sp>
        <p:nvSpPr>
          <p:cNvPr id="411" name="Google Shape;411;p17"/>
          <p:cNvSpPr/>
          <p:nvPr/>
        </p:nvSpPr>
        <p:spPr>
          <a:xfrm>
            <a:off x="0" y="361085"/>
            <a:ext cx="2534127" cy="11067764"/>
          </a:xfrm>
          <a:custGeom>
            <a:rect b="b" l="l" r="r" t="t"/>
            <a:pathLst>
              <a:path extrusionOk="0" h="14757019" w="3378835">
                <a:moveTo>
                  <a:pt x="0" y="0"/>
                </a:moveTo>
                <a:lnTo>
                  <a:pt x="3378835" y="0"/>
                </a:lnTo>
                <a:lnTo>
                  <a:pt x="3378835" y="14757019"/>
                </a:lnTo>
                <a:lnTo>
                  <a:pt x="0" y="14757019"/>
                </a:lnTo>
                <a:lnTo>
                  <a:pt x="0" y="0"/>
                </a:lnTo>
                <a:close/>
              </a:path>
            </a:pathLst>
          </a:custGeom>
          <a:blipFill rotWithShape="1">
            <a:blip r:embed="rId6">
              <a:alphaModFix/>
            </a:blip>
            <a:stretch>
              <a:fillRect b="0" l="-121197" r="-121197" t="0"/>
            </a:stretch>
          </a:blipFill>
          <a:ln>
            <a:noFill/>
          </a:ln>
        </p:spPr>
      </p:sp>
      <p:sp>
        <p:nvSpPr>
          <p:cNvPr id="412" name="Google Shape;412;p17"/>
          <p:cNvSpPr/>
          <p:nvPr/>
        </p:nvSpPr>
        <p:spPr>
          <a:xfrm>
            <a:off x="14102587" y="2011653"/>
            <a:ext cx="2257616" cy="3326130"/>
          </a:xfrm>
          <a:custGeom>
            <a:rect b="b" l="l" r="r" t="t"/>
            <a:pathLst>
              <a:path extrusionOk="0" h="4434840" w="3010154">
                <a:moveTo>
                  <a:pt x="0" y="0"/>
                </a:moveTo>
                <a:lnTo>
                  <a:pt x="3010154" y="0"/>
                </a:lnTo>
                <a:lnTo>
                  <a:pt x="3010154" y="4434840"/>
                </a:lnTo>
                <a:lnTo>
                  <a:pt x="0" y="4434840"/>
                </a:lnTo>
                <a:lnTo>
                  <a:pt x="0" y="0"/>
                </a:lnTo>
                <a:close/>
              </a:path>
            </a:pathLst>
          </a:custGeom>
          <a:blipFill rotWithShape="1">
            <a:blip r:embed="rId7">
              <a:alphaModFix/>
            </a:blip>
            <a:stretch>
              <a:fillRect b="0" l="-25" r="-24" t="0"/>
            </a:stretch>
          </a:blipFill>
          <a:ln>
            <a:noFill/>
          </a:ln>
        </p:spPr>
      </p:sp>
      <p:sp>
        <p:nvSpPr>
          <p:cNvPr id="413" name="Google Shape;413;p17"/>
          <p:cNvSpPr/>
          <p:nvPr/>
        </p:nvSpPr>
        <p:spPr>
          <a:xfrm rot="-277003">
            <a:off x="9414232" y="-197774"/>
            <a:ext cx="1209770" cy="2452974"/>
          </a:xfrm>
          <a:custGeom>
            <a:rect b="b" l="l" r="r" t="t"/>
            <a:pathLst>
              <a:path extrusionOk="0" h="3270631" w="1613027">
                <a:moveTo>
                  <a:pt x="0" y="0"/>
                </a:moveTo>
                <a:lnTo>
                  <a:pt x="1613027" y="0"/>
                </a:lnTo>
                <a:lnTo>
                  <a:pt x="1613027" y="3270631"/>
                </a:lnTo>
                <a:lnTo>
                  <a:pt x="0" y="3270631"/>
                </a:lnTo>
                <a:lnTo>
                  <a:pt x="0" y="0"/>
                </a:lnTo>
                <a:close/>
              </a:path>
            </a:pathLst>
          </a:custGeom>
          <a:blipFill rotWithShape="1">
            <a:blip r:embed="rId8">
              <a:alphaModFix/>
            </a:blip>
            <a:stretch>
              <a:fillRect b="0" l="-56953" r="-56955" t="0"/>
            </a:stretch>
          </a:blipFill>
          <a:ln>
            <a:noFill/>
          </a:ln>
        </p:spPr>
      </p:sp>
      <p:sp>
        <p:nvSpPr>
          <p:cNvPr id="414" name="Google Shape;414;p17"/>
          <p:cNvSpPr/>
          <p:nvPr/>
        </p:nvSpPr>
        <p:spPr>
          <a:xfrm>
            <a:off x="9518047" y="5866489"/>
            <a:ext cx="8248174" cy="4142613"/>
          </a:xfrm>
          <a:custGeom>
            <a:rect b="b" l="l" r="r" t="t"/>
            <a:pathLst>
              <a:path extrusionOk="0" h="5523484" w="10997565">
                <a:moveTo>
                  <a:pt x="0" y="0"/>
                </a:moveTo>
                <a:lnTo>
                  <a:pt x="10997565" y="0"/>
                </a:lnTo>
                <a:lnTo>
                  <a:pt x="10997565" y="5523484"/>
                </a:lnTo>
                <a:lnTo>
                  <a:pt x="0" y="5523484"/>
                </a:lnTo>
                <a:lnTo>
                  <a:pt x="0" y="0"/>
                </a:lnTo>
                <a:close/>
              </a:path>
            </a:pathLst>
          </a:custGeom>
          <a:blipFill rotWithShape="1">
            <a:blip r:embed="rId9">
              <a:alphaModFix/>
            </a:blip>
            <a:stretch>
              <a:fillRect b="0" l="0" r="0" t="0"/>
            </a:stretch>
          </a:blipFill>
          <a:ln>
            <a:noFill/>
          </a:ln>
        </p:spPr>
      </p:sp>
      <p:sp>
        <p:nvSpPr>
          <p:cNvPr id="415" name="Google Shape;415;p17"/>
          <p:cNvSpPr txBox="1"/>
          <p:nvPr/>
        </p:nvSpPr>
        <p:spPr>
          <a:xfrm>
            <a:off x="990579" y="3988043"/>
            <a:ext cx="7892801" cy="4143375"/>
          </a:xfrm>
          <a:prstGeom prst="rect">
            <a:avLst/>
          </a:prstGeom>
          <a:noFill/>
          <a:ln>
            <a:noFill/>
          </a:ln>
        </p:spPr>
        <p:txBody>
          <a:bodyPr anchorCtr="0" anchor="t" bIns="0" lIns="0" spcFirstLastPara="1" rIns="0" wrap="square" tIns="0">
            <a:spAutoFit/>
          </a:bodyPr>
          <a:lstStyle/>
          <a:p>
            <a:pPr indent="0" lvl="0" marL="0" marR="0" rtl="0" algn="just">
              <a:lnSpc>
                <a:spcPct val="143977"/>
              </a:lnSpc>
              <a:spcBef>
                <a:spcPts val="0"/>
              </a:spcBef>
              <a:spcAft>
                <a:spcPts val="0"/>
              </a:spcAft>
              <a:buNone/>
            </a:pPr>
            <a:r>
              <a:rPr b="0" i="0" lang="en-US" sz="2499" u="none" cap="none" strike="noStrike">
                <a:solidFill>
                  <a:srgbClr val="000000"/>
                </a:solidFill>
                <a:latin typeface="DM Sans"/>
                <a:ea typeface="DM Sans"/>
                <a:cs typeface="DM Sans"/>
                <a:sym typeface="DM Sans"/>
              </a:rPr>
              <a:t>Son identificadores únicos asignados a cada dispositivo en una red. Operan en la capa 2 del modelo OSI.</a:t>
            </a:r>
            <a:endParaRPr/>
          </a:p>
          <a:p>
            <a:pPr indent="0" lvl="0" marL="0" marR="0" rtl="0" algn="just">
              <a:lnSpc>
                <a:spcPct val="80672"/>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0" lvl="0" marL="0" marR="0" rtl="0" algn="just">
              <a:lnSpc>
                <a:spcPct val="143977"/>
              </a:lnSpc>
              <a:spcBef>
                <a:spcPts val="0"/>
              </a:spcBef>
              <a:spcAft>
                <a:spcPts val="0"/>
              </a:spcAft>
              <a:buNone/>
            </a:pPr>
            <a:r>
              <a:rPr b="0" i="0" lang="en-US" sz="2499" u="none" cap="none" strike="noStrike">
                <a:solidFill>
                  <a:srgbClr val="000000"/>
                </a:solidFill>
                <a:latin typeface="DM Sans"/>
                <a:ea typeface="DM Sans"/>
                <a:cs typeface="DM Sans"/>
                <a:sym typeface="DM Sans"/>
              </a:rPr>
              <a:t>Son utilizadas para identificar dispositivos en una red y para controlar el acceso a los medios de transmisión (cables de red, por ejemplo). </a:t>
            </a:r>
            <a:endParaRPr/>
          </a:p>
          <a:p>
            <a:pPr indent="0" lvl="0" marL="0" marR="0" rtl="0" algn="just">
              <a:lnSpc>
                <a:spcPct val="80672"/>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0" lvl="0" marL="0" marR="0" rtl="0" algn="just">
              <a:lnSpc>
                <a:spcPct val="143977"/>
              </a:lnSpc>
              <a:spcBef>
                <a:spcPts val="0"/>
              </a:spcBef>
              <a:spcAft>
                <a:spcPts val="0"/>
              </a:spcAft>
              <a:buNone/>
            </a:pPr>
            <a:r>
              <a:rPr b="0" i="0" lang="en-US" sz="2499" u="none" cap="none" strike="noStrike">
                <a:solidFill>
                  <a:srgbClr val="000000"/>
                </a:solidFill>
                <a:latin typeface="DM Sans"/>
                <a:ea typeface="DM Sans"/>
                <a:cs typeface="DM Sans"/>
                <a:sym typeface="DM Sans"/>
              </a:rPr>
              <a:t>Están formadas por una secuencia de seis pares de dígitos hexadecimales separados por dos puntos, por ejemplo: AA:BB:CC:DD:EE:FF. </a:t>
            </a:r>
            <a:endParaRPr/>
          </a:p>
        </p:txBody>
      </p:sp>
      <p:sp>
        <p:nvSpPr>
          <p:cNvPr id="416" name="Google Shape;416;p17"/>
          <p:cNvSpPr/>
          <p:nvPr/>
        </p:nvSpPr>
        <p:spPr>
          <a:xfrm rot="3945637">
            <a:off x="9645167" y="4437280"/>
            <a:ext cx="1209770" cy="2452974"/>
          </a:xfrm>
          <a:custGeom>
            <a:rect b="b" l="l" r="r" t="t"/>
            <a:pathLst>
              <a:path extrusionOk="0" h="3270631" w="1613027">
                <a:moveTo>
                  <a:pt x="0" y="0"/>
                </a:moveTo>
                <a:lnTo>
                  <a:pt x="1613027" y="0"/>
                </a:lnTo>
                <a:lnTo>
                  <a:pt x="1613027" y="3270631"/>
                </a:lnTo>
                <a:lnTo>
                  <a:pt x="0" y="3270631"/>
                </a:lnTo>
                <a:lnTo>
                  <a:pt x="0" y="0"/>
                </a:lnTo>
                <a:close/>
              </a:path>
            </a:pathLst>
          </a:custGeom>
          <a:blipFill rotWithShape="1">
            <a:blip r:embed="rId10">
              <a:alphaModFix/>
            </a:blip>
            <a:stretch>
              <a:fillRect b="0" l="-56953" r="-56955" t="0"/>
            </a:stretch>
          </a:blipFill>
          <a:ln>
            <a:noFill/>
          </a:ln>
        </p:spPr>
      </p:sp>
      <p:sp>
        <p:nvSpPr>
          <p:cNvPr id="417" name="Google Shape;417;p17"/>
          <p:cNvSpPr txBox="1"/>
          <p:nvPr/>
        </p:nvSpPr>
        <p:spPr>
          <a:xfrm>
            <a:off x="1408802" y="1640178"/>
            <a:ext cx="7056300" cy="1392000"/>
          </a:xfrm>
          <a:prstGeom prst="rect">
            <a:avLst/>
          </a:prstGeom>
          <a:noFill/>
          <a:ln>
            <a:noFill/>
          </a:ln>
        </p:spPr>
        <p:txBody>
          <a:bodyPr anchorCtr="0" anchor="t" bIns="0" lIns="0" spcFirstLastPara="1" rIns="0" wrap="square" tIns="0">
            <a:spAutoFit/>
          </a:bodyPr>
          <a:lstStyle/>
          <a:p>
            <a:pPr indent="0" lvl="0" marL="0" marR="0" rtl="0" algn="l">
              <a:lnSpc>
                <a:spcPct val="134413"/>
              </a:lnSpc>
              <a:spcBef>
                <a:spcPts val="0"/>
              </a:spcBef>
              <a:spcAft>
                <a:spcPts val="0"/>
              </a:spcAft>
              <a:buNone/>
            </a:pPr>
            <a:r>
              <a:rPr b="1" i="0" lang="en-US" sz="6698" u="none" cap="none" strike="noStrike">
                <a:solidFill>
                  <a:srgbClr val="000000"/>
                </a:solidFill>
                <a:latin typeface="Arial"/>
                <a:ea typeface="Arial"/>
                <a:cs typeface="Arial"/>
                <a:sym typeface="Arial"/>
              </a:rPr>
              <a:t>Direcciones MAC</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425" name="Shape 425"/>
        <p:cNvGrpSpPr/>
        <p:nvPr/>
      </p:nvGrpSpPr>
      <p:grpSpPr>
        <a:xfrm>
          <a:off x="0" y="0"/>
          <a:ext cx="0" cy="0"/>
          <a:chOff x="0" y="0"/>
          <a:chExt cx="0" cy="0"/>
        </a:xfrm>
      </p:grpSpPr>
      <p:sp>
        <p:nvSpPr>
          <p:cNvPr id="426" name="Google Shape;426;p18"/>
          <p:cNvSpPr/>
          <p:nvPr/>
        </p:nvSpPr>
        <p:spPr>
          <a:xfrm rot="5987975">
            <a:off x="16813139" y="7906835"/>
            <a:ext cx="2227135" cy="4114800"/>
          </a:xfrm>
          <a:custGeom>
            <a:rect b="b" l="l" r="r" t="t"/>
            <a:pathLst>
              <a:path extrusionOk="0" h="5486400" w="2969514">
                <a:moveTo>
                  <a:pt x="0" y="0"/>
                </a:moveTo>
                <a:lnTo>
                  <a:pt x="2969514" y="0"/>
                </a:lnTo>
                <a:lnTo>
                  <a:pt x="2969514" y="5486400"/>
                </a:lnTo>
                <a:lnTo>
                  <a:pt x="0" y="5486400"/>
                </a:lnTo>
                <a:lnTo>
                  <a:pt x="0" y="0"/>
                </a:lnTo>
                <a:close/>
              </a:path>
            </a:pathLst>
          </a:custGeom>
          <a:blipFill rotWithShape="1">
            <a:blip r:embed="rId3">
              <a:alphaModFix/>
            </a:blip>
            <a:stretch>
              <a:fillRect b="-23" l="0" r="0" t="-22"/>
            </a:stretch>
          </a:blipFill>
          <a:ln>
            <a:noFill/>
          </a:ln>
        </p:spPr>
      </p:sp>
      <p:sp>
        <p:nvSpPr>
          <p:cNvPr id="427" name="Google Shape;427;p18"/>
          <p:cNvSpPr/>
          <p:nvPr/>
        </p:nvSpPr>
        <p:spPr>
          <a:xfrm rot="4705922">
            <a:off x="13742333" y="-2093217"/>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4">
              <a:alphaModFix/>
            </a:blip>
            <a:stretch>
              <a:fillRect b="0" l="-25" r="-24" t="0"/>
            </a:stretch>
          </a:blipFill>
          <a:ln>
            <a:noFill/>
          </a:ln>
        </p:spPr>
      </p:sp>
      <p:sp>
        <p:nvSpPr>
          <p:cNvPr id="428" name="Google Shape;428;p18"/>
          <p:cNvSpPr/>
          <p:nvPr/>
        </p:nvSpPr>
        <p:spPr>
          <a:xfrm>
            <a:off x="2371235" y="304095"/>
            <a:ext cx="8719089" cy="11124819"/>
          </a:xfrm>
          <a:custGeom>
            <a:rect b="b" l="l" r="r" t="t"/>
            <a:pathLst>
              <a:path extrusionOk="0" h="14833092" w="11625453">
                <a:moveTo>
                  <a:pt x="0" y="0"/>
                </a:moveTo>
                <a:lnTo>
                  <a:pt x="11625453" y="0"/>
                </a:lnTo>
                <a:lnTo>
                  <a:pt x="11625453" y="14833092"/>
                </a:lnTo>
                <a:lnTo>
                  <a:pt x="0" y="14833092"/>
                </a:lnTo>
                <a:lnTo>
                  <a:pt x="0" y="0"/>
                </a:lnTo>
                <a:close/>
              </a:path>
            </a:pathLst>
          </a:custGeom>
          <a:blipFill rotWithShape="1">
            <a:blip r:embed="rId5">
              <a:alphaModFix/>
            </a:blip>
            <a:stretch>
              <a:fillRect b="0" l="-14" r="-14" t="0"/>
            </a:stretch>
          </a:blipFill>
          <a:ln>
            <a:noFill/>
          </a:ln>
        </p:spPr>
      </p:sp>
      <p:sp>
        <p:nvSpPr>
          <p:cNvPr id="429" name="Google Shape;429;p18"/>
          <p:cNvSpPr/>
          <p:nvPr/>
        </p:nvSpPr>
        <p:spPr>
          <a:xfrm>
            <a:off x="0" y="361085"/>
            <a:ext cx="2534127" cy="11067764"/>
          </a:xfrm>
          <a:custGeom>
            <a:rect b="b" l="l" r="r" t="t"/>
            <a:pathLst>
              <a:path extrusionOk="0" h="14757019" w="3378835">
                <a:moveTo>
                  <a:pt x="0" y="0"/>
                </a:moveTo>
                <a:lnTo>
                  <a:pt x="3378835" y="0"/>
                </a:lnTo>
                <a:lnTo>
                  <a:pt x="3378835" y="14757019"/>
                </a:lnTo>
                <a:lnTo>
                  <a:pt x="0" y="14757019"/>
                </a:lnTo>
                <a:lnTo>
                  <a:pt x="0" y="0"/>
                </a:lnTo>
                <a:close/>
              </a:path>
            </a:pathLst>
          </a:custGeom>
          <a:blipFill rotWithShape="1">
            <a:blip r:embed="rId6">
              <a:alphaModFix/>
            </a:blip>
            <a:stretch>
              <a:fillRect b="0" l="-121197" r="-121197" t="0"/>
            </a:stretch>
          </a:blipFill>
          <a:ln>
            <a:noFill/>
          </a:ln>
        </p:spPr>
      </p:sp>
      <p:sp>
        <p:nvSpPr>
          <p:cNvPr id="430" name="Google Shape;430;p18"/>
          <p:cNvSpPr/>
          <p:nvPr/>
        </p:nvSpPr>
        <p:spPr>
          <a:xfrm>
            <a:off x="14102587" y="2011653"/>
            <a:ext cx="2257616" cy="3326130"/>
          </a:xfrm>
          <a:custGeom>
            <a:rect b="b" l="l" r="r" t="t"/>
            <a:pathLst>
              <a:path extrusionOk="0" h="4434840" w="3010154">
                <a:moveTo>
                  <a:pt x="0" y="0"/>
                </a:moveTo>
                <a:lnTo>
                  <a:pt x="3010154" y="0"/>
                </a:lnTo>
                <a:lnTo>
                  <a:pt x="3010154" y="4434840"/>
                </a:lnTo>
                <a:lnTo>
                  <a:pt x="0" y="4434840"/>
                </a:lnTo>
                <a:lnTo>
                  <a:pt x="0" y="0"/>
                </a:lnTo>
                <a:close/>
              </a:path>
            </a:pathLst>
          </a:custGeom>
          <a:blipFill rotWithShape="1">
            <a:blip r:embed="rId7">
              <a:alphaModFix/>
            </a:blip>
            <a:stretch>
              <a:fillRect b="0" l="-25" r="-24" t="0"/>
            </a:stretch>
          </a:blipFill>
          <a:ln>
            <a:noFill/>
          </a:ln>
        </p:spPr>
      </p:sp>
      <p:sp>
        <p:nvSpPr>
          <p:cNvPr id="431" name="Google Shape;431;p18"/>
          <p:cNvSpPr/>
          <p:nvPr/>
        </p:nvSpPr>
        <p:spPr>
          <a:xfrm rot="-277003">
            <a:off x="9414232" y="-197774"/>
            <a:ext cx="1209770" cy="2452974"/>
          </a:xfrm>
          <a:custGeom>
            <a:rect b="b" l="l" r="r" t="t"/>
            <a:pathLst>
              <a:path extrusionOk="0" h="3270631" w="1613027">
                <a:moveTo>
                  <a:pt x="0" y="0"/>
                </a:moveTo>
                <a:lnTo>
                  <a:pt x="1613027" y="0"/>
                </a:lnTo>
                <a:lnTo>
                  <a:pt x="1613027" y="3270631"/>
                </a:lnTo>
                <a:lnTo>
                  <a:pt x="0" y="3270631"/>
                </a:lnTo>
                <a:lnTo>
                  <a:pt x="0" y="0"/>
                </a:lnTo>
                <a:close/>
              </a:path>
            </a:pathLst>
          </a:custGeom>
          <a:blipFill rotWithShape="1">
            <a:blip r:embed="rId8">
              <a:alphaModFix/>
            </a:blip>
            <a:stretch>
              <a:fillRect b="0" l="-56953" r="-56955" t="0"/>
            </a:stretch>
          </a:blipFill>
          <a:ln>
            <a:noFill/>
          </a:ln>
        </p:spPr>
      </p:sp>
      <p:sp>
        <p:nvSpPr>
          <p:cNvPr id="432" name="Google Shape;432;p18"/>
          <p:cNvSpPr/>
          <p:nvPr/>
        </p:nvSpPr>
        <p:spPr>
          <a:xfrm>
            <a:off x="9518047" y="5866489"/>
            <a:ext cx="8248174" cy="4142613"/>
          </a:xfrm>
          <a:custGeom>
            <a:rect b="b" l="l" r="r" t="t"/>
            <a:pathLst>
              <a:path extrusionOk="0" h="5523484" w="10997565">
                <a:moveTo>
                  <a:pt x="0" y="0"/>
                </a:moveTo>
                <a:lnTo>
                  <a:pt x="10997565" y="0"/>
                </a:lnTo>
                <a:lnTo>
                  <a:pt x="10997565" y="5523484"/>
                </a:lnTo>
                <a:lnTo>
                  <a:pt x="0" y="5523484"/>
                </a:lnTo>
                <a:lnTo>
                  <a:pt x="0" y="0"/>
                </a:lnTo>
                <a:close/>
              </a:path>
            </a:pathLst>
          </a:custGeom>
          <a:blipFill rotWithShape="1">
            <a:blip r:embed="rId9">
              <a:alphaModFix/>
            </a:blip>
            <a:stretch>
              <a:fillRect b="0" l="0" r="0" t="0"/>
            </a:stretch>
          </a:blipFill>
          <a:ln>
            <a:noFill/>
          </a:ln>
        </p:spPr>
      </p:sp>
      <p:sp>
        <p:nvSpPr>
          <p:cNvPr id="433" name="Google Shape;433;p18"/>
          <p:cNvSpPr txBox="1"/>
          <p:nvPr/>
        </p:nvSpPr>
        <p:spPr>
          <a:xfrm>
            <a:off x="990579" y="3430831"/>
            <a:ext cx="7892801" cy="5257800"/>
          </a:xfrm>
          <a:prstGeom prst="rect">
            <a:avLst/>
          </a:prstGeom>
          <a:noFill/>
          <a:ln>
            <a:noFill/>
          </a:ln>
        </p:spPr>
        <p:txBody>
          <a:bodyPr anchorCtr="0" anchor="t" bIns="0" lIns="0" spcFirstLastPara="1" rIns="0" wrap="square" tIns="0">
            <a:spAutoFit/>
          </a:bodyPr>
          <a:lstStyle/>
          <a:p>
            <a:pPr indent="0" lvl="0" marL="0" marR="0" rtl="0" algn="just">
              <a:lnSpc>
                <a:spcPct val="143977"/>
              </a:lnSpc>
              <a:spcBef>
                <a:spcPts val="0"/>
              </a:spcBef>
              <a:spcAft>
                <a:spcPts val="0"/>
              </a:spcAft>
              <a:buNone/>
            </a:pPr>
            <a:r>
              <a:rPr b="0" i="0" lang="en-US" sz="2499" u="none" cap="none" strike="noStrike">
                <a:solidFill>
                  <a:srgbClr val="000000"/>
                </a:solidFill>
                <a:latin typeface="DM Sans"/>
                <a:ea typeface="DM Sans"/>
                <a:cs typeface="DM Sans"/>
                <a:sym typeface="DM Sans"/>
              </a:rPr>
              <a:t>Estas direcciones son asignadas por el fabricante del dispositivo y no deben ser cambiadas.</a:t>
            </a:r>
            <a:endParaRPr/>
          </a:p>
          <a:p>
            <a:pPr indent="0" lvl="0" marL="0" marR="0" rtl="0" algn="just">
              <a:lnSpc>
                <a:spcPct val="80672"/>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0" lvl="0" marL="0" marR="0" rtl="0" algn="just">
              <a:lnSpc>
                <a:spcPct val="143977"/>
              </a:lnSpc>
              <a:spcBef>
                <a:spcPts val="0"/>
              </a:spcBef>
              <a:spcAft>
                <a:spcPts val="0"/>
              </a:spcAft>
              <a:buNone/>
            </a:pPr>
            <a:r>
              <a:rPr b="0" i="0" lang="en-US" sz="2499" u="none" cap="none" strike="noStrike">
                <a:solidFill>
                  <a:srgbClr val="000000"/>
                </a:solidFill>
                <a:latin typeface="DM Sans"/>
                <a:ea typeface="DM Sans"/>
                <a:cs typeface="DM Sans"/>
                <a:sym typeface="DM Sans"/>
              </a:rPr>
              <a:t>Es importante destacar que las direcciones MAC son específicas para un dispositivo y no pueden ser duplicadas en una misma red.</a:t>
            </a:r>
            <a:endParaRPr/>
          </a:p>
          <a:p>
            <a:pPr indent="0" lvl="0" marL="0" marR="0" rtl="0" algn="just">
              <a:lnSpc>
                <a:spcPct val="80672"/>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0" lvl="0" marL="0" marR="0" rtl="0" algn="just">
              <a:lnSpc>
                <a:spcPct val="143977"/>
              </a:lnSpc>
              <a:spcBef>
                <a:spcPts val="0"/>
              </a:spcBef>
              <a:spcAft>
                <a:spcPts val="0"/>
              </a:spcAft>
              <a:buNone/>
            </a:pPr>
            <a:r>
              <a:rPr b="0" i="0" lang="en-US" sz="2499" u="none" cap="none" strike="noStrike">
                <a:solidFill>
                  <a:srgbClr val="000000"/>
                </a:solidFill>
                <a:latin typeface="DM Sans"/>
                <a:ea typeface="DM Sans"/>
                <a:cs typeface="DM Sans"/>
                <a:sym typeface="DM Sans"/>
              </a:rPr>
              <a:t>Además, las direcciones MAC solo son visibles y utilizables en una red LAN y no se utilizan en redes WAN o Internet.</a:t>
            </a:r>
            <a:endParaRPr/>
          </a:p>
          <a:p>
            <a:pPr indent="0" lvl="0" marL="0" marR="0" rtl="0" algn="just">
              <a:lnSpc>
                <a:spcPct val="80672"/>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0" lvl="0" marL="0" marR="0" rtl="0" algn="just">
              <a:lnSpc>
                <a:spcPct val="143977"/>
              </a:lnSpc>
              <a:spcBef>
                <a:spcPts val="0"/>
              </a:spcBef>
              <a:spcAft>
                <a:spcPts val="0"/>
              </a:spcAft>
              <a:buNone/>
            </a:pPr>
            <a:r>
              <a:rPr b="0" i="0" lang="en-US" sz="2499" u="none" cap="none" strike="noStrike">
                <a:solidFill>
                  <a:srgbClr val="000000"/>
                </a:solidFill>
                <a:latin typeface="DM Sans"/>
                <a:ea typeface="DM Sans"/>
                <a:cs typeface="DM Sans"/>
                <a:sym typeface="DM Sans"/>
              </a:rPr>
              <a:t>Esto permite a los dispositivos en una red comunicarse entre sí de manera efectiva y sin conflicto.</a:t>
            </a:r>
            <a:endParaRPr/>
          </a:p>
        </p:txBody>
      </p:sp>
      <p:sp>
        <p:nvSpPr>
          <p:cNvPr id="434" name="Google Shape;434;p18"/>
          <p:cNvSpPr/>
          <p:nvPr/>
        </p:nvSpPr>
        <p:spPr>
          <a:xfrm rot="3945637">
            <a:off x="9645167" y="4437280"/>
            <a:ext cx="1209770" cy="2452974"/>
          </a:xfrm>
          <a:custGeom>
            <a:rect b="b" l="l" r="r" t="t"/>
            <a:pathLst>
              <a:path extrusionOk="0" h="3270631" w="1613027">
                <a:moveTo>
                  <a:pt x="0" y="0"/>
                </a:moveTo>
                <a:lnTo>
                  <a:pt x="1613027" y="0"/>
                </a:lnTo>
                <a:lnTo>
                  <a:pt x="1613027" y="3270631"/>
                </a:lnTo>
                <a:lnTo>
                  <a:pt x="0" y="3270631"/>
                </a:lnTo>
                <a:lnTo>
                  <a:pt x="0" y="0"/>
                </a:lnTo>
                <a:close/>
              </a:path>
            </a:pathLst>
          </a:custGeom>
          <a:blipFill rotWithShape="1">
            <a:blip r:embed="rId10">
              <a:alphaModFix/>
            </a:blip>
            <a:stretch>
              <a:fillRect b="0" l="-56953" r="-56955" t="0"/>
            </a:stretch>
          </a:blipFill>
          <a:ln>
            <a:noFill/>
          </a:ln>
        </p:spPr>
      </p:sp>
      <p:sp>
        <p:nvSpPr>
          <p:cNvPr id="435" name="Google Shape;435;p18"/>
          <p:cNvSpPr txBox="1"/>
          <p:nvPr/>
        </p:nvSpPr>
        <p:spPr>
          <a:xfrm>
            <a:off x="1408802" y="1640178"/>
            <a:ext cx="7056355" cy="1392047"/>
          </a:xfrm>
          <a:prstGeom prst="rect">
            <a:avLst/>
          </a:prstGeom>
          <a:noFill/>
          <a:ln>
            <a:noFill/>
          </a:ln>
        </p:spPr>
        <p:txBody>
          <a:bodyPr anchorCtr="0" anchor="t" bIns="0" lIns="0" spcFirstLastPara="1" rIns="0" wrap="square" tIns="0">
            <a:spAutoFit/>
          </a:bodyPr>
          <a:lstStyle/>
          <a:p>
            <a:pPr indent="0" lvl="0" marL="0" marR="0" rtl="0" algn="l">
              <a:lnSpc>
                <a:spcPct val="134413"/>
              </a:lnSpc>
              <a:spcBef>
                <a:spcPts val="0"/>
              </a:spcBef>
              <a:spcAft>
                <a:spcPts val="0"/>
              </a:spcAft>
              <a:buNone/>
            </a:pPr>
            <a:r>
              <a:rPr b="1" i="0" lang="en-US" sz="6698" u="none" cap="none" strike="noStrike">
                <a:solidFill>
                  <a:srgbClr val="000000"/>
                </a:solidFill>
                <a:latin typeface="Arial"/>
                <a:ea typeface="Arial"/>
                <a:cs typeface="Arial"/>
                <a:sym typeface="Arial"/>
              </a:rPr>
              <a:t>Direcciones MAC</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CD46"/>
        </a:solidFill>
      </p:bgPr>
    </p:bg>
    <p:spTree>
      <p:nvGrpSpPr>
        <p:cNvPr id="443" name="Shape 443"/>
        <p:cNvGrpSpPr/>
        <p:nvPr/>
      </p:nvGrpSpPr>
      <p:grpSpPr>
        <a:xfrm>
          <a:off x="0" y="0"/>
          <a:ext cx="0" cy="0"/>
          <a:chOff x="0" y="0"/>
          <a:chExt cx="0" cy="0"/>
        </a:xfrm>
      </p:grpSpPr>
      <p:sp>
        <p:nvSpPr>
          <p:cNvPr id="444" name="Google Shape;444;p19"/>
          <p:cNvSpPr/>
          <p:nvPr/>
        </p:nvSpPr>
        <p:spPr>
          <a:xfrm rot="549959">
            <a:off x="13155157" y="3870133"/>
            <a:ext cx="2968561" cy="4771453"/>
          </a:xfrm>
          <a:custGeom>
            <a:rect b="b" l="l" r="r" t="t"/>
            <a:pathLst>
              <a:path extrusionOk="0" h="6361938" w="3958082">
                <a:moveTo>
                  <a:pt x="0" y="0"/>
                </a:moveTo>
                <a:lnTo>
                  <a:pt x="3958082" y="0"/>
                </a:lnTo>
                <a:lnTo>
                  <a:pt x="3958082" y="6361938"/>
                </a:lnTo>
                <a:lnTo>
                  <a:pt x="0" y="6361938"/>
                </a:lnTo>
                <a:lnTo>
                  <a:pt x="0" y="0"/>
                </a:lnTo>
                <a:close/>
              </a:path>
            </a:pathLst>
          </a:custGeom>
          <a:blipFill rotWithShape="1">
            <a:blip r:embed="rId3">
              <a:alphaModFix/>
            </a:blip>
            <a:stretch>
              <a:fillRect b="0" l="-72446" r="-72446" t="0"/>
            </a:stretch>
          </a:blipFill>
          <a:ln>
            <a:noFill/>
          </a:ln>
        </p:spPr>
      </p:sp>
      <p:sp>
        <p:nvSpPr>
          <p:cNvPr id="445" name="Google Shape;445;p19"/>
          <p:cNvSpPr/>
          <p:nvPr/>
        </p:nvSpPr>
        <p:spPr>
          <a:xfrm rot="-266862">
            <a:off x="9161431" y="2654384"/>
            <a:ext cx="5990463" cy="5839587"/>
          </a:xfrm>
          <a:custGeom>
            <a:rect b="b" l="l" r="r" t="t"/>
            <a:pathLst>
              <a:path extrusionOk="0" h="7786116" w="7987284">
                <a:moveTo>
                  <a:pt x="0" y="0"/>
                </a:moveTo>
                <a:lnTo>
                  <a:pt x="7987284" y="0"/>
                </a:lnTo>
                <a:lnTo>
                  <a:pt x="7987284" y="7786116"/>
                </a:lnTo>
                <a:lnTo>
                  <a:pt x="0" y="7786116"/>
                </a:lnTo>
                <a:lnTo>
                  <a:pt x="0" y="0"/>
                </a:lnTo>
                <a:close/>
              </a:path>
            </a:pathLst>
          </a:custGeom>
          <a:blipFill rotWithShape="1">
            <a:blip r:embed="rId4">
              <a:alphaModFix/>
            </a:blip>
            <a:stretch>
              <a:fillRect b="-22443" l="0" r="0" t="-22444"/>
            </a:stretch>
          </a:blipFill>
          <a:ln>
            <a:noFill/>
          </a:ln>
        </p:spPr>
      </p:sp>
      <p:sp>
        <p:nvSpPr>
          <p:cNvPr id="446" name="Google Shape;446;p19"/>
          <p:cNvSpPr/>
          <p:nvPr/>
        </p:nvSpPr>
        <p:spPr>
          <a:xfrm rot="141362">
            <a:off x="9516945" y="2355262"/>
            <a:ext cx="6185630" cy="6185630"/>
          </a:xfrm>
          <a:custGeom>
            <a:rect b="b" l="l" r="r" t="t"/>
            <a:pathLst>
              <a:path extrusionOk="0" h="8247507" w="8247507">
                <a:moveTo>
                  <a:pt x="0" y="0"/>
                </a:moveTo>
                <a:lnTo>
                  <a:pt x="8247507" y="0"/>
                </a:lnTo>
                <a:lnTo>
                  <a:pt x="8247507" y="8247507"/>
                </a:lnTo>
                <a:lnTo>
                  <a:pt x="0" y="8247507"/>
                </a:lnTo>
                <a:lnTo>
                  <a:pt x="0" y="0"/>
                </a:lnTo>
                <a:close/>
              </a:path>
            </a:pathLst>
          </a:custGeom>
          <a:blipFill rotWithShape="1">
            <a:blip r:embed="rId5">
              <a:alphaModFix/>
            </a:blip>
            <a:stretch>
              <a:fillRect b="0" l="0" r="0" t="0"/>
            </a:stretch>
          </a:blipFill>
          <a:ln>
            <a:noFill/>
          </a:ln>
        </p:spPr>
      </p:sp>
      <p:sp>
        <p:nvSpPr>
          <p:cNvPr id="447" name="Google Shape;447;p19"/>
          <p:cNvSpPr/>
          <p:nvPr/>
        </p:nvSpPr>
        <p:spPr>
          <a:xfrm rot="10472255">
            <a:off x="15552842" y="-1626396"/>
            <a:ext cx="5396484" cy="4114800"/>
          </a:xfrm>
          <a:custGeom>
            <a:rect b="b" l="l" r="r" t="t"/>
            <a:pathLst>
              <a:path extrusionOk="0" h="5486400" w="7195312">
                <a:moveTo>
                  <a:pt x="0" y="0"/>
                </a:moveTo>
                <a:lnTo>
                  <a:pt x="7195312" y="0"/>
                </a:lnTo>
                <a:lnTo>
                  <a:pt x="7195312" y="5486400"/>
                </a:lnTo>
                <a:lnTo>
                  <a:pt x="0" y="5486400"/>
                </a:lnTo>
                <a:lnTo>
                  <a:pt x="0" y="0"/>
                </a:lnTo>
                <a:close/>
              </a:path>
            </a:pathLst>
          </a:custGeom>
          <a:blipFill rotWithShape="1">
            <a:blip r:embed="rId6">
              <a:alphaModFix/>
            </a:blip>
            <a:stretch>
              <a:fillRect b="0" l="-7" r="-6" t="0"/>
            </a:stretch>
          </a:blipFill>
          <a:ln>
            <a:noFill/>
          </a:ln>
        </p:spPr>
      </p:sp>
      <p:sp>
        <p:nvSpPr>
          <p:cNvPr id="448" name="Google Shape;448;p19"/>
          <p:cNvSpPr/>
          <p:nvPr/>
        </p:nvSpPr>
        <p:spPr>
          <a:xfrm rot="-7239578">
            <a:off x="-916156" y="-1028700"/>
            <a:ext cx="2227135" cy="4114800"/>
          </a:xfrm>
          <a:custGeom>
            <a:rect b="b" l="l" r="r" t="t"/>
            <a:pathLst>
              <a:path extrusionOk="0" h="5486400" w="2969514">
                <a:moveTo>
                  <a:pt x="0" y="0"/>
                </a:moveTo>
                <a:lnTo>
                  <a:pt x="2969514" y="0"/>
                </a:lnTo>
                <a:lnTo>
                  <a:pt x="2969514" y="5486400"/>
                </a:lnTo>
                <a:lnTo>
                  <a:pt x="0" y="5486400"/>
                </a:lnTo>
                <a:lnTo>
                  <a:pt x="0" y="0"/>
                </a:lnTo>
                <a:close/>
              </a:path>
            </a:pathLst>
          </a:custGeom>
          <a:blipFill rotWithShape="1">
            <a:blip r:embed="rId7">
              <a:alphaModFix/>
            </a:blip>
            <a:stretch>
              <a:fillRect b="-23" l="0" r="0" t="-22"/>
            </a:stretch>
          </a:blipFill>
          <a:ln>
            <a:noFill/>
          </a:ln>
        </p:spPr>
      </p:sp>
      <p:sp>
        <p:nvSpPr>
          <p:cNvPr id="449" name="Google Shape;449;p19"/>
          <p:cNvSpPr/>
          <p:nvPr/>
        </p:nvSpPr>
        <p:spPr>
          <a:xfrm rot="10252938">
            <a:off x="8709959" y="-1552088"/>
            <a:ext cx="4257960" cy="2458974"/>
          </a:xfrm>
          <a:custGeom>
            <a:rect b="b" l="l" r="r" t="t"/>
            <a:pathLst>
              <a:path extrusionOk="0" h="3278632" w="5677281">
                <a:moveTo>
                  <a:pt x="0" y="0"/>
                </a:moveTo>
                <a:lnTo>
                  <a:pt x="5677281" y="0"/>
                </a:lnTo>
                <a:lnTo>
                  <a:pt x="5677281" y="3278632"/>
                </a:lnTo>
                <a:lnTo>
                  <a:pt x="0" y="3278632"/>
                </a:lnTo>
                <a:lnTo>
                  <a:pt x="0" y="0"/>
                </a:lnTo>
                <a:close/>
              </a:path>
            </a:pathLst>
          </a:custGeom>
          <a:blipFill rotWithShape="1">
            <a:blip r:embed="rId8">
              <a:alphaModFix/>
            </a:blip>
            <a:stretch>
              <a:fillRect b="0" l="-49" r="-48" t="0"/>
            </a:stretch>
          </a:blipFill>
          <a:ln>
            <a:noFill/>
          </a:ln>
        </p:spPr>
      </p:sp>
      <p:sp>
        <p:nvSpPr>
          <p:cNvPr id="450" name="Google Shape;450;p19"/>
          <p:cNvSpPr/>
          <p:nvPr/>
        </p:nvSpPr>
        <p:spPr>
          <a:xfrm rot="5947534">
            <a:off x="3555012" y="-2929516"/>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9">
              <a:alphaModFix/>
            </a:blip>
            <a:stretch>
              <a:fillRect b="0" l="-25" r="-24" t="0"/>
            </a:stretch>
          </a:blipFill>
          <a:ln>
            <a:noFill/>
          </a:ln>
        </p:spPr>
      </p:sp>
      <p:sp>
        <p:nvSpPr>
          <p:cNvPr id="451" name="Google Shape;451;p19"/>
          <p:cNvSpPr/>
          <p:nvPr/>
        </p:nvSpPr>
        <p:spPr>
          <a:xfrm>
            <a:off x="-1476562" y="7799941"/>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9">
              <a:alphaModFix/>
            </a:blip>
            <a:stretch>
              <a:fillRect b="0" l="-25" r="-24" t="0"/>
            </a:stretch>
          </a:blipFill>
          <a:ln>
            <a:noFill/>
          </a:ln>
        </p:spPr>
      </p:sp>
      <p:sp>
        <p:nvSpPr>
          <p:cNvPr id="452" name="Google Shape;452;p19"/>
          <p:cNvSpPr/>
          <p:nvPr/>
        </p:nvSpPr>
        <p:spPr>
          <a:xfrm rot="-9994124">
            <a:off x="4019770" y="9355537"/>
            <a:ext cx="5875687" cy="3238976"/>
          </a:xfrm>
          <a:custGeom>
            <a:rect b="b" l="l" r="r" t="t"/>
            <a:pathLst>
              <a:path extrusionOk="0" h="4318635" w="7834249">
                <a:moveTo>
                  <a:pt x="0" y="0"/>
                </a:moveTo>
                <a:lnTo>
                  <a:pt x="7834249" y="0"/>
                </a:lnTo>
                <a:lnTo>
                  <a:pt x="7834249" y="4318635"/>
                </a:lnTo>
                <a:lnTo>
                  <a:pt x="0" y="4318635"/>
                </a:lnTo>
                <a:lnTo>
                  <a:pt x="0" y="0"/>
                </a:lnTo>
                <a:close/>
              </a:path>
            </a:pathLst>
          </a:custGeom>
          <a:blipFill rotWithShape="1">
            <a:blip r:embed="rId10">
              <a:alphaModFix/>
            </a:blip>
            <a:stretch>
              <a:fillRect b="-1" l="0" r="0" t="-1"/>
            </a:stretch>
          </a:blipFill>
          <a:ln>
            <a:noFill/>
          </a:ln>
        </p:spPr>
      </p:sp>
      <p:sp>
        <p:nvSpPr>
          <p:cNvPr id="453" name="Google Shape;453;p19"/>
          <p:cNvSpPr/>
          <p:nvPr/>
        </p:nvSpPr>
        <p:spPr>
          <a:xfrm rot="-5400000">
            <a:off x="16377281" y="7799929"/>
            <a:ext cx="5396484" cy="4114800"/>
          </a:xfrm>
          <a:custGeom>
            <a:rect b="b" l="l" r="r" t="t"/>
            <a:pathLst>
              <a:path extrusionOk="0" h="5486400" w="7195312">
                <a:moveTo>
                  <a:pt x="0" y="0"/>
                </a:moveTo>
                <a:lnTo>
                  <a:pt x="7195312" y="0"/>
                </a:lnTo>
                <a:lnTo>
                  <a:pt x="7195312" y="5486400"/>
                </a:lnTo>
                <a:lnTo>
                  <a:pt x="0" y="5486400"/>
                </a:lnTo>
                <a:lnTo>
                  <a:pt x="0" y="0"/>
                </a:lnTo>
                <a:close/>
              </a:path>
            </a:pathLst>
          </a:custGeom>
          <a:blipFill rotWithShape="1">
            <a:blip r:embed="rId6">
              <a:alphaModFix/>
            </a:blip>
            <a:stretch>
              <a:fillRect b="0" l="-7" r="-6" t="0"/>
            </a:stretch>
          </a:blipFill>
          <a:ln>
            <a:noFill/>
          </a:ln>
        </p:spPr>
      </p:sp>
      <p:sp>
        <p:nvSpPr>
          <p:cNvPr id="454" name="Google Shape;454;p19"/>
          <p:cNvSpPr/>
          <p:nvPr/>
        </p:nvSpPr>
        <p:spPr>
          <a:xfrm rot="353451">
            <a:off x="11564385" y="2069334"/>
            <a:ext cx="2197418" cy="723138"/>
          </a:xfrm>
          <a:custGeom>
            <a:rect b="b" l="l" r="r" t="t"/>
            <a:pathLst>
              <a:path extrusionOk="0" h="964184" w="2929890">
                <a:moveTo>
                  <a:pt x="0" y="0"/>
                </a:moveTo>
                <a:lnTo>
                  <a:pt x="2929890" y="0"/>
                </a:lnTo>
                <a:lnTo>
                  <a:pt x="2929890" y="964184"/>
                </a:lnTo>
                <a:lnTo>
                  <a:pt x="0" y="964184"/>
                </a:lnTo>
                <a:lnTo>
                  <a:pt x="0" y="0"/>
                </a:lnTo>
                <a:close/>
              </a:path>
            </a:pathLst>
          </a:custGeom>
          <a:blipFill rotWithShape="1">
            <a:blip r:embed="rId11">
              <a:alphaModFix/>
            </a:blip>
            <a:stretch>
              <a:fillRect b="0" l="-60" r="-58" t="0"/>
            </a:stretch>
          </a:blipFill>
          <a:ln>
            <a:noFill/>
          </a:ln>
        </p:spPr>
      </p:sp>
      <p:sp>
        <p:nvSpPr>
          <p:cNvPr id="455" name="Google Shape;455;p19"/>
          <p:cNvSpPr/>
          <p:nvPr/>
        </p:nvSpPr>
        <p:spPr>
          <a:xfrm>
            <a:off x="810356" y="2230499"/>
            <a:ext cx="7481316" cy="5180838"/>
          </a:xfrm>
          <a:custGeom>
            <a:rect b="b" l="l" r="r" t="t"/>
            <a:pathLst>
              <a:path extrusionOk="0" h="6907784" w="9975088">
                <a:moveTo>
                  <a:pt x="0" y="0"/>
                </a:moveTo>
                <a:lnTo>
                  <a:pt x="9975088" y="0"/>
                </a:lnTo>
                <a:lnTo>
                  <a:pt x="9975088" y="6907784"/>
                </a:lnTo>
                <a:lnTo>
                  <a:pt x="0" y="6907784"/>
                </a:lnTo>
                <a:lnTo>
                  <a:pt x="0" y="0"/>
                </a:lnTo>
                <a:close/>
              </a:path>
            </a:pathLst>
          </a:custGeom>
          <a:blipFill rotWithShape="1">
            <a:blip r:embed="rId12">
              <a:alphaModFix/>
            </a:blip>
            <a:stretch>
              <a:fillRect b="0" l="0" r="0" t="0"/>
            </a:stretch>
          </a:blipFill>
          <a:ln>
            <a:noFill/>
          </a:ln>
        </p:spPr>
      </p:sp>
      <p:sp>
        <p:nvSpPr>
          <p:cNvPr id="456" name="Google Shape;456;p19"/>
          <p:cNvSpPr/>
          <p:nvPr/>
        </p:nvSpPr>
        <p:spPr>
          <a:xfrm rot="141688">
            <a:off x="9642328" y="3345695"/>
            <a:ext cx="6025134" cy="4099464"/>
          </a:xfrm>
          <a:custGeom>
            <a:rect b="b" l="l" r="r" t="t"/>
            <a:pathLst>
              <a:path extrusionOk="0" h="5465953" w="8033512">
                <a:moveTo>
                  <a:pt x="0" y="0"/>
                </a:moveTo>
                <a:lnTo>
                  <a:pt x="8033512" y="0"/>
                </a:lnTo>
                <a:lnTo>
                  <a:pt x="8033512" y="5465953"/>
                </a:lnTo>
                <a:lnTo>
                  <a:pt x="0" y="5465953"/>
                </a:lnTo>
                <a:lnTo>
                  <a:pt x="0" y="0"/>
                </a:lnTo>
                <a:close/>
              </a:path>
            </a:pathLst>
          </a:custGeom>
          <a:blipFill rotWithShape="1">
            <a:blip r:embed="rId13">
              <a:alphaModFix/>
            </a:blip>
            <a:stretch>
              <a:fillRect b="0" l="0" r="0" t="0"/>
            </a:stretch>
          </a:blipFill>
          <a:ln>
            <a:noFill/>
          </a:ln>
        </p:spPr>
      </p:sp>
      <p:sp>
        <p:nvSpPr>
          <p:cNvPr id="457" name="Google Shape;457;p19"/>
          <p:cNvSpPr txBox="1"/>
          <p:nvPr/>
        </p:nvSpPr>
        <p:spPr>
          <a:xfrm>
            <a:off x="12946186" y="82616"/>
            <a:ext cx="3386551" cy="1815943"/>
          </a:xfrm>
          <a:prstGeom prst="rect">
            <a:avLst/>
          </a:prstGeom>
          <a:noFill/>
          <a:ln>
            <a:noFill/>
          </a:ln>
        </p:spPr>
        <p:txBody>
          <a:bodyPr anchorCtr="0" anchor="t" bIns="0" lIns="0" spcFirstLastPara="1" rIns="0" wrap="square" tIns="0">
            <a:spAutoFit/>
          </a:bodyPr>
          <a:lstStyle/>
          <a:p>
            <a:pPr indent="0" lvl="0" marL="0" marR="0" rtl="0" algn="l">
              <a:lnSpc>
                <a:spcPct val="134397"/>
              </a:lnSpc>
              <a:spcBef>
                <a:spcPts val="0"/>
              </a:spcBef>
              <a:spcAft>
                <a:spcPts val="0"/>
              </a:spcAft>
              <a:buNone/>
            </a:pPr>
            <a:r>
              <a:rPr b="1" i="0" lang="en-US" sz="8864" u="none" cap="none" strike="noStrike">
                <a:solidFill>
                  <a:srgbClr val="000000"/>
                </a:solidFill>
                <a:latin typeface="Arial"/>
                <a:ea typeface="Arial"/>
                <a:cs typeface="Arial"/>
                <a:sym typeface="Arial"/>
              </a:rPr>
              <a:t>HUB</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465" name="Shape 465"/>
        <p:cNvGrpSpPr/>
        <p:nvPr/>
      </p:nvGrpSpPr>
      <p:grpSpPr>
        <a:xfrm>
          <a:off x="0" y="0"/>
          <a:ext cx="0" cy="0"/>
          <a:chOff x="0" y="0"/>
          <a:chExt cx="0" cy="0"/>
        </a:xfrm>
      </p:grpSpPr>
      <p:sp>
        <p:nvSpPr>
          <p:cNvPr id="466" name="Google Shape;466;p20"/>
          <p:cNvSpPr/>
          <p:nvPr/>
        </p:nvSpPr>
        <p:spPr>
          <a:xfrm>
            <a:off x="11598131" y="2701746"/>
            <a:ext cx="5661169" cy="5389161"/>
          </a:xfrm>
          <a:custGeom>
            <a:rect b="b" l="l" r="r" t="t"/>
            <a:pathLst>
              <a:path extrusionOk="0" h="5389161" w="5661169">
                <a:moveTo>
                  <a:pt x="0" y="0"/>
                </a:moveTo>
                <a:lnTo>
                  <a:pt x="5661170" y="0"/>
                </a:lnTo>
                <a:lnTo>
                  <a:pt x="5661170" y="5389161"/>
                </a:lnTo>
                <a:lnTo>
                  <a:pt x="0" y="5389161"/>
                </a:lnTo>
                <a:lnTo>
                  <a:pt x="0" y="0"/>
                </a:lnTo>
                <a:close/>
              </a:path>
            </a:pathLst>
          </a:custGeom>
          <a:blipFill rotWithShape="1">
            <a:blip r:embed="rId3">
              <a:alphaModFix/>
            </a:blip>
            <a:stretch>
              <a:fillRect b="0" l="0" r="0" t="0"/>
            </a:stretch>
          </a:blipFill>
          <a:ln>
            <a:noFill/>
          </a:ln>
        </p:spPr>
      </p:sp>
      <p:sp>
        <p:nvSpPr>
          <p:cNvPr id="467" name="Google Shape;467;p20"/>
          <p:cNvSpPr/>
          <p:nvPr/>
        </p:nvSpPr>
        <p:spPr>
          <a:xfrm rot="5987975">
            <a:off x="16813139" y="7906835"/>
            <a:ext cx="2227135" cy="4114800"/>
          </a:xfrm>
          <a:custGeom>
            <a:rect b="b" l="l" r="r" t="t"/>
            <a:pathLst>
              <a:path extrusionOk="0" h="5486400" w="2969514">
                <a:moveTo>
                  <a:pt x="0" y="0"/>
                </a:moveTo>
                <a:lnTo>
                  <a:pt x="2969514" y="0"/>
                </a:lnTo>
                <a:lnTo>
                  <a:pt x="2969514" y="5486400"/>
                </a:lnTo>
                <a:lnTo>
                  <a:pt x="0" y="5486400"/>
                </a:lnTo>
                <a:lnTo>
                  <a:pt x="0" y="0"/>
                </a:lnTo>
                <a:close/>
              </a:path>
            </a:pathLst>
          </a:custGeom>
          <a:blipFill rotWithShape="1">
            <a:blip r:embed="rId4">
              <a:alphaModFix/>
            </a:blip>
            <a:stretch>
              <a:fillRect b="-23" l="0" r="0" t="-22"/>
            </a:stretch>
          </a:blipFill>
          <a:ln>
            <a:noFill/>
          </a:ln>
        </p:spPr>
      </p:sp>
      <p:sp>
        <p:nvSpPr>
          <p:cNvPr id="468" name="Google Shape;468;p20"/>
          <p:cNvSpPr/>
          <p:nvPr/>
        </p:nvSpPr>
        <p:spPr>
          <a:xfrm rot="4705922">
            <a:off x="13742333" y="-2093217"/>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5">
              <a:alphaModFix/>
            </a:blip>
            <a:stretch>
              <a:fillRect b="0" l="-25" r="-24" t="0"/>
            </a:stretch>
          </a:blipFill>
          <a:ln>
            <a:noFill/>
          </a:ln>
        </p:spPr>
      </p:sp>
      <p:sp>
        <p:nvSpPr>
          <p:cNvPr id="469" name="Google Shape;469;p20"/>
          <p:cNvSpPr/>
          <p:nvPr/>
        </p:nvSpPr>
        <p:spPr>
          <a:xfrm>
            <a:off x="2371235" y="711039"/>
            <a:ext cx="8719089" cy="11124819"/>
          </a:xfrm>
          <a:custGeom>
            <a:rect b="b" l="l" r="r" t="t"/>
            <a:pathLst>
              <a:path extrusionOk="0" h="14833092" w="11625453">
                <a:moveTo>
                  <a:pt x="0" y="0"/>
                </a:moveTo>
                <a:lnTo>
                  <a:pt x="11625453" y="0"/>
                </a:lnTo>
                <a:lnTo>
                  <a:pt x="11625453" y="14833092"/>
                </a:lnTo>
                <a:lnTo>
                  <a:pt x="0" y="14833092"/>
                </a:lnTo>
                <a:lnTo>
                  <a:pt x="0" y="0"/>
                </a:lnTo>
                <a:close/>
              </a:path>
            </a:pathLst>
          </a:custGeom>
          <a:blipFill rotWithShape="1">
            <a:blip r:embed="rId6">
              <a:alphaModFix/>
            </a:blip>
            <a:stretch>
              <a:fillRect b="0" l="-14" r="-14" t="0"/>
            </a:stretch>
          </a:blipFill>
          <a:ln>
            <a:noFill/>
          </a:ln>
        </p:spPr>
      </p:sp>
      <p:sp>
        <p:nvSpPr>
          <p:cNvPr id="470" name="Google Shape;470;p20"/>
          <p:cNvSpPr/>
          <p:nvPr/>
        </p:nvSpPr>
        <p:spPr>
          <a:xfrm>
            <a:off x="0" y="768029"/>
            <a:ext cx="2534127" cy="11067764"/>
          </a:xfrm>
          <a:custGeom>
            <a:rect b="b" l="l" r="r" t="t"/>
            <a:pathLst>
              <a:path extrusionOk="0" h="14757019" w="3378835">
                <a:moveTo>
                  <a:pt x="0" y="0"/>
                </a:moveTo>
                <a:lnTo>
                  <a:pt x="3378835" y="0"/>
                </a:lnTo>
                <a:lnTo>
                  <a:pt x="3378835" y="14757019"/>
                </a:lnTo>
                <a:lnTo>
                  <a:pt x="0" y="14757019"/>
                </a:lnTo>
                <a:lnTo>
                  <a:pt x="0" y="0"/>
                </a:lnTo>
                <a:close/>
              </a:path>
            </a:pathLst>
          </a:custGeom>
          <a:blipFill rotWithShape="1">
            <a:blip r:embed="rId7">
              <a:alphaModFix/>
            </a:blip>
            <a:stretch>
              <a:fillRect b="0" l="-121197" r="-121197" t="0"/>
            </a:stretch>
          </a:blipFill>
          <a:ln>
            <a:noFill/>
          </a:ln>
        </p:spPr>
      </p:sp>
      <p:sp>
        <p:nvSpPr>
          <p:cNvPr id="471" name="Google Shape;471;p20"/>
          <p:cNvSpPr/>
          <p:nvPr/>
        </p:nvSpPr>
        <p:spPr>
          <a:xfrm rot="426253">
            <a:off x="12043110" y="2986574"/>
            <a:ext cx="4798409" cy="4798409"/>
          </a:xfrm>
          <a:custGeom>
            <a:rect b="b" l="l" r="r" t="t"/>
            <a:pathLst>
              <a:path extrusionOk="0" h="6397879" w="6397879">
                <a:moveTo>
                  <a:pt x="0" y="0"/>
                </a:moveTo>
                <a:lnTo>
                  <a:pt x="6397879" y="0"/>
                </a:lnTo>
                <a:lnTo>
                  <a:pt x="6397879" y="6397879"/>
                </a:lnTo>
                <a:lnTo>
                  <a:pt x="0" y="6397879"/>
                </a:lnTo>
                <a:lnTo>
                  <a:pt x="0" y="0"/>
                </a:lnTo>
                <a:close/>
              </a:path>
            </a:pathLst>
          </a:custGeom>
          <a:blipFill rotWithShape="1">
            <a:blip r:embed="rId8">
              <a:alphaModFix/>
            </a:blip>
            <a:stretch>
              <a:fillRect b="0" l="0" r="0" t="0"/>
            </a:stretch>
          </a:blipFill>
          <a:ln>
            <a:noFill/>
          </a:ln>
        </p:spPr>
      </p:sp>
      <p:sp>
        <p:nvSpPr>
          <p:cNvPr id="472" name="Google Shape;472;p20"/>
          <p:cNvSpPr/>
          <p:nvPr/>
        </p:nvSpPr>
        <p:spPr>
          <a:xfrm rot="696523">
            <a:off x="13857919" y="2715480"/>
            <a:ext cx="1925003" cy="633507"/>
          </a:xfrm>
          <a:custGeom>
            <a:rect b="b" l="l" r="r" t="t"/>
            <a:pathLst>
              <a:path extrusionOk="0" h="844677" w="2566670">
                <a:moveTo>
                  <a:pt x="0" y="0"/>
                </a:moveTo>
                <a:lnTo>
                  <a:pt x="2566670" y="0"/>
                </a:lnTo>
                <a:lnTo>
                  <a:pt x="2566670" y="844677"/>
                </a:lnTo>
                <a:lnTo>
                  <a:pt x="0" y="844677"/>
                </a:lnTo>
                <a:lnTo>
                  <a:pt x="0" y="0"/>
                </a:lnTo>
                <a:close/>
              </a:path>
            </a:pathLst>
          </a:custGeom>
          <a:blipFill rotWithShape="1">
            <a:blip r:embed="rId9">
              <a:alphaModFix/>
            </a:blip>
            <a:stretch>
              <a:fillRect b="1" l="-60" r="-58" t="0"/>
            </a:stretch>
          </a:blipFill>
          <a:ln>
            <a:noFill/>
          </a:ln>
        </p:spPr>
      </p:sp>
      <p:sp>
        <p:nvSpPr>
          <p:cNvPr id="473" name="Google Shape;473;p20"/>
          <p:cNvSpPr/>
          <p:nvPr/>
        </p:nvSpPr>
        <p:spPr>
          <a:xfrm>
            <a:off x="10938857" y="6088306"/>
            <a:ext cx="2257616" cy="3326130"/>
          </a:xfrm>
          <a:custGeom>
            <a:rect b="b" l="l" r="r" t="t"/>
            <a:pathLst>
              <a:path extrusionOk="0" h="4434840" w="3010154">
                <a:moveTo>
                  <a:pt x="0" y="0"/>
                </a:moveTo>
                <a:lnTo>
                  <a:pt x="3010154" y="0"/>
                </a:lnTo>
                <a:lnTo>
                  <a:pt x="3010154" y="4434840"/>
                </a:lnTo>
                <a:lnTo>
                  <a:pt x="0" y="4434840"/>
                </a:lnTo>
                <a:lnTo>
                  <a:pt x="0" y="0"/>
                </a:lnTo>
                <a:close/>
              </a:path>
            </a:pathLst>
          </a:custGeom>
          <a:blipFill rotWithShape="1">
            <a:blip r:embed="rId10">
              <a:alphaModFix/>
            </a:blip>
            <a:stretch>
              <a:fillRect b="0" l="-25" r="-24" t="0"/>
            </a:stretch>
          </a:blipFill>
          <a:ln>
            <a:noFill/>
          </a:ln>
        </p:spPr>
      </p:sp>
      <p:sp>
        <p:nvSpPr>
          <p:cNvPr id="474" name="Google Shape;474;p20"/>
          <p:cNvSpPr/>
          <p:nvPr/>
        </p:nvSpPr>
        <p:spPr>
          <a:xfrm rot="-277003">
            <a:off x="14917169" y="6503515"/>
            <a:ext cx="1209770" cy="2452974"/>
          </a:xfrm>
          <a:custGeom>
            <a:rect b="b" l="l" r="r" t="t"/>
            <a:pathLst>
              <a:path extrusionOk="0" h="3270631" w="1613027">
                <a:moveTo>
                  <a:pt x="0" y="0"/>
                </a:moveTo>
                <a:lnTo>
                  <a:pt x="1613027" y="0"/>
                </a:lnTo>
                <a:lnTo>
                  <a:pt x="1613027" y="3270631"/>
                </a:lnTo>
                <a:lnTo>
                  <a:pt x="0" y="3270631"/>
                </a:lnTo>
                <a:lnTo>
                  <a:pt x="0" y="0"/>
                </a:lnTo>
                <a:close/>
              </a:path>
            </a:pathLst>
          </a:custGeom>
          <a:blipFill rotWithShape="1">
            <a:blip r:embed="rId11">
              <a:alphaModFix/>
            </a:blip>
            <a:stretch>
              <a:fillRect b="0" l="-56953" r="-56955" t="0"/>
            </a:stretch>
          </a:blipFill>
          <a:ln>
            <a:noFill/>
          </a:ln>
        </p:spPr>
      </p:sp>
      <p:sp>
        <p:nvSpPr>
          <p:cNvPr id="475" name="Google Shape;475;p20"/>
          <p:cNvSpPr/>
          <p:nvPr/>
        </p:nvSpPr>
        <p:spPr>
          <a:xfrm rot="3945637">
            <a:off x="16316407" y="5425563"/>
            <a:ext cx="1209770" cy="2452974"/>
          </a:xfrm>
          <a:custGeom>
            <a:rect b="b" l="l" r="r" t="t"/>
            <a:pathLst>
              <a:path extrusionOk="0" h="3270631" w="1613027">
                <a:moveTo>
                  <a:pt x="0" y="0"/>
                </a:moveTo>
                <a:lnTo>
                  <a:pt x="1613027" y="0"/>
                </a:lnTo>
                <a:lnTo>
                  <a:pt x="1613027" y="3270631"/>
                </a:lnTo>
                <a:lnTo>
                  <a:pt x="0" y="3270631"/>
                </a:lnTo>
                <a:lnTo>
                  <a:pt x="0" y="0"/>
                </a:lnTo>
                <a:close/>
              </a:path>
            </a:pathLst>
          </a:custGeom>
          <a:blipFill rotWithShape="1">
            <a:blip r:embed="rId12">
              <a:alphaModFix/>
            </a:blip>
            <a:stretch>
              <a:fillRect b="0" l="-56953" r="-56955" t="0"/>
            </a:stretch>
          </a:blipFill>
          <a:ln>
            <a:noFill/>
          </a:ln>
        </p:spPr>
      </p:sp>
      <p:sp>
        <p:nvSpPr>
          <p:cNvPr id="476" name="Google Shape;476;p20"/>
          <p:cNvSpPr txBox="1"/>
          <p:nvPr/>
        </p:nvSpPr>
        <p:spPr>
          <a:xfrm>
            <a:off x="990579" y="3616568"/>
            <a:ext cx="7892801" cy="4886325"/>
          </a:xfrm>
          <a:prstGeom prst="rect">
            <a:avLst/>
          </a:prstGeom>
          <a:noFill/>
          <a:ln>
            <a:noFill/>
          </a:ln>
        </p:spPr>
        <p:txBody>
          <a:bodyPr anchorCtr="0" anchor="t" bIns="0" lIns="0" spcFirstLastPara="1" rIns="0" wrap="square" tIns="0">
            <a:spAutoFit/>
          </a:bodyPr>
          <a:lstStyle/>
          <a:p>
            <a:pPr indent="0" lvl="0" marL="0" marR="0" rtl="0" algn="just">
              <a:lnSpc>
                <a:spcPct val="143977"/>
              </a:lnSpc>
              <a:spcBef>
                <a:spcPts val="0"/>
              </a:spcBef>
              <a:spcAft>
                <a:spcPts val="0"/>
              </a:spcAft>
              <a:buNone/>
            </a:pPr>
            <a:r>
              <a:rPr b="0" i="0" lang="en-US" sz="2499" u="none" cap="none" strike="noStrike">
                <a:solidFill>
                  <a:srgbClr val="000000"/>
                </a:solidFill>
                <a:latin typeface="DM Sans"/>
                <a:ea typeface="DM Sans"/>
                <a:cs typeface="DM Sans"/>
                <a:sym typeface="DM Sans"/>
              </a:rPr>
              <a:t>También es conocido como concentrador.</a:t>
            </a:r>
            <a:endParaRPr/>
          </a:p>
          <a:p>
            <a:pPr indent="0" lvl="0" marL="0" marR="0" rtl="0" algn="just">
              <a:lnSpc>
                <a:spcPct val="80672"/>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0" lvl="0" marL="0" marR="0" rtl="0" algn="just">
              <a:lnSpc>
                <a:spcPct val="143977"/>
              </a:lnSpc>
              <a:spcBef>
                <a:spcPts val="0"/>
              </a:spcBef>
              <a:spcAft>
                <a:spcPts val="0"/>
              </a:spcAft>
              <a:buNone/>
            </a:pPr>
            <a:r>
              <a:rPr b="0" i="0" lang="en-US" sz="2499" u="none" cap="none" strike="noStrike">
                <a:solidFill>
                  <a:srgbClr val="000000"/>
                </a:solidFill>
                <a:latin typeface="DM Sans"/>
                <a:ea typeface="DM Sans"/>
                <a:cs typeface="DM Sans"/>
                <a:sym typeface="DM Sans"/>
              </a:rPr>
              <a:t>Es un tipo de dispositivo de red que se instala en la capa de acceso de una red Ethernet.</a:t>
            </a:r>
            <a:endParaRPr/>
          </a:p>
          <a:p>
            <a:pPr indent="0" lvl="0" marL="0" marR="0" rtl="0" algn="just">
              <a:lnSpc>
                <a:spcPct val="80672"/>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0" lvl="0" marL="0" marR="0" rtl="0" algn="just">
              <a:lnSpc>
                <a:spcPct val="143977"/>
              </a:lnSpc>
              <a:spcBef>
                <a:spcPts val="0"/>
              </a:spcBef>
              <a:spcAft>
                <a:spcPts val="0"/>
              </a:spcAft>
              <a:buNone/>
            </a:pPr>
            <a:r>
              <a:rPr b="0" i="0" lang="en-US" sz="2499" u="none" cap="none" strike="noStrike">
                <a:solidFill>
                  <a:srgbClr val="000000"/>
                </a:solidFill>
                <a:latin typeface="DM Sans"/>
                <a:ea typeface="DM Sans"/>
                <a:cs typeface="DM Sans"/>
                <a:sym typeface="DM Sans"/>
              </a:rPr>
              <a:t>Los hubs disponen de varios puertos que se emplean para conectar los hosts a la red.</a:t>
            </a:r>
            <a:endParaRPr/>
          </a:p>
          <a:p>
            <a:pPr indent="0" lvl="0" marL="0" marR="0" rtl="0" algn="just">
              <a:lnSpc>
                <a:spcPct val="80672"/>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0" lvl="0" marL="0" marR="0" rtl="0" algn="just">
              <a:lnSpc>
                <a:spcPct val="143977"/>
              </a:lnSpc>
              <a:spcBef>
                <a:spcPts val="0"/>
              </a:spcBef>
              <a:spcAft>
                <a:spcPts val="0"/>
              </a:spcAft>
              <a:buNone/>
            </a:pPr>
            <a:r>
              <a:rPr b="0" i="0" lang="en-US" sz="2499" u="none" cap="none" strike="noStrike">
                <a:solidFill>
                  <a:srgbClr val="000000"/>
                </a:solidFill>
                <a:latin typeface="DM Sans"/>
                <a:ea typeface="DM Sans"/>
                <a:cs typeface="DM Sans"/>
                <a:sym typeface="DM Sans"/>
              </a:rPr>
              <a:t>Se tratan de dispositivos de red simples, que no disponen de la electrónica necesaria para decodificar mensajes intercambiados por los hosts, y que no pueden, por tanto, determinar qué host debe recibir cada mensaje concreto.</a:t>
            </a:r>
            <a:endParaRPr/>
          </a:p>
        </p:txBody>
      </p:sp>
      <p:sp>
        <p:nvSpPr>
          <p:cNvPr id="477" name="Google Shape;477;p20"/>
          <p:cNvSpPr txBox="1"/>
          <p:nvPr/>
        </p:nvSpPr>
        <p:spPr>
          <a:xfrm>
            <a:off x="1408802" y="1640178"/>
            <a:ext cx="7056355" cy="1392047"/>
          </a:xfrm>
          <a:prstGeom prst="rect">
            <a:avLst/>
          </a:prstGeom>
          <a:noFill/>
          <a:ln>
            <a:noFill/>
          </a:ln>
        </p:spPr>
        <p:txBody>
          <a:bodyPr anchorCtr="0" anchor="t" bIns="0" lIns="0" spcFirstLastPara="1" rIns="0" wrap="square" tIns="0">
            <a:spAutoFit/>
          </a:bodyPr>
          <a:lstStyle/>
          <a:p>
            <a:pPr indent="0" lvl="0" marL="0" marR="0" rtl="0" algn="l">
              <a:lnSpc>
                <a:spcPct val="134413"/>
              </a:lnSpc>
              <a:spcBef>
                <a:spcPts val="0"/>
              </a:spcBef>
              <a:spcAft>
                <a:spcPts val="0"/>
              </a:spcAft>
              <a:buNone/>
            </a:pPr>
            <a:r>
              <a:rPr b="1" i="0" lang="en-US" sz="6698" u="none" cap="none" strike="noStrike">
                <a:solidFill>
                  <a:srgbClr val="000000"/>
                </a:solidFill>
                <a:latin typeface="Arial"/>
                <a:ea typeface="Arial"/>
                <a:cs typeface="Arial"/>
                <a:sym typeface="Arial"/>
              </a:rPr>
              <a:t>HUB</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485" name="Shape 485"/>
        <p:cNvGrpSpPr/>
        <p:nvPr/>
      </p:nvGrpSpPr>
      <p:grpSpPr>
        <a:xfrm>
          <a:off x="0" y="0"/>
          <a:ext cx="0" cy="0"/>
          <a:chOff x="0" y="0"/>
          <a:chExt cx="0" cy="0"/>
        </a:xfrm>
      </p:grpSpPr>
      <p:sp>
        <p:nvSpPr>
          <p:cNvPr id="486" name="Google Shape;486;p21"/>
          <p:cNvSpPr/>
          <p:nvPr/>
        </p:nvSpPr>
        <p:spPr>
          <a:xfrm rot="5987975">
            <a:off x="16813139" y="7906835"/>
            <a:ext cx="2227135" cy="4114800"/>
          </a:xfrm>
          <a:custGeom>
            <a:rect b="b" l="l" r="r" t="t"/>
            <a:pathLst>
              <a:path extrusionOk="0" h="5486400" w="2969514">
                <a:moveTo>
                  <a:pt x="0" y="0"/>
                </a:moveTo>
                <a:lnTo>
                  <a:pt x="2969514" y="0"/>
                </a:lnTo>
                <a:lnTo>
                  <a:pt x="2969514" y="5486400"/>
                </a:lnTo>
                <a:lnTo>
                  <a:pt x="0" y="5486400"/>
                </a:lnTo>
                <a:lnTo>
                  <a:pt x="0" y="0"/>
                </a:lnTo>
                <a:close/>
              </a:path>
            </a:pathLst>
          </a:custGeom>
          <a:blipFill rotWithShape="1">
            <a:blip r:embed="rId3">
              <a:alphaModFix/>
            </a:blip>
            <a:stretch>
              <a:fillRect b="-23" l="0" r="0" t="-22"/>
            </a:stretch>
          </a:blipFill>
          <a:ln>
            <a:noFill/>
          </a:ln>
        </p:spPr>
      </p:sp>
      <p:sp>
        <p:nvSpPr>
          <p:cNvPr id="487" name="Google Shape;487;p21"/>
          <p:cNvSpPr/>
          <p:nvPr/>
        </p:nvSpPr>
        <p:spPr>
          <a:xfrm rot="4705922">
            <a:off x="13742333" y="-2093217"/>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4">
              <a:alphaModFix/>
            </a:blip>
            <a:stretch>
              <a:fillRect b="0" l="-25" r="-24" t="0"/>
            </a:stretch>
          </a:blipFill>
          <a:ln>
            <a:noFill/>
          </a:ln>
        </p:spPr>
      </p:sp>
      <p:sp>
        <p:nvSpPr>
          <p:cNvPr id="488" name="Google Shape;488;p21"/>
          <p:cNvSpPr/>
          <p:nvPr/>
        </p:nvSpPr>
        <p:spPr>
          <a:xfrm>
            <a:off x="2371235" y="711039"/>
            <a:ext cx="8719089" cy="11124819"/>
          </a:xfrm>
          <a:custGeom>
            <a:rect b="b" l="l" r="r" t="t"/>
            <a:pathLst>
              <a:path extrusionOk="0" h="14833092" w="11625453">
                <a:moveTo>
                  <a:pt x="0" y="0"/>
                </a:moveTo>
                <a:lnTo>
                  <a:pt x="11625453" y="0"/>
                </a:lnTo>
                <a:lnTo>
                  <a:pt x="11625453" y="14833092"/>
                </a:lnTo>
                <a:lnTo>
                  <a:pt x="0" y="14833092"/>
                </a:lnTo>
                <a:lnTo>
                  <a:pt x="0" y="0"/>
                </a:lnTo>
                <a:close/>
              </a:path>
            </a:pathLst>
          </a:custGeom>
          <a:blipFill rotWithShape="1">
            <a:blip r:embed="rId5">
              <a:alphaModFix/>
            </a:blip>
            <a:stretch>
              <a:fillRect b="0" l="-14" r="-14" t="0"/>
            </a:stretch>
          </a:blipFill>
          <a:ln>
            <a:noFill/>
          </a:ln>
        </p:spPr>
      </p:sp>
      <p:sp>
        <p:nvSpPr>
          <p:cNvPr id="489" name="Google Shape;489;p21"/>
          <p:cNvSpPr/>
          <p:nvPr/>
        </p:nvSpPr>
        <p:spPr>
          <a:xfrm>
            <a:off x="0" y="768029"/>
            <a:ext cx="2534127" cy="11067764"/>
          </a:xfrm>
          <a:custGeom>
            <a:rect b="b" l="l" r="r" t="t"/>
            <a:pathLst>
              <a:path extrusionOk="0" h="14757019" w="3378835">
                <a:moveTo>
                  <a:pt x="0" y="0"/>
                </a:moveTo>
                <a:lnTo>
                  <a:pt x="3378835" y="0"/>
                </a:lnTo>
                <a:lnTo>
                  <a:pt x="3378835" y="14757019"/>
                </a:lnTo>
                <a:lnTo>
                  <a:pt x="0" y="14757019"/>
                </a:lnTo>
                <a:lnTo>
                  <a:pt x="0" y="0"/>
                </a:lnTo>
                <a:close/>
              </a:path>
            </a:pathLst>
          </a:custGeom>
          <a:blipFill rotWithShape="1">
            <a:blip r:embed="rId6">
              <a:alphaModFix/>
            </a:blip>
            <a:stretch>
              <a:fillRect b="0" l="-121197" r="-121197" t="0"/>
            </a:stretch>
          </a:blipFill>
          <a:ln>
            <a:noFill/>
          </a:ln>
        </p:spPr>
      </p:sp>
      <p:sp>
        <p:nvSpPr>
          <p:cNvPr id="490" name="Google Shape;490;p21"/>
          <p:cNvSpPr/>
          <p:nvPr/>
        </p:nvSpPr>
        <p:spPr>
          <a:xfrm>
            <a:off x="11090287" y="2521939"/>
            <a:ext cx="6994398" cy="5823204"/>
          </a:xfrm>
          <a:custGeom>
            <a:rect b="b" l="l" r="r" t="t"/>
            <a:pathLst>
              <a:path extrusionOk="0" h="7764272" w="9325864">
                <a:moveTo>
                  <a:pt x="0" y="0"/>
                </a:moveTo>
                <a:lnTo>
                  <a:pt x="9325864" y="0"/>
                </a:lnTo>
                <a:lnTo>
                  <a:pt x="9325864" y="7764272"/>
                </a:lnTo>
                <a:lnTo>
                  <a:pt x="0" y="7764272"/>
                </a:lnTo>
                <a:lnTo>
                  <a:pt x="0" y="0"/>
                </a:lnTo>
                <a:close/>
              </a:path>
            </a:pathLst>
          </a:custGeom>
          <a:blipFill rotWithShape="1">
            <a:blip r:embed="rId7">
              <a:alphaModFix/>
            </a:blip>
            <a:stretch>
              <a:fillRect b="0" l="0" r="0" t="0"/>
            </a:stretch>
          </a:blipFill>
          <a:ln>
            <a:noFill/>
          </a:ln>
        </p:spPr>
      </p:sp>
      <p:sp>
        <p:nvSpPr>
          <p:cNvPr id="491" name="Google Shape;491;p21"/>
          <p:cNvSpPr txBox="1"/>
          <p:nvPr/>
        </p:nvSpPr>
        <p:spPr>
          <a:xfrm>
            <a:off x="990579" y="4495053"/>
            <a:ext cx="7892801" cy="2657475"/>
          </a:xfrm>
          <a:prstGeom prst="rect">
            <a:avLst/>
          </a:prstGeom>
          <a:noFill/>
          <a:ln>
            <a:noFill/>
          </a:ln>
        </p:spPr>
        <p:txBody>
          <a:bodyPr anchorCtr="0" anchor="t" bIns="0" lIns="0" spcFirstLastPara="1" rIns="0" wrap="square" tIns="0">
            <a:spAutoFit/>
          </a:bodyPr>
          <a:lstStyle/>
          <a:p>
            <a:pPr indent="0" lvl="0" marL="0" marR="0" rtl="0" algn="just">
              <a:lnSpc>
                <a:spcPct val="143977"/>
              </a:lnSpc>
              <a:spcBef>
                <a:spcPts val="0"/>
              </a:spcBef>
              <a:spcAft>
                <a:spcPts val="0"/>
              </a:spcAft>
              <a:buNone/>
            </a:pPr>
            <a:r>
              <a:rPr b="0" i="0" lang="en-US" sz="2499" u="none" cap="none" strike="noStrike">
                <a:solidFill>
                  <a:srgbClr val="000000"/>
                </a:solidFill>
                <a:latin typeface="DM Sans"/>
                <a:ea typeface="DM Sans"/>
                <a:cs typeface="DM Sans"/>
                <a:sym typeface="DM Sans"/>
              </a:rPr>
              <a:t>Un hub simplemente acepta las señales electrónicas procedentes de un cierto puerto y regenera (o repite) el mismo mensaje para que salga por todos los puertos restantes.</a:t>
            </a:r>
            <a:endParaRPr/>
          </a:p>
          <a:p>
            <a:pPr indent="0" lvl="0" marL="0" marR="0" rtl="0" algn="just">
              <a:lnSpc>
                <a:spcPct val="80672"/>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0" lvl="0" marL="0" marR="0" rtl="0" algn="just">
              <a:lnSpc>
                <a:spcPct val="143977"/>
              </a:lnSpc>
              <a:spcBef>
                <a:spcPts val="0"/>
              </a:spcBef>
              <a:spcAft>
                <a:spcPts val="0"/>
              </a:spcAft>
              <a:buNone/>
            </a:pPr>
            <a:r>
              <a:rPr b="0" i="0" lang="en-US" sz="2499" u="none" cap="none" strike="noStrike">
                <a:solidFill>
                  <a:srgbClr val="000000"/>
                </a:solidFill>
                <a:latin typeface="DM Sans"/>
                <a:ea typeface="DM Sans"/>
                <a:cs typeface="DM Sans"/>
                <a:sym typeface="DM Sans"/>
              </a:rPr>
              <a:t>Aunque todos los host reciban el mensaje, solo aquel al que el mensaje está destinado lo acepta y procesa.</a:t>
            </a:r>
            <a:endParaRPr/>
          </a:p>
        </p:txBody>
      </p:sp>
      <p:sp>
        <p:nvSpPr>
          <p:cNvPr id="492" name="Google Shape;492;p21"/>
          <p:cNvSpPr txBox="1"/>
          <p:nvPr/>
        </p:nvSpPr>
        <p:spPr>
          <a:xfrm>
            <a:off x="1408802" y="1640178"/>
            <a:ext cx="7056355" cy="1392047"/>
          </a:xfrm>
          <a:prstGeom prst="rect">
            <a:avLst/>
          </a:prstGeom>
          <a:noFill/>
          <a:ln>
            <a:noFill/>
          </a:ln>
        </p:spPr>
        <p:txBody>
          <a:bodyPr anchorCtr="0" anchor="t" bIns="0" lIns="0" spcFirstLastPara="1" rIns="0" wrap="square" tIns="0">
            <a:spAutoFit/>
          </a:bodyPr>
          <a:lstStyle/>
          <a:p>
            <a:pPr indent="0" lvl="0" marL="0" marR="0" rtl="0" algn="l">
              <a:lnSpc>
                <a:spcPct val="134413"/>
              </a:lnSpc>
              <a:spcBef>
                <a:spcPts val="0"/>
              </a:spcBef>
              <a:spcAft>
                <a:spcPts val="0"/>
              </a:spcAft>
              <a:buNone/>
            </a:pPr>
            <a:r>
              <a:rPr b="1" i="0" lang="en-US" sz="6698" u="none" cap="none" strike="noStrike">
                <a:solidFill>
                  <a:srgbClr val="000000"/>
                </a:solidFill>
                <a:latin typeface="Arial"/>
                <a:ea typeface="Arial"/>
                <a:cs typeface="Arial"/>
                <a:sym typeface="Arial"/>
              </a:rPr>
              <a:t>HUB</a:t>
            </a:r>
            <a:endParaRPr/>
          </a:p>
        </p:txBody>
      </p:sp>
      <p:sp>
        <p:nvSpPr>
          <p:cNvPr id="493" name="Google Shape;493;p21"/>
          <p:cNvSpPr/>
          <p:nvPr/>
        </p:nvSpPr>
        <p:spPr>
          <a:xfrm>
            <a:off x="10404059" y="6853699"/>
            <a:ext cx="2257616" cy="3326130"/>
          </a:xfrm>
          <a:custGeom>
            <a:rect b="b" l="l" r="r" t="t"/>
            <a:pathLst>
              <a:path extrusionOk="0" h="4434840" w="3010154">
                <a:moveTo>
                  <a:pt x="0" y="0"/>
                </a:moveTo>
                <a:lnTo>
                  <a:pt x="3010154" y="0"/>
                </a:lnTo>
                <a:lnTo>
                  <a:pt x="3010154" y="4434840"/>
                </a:lnTo>
                <a:lnTo>
                  <a:pt x="0" y="4434840"/>
                </a:lnTo>
                <a:lnTo>
                  <a:pt x="0" y="0"/>
                </a:lnTo>
                <a:close/>
              </a:path>
            </a:pathLst>
          </a:custGeom>
          <a:blipFill rotWithShape="1">
            <a:blip r:embed="rId8">
              <a:alphaModFix/>
            </a:blip>
            <a:stretch>
              <a:fillRect b="0" l="-25" r="-24" t="0"/>
            </a:stretch>
          </a:blipFill>
          <a:ln>
            <a:noFill/>
          </a:ln>
        </p:spPr>
      </p:sp>
      <p:sp>
        <p:nvSpPr>
          <p:cNvPr id="494" name="Google Shape;494;p21"/>
          <p:cNvSpPr/>
          <p:nvPr/>
        </p:nvSpPr>
        <p:spPr>
          <a:xfrm rot="-277003">
            <a:off x="11187044" y="964432"/>
            <a:ext cx="1209770" cy="2452974"/>
          </a:xfrm>
          <a:custGeom>
            <a:rect b="b" l="l" r="r" t="t"/>
            <a:pathLst>
              <a:path extrusionOk="0" h="3270631" w="1613027">
                <a:moveTo>
                  <a:pt x="0" y="0"/>
                </a:moveTo>
                <a:lnTo>
                  <a:pt x="1613027" y="0"/>
                </a:lnTo>
                <a:lnTo>
                  <a:pt x="1613027" y="3270631"/>
                </a:lnTo>
                <a:lnTo>
                  <a:pt x="0" y="3270631"/>
                </a:lnTo>
                <a:lnTo>
                  <a:pt x="0" y="0"/>
                </a:lnTo>
                <a:close/>
              </a:path>
            </a:pathLst>
          </a:custGeom>
          <a:blipFill rotWithShape="1">
            <a:blip r:embed="rId9">
              <a:alphaModFix/>
            </a:blip>
            <a:stretch>
              <a:fillRect b="0" l="-56953" r="-56955" t="0"/>
            </a:stretch>
          </a:blipFill>
          <a:ln>
            <a:noFill/>
          </a:ln>
        </p:spPr>
      </p:sp>
      <p:sp>
        <p:nvSpPr>
          <p:cNvPr id="495" name="Google Shape;495;p21"/>
          <p:cNvSpPr/>
          <p:nvPr/>
        </p:nvSpPr>
        <p:spPr>
          <a:xfrm rot="3945637">
            <a:off x="9561256" y="1295440"/>
            <a:ext cx="1209770" cy="2452974"/>
          </a:xfrm>
          <a:custGeom>
            <a:rect b="b" l="l" r="r" t="t"/>
            <a:pathLst>
              <a:path extrusionOk="0" h="3270631" w="1613027">
                <a:moveTo>
                  <a:pt x="0" y="0"/>
                </a:moveTo>
                <a:lnTo>
                  <a:pt x="1613027" y="0"/>
                </a:lnTo>
                <a:lnTo>
                  <a:pt x="1613027" y="3270631"/>
                </a:lnTo>
                <a:lnTo>
                  <a:pt x="0" y="3270631"/>
                </a:lnTo>
                <a:lnTo>
                  <a:pt x="0" y="0"/>
                </a:lnTo>
                <a:close/>
              </a:path>
            </a:pathLst>
          </a:custGeom>
          <a:blipFill rotWithShape="1">
            <a:blip r:embed="rId10">
              <a:alphaModFix/>
            </a:blip>
            <a:stretch>
              <a:fillRect b="0" l="-56953" r="-56955" t="0"/>
            </a:stretch>
          </a:blipFill>
          <a:ln>
            <a:noFill/>
          </a:ln>
        </p:spPr>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CD46"/>
        </a:solidFill>
      </p:bgPr>
    </p:bg>
    <p:spTree>
      <p:nvGrpSpPr>
        <p:cNvPr id="503" name="Shape 503"/>
        <p:cNvGrpSpPr/>
        <p:nvPr/>
      </p:nvGrpSpPr>
      <p:grpSpPr>
        <a:xfrm>
          <a:off x="0" y="0"/>
          <a:ext cx="0" cy="0"/>
          <a:chOff x="0" y="0"/>
          <a:chExt cx="0" cy="0"/>
        </a:xfrm>
      </p:grpSpPr>
      <p:sp>
        <p:nvSpPr>
          <p:cNvPr id="504" name="Google Shape;504;p22"/>
          <p:cNvSpPr/>
          <p:nvPr/>
        </p:nvSpPr>
        <p:spPr>
          <a:xfrm rot="315885">
            <a:off x="7787554" y="3775387"/>
            <a:ext cx="7513416" cy="4931474"/>
          </a:xfrm>
          <a:custGeom>
            <a:rect b="b" l="l" r="r" t="t"/>
            <a:pathLst>
              <a:path extrusionOk="0" h="6575298" w="10017887">
                <a:moveTo>
                  <a:pt x="0" y="0"/>
                </a:moveTo>
                <a:lnTo>
                  <a:pt x="10017887" y="0"/>
                </a:lnTo>
                <a:lnTo>
                  <a:pt x="10017887" y="6575298"/>
                </a:lnTo>
                <a:lnTo>
                  <a:pt x="0" y="6575298"/>
                </a:lnTo>
                <a:lnTo>
                  <a:pt x="0" y="0"/>
                </a:lnTo>
                <a:close/>
              </a:path>
            </a:pathLst>
          </a:custGeom>
          <a:blipFill rotWithShape="1">
            <a:blip r:embed="rId3">
              <a:alphaModFix/>
            </a:blip>
            <a:stretch>
              <a:fillRect b="0" l="-2" r="-2" t="0"/>
            </a:stretch>
          </a:blipFill>
          <a:ln>
            <a:noFill/>
          </a:ln>
        </p:spPr>
      </p:sp>
      <p:sp>
        <p:nvSpPr>
          <p:cNvPr id="505" name="Google Shape;505;p22"/>
          <p:cNvSpPr/>
          <p:nvPr/>
        </p:nvSpPr>
        <p:spPr>
          <a:xfrm rot="-266862">
            <a:off x="2743409" y="2871760"/>
            <a:ext cx="5990463" cy="5839587"/>
          </a:xfrm>
          <a:custGeom>
            <a:rect b="b" l="l" r="r" t="t"/>
            <a:pathLst>
              <a:path extrusionOk="0" h="7786116" w="7987284">
                <a:moveTo>
                  <a:pt x="0" y="0"/>
                </a:moveTo>
                <a:lnTo>
                  <a:pt x="7987284" y="0"/>
                </a:lnTo>
                <a:lnTo>
                  <a:pt x="7987284" y="7786116"/>
                </a:lnTo>
                <a:lnTo>
                  <a:pt x="0" y="7786116"/>
                </a:lnTo>
                <a:lnTo>
                  <a:pt x="0" y="0"/>
                </a:lnTo>
                <a:close/>
              </a:path>
            </a:pathLst>
          </a:custGeom>
          <a:blipFill rotWithShape="1">
            <a:blip r:embed="rId4">
              <a:alphaModFix/>
            </a:blip>
            <a:stretch>
              <a:fillRect b="-22443" l="0" r="0" t="-22444"/>
            </a:stretch>
          </a:blipFill>
          <a:ln>
            <a:noFill/>
          </a:ln>
        </p:spPr>
      </p:sp>
      <p:sp>
        <p:nvSpPr>
          <p:cNvPr id="506" name="Google Shape;506;p22"/>
          <p:cNvSpPr/>
          <p:nvPr/>
        </p:nvSpPr>
        <p:spPr>
          <a:xfrm rot="-82494">
            <a:off x="2911657" y="1750113"/>
            <a:ext cx="11731275" cy="6714173"/>
          </a:xfrm>
          <a:custGeom>
            <a:rect b="b" l="l" r="r" t="t"/>
            <a:pathLst>
              <a:path extrusionOk="0" h="8952230" w="15641701">
                <a:moveTo>
                  <a:pt x="0" y="0"/>
                </a:moveTo>
                <a:lnTo>
                  <a:pt x="15641701" y="0"/>
                </a:lnTo>
                <a:lnTo>
                  <a:pt x="15641701" y="8952230"/>
                </a:lnTo>
                <a:lnTo>
                  <a:pt x="0" y="8952230"/>
                </a:lnTo>
                <a:lnTo>
                  <a:pt x="0" y="0"/>
                </a:lnTo>
                <a:close/>
              </a:path>
            </a:pathLst>
          </a:custGeom>
          <a:blipFill rotWithShape="1">
            <a:blip r:embed="rId5">
              <a:alphaModFix/>
            </a:blip>
            <a:stretch>
              <a:fillRect b="-16656" l="0" r="0" t="-16656"/>
            </a:stretch>
          </a:blipFill>
          <a:ln>
            <a:noFill/>
          </a:ln>
        </p:spPr>
      </p:sp>
      <p:sp>
        <p:nvSpPr>
          <p:cNvPr id="507" name="Google Shape;507;p22"/>
          <p:cNvSpPr txBox="1"/>
          <p:nvPr/>
        </p:nvSpPr>
        <p:spPr>
          <a:xfrm rot="-82453">
            <a:off x="4928236" y="2889104"/>
            <a:ext cx="8468736" cy="5060429"/>
          </a:xfrm>
          <a:prstGeom prst="rect">
            <a:avLst/>
          </a:prstGeom>
          <a:noFill/>
          <a:ln>
            <a:noFill/>
          </a:ln>
        </p:spPr>
        <p:txBody>
          <a:bodyPr anchorCtr="0" anchor="t" bIns="0" lIns="0" spcFirstLastPara="1" rIns="0" wrap="square" tIns="0">
            <a:spAutoFit/>
          </a:bodyPr>
          <a:lstStyle/>
          <a:p>
            <a:pPr indent="0" lvl="0" marL="0" marR="0" rtl="0" algn="ctr">
              <a:lnSpc>
                <a:spcPct val="124805"/>
              </a:lnSpc>
              <a:spcBef>
                <a:spcPts val="0"/>
              </a:spcBef>
              <a:spcAft>
                <a:spcPts val="0"/>
              </a:spcAft>
              <a:buNone/>
            </a:pPr>
            <a:r>
              <a:rPr b="1" i="0" lang="en-US" sz="10151" u="none" cap="none" strike="noStrike">
                <a:solidFill>
                  <a:srgbClr val="000000"/>
                </a:solidFill>
                <a:latin typeface="Arial"/>
                <a:ea typeface="Arial"/>
                <a:cs typeface="Arial"/>
                <a:sym typeface="Arial"/>
              </a:rPr>
              <a:t>Dominio de Colisión (HUB)</a:t>
            </a:r>
            <a:endParaRPr/>
          </a:p>
        </p:txBody>
      </p:sp>
      <p:sp>
        <p:nvSpPr>
          <p:cNvPr id="508" name="Google Shape;508;p22"/>
          <p:cNvSpPr/>
          <p:nvPr/>
        </p:nvSpPr>
        <p:spPr>
          <a:xfrm>
            <a:off x="2526002" y="1208717"/>
            <a:ext cx="3038666" cy="2879121"/>
          </a:xfrm>
          <a:custGeom>
            <a:rect b="b" l="l" r="r" t="t"/>
            <a:pathLst>
              <a:path extrusionOk="0" h="3838829" w="4051554">
                <a:moveTo>
                  <a:pt x="0" y="0"/>
                </a:moveTo>
                <a:lnTo>
                  <a:pt x="4051554" y="0"/>
                </a:lnTo>
                <a:lnTo>
                  <a:pt x="4051554" y="3838829"/>
                </a:lnTo>
                <a:lnTo>
                  <a:pt x="0" y="3838829"/>
                </a:lnTo>
                <a:lnTo>
                  <a:pt x="0" y="0"/>
                </a:lnTo>
                <a:close/>
              </a:path>
            </a:pathLst>
          </a:custGeom>
          <a:blipFill rotWithShape="1">
            <a:blip r:embed="rId6">
              <a:alphaModFix/>
            </a:blip>
            <a:stretch>
              <a:fillRect b="-18" l="0" r="0" t="-18"/>
            </a:stretch>
          </a:blipFill>
          <a:ln>
            <a:noFill/>
          </a:ln>
        </p:spPr>
      </p:sp>
      <p:sp>
        <p:nvSpPr>
          <p:cNvPr id="509" name="Google Shape;509;p22"/>
          <p:cNvSpPr/>
          <p:nvPr/>
        </p:nvSpPr>
        <p:spPr>
          <a:xfrm>
            <a:off x="-1489043" y="5940621"/>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7">
              <a:alphaModFix/>
            </a:blip>
            <a:stretch>
              <a:fillRect b="0" l="-25" r="-24" t="0"/>
            </a:stretch>
          </a:blipFill>
          <a:ln>
            <a:noFill/>
          </a:ln>
        </p:spPr>
      </p:sp>
      <p:sp>
        <p:nvSpPr>
          <p:cNvPr id="510" name="Google Shape;510;p22"/>
          <p:cNvSpPr/>
          <p:nvPr/>
        </p:nvSpPr>
        <p:spPr>
          <a:xfrm>
            <a:off x="12399360" y="4481928"/>
            <a:ext cx="4572286" cy="4653724"/>
          </a:xfrm>
          <a:custGeom>
            <a:rect b="b" l="l" r="r" t="t"/>
            <a:pathLst>
              <a:path extrusionOk="0" h="6204966" w="6096381">
                <a:moveTo>
                  <a:pt x="0" y="0"/>
                </a:moveTo>
                <a:lnTo>
                  <a:pt x="6096381" y="0"/>
                </a:lnTo>
                <a:lnTo>
                  <a:pt x="6096381" y="6204966"/>
                </a:lnTo>
                <a:lnTo>
                  <a:pt x="0" y="6204966"/>
                </a:lnTo>
                <a:lnTo>
                  <a:pt x="0" y="0"/>
                </a:lnTo>
                <a:close/>
              </a:path>
            </a:pathLst>
          </a:custGeom>
          <a:blipFill rotWithShape="1">
            <a:blip r:embed="rId8">
              <a:alphaModFix/>
            </a:blip>
            <a:stretch>
              <a:fillRect b="-6" l="0" r="0" t="-7"/>
            </a:stretch>
          </a:blipFill>
          <a:ln>
            <a:noFill/>
          </a:ln>
        </p:spPr>
      </p:sp>
      <p:sp>
        <p:nvSpPr>
          <p:cNvPr id="511" name="Google Shape;511;p22"/>
          <p:cNvSpPr/>
          <p:nvPr/>
        </p:nvSpPr>
        <p:spPr>
          <a:xfrm rot="-10197389">
            <a:off x="15531892" y="-653519"/>
            <a:ext cx="5396484" cy="4114800"/>
          </a:xfrm>
          <a:custGeom>
            <a:rect b="b" l="l" r="r" t="t"/>
            <a:pathLst>
              <a:path extrusionOk="0" h="5486400" w="7195312">
                <a:moveTo>
                  <a:pt x="0" y="0"/>
                </a:moveTo>
                <a:lnTo>
                  <a:pt x="7195312" y="0"/>
                </a:lnTo>
                <a:lnTo>
                  <a:pt x="7195312" y="5486400"/>
                </a:lnTo>
                <a:lnTo>
                  <a:pt x="0" y="5486400"/>
                </a:lnTo>
                <a:lnTo>
                  <a:pt x="0" y="0"/>
                </a:lnTo>
                <a:close/>
              </a:path>
            </a:pathLst>
          </a:custGeom>
          <a:blipFill rotWithShape="1">
            <a:blip r:embed="rId9">
              <a:alphaModFix/>
            </a:blip>
            <a:stretch>
              <a:fillRect b="0" l="-7" r="-6" t="0"/>
            </a:stretch>
          </a:blipFill>
          <a:ln>
            <a:noFill/>
          </a:ln>
        </p:spPr>
      </p:sp>
      <p:sp>
        <p:nvSpPr>
          <p:cNvPr id="512" name="Google Shape;512;p22"/>
          <p:cNvSpPr/>
          <p:nvPr/>
        </p:nvSpPr>
        <p:spPr>
          <a:xfrm rot="-9994124">
            <a:off x="5425189" y="9403852"/>
            <a:ext cx="5875687" cy="3238976"/>
          </a:xfrm>
          <a:custGeom>
            <a:rect b="b" l="l" r="r" t="t"/>
            <a:pathLst>
              <a:path extrusionOk="0" h="4318635" w="7834249">
                <a:moveTo>
                  <a:pt x="0" y="0"/>
                </a:moveTo>
                <a:lnTo>
                  <a:pt x="7834249" y="0"/>
                </a:lnTo>
                <a:lnTo>
                  <a:pt x="7834249" y="4318635"/>
                </a:lnTo>
                <a:lnTo>
                  <a:pt x="0" y="4318635"/>
                </a:lnTo>
                <a:lnTo>
                  <a:pt x="0" y="0"/>
                </a:lnTo>
                <a:close/>
              </a:path>
            </a:pathLst>
          </a:custGeom>
          <a:blipFill rotWithShape="1">
            <a:blip r:embed="rId10">
              <a:alphaModFix/>
            </a:blip>
            <a:stretch>
              <a:fillRect b="-1" l="0" r="0" t="-1"/>
            </a:stretch>
          </a:blipFill>
          <a:ln>
            <a:noFill/>
          </a:ln>
        </p:spPr>
      </p:sp>
      <p:sp>
        <p:nvSpPr>
          <p:cNvPr id="513" name="Google Shape;513;p22"/>
          <p:cNvSpPr/>
          <p:nvPr/>
        </p:nvSpPr>
        <p:spPr>
          <a:xfrm rot="-7239578">
            <a:off x="-916156" y="-1028700"/>
            <a:ext cx="2227135" cy="4114800"/>
          </a:xfrm>
          <a:custGeom>
            <a:rect b="b" l="l" r="r" t="t"/>
            <a:pathLst>
              <a:path extrusionOk="0" h="5486400" w="2969514">
                <a:moveTo>
                  <a:pt x="0" y="0"/>
                </a:moveTo>
                <a:lnTo>
                  <a:pt x="2969514" y="0"/>
                </a:lnTo>
                <a:lnTo>
                  <a:pt x="2969514" y="5486400"/>
                </a:lnTo>
                <a:lnTo>
                  <a:pt x="0" y="5486400"/>
                </a:lnTo>
                <a:lnTo>
                  <a:pt x="0" y="0"/>
                </a:lnTo>
                <a:close/>
              </a:path>
            </a:pathLst>
          </a:custGeom>
          <a:blipFill rotWithShape="1">
            <a:blip r:embed="rId11">
              <a:alphaModFix/>
            </a:blip>
            <a:stretch>
              <a:fillRect b="-23" l="0" r="0" t="-22"/>
            </a:stretch>
          </a:blipFill>
          <a:ln>
            <a:noFill/>
          </a:ln>
        </p:spPr>
      </p:sp>
      <p:sp>
        <p:nvSpPr>
          <p:cNvPr id="514" name="Google Shape;514;p22"/>
          <p:cNvSpPr/>
          <p:nvPr/>
        </p:nvSpPr>
        <p:spPr>
          <a:xfrm rot="2598121">
            <a:off x="2491875" y="7209838"/>
            <a:ext cx="3007329" cy="1759267"/>
          </a:xfrm>
          <a:custGeom>
            <a:rect b="b" l="l" r="r" t="t"/>
            <a:pathLst>
              <a:path extrusionOk="0" h="2345690" w="4009771">
                <a:moveTo>
                  <a:pt x="0" y="0"/>
                </a:moveTo>
                <a:lnTo>
                  <a:pt x="4009771" y="0"/>
                </a:lnTo>
                <a:lnTo>
                  <a:pt x="4009771" y="2345690"/>
                </a:lnTo>
                <a:lnTo>
                  <a:pt x="0" y="2345690"/>
                </a:lnTo>
                <a:lnTo>
                  <a:pt x="0" y="0"/>
                </a:lnTo>
                <a:close/>
              </a:path>
            </a:pathLst>
          </a:custGeom>
          <a:blipFill rotWithShape="1">
            <a:blip r:embed="rId12">
              <a:alphaModFix/>
            </a:blip>
            <a:stretch>
              <a:fillRect b="-25" l="0" r="0" t="-25"/>
            </a:stretch>
          </a:blipFill>
          <a:ln>
            <a:noFill/>
          </a:ln>
        </p:spPr>
      </p:sp>
      <p:sp>
        <p:nvSpPr>
          <p:cNvPr id="515" name="Google Shape;515;p22"/>
          <p:cNvSpPr/>
          <p:nvPr/>
        </p:nvSpPr>
        <p:spPr>
          <a:xfrm rot="3945637">
            <a:off x="13786668" y="3168860"/>
            <a:ext cx="1146239" cy="2324005"/>
          </a:xfrm>
          <a:custGeom>
            <a:rect b="b" l="l" r="r" t="t"/>
            <a:pathLst>
              <a:path extrusionOk="0" h="3098673" w="1528318">
                <a:moveTo>
                  <a:pt x="0" y="0"/>
                </a:moveTo>
                <a:lnTo>
                  <a:pt x="1528318" y="0"/>
                </a:lnTo>
                <a:lnTo>
                  <a:pt x="1528318" y="3098673"/>
                </a:lnTo>
                <a:lnTo>
                  <a:pt x="0" y="3098673"/>
                </a:lnTo>
                <a:lnTo>
                  <a:pt x="0" y="0"/>
                </a:lnTo>
                <a:close/>
              </a:path>
            </a:pathLst>
          </a:custGeom>
          <a:blipFill rotWithShape="1">
            <a:blip r:embed="rId13">
              <a:alphaModFix/>
            </a:blip>
            <a:stretch>
              <a:fillRect b="0" l="-56950" r="-56948" t="0"/>
            </a:stretch>
          </a:blipFill>
          <a:ln>
            <a:noFill/>
          </a:ln>
        </p:spPr>
      </p:sp>
      <p:sp>
        <p:nvSpPr>
          <p:cNvPr id="516" name="Google Shape;516;p22"/>
          <p:cNvSpPr/>
          <p:nvPr/>
        </p:nvSpPr>
        <p:spPr>
          <a:xfrm rot="-5400000">
            <a:off x="16049759" y="7736109"/>
            <a:ext cx="5396484" cy="4114800"/>
          </a:xfrm>
          <a:custGeom>
            <a:rect b="b" l="l" r="r" t="t"/>
            <a:pathLst>
              <a:path extrusionOk="0" h="5486400" w="7195312">
                <a:moveTo>
                  <a:pt x="0" y="0"/>
                </a:moveTo>
                <a:lnTo>
                  <a:pt x="7195312" y="0"/>
                </a:lnTo>
                <a:lnTo>
                  <a:pt x="7195312" y="5486400"/>
                </a:lnTo>
                <a:lnTo>
                  <a:pt x="0" y="5486400"/>
                </a:lnTo>
                <a:lnTo>
                  <a:pt x="0" y="0"/>
                </a:lnTo>
                <a:close/>
              </a:path>
            </a:pathLst>
          </a:custGeom>
          <a:blipFill rotWithShape="1">
            <a:blip r:embed="rId9">
              <a:alphaModFix/>
            </a:blip>
            <a:stretch>
              <a:fillRect b="0" l="-7" r="-6" t="0"/>
            </a:stretch>
          </a:blipFill>
          <a:ln>
            <a:noFill/>
          </a:ln>
        </p:spPr>
      </p:sp>
      <p:sp>
        <p:nvSpPr>
          <p:cNvPr id="517" name="Google Shape;517;p22"/>
          <p:cNvSpPr/>
          <p:nvPr/>
        </p:nvSpPr>
        <p:spPr>
          <a:xfrm rot="10252938">
            <a:off x="8709959" y="-1552088"/>
            <a:ext cx="4257960" cy="2458974"/>
          </a:xfrm>
          <a:custGeom>
            <a:rect b="b" l="l" r="r" t="t"/>
            <a:pathLst>
              <a:path extrusionOk="0" h="3278632" w="5677281">
                <a:moveTo>
                  <a:pt x="0" y="0"/>
                </a:moveTo>
                <a:lnTo>
                  <a:pt x="5677281" y="0"/>
                </a:lnTo>
                <a:lnTo>
                  <a:pt x="5677281" y="3278632"/>
                </a:lnTo>
                <a:lnTo>
                  <a:pt x="0" y="3278632"/>
                </a:lnTo>
                <a:lnTo>
                  <a:pt x="0" y="0"/>
                </a:lnTo>
                <a:close/>
              </a:path>
            </a:pathLst>
          </a:custGeom>
          <a:blipFill rotWithShape="1">
            <a:blip r:embed="rId14">
              <a:alphaModFix/>
            </a:blip>
            <a:stretch>
              <a:fillRect b="0" l="-49" r="-48" t="0"/>
            </a:stretch>
          </a:blipFill>
          <a:ln>
            <a:noFill/>
          </a:ln>
        </p:spPr>
      </p:sp>
      <p:sp>
        <p:nvSpPr>
          <p:cNvPr id="518" name="Google Shape;518;p22"/>
          <p:cNvSpPr/>
          <p:nvPr/>
        </p:nvSpPr>
        <p:spPr>
          <a:xfrm rot="5947534">
            <a:off x="3555012" y="-2929516"/>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7">
              <a:alphaModFix/>
            </a:blip>
            <a:stretch>
              <a:fillRect b="0" l="-25" r="-24" t="0"/>
            </a:stretch>
          </a:blipFill>
          <a:ln>
            <a:noFill/>
          </a:ln>
        </p:spPr>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526" name="Shape 526"/>
        <p:cNvGrpSpPr/>
        <p:nvPr/>
      </p:nvGrpSpPr>
      <p:grpSpPr>
        <a:xfrm>
          <a:off x="0" y="0"/>
          <a:ext cx="0" cy="0"/>
          <a:chOff x="0" y="0"/>
          <a:chExt cx="0" cy="0"/>
        </a:xfrm>
      </p:grpSpPr>
      <p:sp>
        <p:nvSpPr>
          <p:cNvPr id="527" name="Google Shape;527;p23"/>
          <p:cNvSpPr/>
          <p:nvPr/>
        </p:nvSpPr>
        <p:spPr>
          <a:xfrm rot="5400000">
            <a:off x="2468492" y="-244780"/>
            <a:ext cx="7873556" cy="11132534"/>
          </a:xfrm>
          <a:custGeom>
            <a:rect b="b" l="l" r="r" t="t"/>
            <a:pathLst>
              <a:path extrusionOk="0" h="14843379" w="10498074">
                <a:moveTo>
                  <a:pt x="0" y="0"/>
                </a:moveTo>
                <a:lnTo>
                  <a:pt x="10498074" y="0"/>
                </a:lnTo>
                <a:lnTo>
                  <a:pt x="10498074" y="14843379"/>
                </a:lnTo>
                <a:lnTo>
                  <a:pt x="0" y="14843379"/>
                </a:lnTo>
                <a:lnTo>
                  <a:pt x="0" y="0"/>
                </a:lnTo>
                <a:close/>
              </a:path>
            </a:pathLst>
          </a:custGeom>
          <a:blipFill rotWithShape="1">
            <a:blip r:embed="rId3">
              <a:alphaModFix/>
            </a:blip>
            <a:stretch>
              <a:fillRect b="0" l="-51" r="-50" t="0"/>
            </a:stretch>
          </a:blipFill>
          <a:ln>
            <a:noFill/>
          </a:ln>
        </p:spPr>
      </p:sp>
      <p:sp>
        <p:nvSpPr>
          <p:cNvPr id="528" name="Google Shape;528;p23"/>
          <p:cNvSpPr/>
          <p:nvPr/>
        </p:nvSpPr>
        <p:spPr>
          <a:xfrm rot="10472255">
            <a:off x="15552842" y="-1626396"/>
            <a:ext cx="5396484" cy="4114800"/>
          </a:xfrm>
          <a:custGeom>
            <a:rect b="b" l="l" r="r" t="t"/>
            <a:pathLst>
              <a:path extrusionOk="0" h="5486400" w="7195312">
                <a:moveTo>
                  <a:pt x="0" y="0"/>
                </a:moveTo>
                <a:lnTo>
                  <a:pt x="7195312" y="0"/>
                </a:lnTo>
                <a:lnTo>
                  <a:pt x="7195312" y="5486400"/>
                </a:lnTo>
                <a:lnTo>
                  <a:pt x="0" y="5486400"/>
                </a:lnTo>
                <a:lnTo>
                  <a:pt x="0" y="0"/>
                </a:lnTo>
                <a:close/>
              </a:path>
            </a:pathLst>
          </a:custGeom>
          <a:blipFill rotWithShape="1">
            <a:blip r:embed="rId4">
              <a:alphaModFix/>
            </a:blip>
            <a:stretch>
              <a:fillRect b="0" l="-7" r="-6" t="0"/>
            </a:stretch>
          </a:blipFill>
          <a:ln>
            <a:noFill/>
          </a:ln>
        </p:spPr>
      </p:sp>
      <p:sp>
        <p:nvSpPr>
          <p:cNvPr id="529" name="Google Shape;529;p23"/>
          <p:cNvSpPr/>
          <p:nvPr/>
        </p:nvSpPr>
        <p:spPr>
          <a:xfrm rot="5947534">
            <a:off x="5442991" y="-3000949"/>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5">
              <a:alphaModFix/>
            </a:blip>
            <a:stretch>
              <a:fillRect b="0" l="-25" r="-24" t="0"/>
            </a:stretch>
          </a:blipFill>
          <a:ln>
            <a:noFill/>
          </a:ln>
        </p:spPr>
      </p:sp>
      <p:sp>
        <p:nvSpPr>
          <p:cNvPr id="530" name="Google Shape;530;p23"/>
          <p:cNvSpPr/>
          <p:nvPr/>
        </p:nvSpPr>
        <p:spPr>
          <a:xfrm rot="-4370532">
            <a:off x="-2215631" y="7617785"/>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5">
              <a:alphaModFix/>
            </a:blip>
            <a:stretch>
              <a:fillRect b="0" l="-25" r="-24" t="0"/>
            </a:stretch>
          </a:blipFill>
          <a:ln>
            <a:noFill/>
          </a:ln>
        </p:spPr>
      </p:sp>
      <p:sp>
        <p:nvSpPr>
          <p:cNvPr id="531" name="Google Shape;531;p23"/>
          <p:cNvSpPr/>
          <p:nvPr/>
        </p:nvSpPr>
        <p:spPr>
          <a:xfrm rot="5336227">
            <a:off x="11915768" y="1346350"/>
            <a:ext cx="1209770" cy="2452974"/>
          </a:xfrm>
          <a:custGeom>
            <a:rect b="b" l="l" r="r" t="t"/>
            <a:pathLst>
              <a:path extrusionOk="0" h="3270631" w="1613027">
                <a:moveTo>
                  <a:pt x="0" y="0"/>
                </a:moveTo>
                <a:lnTo>
                  <a:pt x="1613027" y="0"/>
                </a:lnTo>
                <a:lnTo>
                  <a:pt x="1613027" y="3270631"/>
                </a:lnTo>
                <a:lnTo>
                  <a:pt x="0" y="3270631"/>
                </a:lnTo>
                <a:lnTo>
                  <a:pt x="0" y="0"/>
                </a:lnTo>
                <a:close/>
              </a:path>
            </a:pathLst>
          </a:custGeom>
          <a:blipFill rotWithShape="1">
            <a:blip r:embed="rId6">
              <a:alphaModFix/>
            </a:blip>
            <a:stretch>
              <a:fillRect b="0" l="-56953" r="-56955" t="0"/>
            </a:stretch>
          </a:blipFill>
          <a:ln>
            <a:noFill/>
          </a:ln>
        </p:spPr>
      </p:sp>
      <p:sp>
        <p:nvSpPr>
          <p:cNvPr id="532" name="Google Shape;532;p23"/>
          <p:cNvSpPr/>
          <p:nvPr/>
        </p:nvSpPr>
        <p:spPr>
          <a:xfrm>
            <a:off x="12187417" y="3460082"/>
            <a:ext cx="5968270" cy="3771805"/>
          </a:xfrm>
          <a:custGeom>
            <a:rect b="b" l="l" r="r" t="t"/>
            <a:pathLst>
              <a:path extrusionOk="0" h="5029073" w="7957693">
                <a:moveTo>
                  <a:pt x="0" y="0"/>
                </a:moveTo>
                <a:lnTo>
                  <a:pt x="7957693" y="0"/>
                </a:lnTo>
                <a:lnTo>
                  <a:pt x="7957693" y="5029073"/>
                </a:lnTo>
                <a:lnTo>
                  <a:pt x="0" y="5029073"/>
                </a:lnTo>
                <a:lnTo>
                  <a:pt x="0" y="0"/>
                </a:lnTo>
                <a:close/>
              </a:path>
            </a:pathLst>
          </a:custGeom>
          <a:blipFill rotWithShape="1">
            <a:blip r:embed="rId7">
              <a:alphaModFix/>
            </a:blip>
            <a:stretch>
              <a:fillRect b="0" l="0" r="0" t="0"/>
            </a:stretch>
          </a:blipFill>
          <a:ln>
            <a:noFill/>
          </a:ln>
        </p:spPr>
      </p:sp>
      <p:sp>
        <p:nvSpPr>
          <p:cNvPr id="533" name="Google Shape;533;p23"/>
          <p:cNvSpPr txBox="1"/>
          <p:nvPr/>
        </p:nvSpPr>
        <p:spPr>
          <a:xfrm>
            <a:off x="2411306" y="2028284"/>
            <a:ext cx="7971300" cy="1116225"/>
          </a:xfrm>
          <a:prstGeom prst="rect">
            <a:avLst/>
          </a:prstGeom>
          <a:noFill/>
          <a:ln>
            <a:noFill/>
          </a:ln>
        </p:spPr>
        <p:txBody>
          <a:bodyPr anchorCtr="0" anchor="t" bIns="0" lIns="0" spcFirstLastPara="1" rIns="0" wrap="square" tIns="0">
            <a:spAutoFit/>
          </a:bodyPr>
          <a:lstStyle/>
          <a:p>
            <a:pPr indent="0" lvl="0" marL="0" marR="0" rtl="0" algn="ctr">
              <a:lnSpc>
                <a:spcPct val="127214"/>
              </a:lnSpc>
              <a:spcBef>
                <a:spcPts val="0"/>
              </a:spcBef>
              <a:spcAft>
                <a:spcPts val="0"/>
              </a:spcAft>
              <a:buNone/>
            </a:pPr>
            <a:r>
              <a:rPr b="1" i="0" lang="en-US" sz="6199" u="none" cap="none" strike="noStrike">
                <a:solidFill>
                  <a:srgbClr val="000000"/>
                </a:solidFill>
                <a:latin typeface="Arial"/>
                <a:ea typeface="Arial"/>
                <a:cs typeface="Arial"/>
                <a:sym typeface="Arial"/>
              </a:rPr>
              <a:t>Dominio de Colisión:</a:t>
            </a:r>
            <a:endParaRPr/>
          </a:p>
        </p:txBody>
      </p:sp>
      <p:sp>
        <p:nvSpPr>
          <p:cNvPr id="534" name="Google Shape;534;p23"/>
          <p:cNvSpPr txBox="1"/>
          <p:nvPr/>
        </p:nvSpPr>
        <p:spPr>
          <a:xfrm>
            <a:off x="1431001" y="3769644"/>
            <a:ext cx="9852179" cy="3810000"/>
          </a:xfrm>
          <a:prstGeom prst="rect">
            <a:avLst/>
          </a:prstGeom>
          <a:noFill/>
          <a:ln>
            <a:noFill/>
          </a:ln>
        </p:spPr>
        <p:txBody>
          <a:bodyPr anchorCtr="0" anchor="t" bIns="0" lIns="0" spcFirstLastPara="1" rIns="0" wrap="square" tIns="0">
            <a:spAutoFit/>
          </a:bodyPr>
          <a:lstStyle/>
          <a:p>
            <a:pPr indent="-190459" lvl="2" marL="571379" marR="0" rtl="0" algn="just">
              <a:lnSpc>
                <a:spcPct val="143977"/>
              </a:lnSpc>
              <a:spcBef>
                <a:spcPts val="0"/>
              </a:spcBef>
              <a:spcAft>
                <a:spcPts val="0"/>
              </a:spcAft>
              <a:buClr>
                <a:srgbClr val="000000"/>
              </a:buClr>
              <a:buSzPts val="2499"/>
              <a:buFont typeface="Arial"/>
              <a:buChar char="⚬"/>
            </a:pPr>
            <a:r>
              <a:rPr b="0" i="0" lang="en-US" sz="2499" u="none" cap="none" strike="noStrike">
                <a:solidFill>
                  <a:srgbClr val="000000"/>
                </a:solidFill>
                <a:latin typeface="DM Sans"/>
                <a:ea typeface="DM Sans"/>
                <a:cs typeface="DM Sans"/>
                <a:sym typeface="DM Sans"/>
              </a:rPr>
              <a:t>Puesto que un hub solo tiene un canal, solo se podrá enviar un mensaje cada vez a través del mismo.</a:t>
            </a:r>
            <a:endParaRPr/>
          </a:p>
          <a:p>
            <a:pPr indent="-190459" lvl="2" marL="571379" marR="0" rtl="0" algn="just">
              <a:lnSpc>
                <a:spcPct val="143977"/>
              </a:lnSpc>
              <a:spcBef>
                <a:spcPts val="0"/>
              </a:spcBef>
              <a:spcAft>
                <a:spcPts val="0"/>
              </a:spcAft>
              <a:buClr>
                <a:srgbClr val="000000"/>
              </a:buClr>
              <a:buSzPts val="2499"/>
              <a:buFont typeface="Arial"/>
              <a:buChar char="⚬"/>
            </a:pPr>
            <a:r>
              <a:rPr b="0" i="0" lang="en-US" sz="2499" u="none" cap="none" strike="noStrike">
                <a:solidFill>
                  <a:srgbClr val="000000"/>
                </a:solidFill>
                <a:latin typeface="DM Sans"/>
                <a:ea typeface="DM Sans"/>
                <a:cs typeface="DM Sans"/>
                <a:sym typeface="DM Sans"/>
              </a:rPr>
              <a:t>Si dos o más hosts conectados al hub intentan enviar un mensaje al mismo tiempo, las señales electrónicas que forman los mensajes colisionarían entre sí dentro del canal.</a:t>
            </a:r>
            <a:endParaRPr/>
          </a:p>
          <a:p>
            <a:pPr indent="-190459" lvl="2" marL="571379" marR="0" rtl="0" algn="just">
              <a:lnSpc>
                <a:spcPct val="143977"/>
              </a:lnSpc>
              <a:spcBef>
                <a:spcPts val="0"/>
              </a:spcBef>
              <a:spcAft>
                <a:spcPts val="0"/>
              </a:spcAft>
              <a:buClr>
                <a:srgbClr val="000000"/>
              </a:buClr>
              <a:buSzPts val="2499"/>
              <a:buFont typeface="Arial"/>
              <a:buChar char="⚬"/>
            </a:pPr>
            <a:r>
              <a:rPr b="0" i="0" lang="en-US" sz="2499" u="none" cap="none" strike="noStrike">
                <a:solidFill>
                  <a:srgbClr val="000000"/>
                </a:solidFill>
                <a:latin typeface="DM Sans"/>
                <a:ea typeface="DM Sans"/>
                <a:cs typeface="DM Sans"/>
                <a:sym typeface="DM Sans"/>
              </a:rPr>
              <a:t>Dentro de un dominio de colisión, cuando un host recibe un mensaje corrupto, detecta que se ha producido una colisión.</a:t>
            </a:r>
            <a:endParaRPr/>
          </a:p>
          <a:p>
            <a:pPr indent="-190459" lvl="2" marL="571379" marR="0" rtl="0" algn="just">
              <a:lnSpc>
                <a:spcPct val="143977"/>
              </a:lnSpc>
              <a:spcBef>
                <a:spcPts val="0"/>
              </a:spcBef>
              <a:spcAft>
                <a:spcPts val="0"/>
              </a:spcAft>
              <a:buClr>
                <a:srgbClr val="000000"/>
              </a:buClr>
              <a:buSzPts val="2499"/>
              <a:buFont typeface="Arial"/>
              <a:buChar char="⚬"/>
            </a:pPr>
            <a:r>
              <a:rPr b="0" i="0" lang="en-US" sz="2499" u="none" cap="none" strike="noStrike">
                <a:solidFill>
                  <a:srgbClr val="000000"/>
                </a:solidFill>
                <a:latin typeface="DM Sans"/>
                <a:ea typeface="DM Sans"/>
                <a:cs typeface="DM Sans"/>
                <a:sym typeface="DM Sans"/>
              </a:rPr>
              <a:t>Cuando esto sucede, cada uno de los hosts emisores espera durante un corto periodo de tiempo y luego trata de volver a enviar, o retransmitir el mensaje.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542" name="Shape 542"/>
        <p:cNvGrpSpPr/>
        <p:nvPr/>
      </p:nvGrpSpPr>
      <p:grpSpPr>
        <a:xfrm>
          <a:off x="0" y="0"/>
          <a:ext cx="0" cy="0"/>
          <a:chOff x="0" y="0"/>
          <a:chExt cx="0" cy="0"/>
        </a:xfrm>
      </p:grpSpPr>
      <p:sp>
        <p:nvSpPr>
          <p:cNvPr id="543" name="Google Shape;543;p24"/>
          <p:cNvSpPr/>
          <p:nvPr/>
        </p:nvSpPr>
        <p:spPr>
          <a:xfrm rot="10472255">
            <a:off x="15552842" y="-1626396"/>
            <a:ext cx="5396484" cy="4114800"/>
          </a:xfrm>
          <a:custGeom>
            <a:rect b="b" l="l" r="r" t="t"/>
            <a:pathLst>
              <a:path extrusionOk="0" h="5486400" w="7195312">
                <a:moveTo>
                  <a:pt x="0" y="0"/>
                </a:moveTo>
                <a:lnTo>
                  <a:pt x="7195312" y="0"/>
                </a:lnTo>
                <a:lnTo>
                  <a:pt x="7195312" y="5486400"/>
                </a:lnTo>
                <a:lnTo>
                  <a:pt x="0" y="5486400"/>
                </a:lnTo>
                <a:lnTo>
                  <a:pt x="0" y="0"/>
                </a:lnTo>
                <a:close/>
              </a:path>
            </a:pathLst>
          </a:custGeom>
          <a:blipFill rotWithShape="1">
            <a:blip r:embed="rId3">
              <a:alphaModFix/>
            </a:blip>
            <a:stretch>
              <a:fillRect b="0" l="-7" r="-6" t="0"/>
            </a:stretch>
          </a:blipFill>
          <a:ln>
            <a:noFill/>
          </a:ln>
        </p:spPr>
      </p:sp>
      <p:sp>
        <p:nvSpPr>
          <p:cNvPr id="544" name="Google Shape;544;p24"/>
          <p:cNvSpPr/>
          <p:nvPr/>
        </p:nvSpPr>
        <p:spPr>
          <a:xfrm rot="5947534">
            <a:off x="5442991" y="-3000949"/>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4">
              <a:alphaModFix/>
            </a:blip>
            <a:stretch>
              <a:fillRect b="0" l="-25" r="-24" t="0"/>
            </a:stretch>
          </a:blipFill>
          <a:ln>
            <a:noFill/>
          </a:ln>
        </p:spPr>
      </p:sp>
      <p:sp>
        <p:nvSpPr>
          <p:cNvPr id="545" name="Google Shape;545;p24"/>
          <p:cNvSpPr/>
          <p:nvPr/>
        </p:nvSpPr>
        <p:spPr>
          <a:xfrm rot="-4370532">
            <a:off x="-2215631" y="7617785"/>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4">
              <a:alphaModFix/>
            </a:blip>
            <a:stretch>
              <a:fillRect b="0" l="-25" r="-24" t="0"/>
            </a:stretch>
          </a:blipFill>
          <a:ln>
            <a:noFill/>
          </a:ln>
        </p:spPr>
      </p:sp>
      <p:sp>
        <p:nvSpPr>
          <p:cNvPr id="546" name="Google Shape;546;p24"/>
          <p:cNvSpPr/>
          <p:nvPr/>
        </p:nvSpPr>
        <p:spPr>
          <a:xfrm>
            <a:off x="2039541" y="852949"/>
            <a:ext cx="14208918" cy="8880539"/>
          </a:xfrm>
          <a:custGeom>
            <a:rect b="b" l="l" r="r" t="t"/>
            <a:pathLst>
              <a:path extrusionOk="0" h="11840718" w="18945225">
                <a:moveTo>
                  <a:pt x="0" y="0"/>
                </a:moveTo>
                <a:lnTo>
                  <a:pt x="18945225" y="0"/>
                </a:lnTo>
                <a:lnTo>
                  <a:pt x="18945225" y="11840718"/>
                </a:lnTo>
                <a:lnTo>
                  <a:pt x="0" y="11840718"/>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CD46"/>
        </a:solidFill>
      </p:bgPr>
    </p:bg>
    <p:spTree>
      <p:nvGrpSpPr>
        <p:cNvPr id="554" name="Shape 554"/>
        <p:cNvGrpSpPr/>
        <p:nvPr/>
      </p:nvGrpSpPr>
      <p:grpSpPr>
        <a:xfrm>
          <a:off x="0" y="0"/>
          <a:ext cx="0" cy="0"/>
          <a:chOff x="0" y="0"/>
          <a:chExt cx="0" cy="0"/>
        </a:xfrm>
      </p:grpSpPr>
      <p:sp>
        <p:nvSpPr>
          <p:cNvPr id="555" name="Google Shape;555;p25"/>
          <p:cNvSpPr/>
          <p:nvPr/>
        </p:nvSpPr>
        <p:spPr>
          <a:xfrm rot="10472255">
            <a:off x="15552842" y="-1626396"/>
            <a:ext cx="5396484" cy="4114800"/>
          </a:xfrm>
          <a:custGeom>
            <a:rect b="b" l="l" r="r" t="t"/>
            <a:pathLst>
              <a:path extrusionOk="0" h="5486400" w="7195312">
                <a:moveTo>
                  <a:pt x="0" y="0"/>
                </a:moveTo>
                <a:lnTo>
                  <a:pt x="7195312" y="0"/>
                </a:lnTo>
                <a:lnTo>
                  <a:pt x="7195312" y="5486400"/>
                </a:lnTo>
                <a:lnTo>
                  <a:pt x="0" y="5486400"/>
                </a:lnTo>
                <a:lnTo>
                  <a:pt x="0" y="0"/>
                </a:lnTo>
                <a:close/>
              </a:path>
            </a:pathLst>
          </a:custGeom>
          <a:blipFill rotWithShape="1">
            <a:blip r:embed="rId3">
              <a:alphaModFix/>
            </a:blip>
            <a:stretch>
              <a:fillRect b="0" l="-7" r="-6" t="0"/>
            </a:stretch>
          </a:blipFill>
          <a:ln>
            <a:noFill/>
          </a:ln>
        </p:spPr>
      </p:sp>
      <p:sp>
        <p:nvSpPr>
          <p:cNvPr id="556" name="Google Shape;556;p25"/>
          <p:cNvSpPr/>
          <p:nvPr/>
        </p:nvSpPr>
        <p:spPr>
          <a:xfrm rot="-7239578">
            <a:off x="-916156" y="-1028700"/>
            <a:ext cx="2227135" cy="4114800"/>
          </a:xfrm>
          <a:custGeom>
            <a:rect b="b" l="l" r="r" t="t"/>
            <a:pathLst>
              <a:path extrusionOk="0" h="5486400" w="2969514">
                <a:moveTo>
                  <a:pt x="0" y="0"/>
                </a:moveTo>
                <a:lnTo>
                  <a:pt x="2969514" y="0"/>
                </a:lnTo>
                <a:lnTo>
                  <a:pt x="2969514" y="5486400"/>
                </a:lnTo>
                <a:lnTo>
                  <a:pt x="0" y="5486400"/>
                </a:lnTo>
                <a:lnTo>
                  <a:pt x="0" y="0"/>
                </a:lnTo>
                <a:close/>
              </a:path>
            </a:pathLst>
          </a:custGeom>
          <a:blipFill rotWithShape="1">
            <a:blip r:embed="rId4">
              <a:alphaModFix/>
            </a:blip>
            <a:stretch>
              <a:fillRect b="-23" l="0" r="0" t="-22"/>
            </a:stretch>
          </a:blipFill>
          <a:ln>
            <a:noFill/>
          </a:ln>
        </p:spPr>
      </p:sp>
      <p:sp>
        <p:nvSpPr>
          <p:cNvPr id="557" name="Google Shape;557;p25"/>
          <p:cNvSpPr/>
          <p:nvPr/>
        </p:nvSpPr>
        <p:spPr>
          <a:xfrm rot="10252938">
            <a:off x="8709959" y="-1552088"/>
            <a:ext cx="4257960" cy="2458974"/>
          </a:xfrm>
          <a:custGeom>
            <a:rect b="b" l="l" r="r" t="t"/>
            <a:pathLst>
              <a:path extrusionOk="0" h="3278632" w="5677281">
                <a:moveTo>
                  <a:pt x="0" y="0"/>
                </a:moveTo>
                <a:lnTo>
                  <a:pt x="5677281" y="0"/>
                </a:lnTo>
                <a:lnTo>
                  <a:pt x="5677281" y="3278632"/>
                </a:lnTo>
                <a:lnTo>
                  <a:pt x="0" y="3278632"/>
                </a:lnTo>
                <a:lnTo>
                  <a:pt x="0" y="0"/>
                </a:lnTo>
                <a:close/>
              </a:path>
            </a:pathLst>
          </a:custGeom>
          <a:blipFill rotWithShape="1">
            <a:blip r:embed="rId5">
              <a:alphaModFix/>
            </a:blip>
            <a:stretch>
              <a:fillRect b="0" l="-49" r="-48" t="0"/>
            </a:stretch>
          </a:blipFill>
          <a:ln>
            <a:noFill/>
          </a:ln>
        </p:spPr>
      </p:sp>
      <p:sp>
        <p:nvSpPr>
          <p:cNvPr id="558" name="Google Shape;558;p25"/>
          <p:cNvSpPr/>
          <p:nvPr/>
        </p:nvSpPr>
        <p:spPr>
          <a:xfrm rot="5947534">
            <a:off x="3555012" y="-2929516"/>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6">
              <a:alphaModFix/>
            </a:blip>
            <a:stretch>
              <a:fillRect b="0" l="-25" r="-24" t="0"/>
            </a:stretch>
          </a:blipFill>
          <a:ln>
            <a:noFill/>
          </a:ln>
        </p:spPr>
      </p:sp>
      <p:sp>
        <p:nvSpPr>
          <p:cNvPr id="559" name="Google Shape;559;p25"/>
          <p:cNvSpPr/>
          <p:nvPr/>
        </p:nvSpPr>
        <p:spPr>
          <a:xfrm>
            <a:off x="-1476562" y="7799941"/>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6">
              <a:alphaModFix/>
            </a:blip>
            <a:stretch>
              <a:fillRect b="0" l="-25" r="-24" t="0"/>
            </a:stretch>
          </a:blipFill>
          <a:ln>
            <a:noFill/>
          </a:ln>
        </p:spPr>
      </p:sp>
      <p:sp>
        <p:nvSpPr>
          <p:cNvPr id="560" name="Google Shape;560;p25"/>
          <p:cNvSpPr/>
          <p:nvPr/>
        </p:nvSpPr>
        <p:spPr>
          <a:xfrm rot="-9994124">
            <a:off x="4019770" y="9355537"/>
            <a:ext cx="5875687" cy="3238976"/>
          </a:xfrm>
          <a:custGeom>
            <a:rect b="b" l="l" r="r" t="t"/>
            <a:pathLst>
              <a:path extrusionOk="0" h="4318635" w="7834249">
                <a:moveTo>
                  <a:pt x="0" y="0"/>
                </a:moveTo>
                <a:lnTo>
                  <a:pt x="7834249" y="0"/>
                </a:lnTo>
                <a:lnTo>
                  <a:pt x="7834249" y="4318635"/>
                </a:lnTo>
                <a:lnTo>
                  <a:pt x="0" y="4318635"/>
                </a:lnTo>
                <a:lnTo>
                  <a:pt x="0" y="0"/>
                </a:lnTo>
                <a:close/>
              </a:path>
            </a:pathLst>
          </a:custGeom>
          <a:blipFill rotWithShape="1">
            <a:blip r:embed="rId7">
              <a:alphaModFix/>
            </a:blip>
            <a:stretch>
              <a:fillRect b="-1" l="0" r="0" t="-1"/>
            </a:stretch>
          </a:blipFill>
          <a:ln>
            <a:noFill/>
          </a:ln>
        </p:spPr>
      </p:sp>
      <p:sp>
        <p:nvSpPr>
          <p:cNvPr id="561" name="Google Shape;561;p25"/>
          <p:cNvSpPr/>
          <p:nvPr/>
        </p:nvSpPr>
        <p:spPr>
          <a:xfrm rot="-5400000">
            <a:off x="16377281" y="7799929"/>
            <a:ext cx="5396484" cy="4114800"/>
          </a:xfrm>
          <a:custGeom>
            <a:rect b="b" l="l" r="r" t="t"/>
            <a:pathLst>
              <a:path extrusionOk="0" h="5486400" w="7195312">
                <a:moveTo>
                  <a:pt x="0" y="0"/>
                </a:moveTo>
                <a:lnTo>
                  <a:pt x="7195312" y="0"/>
                </a:lnTo>
                <a:lnTo>
                  <a:pt x="7195312" y="5486400"/>
                </a:lnTo>
                <a:lnTo>
                  <a:pt x="0" y="5486400"/>
                </a:lnTo>
                <a:lnTo>
                  <a:pt x="0" y="0"/>
                </a:lnTo>
                <a:close/>
              </a:path>
            </a:pathLst>
          </a:custGeom>
          <a:blipFill rotWithShape="1">
            <a:blip r:embed="rId3">
              <a:alphaModFix/>
            </a:blip>
            <a:stretch>
              <a:fillRect b="0" l="-7" r="-6" t="0"/>
            </a:stretch>
          </a:blipFill>
          <a:ln>
            <a:noFill/>
          </a:ln>
        </p:spPr>
      </p:sp>
      <p:sp>
        <p:nvSpPr>
          <p:cNvPr id="562" name="Google Shape;562;p25"/>
          <p:cNvSpPr/>
          <p:nvPr/>
        </p:nvSpPr>
        <p:spPr>
          <a:xfrm>
            <a:off x="1162929" y="1898558"/>
            <a:ext cx="15962185" cy="7143083"/>
          </a:xfrm>
          <a:custGeom>
            <a:rect b="b" l="l" r="r" t="t"/>
            <a:pathLst>
              <a:path extrusionOk="0" h="9524111" w="21282913">
                <a:moveTo>
                  <a:pt x="0" y="0"/>
                </a:moveTo>
                <a:lnTo>
                  <a:pt x="21282913" y="0"/>
                </a:lnTo>
                <a:lnTo>
                  <a:pt x="21282913" y="9524111"/>
                </a:lnTo>
                <a:lnTo>
                  <a:pt x="0" y="9524111"/>
                </a:lnTo>
                <a:lnTo>
                  <a:pt x="0" y="0"/>
                </a:lnTo>
                <a:close/>
              </a:path>
            </a:pathLst>
          </a:custGeom>
          <a:blipFill rotWithShape="1">
            <a:blip r:embed="rId8">
              <a:alphaModFix/>
            </a:blip>
            <a:stretch>
              <a:fillRect b="-23" l="0" r="0" t="-22"/>
            </a:stretch>
          </a:blipFill>
          <a:ln>
            <a:noFill/>
          </a:ln>
        </p:spPr>
      </p:sp>
      <p:sp>
        <p:nvSpPr>
          <p:cNvPr id="563" name="Google Shape;563;p25"/>
          <p:cNvSpPr txBox="1"/>
          <p:nvPr/>
        </p:nvSpPr>
        <p:spPr>
          <a:xfrm>
            <a:off x="11533078" y="82616"/>
            <a:ext cx="4799659" cy="1815943"/>
          </a:xfrm>
          <a:prstGeom prst="rect">
            <a:avLst/>
          </a:prstGeom>
          <a:noFill/>
          <a:ln>
            <a:noFill/>
          </a:ln>
        </p:spPr>
        <p:txBody>
          <a:bodyPr anchorCtr="0" anchor="t" bIns="0" lIns="0" spcFirstLastPara="1" rIns="0" wrap="square" tIns="0">
            <a:spAutoFit/>
          </a:bodyPr>
          <a:lstStyle/>
          <a:p>
            <a:pPr indent="0" lvl="0" marL="0" marR="0" rtl="0" algn="l">
              <a:lnSpc>
                <a:spcPct val="134397"/>
              </a:lnSpc>
              <a:spcBef>
                <a:spcPts val="0"/>
              </a:spcBef>
              <a:spcAft>
                <a:spcPts val="0"/>
              </a:spcAft>
              <a:buNone/>
            </a:pPr>
            <a:r>
              <a:rPr b="1" i="0" lang="en-US" sz="8864" u="none" cap="none" strike="noStrike">
                <a:solidFill>
                  <a:srgbClr val="000000"/>
                </a:solidFill>
                <a:latin typeface="Arial"/>
                <a:ea typeface="Arial"/>
                <a:cs typeface="Arial"/>
                <a:sym typeface="Arial"/>
              </a:rPr>
              <a:t>SWITCH</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571" name="Shape 571"/>
        <p:cNvGrpSpPr/>
        <p:nvPr/>
      </p:nvGrpSpPr>
      <p:grpSpPr>
        <a:xfrm>
          <a:off x="0" y="0"/>
          <a:ext cx="0" cy="0"/>
          <a:chOff x="0" y="0"/>
          <a:chExt cx="0" cy="0"/>
        </a:xfrm>
      </p:grpSpPr>
      <p:sp>
        <p:nvSpPr>
          <p:cNvPr id="572" name="Google Shape;572;p26"/>
          <p:cNvSpPr/>
          <p:nvPr/>
        </p:nvSpPr>
        <p:spPr>
          <a:xfrm rot="5987975">
            <a:off x="16813139" y="7906835"/>
            <a:ext cx="2227135" cy="4114800"/>
          </a:xfrm>
          <a:custGeom>
            <a:rect b="b" l="l" r="r" t="t"/>
            <a:pathLst>
              <a:path extrusionOk="0" h="5486400" w="2969514">
                <a:moveTo>
                  <a:pt x="0" y="0"/>
                </a:moveTo>
                <a:lnTo>
                  <a:pt x="2969514" y="0"/>
                </a:lnTo>
                <a:lnTo>
                  <a:pt x="2969514" y="5486400"/>
                </a:lnTo>
                <a:lnTo>
                  <a:pt x="0" y="5486400"/>
                </a:lnTo>
                <a:lnTo>
                  <a:pt x="0" y="0"/>
                </a:lnTo>
                <a:close/>
              </a:path>
            </a:pathLst>
          </a:custGeom>
          <a:blipFill rotWithShape="1">
            <a:blip r:embed="rId3">
              <a:alphaModFix/>
            </a:blip>
            <a:stretch>
              <a:fillRect b="-23" l="0" r="0" t="-22"/>
            </a:stretch>
          </a:blipFill>
          <a:ln>
            <a:noFill/>
          </a:ln>
        </p:spPr>
      </p:sp>
      <p:sp>
        <p:nvSpPr>
          <p:cNvPr id="573" name="Google Shape;573;p26"/>
          <p:cNvSpPr/>
          <p:nvPr/>
        </p:nvSpPr>
        <p:spPr>
          <a:xfrm rot="4705922">
            <a:off x="13742333" y="-2093217"/>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4">
              <a:alphaModFix/>
            </a:blip>
            <a:stretch>
              <a:fillRect b="0" l="-25" r="-24" t="0"/>
            </a:stretch>
          </a:blipFill>
          <a:ln>
            <a:noFill/>
          </a:ln>
        </p:spPr>
      </p:sp>
      <p:sp>
        <p:nvSpPr>
          <p:cNvPr id="574" name="Google Shape;574;p26"/>
          <p:cNvSpPr/>
          <p:nvPr/>
        </p:nvSpPr>
        <p:spPr>
          <a:xfrm>
            <a:off x="2371235" y="-11"/>
            <a:ext cx="8719089" cy="11124820"/>
          </a:xfrm>
          <a:custGeom>
            <a:rect b="b" l="l" r="r" t="t"/>
            <a:pathLst>
              <a:path extrusionOk="0" h="14833092" w="11625453">
                <a:moveTo>
                  <a:pt x="0" y="0"/>
                </a:moveTo>
                <a:lnTo>
                  <a:pt x="11625453" y="0"/>
                </a:lnTo>
                <a:lnTo>
                  <a:pt x="11625453" y="14833092"/>
                </a:lnTo>
                <a:lnTo>
                  <a:pt x="0" y="14833092"/>
                </a:lnTo>
                <a:lnTo>
                  <a:pt x="0" y="0"/>
                </a:lnTo>
                <a:close/>
              </a:path>
            </a:pathLst>
          </a:custGeom>
          <a:blipFill rotWithShape="1">
            <a:blip r:embed="rId5">
              <a:alphaModFix/>
            </a:blip>
            <a:stretch>
              <a:fillRect b="0" l="-14" r="-14" t="0"/>
            </a:stretch>
          </a:blipFill>
          <a:ln>
            <a:noFill/>
          </a:ln>
        </p:spPr>
      </p:sp>
      <p:sp>
        <p:nvSpPr>
          <p:cNvPr id="575" name="Google Shape;575;p26"/>
          <p:cNvSpPr/>
          <p:nvPr/>
        </p:nvSpPr>
        <p:spPr>
          <a:xfrm>
            <a:off x="0" y="172304"/>
            <a:ext cx="2534127" cy="11067765"/>
          </a:xfrm>
          <a:custGeom>
            <a:rect b="b" l="l" r="r" t="t"/>
            <a:pathLst>
              <a:path extrusionOk="0" h="14757019" w="3378835">
                <a:moveTo>
                  <a:pt x="0" y="0"/>
                </a:moveTo>
                <a:lnTo>
                  <a:pt x="3378835" y="0"/>
                </a:lnTo>
                <a:lnTo>
                  <a:pt x="3378835" y="14757019"/>
                </a:lnTo>
                <a:lnTo>
                  <a:pt x="0" y="14757019"/>
                </a:lnTo>
                <a:lnTo>
                  <a:pt x="0" y="0"/>
                </a:lnTo>
                <a:close/>
              </a:path>
            </a:pathLst>
          </a:custGeom>
          <a:blipFill rotWithShape="1">
            <a:blip r:embed="rId6">
              <a:alphaModFix/>
            </a:blip>
            <a:stretch>
              <a:fillRect b="0" l="-121197" r="-121197" t="0"/>
            </a:stretch>
          </a:blipFill>
          <a:ln>
            <a:noFill/>
          </a:ln>
        </p:spPr>
      </p:sp>
      <p:sp>
        <p:nvSpPr>
          <p:cNvPr id="576" name="Google Shape;576;p26"/>
          <p:cNvSpPr/>
          <p:nvPr/>
        </p:nvSpPr>
        <p:spPr>
          <a:xfrm rot="3945637">
            <a:off x="9645167" y="392168"/>
            <a:ext cx="1209770" cy="2452974"/>
          </a:xfrm>
          <a:custGeom>
            <a:rect b="b" l="l" r="r" t="t"/>
            <a:pathLst>
              <a:path extrusionOk="0" h="3270631" w="1613027">
                <a:moveTo>
                  <a:pt x="0" y="0"/>
                </a:moveTo>
                <a:lnTo>
                  <a:pt x="1613027" y="0"/>
                </a:lnTo>
                <a:lnTo>
                  <a:pt x="1613027" y="3270631"/>
                </a:lnTo>
                <a:lnTo>
                  <a:pt x="0" y="3270631"/>
                </a:lnTo>
                <a:lnTo>
                  <a:pt x="0" y="0"/>
                </a:lnTo>
                <a:close/>
              </a:path>
            </a:pathLst>
          </a:custGeom>
          <a:blipFill rotWithShape="1">
            <a:blip r:embed="rId7">
              <a:alphaModFix/>
            </a:blip>
            <a:stretch>
              <a:fillRect b="0" l="-56953" r="-56955" t="0"/>
            </a:stretch>
          </a:blipFill>
          <a:ln>
            <a:noFill/>
          </a:ln>
        </p:spPr>
      </p:sp>
      <p:sp>
        <p:nvSpPr>
          <p:cNvPr id="577" name="Google Shape;577;p26"/>
          <p:cNvSpPr/>
          <p:nvPr/>
        </p:nvSpPr>
        <p:spPr>
          <a:xfrm>
            <a:off x="11401579" y="2926638"/>
            <a:ext cx="6390989" cy="4433697"/>
          </a:xfrm>
          <a:custGeom>
            <a:rect b="b" l="l" r="r" t="t"/>
            <a:pathLst>
              <a:path extrusionOk="0" h="5911596" w="8521319">
                <a:moveTo>
                  <a:pt x="0" y="0"/>
                </a:moveTo>
                <a:lnTo>
                  <a:pt x="8521319" y="0"/>
                </a:lnTo>
                <a:lnTo>
                  <a:pt x="8521319" y="5911596"/>
                </a:lnTo>
                <a:lnTo>
                  <a:pt x="0" y="5911596"/>
                </a:lnTo>
                <a:lnTo>
                  <a:pt x="0" y="0"/>
                </a:lnTo>
                <a:close/>
              </a:path>
            </a:pathLst>
          </a:custGeom>
          <a:blipFill rotWithShape="1">
            <a:blip r:embed="rId8">
              <a:alphaModFix/>
            </a:blip>
            <a:stretch>
              <a:fillRect b="-20" l="0" r="0" t="-20"/>
            </a:stretch>
          </a:blipFill>
          <a:ln>
            <a:noFill/>
          </a:ln>
        </p:spPr>
      </p:sp>
      <p:sp>
        <p:nvSpPr>
          <p:cNvPr id="578" name="Google Shape;578;p26"/>
          <p:cNvSpPr/>
          <p:nvPr/>
        </p:nvSpPr>
        <p:spPr>
          <a:xfrm>
            <a:off x="9961498" y="6683520"/>
            <a:ext cx="2257616" cy="3326130"/>
          </a:xfrm>
          <a:custGeom>
            <a:rect b="b" l="l" r="r" t="t"/>
            <a:pathLst>
              <a:path extrusionOk="0" h="4434840" w="3010154">
                <a:moveTo>
                  <a:pt x="0" y="0"/>
                </a:moveTo>
                <a:lnTo>
                  <a:pt x="3010154" y="0"/>
                </a:lnTo>
                <a:lnTo>
                  <a:pt x="3010154" y="4434840"/>
                </a:lnTo>
                <a:lnTo>
                  <a:pt x="0" y="4434840"/>
                </a:lnTo>
                <a:lnTo>
                  <a:pt x="0" y="0"/>
                </a:lnTo>
                <a:close/>
              </a:path>
            </a:pathLst>
          </a:custGeom>
          <a:blipFill rotWithShape="1">
            <a:blip r:embed="rId9">
              <a:alphaModFix/>
            </a:blip>
            <a:stretch>
              <a:fillRect b="0" l="-25" r="-24" t="0"/>
            </a:stretch>
          </a:blipFill>
          <a:ln>
            <a:noFill/>
          </a:ln>
        </p:spPr>
      </p:sp>
      <p:sp>
        <p:nvSpPr>
          <p:cNvPr id="579" name="Google Shape;579;p26"/>
          <p:cNvSpPr/>
          <p:nvPr/>
        </p:nvSpPr>
        <p:spPr>
          <a:xfrm rot="-277003">
            <a:off x="11032017" y="1186409"/>
            <a:ext cx="1209770" cy="2452974"/>
          </a:xfrm>
          <a:custGeom>
            <a:rect b="b" l="l" r="r" t="t"/>
            <a:pathLst>
              <a:path extrusionOk="0" h="3270631" w="1613027">
                <a:moveTo>
                  <a:pt x="0" y="0"/>
                </a:moveTo>
                <a:lnTo>
                  <a:pt x="1613027" y="0"/>
                </a:lnTo>
                <a:lnTo>
                  <a:pt x="1613027" y="3270631"/>
                </a:lnTo>
                <a:lnTo>
                  <a:pt x="0" y="3270631"/>
                </a:lnTo>
                <a:lnTo>
                  <a:pt x="0" y="0"/>
                </a:lnTo>
                <a:close/>
              </a:path>
            </a:pathLst>
          </a:custGeom>
          <a:blipFill rotWithShape="1">
            <a:blip r:embed="rId10">
              <a:alphaModFix/>
            </a:blip>
            <a:stretch>
              <a:fillRect b="0" l="-56953" r="-56955" t="0"/>
            </a:stretch>
          </a:blipFill>
          <a:ln>
            <a:noFill/>
          </a:ln>
        </p:spPr>
      </p:sp>
      <p:sp>
        <p:nvSpPr>
          <p:cNvPr id="580" name="Google Shape;580;p26"/>
          <p:cNvSpPr txBox="1"/>
          <p:nvPr/>
        </p:nvSpPr>
        <p:spPr>
          <a:xfrm>
            <a:off x="990554" y="1892550"/>
            <a:ext cx="7892700" cy="8289450"/>
          </a:xfrm>
          <a:prstGeom prst="rect">
            <a:avLst/>
          </a:prstGeom>
          <a:noFill/>
          <a:ln>
            <a:noFill/>
          </a:ln>
        </p:spPr>
        <p:txBody>
          <a:bodyPr anchorCtr="0" anchor="t" bIns="0" lIns="0" spcFirstLastPara="1" rIns="0" wrap="square" tIns="0">
            <a:spAutoFit/>
          </a:bodyPr>
          <a:lstStyle/>
          <a:p>
            <a:pPr indent="0" lvl="0" marL="0" marR="0" rtl="0" algn="just">
              <a:lnSpc>
                <a:spcPct val="143977"/>
              </a:lnSpc>
              <a:spcBef>
                <a:spcPts val="0"/>
              </a:spcBef>
              <a:spcAft>
                <a:spcPts val="0"/>
              </a:spcAft>
              <a:buNone/>
            </a:pPr>
            <a:r>
              <a:rPr b="0" i="0" lang="en-US" sz="2499" u="none" cap="none" strike="noStrike">
                <a:solidFill>
                  <a:srgbClr val="000000"/>
                </a:solidFill>
                <a:latin typeface="DM Sans"/>
                <a:ea typeface="DM Sans"/>
                <a:cs typeface="DM Sans"/>
                <a:sym typeface="DM Sans"/>
              </a:rPr>
              <a:t>Es un dispositivo de red que permite conectar varios dispositivos de red y enrutar el tráfico de datos entre ellos. El switch funciona a nivel de capa 2 del modelo OSI, lo que significa que se encarga de gestionar el envío y la recepción de paquetes de datos en la red local (LAN).</a:t>
            </a:r>
            <a:endParaRPr/>
          </a:p>
          <a:p>
            <a:pPr indent="0" lvl="0" marL="0" marR="0" rtl="0" algn="just">
              <a:lnSpc>
                <a:spcPct val="80672"/>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0" lvl="0" marL="0" marR="0" rtl="0" algn="just">
              <a:lnSpc>
                <a:spcPct val="143977"/>
              </a:lnSpc>
              <a:spcBef>
                <a:spcPts val="0"/>
              </a:spcBef>
              <a:spcAft>
                <a:spcPts val="0"/>
              </a:spcAft>
              <a:buNone/>
            </a:pPr>
            <a:r>
              <a:rPr b="0" i="0" lang="en-US" sz="2499" u="none" cap="none" strike="noStrike">
                <a:solidFill>
                  <a:srgbClr val="000000"/>
                </a:solidFill>
                <a:latin typeface="DM Sans"/>
                <a:ea typeface="DM Sans"/>
                <a:cs typeface="DM Sans"/>
                <a:sym typeface="DM Sans"/>
              </a:rPr>
              <a:t>Al igual que un hub, un switch conecta multiples hosts a la red. Pero a diferencia del hub, un switch puede tomar decisiones basándose en la información contenida en la trama Ethernet y puede reenviar el mensaje a cada host específico.</a:t>
            </a:r>
            <a:endParaRPr/>
          </a:p>
          <a:p>
            <a:pPr indent="0" lvl="0" marL="0" marR="0" rtl="0" algn="just">
              <a:lnSpc>
                <a:spcPct val="80672"/>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0" lvl="0" marL="0" marR="0" rtl="0" algn="just">
              <a:lnSpc>
                <a:spcPct val="143977"/>
              </a:lnSpc>
              <a:spcBef>
                <a:spcPts val="0"/>
              </a:spcBef>
              <a:spcAft>
                <a:spcPts val="0"/>
              </a:spcAft>
              <a:buNone/>
            </a:pPr>
            <a:r>
              <a:rPr b="0" i="0" lang="en-US" sz="2499" u="none" cap="none" strike="noStrike">
                <a:solidFill>
                  <a:srgbClr val="000000"/>
                </a:solidFill>
                <a:latin typeface="DM Sans"/>
                <a:ea typeface="DM Sans"/>
                <a:cs typeface="DM Sans"/>
                <a:sym typeface="DM Sans"/>
              </a:rPr>
              <a:t>Cuando un host envía un mensaje a otro conectado al mismo switch, el switch acepta y decodificar las tramas (paquetes) para leer la parte del mensaje correspondiente a la dirección física, MAC (Medium Access Control Address).</a:t>
            </a:r>
            <a:endParaRPr/>
          </a:p>
        </p:txBody>
      </p:sp>
      <p:sp>
        <p:nvSpPr>
          <p:cNvPr id="581" name="Google Shape;581;p26"/>
          <p:cNvSpPr txBox="1"/>
          <p:nvPr/>
        </p:nvSpPr>
        <p:spPr>
          <a:xfrm>
            <a:off x="1408752" y="690001"/>
            <a:ext cx="7056300" cy="1259700"/>
          </a:xfrm>
          <a:prstGeom prst="rect">
            <a:avLst/>
          </a:prstGeom>
          <a:noFill/>
          <a:ln>
            <a:noFill/>
          </a:ln>
        </p:spPr>
        <p:txBody>
          <a:bodyPr anchorCtr="0" anchor="t" bIns="0" lIns="0" spcFirstLastPara="1" rIns="0" wrap="square" tIns="0">
            <a:spAutoFit/>
          </a:bodyPr>
          <a:lstStyle/>
          <a:p>
            <a:pPr indent="0" lvl="0" marL="0" marR="0" rtl="0" algn="l">
              <a:lnSpc>
                <a:spcPct val="134413"/>
              </a:lnSpc>
              <a:spcBef>
                <a:spcPts val="0"/>
              </a:spcBef>
              <a:spcAft>
                <a:spcPts val="0"/>
              </a:spcAft>
              <a:buNone/>
            </a:pPr>
            <a:r>
              <a:rPr b="1" i="0" lang="en-US" sz="6698" u="none" cap="none" strike="noStrike">
                <a:solidFill>
                  <a:srgbClr val="000000"/>
                </a:solidFill>
                <a:latin typeface="Arial"/>
                <a:ea typeface="Arial"/>
                <a:cs typeface="Arial"/>
                <a:sym typeface="Arial"/>
              </a:rPr>
              <a:t>SWITCH</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589" name="Shape 589"/>
        <p:cNvGrpSpPr/>
        <p:nvPr/>
      </p:nvGrpSpPr>
      <p:grpSpPr>
        <a:xfrm>
          <a:off x="0" y="0"/>
          <a:ext cx="0" cy="0"/>
          <a:chOff x="0" y="0"/>
          <a:chExt cx="0" cy="0"/>
        </a:xfrm>
      </p:grpSpPr>
      <p:sp>
        <p:nvSpPr>
          <p:cNvPr id="590" name="Google Shape;590;p27"/>
          <p:cNvSpPr/>
          <p:nvPr/>
        </p:nvSpPr>
        <p:spPr>
          <a:xfrm rot="5987975">
            <a:off x="16813139" y="7906835"/>
            <a:ext cx="2227135" cy="4114800"/>
          </a:xfrm>
          <a:custGeom>
            <a:rect b="b" l="l" r="r" t="t"/>
            <a:pathLst>
              <a:path extrusionOk="0" h="5486400" w="2969514">
                <a:moveTo>
                  <a:pt x="0" y="0"/>
                </a:moveTo>
                <a:lnTo>
                  <a:pt x="2969514" y="0"/>
                </a:lnTo>
                <a:lnTo>
                  <a:pt x="2969514" y="5486400"/>
                </a:lnTo>
                <a:lnTo>
                  <a:pt x="0" y="5486400"/>
                </a:lnTo>
                <a:lnTo>
                  <a:pt x="0" y="0"/>
                </a:lnTo>
                <a:close/>
              </a:path>
            </a:pathLst>
          </a:custGeom>
          <a:blipFill rotWithShape="1">
            <a:blip r:embed="rId3">
              <a:alphaModFix/>
            </a:blip>
            <a:stretch>
              <a:fillRect b="-23" l="0" r="0" t="-22"/>
            </a:stretch>
          </a:blipFill>
          <a:ln>
            <a:noFill/>
          </a:ln>
        </p:spPr>
      </p:sp>
      <p:sp>
        <p:nvSpPr>
          <p:cNvPr id="591" name="Google Shape;591;p27"/>
          <p:cNvSpPr/>
          <p:nvPr/>
        </p:nvSpPr>
        <p:spPr>
          <a:xfrm rot="4705922">
            <a:off x="13742333" y="-2093217"/>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4">
              <a:alphaModFix/>
            </a:blip>
            <a:stretch>
              <a:fillRect b="0" l="-25" r="-24" t="0"/>
            </a:stretch>
          </a:blipFill>
          <a:ln>
            <a:noFill/>
          </a:ln>
        </p:spPr>
      </p:sp>
      <p:sp>
        <p:nvSpPr>
          <p:cNvPr id="592" name="Google Shape;592;p27"/>
          <p:cNvSpPr/>
          <p:nvPr/>
        </p:nvSpPr>
        <p:spPr>
          <a:xfrm>
            <a:off x="2371235" y="711039"/>
            <a:ext cx="8719089" cy="11124819"/>
          </a:xfrm>
          <a:custGeom>
            <a:rect b="b" l="l" r="r" t="t"/>
            <a:pathLst>
              <a:path extrusionOk="0" h="14833092" w="11625453">
                <a:moveTo>
                  <a:pt x="0" y="0"/>
                </a:moveTo>
                <a:lnTo>
                  <a:pt x="11625453" y="0"/>
                </a:lnTo>
                <a:lnTo>
                  <a:pt x="11625453" y="14833092"/>
                </a:lnTo>
                <a:lnTo>
                  <a:pt x="0" y="14833092"/>
                </a:lnTo>
                <a:lnTo>
                  <a:pt x="0" y="0"/>
                </a:lnTo>
                <a:close/>
              </a:path>
            </a:pathLst>
          </a:custGeom>
          <a:blipFill rotWithShape="1">
            <a:blip r:embed="rId5">
              <a:alphaModFix/>
            </a:blip>
            <a:stretch>
              <a:fillRect b="0" l="-14" r="-14" t="0"/>
            </a:stretch>
          </a:blipFill>
          <a:ln>
            <a:noFill/>
          </a:ln>
        </p:spPr>
      </p:sp>
      <p:sp>
        <p:nvSpPr>
          <p:cNvPr id="593" name="Google Shape;593;p27"/>
          <p:cNvSpPr/>
          <p:nvPr/>
        </p:nvSpPr>
        <p:spPr>
          <a:xfrm>
            <a:off x="0" y="768029"/>
            <a:ext cx="2534127" cy="11067764"/>
          </a:xfrm>
          <a:custGeom>
            <a:rect b="b" l="l" r="r" t="t"/>
            <a:pathLst>
              <a:path extrusionOk="0" h="14757019" w="3378835">
                <a:moveTo>
                  <a:pt x="0" y="0"/>
                </a:moveTo>
                <a:lnTo>
                  <a:pt x="3378835" y="0"/>
                </a:lnTo>
                <a:lnTo>
                  <a:pt x="3378835" y="14757019"/>
                </a:lnTo>
                <a:lnTo>
                  <a:pt x="0" y="14757019"/>
                </a:lnTo>
                <a:lnTo>
                  <a:pt x="0" y="0"/>
                </a:lnTo>
                <a:close/>
              </a:path>
            </a:pathLst>
          </a:custGeom>
          <a:blipFill rotWithShape="1">
            <a:blip r:embed="rId6">
              <a:alphaModFix/>
            </a:blip>
            <a:stretch>
              <a:fillRect b="0" l="-121197" r="-121197" t="0"/>
            </a:stretch>
          </a:blipFill>
          <a:ln>
            <a:noFill/>
          </a:ln>
        </p:spPr>
      </p:sp>
      <p:sp>
        <p:nvSpPr>
          <p:cNvPr id="594" name="Google Shape;594;p27"/>
          <p:cNvSpPr/>
          <p:nvPr/>
        </p:nvSpPr>
        <p:spPr>
          <a:xfrm rot="3945637">
            <a:off x="9645167" y="392168"/>
            <a:ext cx="1209770" cy="2452974"/>
          </a:xfrm>
          <a:custGeom>
            <a:rect b="b" l="l" r="r" t="t"/>
            <a:pathLst>
              <a:path extrusionOk="0" h="3270631" w="1613027">
                <a:moveTo>
                  <a:pt x="0" y="0"/>
                </a:moveTo>
                <a:lnTo>
                  <a:pt x="1613027" y="0"/>
                </a:lnTo>
                <a:lnTo>
                  <a:pt x="1613027" y="3270631"/>
                </a:lnTo>
                <a:lnTo>
                  <a:pt x="0" y="3270631"/>
                </a:lnTo>
                <a:lnTo>
                  <a:pt x="0" y="0"/>
                </a:lnTo>
                <a:close/>
              </a:path>
            </a:pathLst>
          </a:custGeom>
          <a:blipFill rotWithShape="1">
            <a:blip r:embed="rId7">
              <a:alphaModFix/>
            </a:blip>
            <a:stretch>
              <a:fillRect b="0" l="-56953" r="-56955" t="0"/>
            </a:stretch>
          </a:blipFill>
          <a:ln>
            <a:noFill/>
          </a:ln>
        </p:spPr>
      </p:sp>
      <p:sp>
        <p:nvSpPr>
          <p:cNvPr id="595" name="Google Shape;595;p27"/>
          <p:cNvSpPr/>
          <p:nvPr/>
        </p:nvSpPr>
        <p:spPr>
          <a:xfrm>
            <a:off x="11401579" y="2926638"/>
            <a:ext cx="6390989" cy="4433697"/>
          </a:xfrm>
          <a:custGeom>
            <a:rect b="b" l="l" r="r" t="t"/>
            <a:pathLst>
              <a:path extrusionOk="0" h="5911596" w="8521319">
                <a:moveTo>
                  <a:pt x="0" y="0"/>
                </a:moveTo>
                <a:lnTo>
                  <a:pt x="8521319" y="0"/>
                </a:lnTo>
                <a:lnTo>
                  <a:pt x="8521319" y="5911596"/>
                </a:lnTo>
                <a:lnTo>
                  <a:pt x="0" y="5911596"/>
                </a:lnTo>
                <a:lnTo>
                  <a:pt x="0" y="0"/>
                </a:lnTo>
                <a:close/>
              </a:path>
            </a:pathLst>
          </a:custGeom>
          <a:blipFill rotWithShape="1">
            <a:blip r:embed="rId8">
              <a:alphaModFix/>
            </a:blip>
            <a:stretch>
              <a:fillRect b="-20" l="0" r="0" t="-20"/>
            </a:stretch>
          </a:blipFill>
          <a:ln>
            <a:noFill/>
          </a:ln>
        </p:spPr>
      </p:sp>
      <p:sp>
        <p:nvSpPr>
          <p:cNvPr id="596" name="Google Shape;596;p27"/>
          <p:cNvSpPr/>
          <p:nvPr/>
        </p:nvSpPr>
        <p:spPr>
          <a:xfrm>
            <a:off x="9961498" y="6683520"/>
            <a:ext cx="2257616" cy="3326130"/>
          </a:xfrm>
          <a:custGeom>
            <a:rect b="b" l="l" r="r" t="t"/>
            <a:pathLst>
              <a:path extrusionOk="0" h="4434840" w="3010154">
                <a:moveTo>
                  <a:pt x="0" y="0"/>
                </a:moveTo>
                <a:lnTo>
                  <a:pt x="3010154" y="0"/>
                </a:lnTo>
                <a:lnTo>
                  <a:pt x="3010154" y="4434840"/>
                </a:lnTo>
                <a:lnTo>
                  <a:pt x="0" y="4434840"/>
                </a:lnTo>
                <a:lnTo>
                  <a:pt x="0" y="0"/>
                </a:lnTo>
                <a:close/>
              </a:path>
            </a:pathLst>
          </a:custGeom>
          <a:blipFill rotWithShape="1">
            <a:blip r:embed="rId9">
              <a:alphaModFix/>
            </a:blip>
            <a:stretch>
              <a:fillRect b="0" l="-25" r="-24" t="0"/>
            </a:stretch>
          </a:blipFill>
          <a:ln>
            <a:noFill/>
          </a:ln>
        </p:spPr>
      </p:sp>
      <p:sp>
        <p:nvSpPr>
          <p:cNvPr id="597" name="Google Shape;597;p27"/>
          <p:cNvSpPr/>
          <p:nvPr/>
        </p:nvSpPr>
        <p:spPr>
          <a:xfrm rot="-277003">
            <a:off x="11032017" y="1186409"/>
            <a:ext cx="1209770" cy="2452974"/>
          </a:xfrm>
          <a:custGeom>
            <a:rect b="b" l="l" r="r" t="t"/>
            <a:pathLst>
              <a:path extrusionOk="0" h="3270631" w="1613027">
                <a:moveTo>
                  <a:pt x="0" y="0"/>
                </a:moveTo>
                <a:lnTo>
                  <a:pt x="1613027" y="0"/>
                </a:lnTo>
                <a:lnTo>
                  <a:pt x="1613027" y="3270631"/>
                </a:lnTo>
                <a:lnTo>
                  <a:pt x="0" y="3270631"/>
                </a:lnTo>
                <a:lnTo>
                  <a:pt x="0" y="0"/>
                </a:lnTo>
                <a:close/>
              </a:path>
            </a:pathLst>
          </a:custGeom>
          <a:blipFill rotWithShape="1">
            <a:blip r:embed="rId10">
              <a:alphaModFix/>
            </a:blip>
            <a:stretch>
              <a:fillRect b="0" l="-56953" r="-56955" t="0"/>
            </a:stretch>
          </a:blipFill>
          <a:ln>
            <a:noFill/>
          </a:ln>
        </p:spPr>
      </p:sp>
      <p:sp>
        <p:nvSpPr>
          <p:cNvPr id="598" name="Google Shape;598;p27"/>
          <p:cNvSpPr txBox="1"/>
          <p:nvPr/>
        </p:nvSpPr>
        <p:spPr>
          <a:xfrm>
            <a:off x="990579" y="4173781"/>
            <a:ext cx="7892801" cy="3771900"/>
          </a:xfrm>
          <a:prstGeom prst="rect">
            <a:avLst/>
          </a:prstGeom>
          <a:noFill/>
          <a:ln>
            <a:noFill/>
          </a:ln>
        </p:spPr>
        <p:txBody>
          <a:bodyPr anchorCtr="0" anchor="t" bIns="0" lIns="0" spcFirstLastPara="1" rIns="0" wrap="square" tIns="0">
            <a:spAutoFit/>
          </a:bodyPr>
          <a:lstStyle/>
          <a:p>
            <a:pPr indent="0" lvl="0" marL="0" marR="0" rtl="0" algn="just">
              <a:lnSpc>
                <a:spcPct val="143977"/>
              </a:lnSpc>
              <a:spcBef>
                <a:spcPts val="0"/>
              </a:spcBef>
              <a:spcAft>
                <a:spcPts val="0"/>
              </a:spcAft>
              <a:buNone/>
            </a:pPr>
            <a:r>
              <a:rPr b="0" i="0" lang="en-US" sz="2499" u="none" cap="none" strike="noStrike">
                <a:solidFill>
                  <a:srgbClr val="000000"/>
                </a:solidFill>
                <a:latin typeface="DM Sans"/>
                <a:ea typeface="DM Sans"/>
                <a:cs typeface="DM Sans"/>
                <a:sym typeface="DM Sans"/>
              </a:rPr>
              <a:t>Los Switch utilizan la dirección MAC de los dispositivos de destino para determinar a qué puertos enviar los paquetes de datos. Cada puerto del switch es un punto de conexión para un dispositivo de red, y los switches suelen tener varios puertos para permitir la conexión de múltiples dispositivos.</a:t>
            </a:r>
            <a:endParaRPr/>
          </a:p>
          <a:p>
            <a:pPr indent="0" lvl="0" marL="0" marR="0" rtl="0" algn="just">
              <a:lnSpc>
                <a:spcPct val="80672"/>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0" lvl="0" marL="0" marR="0" rtl="0" algn="just">
              <a:lnSpc>
                <a:spcPct val="143977"/>
              </a:lnSpc>
              <a:spcBef>
                <a:spcPts val="0"/>
              </a:spcBef>
              <a:spcAft>
                <a:spcPts val="0"/>
              </a:spcAft>
              <a:buNone/>
            </a:pPr>
            <a:r>
              <a:rPr b="0" i="0" lang="en-US" sz="2499" u="none" cap="none" strike="noStrike">
                <a:solidFill>
                  <a:srgbClr val="000000"/>
                </a:solidFill>
                <a:latin typeface="DM Sans"/>
                <a:ea typeface="DM Sans"/>
                <a:cs typeface="DM Sans"/>
                <a:sym typeface="DM Sans"/>
              </a:rPr>
              <a:t>Los switches se pueden clasificar en dos categorías principales: switches de capa 2 y switches de capa 3.</a:t>
            </a:r>
            <a:endParaRPr/>
          </a:p>
        </p:txBody>
      </p:sp>
      <p:sp>
        <p:nvSpPr>
          <p:cNvPr id="599" name="Google Shape;599;p27"/>
          <p:cNvSpPr txBox="1"/>
          <p:nvPr/>
        </p:nvSpPr>
        <p:spPr>
          <a:xfrm>
            <a:off x="1408802" y="1640178"/>
            <a:ext cx="7056355" cy="1392047"/>
          </a:xfrm>
          <a:prstGeom prst="rect">
            <a:avLst/>
          </a:prstGeom>
          <a:noFill/>
          <a:ln>
            <a:noFill/>
          </a:ln>
        </p:spPr>
        <p:txBody>
          <a:bodyPr anchorCtr="0" anchor="t" bIns="0" lIns="0" spcFirstLastPara="1" rIns="0" wrap="square" tIns="0">
            <a:spAutoFit/>
          </a:bodyPr>
          <a:lstStyle/>
          <a:p>
            <a:pPr indent="0" lvl="0" marL="0" marR="0" rtl="0" algn="l">
              <a:lnSpc>
                <a:spcPct val="134413"/>
              </a:lnSpc>
              <a:spcBef>
                <a:spcPts val="0"/>
              </a:spcBef>
              <a:spcAft>
                <a:spcPts val="0"/>
              </a:spcAft>
              <a:buNone/>
            </a:pPr>
            <a:r>
              <a:rPr b="1" i="0" lang="en-US" sz="6698" u="none" cap="none" strike="noStrike">
                <a:solidFill>
                  <a:srgbClr val="000000"/>
                </a:solidFill>
                <a:latin typeface="Arial"/>
                <a:ea typeface="Arial"/>
                <a:cs typeface="Arial"/>
                <a:sym typeface="Arial"/>
              </a:rPr>
              <a:t>SWITCH</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607" name="Shape 607"/>
        <p:cNvGrpSpPr/>
        <p:nvPr/>
      </p:nvGrpSpPr>
      <p:grpSpPr>
        <a:xfrm>
          <a:off x="0" y="0"/>
          <a:ext cx="0" cy="0"/>
          <a:chOff x="0" y="0"/>
          <a:chExt cx="0" cy="0"/>
        </a:xfrm>
      </p:grpSpPr>
      <p:sp>
        <p:nvSpPr>
          <p:cNvPr id="608" name="Google Shape;608;p28"/>
          <p:cNvSpPr/>
          <p:nvPr/>
        </p:nvSpPr>
        <p:spPr>
          <a:xfrm rot="5987975">
            <a:off x="16813139" y="7906835"/>
            <a:ext cx="2227135" cy="4114800"/>
          </a:xfrm>
          <a:custGeom>
            <a:rect b="b" l="l" r="r" t="t"/>
            <a:pathLst>
              <a:path extrusionOk="0" h="5486400" w="2969514">
                <a:moveTo>
                  <a:pt x="0" y="0"/>
                </a:moveTo>
                <a:lnTo>
                  <a:pt x="2969514" y="0"/>
                </a:lnTo>
                <a:lnTo>
                  <a:pt x="2969514" y="5486400"/>
                </a:lnTo>
                <a:lnTo>
                  <a:pt x="0" y="5486400"/>
                </a:lnTo>
                <a:lnTo>
                  <a:pt x="0" y="0"/>
                </a:lnTo>
                <a:close/>
              </a:path>
            </a:pathLst>
          </a:custGeom>
          <a:blipFill rotWithShape="1">
            <a:blip r:embed="rId3">
              <a:alphaModFix/>
            </a:blip>
            <a:stretch>
              <a:fillRect b="-23" l="0" r="0" t="-22"/>
            </a:stretch>
          </a:blipFill>
          <a:ln>
            <a:noFill/>
          </a:ln>
        </p:spPr>
      </p:sp>
      <p:sp>
        <p:nvSpPr>
          <p:cNvPr id="609" name="Google Shape;609;p28"/>
          <p:cNvSpPr/>
          <p:nvPr/>
        </p:nvSpPr>
        <p:spPr>
          <a:xfrm rot="4705922">
            <a:off x="13742333" y="-2093217"/>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4">
              <a:alphaModFix/>
            </a:blip>
            <a:stretch>
              <a:fillRect b="0" l="-25" r="-24" t="0"/>
            </a:stretch>
          </a:blipFill>
          <a:ln>
            <a:noFill/>
          </a:ln>
        </p:spPr>
      </p:sp>
      <p:sp>
        <p:nvSpPr>
          <p:cNvPr id="610" name="Google Shape;610;p28"/>
          <p:cNvSpPr/>
          <p:nvPr/>
        </p:nvSpPr>
        <p:spPr>
          <a:xfrm>
            <a:off x="2371235" y="711039"/>
            <a:ext cx="8719089" cy="11124819"/>
          </a:xfrm>
          <a:custGeom>
            <a:rect b="b" l="l" r="r" t="t"/>
            <a:pathLst>
              <a:path extrusionOk="0" h="14833092" w="11625453">
                <a:moveTo>
                  <a:pt x="0" y="0"/>
                </a:moveTo>
                <a:lnTo>
                  <a:pt x="11625453" y="0"/>
                </a:lnTo>
                <a:lnTo>
                  <a:pt x="11625453" y="14833092"/>
                </a:lnTo>
                <a:lnTo>
                  <a:pt x="0" y="14833092"/>
                </a:lnTo>
                <a:lnTo>
                  <a:pt x="0" y="0"/>
                </a:lnTo>
                <a:close/>
              </a:path>
            </a:pathLst>
          </a:custGeom>
          <a:blipFill rotWithShape="1">
            <a:blip r:embed="rId5">
              <a:alphaModFix/>
            </a:blip>
            <a:stretch>
              <a:fillRect b="0" l="-14" r="-14" t="0"/>
            </a:stretch>
          </a:blipFill>
          <a:ln>
            <a:noFill/>
          </a:ln>
        </p:spPr>
      </p:sp>
      <p:sp>
        <p:nvSpPr>
          <p:cNvPr id="611" name="Google Shape;611;p28"/>
          <p:cNvSpPr/>
          <p:nvPr/>
        </p:nvSpPr>
        <p:spPr>
          <a:xfrm>
            <a:off x="0" y="768029"/>
            <a:ext cx="2534127" cy="11067764"/>
          </a:xfrm>
          <a:custGeom>
            <a:rect b="b" l="l" r="r" t="t"/>
            <a:pathLst>
              <a:path extrusionOk="0" h="14757019" w="3378835">
                <a:moveTo>
                  <a:pt x="0" y="0"/>
                </a:moveTo>
                <a:lnTo>
                  <a:pt x="3378835" y="0"/>
                </a:lnTo>
                <a:lnTo>
                  <a:pt x="3378835" y="14757019"/>
                </a:lnTo>
                <a:lnTo>
                  <a:pt x="0" y="14757019"/>
                </a:lnTo>
                <a:lnTo>
                  <a:pt x="0" y="0"/>
                </a:lnTo>
                <a:close/>
              </a:path>
            </a:pathLst>
          </a:custGeom>
          <a:blipFill rotWithShape="1">
            <a:blip r:embed="rId6">
              <a:alphaModFix/>
            </a:blip>
            <a:stretch>
              <a:fillRect b="0" l="-121197" r="-121197" t="0"/>
            </a:stretch>
          </a:blipFill>
          <a:ln>
            <a:noFill/>
          </a:ln>
        </p:spPr>
      </p:sp>
      <p:sp>
        <p:nvSpPr>
          <p:cNvPr id="612" name="Google Shape;612;p28"/>
          <p:cNvSpPr/>
          <p:nvPr/>
        </p:nvSpPr>
        <p:spPr>
          <a:xfrm rot="3945637">
            <a:off x="9645167" y="392168"/>
            <a:ext cx="1209770" cy="2452974"/>
          </a:xfrm>
          <a:custGeom>
            <a:rect b="b" l="l" r="r" t="t"/>
            <a:pathLst>
              <a:path extrusionOk="0" h="3270631" w="1613027">
                <a:moveTo>
                  <a:pt x="0" y="0"/>
                </a:moveTo>
                <a:lnTo>
                  <a:pt x="1613027" y="0"/>
                </a:lnTo>
                <a:lnTo>
                  <a:pt x="1613027" y="3270631"/>
                </a:lnTo>
                <a:lnTo>
                  <a:pt x="0" y="3270631"/>
                </a:lnTo>
                <a:lnTo>
                  <a:pt x="0" y="0"/>
                </a:lnTo>
                <a:close/>
              </a:path>
            </a:pathLst>
          </a:custGeom>
          <a:blipFill rotWithShape="1">
            <a:blip r:embed="rId7">
              <a:alphaModFix/>
            </a:blip>
            <a:stretch>
              <a:fillRect b="0" l="-56953" r="-56955" t="0"/>
            </a:stretch>
          </a:blipFill>
          <a:ln>
            <a:noFill/>
          </a:ln>
        </p:spPr>
      </p:sp>
      <p:sp>
        <p:nvSpPr>
          <p:cNvPr id="613" name="Google Shape;613;p28"/>
          <p:cNvSpPr/>
          <p:nvPr/>
        </p:nvSpPr>
        <p:spPr>
          <a:xfrm>
            <a:off x="11401579" y="2926638"/>
            <a:ext cx="6390989" cy="4433697"/>
          </a:xfrm>
          <a:custGeom>
            <a:rect b="b" l="l" r="r" t="t"/>
            <a:pathLst>
              <a:path extrusionOk="0" h="5911596" w="8521319">
                <a:moveTo>
                  <a:pt x="0" y="0"/>
                </a:moveTo>
                <a:lnTo>
                  <a:pt x="8521319" y="0"/>
                </a:lnTo>
                <a:lnTo>
                  <a:pt x="8521319" y="5911596"/>
                </a:lnTo>
                <a:lnTo>
                  <a:pt x="0" y="5911596"/>
                </a:lnTo>
                <a:lnTo>
                  <a:pt x="0" y="0"/>
                </a:lnTo>
                <a:close/>
              </a:path>
            </a:pathLst>
          </a:custGeom>
          <a:blipFill rotWithShape="1">
            <a:blip r:embed="rId8">
              <a:alphaModFix/>
            </a:blip>
            <a:stretch>
              <a:fillRect b="-20" l="0" r="0" t="-20"/>
            </a:stretch>
          </a:blipFill>
          <a:ln>
            <a:noFill/>
          </a:ln>
        </p:spPr>
      </p:sp>
      <p:sp>
        <p:nvSpPr>
          <p:cNvPr id="614" name="Google Shape;614;p28"/>
          <p:cNvSpPr/>
          <p:nvPr/>
        </p:nvSpPr>
        <p:spPr>
          <a:xfrm>
            <a:off x="9961498" y="6683520"/>
            <a:ext cx="2257616" cy="3326130"/>
          </a:xfrm>
          <a:custGeom>
            <a:rect b="b" l="l" r="r" t="t"/>
            <a:pathLst>
              <a:path extrusionOk="0" h="4434840" w="3010154">
                <a:moveTo>
                  <a:pt x="0" y="0"/>
                </a:moveTo>
                <a:lnTo>
                  <a:pt x="3010154" y="0"/>
                </a:lnTo>
                <a:lnTo>
                  <a:pt x="3010154" y="4434840"/>
                </a:lnTo>
                <a:lnTo>
                  <a:pt x="0" y="4434840"/>
                </a:lnTo>
                <a:lnTo>
                  <a:pt x="0" y="0"/>
                </a:lnTo>
                <a:close/>
              </a:path>
            </a:pathLst>
          </a:custGeom>
          <a:blipFill rotWithShape="1">
            <a:blip r:embed="rId9">
              <a:alphaModFix/>
            </a:blip>
            <a:stretch>
              <a:fillRect b="0" l="-25" r="-24" t="0"/>
            </a:stretch>
          </a:blipFill>
          <a:ln>
            <a:noFill/>
          </a:ln>
        </p:spPr>
      </p:sp>
      <p:sp>
        <p:nvSpPr>
          <p:cNvPr id="615" name="Google Shape;615;p28"/>
          <p:cNvSpPr/>
          <p:nvPr/>
        </p:nvSpPr>
        <p:spPr>
          <a:xfrm rot="-277003">
            <a:off x="11032017" y="1186409"/>
            <a:ext cx="1209770" cy="2452974"/>
          </a:xfrm>
          <a:custGeom>
            <a:rect b="b" l="l" r="r" t="t"/>
            <a:pathLst>
              <a:path extrusionOk="0" h="3270631" w="1613027">
                <a:moveTo>
                  <a:pt x="0" y="0"/>
                </a:moveTo>
                <a:lnTo>
                  <a:pt x="1613027" y="0"/>
                </a:lnTo>
                <a:lnTo>
                  <a:pt x="1613027" y="3270631"/>
                </a:lnTo>
                <a:lnTo>
                  <a:pt x="0" y="3270631"/>
                </a:lnTo>
                <a:lnTo>
                  <a:pt x="0" y="0"/>
                </a:lnTo>
                <a:close/>
              </a:path>
            </a:pathLst>
          </a:custGeom>
          <a:blipFill rotWithShape="1">
            <a:blip r:embed="rId10">
              <a:alphaModFix/>
            </a:blip>
            <a:stretch>
              <a:fillRect b="0" l="-56953" r="-56955" t="0"/>
            </a:stretch>
          </a:blipFill>
          <a:ln>
            <a:noFill/>
          </a:ln>
        </p:spPr>
      </p:sp>
      <p:sp>
        <p:nvSpPr>
          <p:cNvPr id="616" name="Google Shape;616;p28"/>
          <p:cNvSpPr txBox="1"/>
          <p:nvPr/>
        </p:nvSpPr>
        <p:spPr>
          <a:xfrm>
            <a:off x="990579" y="3430831"/>
            <a:ext cx="7892801" cy="5257800"/>
          </a:xfrm>
          <a:prstGeom prst="rect">
            <a:avLst/>
          </a:prstGeom>
          <a:noFill/>
          <a:ln>
            <a:noFill/>
          </a:ln>
        </p:spPr>
        <p:txBody>
          <a:bodyPr anchorCtr="0" anchor="t" bIns="0" lIns="0" spcFirstLastPara="1" rIns="0" wrap="square" tIns="0">
            <a:spAutoFit/>
          </a:bodyPr>
          <a:lstStyle/>
          <a:p>
            <a:pPr indent="0" lvl="0" marL="0" marR="0" rtl="0" algn="just">
              <a:lnSpc>
                <a:spcPct val="143977"/>
              </a:lnSpc>
              <a:spcBef>
                <a:spcPts val="0"/>
              </a:spcBef>
              <a:spcAft>
                <a:spcPts val="0"/>
              </a:spcAft>
              <a:buNone/>
            </a:pPr>
            <a:r>
              <a:rPr b="0" i="0" lang="en-US" sz="2499" u="none" cap="none" strike="noStrike">
                <a:solidFill>
                  <a:srgbClr val="000000"/>
                </a:solidFill>
                <a:latin typeface="DM Sans"/>
                <a:ea typeface="DM Sans"/>
                <a:cs typeface="DM Sans"/>
                <a:sym typeface="DM Sans"/>
              </a:rPr>
              <a:t>Los switches de capa 2, también conocidos como switches de enlace de datos, se encargan de la conmutación de paquetes en la red local (LAN) y utilizan la dirección MAC de los dispositivos de destino para determinar a qué puertos enviar los paquetes de datos.</a:t>
            </a:r>
            <a:endParaRPr/>
          </a:p>
          <a:p>
            <a:pPr indent="0" lvl="0" marL="0" marR="0" rtl="0" algn="just">
              <a:lnSpc>
                <a:spcPct val="80672"/>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0" lvl="0" marL="0" marR="0" rtl="0" algn="just">
              <a:lnSpc>
                <a:spcPct val="143977"/>
              </a:lnSpc>
              <a:spcBef>
                <a:spcPts val="0"/>
              </a:spcBef>
              <a:spcAft>
                <a:spcPts val="0"/>
              </a:spcAft>
              <a:buNone/>
            </a:pPr>
            <a:r>
              <a:rPr b="0" i="0" lang="en-US" sz="2499" u="none" cap="none" strike="noStrike">
                <a:solidFill>
                  <a:srgbClr val="000000"/>
                </a:solidFill>
                <a:latin typeface="DM Sans"/>
                <a:ea typeface="DM Sans"/>
                <a:cs typeface="DM Sans"/>
                <a:sym typeface="DM Sans"/>
              </a:rPr>
              <a:t>Los switches de capa 3, también conocidos como routers de capa 3 o switches de enrutamiento, funcionan a nivel de capa 3 del modelo OSI. Además de la conmutación de paquetes, estos switches también son capaces de realizar tareas de enrutamiento, lo que les permite determinar la mejor ruta para el tráfico de datos a través de la red.</a:t>
            </a:r>
            <a:endParaRPr/>
          </a:p>
        </p:txBody>
      </p:sp>
      <p:sp>
        <p:nvSpPr>
          <p:cNvPr id="617" name="Google Shape;617;p28"/>
          <p:cNvSpPr txBox="1"/>
          <p:nvPr/>
        </p:nvSpPr>
        <p:spPr>
          <a:xfrm>
            <a:off x="1408802" y="1640178"/>
            <a:ext cx="7056355" cy="1392047"/>
          </a:xfrm>
          <a:prstGeom prst="rect">
            <a:avLst/>
          </a:prstGeom>
          <a:noFill/>
          <a:ln>
            <a:noFill/>
          </a:ln>
        </p:spPr>
        <p:txBody>
          <a:bodyPr anchorCtr="0" anchor="t" bIns="0" lIns="0" spcFirstLastPara="1" rIns="0" wrap="square" tIns="0">
            <a:spAutoFit/>
          </a:bodyPr>
          <a:lstStyle/>
          <a:p>
            <a:pPr indent="0" lvl="0" marL="0" marR="0" rtl="0" algn="l">
              <a:lnSpc>
                <a:spcPct val="134413"/>
              </a:lnSpc>
              <a:spcBef>
                <a:spcPts val="0"/>
              </a:spcBef>
              <a:spcAft>
                <a:spcPts val="0"/>
              </a:spcAft>
              <a:buNone/>
            </a:pPr>
            <a:r>
              <a:rPr b="1" i="0" lang="en-US" sz="6698" u="none" cap="none" strike="noStrike">
                <a:solidFill>
                  <a:srgbClr val="000000"/>
                </a:solidFill>
                <a:latin typeface="Arial"/>
                <a:ea typeface="Arial"/>
                <a:cs typeface="Arial"/>
                <a:sym typeface="Arial"/>
              </a:rPr>
              <a:t>SWITCH</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625" name="Shape 625"/>
        <p:cNvGrpSpPr/>
        <p:nvPr/>
      </p:nvGrpSpPr>
      <p:grpSpPr>
        <a:xfrm>
          <a:off x="0" y="0"/>
          <a:ext cx="0" cy="0"/>
          <a:chOff x="0" y="0"/>
          <a:chExt cx="0" cy="0"/>
        </a:xfrm>
      </p:grpSpPr>
      <p:sp>
        <p:nvSpPr>
          <p:cNvPr id="626" name="Google Shape;626;p29"/>
          <p:cNvSpPr/>
          <p:nvPr/>
        </p:nvSpPr>
        <p:spPr>
          <a:xfrm rot="5987975">
            <a:off x="16813139" y="7906835"/>
            <a:ext cx="2227135" cy="4114800"/>
          </a:xfrm>
          <a:custGeom>
            <a:rect b="b" l="l" r="r" t="t"/>
            <a:pathLst>
              <a:path extrusionOk="0" h="5486400" w="2969514">
                <a:moveTo>
                  <a:pt x="0" y="0"/>
                </a:moveTo>
                <a:lnTo>
                  <a:pt x="2969514" y="0"/>
                </a:lnTo>
                <a:lnTo>
                  <a:pt x="2969514" y="5486400"/>
                </a:lnTo>
                <a:lnTo>
                  <a:pt x="0" y="5486400"/>
                </a:lnTo>
                <a:lnTo>
                  <a:pt x="0" y="0"/>
                </a:lnTo>
                <a:close/>
              </a:path>
            </a:pathLst>
          </a:custGeom>
          <a:blipFill rotWithShape="1">
            <a:blip r:embed="rId3">
              <a:alphaModFix/>
            </a:blip>
            <a:stretch>
              <a:fillRect b="-23" l="0" r="0" t="-22"/>
            </a:stretch>
          </a:blipFill>
          <a:ln>
            <a:noFill/>
          </a:ln>
        </p:spPr>
      </p:sp>
      <p:sp>
        <p:nvSpPr>
          <p:cNvPr id="627" name="Google Shape;627;p29"/>
          <p:cNvSpPr/>
          <p:nvPr/>
        </p:nvSpPr>
        <p:spPr>
          <a:xfrm rot="4705922">
            <a:off x="13742333" y="-2093217"/>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4">
              <a:alphaModFix/>
            </a:blip>
            <a:stretch>
              <a:fillRect b="0" l="-25" r="-24" t="0"/>
            </a:stretch>
          </a:blipFill>
          <a:ln>
            <a:noFill/>
          </a:ln>
        </p:spPr>
      </p:sp>
      <p:sp>
        <p:nvSpPr>
          <p:cNvPr id="628" name="Google Shape;628;p29"/>
          <p:cNvSpPr/>
          <p:nvPr/>
        </p:nvSpPr>
        <p:spPr>
          <a:xfrm>
            <a:off x="2371235" y="711039"/>
            <a:ext cx="8719089" cy="11124819"/>
          </a:xfrm>
          <a:custGeom>
            <a:rect b="b" l="l" r="r" t="t"/>
            <a:pathLst>
              <a:path extrusionOk="0" h="14833092" w="11625453">
                <a:moveTo>
                  <a:pt x="0" y="0"/>
                </a:moveTo>
                <a:lnTo>
                  <a:pt x="11625453" y="0"/>
                </a:lnTo>
                <a:lnTo>
                  <a:pt x="11625453" y="14833092"/>
                </a:lnTo>
                <a:lnTo>
                  <a:pt x="0" y="14833092"/>
                </a:lnTo>
                <a:lnTo>
                  <a:pt x="0" y="0"/>
                </a:lnTo>
                <a:close/>
              </a:path>
            </a:pathLst>
          </a:custGeom>
          <a:blipFill rotWithShape="1">
            <a:blip r:embed="rId5">
              <a:alphaModFix/>
            </a:blip>
            <a:stretch>
              <a:fillRect b="0" l="-14" r="-14" t="0"/>
            </a:stretch>
          </a:blipFill>
          <a:ln>
            <a:noFill/>
          </a:ln>
        </p:spPr>
      </p:sp>
      <p:sp>
        <p:nvSpPr>
          <p:cNvPr id="629" name="Google Shape;629;p29"/>
          <p:cNvSpPr/>
          <p:nvPr/>
        </p:nvSpPr>
        <p:spPr>
          <a:xfrm>
            <a:off x="0" y="768029"/>
            <a:ext cx="2534127" cy="11067764"/>
          </a:xfrm>
          <a:custGeom>
            <a:rect b="b" l="l" r="r" t="t"/>
            <a:pathLst>
              <a:path extrusionOk="0" h="14757019" w="3378835">
                <a:moveTo>
                  <a:pt x="0" y="0"/>
                </a:moveTo>
                <a:lnTo>
                  <a:pt x="3378835" y="0"/>
                </a:lnTo>
                <a:lnTo>
                  <a:pt x="3378835" y="14757019"/>
                </a:lnTo>
                <a:lnTo>
                  <a:pt x="0" y="14757019"/>
                </a:lnTo>
                <a:lnTo>
                  <a:pt x="0" y="0"/>
                </a:lnTo>
                <a:close/>
              </a:path>
            </a:pathLst>
          </a:custGeom>
          <a:blipFill rotWithShape="1">
            <a:blip r:embed="rId6">
              <a:alphaModFix/>
            </a:blip>
            <a:stretch>
              <a:fillRect b="0" l="-121197" r="-121197" t="0"/>
            </a:stretch>
          </a:blipFill>
          <a:ln>
            <a:noFill/>
          </a:ln>
        </p:spPr>
      </p:sp>
      <p:sp>
        <p:nvSpPr>
          <p:cNvPr id="630" name="Google Shape;630;p29"/>
          <p:cNvSpPr/>
          <p:nvPr/>
        </p:nvSpPr>
        <p:spPr>
          <a:xfrm rot="3945637">
            <a:off x="9645167" y="392168"/>
            <a:ext cx="1209770" cy="2452974"/>
          </a:xfrm>
          <a:custGeom>
            <a:rect b="b" l="l" r="r" t="t"/>
            <a:pathLst>
              <a:path extrusionOk="0" h="3270631" w="1613027">
                <a:moveTo>
                  <a:pt x="0" y="0"/>
                </a:moveTo>
                <a:lnTo>
                  <a:pt x="1613027" y="0"/>
                </a:lnTo>
                <a:lnTo>
                  <a:pt x="1613027" y="3270631"/>
                </a:lnTo>
                <a:lnTo>
                  <a:pt x="0" y="3270631"/>
                </a:lnTo>
                <a:lnTo>
                  <a:pt x="0" y="0"/>
                </a:lnTo>
                <a:close/>
              </a:path>
            </a:pathLst>
          </a:custGeom>
          <a:blipFill rotWithShape="1">
            <a:blip r:embed="rId7">
              <a:alphaModFix/>
            </a:blip>
            <a:stretch>
              <a:fillRect b="0" l="-56953" r="-56955" t="0"/>
            </a:stretch>
          </a:blipFill>
          <a:ln>
            <a:noFill/>
          </a:ln>
        </p:spPr>
      </p:sp>
      <p:sp>
        <p:nvSpPr>
          <p:cNvPr id="631" name="Google Shape;631;p29"/>
          <p:cNvSpPr/>
          <p:nvPr/>
        </p:nvSpPr>
        <p:spPr>
          <a:xfrm>
            <a:off x="9144000" y="2673770"/>
            <a:ext cx="8849678" cy="6003036"/>
          </a:xfrm>
          <a:custGeom>
            <a:rect b="b" l="l" r="r" t="t"/>
            <a:pathLst>
              <a:path extrusionOk="0" h="8004048" w="11799570">
                <a:moveTo>
                  <a:pt x="0" y="0"/>
                </a:moveTo>
                <a:lnTo>
                  <a:pt x="11799570" y="0"/>
                </a:lnTo>
                <a:lnTo>
                  <a:pt x="11799570" y="8004048"/>
                </a:lnTo>
                <a:lnTo>
                  <a:pt x="0" y="8004048"/>
                </a:lnTo>
                <a:lnTo>
                  <a:pt x="0" y="0"/>
                </a:lnTo>
                <a:close/>
              </a:path>
            </a:pathLst>
          </a:custGeom>
          <a:blipFill rotWithShape="1">
            <a:blip r:embed="rId8">
              <a:alphaModFix/>
            </a:blip>
            <a:stretch>
              <a:fillRect b="0" l="0" r="0" t="0"/>
            </a:stretch>
          </a:blipFill>
          <a:ln>
            <a:noFill/>
          </a:ln>
        </p:spPr>
      </p:sp>
      <p:sp>
        <p:nvSpPr>
          <p:cNvPr id="632" name="Google Shape;632;p29"/>
          <p:cNvSpPr/>
          <p:nvPr/>
        </p:nvSpPr>
        <p:spPr>
          <a:xfrm rot="-277003">
            <a:off x="16620144" y="1073410"/>
            <a:ext cx="1209770" cy="2452974"/>
          </a:xfrm>
          <a:custGeom>
            <a:rect b="b" l="l" r="r" t="t"/>
            <a:pathLst>
              <a:path extrusionOk="0" h="3270631" w="1613027">
                <a:moveTo>
                  <a:pt x="0" y="0"/>
                </a:moveTo>
                <a:lnTo>
                  <a:pt x="1613027" y="0"/>
                </a:lnTo>
                <a:lnTo>
                  <a:pt x="1613027" y="3270631"/>
                </a:lnTo>
                <a:lnTo>
                  <a:pt x="0" y="3270631"/>
                </a:lnTo>
                <a:lnTo>
                  <a:pt x="0" y="0"/>
                </a:lnTo>
                <a:close/>
              </a:path>
            </a:pathLst>
          </a:custGeom>
          <a:blipFill rotWithShape="1">
            <a:blip r:embed="rId9">
              <a:alphaModFix/>
            </a:blip>
            <a:stretch>
              <a:fillRect b="0" l="-56953" r="-56955" t="0"/>
            </a:stretch>
          </a:blipFill>
          <a:ln>
            <a:noFill/>
          </a:ln>
        </p:spPr>
      </p:sp>
      <p:sp>
        <p:nvSpPr>
          <p:cNvPr id="633" name="Google Shape;633;p29"/>
          <p:cNvSpPr txBox="1"/>
          <p:nvPr/>
        </p:nvSpPr>
        <p:spPr>
          <a:xfrm>
            <a:off x="990579" y="3802306"/>
            <a:ext cx="7892801" cy="4514850"/>
          </a:xfrm>
          <a:prstGeom prst="rect">
            <a:avLst/>
          </a:prstGeom>
          <a:noFill/>
          <a:ln>
            <a:noFill/>
          </a:ln>
        </p:spPr>
        <p:txBody>
          <a:bodyPr anchorCtr="0" anchor="t" bIns="0" lIns="0" spcFirstLastPara="1" rIns="0" wrap="square" tIns="0">
            <a:spAutoFit/>
          </a:bodyPr>
          <a:lstStyle/>
          <a:p>
            <a:pPr indent="0" lvl="0" marL="0" marR="0" rtl="0" algn="just">
              <a:lnSpc>
                <a:spcPct val="143977"/>
              </a:lnSpc>
              <a:spcBef>
                <a:spcPts val="0"/>
              </a:spcBef>
              <a:spcAft>
                <a:spcPts val="0"/>
              </a:spcAft>
              <a:buNone/>
            </a:pPr>
            <a:r>
              <a:rPr b="0" i="0" lang="en-US" sz="2499" u="none" cap="none" strike="noStrike">
                <a:solidFill>
                  <a:srgbClr val="000000"/>
                </a:solidFill>
                <a:latin typeface="DM Sans"/>
                <a:ea typeface="DM Sans"/>
                <a:cs typeface="DM Sans"/>
                <a:sym typeface="DM Sans"/>
              </a:rPr>
              <a:t>Hay una tabla en el switch, denominada tabla de direcciones MAC, que contiene una lista de todos los puertos activos y las direcciones MAC de los hosts conectados a los mismos.</a:t>
            </a:r>
            <a:endParaRPr/>
          </a:p>
          <a:p>
            <a:pPr indent="0" lvl="0" marL="0" marR="0" rtl="0" algn="just">
              <a:lnSpc>
                <a:spcPct val="80672"/>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0" lvl="0" marL="0" marR="0" rtl="0" algn="just">
              <a:lnSpc>
                <a:spcPct val="143977"/>
              </a:lnSpc>
              <a:spcBef>
                <a:spcPts val="0"/>
              </a:spcBef>
              <a:spcAft>
                <a:spcPts val="0"/>
              </a:spcAft>
              <a:buNone/>
            </a:pPr>
            <a:r>
              <a:rPr b="0" i="0" lang="en-US" sz="2499" u="none" cap="none" strike="noStrike">
                <a:solidFill>
                  <a:srgbClr val="000000"/>
                </a:solidFill>
                <a:latin typeface="DM Sans"/>
                <a:ea typeface="DM Sans"/>
                <a:cs typeface="DM Sans"/>
                <a:sym typeface="DM Sans"/>
              </a:rPr>
              <a:t>Cuando dos hosts se intercambian un mensaje, el switch comprueba si la dirección MAC de destino se encuentra.</a:t>
            </a:r>
            <a:endParaRPr/>
          </a:p>
          <a:p>
            <a:pPr indent="0" lvl="0" marL="0" marR="0" rtl="0" algn="just">
              <a:lnSpc>
                <a:spcPct val="80672"/>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0" lvl="0" marL="0" marR="0" rtl="0" algn="just">
              <a:lnSpc>
                <a:spcPct val="143977"/>
              </a:lnSpc>
              <a:spcBef>
                <a:spcPts val="0"/>
              </a:spcBef>
              <a:spcAft>
                <a:spcPts val="0"/>
              </a:spcAft>
              <a:buNone/>
            </a:pPr>
            <a:r>
              <a:rPr b="0" i="0" lang="en-US" sz="2499" u="none" cap="none" strike="noStrike">
                <a:solidFill>
                  <a:srgbClr val="000000"/>
                </a:solidFill>
                <a:latin typeface="DM Sans"/>
                <a:ea typeface="DM Sans"/>
                <a:cs typeface="DM Sans"/>
                <a:sym typeface="DM Sans"/>
              </a:rPr>
              <a:t>En caso afirmativo, el switch establece una conexión temporal, denominada "circuito" entre los puertos de origen y de destino.</a:t>
            </a:r>
            <a:endParaRPr/>
          </a:p>
        </p:txBody>
      </p:sp>
      <p:sp>
        <p:nvSpPr>
          <p:cNvPr id="634" name="Google Shape;634;p29"/>
          <p:cNvSpPr txBox="1"/>
          <p:nvPr/>
        </p:nvSpPr>
        <p:spPr>
          <a:xfrm>
            <a:off x="1028700" y="1226522"/>
            <a:ext cx="7182190" cy="2344547"/>
          </a:xfrm>
          <a:prstGeom prst="rect">
            <a:avLst/>
          </a:prstGeom>
          <a:noFill/>
          <a:ln>
            <a:noFill/>
          </a:ln>
        </p:spPr>
        <p:txBody>
          <a:bodyPr anchorCtr="0" anchor="t" bIns="0" lIns="0" spcFirstLastPara="1" rIns="0" wrap="square" tIns="0">
            <a:spAutoFit/>
          </a:bodyPr>
          <a:lstStyle/>
          <a:p>
            <a:pPr indent="0" lvl="0" marL="0" marR="0" rtl="0" algn="l">
              <a:lnSpc>
                <a:spcPct val="134413"/>
              </a:lnSpc>
              <a:spcBef>
                <a:spcPts val="0"/>
              </a:spcBef>
              <a:spcAft>
                <a:spcPts val="0"/>
              </a:spcAft>
              <a:buNone/>
            </a:pPr>
            <a:r>
              <a:rPr b="1" i="0" lang="en-US" sz="6698" u="none" cap="none" strike="noStrike">
                <a:solidFill>
                  <a:srgbClr val="000000"/>
                </a:solidFill>
                <a:latin typeface="Arial"/>
                <a:ea typeface="Arial"/>
                <a:cs typeface="Arial"/>
                <a:sym typeface="Arial"/>
              </a:rPr>
              <a:t>Tabla de direcciones MAC</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642" name="Shape 642"/>
        <p:cNvGrpSpPr/>
        <p:nvPr/>
      </p:nvGrpSpPr>
      <p:grpSpPr>
        <a:xfrm>
          <a:off x="0" y="0"/>
          <a:ext cx="0" cy="0"/>
          <a:chOff x="0" y="0"/>
          <a:chExt cx="0" cy="0"/>
        </a:xfrm>
      </p:grpSpPr>
      <p:sp>
        <p:nvSpPr>
          <p:cNvPr id="643" name="Google Shape;643;p30"/>
          <p:cNvSpPr/>
          <p:nvPr/>
        </p:nvSpPr>
        <p:spPr>
          <a:xfrm rot="5987975">
            <a:off x="16813139" y="7906835"/>
            <a:ext cx="2227135" cy="4114800"/>
          </a:xfrm>
          <a:custGeom>
            <a:rect b="b" l="l" r="r" t="t"/>
            <a:pathLst>
              <a:path extrusionOk="0" h="5486400" w="2969514">
                <a:moveTo>
                  <a:pt x="0" y="0"/>
                </a:moveTo>
                <a:lnTo>
                  <a:pt x="2969514" y="0"/>
                </a:lnTo>
                <a:lnTo>
                  <a:pt x="2969514" y="5486400"/>
                </a:lnTo>
                <a:lnTo>
                  <a:pt x="0" y="5486400"/>
                </a:lnTo>
                <a:lnTo>
                  <a:pt x="0" y="0"/>
                </a:lnTo>
                <a:close/>
              </a:path>
            </a:pathLst>
          </a:custGeom>
          <a:blipFill rotWithShape="1">
            <a:blip r:embed="rId3">
              <a:alphaModFix/>
            </a:blip>
            <a:stretch>
              <a:fillRect b="-23" l="0" r="0" t="-22"/>
            </a:stretch>
          </a:blipFill>
          <a:ln>
            <a:noFill/>
          </a:ln>
        </p:spPr>
      </p:sp>
      <p:sp>
        <p:nvSpPr>
          <p:cNvPr id="644" name="Google Shape;644;p30"/>
          <p:cNvSpPr/>
          <p:nvPr/>
        </p:nvSpPr>
        <p:spPr>
          <a:xfrm rot="4705922">
            <a:off x="13742333" y="-2093217"/>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4">
              <a:alphaModFix/>
            </a:blip>
            <a:stretch>
              <a:fillRect b="0" l="-25" r="-24" t="0"/>
            </a:stretch>
          </a:blipFill>
          <a:ln>
            <a:noFill/>
          </a:ln>
        </p:spPr>
      </p:sp>
      <p:sp>
        <p:nvSpPr>
          <p:cNvPr id="645" name="Google Shape;645;p30"/>
          <p:cNvSpPr/>
          <p:nvPr/>
        </p:nvSpPr>
        <p:spPr>
          <a:xfrm>
            <a:off x="2371235" y="711039"/>
            <a:ext cx="8719089" cy="11124819"/>
          </a:xfrm>
          <a:custGeom>
            <a:rect b="b" l="l" r="r" t="t"/>
            <a:pathLst>
              <a:path extrusionOk="0" h="14833092" w="11625453">
                <a:moveTo>
                  <a:pt x="0" y="0"/>
                </a:moveTo>
                <a:lnTo>
                  <a:pt x="11625453" y="0"/>
                </a:lnTo>
                <a:lnTo>
                  <a:pt x="11625453" y="14833092"/>
                </a:lnTo>
                <a:lnTo>
                  <a:pt x="0" y="14833092"/>
                </a:lnTo>
                <a:lnTo>
                  <a:pt x="0" y="0"/>
                </a:lnTo>
                <a:close/>
              </a:path>
            </a:pathLst>
          </a:custGeom>
          <a:blipFill rotWithShape="1">
            <a:blip r:embed="rId5">
              <a:alphaModFix/>
            </a:blip>
            <a:stretch>
              <a:fillRect b="0" l="-14" r="-14" t="0"/>
            </a:stretch>
          </a:blipFill>
          <a:ln>
            <a:noFill/>
          </a:ln>
        </p:spPr>
      </p:sp>
      <p:sp>
        <p:nvSpPr>
          <p:cNvPr id="646" name="Google Shape;646;p30"/>
          <p:cNvSpPr/>
          <p:nvPr/>
        </p:nvSpPr>
        <p:spPr>
          <a:xfrm>
            <a:off x="0" y="768029"/>
            <a:ext cx="2534127" cy="11067764"/>
          </a:xfrm>
          <a:custGeom>
            <a:rect b="b" l="l" r="r" t="t"/>
            <a:pathLst>
              <a:path extrusionOk="0" h="14757019" w="3378835">
                <a:moveTo>
                  <a:pt x="0" y="0"/>
                </a:moveTo>
                <a:lnTo>
                  <a:pt x="3378835" y="0"/>
                </a:lnTo>
                <a:lnTo>
                  <a:pt x="3378835" y="14757019"/>
                </a:lnTo>
                <a:lnTo>
                  <a:pt x="0" y="14757019"/>
                </a:lnTo>
                <a:lnTo>
                  <a:pt x="0" y="0"/>
                </a:lnTo>
                <a:close/>
              </a:path>
            </a:pathLst>
          </a:custGeom>
          <a:blipFill rotWithShape="1">
            <a:blip r:embed="rId6">
              <a:alphaModFix/>
            </a:blip>
            <a:stretch>
              <a:fillRect b="0" l="-121197" r="-121197" t="0"/>
            </a:stretch>
          </a:blipFill>
          <a:ln>
            <a:noFill/>
          </a:ln>
        </p:spPr>
      </p:sp>
      <p:sp>
        <p:nvSpPr>
          <p:cNvPr id="647" name="Google Shape;647;p30"/>
          <p:cNvSpPr/>
          <p:nvPr/>
        </p:nvSpPr>
        <p:spPr>
          <a:xfrm rot="3945637">
            <a:off x="9645167" y="392168"/>
            <a:ext cx="1209770" cy="2452974"/>
          </a:xfrm>
          <a:custGeom>
            <a:rect b="b" l="l" r="r" t="t"/>
            <a:pathLst>
              <a:path extrusionOk="0" h="3270631" w="1613027">
                <a:moveTo>
                  <a:pt x="0" y="0"/>
                </a:moveTo>
                <a:lnTo>
                  <a:pt x="1613027" y="0"/>
                </a:lnTo>
                <a:lnTo>
                  <a:pt x="1613027" y="3270631"/>
                </a:lnTo>
                <a:lnTo>
                  <a:pt x="0" y="3270631"/>
                </a:lnTo>
                <a:lnTo>
                  <a:pt x="0" y="0"/>
                </a:lnTo>
                <a:close/>
              </a:path>
            </a:pathLst>
          </a:custGeom>
          <a:blipFill rotWithShape="1">
            <a:blip r:embed="rId7">
              <a:alphaModFix/>
            </a:blip>
            <a:stretch>
              <a:fillRect b="0" l="-56953" r="-56955" t="0"/>
            </a:stretch>
          </a:blipFill>
          <a:ln>
            <a:noFill/>
          </a:ln>
        </p:spPr>
      </p:sp>
      <p:sp>
        <p:nvSpPr>
          <p:cNvPr id="648" name="Google Shape;648;p30"/>
          <p:cNvSpPr/>
          <p:nvPr/>
        </p:nvSpPr>
        <p:spPr>
          <a:xfrm>
            <a:off x="9177550" y="2673775"/>
            <a:ext cx="8827484" cy="6003036"/>
          </a:xfrm>
          <a:custGeom>
            <a:rect b="b" l="l" r="r" t="t"/>
            <a:pathLst>
              <a:path extrusionOk="0" h="8004048" w="11769979">
                <a:moveTo>
                  <a:pt x="0" y="0"/>
                </a:moveTo>
                <a:lnTo>
                  <a:pt x="11769979" y="0"/>
                </a:lnTo>
                <a:lnTo>
                  <a:pt x="11769979" y="8004048"/>
                </a:lnTo>
                <a:lnTo>
                  <a:pt x="0" y="8004048"/>
                </a:lnTo>
                <a:lnTo>
                  <a:pt x="0" y="0"/>
                </a:lnTo>
                <a:close/>
              </a:path>
            </a:pathLst>
          </a:custGeom>
          <a:blipFill rotWithShape="1">
            <a:blip r:embed="rId8">
              <a:alphaModFix/>
            </a:blip>
            <a:stretch>
              <a:fillRect b="0" l="-124" r="-124" t="0"/>
            </a:stretch>
          </a:blipFill>
          <a:ln>
            <a:noFill/>
          </a:ln>
        </p:spPr>
      </p:sp>
      <p:sp>
        <p:nvSpPr>
          <p:cNvPr id="649" name="Google Shape;649;p30"/>
          <p:cNvSpPr/>
          <p:nvPr/>
        </p:nvSpPr>
        <p:spPr>
          <a:xfrm rot="-277003">
            <a:off x="16620144" y="1073410"/>
            <a:ext cx="1209770" cy="2452974"/>
          </a:xfrm>
          <a:custGeom>
            <a:rect b="b" l="l" r="r" t="t"/>
            <a:pathLst>
              <a:path extrusionOk="0" h="3270631" w="1613027">
                <a:moveTo>
                  <a:pt x="0" y="0"/>
                </a:moveTo>
                <a:lnTo>
                  <a:pt x="1613027" y="0"/>
                </a:lnTo>
                <a:lnTo>
                  <a:pt x="1613027" y="3270631"/>
                </a:lnTo>
                <a:lnTo>
                  <a:pt x="0" y="3270631"/>
                </a:lnTo>
                <a:lnTo>
                  <a:pt x="0" y="0"/>
                </a:lnTo>
                <a:close/>
              </a:path>
            </a:pathLst>
          </a:custGeom>
          <a:blipFill rotWithShape="1">
            <a:blip r:embed="rId9">
              <a:alphaModFix/>
            </a:blip>
            <a:stretch>
              <a:fillRect b="0" l="-56953" r="-56955" t="0"/>
            </a:stretch>
          </a:blipFill>
          <a:ln>
            <a:noFill/>
          </a:ln>
        </p:spPr>
      </p:sp>
      <p:sp>
        <p:nvSpPr>
          <p:cNvPr id="650" name="Google Shape;650;p30"/>
          <p:cNvSpPr txBox="1"/>
          <p:nvPr/>
        </p:nvSpPr>
        <p:spPr>
          <a:xfrm>
            <a:off x="990579" y="3801696"/>
            <a:ext cx="7892801" cy="4886325"/>
          </a:xfrm>
          <a:prstGeom prst="rect">
            <a:avLst/>
          </a:prstGeom>
          <a:noFill/>
          <a:ln>
            <a:noFill/>
          </a:ln>
        </p:spPr>
        <p:txBody>
          <a:bodyPr anchorCtr="0" anchor="t" bIns="0" lIns="0" spcFirstLastPara="1" rIns="0" wrap="square" tIns="0">
            <a:spAutoFit/>
          </a:bodyPr>
          <a:lstStyle/>
          <a:p>
            <a:pPr indent="0" lvl="0" marL="0" marR="0" rtl="0" algn="just">
              <a:lnSpc>
                <a:spcPct val="143977"/>
              </a:lnSpc>
              <a:spcBef>
                <a:spcPts val="0"/>
              </a:spcBef>
              <a:spcAft>
                <a:spcPts val="0"/>
              </a:spcAft>
              <a:buNone/>
            </a:pPr>
            <a:r>
              <a:rPr b="0" i="0" lang="en-US" sz="2499" u="none" cap="none" strike="noStrike">
                <a:solidFill>
                  <a:srgbClr val="000000"/>
                </a:solidFill>
                <a:latin typeface="DM Sans"/>
                <a:ea typeface="DM Sans"/>
                <a:cs typeface="DM Sans"/>
                <a:sym typeface="DM Sans"/>
              </a:rPr>
              <a:t>Si la dirección MAC de destino no esta en la tabla, el switch no dispone de la información necesaria para crear un circuito individual.</a:t>
            </a:r>
            <a:endParaRPr/>
          </a:p>
          <a:p>
            <a:pPr indent="0" lvl="0" marL="0" marR="0" rtl="0" algn="just">
              <a:lnSpc>
                <a:spcPct val="80672"/>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0" lvl="0" marL="0" marR="0" rtl="0" algn="just">
              <a:lnSpc>
                <a:spcPct val="143977"/>
              </a:lnSpc>
              <a:spcBef>
                <a:spcPts val="0"/>
              </a:spcBef>
              <a:spcAft>
                <a:spcPts val="0"/>
              </a:spcAft>
              <a:buNone/>
            </a:pPr>
            <a:r>
              <a:rPr b="0" i="0" lang="en-US" sz="2499" u="none" cap="none" strike="noStrike">
                <a:solidFill>
                  <a:srgbClr val="000000"/>
                </a:solidFill>
                <a:latin typeface="DM Sans"/>
                <a:ea typeface="DM Sans"/>
                <a:cs typeface="DM Sans"/>
                <a:sym typeface="DM Sans"/>
              </a:rPr>
              <a:t>Cuando el switch no puede determinar dónde está el host de destino, utiliza un proceso llamado inundación, para reenviar el mensaje a todos los hosts conectados.</a:t>
            </a:r>
            <a:endParaRPr/>
          </a:p>
          <a:p>
            <a:pPr indent="0" lvl="0" marL="0" marR="0" rtl="0" algn="just">
              <a:lnSpc>
                <a:spcPct val="80672"/>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0" lvl="0" marL="0" marR="0" rtl="0" algn="just">
              <a:lnSpc>
                <a:spcPct val="143977"/>
              </a:lnSpc>
              <a:spcBef>
                <a:spcPts val="0"/>
              </a:spcBef>
              <a:spcAft>
                <a:spcPts val="0"/>
              </a:spcAft>
              <a:buNone/>
            </a:pPr>
            <a:r>
              <a:rPr b="0" i="0" lang="en-US" sz="2499" u="none" cap="none" strike="noStrike">
                <a:solidFill>
                  <a:srgbClr val="000000"/>
                </a:solidFill>
                <a:latin typeface="DM Sans"/>
                <a:ea typeface="DM Sans"/>
                <a:cs typeface="DM Sans"/>
                <a:sym typeface="DM Sans"/>
              </a:rPr>
              <a:t>Cada host compara la dirección MAC de destino del mensaje con su propia, pero solo el host que tenga la dirección de destino correcta procesa el mensaje y responderá al emisor.</a:t>
            </a:r>
            <a:endParaRPr/>
          </a:p>
        </p:txBody>
      </p:sp>
      <p:sp>
        <p:nvSpPr>
          <p:cNvPr id="651" name="Google Shape;651;p30"/>
          <p:cNvSpPr txBox="1"/>
          <p:nvPr/>
        </p:nvSpPr>
        <p:spPr>
          <a:xfrm>
            <a:off x="1028700" y="1226522"/>
            <a:ext cx="7182190" cy="2344547"/>
          </a:xfrm>
          <a:prstGeom prst="rect">
            <a:avLst/>
          </a:prstGeom>
          <a:noFill/>
          <a:ln>
            <a:noFill/>
          </a:ln>
        </p:spPr>
        <p:txBody>
          <a:bodyPr anchorCtr="0" anchor="t" bIns="0" lIns="0" spcFirstLastPara="1" rIns="0" wrap="square" tIns="0">
            <a:spAutoFit/>
          </a:bodyPr>
          <a:lstStyle/>
          <a:p>
            <a:pPr indent="0" lvl="0" marL="0" marR="0" rtl="0" algn="l">
              <a:lnSpc>
                <a:spcPct val="134413"/>
              </a:lnSpc>
              <a:spcBef>
                <a:spcPts val="0"/>
              </a:spcBef>
              <a:spcAft>
                <a:spcPts val="0"/>
              </a:spcAft>
              <a:buNone/>
            </a:pPr>
            <a:r>
              <a:rPr b="1" i="0" lang="en-US" sz="6698" u="none" cap="none" strike="noStrike">
                <a:solidFill>
                  <a:srgbClr val="000000"/>
                </a:solidFill>
                <a:latin typeface="Arial"/>
                <a:ea typeface="Arial"/>
                <a:cs typeface="Arial"/>
                <a:sym typeface="Arial"/>
              </a:rPr>
              <a:t>Tabla de direcciones MAC</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CD46"/>
        </a:solidFill>
      </p:bgPr>
    </p:bg>
    <p:spTree>
      <p:nvGrpSpPr>
        <p:cNvPr id="659" name="Shape 659"/>
        <p:cNvGrpSpPr/>
        <p:nvPr/>
      </p:nvGrpSpPr>
      <p:grpSpPr>
        <a:xfrm>
          <a:off x="0" y="0"/>
          <a:ext cx="0" cy="0"/>
          <a:chOff x="0" y="0"/>
          <a:chExt cx="0" cy="0"/>
        </a:xfrm>
      </p:grpSpPr>
      <p:sp>
        <p:nvSpPr>
          <p:cNvPr id="660" name="Google Shape;660;p31"/>
          <p:cNvSpPr/>
          <p:nvPr/>
        </p:nvSpPr>
        <p:spPr>
          <a:xfrm rot="10472255">
            <a:off x="15552842" y="-1626396"/>
            <a:ext cx="5396484" cy="4114800"/>
          </a:xfrm>
          <a:custGeom>
            <a:rect b="b" l="l" r="r" t="t"/>
            <a:pathLst>
              <a:path extrusionOk="0" h="5486400" w="7195312">
                <a:moveTo>
                  <a:pt x="0" y="0"/>
                </a:moveTo>
                <a:lnTo>
                  <a:pt x="7195312" y="0"/>
                </a:lnTo>
                <a:lnTo>
                  <a:pt x="7195312" y="5486400"/>
                </a:lnTo>
                <a:lnTo>
                  <a:pt x="0" y="5486400"/>
                </a:lnTo>
                <a:lnTo>
                  <a:pt x="0" y="0"/>
                </a:lnTo>
                <a:close/>
              </a:path>
            </a:pathLst>
          </a:custGeom>
          <a:blipFill rotWithShape="1">
            <a:blip r:embed="rId3">
              <a:alphaModFix/>
            </a:blip>
            <a:stretch>
              <a:fillRect b="0" l="-7" r="-6" t="0"/>
            </a:stretch>
          </a:blipFill>
          <a:ln>
            <a:noFill/>
          </a:ln>
        </p:spPr>
      </p:sp>
      <p:sp>
        <p:nvSpPr>
          <p:cNvPr id="661" name="Google Shape;661;p31"/>
          <p:cNvSpPr/>
          <p:nvPr/>
        </p:nvSpPr>
        <p:spPr>
          <a:xfrm rot="-7239578">
            <a:off x="-916156" y="-1028700"/>
            <a:ext cx="2227135" cy="4114800"/>
          </a:xfrm>
          <a:custGeom>
            <a:rect b="b" l="l" r="r" t="t"/>
            <a:pathLst>
              <a:path extrusionOk="0" h="5486400" w="2969514">
                <a:moveTo>
                  <a:pt x="0" y="0"/>
                </a:moveTo>
                <a:lnTo>
                  <a:pt x="2969514" y="0"/>
                </a:lnTo>
                <a:lnTo>
                  <a:pt x="2969514" y="5486400"/>
                </a:lnTo>
                <a:lnTo>
                  <a:pt x="0" y="5486400"/>
                </a:lnTo>
                <a:lnTo>
                  <a:pt x="0" y="0"/>
                </a:lnTo>
                <a:close/>
              </a:path>
            </a:pathLst>
          </a:custGeom>
          <a:blipFill rotWithShape="1">
            <a:blip r:embed="rId4">
              <a:alphaModFix/>
            </a:blip>
            <a:stretch>
              <a:fillRect b="-23" l="0" r="0" t="-22"/>
            </a:stretch>
          </a:blipFill>
          <a:ln>
            <a:noFill/>
          </a:ln>
        </p:spPr>
      </p:sp>
      <p:sp>
        <p:nvSpPr>
          <p:cNvPr id="662" name="Google Shape;662;p31"/>
          <p:cNvSpPr/>
          <p:nvPr/>
        </p:nvSpPr>
        <p:spPr>
          <a:xfrm rot="10252938">
            <a:off x="8709959" y="-1552088"/>
            <a:ext cx="4257960" cy="2458974"/>
          </a:xfrm>
          <a:custGeom>
            <a:rect b="b" l="l" r="r" t="t"/>
            <a:pathLst>
              <a:path extrusionOk="0" h="3278632" w="5677281">
                <a:moveTo>
                  <a:pt x="0" y="0"/>
                </a:moveTo>
                <a:lnTo>
                  <a:pt x="5677281" y="0"/>
                </a:lnTo>
                <a:lnTo>
                  <a:pt x="5677281" y="3278632"/>
                </a:lnTo>
                <a:lnTo>
                  <a:pt x="0" y="3278632"/>
                </a:lnTo>
                <a:lnTo>
                  <a:pt x="0" y="0"/>
                </a:lnTo>
                <a:close/>
              </a:path>
            </a:pathLst>
          </a:custGeom>
          <a:blipFill rotWithShape="1">
            <a:blip r:embed="rId5">
              <a:alphaModFix/>
            </a:blip>
            <a:stretch>
              <a:fillRect b="0" l="-49" r="-48" t="0"/>
            </a:stretch>
          </a:blipFill>
          <a:ln>
            <a:noFill/>
          </a:ln>
        </p:spPr>
      </p:sp>
      <p:sp>
        <p:nvSpPr>
          <p:cNvPr id="663" name="Google Shape;663;p31"/>
          <p:cNvSpPr/>
          <p:nvPr/>
        </p:nvSpPr>
        <p:spPr>
          <a:xfrm rot="5947534">
            <a:off x="3555012" y="-2929516"/>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6">
              <a:alphaModFix/>
            </a:blip>
            <a:stretch>
              <a:fillRect b="0" l="-25" r="-24" t="0"/>
            </a:stretch>
          </a:blipFill>
          <a:ln>
            <a:noFill/>
          </a:ln>
        </p:spPr>
      </p:sp>
      <p:sp>
        <p:nvSpPr>
          <p:cNvPr id="664" name="Google Shape;664;p31"/>
          <p:cNvSpPr/>
          <p:nvPr/>
        </p:nvSpPr>
        <p:spPr>
          <a:xfrm>
            <a:off x="-1476562" y="7799941"/>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6">
              <a:alphaModFix/>
            </a:blip>
            <a:stretch>
              <a:fillRect b="0" l="-25" r="-24" t="0"/>
            </a:stretch>
          </a:blipFill>
          <a:ln>
            <a:noFill/>
          </a:ln>
        </p:spPr>
      </p:sp>
      <p:sp>
        <p:nvSpPr>
          <p:cNvPr id="665" name="Google Shape;665;p31"/>
          <p:cNvSpPr/>
          <p:nvPr/>
        </p:nvSpPr>
        <p:spPr>
          <a:xfrm rot="-9994124">
            <a:off x="4019770" y="9355537"/>
            <a:ext cx="5875687" cy="3238976"/>
          </a:xfrm>
          <a:custGeom>
            <a:rect b="b" l="l" r="r" t="t"/>
            <a:pathLst>
              <a:path extrusionOk="0" h="4318635" w="7834249">
                <a:moveTo>
                  <a:pt x="0" y="0"/>
                </a:moveTo>
                <a:lnTo>
                  <a:pt x="7834249" y="0"/>
                </a:lnTo>
                <a:lnTo>
                  <a:pt x="7834249" y="4318635"/>
                </a:lnTo>
                <a:lnTo>
                  <a:pt x="0" y="4318635"/>
                </a:lnTo>
                <a:lnTo>
                  <a:pt x="0" y="0"/>
                </a:lnTo>
                <a:close/>
              </a:path>
            </a:pathLst>
          </a:custGeom>
          <a:blipFill rotWithShape="1">
            <a:blip r:embed="rId7">
              <a:alphaModFix/>
            </a:blip>
            <a:stretch>
              <a:fillRect b="-1" l="0" r="0" t="-1"/>
            </a:stretch>
          </a:blipFill>
          <a:ln>
            <a:noFill/>
          </a:ln>
        </p:spPr>
      </p:sp>
      <p:sp>
        <p:nvSpPr>
          <p:cNvPr id="666" name="Google Shape;666;p31"/>
          <p:cNvSpPr/>
          <p:nvPr/>
        </p:nvSpPr>
        <p:spPr>
          <a:xfrm rot="-5400000">
            <a:off x="16377281" y="7799929"/>
            <a:ext cx="5396484" cy="4114800"/>
          </a:xfrm>
          <a:custGeom>
            <a:rect b="b" l="l" r="r" t="t"/>
            <a:pathLst>
              <a:path extrusionOk="0" h="5486400" w="7195312">
                <a:moveTo>
                  <a:pt x="0" y="0"/>
                </a:moveTo>
                <a:lnTo>
                  <a:pt x="7195312" y="0"/>
                </a:lnTo>
                <a:lnTo>
                  <a:pt x="7195312" y="5486400"/>
                </a:lnTo>
                <a:lnTo>
                  <a:pt x="0" y="5486400"/>
                </a:lnTo>
                <a:lnTo>
                  <a:pt x="0" y="0"/>
                </a:lnTo>
                <a:close/>
              </a:path>
            </a:pathLst>
          </a:custGeom>
          <a:blipFill rotWithShape="1">
            <a:blip r:embed="rId3">
              <a:alphaModFix/>
            </a:blip>
            <a:stretch>
              <a:fillRect b="0" l="-7" r="-6" t="0"/>
            </a:stretch>
          </a:blipFill>
          <a:ln>
            <a:noFill/>
          </a:ln>
        </p:spPr>
      </p:sp>
      <p:sp>
        <p:nvSpPr>
          <p:cNvPr id="667" name="Google Shape;667;p31"/>
          <p:cNvSpPr/>
          <p:nvPr/>
        </p:nvSpPr>
        <p:spPr>
          <a:xfrm>
            <a:off x="2835605" y="2169655"/>
            <a:ext cx="12169521" cy="7180040"/>
          </a:xfrm>
          <a:custGeom>
            <a:rect b="b" l="l" r="r" t="t"/>
            <a:pathLst>
              <a:path extrusionOk="0" h="9573387" w="16226028">
                <a:moveTo>
                  <a:pt x="0" y="0"/>
                </a:moveTo>
                <a:lnTo>
                  <a:pt x="16226028" y="0"/>
                </a:lnTo>
                <a:lnTo>
                  <a:pt x="16226028" y="9573387"/>
                </a:lnTo>
                <a:lnTo>
                  <a:pt x="0" y="9573387"/>
                </a:lnTo>
                <a:lnTo>
                  <a:pt x="0" y="0"/>
                </a:lnTo>
                <a:close/>
              </a:path>
            </a:pathLst>
          </a:custGeom>
          <a:blipFill rotWithShape="1">
            <a:blip r:embed="rId8">
              <a:alphaModFix/>
            </a:blip>
            <a:stretch>
              <a:fillRect b="0" l="-47" r="-46" t="0"/>
            </a:stretch>
          </a:blipFill>
          <a:ln>
            <a:noFill/>
          </a:ln>
        </p:spPr>
      </p:sp>
      <p:sp>
        <p:nvSpPr>
          <p:cNvPr id="668" name="Google Shape;668;p31"/>
          <p:cNvSpPr txBox="1"/>
          <p:nvPr/>
        </p:nvSpPr>
        <p:spPr>
          <a:xfrm>
            <a:off x="1706007" y="952487"/>
            <a:ext cx="6251874" cy="1031875"/>
          </a:xfrm>
          <a:prstGeom prst="rect">
            <a:avLst/>
          </a:prstGeom>
          <a:noFill/>
          <a:ln>
            <a:noFill/>
          </a:ln>
        </p:spPr>
        <p:txBody>
          <a:bodyPr anchorCtr="0" anchor="t" bIns="0" lIns="0" spcFirstLastPara="1" rIns="0" wrap="square" tIns="0">
            <a:spAutoFit/>
          </a:bodyPr>
          <a:lstStyle/>
          <a:p>
            <a:pPr indent="0" lvl="0" marL="0" marR="0" rtl="0" algn="l">
              <a:lnSpc>
                <a:spcPct val="134406"/>
              </a:lnSpc>
              <a:spcBef>
                <a:spcPts val="0"/>
              </a:spcBef>
              <a:spcAft>
                <a:spcPts val="0"/>
              </a:spcAft>
              <a:buNone/>
            </a:pPr>
            <a:r>
              <a:rPr b="1" i="0" lang="en-US" sz="4999" u="none" cap="none" strike="noStrike">
                <a:solidFill>
                  <a:srgbClr val="000000"/>
                </a:solidFill>
                <a:latin typeface="Arial"/>
                <a:ea typeface="Arial"/>
                <a:cs typeface="Arial"/>
                <a:sym typeface="Arial"/>
              </a:rPr>
              <a:t>Ejemplo</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CD46"/>
        </a:solidFill>
      </p:bgPr>
    </p:bg>
    <p:spTree>
      <p:nvGrpSpPr>
        <p:cNvPr id="676" name="Shape 676"/>
        <p:cNvGrpSpPr/>
        <p:nvPr/>
      </p:nvGrpSpPr>
      <p:grpSpPr>
        <a:xfrm>
          <a:off x="0" y="0"/>
          <a:ext cx="0" cy="0"/>
          <a:chOff x="0" y="0"/>
          <a:chExt cx="0" cy="0"/>
        </a:xfrm>
      </p:grpSpPr>
      <p:sp>
        <p:nvSpPr>
          <p:cNvPr id="677" name="Google Shape;677;p32"/>
          <p:cNvSpPr/>
          <p:nvPr/>
        </p:nvSpPr>
        <p:spPr>
          <a:xfrm rot="315885">
            <a:off x="7787554" y="3775387"/>
            <a:ext cx="7513416" cy="4931474"/>
          </a:xfrm>
          <a:custGeom>
            <a:rect b="b" l="l" r="r" t="t"/>
            <a:pathLst>
              <a:path extrusionOk="0" h="6575298" w="10017887">
                <a:moveTo>
                  <a:pt x="0" y="0"/>
                </a:moveTo>
                <a:lnTo>
                  <a:pt x="10017887" y="0"/>
                </a:lnTo>
                <a:lnTo>
                  <a:pt x="10017887" y="6575298"/>
                </a:lnTo>
                <a:lnTo>
                  <a:pt x="0" y="6575298"/>
                </a:lnTo>
                <a:lnTo>
                  <a:pt x="0" y="0"/>
                </a:lnTo>
                <a:close/>
              </a:path>
            </a:pathLst>
          </a:custGeom>
          <a:blipFill rotWithShape="1">
            <a:blip r:embed="rId3">
              <a:alphaModFix/>
            </a:blip>
            <a:stretch>
              <a:fillRect b="0" l="-2" r="-2" t="0"/>
            </a:stretch>
          </a:blipFill>
          <a:ln>
            <a:noFill/>
          </a:ln>
        </p:spPr>
      </p:sp>
      <p:sp>
        <p:nvSpPr>
          <p:cNvPr id="678" name="Google Shape;678;p32"/>
          <p:cNvSpPr/>
          <p:nvPr/>
        </p:nvSpPr>
        <p:spPr>
          <a:xfrm rot="-266862">
            <a:off x="2743409" y="2871760"/>
            <a:ext cx="5990463" cy="5839587"/>
          </a:xfrm>
          <a:custGeom>
            <a:rect b="b" l="l" r="r" t="t"/>
            <a:pathLst>
              <a:path extrusionOk="0" h="7786116" w="7987284">
                <a:moveTo>
                  <a:pt x="0" y="0"/>
                </a:moveTo>
                <a:lnTo>
                  <a:pt x="7987284" y="0"/>
                </a:lnTo>
                <a:lnTo>
                  <a:pt x="7987284" y="7786116"/>
                </a:lnTo>
                <a:lnTo>
                  <a:pt x="0" y="7786116"/>
                </a:lnTo>
                <a:lnTo>
                  <a:pt x="0" y="0"/>
                </a:lnTo>
                <a:close/>
              </a:path>
            </a:pathLst>
          </a:custGeom>
          <a:blipFill rotWithShape="1">
            <a:blip r:embed="rId4">
              <a:alphaModFix/>
            </a:blip>
            <a:stretch>
              <a:fillRect b="-22443" l="0" r="0" t="-22444"/>
            </a:stretch>
          </a:blipFill>
          <a:ln>
            <a:noFill/>
          </a:ln>
        </p:spPr>
      </p:sp>
      <p:sp>
        <p:nvSpPr>
          <p:cNvPr id="679" name="Google Shape;679;p32"/>
          <p:cNvSpPr/>
          <p:nvPr/>
        </p:nvSpPr>
        <p:spPr>
          <a:xfrm rot="-82494">
            <a:off x="2911657" y="1750113"/>
            <a:ext cx="11731275" cy="6714173"/>
          </a:xfrm>
          <a:custGeom>
            <a:rect b="b" l="l" r="r" t="t"/>
            <a:pathLst>
              <a:path extrusionOk="0" h="8952230" w="15641701">
                <a:moveTo>
                  <a:pt x="0" y="0"/>
                </a:moveTo>
                <a:lnTo>
                  <a:pt x="15641701" y="0"/>
                </a:lnTo>
                <a:lnTo>
                  <a:pt x="15641701" y="8952230"/>
                </a:lnTo>
                <a:lnTo>
                  <a:pt x="0" y="8952230"/>
                </a:lnTo>
                <a:lnTo>
                  <a:pt x="0" y="0"/>
                </a:lnTo>
                <a:close/>
              </a:path>
            </a:pathLst>
          </a:custGeom>
          <a:blipFill rotWithShape="1">
            <a:blip r:embed="rId5">
              <a:alphaModFix/>
            </a:blip>
            <a:stretch>
              <a:fillRect b="-16656" l="0" r="0" t="-16656"/>
            </a:stretch>
          </a:blipFill>
          <a:ln>
            <a:noFill/>
          </a:ln>
        </p:spPr>
      </p:sp>
      <p:sp>
        <p:nvSpPr>
          <p:cNvPr id="680" name="Google Shape;680;p32"/>
          <p:cNvSpPr txBox="1"/>
          <p:nvPr/>
        </p:nvSpPr>
        <p:spPr>
          <a:xfrm rot="-82511">
            <a:off x="4017949" y="2770937"/>
            <a:ext cx="10137820" cy="5060429"/>
          </a:xfrm>
          <a:prstGeom prst="rect">
            <a:avLst/>
          </a:prstGeom>
          <a:noFill/>
          <a:ln>
            <a:noFill/>
          </a:ln>
        </p:spPr>
        <p:txBody>
          <a:bodyPr anchorCtr="0" anchor="t" bIns="0" lIns="0" spcFirstLastPara="1" rIns="0" wrap="square" tIns="0">
            <a:spAutoFit/>
          </a:bodyPr>
          <a:lstStyle/>
          <a:p>
            <a:pPr indent="0" lvl="0" marL="0" marR="0" rtl="0" algn="ctr">
              <a:lnSpc>
                <a:spcPct val="124805"/>
              </a:lnSpc>
              <a:spcBef>
                <a:spcPts val="0"/>
              </a:spcBef>
              <a:spcAft>
                <a:spcPts val="0"/>
              </a:spcAft>
              <a:buNone/>
            </a:pPr>
            <a:r>
              <a:rPr b="1" i="0" lang="en-US" sz="10151" u="none" cap="none" strike="noStrike">
                <a:solidFill>
                  <a:srgbClr val="000000"/>
                </a:solidFill>
                <a:latin typeface="Arial"/>
                <a:ea typeface="Arial"/>
                <a:cs typeface="Arial"/>
                <a:sym typeface="Arial"/>
              </a:rPr>
              <a:t>Dominio de Colisión (Switch)</a:t>
            </a:r>
            <a:endParaRPr/>
          </a:p>
        </p:txBody>
      </p:sp>
      <p:sp>
        <p:nvSpPr>
          <p:cNvPr id="681" name="Google Shape;681;p32"/>
          <p:cNvSpPr/>
          <p:nvPr/>
        </p:nvSpPr>
        <p:spPr>
          <a:xfrm>
            <a:off x="2526002" y="1208717"/>
            <a:ext cx="3038666" cy="2879121"/>
          </a:xfrm>
          <a:custGeom>
            <a:rect b="b" l="l" r="r" t="t"/>
            <a:pathLst>
              <a:path extrusionOk="0" h="3838829" w="4051554">
                <a:moveTo>
                  <a:pt x="0" y="0"/>
                </a:moveTo>
                <a:lnTo>
                  <a:pt x="4051554" y="0"/>
                </a:lnTo>
                <a:lnTo>
                  <a:pt x="4051554" y="3838829"/>
                </a:lnTo>
                <a:lnTo>
                  <a:pt x="0" y="3838829"/>
                </a:lnTo>
                <a:lnTo>
                  <a:pt x="0" y="0"/>
                </a:lnTo>
                <a:close/>
              </a:path>
            </a:pathLst>
          </a:custGeom>
          <a:blipFill rotWithShape="1">
            <a:blip r:embed="rId6">
              <a:alphaModFix/>
            </a:blip>
            <a:stretch>
              <a:fillRect b="-18" l="0" r="0" t="-18"/>
            </a:stretch>
          </a:blipFill>
          <a:ln>
            <a:noFill/>
          </a:ln>
        </p:spPr>
      </p:sp>
      <p:sp>
        <p:nvSpPr>
          <p:cNvPr id="682" name="Google Shape;682;p32"/>
          <p:cNvSpPr/>
          <p:nvPr/>
        </p:nvSpPr>
        <p:spPr>
          <a:xfrm>
            <a:off x="-1489043" y="5940621"/>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7">
              <a:alphaModFix/>
            </a:blip>
            <a:stretch>
              <a:fillRect b="0" l="-25" r="-24" t="0"/>
            </a:stretch>
          </a:blipFill>
          <a:ln>
            <a:noFill/>
          </a:ln>
        </p:spPr>
      </p:sp>
      <p:sp>
        <p:nvSpPr>
          <p:cNvPr id="683" name="Google Shape;683;p32"/>
          <p:cNvSpPr/>
          <p:nvPr/>
        </p:nvSpPr>
        <p:spPr>
          <a:xfrm>
            <a:off x="12399360" y="4481928"/>
            <a:ext cx="4572286" cy="4653724"/>
          </a:xfrm>
          <a:custGeom>
            <a:rect b="b" l="l" r="r" t="t"/>
            <a:pathLst>
              <a:path extrusionOk="0" h="6204966" w="6096381">
                <a:moveTo>
                  <a:pt x="0" y="0"/>
                </a:moveTo>
                <a:lnTo>
                  <a:pt x="6096381" y="0"/>
                </a:lnTo>
                <a:lnTo>
                  <a:pt x="6096381" y="6204966"/>
                </a:lnTo>
                <a:lnTo>
                  <a:pt x="0" y="6204966"/>
                </a:lnTo>
                <a:lnTo>
                  <a:pt x="0" y="0"/>
                </a:lnTo>
                <a:close/>
              </a:path>
            </a:pathLst>
          </a:custGeom>
          <a:blipFill rotWithShape="1">
            <a:blip r:embed="rId8">
              <a:alphaModFix/>
            </a:blip>
            <a:stretch>
              <a:fillRect b="-6" l="0" r="0" t="-7"/>
            </a:stretch>
          </a:blipFill>
          <a:ln>
            <a:noFill/>
          </a:ln>
        </p:spPr>
      </p:sp>
      <p:sp>
        <p:nvSpPr>
          <p:cNvPr id="684" name="Google Shape;684;p32"/>
          <p:cNvSpPr/>
          <p:nvPr/>
        </p:nvSpPr>
        <p:spPr>
          <a:xfrm rot="-10197389">
            <a:off x="15531892" y="-653519"/>
            <a:ext cx="5396484" cy="4114800"/>
          </a:xfrm>
          <a:custGeom>
            <a:rect b="b" l="l" r="r" t="t"/>
            <a:pathLst>
              <a:path extrusionOk="0" h="5486400" w="7195312">
                <a:moveTo>
                  <a:pt x="0" y="0"/>
                </a:moveTo>
                <a:lnTo>
                  <a:pt x="7195312" y="0"/>
                </a:lnTo>
                <a:lnTo>
                  <a:pt x="7195312" y="5486400"/>
                </a:lnTo>
                <a:lnTo>
                  <a:pt x="0" y="5486400"/>
                </a:lnTo>
                <a:lnTo>
                  <a:pt x="0" y="0"/>
                </a:lnTo>
                <a:close/>
              </a:path>
            </a:pathLst>
          </a:custGeom>
          <a:blipFill rotWithShape="1">
            <a:blip r:embed="rId9">
              <a:alphaModFix/>
            </a:blip>
            <a:stretch>
              <a:fillRect b="0" l="-7" r="-6" t="0"/>
            </a:stretch>
          </a:blipFill>
          <a:ln>
            <a:noFill/>
          </a:ln>
        </p:spPr>
      </p:sp>
      <p:sp>
        <p:nvSpPr>
          <p:cNvPr id="685" name="Google Shape;685;p32"/>
          <p:cNvSpPr/>
          <p:nvPr/>
        </p:nvSpPr>
        <p:spPr>
          <a:xfrm rot="-9994124">
            <a:off x="5425189" y="9403852"/>
            <a:ext cx="5875687" cy="3238976"/>
          </a:xfrm>
          <a:custGeom>
            <a:rect b="b" l="l" r="r" t="t"/>
            <a:pathLst>
              <a:path extrusionOk="0" h="4318635" w="7834249">
                <a:moveTo>
                  <a:pt x="0" y="0"/>
                </a:moveTo>
                <a:lnTo>
                  <a:pt x="7834249" y="0"/>
                </a:lnTo>
                <a:lnTo>
                  <a:pt x="7834249" y="4318635"/>
                </a:lnTo>
                <a:lnTo>
                  <a:pt x="0" y="4318635"/>
                </a:lnTo>
                <a:lnTo>
                  <a:pt x="0" y="0"/>
                </a:lnTo>
                <a:close/>
              </a:path>
            </a:pathLst>
          </a:custGeom>
          <a:blipFill rotWithShape="1">
            <a:blip r:embed="rId10">
              <a:alphaModFix/>
            </a:blip>
            <a:stretch>
              <a:fillRect b="-1" l="0" r="0" t="-1"/>
            </a:stretch>
          </a:blipFill>
          <a:ln>
            <a:noFill/>
          </a:ln>
        </p:spPr>
      </p:sp>
      <p:sp>
        <p:nvSpPr>
          <p:cNvPr id="686" name="Google Shape;686;p32"/>
          <p:cNvSpPr/>
          <p:nvPr/>
        </p:nvSpPr>
        <p:spPr>
          <a:xfrm rot="-7239578">
            <a:off x="-916156" y="-1028700"/>
            <a:ext cx="2227135" cy="4114800"/>
          </a:xfrm>
          <a:custGeom>
            <a:rect b="b" l="l" r="r" t="t"/>
            <a:pathLst>
              <a:path extrusionOk="0" h="5486400" w="2969514">
                <a:moveTo>
                  <a:pt x="0" y="0"/>
                </a:moveTo>
                <a:lnTo>
                  <a:pt x="2969514" y="0"/>
                </a:lnTo>
                <a:lnTo>
                  <a:pt x="2969514" y="5486400"/>
                </a:lnTo>
                <a:lnTo>
                  <a:pt x="0" y="5486400"/>
                </a:lnTo>
                <a:lnTo>
                  <a:pt x="0" y="0"/>
                </a:lnTo>
                <a:close/>
              </a:path>
            </a:pathLst>
          </a:custGeom>
          <a:blipFill rotWithShape="1">
            <a:blip r:embed="rId11">
              <a:alphaModFix/>
            </a:blip>
            <a:stretch>
              <a:fillRect b="-23" l="0" r="0" t="-22"/>
            </a:stretch>
          </a:blipFill>
          <a:ln>
            <a:noFill/>
          </a:ln>
        </p:spPr>
      </p:sp>
      <p:sp>
        <p:nvSpPr>
          <p:cNvPr id="687" name="Google Shape;687;p32"/>
          <p:cNvSpPr/>
          <p:nvPr/>
        </p:nvSpPr>
        <p:spPr>
          <a:xfrm rot="2598121">
            <a:off x="2491875" y="7209838"/>
            <a:ext cx="3007329" cy="1759267"/>
          </a:xfrm>
          <a:custGeom>
            <a:rect b="b" l="l" r="r" t="t"/>
            <a:pathLst>
              <a:path extrusionOk="0" h="2345690" w="4009771">
                <a:moveTo>
                  <a:pt x="0" y="0"/>
                </a:moveTo>
                <a:lnTo>
                  <a:pt x="4009771" y="0"/>
                </a:lnTo>
                <a:lnTo>
                  <a:pt x="4009771" y="2345690"/>
                </a:lnTo>
                <a:lnTo>
                  <a:pt x="0" y="2345690"/>
                </a:lnTo>
                <a:lnTo>
                  <a:pt x="0" y="0"/>
                </a:lnTo>
                <a:close/>
              </a:path>
            </a:pathLst>
          </a:custGeom>
          <a:blipFill rotWithShape="1">
            <a:blip r:embed="rId12">
              <a:alphaModFix/>
            </a:blip>
            <a:stretch>
              <a:fillRect b="-25" l="0" r="0" t="-25"/>
            </a:stretch>
          </a:blipFill>
          <a:ln>
            <a:noFill/>
          </a:ln>
        </p:spPr>
      </p:sp>
      <p:sp>
        <p:nvSpPr>
          <p:cNvPr id="688" name="Google Shape;688;p32"/>
          <p:cNvSpPr/>
          <p:nvPr/>
        </p:nvSpPr>
        <p:spPr>
          <a:xfrm rot="3945637">
            <a:off x="13786668" y="3168860"/>
            <a:ext cx="1146239" cy="2324005"/>
          </a:xfrm>
          <a:custGeom>
            <a:rect b="b" l="l" r="r" t="t"/>
            <a:pathLst>
              <a:path extrusionOk="0" h="3098673" w="1528318">
                <a:moveTo>
                  <a:pt x="0" y="0"/>
                </a:moveTo>
                <a:lnTo>
                  <a:pt x="1528318" y="0"/>
                </a:lnTo>
                <a:lnTo>
                  <a:pt x="1528318" y="3098673"/>
                </a:lnTo>
                <a:lnTo>
                  <a:pt x="0" y="3098673"/>
                </a:lnTo>
                <a:lnTo>
                  <a:pt x="0" y="0"/>
                </a:lnTo>
                <a:close/>
              </a:path>
            </a:pathLst>
          </a:custGeom>
          <a:blipFill rotWithShape="1">
            <a:blip r:embed="rId13">
              <a:alphaModFix/>
            </a:blip>
            <a:stretch>
              <a:fillRect b="0" l="-56950" r="-56948" t="0"/>
            </a:stretch>
          </a:blipFill>
          <a:ln>
            <a:noFill/>
          </a:ln>
        </p:spPr>
      </p:sp>
      <p:sp>
        <p:nvSpPr>
          <p:cNvPr id="689" name="Google Shape;689;p32"/>
          <p:cNvSpPr/>
          <p:nvPr/>
        </p:nvSpPr>
        <p:spPr>
          <a:xfrm rot="-5400000">
            <a:off x="16049759" y="7736109"/>
            <a:ext cx="5396484" cy="4114800"/>
          </a:xfrm>
          <a:custGeom>
            <a:rect b="b" l="l" r="r" t="t"/>
            <a:pathLst>
              <a:path extrusionOk="0" h="5486400" w="7195312">
                <a:moveTo>
                  <a:pt x="0" y="0"/>
                </a:moveTo>
                <a:lnTo>
                  <a:pt x="7195312" y="0"/>
                </a:lnTo>
                <a:lnTo>
                  <a:pt x="7195312" y="5486400"/>
                </a:lnTo>
                <a:lnTo>
                  <a:pt x="0" y="5486400"/>
                </a:lnTo>
                <a:lnTo>
                  <a:pt x="0" y="0"/>
                </a:lnTo>
                <a:close/>
              </a:path>
            </a:pathLst>
          </a:custGeom>
          <a:blipFill rotWithShape="1">
            <a:blip r:embed="rId9">
              <a:alphaModFix/>
            </a:blip>
            <a:stretch>
              <a:fillRect b="0" l="-7" r="-6" t="0"/>
            </a:stretch>
          </a:blipFill>
          <a:ln>
            <a:noFill/>
          </a:ln>
        </p:spPr>
      </p:sp>
      <p:sp>
        <p:nvSpPr>
          <p:cNvPr id="690" name="Google Shape;690;p32"/>
          <p:cNvSpPr/>
          <p:nvPr/>
        </p:nvSpPr>
        <p:spPr>
          <a:xfrm rot="10252938">
            <a:off x="8709959" y="-1552088"/>
            <a:ext cx="4257960" cy="2458974"/>
          </a:xfrm>
          <a:custGeom>
            <a:rect b="b" l="l" r="r" t="t"/>
            <a:pathLst>
              <a:path extrusionOk="0" h="3278632" w="5677281">
                <a:moveTo>
                  <a:pt x="0" y="0"/>
                </a:moveTo>
                <a:lnTo>
                  <a:pt x="5677281" y="0"/>
                </a:lnTo>
                <a:lnTo>
                  <a:pt x="5677281" y="3278632"/>
                </a:lnTo>
                <a:lnTo>
                  <a:pt x="0" y="3278632"/>
                </a:lnTo>
                <a:lnTo>
                  <a:pt x="0" y="0"/>
                </a:lnTo>
                <a:close/>
              </a:path>
            </a:pathLst>
          </a:custGeom>
          <a:blipFill rotWithShape="1">
            <a:blip r:embed="rId14">
              <a:alphaModFix/>
            </a:blip>
            <a:stretch>
              <a:fillRect b="0" l="-49" r="-48" t="0"/>
            </a:stretch>
          </a:blipFill>
          <a:ln>
            <a:noFill/>
          </a:ln>
        </p:spPr>
      </p:sp>
      <p:sp>
        <p:nvSpPr>
          <p:cNvPr id="691" name="Google Shape;691;p32"/>
          <p:cNvSpPr/>
          <p:nvPr/>
        </p:nvSpPr>
        <p:spPr>
          <a:xfrm rot="5947534">
            <a:off x="3555012" y="-2929516"/>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7">
              <a:alphaModFix/>
            </a:blip>
            <a:stretch>
              <a:fillRect b="0" l="-25" r="-24" t="0"/>
            </a:stretch>
          </a:blipFill>
          <a:ln>
            <a:noFill/>
          </a:ln>
        </p:spPr>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699" name="Shape 699"/>
        <p:cNvGrpSpPr/>
        <p:nvPr/>
      </p:nvGrpSpPr>
      <p:grpSpPr>
        <a:xfrm>
          <a:off x="0" y="0"/>
          <a:ext cx="0" cy="0"/>
          <a:chOff x="0" y="0"/>
          <a:chExt cx="0" cy="0"/>
        </a:xfrm>
      </p:grpSpPr>
      <p:sp>
        <p:nvSpPr>
          <p:cNvPr id="700" name="Google Shape;700;p33"/>
          <p:cNvSpPr/>
          <p:nvPr/>
        </p:nvSpPr>
        <p:spPr>
          <a:xfrm rot="5987975">
            <a:off x="16813139" y="7906835"/>
            <a:ext cx="2227135" cy="4114800"/>
          </a:xfrm>
          <a:custGeom>
            <a:rect b="b" l="l" r="r" t="t"/>
            <a:pathLst>
              <a:path extrusionOk="0" h="5486400" w="2969514">
                <a:moveTo>
                  <a:pt x="0" y="0"/>
                </a:moveTo>
                <a:lnTo>
                  <a:pt x="2969514" y="0"/>
                </a:lnTo>
                <a:lnTo>
                  <a:pt x="2969514" y="5486400"/>
                </a:lnTo>
                <a:lnTo>
                  <a:pt x="0" y="5486400"/>
                </a:lnTo>
                <a:lnTo>
                  <a:pt x="0" y="0"/>
                </a:lnTo>
                <a:close/>
              </a:path>
            </a:pathLst>
          </a:custGeom>
          <a:blipFill rotWithShape="1">
            <a:blip r:embed="rId3">
              <a:alphaModFix/>
            </a:blip>
            <a:stretch>
              <a:fillRect b="-23" l="0" r="0" t="-22"/>
            </a:stretch>
          </a:blipFill>
          <a:ln>
            <a:noFill/>
          </a:ln>
        </p:spPr>
      </p:sp>
      <p:sp>
        <p:nvSpPr>
          <p:cNvPr id="701" name="Google Shape;701;p33"/>
          <p:cNvSpPr/>
          <p:nvPr/>
        </p:nvSpPr>
        <p:spPr>
          <a:xfrm rot="4705922">
            <a:off x="13742333" y="-2093217"/>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4">
              <a:alphaModFix/>
            </a:blip>
            <a:stretch>
              <a:fillRect b="0" l="-25" r="-24" t="0"/>
            </a:stretch>
          </a:blipFill>
          <a:ln>
            <a:noFill/>
          </a:ln>
        </p:spPr>
      </p:sp>
      <p:sp>
        <p:nvSpPr>
          <p:cNvPr id="702" name="Google Shape;702;p33"/>
          <p:cNvSpPr/>
          <p:nvPr/>
        </p:nvSpPr>
        <p:spPr>
          <a:xfrm>
            <a:off x="2371235" y="300789"/>
            <a:ext cx="8719089" cy="11124819"/>
          </a:xfrm>
          <a:custGeom>
            <a:rect b="b" l="l" r="r" t="t"/>
            <a:pathLst>
              <a:path extrusionOk="0" h="14833092" w="11625453">
                <a:moveTo>
                  <a:pt x="0" y="0"/>
                </a:moveTo>
                <a:lnTo>
                  <a:pt x="11625453" y="0"/>
                </a:lnTo>
                <a:lnTo>
                  <a:pt x="11625453" y="14833092"/>
                </a:lnTo>
                <a:lnTo>
                  <a:pt x="0" y="14833092"/>
                </a:lnTo>
                <a:lnTo>
                  <a:pt x="0" y="0"/>
                </a:lnTo>
                <a:close/>
              </a:path>
            </a:pathLst>
          </a:custGeom>
          <a:blipFill rotWithShape="1">
            <a:blip r:embed="rId5">
              <a:alphaModFix/>
            </a:blip>
            <a:stretch>
              <a:fillRect b="0" l="-14" r="-14" t="0"/>
            </a:stretch>
          </a:blipFill>
          <a:ln>
            <a:noFill/>
          </a:ln>
        </p:spPr>
      </p:sp>
      <p:sp>
        <p:nvSpPr>
          <p:cNvPr id="703" name="Google Shape;703;p33"/>
          <p:cNvSpPr/>
          <p:nvPr/>
        </p:nvSpPr>
        <p:spPr>
          <a:xfrm>
            <a:off x="0" y="357779"/>
            <a:ext cx="2534127" cy="11067764"/>
          </a:xfrm>
          <a:custGeom>
            <a:rect b="b" l="l" r="r" t="t"/>
            <a:pathLst>
              <a:path extrusionOk="0" h="14757019" w="3378835">
                <a:moveTo>
                  <a:pt x="0" y="0"/>
                </a:moveTo>
                <a:lnTo>
                  <a:pt x="3378835" y="0"/>
                </a:lnTo>
                <a:lnTo>
                  <a:pt x="3378835" y="14757019"/>
                </a:lnTo>
                <a:lnTo>
                  <a:pt x="0" y="14757019"/>
                </a:lnTo>
                <a:lnTo>
                  <a:pt x="0" y="0"/>
                </a:lnTo>
                <a:close/>
              </a:path>
            </a:pathLst>
          </a:custGeom>
          <a:blipFill rotWithShape="1">
            <a:blip r:embed="rId6">
              <a:alphaModFix/>
            </a:blip>
            <a:stretch>
              <a:fillRect b="0" l="-121197" r="-121197" t="0"/>
            </a:stretch>
          </a:blipFill>
          <a:ln>
            <a:noFill/>
          </a:ln>
        </p:spPr>
      </p:sp>
      <p:sp>
        <p:nvSpPr>
          <p:cNvPr id="704" name="Google Shape;704;p33"/>
          <p:cNvSpPr/>
          <p:nvPr/>
        </p:nvSpPr>
        <p:spPr>
          <a:xfrm rot="3945637">
            <a:off x="9645167" y="392168"/>
            <a:ext cx="1209770" cy="2452974"/>
          </a:xfrm>
          <a:custGeom>
            <a:rect b="b" l="l" r="r" t="t"/>
            <a:pathLst>
              <a:path extrusionOk="0" h="3270631" w="1613027">
                <a:moveTo>
                  <a:pt x="0" y="0"/>
                </a:moveTo>
                <a:lnTo>
                  <a:pt x="1613027" y="0"/>
                </a:lnTo>
                <a:lnTo>
                  <a:pt x="1613027" y="3270631"/>
                </a:lnTo>
                <a:lnTo>
                  <a:pt x="0" y="3270631"/>
                </a:lnTo>
                <a:lnTo>
                  <a:pt x="0" y="0"/>
                </a:lnTo>
                <a:close/>
              </a:path>
            </a:pathLst>
          </a:custGeom>
          <a:blipFill rotWithShape="1">
            <a:blip r:embed="rId7">
              <a:alphaModFix/>
            </a:blip>
            <a:stretch>
              <a:fillRect b="0" l="-56953" r="-56955" t="0"/>
            </a:stretch>
          </a:blipFill>
          <a:ln>
            <a:noFill/>
          </a:ln>
        </p:spPr>
      </p:sp>
      <p:sp>
        <p:nvSpPr>
          <p:cNvPr id="705" name="Google Shape;705;p33"/>
          <p:cNvSpPr/>
          <p:nvPr/>
        </p:nvSpPr>
        <p:spPr>
          <a:xfrm rot="-277003">
            <a:off x="16620144" y="1073410"/>
            <a:ext cx="1209770" cy="2452974"/>
          </a:xfrm>
          <a:custGeom>
            <a:rect b="b" l="l" r="r" t="t"/>
            <a:pathLst>
              <a:path extrusionOk="0" h="3270631" w="1613027">
                <a:moveTo>
                  <a:pt x="0" y="0"/>
                </a:moveTo>
                <a:lnTo>
                  <a:pt x="1613027" y="0"/>
                </a:lnTo>
                <a:lnTo>
                  <a:pt x="1613027" y="3270631"/>
                </a:lnTo>
                <a:lnTo>
                  <a:pt x="0" y="3270631"/>
                </a:lnTo>
                <a:lnTo>
                  <a:pt x="0" y="0"/>
                </a:lnTo>
                <a:close/>
              </a:path>
            </a:pathLst>
          </a:custGeom>
          <a:blipFill rotWithShape="1">
            <a:blip r:embed="rId8">
              <a:alphaModFix/>
            </a:blip>
            <a:stretch>
              <a:fillRect b="0" l="-56953" r="-56955" t="0"/>
            </a:stretch>
          </a:blipFill>
          <a:ln>
            <a:noFill/>
          </a:ln>
        </p:spPr>
      </p:sp>
      <p:sp>
        <p:nvSpPr>
          <p:cNvPr id="706" name="Google Shape;706;p33"/>
          <p:cNvSpPr/>
          <p:nvPr/>
        </p:nvSpPr>
        <p:spPr>
          <a:xfrm>
            <a:off x="10526698" y="3571069"/>
            <a:ext cx="7399973" cy="4584192"/>
          </a:xfrm>
          <a:custGeom>
            <a:rect b="b" l="l" r="r" t="t"/>
            <a:pathLst>
              <a:path extrusionOk="0" h="6112256" w="9866630">
                <a:moveTo>
                  <a:pt x="0" y="0"/>
                </a:moveTo>
                <a:lnTo>
                  <a:pt x="9866630" y="0"/>
                </a:lnTo>
                <a:lnTo>
                  <a:pt x="9866630" y="6112256"/>
                </a:lnTo>
                <a:lnTo>
                  <a:pt x="0" y="6112256"/>
                </a:lnTo>
                <a:lnTo>
                  <a:pt x="0" y="0"/>
                </a:lnTo>
                <a:close/>
              </a:path>
            </a:pathLst>
          </a:custGeom>
          <a:blipFill rotWithShape="1">
            <a:blip r:embed="rId9">
              <a:alphaModFix/>
            </a:blip>
            <a:stretch>
              <a:fillRect b="0" l="0" r="0" t="0"/>
            </a:stretch>
          </a:blipFill>
          <a:ln>
            <a:noFill/>
          </a:ln>
        </p:spPr>
      </p:sp>
      <p:sp>
        <p:nvSpPr>
          <p:cNvPr id="707" name="Google Shape;707;p33"/>
          <p:cNvSpPr txBox="1"/>
          <p:nvPr/>
        </p:nvSpPr>
        <p:spPr>
          <a:xfrm>
            <a:off x="334656" y="2046335"/>
            <a:ext cx="8474700" cy="8055150"/>
          </a:xfrm>
          <a:prstGeom prst="rect">
            <a:avLst/>
          </a:prstGeom>
          <a:noFill/>
          <a:ln>
            <a:noFill/>
          </a:ln>
        </p:spPr>
        <p:txBody>
          <a:bodyPr anchorCtr="0" anchor="t" bIns="0" lIns="0" spcFirstLastPara="1" rIns="0" wrap="square" tIns="0">
            <a:spAutoFit/>
          </a:bodyPr>
          <a:lstStyle/>
          <a:p>
            <a:pPr indent="0" lvl="0" marL="0" marR="0" rtl="0" algn="just">
              <a:lnSpc>
                <a:spcPct val="143975"/>
              </a:lnSpc>
              <a:spcBef>
                <a:spcPts val="0"/>
              </a:spcBef>
              <a:spcAft>
                <a:spcPts val="0"/>
              </a:spcAft>
              <a:buNone/>
            </a:pPr>
            <a:r>
              <a:rPr b="0" i="0" lang="en-US" sz="2299" u="none" cap="none" strike="noStrike">
                <a:solidFill>
                  <a:srgbClr val="000000"/>
                </a:solidFill>
                <a:latin typeface="DM Sans"/>
                <a:ea typeface="DM Sans"/>
                <a:cs typeface="DM Sans"/>
                <a:sym typeface="DM Sans"/>
              </a:rPr>
              <a:t>En ocasiones, es necesario conectar al puerto del switch otro dispositivo de red, como por ejemplo un hub. Al hacer esto, se incrementa el número de hosts que pueden conectarse a la red.</a:t>
            </a:r>
            <a:endParaRPr/>
          </a:p>
          <a:p>
            <a:pPr indent="0" lvl="0" marL="0" marR="0" rtl="0" algn="just">
              <a:lnSpc>
                <a:spcPct val="87690"/>
              </a:lnSpc>
              <a:spcBef>
                <a:spcPts val="0"/>
              </a:spcBef>
              <a:spcAft>
                <a:spcPts val="0"/>
              </a:spcAft>
              <a:buNone/>
            </a:pPr>
            <a:r>
              <a:t/>
            </a:r>
            <a:endParaRPr b="0" i="0" sz="2299" u="none" cap="none" strike="noStrike">
              <a:solidFill>
                <a:srgbClr val="000000"/>
              </a:solidFill>
              <a:latin typeface="DM Sans"/>
              <a:ea typeface="DM Sans"/>
              <a:cs typeface="DM Sans"/>
              <a:sym typeface="DM Sans"/>
            </a:endParaRPr>
          </a:p>
          <a:p>
            <a:pPr indent="0" lvl="0" marL="0" marR="0" rtl="0" algn="just">
              <a:lnSpc>
                <a:spcPct val="143975"/>
              </a:lnSpc>
              <a:spcBef>
                <a:spcPts val="0"/>
              </a:spcBef>
              <a:spcAft>
                <a:spcPts val="0"/>
              </a:spcAft>
              <a:buNone/>
            </a:pPr>
            <a:r>
              <a:rPr b="0" i="0" lang="en-US" sz="2299" u="none" cap="none" strike="noStrike">
                <a:solidFill>
                  <a:srgbClr val="000000"/>
                </a:solidFill>
                <a:latin typeface="DM Sans"/>
                <a:ea typeface="DM Sans"/>
                <a:cs typeface="DM Sans"/>
                <a:sym typeface="DM Sans"/>
              </a:rPr>
              <a:t>Cuando se conecta un hub, el switch asocia las direcciones MAC de todos los hosts conectados a dicho hub con el puerto del switch al que ese hub corresponde.</a:t>
            </a:r>
            <a:endParaRPr/>
          </a:p>
          <a:p>
            <a:pPr indent="0" lvl="0" marL="0" marR="0" rtl="0" algn="just">
              <a:lnSpc>
                <a:spcPct val="87690"/>
              </a:lnSpc>
              <a:spcBef>
                <a:spcPts val="0"/>
              </a:spcBef>
              <a:spcAft>
                <a:spcPts val="0"/>
              </a:spcAft>
              <a:buNone/>
            </a:pPr>
            <a:r>
              <a:t/>
            </a:r>
            <a:endParaRPr b="0" i="0" sz="2299" u="none" cap="none" strike="noStrike">
              <a:solidFill>
                <a:srgbClr val="000000"/>
              </a:solidFill>
              <a:latin typeface="DM Sans"/>
              <a:ea typeface="DM Sans"/>
              <a:cs typeface="DM Sans"/>
              <a:sym typeface="DM Sans"/>
            </a:endParaRPr>
          </a:p>
          <a:p>
            <a:pPr indent="0" lvl="0" marL="0" marR="0" rtl="0" algn="just">
              <a:lnSpc>
                <a:spcPct val="143975"/>
              </a:lnSpc>
              <a:spcBef>
                <a:spcPts val="0"/>
              </a:spcBef>
              <a:spcAft>
                <a:spcPts val="0"/>
              </a:spcAft>
              <a:buNone/>
            </a:pPr>
            <a:r>
              <a:rPr b="0" i="0" lang="en-US" sz="2299" u="none" cap="none" strike="noStrike">
                <a:solidFill>
                  <a:srgbClr val="000000"/>
                </a:solidFill>
                <a:latin typeface="DM Sans"/>
                <a:ea typeface="DM Sans"/>
                <a:cs typeface="DM Sans"/>
                <a:sym typeface="DM Sans"/>
              </a:rPr>
              <a:t>Cuando se conecta el hub al puerto del switch, pueden producirse colisiones. Si esto ocurre, el hub reenvía a través de todos sus puertos el mensaje corrupto. El switch recibirá el mensaje, pero a diferencia del hub, no lo reenviara. Como resultado, cada puerto del switch da lugar a un dominio de colisión separado.</a:t>
            </a:r>
            <a:endParaRPr/>
          </a:p>
          <a:p>
            <a:pPr indent="0" lvl="0" marL="0" marR="0" rtl="0" algn="just">
              <a:lnSpc>
                <a:spcPct val="87690"/>
              </a:lnSpc>
              <a:spcBef>
                <a:spcPts val="0"/>
              </a:spcBef>
              <a:spcAft>
                <a:spcPts val="0"/>
              </a:spcAft>
              <a:buNone/>
            </a:pPr>
            <a:r>
              <a:t/>
            </a:r>
            <a:endParaRPr b="0" i="0" sz="2299" u="none" cap="none" strike="noStrike">
              <a:solidFill>
                <a:srgbClr val="000000"/>
              </a:solidFill>
              <a:latin typeface="DM Sans"/>
              <a:ea typeface="DM Sans"/>
              <a:cs typeface="DM Sans"/>
              <a:sym typeface="DM Sans"/>
            </a:endParaRPr>
          </a:p>
          <a:p>
            <a:pPr indent="0" lvl="0" marL="0" marR="0" rtl="0" algn="just">
              <a:lnSpc>
                <a:spcPct val="143975"/>
              </a:lnSpc>
              <a:spcBef>
                <a:spcPts val="0"/>
              </a:spcBef>
              <a:spcAft>
                <a:spcPts val="0"/>
              </a:spcAft>
              <a:buNone/>
            </a:pPr>
            <a:r>
              <a:rPr b="0" i="0" lang="en-US" sz="2299" u="none" cap="none" strike="noStrike">
                <a:solidFill>
                  <a:srgbClr val="000000"/>
                </a:solidFill>
                <a:latin typeface="DM Sans"/>
                <a:ea typeface="DM Sans"/>
                <a:cs typeface="DM Sans"/>
                <a:sym typeface="DM Sans"/>
              </a:rPr>
              <a:t>La creación de múltiples dominios de colisión es ventajosa porque limita el número de hosts contenido en cada uno de esos dominios.</a:t>
            </a:r>
            <a:endParaRPr/>
          </a:p>
        </p:txBody>
      </p:sp>
      <p:sp>
        <p:nvSpPr>
          <p:cNvPr id="708" name="Google Shape;708;p33"/>
          <p:cNvSpPr txBox="1"/>
          <p:nvPr/>
        </p:nvSpPr>
        <p:spPr>
          <a:xfrm>
            <a:off x="1028775" y="924324"/>
            <a:ext cx="7854600" cy="1179150"/>
          </a:xfrm>
          <a:prstGeom prst="rect">
            <a:avLst/>
          </a:prstGeom>
          <a:noFill/>
          <a:ln>
            <a:noFill/>
          </a:ln>
        </p:spPr>
        <p:txBody>
          <a:bodyPr anchorCtr="0" anchor="t" bIns="0" lIns="0" spcFirstLastPara="1" rIns="0" wrap="square" tIns="0">
            <a:spAutoFit/>
          </a:bodyPr>
          <a:lstStyle/>
          <a:p>
            <a:pPr indent="0" lvl="0" marL="0" marR="0" rtl="0" algn="l">
              <a:lnSpc>
                <a:spcPct val="134407"/>
              </a:lnSpc>
              <a:spcBef>
                <a:spcPts val="0"/>
              </a:spcBef>
              <a:spcAft>
                <a:spcPts val="0"/>
              </a:spcAft>
              <a:buNone/>
            </a:pPr>
            <a:r>
              <a:rPr b="1" i="0" lang="en-US" sz="6298" u="none" cap="none" strike="noStrike">
                <a:solidFill>
                  <a:srgbClr val="000000"/>
                </a:solidFill>
                <a:latin typeface="Arial"/>
                <a:ea typeface="Arial"/>
                <a:cs typeface="Arial"/>
                <a:sym typeface="Arial"/>
              </a:rPr>
              <a:t>Dominio de Colisión</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716" name="Shape 716"/>
        <p:cNvGrpSpPr/>
        <p:nvPr/>
      </p:nvGrpSpPr>
      <p:grpSpPr>
        <a:xfrm>
          <a:off x="0" y="0"/>
          <a:ext cx="0" cy="0"/>
          <a:chOff x="0" y="0"/>
          <a:chExt cx="0" cy="0"/>
        </a:xfrm>
      </p:grpSpPr>
      <p:sp>
        <p:nvSpPr>
          <p:cNvPr id="717" name="Google Shape;717;p34"/>
          <p:cNvSpPr/>
          <p:nvPr/>
        </p:nvSpPr>
        <p:spPr>
          <a:xfrm>
            <a:off x="10685671" y="1973681"/>
            <a:ext cx="6649318" cy="6117226"/>
          </a:xfrm>
          <a:custGeom>
            <a:rect b="b" l="l" r="r" t="t"/>
            <a:pathLst>
              <a:path extrusionOk="0" h="6117226" w="6649318">
                <a:moveTo>
                  <a:pt x="0" y="0"/>
                </a:moveTo>
                <a:lnTo>
                  <a:pt x="6649318" y="0"/>
                </a:lnTo>
                <a:lnTo>
                  <a:pt x="6649318" y="6117226"/>
                </a:lnTo>
                <a:lnTo>
                  <a:pt x="0" y="6117226"/>
                </a:lnTo>
                <a:lnTo>
                  <a:pt x="0" y="0"/>
                </a:lnTo>
                <a:close/>
              </a:path>
            </a:pathLst>
          </a:custGeom>
          <a:blipFill rotWithShape="1">
            <a:blip r:embed="rId3">
              <a:alphaModFix/>
            </a:blip>
            <a:stretch>
              <a:fillRect b="0" l="0" r="0" t="0"/>
            </a:stretch>
          </a:blipFill>
          <a:ln>
            <a:noFill/>
          </a:ln>
        </p:spPr>
      </p:sp>
      <p:sp>
        <p:nvSpPr>
          <p:cNvPr id="718" name="Google Shape;718;p34"/>
          <p:cNvSpPr/>
          <p:nvPr/>
        </p:nvSpPr>
        <p:spPr>
          <a:xfrm rot="5987975">
            <a:off x="16813139" y="7906835"/>
            <a:ext cx="2227135" cy="4114800"/>
          </a:xfrm>
          <a:custGeom>
            <a:rect b="b" l="l" r="r" t="t"/>
            <a:pathLst>
              <a:path extrusionOk="0" h="5486400" w="2969514">
                <a:moveTo>
                  <a:pt x="0" y="0"/>
                </a:moveTo>
                <a:lnTo>
                  <a:pt x="2969514" y="0"/>
                </a:lnTo>
                <a:lnTo>
                  <a:pt x="2969514" y="5486400"/>
                </a:lnTo>
                <a:lnTo>
                  <a:pt x="0" y="5486400"/>
                </a:lnTo>
                <a:lnTo>
                  <a:pt x="0" y="0"/>
                </a:lnTo>
                <a:close/>
              </a:path>
            </a:pathLst>
          </a:custGeom>
          <a:blipFill rotWithShape="1">
            <a:blip r:embed="rId4">
              <a:alphaModFix/>
            </a:blip>
            <a:stretch>
              <a:fillRect b="-23" l="0" r="0" t="-22"/>
            </a:stretch>
          </a:blipFill>
          <a:ln>
            <a:noFill/>
          </a:ln>
        </p:spPr>
      </p:sp>
      <p:sp>
        <p:nvSpPr>
          <p:cNvPr id="719" name="Google Shape;719;p34"/>
          <p:cNvSpPr/>
          <p:nvPr/>
        </p:nvSpPr>
        <p:spPr>
          <a:xfrm rot="4705922">
            <a:off x="13742333" y="-2093217"/>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5">
              <a:alphaModFix/>
            </a:blip>
            <a:stretch>
              <a:fillRect b="0" l="-25" r="-24" t="0"/>
            </a:stretch>
          </a:blipFill>
          <a:ln>
            <a:noFill/>
          </a:ln>
        </p:spPr>
      </p:sp>
      <p:sp>
        <p:nvSpPr>
          <p:cNvPr id="720" name="Google Shape;720;p34"/>
          <p:cNvSpPr/>
          <p:nvPr/>
        </p:nvSpPr>
        <p:spPr>
          <a:xfrm rot="-277003">
            <a:off x="14917169" y="6503515"/>
            <a:ext cx="1209770" cy="2452974"/>
          </a:xfrm>
          <a:custGeom>
            <a:rect b="b" l="l" r="r" t="t"/>
            <a:pathLst>
              <a:path extrusionOk="0" h="3270631" w="1613027">
                <a:moveTo>
                  <a:pt x="0" y="0"/>
                </a:moveTo>
                <a:lnTo>
                  <a:pt x="1613027" y="0"/>
                </a:lnTo>
                <a:lnTo>
                  <a:pt x="1613027" y="3270631"/>
                </a:lnTo>
                <a:lnTo>
                  <a:pt x="0" y="3270631"/>
                </a:lnTo>
                <a:lnTo>
                  <a:pt x="0" y="0"/>
                </a:lnTo>
                <a:close/>
              </a:path>
            </a:pathLst>
          </a:custGeom>
          <a:blipFill rotWithShape="1">
            <a:blip r:embed="rId6">
              <a:alphaModFix/>
            </a:blip>
            <a:stretch>
              <a:fillRect b="0" l="-56953" r="-56955" t="0"/>
            </a:stretch>
          </a:blipFill>
          <a:ln>
            <a:noFill/>
          </a:ln>
        </p:spPr>
      </p:sp>
      <p:sp>
        <p:nvSpPr>
          <p:cNvPr id="721" name="Google Shape;721;p34"/>
          <p:cNvSpPr/>
          <p:nvPr/>
        </p:nvSpPr>
        <p:spPr>
          <a:xfrm>
            <a:off x="2371235" y="711039"/>
            <a:ext cx="8719089" cy="11124819"/>
          </a:xfrm>
          <a:custGeom>
            <a:rect b="b" l="l" r="r" t="t"/>
            <a:pathLst>
              <a:path extrusionOk="0" h="14833092" w="11625453">
                <a:moveTo>
                  <a:pt x="0" y="0"/>
                </a:moveTo>
                <a:lnTo>
                  <a:pt x="11625453" y="0"/>
                </a:lnTo>
                <a:lnTo>
                  <a:pt x="11625453" y="14833092"/>
                </a:lnTo>
                <a:lnTo>
                  <a:pt x="0" y="14833092"/>
                </a:lnTo>
                <a:lnTo>
                  <a:pt x="0" y="0"/>
                </a:lnTo>
                <a:close/>
              </a:path>
            </a:pathLst>
          </a:custGeom>
          <a:blipFill rotWithShape="1">
            <a:blip r:embed="rId7">
              <a:alphaModFix/>
            </a:blip>
            <a:stretch>
              <a:fillRect b="0" l="-14" r="-14" t="0"/>
            </a:stretch>
          </a:blipFill>
          <a:ln>
            <a:noFill/>
          </a:ln>
        </p:spPr>
      </p:sp>
      <p:sp>
        <p:nvSpPr>
          <p:cNvPr id="722" name="Google Shape;722;p34"/>
          <p:cNvSpPr/>
          <p:nvPr/>
        </p:nvSpPr>
        <p:spPr>
          <a:xfrm>
            <a:off x="0" y="768029"/>
            <a:ext cx="2534127" cy="11067764"/>
          </a:xfrm>
          <a:custGeom>
            <a:rect b="b" l="l" r="r" t="t"/>
            <a:pathLst>
              <a:path extrusionOk="0" h="14757019" w="3378835">
                <a:moveTo>
                  <a:pt x="0" y="0"/>
                </a:moveTo>
                <a:lnTo>
                  <a:pt x="3378835" y="0"/>
                </a:lnTo>
                <a:lnTo>
                  <a:pt x="3378835" y="14757019"/>
                </a:lnTo>
                <a:lnTo>
                  <a:pt x="0" y="14757019"/>
                </a:lnTo>
                <a:lnTo>
                  <a:pt x="0" y="0"/>
                </a:lnTo>
                <a:close/>
              </a:path>
            </a:pathLst>
          </a:custGeom>
          <a:blipFill rotWithShape="1">
            <a:blip r:embed="rId8">
              <a:alphaModFix/>
            </a:blip>
            <a:stretch>
              <a:fillRect b="0" l="-121197" r="-121197" t="0"/>
            </a:stretch>
          </a:blipFill>
          <a:ln>
            <a:noFill/>
          </a:ln>
        </p:spPr>
      </p:sp>
      <p:sp>
        <p:nvSpPr>
          <p:cNvPr id="723" name="Google Shape;723;p34"/>
          <p:cNvSpPr/>
          <p:nvPr/>
        </p:nvSpPr>
        <p:spPr>
          <a:xfrm rot="696523">
            <a:off x="13098400" y="1889112"/>
            <a:ext cx="2401252" cy="790194"/>
          </a:xfrm>
          <a:custGeom>
            <a:rect b="b" l="l" r="r" t="t"/>
            <a:pathLst>
              <a:path extrusionOk="0" h="1053592" w="3201670">
                <a:moveTo>
                  <a:pt x="0" y="0"/>
                </a:moveTo>
                <a:lnTo>
                  <a:pt x="3201670" y="0"/>
                </a:lnTo>
                <a:lnTo>
                  <a:pt x="3201670" y="1053592"/>
                </a:lnTo>
                <a:lnTo>
                  <a:pt x="0" y="1053592"/>
                </a:lnTo>
                <a:lnTo>
                  <a:pt x="0" y="0"/>
                </a:lnTo>
                <a:close/>
              </a:path>
            </a:pathLst>
          </a:custGeom>
          <a:blipFill rotWithShape="1">
            <a:blip r:embed="rId9">
              <a:alphaModFix/>
            </a:blip>
            <a:stretch>
              <a:fillRect b="-4" l="-60" r="-60" t="0"/>
            </a:stretch>
          </a:blipFill>
          <a:ln>
            <a:noFill/>
          </a:ln>
        </p:spPr>
      </p:sp>
      <p:sp>
        <p:nvSpPr>
          <p:cNvPr id="724" name="Google Shape;724;p34"/>
          <p:cNvSpPr/>
          <p:nvPr/>
        </p:nvSpPr>
        <p:spPr>
          <a:xfrm rot="382503">
            <a:off x="11022593" y="3229932"/>
            <a:ext cx="5915025" cy="3664268"/>
          </a:xfrm>
          <a:custGeom>
            <a:rect b="b" l="l" r="r" t="t"/>
            <a:pathLst>
              <a:path extrusionOk="0" h="4885690" w="7886700">
                <a:moveTo>
                  <a:pt x="0" y="0"/>
                </a:moveTo>
                <a:lnTo>
                  <a:pt x="7886700" y="0"/>
                </a:lnTo>
                <a:lnTo>
                  <a:pt x="7886700" y="4885690"/>
                </a:lnTo>
                <a:lnTo>
                  <a:pt x="0" y="4885690"/>
                </a:lnTo>
                <a:lnTo>
                  <a:pt x="0" y="0"/>
                </a:lnTo>
                <a:close/>
              </a:path>
            </a:pathLst>
          </a:custGeom>
          <a:blipFill rotWithShape="1">
            <a:blip r:embed="rId10">
              <a:alphaModFix/>
            </a:blip>
            <a:stretch>
              <a:fillRect b="0" l="0" r="0" t="0"/>
            </a:stretch>
          </a:blipFill>
          <a:ln>
            <a:noFill/>
          </a:ln>
        </p:spPr>
      </p:sp>
      <p:sp>
        <p:nvSpPr>
          <p:cNvPr id="725" name="Google Shape;725;p34"/>
          <p:cNvSpPr/>
          <p:nvPr/>
        </p:nvSpPr>
        <p:spPr>
          <a:xfrm rot="3945637">
            <a:off x="16316407" y="5425563"/>
            <a:ext cx="1209770" cy="2452974"/>
          </a:xfrm>
          <a:custGeom>
            <a:rect b="b" l="l" r="r" t="t"/>
            <a:pathLst>
              <a:path extrusionOk="0" h="3270631" w="1613027">
                <a:moveTo>
                  <a:pt x="0" y="0"/>
                </a:moveTo>
                <a:lnTo>
                  <a:pt x="1613027" y="0"/>
                </a:lnTo>
                <a:lnTo>
                  <a:pt x="1613027" y="3270631"/>
                </a:lnTo>
                <a:lnTo>
                  <a:pt x="0" y="3270631"/>
                </a:lnTo>
                <a:lnTo>
                  <a:pt x="0" y="0"/>
                </a:lnTo>
                <a:close/>
              </a:path>
            </a:pathLst>
          </a:custGeom>
          <a:blipFill rotWithShape="1">
            <a:blip r:embed="rId11">
              <a:alphaModFix/>
            </a:blip>
            <a:stretch>
              <a:fillRect b="0" l="-56953" r="-56955" t="0"/>
            </a:stretch>
          </a:blipFill>
          <a:ln>
            <a:noFill/>
          </a:ln>
        </p:spPr>
      </p:sp>
      <p:sp>
        <p:nvSpPr>
          <p:cNvPr id="726" name="Google Shape;726;p34"/>
          <p:cNvSpPr/>
          <p:nvPr/>
        </p:nvSpPr>
        <p:spPr>
          <a:xfrm>
            <a:off x="10356871" y="6458805"/>
            <a:ext cx="2257616" cy="3326130"/>
          </a:xfrm>
          <a:custGeom>
            <a:rect b="b" l="l" r="r" t="t"/>
            <a:pathLst>
              <a:path extrusionOk="0" h="4434840" w="3010154">
                <a:moveTo>
                  <a:pt x="0" y="0"/>
                </a:moveTo>
                <a:lnTo>
                  <a:pt x="3010154" y="0"/>
                </a:lnTo>
                <a:lnTo>
                  <a:pt x="3010154" y="4434840"/>
                </a:lnTo>
                <a:lnTo>
                  <a:pt x="0" y="4434840"/>
                </a:lnTo>
                <a:lnTo>
                  <a:pt x="0" y="0"/>
                </a:lnTo>
                <a:close/>
              </a:path>
            </a:pathLst>
          </a:custGeom>
          <a:blipFill rotWithShape="1">
            <a:blip r:embed="rId12">
              <a:alphaModFix/>
            </a:blip>
            <a:stretch>
              <a:fillRect b="0" l="-25" r="-24" t="0"/>
            </a:stretch>
          </a:blipFill>
          <a:ln>
            <a:noFill/>
          </a:ln>
        </p:spPr>
      </p:sp>
      <p:sp>
        <p:nvSpPr>
          <p:cNvPr id="727" name="Google Shape;727;p34"/>
          <p:cNvSpPr txBox="1"/>
          <p:nvPr/>
        </p:nvSpPr>
        <p:spPr>
          <a:xfrm>
            <a:off x="2964614" y="5661208"/>
            <a:ext cx="3917525" cy="2719388"/>
          </a:xfrm>
          <a:prstGeom prst="rect">
            <a:avLst/>
          </a:prstGeom>
          <a:noFill/>
          <a:ln>
            <a:noFill/>
          </a:ln>
        </p:spPr>
        <p:txBody>
          <a:bodyPr anchorCtr="0" anchor="t" bIns="0" lIns="0" spcFirstLastPara="1" rIns="0" wrap="square" tIns="0">
            <a:spAutoFit/>
          </a:bodyPr>
          <a:lstStyle/>
          <a:p>
            <a:pPr indent="-259039" lvl="2" marL="777117" marR="0" rtl="0" algn="l">
              <a:lnSpc>
                <a:spcPct val="143983"/>
              </a:lnSpc>
              <a:spcBef>
                <a:spcPts val="0"/>
              </a:spcBef>
              <a:spcAft>
                <a:spcPts val="0"/>
              </a:spcAft>
              <a:buClr>
                <a:srgbClr val="000000"/>
              </a:buClr>
              <a:buSzPts val="3399"/>
              <a:buFont typeface="Arial"/>
              <a:buChar char="⚬"/>
            </a:pPr>
            <a:r>
              <a:rPr b="0" i="0" lang="en-US" sz="3399" u="none" cap="none" strike="noStrike">
                <a:solidFill>
                  <a:srgbClr val="000000"/>
                </a:solidFill>
                <a:latin typeface="DM Sans"/>
                <a:ea typeface="DM Sans"/>
                <a:cs typeface="DM Sans"/>
                <a:sym typeface="DM Sans"/>
              </a:rPr>
              <a:t>Unicast</a:t>
            </a:r>
            <a:endParaRPr/>
          </a:p>
          <a:p>
            <a:pPr indent="-106694" lvl="2" marL="320084" marR="0" rtl="0" algn="l">
              <a:lnSpc>
                <a:spcPct val="59311"/>
              </a:lnSpc>
              <a:spcBef>
                <a:spcPts val="0"/>
              </a:spcBef>
              <a:spcAft>
                <a:spcPts val="0"/>
              </a:spcAft>
              <a:buNone/>
            </a:pPr>
            <a:r>
              <a:t/>
            </a:r>
            <a:endParaRPr b="0" i="0" sz="3399" u="none" cap="none" strike="noStrike">
              <a:solidFill>
                <a:srgbClr val="000000"/>
              </a:solidFill>
              <a:latin typeface="DM Sans"/>
              <a:ea typeface="DM Sans"/>
              <a:cs typeface="DM Sans"/>
              <a:sym typeface="DM Sans"/>
            </a:endParaRPr>
          </a:p>
          <a:p>
            <a:pPr indent="-259039" lvl="2" marL="777117" marR="0" rtl="0" algn="l">
              <a:lnSpc>
                <a:spcPct val="143983"/>
              </a:lnSpc>
              <a:spcBef>
                <a:spcPts val="0"/>
              </a:spcBef>
              <a:spcAft>
                <a:spcPts val="0"/>
              </a:spcAft>
              <a:buClr>
                <a:srgbClr val="000000"/>
              </a:buClr>
              <a:buSzPts val="3399"/>
              <a:buFont typeface="Arial"/>
              <a:buChar char="⚬"/>
            </a:pPr>
            <a:r>
              <a:rPr b="0" i="0" lang="en-US" sz="3399" u="none" cap="none" strike="noStrike">
                <a:solidFill>
                  <a:srgbClr val="000000"/>
                </a:solidFill>
                <a:latin typeface="DM Sans"/>
                <a:ea typeface="DM Sans"/>
                <a:cs typeface="DM Sans"/>
                <a:sym typeface="DM Sans"/>
              </a:rPr>
              <a:t>Multicast</a:t>
            </a:r>
            <a:endParaRPr/>
          </a:p>
          <a:p>
            <a:pPr indent="-106694" lvl="2" marL="320084" marR="0" rtl="0" algn="l">
              <a:lnSpc>
                <a:spcPct val="59311"/>
              </a:lnSpc>
              <a:spcBef>
                <a:spcPts val="0"/>
              </a:spcBef>
              <a:spcAft>
                <a:spcPts val="0"/>
              </a:spcAft>
              <a:buNone/>
            </a:pPr>
            <a:r>
              <a:t/>
            </a:r>
            <a:endParaRPr b="0" i="0" sz="3399" u="none" cap="none" strike="noStrike">
              <a:solidFill>
                <a:srgbClr val="000000"/>
              </a:solidFill>
              <a:latin typeface="DM Sans"/>
              <a:ea typeface="DM Sans"/>
              <a:cs typeface="DM Sans"/>
              <a:sym typeface="DM Sans"/>
            </a:endParaRPr>
          </a:p>
          <a:p>
            <a:pPr indent="-259039" lvl="2" marL="777117" marR="0" rtl="0" algn="l">
              <a:lnSpc>
                <a:spcPct val="143983"/>
              </a:lnSpc>
              <a:spcBef>
                <a:spcPts val="0"/>
              </a:spcBef>
              <a:spcAft>
                <a:spcPts val="0"/>
              </a:spcAft>
              <a:buClr>
                <a:srgbClr val="000000"/>
              </a:buClr>
              <a:buSzPts val="3399"/>
              <a:buFont typeface="Arial"/>
              <a:buChar char="⚬"/>
            </a:pPr>
            <a:r>
              <a:rPr b="0" i="0" lang="en-US" sz="3399" u="none" cap="none" strike="noStrike">
                <a:solidFill>
                  <a:srgbClr val="000000"/>
                </a:solidFill>
                <a:latin typeface="DM Sans"/>
                <a:ea typeface="DM Sans"/>
                <a:cs typeface="DM Sans"/>
                <a:sym typeface="DM Sans"/>
              </a:rPr>
              <a:t>Broadcast</a:t>
            </a:r>
            <a:endParaRPr/>
          </a:p>
        </p:txBody>
      </p:sp>
      <p:sp>
        <p:nvSpPr>
          <p:cNvPr id="728" name="Google Shape;728;p34"/>
          <p:cNvSpPr txBox="1"/>
          <p:nvPr/>
        </p:nvSpPr>
        <p:spPr>
          <a:xfrm>
            <a:off x="1395199" y="2330271"/>
            <a:ext cx="7056355" cy="2344547"/>
          </a:xfrm>
          <a:prstGeom prst="rect">
            <a:avLst/>
          </a:prstGeom>
          <a:noFill/>
          <a:ln>
            <a:noFill/>
          </a:ln>
        </p:spPr>
        <p:txBody>
          <a:bodyPr anchorCtr="0" anchor="t" bIns="0" lIns="0" spcFirstLastPara="1" rIns="0" wrap="square" tIns="0">
            <a:spAutoFit/>
          </a:bodyPr>
          <a:lstStyle/>
          <a:p>
            <a:pPr indent="0" lvl="0" marL="0" marR="0" rtl="0" algn="l">
              <a:lnSpc>
                <a:spcPct val="134413"/>
              </a:lnSpc>
              <a:spcBef>
                <a:spcPts val="0"/>
              </a:spcBef>
              <a:spcAft>
                <a:spcPts val="0"/>
              </a:spcAft>
              <a:buNone/>
            </a:pPr>
            <a:r>
              <a:rPr b="1" i="0" lang="en-US" sz="6698" u="none" cap="none" strike="noStrike">
                <a:solidFill>
                  <a:srgbClr val="000000"/>
                </a:solidFill>
                <a:latin typeface="Arial"/>
                <a:ea typeface="Arial"/>
                <a:cs typeface="Arial"/>
                <a:sym typeface="Arial"/>
              </a:rPr>
              <a:t>Patrones de los mensajes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CD46"/>
        </a:solidFill>
      </p:bgPr>
    </p:bg>
    <p:spTree>
      <p:nvGrpSpPr>
        <p:cNvPr id="736" name="Shape 736"/>
        <p:cNvGrpSpPr/>
        <p:nvPr/>
      </p:nvGrpSpPr>
      <p:grpSpPr>
        <a:xfrm>
          <a:off x="0" y="0"/>
          <a:ext cx="0" cy="0"/>
          <a:chOff x="0" y="0"/>
          <a:chExt cx="0" cy="0"/>
        </a:xfrm>
      </p:grpSpPr>
      <p:sp>
        <p:nvSpPr>
          <p:cNvPr id="737" name="Google Shape;737;p35"/>
          <p:cNvSpPr/>
          <p:nvPr/>
        </p:nvSpPr>
        <p:spPr>
          <a:xfrm rot="549959">
            <a:off x="13155157" y="3870133"/>
            <a:ext cx="2968561" cy="4771453"/>
          </a:xfrm>
          <a:custGeom>
            <a:rect b="b" l="l" r="r" t="t"/>
            <a:pathLst>
              <a:path extrusionOk="0" h="6361938" w="3958082">
                <a:moveTo>
                  <a:pt x="0" y="0"/>
                </a:moveTo>
                <a:lnTo>
                  <a:pt x="3958082" y="0"/>
                </a:lnTo>
                <a:lnTo>
                  <a:pt x="3958082" y="6361938"/>
                </a:lnTo>
                <a:lnTo>
                  <a:pt x="0" y="6361938"/>
                </a:lnTo>
                <a:lnTo>
                  <a:pt x="0" y="0"/>
                </a:lnTo>
                <a:close/>
              </a:path>
            </a:pathLst>
          </a:custGeom>
          <a:blipFill rotWithShape="1">
            <a:blip r:embed="rId3">
              <a:alphaModFix/>
            </a:blip>
            <a:stretch>
              <a:fillRect b="0" l="-72446" r="-72446" t="0"/>
            </a:stretch>
          </a:blipFill>
          <a:ln>
            <a:noFill/>
          </a:ln>
        </p:spPr>
      </p:sp>
      <p:sp>
        <p:nvSpPr>
          <p:cNvPr id="738" name="Google Shape;738;p35"/>
          <p:cNvSpPr/>
          <p:nvPr/>
        </p:nvSpPr>
        <p:spPr>
          <a:xfrm rot="-266862">
            <a:off x="9161431" y="2654384"/>
            <a:ext cx="5990463" cy="5839587"/>
          </a:xfrm>
          <a:custGeom>
            <a:rect b="b" l="l" r="r" t="t"/>
            <a:pathLst>
              <a:path extrusionOk="0" h="7786116" w="7987284">
                <a:moveTo>
                  <a:pt x="0" y="0"/>
                </a:moveTo>
                <a:lnTo>
                  <a:pt x="7987284" y="0"/>
                </a:lnTo>
                <a:lnTo>
                  <a:pt x="7987284" y="7786116"/>
                </a:lnTo>
                <a:lnTo>
                  <a:pt x="0" y="7786116"/>
                </a:lnTo>
                <a:lnTo>
                  <a:pt x="0" y="0"/>
                </a:lnTo>
                <a:close/>
              </a:path>
            </a:pathLst>
          </a:custGeom>
          <a:blipFill rotWithShape="1">
            <a:blip r:embed="rId4">
              <a:alphaModFix/>
            </a:blip>
            <a:stretch>
              <a:fillRect b="-22443" l="0" r="0" t="-22444"/>
            </a:stretch>
          </a:blipFill>
          <a:ln>
            <a:noFill/>
          </a:ln>
        </p:spPr>
      </p:sp>
      <p:sp>
        <p:nvSpPr>
          <p:cNvPr id="739" name="Google Shape;739;p35"/>
          <p:cNvSpPr/>
          <p:nvPr/>
        </p:nvSpPr>
        <p:spPr>
          <a:xfrm rot="141362">
            <a:off x="9516945" y="2355262"/>
            <a:ext cx="6185630" cy="6185630"/>
          </a:xfrm>
          <a:custGeom>
            <a:rect b="b" l="l" r="r" t="t"/>
            <a:pathLst>
              <a:path extrusionOk="0" h="8247507" w="8247507">
                <a:moveTo>
                  <a:pt x="0" y="0"/>
                </a:moveTo>
                <a:lnTo>
                  <a:pt x="8247507" y="0"/>
                </a:lnTo>
                <a:lnTo>
                  <a:pt x="8247507" y="8247507"/>
                </a:lnTo>
                <a:lnTo>
                  <a:pt x="0" y="8247507"/>
                </a:lnTo>
                <a:lnTo>
                  <a:pt x="0" y="0"/>
                </a:lnTo>
                <a:close/>
              </a:path>
            </a:pathLst>
          </a:custGeom>
          <a:blipFill rotWithShape="1">
            <a:blip r:embed="rId5">
              <a:alphaModFix/>
            </a:blip>
            <a:stretch>
              <a:fillRect b="0" l="0" r="0" t="0"/>
            </a:stretch>
          </a:blipFill>
          <a:ln>
            <a:noFill/>
          </a:ln>
        </p:spPr>
      </p:sp>
      <p:sp>
        <p:nvSpPr>
          <p:cNvPr id="740" name="Google Shape;740;p35"/>
          <p:cNvSpPr/>
          <p:nvPr/>
        </p:nvSpPr>
        <p:spPr>
          <a:xfrm rot="10472255">
            <a:off x="15552842" y="-1626396"/>
            <a:ext cx="5396484" cy="4114800"/>
          </a:xfrm>
          <a:custGeom>
            <a:rect b="b" l="l" r="r" t="t"/>
            <a:pathLst>
              <a:path extrusionOk="0" h="5486400" w="7195312">
                <a:moveTo>
                  <a:pt x="0" y="0"/>
                </a:moveTo>
                <a:lnTo>
                  <a:pt x="7195312" y="0"/>
                </a:lnTo>
                <a:lnTo>
                  <a:pt x="7195312" y="5486400"/>
                </a:lnTo>
                <a:lnTo>
                  <a:pt x="0" y="5486400"/>
                </a:lnTo>
                <a:lnTo>
                  <a:pt x="0" y="0"/>
                </a:lnTo>
                <a:close/>
              </a:path>
            </a:pathLst>
          </a:custGeom>
          <a:blipFill rotWithShape="1">
            <a:blip r:embed="rId6">
              <a:alphaModFix/>
            </a:blip>
            <a:stretch>
              <a:fillRect b="0" l="-7" r="-6" t="0"/>
            </a:stretch>
          </a:blipFill>
          <a:ln>
            <a:noFill/>
          </a:ln>
        </p:spPr>
      </p:sp>
      <p:sp>
        <p:nvSpPr>
          <p:cNvPr id="741" name="Google Shape;741;p35"/>
          <p:cNvSpPr/>
          <p:nvPr/>
        </p:nvSpPr>
        <p:spPr>
          <a:xfrm rot="-7239578">
            <a:off x="-916156" y="-1028700"/>
            <a:ext cx="2227135" cy="4114800"/>
          </a:xfrm>
          <a:custGeom>
            <a:rect b="b" l="l" r="r" t="t"/>
            <a:pathLst>
              <a:path extrusionOk="0" h="5486400" w="2969514">
                <a:moveTo>
                  <a:pt x="0" y="0"/>
                </a:moveTo>
                <a:lnTo>
                  <a:pt x="2969514" y="0"/>
                </a:lnTo>
                <a:lnTo>
                  <a:pt x="2969514" y="5486400"/>
                </a:lnTo>
                <a:lnTo>
                  <a:pt x="0" y="5486400"/>
                </a:lnTo>
                <a:lnTo>
                  <a:pt x="0" y="0"/>
                </a:lnTo>
                <a:close/>
              </a:path>
            </a:pathLst>
          </a:custGeom>
          <a:blipFill rotWithShape="1">
            <a:blip r:embed="rId7">
              <a:alphaModFix/>
            </a:blip>
            <a:stretch>
              <a:fillRect b="-23" l="0" r="0" t="-22"/>
            </a:stretch>
          </a:blipFill>
          <a:ln>
            <a:noFill/>
          </a:ln>
        </p:spPr>
      </p:sp>
      <p:sp>
        <p:nvSpPr>
          <p:cNvPr id="742" name="Google Shape;742;p35"/>
          <p:cNvSpPr/>
          <p:nvPr/>
        </p:nvSpPr>
        <p:spPr>
          <a:xfrm rot="10252938">
            <a:off x="8709959" y="-1552088"/>
            <a:ext cx="4257960" cy="2458974"/>
          </a:xfrm>
          <a:custGeom>
            <a:rect b="b" l="l" r="r" t="t"/>
            <a:pathLst>
              <a:path extrusionOk="0" h="3278632" w="5677281">
                <a:moveTo>
                  <a:pt x="0" y="0"/>
                </a:moveTo>
                <a:lnTo>
                  <a:pt x="5677281" y="0"/>
                </a:lnTo>
                <a:lnTo>
                  <a:pt x="5677281" y="3278632"/>
                </a:lnTo>
                <a:lnTo>
                  <a:pt x="0" y="3278632"/>
                </a:lnTo>
                <a:lnTo>
                  <a:pt x="0" y="0"/>
                </a:lnTo>
                <a:close/>
              </a:path>
            </a:pathLst>
          </a:custGeom>
          <a:blipFill rotWithShape="1">
            <a:blip r:embed="rId8">
              <a:alphaModFix/>
            </a:blip>
            <a:stretch>
              <a:fillRect b="0" l="-49" r="-48" t="0"/>
            </a:stretch>
          </a:blipFill>
          <a:ln>
            <a:noFill/>
          </a:ln>
        </p:spPr>
      </p:sp>
      <p:sp>
        <p:nvSpPr>
          <p:cNvPr id="743" name="Google Shape;743;p35"/>
          <p:cNvSpPr/>
          <p:nvPr/>
        </p:nvSpPr>
        <p:spPr>
          <a:xfrm rot="5947534">
            <a:off x="3555012" y="-2929516"/>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9">
              <a:alphaModFix/>
            </a:blip>
            <a:stretch>
              <a:fillRect b="0" l="-25" r="-24" t="0"/>
            </a:stretch>
          </a:blipFill>
          <a:ln>
            <a:noFill/>
          </a:ln>
        </p:spPr>
      </p:sp>
      <p:sp>
        <p:nvSpPr>
          <p:cNvPr id="744" name="Google Shape;744;p35"/>
          <p:cNvSpPr/>
          <p:nvPr/>
        </p:nvSpPr>
        <p:spPr>
          <a:xfrm>
            <a:off x="-1476562" y="7799941"/>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9">
              <a:alphaModFix/>
            </a:blip>
            <a:stretch>
              <a:fillRect b="0" l="-25" r="-24" t="0"/>
            </a:stretch>
          </a:blipFill>
          <a:ln>
            <a:noFill/>
          </a:ln>
        </p:spPr>
      </p:sp>
      <p:sp>
        <p:nvSpPr>
          <p:cNvPr id="745" name="Google Shape;745;p35"/>
          <p:cNvSpPr/>
          <p:nvPr/>
        </p:nvSpPr>
        <p:spPr>
          <a:xfrm rot="-9994124">
            <a:off x="4019770" y="9355537"/>
            <a:ext cx="5875687" cy="3238976"/>
          </a:xfrm>
          <a:custGeom>
            <a:rect b="b" l="l" r="r" t="t"/>
            <a:pathLst>
              <a:path extrusionOk="0" h="4318635" w="7834249">
                <a:moveTo>
                  <a:pt x="0" y="0"/>
                </a:moveTo>
                <a:lnTo>
                  <a:pt x="7834249" y="0"/>
                </a:lnTo>
                <a:lnTo>
                  <a:pt x="7834249" y="4318635"/>
                </a:lnTo>
                <a:lnTo>
                  <a:pt x="0" y="4318635"/>
                </a:lnTo>
                <a:lnTo>
                  <a:pt x="0" y="0"/>
                </a:lnTo>
                <a:close/>
              </a:path>
            </a:pathLst>
          </a:custGeom>
          <a:blipFill rotWithShape="1">
            <a:blip r:embed="rId10">
              <a:alphaModFix/>
            </a:blip>
            <a:stretch>
              <a:fillRect b="-1" l="0" r="0" t="-1"/>
            </a:stretch>
          </a:blipFill>
          <a:ln>
            <a:noFill/>
          </a:ln>
        </p:spPr>
      </p:sp>
      <p:sp>
        <p:nvSpPr>
          <p:cNvPr id="746" name="Google Shape;746;p35"/>
          <p:cNvSpPr/>
          <p:nvPr/>
        </p:nvSpPr>
        <p:spPr>
          <a:xfrm rot="-5400000">
            <a:off x="16377281" y="7799929"/>
            <a:ext cx="5396484" cy="4114800"/>
          </a:xfrm>
          <a:custGeom>
            <a:rect b="b" l="l" r="r" t="t"/>
            <a:pathLst>
              <a:path extrusionOk="0" h="5486400" w="7195312">
                <a:moveTo>
                  <a:pt x="0" y="0"/>
                </a:moveTo>
                <a:lnTo>
                  <a:pt x="7195312" y="0"/>
                </a:lnTo>
                <a:lnTo>
                  <a:pt x="7195312" y="5486400"/>
                </a:lnTo>
                <a:lnTo>
                  <a:pt x="0" y="5486400"/>
                </a:lnTo>
                <a:lnTo>
                  <a:pt x="0" y="0"/>
                </a:lnTo>
                <a:close/>
              </a:path>
            </a:pathLst>
          </a:custGeom>
          <a:blipFill rotWithShape="1">
            <a:blip r:embed="rId6">
              <a:alphaModFix/>
            </a:blip>
            <a:stretch>
              <a:fillRect b="0" l="-7" r="-6" t="0"/>
            </a:stretch>
          </a:blipFill>
          <a:ln>
            <a:noFill/>
          </a:ln>
        </p:spPr>
      </p:sp>
      <p:sp>
        <p:nvSpPr>
          <p:cNvPr id="747" name="Google Shape;747;p35"/>
          <p:cNvSpPr/>
          <p:nvPr/>
        </p:nvSpPr>
        <p:spPr>
          <a:xfrm rot="353451">
            <a:off x="11564385" y="2069334"/>
            <a:ext cx="2197418" cy="723138"/>
          </a:xfrm>
          <a:custGeom>
            <a:rect b="b" l="l" r="r" t="t"/>
            <a:pathLst>
              <a:path extrusionOk="0" h="964184" w="2929890">
                <a:moveTo>
                  <a:pt x="0" y="0"/>
                </a:moveTo>
                <a:lnTo>
                  <a:pt x="2929890" y="0"/>
                </a:lnTo>
                <a:lnTo>
                  <a:pt x="2929890" y="964184"/>
                </a:lnTo>
                <a:lnTo>
                  <a:pt x="0" y="964184"/>
                </a:lnTo>
                <a:lnTo>
                  <a:pt x="0" y="0"/>
                </a:lnTo>
                <a:close/>
              </a:path>
            </a:pathLst>
          </a:custGeom>
          <a:blipFill rotWithShape="1">
            <a:blip r:embed="rId11">
              <a:alphaModFix/>
            </a:blip>
            <a:stretch>
              <a:fillRect b="0" l="-60" r="-58" t="0"/>
            </a:stretch>
          </a:blipFill>
          <a:ln>
            <a:noFill/>
          </a:ln>
        </p:spPr>
      </p:sp>
      <p:sp>
        <p:nvSpPr>
          <p:cNvPr id="748" name="Google Shape;748;p35"/>
          <p:cNvSpPr/>
          <p:nvPr/>
        </p:nvSpPr>
        <p:spPr>
          <a:xfrm>
            <a:off x="1501525" y="2230733"/>
            <a:ext cx="5984653" cy="6004084"/>
          </a:xfrm>
          <a:custGeom>
            <a:rect b="b" l="l" r="r" t="t"/>
            <a:pathLst>
              <a:path extrusionOk="0" h="8005445" w="7979537">
                <a:moveTo>
                  <a:pt x="0" y="0"/>
                </a:moveTo>
                <a:lnTo>
                  <a:pt x="7979537" y="0"/>
                </a:lnTo>
                <a:lnTo>
                  <a:pt x="7979537" y="8005445"/>
                </a:lnTo>
                <a:lnTo>
                  <a:pt x="0" y="8005445"/>
                </a:lnTo>
                <a:lnTo>
                  <a:pt x="0" y="0"/>
                </a:lnTo>
                <a:close/>
              </a:path>
            </a:pathLst>
          </a:custGeom>
          <a:blipFill rotWithShape="1">
            <a:blip r:embed="rId12">
              <a:alphaModFix/>
            </a:blip>
            <a:stretch>
              <a:fillRect b="0" l="0" r="0" t="0"/>
            </a:stretch>
          </a:blipFill>
          <a:ln>
            <a:noFill/>
          </a:ln>
        </p:spPr>
      </p:sp>
      <p:sp>
        <p:nvSpPr>
          <p:cNvPr id="749" name="Google Shape;749;p35"/>
          <p:cNvSpPr txBox="1"/>
          <p:nvPr/>
        </p:nvSpPr>
        <p:spPr>
          <a:xfrm rot="146692">
            <a:off x="11274792" y="2950551"/>
            <a:ext cx="2789167" cy="1132205"/>
          </a:xfrm>
          <a:prstGeom prst="rect">
            <a:avLst/>
          </a:prstGeom>
          <a:noFill/>
          <a:ln>
            <a:noFill/>
          </a:ln>
        </p:spPr>
        <p:txBody>
          <a:bodyPr anchorCtr="0" anchor="t" bIns="0" lIns="0" spcFirstLastPara="1" rIns="0" wrap="square" tIns="0">
            <a:spAutoFit/>
          </a:bodyPr>
          <a:lstStyle/>
          <a:p>
            <a:pPr indent="0" lvl="0" marL="0" marR="0" rtl="0" algn="ctr">
              <a:lnSpc>
                <a:spcPct val="134412"/>
              </a:lnSpc>
              <a:spcBef>
                <a:spcPts val="0"/>
              </a:spcBef>
              <a:spcAft>
                <a:spcPts val="0"/>
              </a:spcAft>
              <a:buNone/>
            </a:pPr>
            <a:r>
              <a:rPr b="1" i="0" lang="en-US" sz="5498" u="none" cap="none" strike="noStrike">
                <a:solidFill>
                  <a:srgbClr val="000000"/>
                </a:solidFill>
                <a:latin typeface="Arial"/>
                <a:ea typeface="Arial"/>
                <a:cs typeface="Arial"/>
                <a:sym typeface="Arial"/>
              </a:rPr>
              <a:t>Unicast</a:t>
            </a:r>
            <a:endParaRPr/>
          </a:p>
        </p:txBody>
      </p:sp>
      <p:sp>
        <p:nvSpPr>
          <p:cNvPr id="750" name="Google Shape;750;p35"/>
          <p:cNvSpPr txBox="1"/>
          <p:nvPr/>
        </p:nvSpPr>
        <p:spPr>
          <a:xfrm rot="121476">
            <a:off x="10067169" y="4683841"/>
            <a:ext cx="5087202" cy="2221072"/>
          </a:xfrm>
          <a:prstGeom prst="rect">
            <a:avLst/>
          </a:prstGeom>
          <a:noFill/>
          <a:ln>
            <a:noFill/>
          </a:ln>
        </p:spPr>
        <p:txBody>
          <a:bodyPr anchorCtr="0" anchor="t" bIns="0" lIns="0" spcFirstLastPara="1" rIns="0" wrap="square" tIns="0">
            <a:spAutoFit/>
          </a:bodyPr>
          <a:lstStyle/>
          <a:p>
            <a:pPr indent="-215895" lvl="2" marL="647684" marR="0" rtl="0" algn="l">
              <a:lnSpc>
                <a:spcPct val="143981"/>
              </a:lnSpc>
              <a:spcBef>
                <a:spcPts val="0"/>
              </a:spcBef>
              <a:spcAft>
                <a:spcPts val="0"/>
              </a:spcAft>
              <a:buClr>
                <a:srgbClr val="000000"/>
              </a:buClr>
              <a:buSzPts val="2833"/>
              <a:buFont typeface="Arial"/>
              <a:buChar char="⚬"/>
            </a:pPr>
            <a:r>
              <a:rPr b="0" i="0" lang="en-US" sz="2833" u="none" cap="none" strike="noStrike">
                <a:solidFill>
                  <a:srgbClr val="000000"/>
                </a:solidFill>
                <a:latin typeface="DM Sans"/>
                <a:ea typeface="DM Sans"/>
                <a:cs typeface="DM Sans"/>
                <a:sym typeface="DM Sans"/>
              </a:rPr>
              <a:t>Es un patrón de mensaje uno-a-uno, que hace referencia a que solo hay un destinatario para el mensaje.</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CD46"/>
        </a:solidFill>
      </p:bgPr>
    </p:bg>
    <p:spTree>
      <p:nvGrpSpPr>
        <p:cNvPr id="758" name="Shape 758"/>
        <p:cNvGrpSpPr/>
        <p:nvPr/>
      </p:nvGrpSpPr>
      <p:grpSpPr>
        <a:xfrm>
          <a:off x="0" y="0"/>
          <a:ext cx="0" cy="0"/>
          <a:chOff x="0" y="0"/>
          <a:chExt cx="0" cy="0"/>
        </a:xfrm>
      </p:grpSpPr>
      <p:sp>
        <p:nvSpPr>
          <p:cNvPr id="759" name="Google Shape;759;p36"/>
          <p:cNvSpPr/>
          <p:nvPr/>
        </p:nvSpPr>
        <p:spPr>
          <a:xfrm rot="549959">
            <a:off x="13155157" y="3870133"/>
            <a:ext cx="2968561" cy="4771453"/>
          </a:xfrm>
          <a:custGeom>
            <a:rect b="b" l="l" r="r" t="t"/>
            <a:pathLst>
              <a:path extrusionOk="0" h="6361938" w="3958082">
                <a:moveTo>
                  <a:pt x="0" y="0"/>
                </a:moveTo>
                <a:lnTo>
                  <a:pt x="3958082" y="0"/>
                </a:lnTo>
                <a:lnTo>
                  <a:pt x="3958082" y="6361938"/>
                </a:lnTo>
                <a:lnTo>
                  <a:pt x="0" y="6361938"/>
                </a:lnTo>
                <a:lnTo>
                  <a:pt x="0" y="0"/>
                </a:lnTo>
                <a:close/>
              </a:path>
            </a:pathLst>
          </a:custGeom>
          <a:blipFill rotWithShape="1">
            <a:blip r:embed="rId3">
              <a:alphaModFix/>
            </a:blip>
            <a:stretch>
              <a:fillRect b="0" l="-72446" r="-72446" t="0"/>
            </a:stretch>
          </a:blipFill>
          <a:ln>
            <a:noFill/>
          </a:ln>
        </p:spPr>
      </p:sp>
      <p:sp>
        <p:nvSpPr>
          <p:cNvPr id="760" name="Google Shape;760;p36"/>
          <p:cNvSpPr/>
          <p:nvPr/>
        </p:nvSpPr>
        <p:spPr>
          <a:xfrm rot="-266862">
            <a:off x="9161431" y="2654384"/>
            <a:ext cx="5990463" cy="5839587"/>
          </a:xfrm>
          <a:custGeom>
            <a:rect b="b" l="l" r="r" t="t"/>
            <a:pathLst>
              <a:path extrusionOk="0" h="7786116" w="7987284">
                <a:moveTo>
                  <a:pt x="0" y="0"/>
                </a:moveTo>
                <a:lnTo>
                  <a:pt x="7987284" y="0"/>
                </a:lnTo>
                <a:lnTo>
                  <a:pt x="7987284" y="7786116"/>
                </a:lnTo>
                <a:lnTo>
                  <a:pt x="0" y="7786116"/>
                </a:lnTo>
                <a:lnTo>
                  <a:pt x="0" y="0"/>
                </a:lnTo>
                <a:close/>
              </a:path>
            </a:pathLst>
          </a:custGeom>
          <a:blipFill rotWithShape="1">
            <a:blip r:embed="rId4">
              <a:alphaModFix/>
            </a:blip>
            <a:stretch>
              <a:fillRect b="-22443" l="0" r="0" t="-22444"/>
            </a:stretch>
          </a:blipFill>
          <a:ln>
            <a:noFill/>
          </a:ln>
        </p:spPr>
      </p:sp>
      <p:sp>
        <p:nvSpPr>
          <p:cNvPr id="761" name="Google Shape;761;p36"/>
          <p:cNvSpPr/>
          <p:nvPr/>
        </p:nvSpPr>
        <p:spPr>
          <a:xfrm rot="141362">
            <a:off x="9516945" y="2355262"/>
            <a:ext cx="6185630" cy="6185630"/>
          </a:xfrm>
          <a:custGeom>
            <a:rect b="b" l="l" r="r" t="t"/>
            <a:pathLst>
              <a:path extrusionOk="0" h="8247507" w="8247507">
                <a:moveTo>
                  <a:pt x="0" y="0"/>
                </a:moveTo>
                <a:lnTo>
                  <a:pt x="8247507" y="0"/>
                </a:lnTo>
                <a:lnTo>
                  <a:pt x="8247507" y="8247507"/>
                </a:lnTo>
                <a:lnTo>
                  <a:pt x="0" y="8247507"/>
                </a:lnTo>
                <a:lnTo>
                  <a:pt x="0" y="0"/>
                </a:lnTo>
                <a:close/>
              </a:path>
            </a:pathLst>
          </a:custGeom>
          <a:blipFill rotWithShape="1">
            <a:blip r:embed="rId5">
              <a:alphaModFix/>
            </a:blip>
            <a:stretch>
              <a:fillRect b="0" l="0" r="0" t="0"/>
            </a:stretch>
          </a:blipFill>
          <a:ln>
            <a:noFill/>
          </a:ln>
        </p:spPr>
      </p:sp>
      <p:sp>
        <p:nvSpPr>
          <p:cNvPr id="762" name="Google Shape;762;p36"/>
          <p:cNvSpPr/>
          <p:nvPr/>
        </p:nvSpPr>
        <p:spPr>
          <a:xfrm rot="10472255">
            <a:off x="15552842" y="-1626396"/>
            <a:ext cx="5396484" cy="4114800"/>
          </a:xfrm>
          <a:custGeom>
            <a:rect b="b" l="l" r="r" t="t"/>
            <a:pathLst>
              <a:path extrusionOk="0" h="5486400" w="7195312">
                <a:moveTo>
                  <a:pt x="0" y="0"/>
                </a:moveTo>
                <a:lnTo>
                  <a:pt x="7195312" y="0"/>
                </a:lnTo>
                <a:lnTo>
                  <a:pt x="7195312" y="5486400"/>
                </a:lnTo>
                <a:lnTo>
                  <a:pt x="0" y="5486400"/>
                </a:lnTo>
                <a:lnTo>
                  <a:pt x="0" y="0"/>
                </a:lnTo>
                <a:close/>
              </a:path>
            </a:pathLst>
          </a:custGeom>
          <a:blipFill rotWithShape="1">
            <a:blip r:embed="rId6">
              <a:alphaModFix/>
            </a:blip>
            <a:stretch>
              <a:fillRect b="0" l="-7" r="-6" t="0"/>
            </a:stretch>
          </a:blipFill>
          <a:ln>
            <a:noFill/>
          </a:ln>
        </p:spPr>
      </p:sp>
      <p:sp>
        <p:nvSpPr>
          <p:cNvPr id="763" name="Google Shape;763;p36"/>
          <p:cNvSpPr/>
          <p:nvPr/>
        </p:nvSpPr>
        <p:spPr>
          <a:xfrm rot="-7239578">
            <a:off x="-916156" y="-1028700"/>
            <a:ext cx="2227135" cy="4114800"/>
          </a:xfrm>
          <a:custGeom>
            <a:rect b="b" l="l" r="r" t="t"/>
            <a:pathLst>
              <a:path extrusionOk="0" h="5486400" w="2969514">
                <a:moveTo>
                  <a:pt x="0" y="0"/>
                </a:moveTo>
                <a:lnTo>
                  <a:pt x="2969514" y="0"/>
                </a:lnTo>
                <a:lnTo>
                  <a:pt x="2969514" y="5486400"/>
                </a:lnTo>
                <a:lnTo>
                  <a:pt x="0" y="5486400"/>
                </a:lnTo>
                <a:lnTo>
                  <a:pt x="0" y="0"/>
                </a:lnTo>
                <a:close/>
              </a:path>
            </a:pathLst>
          </a:custGeom>
          <a:blipFill rotWithShape="1">
            <a:blip r:embed="rId7">
              <a:alphaModFix/>
            </a:blip>
            <a:stretch>
              <a:fillRect b="-23" l="0" r="0" t="-22"/>
            </a:stretch>
          </a:blipFill>
          <a:ln>
            <a:noFill/>
          </a:ln>
        </p:spPr>
      </p:sp>
      <p:sp>
        <p:nvSpPr>
          <p:cNvPr id="764" name="Google Shape;764;p36"/>
          <p:cNvSpPr/>
          <p:nvPr/>
        </p:nvSpPr>
        <p:spPr>
          <a:xfrm rot="10252938">
            <a:off x="8709959" y="-1552088"/>
            <a:ext cx="4257960" cy="2458974"/>
          </a:xfrm>
          <a:custGeom>
            <a:rect b="b" l="l" r="r" t="t"/>
            <a:pathLst>
              <a:path extrusionOk="0" h="3278632" w="5677281">
                <a:moveTo>
                  <a:pt x="0" y="0"/>
                </a:moveTo>
                <a:lnTo>
                  <a:pt x="5677281" y="0"/>
                </a:lnTo>
                <a:lnTo>
                  <a:pt x="5677281" y="3278632"/>
                </a:lnTo>
                <a:lnTo>
                  <a:pt x="0" y="3278632"/>
                </a:lnTo>
                <a:lnTo>
                  <a:pt x="0" y="0"/>
                </a:lnTo>
                <a:close/>
              </a:path>
            </a:pathLst>
          </a:custGeom>
          <a:blipFill rotWithShape="1">
            <a:blip r:embed="rId8">
              <a:alphaModFix/>
            </a:blip>
            <a:stretch>
              <a:fillRect b="0" l="-49" r="-48" t="0"/>
            </a:stretch>
          </a:blipFill>
          <a:ln>
            <a:noFill/>
          </a:ln>
        </p:spPr>
      </p:sp>
      <p:sp>
        <p:nvSpPr>
          <p:cNvPr id="765" name="Google Shape;765;p36"/>
          <p:cNvSpPr/>
          <p:nvPr/>
        </p:nvSpPr>
        <p:spPr>
          <a:xfrm rot="5947534">
            <a:off x="3555012" y="-2929516"/>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9">
              <a:alphaModFix/>
            </a:blip>
            <a:stretch>
              <a:fillRect b="0" l="-25" r="-24" t="0"/>
            </a:stretch>
          </a:blipFill>
          <a:ln>
            <a:noFill/>
          </a:ln>
        </p:spPr>
      </p:sp>
      <p:sp>
        <p:nvSpPr>
          <p:cNvPr id="766" name="Google Shape;766;p36"/>
          <p:cNvSpPr/>
          <p:nvPr/>
        </p:nvSpPr>
        <p:spPr>
          <a:xfrm>
            <a:off x="-1476562" y="7799941"/>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9">
              <a:alphaModFix/>
            </a:blip>
            <a:stretch>
              <a:fillRect b="0" l="-25" r="-24" t="0"/>
            </a:stretch>
          </a:blipFill>
          <a:ln>
            <a:noFill/>
          </a:ln>
        </p:spPr>
      </p:sp>
      <p:sp>
        <p:nvSpPr>
          <p:cNvPr id="767" name="Google Shape;767;p36"/>
          <p:cNvSpPr/>
          <p:nvPr/>
        </p:nvSpPr>
        <p:spPr>
          <a:xfrm rot="-9994124">
            <a:off x="4019770" y="9355537"/>
            <a:ext cx="5875687" cy="3238976"/>
          </a:xfrm>
          <a:custGeom>
            <a:rect b="b" l="l" r="r" t="t"/>
            <a:pathLst>
              <a:path extrusionOk="0" h="4318635" w="7834249">
                <a:moveTo>
                  <a:pt x="0" y="0"/>
                </a:moveTo>
                <a:lnTo>
                  <a:pt x="7834249" y="0"/>
                </a:lnTo>
                <a:lnTo>
                  <a:pt x="7834249" y="4318635"/>
                </a:lnTo>
                <a:lnTo>
                  <a:pt x="0" y="4318635"/>
                </a:lnTo>
                <a:lnTo>
                  <a:pt x="0" y="0"/>
                </a:lnTo>
                <a:close/>
              </a:path>
            </a:pathLst>
          </a:custGeom>
          <a:blipFill rotWithShape="1">
            <a:blip r:embed="rId10">
              <a:alphaModFix/>
            </a:blip>
            <a:stretch>
              <a:fillRect b="-1" l="0" r="0" t="-1"/>
            </a:stretch>
          </a:blipFill>
          <a:ln>
            <a:noFill/>
          </a:ln>
        </p:spPr>
      </p:sp>
      <p:sp>
        <p:nvSpPr>
          <p:cNvPr id="768" name="Google Shape;768;p36"/>
          <p:cNvSpPr/>
          <p:nvPr/>
        </p:nvSpPr>
        <p:spPr>
          <a:xfrm rot="-5400000">
            <a:off x="16377281" y="7799929"/>
            <a:ext cx="5396484" cy="4114800"/>
          </a:xfrm>
          <a:custGeom>
            <a:rect b="b" l="l" r="r" t="t"/>
            <a:pathLst>
              <a:path extrusionOk="0" h="5486400" w="7195312">
                <a:moveTo>
                  <a:pt x="0" y="0"/>
                </a:moveTo>
                <a:lnTo>
                  <a:pt x="7195312" y="0"/>
                </a:lnTo>
                <a:lnTo>
                  <a:pt x="7195312" y="5486400"/>
                </a:lnTo>
                <a:lnTo>
                  <a:pt x="0" y="5486400"/>
                </a:lnTo>
                <a:lnTo>
                  <a:pt x="0" y="0"/>
                </a:lnTo>
                <a:close/>
              </a:path>
            </a:pathLst>
          </a:custGeom>
          <a:blipFill rotWithShape="1">
            <a:blip r:embed="rId6">
              <a:alphaModFix/>
            </a:blip>
            <a:stretch>
              <a:fillRect b="0" l="-7" r="-6" t="0"/>
            </a:stretch>
          </a:blipFill>
          <a:ln>
            <a:noFill/>
          </a:ln>
        </p:spPr>
      </p:sp>
      <p:sp>
        <p:nvSpPr>
          <p:cNvPr id="769" name="Google Shape;769;p36"/>
          <p:cNvSpPr/>
          <p:nvPr/>
        </p:nvSpPr>
        <p:spPr>
          <a:xfrm rot="353451">
            <a:off x="11564385" y="2069334"/>
            <a:ext cx="2197418" cy="723138"/>
          </a:xfrm>
          <a:custGeom>
            <a:rect b="b" l="l" r="r" t="t"/>
            <a:pathLst>
              <a:path extrusionOk="0" h="964184" w="2929890">
                <a:moveTo>
                  <a:pt x="0" y="0"/>
                </a:moveTo>
                <a:lnTo>
                  <a:pt x="2929890" y="0"/>
                </a:lnTo>
                <a:lnTo>
                  <a:pt x="2929890" y="964184"/>
                </a:lnTo>
                <a:lnTo>
                  <a:pt x="0" y="964184"/>
                </a:lnTo>
                <a:lnTo>
                  <a:pt x="0" y="0"/>
                </a:lnTo>
                <a:close/>
              </a:path>
            </a:pathLst>
          </a:custGeom>
          <a:blipFill rotWithShape="1">
            <a:blip r:embed="rId11">
              <a:alphaModFix/>
            </a:blip>
            <a:stretch>
              <a:fillRect b="0" l="-60" r="-58" t="0"/>
            </a:stretch>
          </a:blipFill>
          <a:ln>
            <a:noFill/>
          </a:ln>
        </p:spPr>
      </p:sp>
      <p:sp>
        <p:nvSpPr>
          <p:cNvPr id="770" name="Google Shape;770;p36"/>
          <p:cNvSpPr/>
          <p:nvPr/>
        </p:nvSpPr>
        <p:spPr>
          <a:xfrm>
            <a:off x="1044891" y="2165554"/>
            <a:ext cx="6327553" cy="5955887"/>
          </a:xfrm>
          <a:custGeom>
            <a:rect b="b" l="l" r="r" t="t"/>
            <a:pathLst>
              <a:path extrusionOk="0" h="7941183" w="8436737">
                <a:moveTo>
                  <a:pt x="0" y="0"/>
                </a:moveTo>
                <a:lnTo>
                  <a:pt x="8436737" y="0"/>
                </a:lnTo>
                <a:lnTo>
                  <a:pt x="8436737" y="7941183"/>
                </a:lnTo>
                <a:lnTo>
                  <a:pt x="0" y="7941183"/>
                </a:lnTo>
                <a:lnTo>
                  <a:pt x="0" y="0"/>
                </a:lnTo>
                <a:close/>
              </a:path>
            </a:pathLst>
          </a:custGeom>
          <a:blipFill rotWithShape="1">
            <a:blip r:embed="rId12">
              <a:alphaModFix/>
            </a:blip>
            <a:stretch>
              <a:fillRect b="0" l="0" r="0" t="0"/>
            </a:stretch>
          </a:blipFill>
          <a:ln>
            <a:noFill/>
          </a:ln>
        </p:spPr>
      </p:sp>
      <p:sp>
        <p:nvSpPr>
          <p:cNvPr id="771" name="Google Shape;771;p36"/>
          <p:cNvSpPr txBox="1"/>
          <p:nvPr/>
        </p:nvSpPr>
        <p:spPr>
          <a:xfrm rot="146692">
            <a:off x="11069147" y="2950872"/>
            <a:ext cx="3215486" cy="1132205"/>
          </a:xfrm>
          <a:prstGeom prst="rect">
            <a:avLst/>
          </a:prstGeom>
          <a:noFill/>
          <a:ln>
            <a:noFill/>
          </a:ln>
        </p:spPr>
        <p:txBody>
          <a:bodyPr anchorCtr="0" anchor="t" bIns="0" lIns="0" spcFirstLastPara="1" rIns="0" wrap="square" tIns="0">
            <a:spAutoFit/>
          </a:bodyPr>
          <a:lstStyle/>
          <a:p>
            <a:pPr indent="0" lvl="0" marL="0" marR="0" rtl="0" algn="ctr">
              <a:lnSpc>
                <a:spcPct val="134412"/>
              </a:lnSpc>
              <a:spcBef>
                <a:spcPts val="0"/>
              </a:spcBef>
              <a:spcAft>
                <a:spcPts val="0"/>
              </a:spcAft>
              <a:buNone/>
            </a:pPr>
            <a:r>
              <a:rPr b="1" i="0" lang="en-US" sz="5498" u="none" cap="none" strike="noStrike">
                <a:solidFill>
                  <a:srgbClr val="000000"/>
                </a:solidFill>
                <a:latin typeface="Arial"/>
                <a:ea typeface="Arial"/>
                <a:cs typeface="Arial"/>
                <a:sym typeface="Arial"/>
              </a:rPr>
              <a:t>Multicast</a:t>
            </a:r>
            <a:endParaRPr/>
          </a:p>
        </p:txBody>
      </p:sp>
      <p:sp>
        <p:nvSpPr>
          <p:cNvPr id="772" name="Google Shape;772;p36"/>
          <p:cNvSpPr txBox="1"/>
          <p:nvPr/>
        </p:nvSpPr>
        <p:spPr>
          <a:xfrm rot="121476">
            <a:off x="10067169" y="4469100"/>
            <a:ext cx="5087202" cy="2650553"/>
          </a:xfrm>
          <a:prstGeom prst="rect">
            <a:avLst/>
          </a:prstGeom>
          <a:noFill/>
          <a:ln>
            <a:noFill/>
          </a:ln>
        </p:spPr>
        <p:txBody>
          <a:bodyPr anchorCtr="0" anchor="t" bIns="0" lIns="0" spcFirstLastPara="1" rIns="0" wrap="square" tIns="0">
            <a:spAutoFit/>
          </a:bodyPr>
          <a:lstStyle/>
          <a:p>
            <a:pPr indent="-215895" lvl="2" marL="647684" marR="0" rtl="0" algn="l">
              <a:lnSpc>
                <a:spcPct val="143981"/>
              </a:lnSpc>
              <a:spcBef>
                <a:spcPts val="0"/>
              </a:spcBef>
              <a:spcAft>
                <a:spcPts val="0"/>
              </a:spcAft>
              <a:buClr>
                <a:srgbClr val="000000"/>
              </a:buClr>
              <a:buSzPts val="2833"/>
              <a:buFont typeface="Arial"/>
              <a:buChar char="⚬"/>
            </a:pPr>
            <a:r>
              <a:rPr b="0" i="0" lang="en-US" sz="2833" u="none" cap="none" strike="noStrike">
                <a:solidFill>
                  <a:srgbClr val="000000"/>
                </a:solidFill>
                <a:latin typeface="DM Sans"/>
                <a:ea typeface="DM Sans"/>
                <a:cs typeface="DM Sans"/>
                <a:sym typeface="DM Sans"/>
              </a:rPr>
              <a:t>Patrón de mensajes uno-a-muchos, consiste en la entrega simultánea de un mismo mensaje a un grupo específico de hosts de destino.</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CD46"/>
        </a:solidFill>
      </p:bgPr>
    </p:bg>
    <p:spTree>
      <p:nvGrpSpPr>
        <p:cNvPr id="780" name="Shape 780"/>
        <p:cNvGrpSpPr/>
        <p:nvPr/>
      </p:nvGrpSpPr>
      <p:grpSpPr>
        <a:xfrm>
          <a:off x="0" y="0"/>
          <a:ext cx="0" cy="0"/>
          <a:chOff x="0" y="0"/>
          <a:chExt cx="0" cy="0"/>
        </a:xfrm>
      </p:grpSpPr>
      <p:sp>
        <p:nvSpPr>
          <p:cNvPr id="781" name="Google Shape;781;p37"/>
          <p:cNvSpPr/>
          <p:nvPr/>
        </p:nvSpPr>
        <p:spPr>
          <a:xfrm rot="549959">
            <a:off x="13155157" y="3870133"/>
            <a:ext cx="2968561" cy="4771453"/>
          </a:xfrm>
          <a:custGeom>
            <a:rect b="b" l="l" r="r" t="t"/>
            <a:pathLst>
              <a:path extrusionOk="0" h="6361938" w="3958082">
                <a:moveTo>
                  <a:pt x="0" y="0"/>
                </a:moveTo>
                <a:lnTo>
                  <a:pt x="3958082" y="0"/>
                </a:lnTo>
                <a:lnTo>
                  <a:pt x="3958082" y="6361938"/>
                </a:lnTo>
                <a:lnTo>
                  <a:pt x="0" y="6361938"/>
                </a:lnTo>
                <a:lnTo>
                  <a:pt x="0" y="0"/>
                </a:lnTo>
                <a:close/>
              </a:path>
            </a:pathLst>
          </a:custGeom>
          <a:blipFill rotWithShape="1">
            <a:blip r:embed="rId3">
              <a:alphaModFix/>
            </a:blip>
            <a:stretch>
              <a:fillRect b="0" l="-72446" r="-72446" t="0"/>
            </a:stretch>
          </a:blipFill>
          <a:ln>
            <a:noFill/>
          </a:ln>
        </p:spPr>
      </p:sp>
      <p:sp>
        <p:nvSpPr>
          <p:cNvPr id="782" name="Google Shape;782;p37"/>
          <p:cNvSpPr/>
          <p:nvPr/>
        </p:nvSpPr>
        <p:spPr>
          <a:xfrm rot="-266862">
            <a:off x="9161431" y="2654384"/>
            <a:ext cx="5990463" cy="5839587"/>
          </a:xfrm>
          <a:custGeom>
            <a:rect b="b" l="l" r="r" t="t"/>
            <a:pathLst>
              <a:path extrusionOk="0" h="7786116" w="7987284">
                <a:moveTo>
                  <a:pt x="0" y="0"/>
                </a:moveTo>
                <a:lnTo>
                  <a:pt x="7987284" y="0"/>
                </a:lnTo>
                <a:lnTo>
                  <a:pt x="7987284" y="7786116"/>
                </a:lnTo>
                <a:lnTo>
                  <a:pt x="0" y="7786116"/>
                </a:lnTo>
                <a:lnTo>
                  <a:pt x="0" y="0"/>
                </a:lnTo>
                <a:close/>
              </a:path>
            </a:pathLst>
          </a:custGeom>
          <a:blipFill rotWithShape="1">
            <a:blip r:embed="rId4">
              <a:alphaModFix/>
            </a:blip>
            <a:stretch>
              <a:fillRect b="-22443" l="0" r="0" t="-22444"/>
            </a:stretch>
          </a:blipFill>
          <a:ln>
            <a:noFill/>
          </a:ln>
        </p:spPr>
      </p:sp>
      <p:sp>
        <p:nvSpPr>
          <p:cNvPr id="783" name="Google Shape;783;p37"/>
          <p:cNvSpPr/>
          <p:nvPr/>
        </p:nvSpPr>
        <p:spPr>
          <a:xfrm rot="141362">
            <a:off x="9516945" y="2355262"/>
            <a:ext cx="6185630" cy="6185630"/>
          </a:xfrm>
          <a:custGeom>
            <a:rect b="b" l="l" r="r" t="t"/>
            <a:pathLst>
              <a:path extrusionOk="0" h="8247507" w="8247507">
                <a:moveTo>
                  <a:pt x="0" y="0"/>
                </a:moveTo>
                <a:lnTo>
                  <a:pt x="8247507" y="0"/>
                </a:lnTo>
                <a:lnTo>
                  <a:pt x="8247507" y="8247507"/>
                </a:lnTo>
                <a:lnTo>
                  <a:pt x="0" y="8247507"/>
                </a:lnTo>
                <a:lnTo>
                  <a:pt x="0" y="0"/>
                </a:lnTo>
                <a:close/>
              </a:path>
            </a:pathLst>
          </a:custGeom>
          <a:blipFill rotWithShape="1">
            <a:blip r:embed="rId5">
              <a:alphaModFix/>
            </a:blip>
            <a:stretch>
              <a:fillRect b="0" l="0" r="0" t="0"/>
            </a:stretch>
          </a:blipFill>
          <a:ln>
            <a:noFill/>
          </a:ln>
        </p:spPr>
      </p:sp>
      <p:sp>
        <p:nvSpPr>
          <p:cNvPr id="784" name="Google Shape;784;p37"/>
          <p:cNvSpPr/>
          <p:nvPr/>
        </p:nvSpPr>
        <p:spPr>
          <a:xfrm rot="10472255">
            <a:off x="15552842" y="-1626396"/>
            <a:ext cx="5396484" cy="4114800"/>
          </a:xfrm>
          <a:custGeom>
            <a:rect b="b" l="l" r="r" t="t"/>
            <a:pathLst>
              <a:path extrusionOk="0" h="5486400" w="7195312">
                <a:moveTo>
                  <a:pt x="0" y="0"/>
                </a:moveTo>
                <a:lnTo>
                  <a:pt x="7195312" y="0"/>
                </a:lnTo>
                <a:lnTo>
                  <a:pt x="7195312" y="5486400"/>
                </a:lnTo>
                <a:lnTo>
                  <a:pt x="0" y="5486400"/>
                </a:lnTo>
                <a:lnTo>
                  <a:pt x="0" y="0"/>
                </a:lnTo>
                <a:close/>
              </a:path>
            </a:pathLst>
          </a:custGeom>
          <a:blipFill rotWithShape="1">
            <a:blip r:embed="rId6">
              <a:alphaModFix/>
            </a:blip>
            <a:stretch>
              <a:fillRect b="0" l="-7" r="-6" t="0"/>
            </a:stretch>
          </a:blipFill>
          <a:ln>
            <a:noFill/>
          </a:ln>
        </p:spPr>
      </p:sp>
      <p:sp>
        <p:nvSpPr>
          <p:cNvPr id="785" name="Google Shape;785;p37"/>
          <p:cNvSpPr/>
          <p:nvPr/>
        </p:nvSpPr>
        <p:spPr>
          <a:xfrm rot="-7239578">
            <a:off x="-916156" y="-1028700"/>
            <a:ext cx="2227135" cy="4114800"/>
          </a:xfrm>
          <a:custGeom>
            <a:rect b="b" l="l" r="r" t="t"/>
            <a:pathLst>
              <a:path extrusionOk="0" h="5486400" w="2969514">
                <a:moveTo>
                  <a:pt x="0" y="0"/>
                </a:moveTo>
                <a:lnTo>
                  <a:pt x="2969514" y="0"/>
                </a:lnTo>
                <a:lnTo>
                  <a:pt x="2969514" y="5486400"/>
                </a:lnTo>
                <a:lnTo>
                  <a:pt x="0" y="5486400"/>
                </a:lnTo>
                <a:lnTo>
                  <a:pt x="0" y="0"/>
                </a:lnTo>
                <a:close/>
              </a:path>
            </a:pathLst>
          </a:custGeom>
          <a:blipFill rotWithShape="1">
            <a:blip r:embed="rId7">
              <a:alphaModFix/>
            </a:blip>
            <a:stretch>
              <a:fillRect b="-23" l="0" r="0" t="-22"/>
            </a:stretch>
          </a:blipFill>
          <a:ln>
            <a:noFill/>
          </a:ln>
        </p:spPr>
      </p:sp>
      <p:sp>
        <p:nvSpPr>
          <p:cNvPr id="786" name="Google Shape;786;p37"/>
          <p:cNvSpPr/>
          <p:nvPr/>
        </p:nvSpPr>
        <p:spPr>
          <a:xfrm rot="10252938">
            <a:off x="8709959" y="-1552088"/>
            <a:ext cx="4257960" cy="2458974"/>
          </a:xfrm>
          <a:custGeom>
            <a:rect b="b" l="l" r="r" t="t"/>
            <a:pathLst>
              <a:path extrusionOk="0" h="3278632" w="5677281">
                <a:moveTo>
                  <a:pt x="0" y="0"/>
                </a:moveTo>
                <a:lnTo>
                  <a:pt x="5677281" y="0"/>
                </a:lnTo>
                <a:lnTo>
                  <a:pt x="5677281" y="3278632"/>
                </a:lnTo>
                <a:lnTo>
                  <a:pt x="0" y="3278632"/>
                </a:lnTo>
                <a:lnTo>
                  <a:pt x="0" y="0"/>
                </a:lnTo>
                <a:close/>
              </a:path>
            </a:pathLst>
          </a:custGeom>
          <a:blipFill rotWithShape="1">
            <a:blip r:embed="rId8">
              <a:alphaModFix/>
            </a:blip>
            <a:stretch>
              <a:fillRect b="0" l="-49" r="-48" t="0"/>
            </a:stretch>
          </a:blipFill>
          <a:ln>
            <a:noFill/>
          </a:ln>
        </p:spPr>
      </p:sp>
      <p:sp>
        <p:nvSpPr>
          <p:cNvPr id="787" name="Google Shape;787;p37"/>
          <p:cNvSpPr/>
          <p:nvPr/>
        </p:nvSpPr>
        <p:spPr>
          <a:xfrm rot="5947534">
            <a:off x="3555012" y="-2929516"/>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9">
              <a:alphaModFix/>
            </a:blip>
            <a:stretch>
              <a:fillRect b="0" l="-25" r="-24" t="0"/>
            </a:stretch>
          </a:blipFill>
          <a:ln>
            <a:noFill/>
          </a:ln>
        </p:spPr>
      </p:sp>
      <p:sp>
        <p:nvSpPr>
          <p:cNvPr id="788" name="Google Shape;788;p37"/>
          <p:cNvSpPr/>
          <p:nvPr/>
        </p:nvSpPr>
        <p:spPr>
          <a:xfrm>
            <a:off x="-1476562" y="7799941"/>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9">
              <a:alphaModFix/>
            </a:blip>
            <a:stretch>
              <a:fillRect b="0" l="-25" r="-24" t="0"/>
            </a:stretch>
          </a:blipFill>
          <a:ln>
            <a:noFill/>
          </a:ln>
        </p:spPr>
      </p:sp>
      <p:sp>
        <p:nvSpPr>
          <p:cNvPr id="789" name="Google Shape;789;p37"/>
          <p:cNvSpPr/>
          <p:nvPr/>
        </p:nvSpPr>
        <p:spPr>
          <a:xfrm rot="-9994124">
            <a:off x="4019770" y="9355537"/>
            <a:ext cx="5875687" cy="3238976"/>
          </a:xfrm>
          <a:custGeom>
            <a:rect b="b" l="l" r="r" t="t"/>
            <a:pathLst>
              <a:path extrusionOk="0" h="4318635" w="7834249">
                <a:moveTo>
                  <a:pt x="0" y="0"/>
                </a:moveTo>
                <a:lnTo>
                  <a:pt x="7834249" y="0"/>
                </a:lnTo>
                <a:lnTo>
                  <a:pt x="7834249" y="4318635"/>
                </a:lnTo>
                <a:lnTo>
                  <a:pt x="0" y="4318635"/>
                </a:lnTo>
                <a:lnTo>
                  <a:pt x="0" y="0"/>
                </a:lnTo>
                <a:close/>
              </a:path>
            </a:pathLst>
          </a:custGeom>
          <a:blipFill rotWithShape="1">
            <a:blip r:embed="rId10">
              <a:alphaModFix/>
            </a:blip>
            <a:stretch>
              <a:fillRect b="-1" l="0" r="0" t="-1"/>
            </a:stretch>
          </a:blipFill>
          <a:ln>
            <a:noFill/>
          </a:ln>
        </p:spPr>
      </p:sp>
      <p:sp>
        <p:nvSpPr>
          <p:cNvPr id="790" name="Google Shape;790;p37"/>
          <p:cNvSpPr/>
          <p:nvPr/>
        </p:nvSpPr>
        <p:spPr>
          <a:xfrm rot="-5400000">
            <a:off x="16377281" y="7799929"/>
            <a:ext cx="5396484" cy="4114800"/>
          </a:xfrm>
          <a:custGeom>
            <a:rect b="b" l="l" r="r" t="t"/>
            <a:pathLst>
              <a:path extrusionOk="0" h="5486400" w="7195312">
                <a:moveTo>
                  <a:pt x="0" y="0"/>
                </a:moveTo>
                <a:lnTo>
                  <a:pt x="7195312" y="0"/>
                </a:lnTo>
                <a:lnTo>
                  <a:pt x="7195312" y="5486400"/>
                </a:lnTo>
                <a:lnTo>
                  <a:pt x="0" y="5486400"/>
                </a:lnTo>
                <a:lnTo>
                  <a:pt x="0" y="0"/>
                </a:lnTo>
                <a:close/>
              </a:path>
            </a:pathLst>
          </a:custGeom>
          <a:blipFill rotWithShape="1">
            <a:blip r:embed="rId6">
              <a:alphaModFix/>
            </a:blip>
            <a:stretch>
              <a:fillRect b="0" l="-7" r="-6" t="0"/>
            </a:stretch>
          </a:blipFill>
          <a:ln>
            <a:noFill/>
          </a:ln>
        </p:spPr>
      </p:sp>
      <p:sp>
        <p:nvSpPr>
          <p:cNvPr id="791" name="Google Shape;791;p37"/>
          <p:cNvSpPr/>
          <p:nvPr/>
        </p:nvSpPr>
        <p:spPr>
          <a:xfrm rot="353451">
            <a:off x="11564385" y="2069334"/>
            <a:ext cx="2197418" cy="723138"/>
          </a:xfrm>
          <a:custGeom>
            <a:rect b="b" l="l" r="r" t="t"/>
            <a:pathLst>
              <a:path extrusionOk="0" h="964184" w="2929890">
                <a:moveTo>
                  <a:pt x="0" y="0"/>
                </a:moveTo>
                <a:lnTo>
                  <a:pt x="2929890" y="0"/>
                </a:lnTo>
                <a:lnTo>
                  <a:pt x="2929890" y="964184"/>
                </a:lnTo>
                <a:lnTo>
                  <a:pt x="0" y="964184"/>
                </a:lnTo>
                <a:lnTo>
                  <a:pt x="0" y="0"/>
                </a:lnTo>
                <a:close/>
              </a:path>
            </a:pathLst>
          </a:custGeom>
          <a:blipFill rotWithShape="1">
            <a:blip r:embed="rId11">
              <a:alphaModFix/>
            </a:blip>
            <a:stretch>
              <a:fillRect b="0" l="-60" r="-58" t="0"/>
            </a:stretch>
          </a:blipFill>
          <a:ln>
            <a:noFill/>
          </a:ln>
        </p:spPr>
      </p:sp>
      <p:sp>
        <p:nvSpPr>
          <p:cNvPr id="792" name="Google Shape;792;p37"/>
          <p:cNvSpPr/>
          <p:nvPr/>
        </p:nvSpPr>
        <p:spPr>
          <a:xfrm>
            <a:off x="1501525" y="1958479"/>
            <a:ext cx="5888164" cy="6049327"/>
          </a:xfrm>
          <a:custGeom>
            <a:rect b="b" l="l" r="r" t="t"/>
            <a:pathLst>
              <a:path extrusionOk="0" h="8065770" w="7850886">
                <a:moveTo>
                  <a:pt x="0" y="0"/>
                </a:moveTo>
                <a:lnTo>
                  <a:pt x="7850886" y="0"/>
                </a:lnTo>
                <a:lnTo>
                  <a:pt x="7850886" y="8065770"/>
                </a:lnTo>
                <a:lnTo>
                  <a:pt x="0" y="8065770"/>
                </a:lnTo>
                <a:lnTo>
                  <a:pt x="0" y="0"/>
                </a:lnTo>
                <a:close/>
              </a:path>
            </a:pathLst>
          </a:custGeom>
          <a:blipFill rotWithShape="1">
            <a:blip r:embed="rId12">
              <a:alphaModFix/>
            </a:blip>
            <a:stretch>
              <a:fillRect b="0" l="0" r="0" t="0"/>
            </a:stretch>
          </a:blipFill>
          <a:ln>
            <a:noFill/>
          </a:ln>
        </p:spPr>
      </p:sp>
      <p:sp>
        <p:nvSpPr>
          <p:cNvPr id="793" name="Google Shape;793;p37"/>
          <p:cNvSpPr txBox="1"/>
          <p:nvPr/>
        </p:nvSpPr>
        <p:spPr>
          <a:xfrm rot="146692">
            <a:off x="10690731" y="2946821"/>
            <a:ext cx="3782569" cy="1132205"/>
          </a:xfrm>
          <a:prstGeom prst="rect">
            <a:avLst/>
          </a:prstGeom>
          <a:noFill/>
          <a:ln>
            <a:noFill/>
          </a:ln>
        </p:spPr>
        <p:txBody>
          <a:bodyPr anchorCtr="0" anchor="t" bIns="0" lIns="0" spcFirstLastPara="1" rIns="0" wrap="square" tIns="0">
            <a:spAutoFit/>
          </a:bodyPr>
          <a:lstStyle/>
          <a:p>
            <a:pPr indent="0" lvl="0" marL="0" marR="0" rtl="0" algn="ctr">
              <a:lnSpc>
                <a:spcPct val="134412"/>
              </a:lnSpc>
              <a:spcBef>
                <a:spcPts val="0"/>
              </a:spcBef>
              <a:spcAft>
                <a:spcPts val="0"/>
              </a:spcAft>
              <a:buNone/>
            </a:pPr>
            <a:r>
              <a:rPr b="1" i="0" lang="en-US" sz="5498" u="none" cap="none" strike="noStrike">
                <a:solidFill>
                  <a:srgbClr val="000000"/>
                </a:solidFill>
                <a:latin typeface="Arial"/>
                <a:ea typeface="Arial"/>
                <a:cs typeface="Arial"/>
                <a:sym typeface="Arial"/>
              </a:rPr>
              <a:t>Broadcast</a:t>
            </a:r>
            <a:endParaRPr/>
          </a:p>
        </p:txBody>
      </p:sp>
      <p:sp>
        <p:nvSpPr>
          <p:cNvPr id="794" name="Google Shape;794;p37"/>
          <p:cNvSpPr txBox="1"/>
          <p:nvPr/>
        </p:nvSpPr>
        <p:spPr>
          <a:xfrm rot="121476">
            <a:off x="10067169" y="4683841"/>
            <a:ext cx="5087202" cy="2221072"/>
          </a:xfrm>
          <a:prstGeom prst="rect">
            <a:avLst/>
          </a:prstGeom>
          <a:noFill/>
          <a:ln>
            <a:noFill/>
          </a:ln>
        </p:spPr>
        <p:txBody>
          <a:bodyPr anchorCtr="0" anchor="t" bIns="0" lIns="0" spcFirstLastPara="1" rIns="0" wrap="square" tIns="0">
            <a:spAutoFit/>
          </a:bodyPr>
          <a:lstStyle/>
          <a:p>
            <a:pPr indent="-215895" lvl="2" marL="647684" marR="0" rtl="0" algn="l">
              <a:lnSpc>
                <a:spcPct val="143981"/>
              </a:lnSpc>
              <a:spcBef>
                <a:spcPts val="0"/>
              </a:spcBef>
              <a:spcAft>
                <a:spcPts val="0"/>
              </a:spcAft>
              <a:buClr>
                <a:srgbClr val="000000"/>
              </a:buClr>
              <a:buSzPts val="2833"/>
              <a:buFont typeface="Arial"/>
              <a:buChar char="⚬"/>
            </a:pPr>
            <a:r>
              <a:rPr b="0" i="0" lang="en-US" sz="2833" u="none" cap="none" strike="noStrike">
                <a:solidFill>
                  <a:srgbClr val="000000"/>
                </a:solidFill>
                <a:latin typeface="DM Sans"/>
                <a:ea typeface="DM Sans"/>
                <a:cs typeface="DM Sans"/>
                <a:sym typeface="DM Sans"/>
              </a:rPr>
              <a:t>Es un patrón de mensaje uno-a-todos. Si todos los hosts de la red necesitan saber el mensaje al mismo tiempo.</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CD46"/>
        </a:solidFill>
      </p:bgPr>
    </p:bg>
    <p:spTree>
      <p:nvGrpSpPr>
        <p:cNvPr id="802" name="Shape 802"/>
        <p:cNvGrpSpPr/>
        <p:nvPr/>
      </p:nvGrpSpPr>
      <p:grpSpPr>
        <a:xfrm>
          <a:off x="0" y="0"/>
          <a:ext cx="0" cy="0"/>
          <a:chOff x="0" y="0"/>
          <a:chExt cx="0" cy="0"/>
        </a:xfrm>
      </p:grpSpPr>
      <p:sp>
        <p:nvSpPr>
          <p:cNvPr id="803" name="Google Shape;803;p38"/>
          <p:cNvSpPr/>
          <p:nvPr/>
        </p:nvSpPr>
        <p:spPr>
          <a:xfrm rot="315885">
            <a:off x="7787554" y="3775387"/>
            <a:ext cx="7513416" cy="4931474"/>
          </a:xfrm>
          <a:custGeom>
            <a:rect b="b" l="l" r="r" t="t"/>
            <a:pathLst>
              <a:path extrusionOk="0" h="6575298" w="10017887">
                <a:moveTo>
                  <a:pt x="0" y="0"/>
                </a:moveTo>
                <a:lnTo>
                  <a:pt x="10017887" y="0"/>
                </a:lnTo>
                <a:lnTo>
                  <a:pt x="10017887" y="6575298"/>
                </a:lnTo>
                <a:lnTo>
                  <a:pt x="0" y="6575298"/>
                </a:lnTo>
                <a:lnTo>
                  <a:pt x="0" y="0"/>
                </a:lnTo>
                <a:close/>
              </a:path>
            </a:pathLst>
          </a:custGeom>
          <a:blipFill rotWithShape="1">
            <a:blip r:embed="rId3">
              <a:alphaModFix/>
            </a:blip>
            <a:stretch>
              <a:fillRect b="0" l="-2" r="-2" t="0"/>
            </a:stretch>
          </a:blipFill>
          <a:ln>
            <a:noFill/>
          </a:ln>
        </p:spPr>
      </p:sp>
      <p:sp>
        <p:nvSpPr>
          <p:cNvPr id="804" name="Google Shape;804;p38"/>
          <p:cNvSpPr/>
          <p:nvPr/>
        </p:nvSpPr>
        <p:spPr>
          <a:xfrm rot="-266862">
            <a:off x="2743409" y="2871760"/>
            <a:ext cx="5990463" cy="5839587"/>
          </a:xfrm>
          <a:custGeom>
            <a:rect b="b" l="l" r="r" t="t"/>
            <a:pathLst>
              <a:path extrusionOk="0" h="7786116" w="7987284">
                <a:moveTo>
                  <a:pt x="0" y="0"/>
                </a:moveTo>
                <a:lnTo>
                  <a:pt x="7987284" y="0"/>
                </a:lnTo>
                <a:lnTo>
                  <a:pt x="7987284" y="7786116"/>
                </a:lnTo>
                <a:lnTo>
                  <a:pt x="0" y="7786116"/>
                </a:lnTo>
                <a:lnTo>
                  <a:pt x="0" y="0"/>
                </a:lnTo>
                <a:close/>
              </a:path>
            </a:pathLst>
          </a:custGeom>
          <a:blipFill rotWithShape="1">
            <a:blip r:embed="rId4">
              <a:alphaModFix/>
            </a:blip>
            <a:stretch>
              <a:fillRect b="-22443" l="0" r="0" t="-22444"/>
            </a:stretch>
          </a:blipFill>
          <a:ln>
            <a:noFill/>
          </a:ln>
        </p:spPr>
      </p:sp>
      <p:sp>
        <p:nvSpPr>
          <p:cNvPr id="805" name="Google Shape;805;p38"/>
          <p:cNvSpPr/>
          <p:nvPr/>
        </p:nvSpPr>
        <p:spPr>
          <a:xfrm rot="-82494">
            <a:off x="2911657" y="1750113"/>
            <a:ext cx="11731275" cy="6714173"/>
          </a:xfrm>
          <a:custGeom>
            <a:rect b="b" l="l" r="r" t="t"/>
            <a:pathLst>
              <a:path extrusionOk="0" h="8952230" w="15641701">
                <a:moveTo>
                  <a:pt x="0" y="0"/>
                </a:moveTo>
                <a:lnTo>
                  <a:pt x="15641701" y="0"/>
                </a:lnTo>
                <a:lnTo>
                  <a:pt x="15641701" y="8952230"/>
                </a:lnTo>
                <a:lnTo>
                  <a:pt x="0" y="8952230"/>
                </a:lnTo>
                <a:lnTo>
                  <a:pt x="0" y="0"/>
                </a:lnTo>
                <a:close/>
              </a:path>
            </a:pathLst>
          </a:custGeom>
          <a:blipFill rotWithShape="1">
            <a:blip r:embed="rId5">
              <a:alphaModFix/>
            </a:blip>
            <a:stretch>
              <a:fillRect b="-16656" l="0" r="0" t="-16656"/>
            </a:stretch>
          </a:blipFill>
          <a:ln>
            <a:noFill/>
          </a:ln>
        </p:spPr>
      </p:sp>
      <p:sp>
        <p:nvSpPr>
          <p:cNvPr id="806" name="Google Shape;806;p38"/>
          <p:cNvSpPr txBox="1"/>
          <p:nvPr/>
        </p:nvSpPr>
        <p:spPr>
          <a:xfrm rot="-82494">
            <a:off x="4975317" y="3503186"/>
            <a:ext cx="8468664" cy="3254289"/>
          </a:xfrm>
          <a:prstGeom prst="rect">
            <a:avLst/>
          </a:prstGeom>
          <a:noFill/>
          <a:ln>
            <a:noFill/>
          </a:ln>
        </p:spPr>
        <p:txBody>
          <a:bodyPr anchorCtr="0" anchor="t" bIns="0" lIns="0" spcFirstLastPara="1" rIns="0" wrap="square" tIns="0">
            <a:spAutoFit/>
          </a:bodyPr>
          <a:lstStyle/>
          <a:p>
            <a:pPr indent="0" lvl="0" marL="0" marR="0" rtl="0" algn="ctr">
              <a:lnSpc>
                <a:spcPct val="124805"/>
              </a:lnSpc>
              <a:spcBef>
                <a:spcPts val="0"/>
              </a:spcBef>
              <a:spcAft>
                <a:spcPts val="0"/>
              </a:spcAft>
              <a:buNone/>
            </a:pPr>
            <a:r>
              <a:rPr b="1" i="0" lang="en-US" sz="10151" u="none" cap="none" strike="noStrike">
                <a:solidFill>
                  <a:srgbClr val="000000"/>
                </a:solidFill>
                <a:latin typeface="Arial"/>
                <a:ea typeface="Arial"/>
                <a:cs typeface="Arial"/>
                <a:sym typeface="Arial"/>
              </a:rPr>
              <a:t>Dominio de Broadcast</a:t>
            </a:r>
            <a:endParaRPr/>
          </a:p>
        </p:txBody>
      </p:sp>
      <p:sp>
        <p:nvSpPr>
          <p:cNvPr id="807" name="Google Shape;807;p38"/>
          <p:cNvSpPr/>
          <p:nvPr/>
        </p:nvSpPr>
        <p:spPr>
          <a:xfrm>
            <a:off x="2526002" y="1208717"/>
            <a:ext cx="3038666" cy="2879121"/>
          </a:xfrm>
          <a:custGeom>
            <a:rect b="b" l="l" r="r" t="t"/>
            <a:pathLst>
              <a:path extrusionOk="0" h="3838829" w="4051554">
                <a:moveTo>
                  <a:pt x="0" y="0"/>
                </a:moveTo>
                <a:lnTo>
                  <a:pt x="4051554" y="0"/>
                </a:lnTo>
                <a:lnTo>
                  <a:pt x="4051554" y="3838829"/>
                </a:lnTo>
                <a:lnTo>
                  <a:pt x="0" y="3838829"/>
                </a:lnTo>
                <a:lnTo>
                  <a:pt x="0" y="0"/>
                </a:lnTo>
                <a:close/>
              </a:path>
            </a:pathLst>
          </a:custGeom>
          <a:blipFill rotWithShape="1">
            <a:blip r:embed="rId6">
              <a:alphaModFix/>
            </a:blip>
            <a:stretch>
              <a:fillRect b="-18" l="0" r="0" t="-18"/>
            </a:stretch>
          </a:blipFill>
          <a:ln>
            <a:noFill/>
          </a:ln>
        </p:spPr>
      </p:sp>
      <p:sp>
        <p:nvSpPr>
          <p:cNvPr id="808" name="Google Shape;808;p38"/>
          <p:cNvSpPr/>
          <p:nvPr/>
        </p:nvSpPr>
        <p:spPr>
          <a:xfrm>
            <a:off x="-1489043" y="5940621"/>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7">
              <a:alphaModFix/>
            </a:blip>
            <a:stretch>
              <a:fillRect b="0" l="-25" r="-24" t="0"/>
            </a:stretch>
          </a:blipFill>
          <a:ln>
            <a:noFill/>
          </a:ln>
        </p:spPr>
      </p:sp>
      <p:sp>
        <p:nvSpPr>
          <p:cNvPr id="809" name="Google Shape;809;p38"/>
          <p:cNvSpPr/>
          <p:nvPr/>
        </p:nvSpPr>
        <p:spPr>
          <a:xfrm>
            <a:off x="12399360" y="4481928"/>
            <a:ext cx="4572286" cy="4653724"/>
          </a:xfrm>
          <a:custGeom>
            <a:rect b="b" l="l" r="r" t="t"/>
            <a:pathLst>
              <a:path extrusionOk="0" h="6204966" w="6096381">
                <a:moveTo>
                  <a:pt x="0" y="0"/>
                </a:moveTo>
                <a:lnTo>
                  <a:pt x="6096381" y="0"/>
                </a:lnTo>
                <a:lnTo>
                  <a:pt x="6096381" y="6204966"/>
                </a:lnTo>
                <a:lnTo>
                  <a:pt x="0" y="6204966"/>
                </a:lnTo>
                <a:lnTo>
                  <a:pt x="0" y="0"/>
                </a:lnTo>
                <a:close/>
              </a:path>
            </a:pathLst>
          </a:custGeom>
          <a:blipFill rotWithShape="1">
            <a:blip r:embed="rId8">
              <a:alphaModFix/>
            </a:blip>
            <a:stretch>
              <a:fillRect b="-6" l="0" r="0" t="-7"/>
            </a:stretch>
          </a:blipFill>
          <a:ln>
            <a:noFill/>
          </a:ln>
        </p:spPr>
      </p:sp>
      <p:sp>
        <p:nvSpPr>
          <p:cNvPr id="810" name="Google Shape;810;p38"/>
          <p:cNvSpPr/>
          <p:nvPr/>
        </p:nvSpPr>
        <p:spPr>
          <a:xfrm rot="-10197389">
            <a:off x="15531892" y="-653519"/>
            <a:ext cx="5396484" cy="4114800"/>
          </a:xfrm>
          <a:custGeom>
            <a:rect b="b" l="l" r="r" t="t"/>
            <a:pathLst>
              <a:path extrusionOk="0" h="5486400" w="7195312">
                <a:moveTo>
                  <a:pt x="0" y="0"/>
                </a:moveTo>
                <a:lnTo>
                  <a:pt x="7195312" y="0"/>
                </a:lnTo>
                <a:lnTo>
                  <a:pt x="7195312" y="5486400"/>
                </a:lnTo>
                <a:lnTo>
                  <a:pt x="0" y="5486400"/>
                </a:lnTo>
                <a:lnTo>
                  <a:pt x="0" y="0"/>
                </a:lnTo>
                <a:close/>
              </a:path>
            </a:pathLst>
          </a:custGeom>
          <a:blipFill rotWithShape="1">
            <a:blip r:embed="rId9">
              <a:alphaModFix/>
            </a:blip>
            <a:stretch>
              <a:fillRect b="0" l="-7" r="-6" t="0"/>
            </a:stretch>
          </a:blipFill>
          <a:ln>
            <a:noFill/>
          </a:ln>
        </p:spPr>
      </p:sp>
      <p:sp>
        <p:nvSpPr>
          <p:cNvPr id="811" name="Google Shape;811;p38"/>
          <p:cNvSpPr/>
          <p:nvPr/>
        </p:nvSpPr>
        <p:spPr>
          <a:xfrm rot="-9994124">
            <a:off x="5425189" y="9403852"/>
            <a:ext cx="5875687" cy="3238976"/>
          </a:xfrm>
          <a:custGeom>
            <a:rect b="b" l="l" r="r" t="t"/>
            <a:pathLst>
              <a:path extrusionOk="0" h="4318635" w="7834249">
                <a:moveTo>
                  <a:pt x="0" y="0"/>
                </a:moveTo>
                <a:lnTo>
                  <a:pt x="7834249" y="0"/>
                </a:lnTo>
                <a:lnTo>
                  <a:pt x="7834249" y="4318635"/>
                </a:lnTo>
                <a:lnTo>
                  <a:pt x="0" y="4318635"/>
                </a:lnTo>
                <a:lnTo>
                  <a:pt x="0" y="0"/>
                </a:lnTo>
                <a:close/>
              </a:path>
            </a:pathLst>
          </a:custGeom>
          <a:blipFill rotWithShape="1">
            <a:blip r:embed="rId10">
              <a:alphaModFix/>
            </a:blip>
            <a:stretch>
              <a:fillRect b="-1" l="0" r="0" t="-1"/>
            </a:stretch>
          </a:blipFill>
          <a:ln>
            <a:noFill/>
          </a:ln>
        </p:spPr>
      </p:sp>
      <p:sp>
        <p:nvSpPr>
          <p:cNvPr id="812" name="Google Shape;812;p38"/>
          <p:cNvSpPr/>
          <p:nvPr/>
        </p:nvSpPr>
        <p:spPr>
          <a:xfrm rot="-7239578">
            <a:off x="-916156" y="-1028700"/>
            <a:ext cx="2227135" cy="4114800"/>
          </a:xfrm>
          <a:custGeom>
            <a:rect b="b" l="l" r="r" t="t"/>
            <a:pathLst>
              <a:path extrusionOk="0" h="5486400" w="2969514">
                <a:moveTo>
                  <a:pt x="0" y="0"/>
                </a:moveTo>
                <a:lnTo>
                  <a:pt x="2969514" y="0"/>
                </a:lnTo>
                <a:lnTo>
                  <a:pt x="2969514" y="5486400"/>
                </a:lnTo>
                <a:lnTo>
                  <a:pt x="0" y="5486400"/>
                </a:lnTo>
                <a:lnTo>
                  <a:pt x="0" y="0"/>
                </a:lnTo>
                <a:close/>
              </a:path>
            </a:pathLst>
          </a:custGeom>
          <a:blipFill rotWithShape="1">
            <a:blip r:embed="rId11">
              <a:alphaModFix/>
            </a:blip>
            <a:stretch>
              <a:fillRect b="-23" l="0" r="0" t="-22"/>
            </a:stretch>
          </a:blipFill>
          <a:ln>
            <a:noFill/>
          </a:ln>
        </p:spPr>
      </p:sp>
      <p:sp>
        <p:nvSpPr>
          <p:cNvPr id="813" name="Google Shape;813;p38"/>
          <p:cNvSpPr/>
          <p:nvPr/>
        </p:nvSpPr>
        <p:spPr>
          <a:xfrm rot="2598121">
            <a:off x="2491875" y="7209838"/>
            <a:ext cx="3007329" cy="1759267"/>
          </a:xfrm>
          <a:custGeom>
            <a:rect b="b" l="l" r="r" t="t"/>
            <a:pathLst>
              <a:path extrusionOk="0" h="2345690" w="4009771">
                <a:moveTo>
                  <a:pt x="0" y="0"/>
                </a:moveTo>
                <a:lnTo>
                  <a:pt x="4009771" y="0"/>
                </a:lnTo>
                <a:lnTo>
                  <a:pt x="4009771" y="2345690"/>
                </a:lnTo>
                <a:lnTo>
                  <a:pt x="0" y="2345690"/>
                </a:lnTo>
                <a:lnTo>
                  <a:pt x="0" y="0"/>
                </a:lnTo>
                <a:close/>
              </a:path>
            </a:pathLst>
          </a:custGeom>
          <a:blipFill rotWithShape="1">
            <a:blip r:embed="rId12">
              <a:alphaModFix/>
            </a:blip>
            <a:stretch>
              <a:fillRect b="-25" l="0" r="0" t="-25"/>
            </a:stretch>
          </a:blipFill>
          <a:ln>
            <a:noFill/>
          </a:ln>
        </p:spPr>
      </p:sp>
      <p:sp>
        <p:nvSpPr>
          <p:cNvPr id="814" name="Google Shape;814;p38"/>
          <p:cNvSpPr/>
          <p:nvPr/>
        </p:nvSpPr>
        <p:spPr>
          <a:xfrm rot="3945637">
            <a:off x="13786668" y="3168860"/>
            <a:ext cx="1146239" cy="2324005"/>
          </a:xfrm>
          <a:custGeom>
            <a:rect b="b" l="l" r="r" t="t"/>
            <a:pathLst>
              <a:path extrusionOk="0" h="3098673" w="1528318">
                <a:moveTo>
                  <a:pt x="0" y="0"/>
                </a:moveTo>
                <a:lnTo>
                  <a:pt x="1528318" y="0"/>
                </a:lnTo>
                <a:lnTo>
                  <a:pt x="1528318" y="3098673"/>
                </a:lnTo>
                <a:lnTo>
                  <a:pt x="0" y="3098673"/>
                </a:lnTo>
                <a:lnTo>
                  <a:pt x="0" y="0"/>
                </a:lnTo>
                <a:close/>
              </a:path>
            </a:pathLst>
          </a:custGeom>
          <a:blipFill rotWithShape="1">
            <a:blip r:embed="rId13">
              <a:alphaModFix/>
            </a:blip>
            <a:stretch>
              <a:fillRect b="0" l="-56950" r="-56948" t="0"/>
            </a:stretch>
          </a:blipFill>
          <a:ln>
            <a:noFill/>
          </a:ln>
        </p:spPr>
      </p:sp>
      <p:sp>
        <p:nvSpPr>
          <p:cNvPr id="815" name="Google Shape;815;p38"/>
          <p:cNvSpPr/>
          <p:nvPr/>
        </p:nvSpPr>
        <p:spPr>
          <a:xfrm rot="-5400000">
            <a:off x="16049759" y="7736109"/>
            <a:ext cx="5396484" cy="4114800"/>
          </a:xfrm>
          <a:custGeom>
            <a:rect b="b" l="l" r="r" t="t"/>
            <a:pathLst>
              <a:path extrusionOk="0" h="5486400" w="7195312">
                <a:moveTo>
                  <a:pt x="0" y="0"/>
                </a:moveTo>
                <a:lnTo>
                  <a:pt x="7195312" y="0"/>
                </a:lnTo>
                <a:lnTo>
                  <a:pt x="7195312" y="5486400"/>
                </a:lnTo>
                <a:lnTo>
                  <a:pt x="0" y="5486400"/>
                </a:lnTo>
                <a:lnTo>
                  <a:pt x="0" y="0"/>
                </a:lnTo>
                <a:close/>
              </a:path>
            </a:pathLst>
          </a:custGeom>
          <a:blipFill rotWithShape="1">
            <a:blip r:embed="rId9">
              <a:alphaModFix/>
            </a:blip>
            <a:stretch>
              <a:fillRect b="0" l="-7" r="-6" t="0"/>
            </a:stretch>
          </a:blipFill>
          <a:ln>
            <a:noFill/>
          </a:ln>
        </p:spPr>
      </p:sp>
      <p:sp>
        <p:nvSpPr>
          <p:cNvPr id="816" name="Google Shape;816;p38"/>
          <p:cNvSpPr/>
          <p:nvPr/>
        </p:nvSpPr>
        <p:spPr>
          <a:xfrm rot="10252938">
            <a:off x="8709959" y="-1552088"/>
            <a:ext cx="4257960" cy="2458974"/>
          </a:xfrm>
          <a:custGeom>
            <a:rect b="b" l="l" r="r" t="t"/>
            <a:pathLst>
              <a:path extrusionOk="0" h="3278632" w="5677281">
                <a:moveTo>
                  <a:pt x="0" y="0"/>
                </a:moveTo>
                <a:lnTo>
                  <a:pt x="5677281" y="0"/>
                </a:lnTo>
                <a:lnTo>
                  <a:pt x="5677281" y="3278632"/>
                </a:lnTo>
                <a:lnTo>
                  <a:pt x="0" y="3278632"/>
                </a:lnTo>
                <a:lnTo>
                  <a:pt x="0" y="0"/>
                </a:lnTo>
                <a:close/>
              </a:path>
            </a:pathLst>
          </a:custGeom>
          <a:blipFill rotWithShape="1">
            <a:blip r:embed="rId14">
              <a:alphaModFix/>
            </a:blip>
            <a:stretch>
              <a:fillRect b="0" l="-49" r="-48" t="0"/>
            </a:stretch>
          </a:blipFill>
          <a:ln>
            <a:noFill/>
          </a:ln>
        </p:spPr>
      </p:sp>
      <p:sp>
        <p:nvSpPr>
          <p:cNvPr id="817" name="Google Shape;817;p38"/>
          <p:cNvSpPr/>
          <p:nvPr/>
        </p:nvSpPr>
        <p:spPr>
          <a:xfrm rot="5947534">
            <a:off x="3555012" y="-2929516"/>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7">
              <a:alphaModFix/>
            </a:blip>
            <a:stretch>
              <a:fillRect b="0" l="-25" r="-24" t="0"/>
            </a:stretch>
          </a:blipFill>
          <a:ln>
            <a:noFill/>
          </a:ln>
        </p:spPr>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825" name="Shape 825"/>
        <p:cNvGrpSpPr/>
        <p:nvPr/>
      </p:nvGrpSpPr>
      <p:grpSpPr>
        <a:xfrm>
          <a:off x="0" y="0"/>
          <a:ext cx="0" cy="0"/>
          <a:chOff x="0" y="0"/>
          <a:chExt cx="0" cy="0"/>
        </a:xfrm>
      </p:grpSpPr>
      <p:sp>
        <p:nvSpPr>
          <p:cNvPr id="826" name="Google Shape;826;p39"/>
          <p:cNvSpPr/>
          <p:nvPr/>
        </p:nvSpPr>
        <p:spPr>
          <a:xfrm rot="5987975">
            <a:off x="16813139" y="7906835"/>
            <a:ext cx="2227135" cy="4114800"/>
          </a:xfrm>
          <a:custGeom>
            <a:rect b="b" l="l" r="r" t="t"/>
            <a:pathLst>
              <a:path extrusionOk="0" h="5486400" w="2969514">
                <a:moveTo>
                  <a:pt x="0" y="0"/>
                </a:moveTo>
                <a:lnTo>
                  <a:pt x="2969514" y="0"/>
                </a:lnTo>
                <a:lnTo>
                  <a:pt x="2969514" y="5486400"/>
                </a:lnTo>
                <a:lnTo>
                  <a:pt x="0" y="5486400"/>
                </a:lnTo>
                <a:lnTo>
                  <a:pt x="0" y="0"/>
                </a:lnTo>
                <a:close/>
              </a:path>
            </a:pathLst>
          </a:custGeom>
          <a:blipFill rotWithShape="1">
            <a:blip r:embed="rId3">
              <a:alphaModFix/>
            </a:blip>
            <a:stretch>
              <a:fillRect b="-23" l="0" r="0" t="-22"/>
            </a:stretch>
          </a:blipFill>
          <a:ln>
            <a:noFill/>
          </a:ln>
        </p:spPr>
      </p:sp>
      <p:sp>
        <p:nvSpPr>
          <p:cNvPr id="827" name="Google Shape;827;p39"/>
          <p:cNvSpPr/>
          <p:nvPr/>
        </p:nvSpPr>
        <p:spPr>
          <a:xfrm rot="4705922">
            <a:off x="13742333" y="-2093217"/>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4">
              <a:alphaModFix/>
            </a:blip>
            <a:stretch>
              <a:fillRect b="0" l="-25" r="-24" t="0"/>
            </a:stretch>
          </a:blipFill>
          <a:ln>
            <a:noFill/>
          </a:ln>
        </p:spPr>
      </p:sp>
      <p:sp>
        <p:nvSpPr>
          <p:cNvPr id="828" name="Google Shape;828;p39"/>
          <p:cNvSpPr/>
          <p:nvPr/>
        </p:nvSpPr>
        <p:spPr>
          <a:xfrm>
            <a:off x="2371235" y="711039"/>
            <a:ext cx="8719089" cy="11124819"/>
          </a:xfrm>
          <a:custGeom>
            <a:rect b="b" l="l" r="r" t="t"/>
            <a:pathLst>
              <a:path extrusionOk="0" h="14833092" w="11625453">
                <a:moveTo>
                  <a:pt x="0" y="0"/>
                </a:moveTo>
                <a:lnTo>
                  <a:pt x="11625453" y="0"/>
                </a:lnTo>
                <a:lnTo>
                  <a:pt x="11625453" y="14833092"/>
                </a:lnTo>
                <a:lnTo>
                  <a:pt x="0" y="14833092"/>
                </a:lnTo>
                <a:lnTo>
                  <a:pt x="0" y="0"/>
                </a:lnTo>
                <a:close/>
              </a:path>
            </a:pathLst>
          </a:custGeom>
          <a:blipFill rotWithShape="1">
            <a:blip r:embed="rId5">
              <a:alphaModFix/>
            </a:blip>
            <a:stretch>
              <a:fillRect b="0" l="-14" r="-14" t="0"/>
            </a:stretch>
          </a:blipFill>
          <a:ln>
            <a:noFill/>
          </a:ln>
        </p:spPr>
      </p:sp>
      <p:sp>
        <p:nvSpPr>
          <p:cNvPr id="829" name="Google Shape;829;p39"/>
          <p:cNvSpPr/>
          <p:nvPr/>
        </p:nvSpPr>
        <p:spPr>
          <a:xfrm>
            <a:off x="0" y="768029"/>
            <a:ext cx="2534127" cy="11067764"/>
          </a:xfrm>
          <a:custGeom>
            <a:rect b="b" l="l" r="r" t="t"/>
            <a:pathLst>
              <a:path extrusionOk="0" h="14757019" w="3378835">
                <a:moveTo>
                  <a:pt x="0" y="0"/>
                </a:moveTo>
                <a:lnTo>
                  <a:pt x="3378835" y="0"/>
                </a:lnTo>
                <a:lnTo>
                  <a:pt x="3378835" y="14757019"/>
                </a:lnTo>
                <a:lnTo>
                  <a:pt x="0" y="14757019"/>
                </a:lnTo>
                <a:lnTo>
                  <a:pt x="0" y="0"/>
                </a:lnTo>
                <a:close/>
              </a:path>
            </a:pathLst>
          </a:custGeom>
          <a:blipFill rotWithShape="1">
            <a:blip r:embed="rId6">
              <a:alphaModFix/>
            </a:blip>
            <a:stretch>
              <a:fillRect b="0" l="-121197" r="-121197" t="0"/>
            </a:stretch>
          </a:blipFill>
          <a:ln>
            <a:noFill/>
          </a:ln>
        </p:spPr>
      </p:sp>
      <p:sp>
        <p:nvSpPr>
          <p:cNvPr id="830" name="Google Shape;830;p39"/>
          <p:cNvSpPr/>
          <p:nvPr/>
        </p:nvSpPr>
        <p:spPr>
          <a:xfrm rot="3945637">
            <a:off x="9645167" y="392168"/>
            <a:ext cx="1209770" cy="2452974"/>
          </a:xfrm>
          <a:custGeom>
            <a:rect b="b" l="l" r="r" t="t"/>
            <a:pathLst>
              <a:path extrusionOk="0" h="3270631" w="1613027">
                <a:moveTo>
                  <a:pt x="0" y="0"/>
                </a:moveTo>
                <a:lnTo>
                  <a:pt x="1613027" y="0"/>
                </a:lnTo>
                <a:lnTo>
                  <a:pt x="1613027" y="3270631"/>
                </a:lnTo>
                <a:lnTo>
                  <a:pt x="0" y="3270631"/>
                </a:lnTo>
                <a:lnTo>
                  <a:pt x="0" y="0"/>
                </a:lnTo>
                <a:close/>
              </a:path>
            </a:pathLst>
          </a:custGeom>
          <a:blipFill rotWithShape="1">
            <a:blip r:embed="rId7">
              <a:alphaModFix/>
            </a:blip>
            <a:stretch>
              <a:fillRect b="0" l="-56953" r="-56955" t="0"/>
            </a:stretch>
          </a:blipFill>
          <a:ln>
            <a:noFill/>
          </a:ln>
        </p:spPr>
      </p:sp>
      <p:sp>
        <p:nvSpPr>
          <p:cNvPr id="831" name="Google Shape;831;p39"/>
          <p:cNvSpPr/>
          <p:nvPr/>
        </p:nvSpPr>
        <p:spPr>
          <a:xfrm>
            <a:off x="11090287" y="3117565"/>
            <a:ext cx="7085838" cy="4517231"/>
          </a:xfrm>
          <a:custGeom>
            <a:rect b="b" l="l" r="r" t="t"/>
            <a:pathLst>
              <a:path extrusionOk="0" h="6022975" w="9447784">
                <a:moveTo>
                  <a:pt x="0" y="0"/>
                </a:moveTo>
                <a:lnTo>
                  <a:pt x="9447784" y="0"/>
                </a:lnTo>
                <a:lnTo>
                  <a:pt x="9447784" y="6022975"/>
                </a:lnTo>
                <a:lnTo>
                  <a:pt x="0" y="6022975"/>
                </a:lnTo>
                <a:lnTo>
                  <a:pt x="0" y="0"/>
                </a:lnTo>
                <a:close/>
              </a:path>
            </a:pathLst>
          </a:custGeom>
          <a:blipFill rotWithShape="1">
            <a:blip r:embed="rId8">
              <a:alphaModFix/>
            </a:blip>
            <a:stretch>
              <a:fillRect b="0" l="0" r="0" t="0"/>
            </a:stretch>
          </a:blipFill>
          <a:ln>
            <a:noFill/>
          </a:ln>
        </p:spPr>
      </p:sp>
      <p:sp>
        <p:nvSpPr>
          <p:cNvPr id="832" name="Google Shape;832;p39"/>
          <p:cNvSpPr/>
          <p:nvPr/>
        </p:nvSpPr>
        <p:spPr>
          <a:xfrm rot="-277003">
            <a:off x="16620144" y="1073410"/>
            <a:ext cx="1209770" cy="2452974"/>
          </a:xfrm>
          <a:custGeom>
            <a:rect b="b" l="l" r="r" t="t"/>
            <a:pathLst>
              <a:path extrusionOk="0" h="3270631" w="1613027">
                <a:moveTo>
                  <a:pt x="0" y="0"/>
                </a:moveTo>
                <a:lnTo>
                  <a:pt x="1613027" y="0"/>
                </a:lnTo>
                <a:lnTo>
                  <a:pt x="1613027" y="3270631"/>
                </a:lnTo>
                <a:lnTo>
                  <a:pt x="0" y="3270631"/>
                </a:lnTo>
                <a:lnTo>
                  <a:pt x="0" y="0"/>
                </a:lnTo>
                <a:close/>
              </a:path>
            </a:pathLst>
          </a:custGeom>
          <a:blipFill rotWithShape="1">
            <a:blip r:embed="rId9">
              <a:alphaModFix/>
            </a:blip>
            <a:stretch>
              <a:fillRect b="0" l="-56953" r="-56955" t="0"/>
            </a:stretch>
          </a:blipFill>
          <a:ln>
            <a:noFill/>
          </a:ln>
        </p:spPr>
      </p:sp>
      <p:sp>
        <p:nvSpPr>
          <p:cNvPr id="833" name="Google Shape;833;p39"/>
          <p:cNvSpPr txBox="1"/>
          <p:nvPr/>
        </p:nvSpPr>
        <p:spPr>
          <a:xfrm>
            <a:off x="408681" y="3180397"/>
            <a:ext cx="8474700" cy="5519550"/>
          </a:xfrm>
          <a:prstGeom prst="rect">
            <a:avLst/>
          </a:prstGeom>
          <a:noFill/>
          <a:ln>
            <a:noFill/>
          </a:ln>
        </p:spPr>
        <p:txBody>
          <a:bodyPr anchorCtr="0" anchor="t" bIns="0" lIns="0" spcFirstLastPara="1" rIns="0" wrap="square" tIns="0">
            <a:spAutoFit/>
          </a:bodyPr>
          <a:lstStyle/>
          <a:p>
            <a:pPr indent="0" lvl="0" marL="0" marR="0" rtl="0" algn="just">
              <a:lnSpc>
                <a:spcPct val="143977"/>
              </a:lnSpc>
              <a:spcBef>
                <a:spcPts val="0"/>
              </a:spcBef>
              <a:spcAft>
                <a:spcPts val="0"/>
              </a:spcAft>
              <a:buNone/>
            </a:pPr>
            <a:r>
              <a:rPr b="0" i="0" lang="en-US" sz="2499" u="none" cap="none" strike="noStrike">
                <a:solidFill>
                  <a:srgbClr val="000000"/>
                </a:solidFill>
                <a:latin typeface="DM Sans"/>
                <a:ea typeface="DM Sans"/>
                <a:cs typeface="DM Sans"/>
                <a:sym typeface="DM Sans"/>
              </a:rPr>
              <a:t>También puede llamarse como dominio de difusión.</a:t>
            </a:r>
            <a:endParaRPr/>
          </a:p>
          <a:p>
            <a:pPr indent="0" lvl="0" marL="0" marR="0" rtl="0" algn="just">
              <a:lnSpc>
                <a:spcPct val="80672"/>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0" lvl="0" marL="0" marR="0" rtl="0" algn="just">
              <a:lnSpc>
                <a:spcPct val="143977"/>
              </a:lnSpc>
              <a:spcBef>
                <a:spcPts val="0"/>
              </a:spcBef>
              <a:spcAft>
                <a:spcPts val="0"/>
              </a:spcAft>
              <a:buNone/>
            </a:pPr>
            <a:r>
              <a:rPr b="0" i="0" lang="en-US" sz="2499" u="none" cap="none" strike="noStrike">
                <a:solidFill>
                  <a:srgbClr val="000000"/>
                </a:solidFill>
                <a:latin typeface="DM Sans"/>
                <a:ea typeface="DM Sans"/>
                <a:cs typeface="DM Sans"/>
                <a:sym typeface="DM Sans"/>
              </a:rPr>
              <a:t>Es una separación lógica dentro de la red de ordenadores en la que los mensajes, normalmente paquetes de capa 3 en el modelo OSI, pueden ser difundidos, siempre que cumplan ciertas condiciones para que todos los equipos dentro de ese espacio, definido lógicamente, los puedan recibir. </a:t>
            </a:r>
            <a:endParaRPr/>
          </a:p>
          <a:p>
            <a:pPr indent="0" lvl="0" marL="0" marR="0" rtl="0" algn="just">
              <a:lnSpc>
                <a:spcPct val="80672"/>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0" lvl="0" marL="0" marR="0" rtl="0" algn="just">
              <a:lnSpc>
                <a:spcPct val="143977"/>
              </a:lnSpc>
              <a:spcBef>
                <a:spcPts val="0"/>
              </a:spcBef>
              <a:spcAft>
                <a:spcPts val="0"/>
              </a:spcAft>
              <a:buNone/>
            </a:pPr>
            <a:r>
              <a:rPr b="0" i="0" lang="en-US" sz="2499" u="none" cap="none" strike="noStrike">
                <a:solidFill>
                  <a:srgbClr val="000000"/>
                </a:solidFill>
                <a:latin typeface="DM Sans"/>
                <a:ea typeface="DM Sans"/>
                <a:cs typeface="DM Sans"/>
                <a:sym typeface="DM Sans"/>
              </a:rPr>
              <a:t>Los equipos que no limitan estos dominios, además de los Hub, son los switches y los bridges equipos con pocos puertos y menor ‘inteligencia’ que los switches.</a:t>
            </a:r>
            <a:endParaRPr/>
          </a:p>
        </p:txBody>
      </p:sp>
      <p:sp>
        <p:nvSpPr>
          <p:cNvPr id="834" name="Google Shape;834;p39"/>
          <p:cNvSpPr txBox="1"/>
          <p:nvPr/>
        </p:nvSpPr>
        <p:spPr>
          <a:xfrm>
            <a:off x="334595" y="1489562"/>
            <a:ext cx="9081600" cy="1259700"/>
          </a:xfrm>
          <a:prstGeom prst="rect">
            <a:avLst/>
          </a:prstGeom>
          <a:noFill/>
          <a:ln>
            <a:noFill/>
          </a:ln>
        </p:spPr>
        <p:txBody>
          <a:bodyPr anchorCtr="0" anchor="t" bIns="0" lIns="0" spcFirstLastPara="1" rIns="0" wrap="square" tIns="0">
            <a:spAutoFit/>
          </a:bodyPr>
          <a:lstStyle/>
          <a:p>
            <a:pPr indent="0" lvl="0" marL="0" marR="0" rtl="0" algn="l">
              <a:lnSpc>
                <a:spcPct val="134413"/>
              </a:lnSpc>
              <a:spcBef>
                <a:spcPts val="0"/>
              </a:spcBef>
              <a:spcAft>
                <a:spcPts val="0"/>
              </a:spcAft>
              <a:buNone/>
            </a:pPr>
            <a:r>
              <a:rPr b="1" i="0" lang="en-US" sz="6698" u="none" cap="none" strike="noStrike">
                <a:solidFill>
                  <a:srgbClr val="000000"/>
                </a:solidFill>
                <a:latin typeface="Arial"/>
                <a:ea typeface="Arial"/>
                <a:cs typeface="Arial"/>
                <a:sym typeface="Arial"/>
              </a:rPr>
              <a:t>Dominio de Broadcast</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CD46"/>
        </a:solidFill>
      </p:bgPr>
    </p:bg>
    <p:spTree>
      <p:nvGrpSpPr>
        <p:cNvPr id="842" name="Shape 842"/>
        <p:cNvGrpSpPr/>
        <p:nvPr/>
      </p:nvGrpSpPr>
      <p:grpSpPr>
        <a:xfrm>
          <a:off x="0" y="0"/>
          <a:ext cx="0" cy="0"/>
          <a:chOff x="0" y="0"/>
          <a:chExt cx="0" cy="0"/>
        </a:xfrm>
      </p:grpSpPr>
      <p:sp>
        <p:nvSpPr>
          <p:cNvPr id="843" name="Google Shape;843;p40"/>
          <p:cNvSpPr/>
          <p:nvPr/>
        </p:nvSpPr>
        <p:spPr>
          <a:xfrm rot="315885">
            <a:off x="7787554" y="3775387"/>
            <a:ext cx="7513416" cy="4931474"/>
          </a:xfrm>
          <a:custGeom>
            <a:rect b="b" l="l" r="r" t="t"/>
            <a:pathLst>
              <a:path extrusionOk="0" h="6575298" w="10017887">
                <a:moveTo>
                  <a:pt x="0" y="0"/>
                </a:moveTo>
                <a:lnTo>
                  <a:pt x="10017887" y="0"/>
                </a:lnTo>
                <a:lnTo>
                  <a:pt x="10017887" y="6575298"/>
                </a:lnTo>
                <a:lnTo>
                  <a:pt x="0" y="6575298"/>
                </a:lnTo>
                <a:lnTo>
                  <a:pt x="0" y="0"/>
                </a:lnTo>
                <a:close/>
              </a:path>
            </a:pathLst>
          </a:custGeom>
          <a:blipFill rotWithShape="1">
            <a:blip r:embed="rId3">
              <a:alphaModFix/>
            </a:blip>
            <a:stretch>
              <a:fillRect b="0" l="-2" r="-2" t="0"/>
            </a:stretch>
          </a:blipFill>
          <a:ln>
            <a:noFill/>
          </a:ln>
        </p:spPr>
      </p:sp>
      <p:sp>
        <p:nvSpPr>
          <p:cNvPr id="844" name="Google Shape;844;p40"/>
          <p:cNvSpPr/>
          <p:nvPr/>
        </p:nvSpPr>
        <p:spPr>
          <a:xfrm rot="-266862">
            <a:off x="2743409" y="2871760"/>
            <a:ext cx="5990463" cy="5839587"/>
          </a:xfrm>
          <a:custGeom>
            <a:rect b="b" l="l" r="r" t="t"/>
            <a:pathLst>
              <a:path extrusionOk="0" h="7786116" w="7987284">
                <a:moveTo>
                  <a:pt x="0" y="0"/>
                </a:moveTo>
                <a:lnTo>
                  <a:pt x="7987284" y="0"/>
                </a:lnTo>
                <a:lnTo>
                  <a:pt x="7987284" y="7786116"/>
                </a:lnTo>
                <a:lnTo>
                  <a:pt x="0" y="7786116"/>
                </a:lnTo>
                <a:lnTo>
                  <a:pt x="0" y="0"/>
                </a:lnTo>
                <a:close/>
              </a:path>
            </a:pathLst>
          </a:custGeom>
          <a:blipFill rotWithShape="1">
            <a:blip r:embed="rId4">
              <a:alphaModFix/>
            </a:blip>
            <a:stretch>
              <a:fillRect b="-22443" l="0" r="0" t="-22444"/>
            </a:stretch>
          </a:blipFill>
          <a:ln>
            <a:noFill/>
          </a:ln>
        </p:spPr>
      </p:sp>
      <p:sp>
        <p:nvSpPr>
          <p:cNvPr id="845" name="Google Shape;845;p40"/>
          <p:cNvSpPr/>
          <p:nvPr/>
        </p:nvSpPr>
        <p:spPr>
          <a:xfrm rot="-82494">
            <a:off x="2911657" y="1750113"/>
            <a:ext cx="11731275" cy="6714173"/>
          </a:xfrm>
          <a:custGeom>
            <a:rect b="b" l="l" r="r" t="t"/>
            <a:pathLst>
              <a:path extrusionOk="0" h="8952230" w="15641701">
                <a:moveTo>
                  <a:pt x="0" y="0"/>
                </a:moveTo>
                <a:lnTo>
                  <a:pt x="15641701" y="0"/>
                </a:lnTo>
                <a:lnTo>
                  <a:pt x="15641701" y="8952230"/>
                </a:lnTo>
                <a:lnTo>
                  <a:pt x="0" y="8952230"/>
                </a:lnTo>
                <a:lnTo>
                  <a:pt x="0" y="0"/>
                </a:lnTo>
                <a:close/>
              </a:path>
            </a:pathLst>
          </a:custGeom>
          <a:blipFill rotWithShape="1">
            <a:blip r:embed="rId5">
              <a:alphaModFix/>
            </a:blip>
            <a:stretch>
              <a:fillRect b="-16656" l="0" r="0" t="-16656"/>
            </a:stretch>
          </a:blipFill>
          <a:ln>
            <a:noFill/>
          </a:ln>
        </p:spPr>
      </p:sp>
      <p:sp>
        <p:nvSpPr>
          <p:cNvPr id="846" name="Google Shape;846;p40"/>
          <p:cNvSpPr txBox="1"/>
          <p:nvPr/>
        </p:nvSpPr>
        <p:spPr>
          <a:xfrm rot="-82519">
            <a:off x="4474339" y="2184362"/>
            <a:ext cx="9836834" cy="6286148"/>
          </a:xfrm>
          <a:prstGeom prst="rect">
            <a:avLst/>
          </a:prstGeom>
          <a:noFill/>
          <a:ln>
            <a:noFill/>
          </a:ln>
        </p:spPr>
        <p:txBody>
          <a:bodyPr anchorCtr="0" anchor="t" bIns="0" lIns="0" spcFirstLastPara="1" rIns="0" wrap="square" tIns="0">
            <a:spAutoFit/>
          </a:bodyPr>
          <a:lstStyle/>
          <a:p>
            <a:pPr indent="0" lvl="0" marL="0" marR="0" rtl="0" algn="ctr">
              <a:lnSpc>
                <a:spcPct val="124803"/>
              </a:lnSpc>
              <a:spcBef>
                <a:spcPts val="0"/>
              </a:spcBef>
              <a:spcAft>
                <a:spcPts val="0"/>
              </a:spcAft>
              <a:buNone/>
            </a:pPr>
            <a:r>
              <a:rPr b="1" i="0" lang="en-US" sz="9551" u="none" cap="none" strike="noStrike">
                <a:solidFill>
                  <a:srgbClr val="000000"/>
                </a:solidFill>
                <a:latin typeface="Arial"/>
                <a:ea typeface="Arial"/>
                <a:cs typeface="Arial"/>
                <a:sym typeface="Arial"/>
              </a:rPr>
              <a:t>Switching y ARP (Address Resolution Protocol)</a:t>
            </a:r>
            <a:endParaRPr/>
          </a:p>
        </p:txBody>
      </p:sp>
      <p:sp>
        <p:nvSpPr>
          <p:cNvPr id="847" name="Google Shape;847;p40"/>
          <p:cNvSpPr/>
          <p:nvPr/>
        </p:nvSpPr>
        <p:spPr>
          <a:xfrm>
            <a:off x="2476202" y="670642"/>
            <a:ext cx="3038666" cy="2879121"/>
          </a:xfrm>
          <a:custGeom>
            <a:rect b="b" l="l" r="r" t="t"/>
            <a:pathLst>
              <a:path extrusionOk="0" h="3838829" w="4051554">
                <a:moveTo>
                  <a:pt x="0" y="0"/>
                </a:moveTo>
                <a:lnTo>
                  <a:pt x="4051554" y="0"/>
                </a:lnTo>
                <a:lnTo>
                  <a:pt x="4051554" y="3838829"/>
                </a:lnTo>
                <a:lnTo>
                  <a:pt x="0" y="3838829"/>
                </a:lnTo>
                <a:lnTo>
                  <a:pt x="0" y="0"/>
                </a:lnTo>
                <a:close/>
              </a:path>
            </a:pathLst>
          </a:custGeom>
          <a:blipFill rotWithShape="1">
            <a:blip r:embed="rId6">
              <a:alphaModFix/>
            </a:blip>
            <a:stretch>
              <a:fillRect b="-18" l="0" r="0" t="-18"/>
            </a:stretch>
          </a:blipFill>
          <a:ln>
            <a:noFill/>
          </a:ln>
        </p:spPr>
      </p:sp>
      <p:sp>
        <p:nvSpPr>
          <p:cNvPr id="848" name="Google Shape;848;p40"/>
          <p:cNvSpPr/>
          <p:nvPr/>
        </p:nvSpPr>
        <p:spPr>
          <a:xfrm>
            <a:off x="-1489043" y="5940621"/>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7">
              <a:alphaModFix/>
            </a:blip>
            <a:stretch>
              <a:fillRect b="0" l="-25" r="-24" t="0"/>
            </a:stretch>
          </a:blipFill>
          <a:ln>
            <a:noFill/>
          </a:ln>
        </p:spPr>
      </p:sp>
      <p:sp>
        <p:nvSpPr>
          <p:cNvPr id="849" name="Google Shape;849;p40"/>
          <p:cNvSpPr/>
          <p:nvPr/>
        </p:nvSpPr>
        <p:spPr>
          <a:xfrm>
            <a:off x="12399360" y="4481928"/>
            <a:ext cx="4572286" cy="4653724"/>
          </a:xfrm>
          <a:custGeom>
            <a:rect b="b" l="l" r="r" t="t"/>
            <a:pathLst>
              <a:path extrusionOk="0" h="6204966" w="6096381">
                <a:moveTo>
                  <a:pt x="0" y="0"/>
                </a:moveTo>
                <a:lnTo>
                  <a:pt x="6096381" y="0"/>
                </a:lnTo>
                <a:lnTo>
                  <a:pt x="6096381" y="6204966"/>
                </a:lnTo>
                <a:lnTo>
                  <a:pt x="0" y="6204966"/>
                </a:lnTo>
                <a:lnTo>
                  <a:pt x="0" y="0"/>
                </a:lnTo>
                <a:close/>
              </a:path>
            </a:pathLst>
          </a:custGeom>
          <a:blipFill rotWithShape="1">
            <a:blip r:embed="rId8">
              <a:alphaModFix/>
            </a:blip>
            <a:stretch>
              <a:fillRect b="-6" l="0" r="0" t="-7"/>
            </a:stretch>
          </a:blipFill>
          <a:ln>
            <a:noFill/>
          </a:ln>
        </p:spPr>
      </p:sp>
      <p:sp>
        <p:nvSpPr>
          <p:cNvPr id="850" name="Google Shape;850;p40"/>
          <p:cNvSpPr/>
          <p:nvPr/>
        </p:nvSpPr>
        <p:spPr>
          <a:xfrm rot="-10197389">
            <a:off x="15531892" y="-653519"/>
            <a:ext cx="5396484" cy="4114800"/>
          </a:xfrm>
          <a:custGeom>
            <a:rect b="b" l="l" r="r" t="t"/>
            <a:pathLst>
              <a:path extrusionOk="0" h="5486400" w="7195312">
                <a:moveTo>
                  <a:pt x="0" y="0"/>
                </a:moveTo>
                <a:lnTo>
                  <a:pt x="7195312" y="0"/>
                </a:lnTo>
                <a:lnTo>
                  <a:pt x="7195312" y="5486400"/>
                </a:lnTo>
                <a:lnTo>
                  <a:pt x="0" y="5486400"/>
                </a:lnTo>
                <a:lnTo>
                  <a:pt x="0" y="0"/>
                </a:lnTo>
                <a:close/>
              </a:path>
            </a:pathLst>
          </a:custGeom>
          <a:blipFill rotWithShape="1">
            <a:blip r:embed="rId9">
              <a:alphaModFix/>
            </a:blip>
            <a:stretch>
              <a:fillRect b="0" l="-7" r="-6" t="0"/>
            </a:stretch>
          </a:blipFill>
          <a:ln>
            <a:noFill/>
          </a:ln>
        </p:spPr>
      </p:sp>
      <p:sp>
        <p:nvSpPr>
          <p:cNvPr id="851" name="Google Shape;851;p40"/>
          <p:cNvSpPr/>
          <p:nvPr/>
        </p:nvSpPr>
        <p:spPr>
          <a:xfrm rot="-9994124">
            <a:off x="5425189" y="9403852"/>
            <a:ext cx="5875687" cy="3238976"/>
          </a:xfrm>
          <a:custGeom>
            <a:rect b="b" l="l" r="r" t="t"/>
            <a:pathLst>
              <a:path extrusionOk="0" h="4318635" w="7834249">
                <a:moveTo>
                  <a:pt x="0" y="0"/>
                </a:moveTo>
                <a:lnTo>
                  <a:pt x="7834249" y="0"/>
                </a:lnTo>
                <a:lnTo>
                  <a:pt x="7834249" y="4318635"/>
                </a:lnTo>
                <a:lnTo>
                  <a:pt x="0" y="4318635"/>
                </a:lnTo>
                <a:lnTo>
                  <a:pt x="0" y="0"/>
                </a:lnTo>
                <a:close/>
              </a:path>
            </a:pathLst>
          </a:custGeom>
          <a:blipFill rotWithShape="1">
            <a:blip r:embed="rId10">
              <a:alphaModFix/>
            </a:blip>
            <a:stretch>
              <a:fillRect b="-1" l="0" r="0" t="-1"/>
            </a:stretch>
          </a:blipFill>
          <a:ln>
            <a:noFill/>
          </a:ln>
        </p:spPr>
      </p:sp>
      <p:sp>
        <p:nvSpPr>
          <p:cNvPr id="852" name="Google Shape;852;p40"/>
          <p:cNvSpPr/>
          <p:nvPr/>
        </p:nvSpPr>
        <p:spPr>
          <a:xfrm rot="-7239578">
            <a:off x="-916156" y="-1028700"/>
            <a:ext cx="2227135" cy="4114800"/>
          </a:xfrm>
          <a:custGeom>
            <a:rect b="b" l="l" r="r" t="t"/>
            <a:pathLst>
              <a:path extrusionOk="0" h="5486400" w="2969514">
                <a:moveTo>
                  <a:pt x="0" y="0"/>
                </a:moveTo>
                <a:lnTo>
                  <a:pt x="2969514" y="0"/>
                </a:lnTo>
                <a:lnTo>
                  <a:pt x="2969514" y="5486400"/>
                </a:lnTo>
                <a:lnTo>
                  <a:pt x="0" y="5486400"/>
                </a:lnTo>
                <a:lnTo>
                  <a:pt x="0" y="0"/>
                </a:lnTo>
                <a:close/>
              </a:path>
            </a:pathLst>
          </a:custGeom>
          <a:blipFill rotWithShape="1">
            <a:blip r:embed="rId11">
              <a:alphaModFix/>
            </a:blip>
            <a:stretch>
              <a:fillRect b="-23" l="0" r="0" t="-22"/>
            </a:stretch>
          </a:blipFill>
          <a:ln>
            <a:noFill/>
          </a:ln>
        </p:spPr>
      </p:sp>
      <p:sp>
        <p:nvSpPr>
          <p:cNvPr id="853" name="Google Shape;853;p40"/>
          <p:cNvSpPr/>
          <p:nvPr/>
        </p:nvSpPr>
        <p:spPr>
          <a:xfrm rot="2598121">
            <a:off x="2491875" y="7209838"/>
            <a:ext cx="3007329" cy="1759267"/>
          </a:xfrm>
          <a:custGeom>
            <a:rect b="b" l="l" r="r" t="t"/>
            <a:pathLst>
              <a:path extrusionOk="0" h="2345690" w="4009771">
                <a:moveTo>
                  <a:pt x="0" y="0"/>
                </a:moveTo>
                <a:lnTo>
                  <a:pt x="4009771" y="0"/>
                </a:lnTo>
                <a:lnTo>
                  <a:pt x="4009771" y="2345690"/>
                </a:lnTo>
                <a:lnTo>
                  <a:pt x="0" y="2345690"/>
                </a:lnTo>
                <a:lnTo>
                  <a:pt x="0" y="0"/>
                </a:lnTo>
                <a:close/>
              </a:path>
            </a:pathLst>
          </a:custGeom>
          <a:blipFill rotWithShape="1">
            <a:blip r:embed="rId12">
              <a:alphaModFix/>
            </a:blip>
            <a:stretch>
              <a:fillRect b="-25" l="0" r="0" t="-25"/>
            </a:stretch>
          </a:blipFill>
          <a:ln>
            <a:noFill/>
          </a:ln>
        </p:spPr>
      </p:sp>
      <p:sp>
        <p:nvSpPr>
          <p:cNvPr id="854" name="Google Shape;854;p40"/>
          <p:cNvSpPr/>
          <p:nvPr/>
        </p:nvSpPr>
        <p:spPr>
          <a:xfrm rot="3945637">
            <a:off x="13786668" y="3168860"/>
            <a:ext cx="1146239" cy="2324005"/>
          </a:xfrm>
          <a:custGeom>
            <a:rect b="b" l="l" r="r" t="t"/>
            <a:pathLst>
              <a:path extrusionOk="0" h="3098673" w="1528318">
                <a:moveTo>
                  <a:pt x="0" y="0"/>
                </a:moveTo>
                <a:lnTo>
                  <a:pt x="1528318" y="0"/>
                </a:lnTo>
                <a:lnTo>
                  <a:pt x="1528318" y="3098673"/>
                </a:lnTo>
                <a:lnTo>
                  <a:pt x="0" y="3098673"/>
                </a:lnTo>
                <a:lnTo>
                  <a:pt x="0" y="0"/>
                </a:lnTo>
                <a:close/>
              </a:path>
            </a:pathLst>
          </a:custGeom>
          <a:blipFill rotWithShape="1">
            <a:blip r:embed="rId13">
              <a:alphaModFix/>
            </a:blip>
            <a:stretch>
              <a:fillRect b="0" l="-56950" r="-56948" t="0"/>
            </a:stretch>
          </a:blipFill>
          <a:ln>
            <a:noFill/>
          </a:ln>
        </p:spPr>
      </p:sp>
      <p:sp>
        <p:nvSpPr>
          <p:cNvPr id="855" name="Google Shape;855;p40"/>
          <p:cNvSpPr/>
          <p:nvPr/>
        </p:nvSpPr>
        <p:spPr>
          <a:xfrm rot="-5400000">
            <a:off x="16049759" y="7736109"/>
            <a:ext cx="5396484" cy="4114800"/>
          </a:xfrm>
          <a:custGeom>
            <a:rect b="b" l="l" r="r" t="t"/>
            <a:pathLst>
              <a:path extrusionOk="0" h="5486400" w="7195312">
                <a:moveTo>
                  <a:pt x="0" y="0"/>
                </a:moveTo>
                <a:lnTo>
                  <a:pt x="7195312" y="0"/>
                </a:lnTo>
                <a:lnTo>
                  <a:pt x="7195312" y="5486400"/>
                </a:lnTo>
                <a:lnTo>
                  <a:pt x="0" y="5486400"/>
                </a:lnTo>
                <a:lnTo>
                  <a:pt x="0" y="0"/>
                </a:lnTo>
                <a:close/>
              </a:path>
            </a:pathLst>
          </a:custGeom>
          <a:blipFill rotWithShape="1">
            <a:blip r:embed="rId9">
              <a:alphaModFix/>
            </a:blip>
            <a:stretch>
              <a:fillRect b="0" l="-7" r="-6" t="0"/>
            </a:stretch>
          </a:blipFill>
          <a:ln>
            <a:noFill/>
          </a:ln>
        </p:spPr>
      </p:sp>
      <p:sp>
        <p:nvSpPr>
          <p:cNvPr id="856" name="Google Shape;856;p40"/>
          <p:cNvSpPr/>
          <p:nvPr/>
        </p:nvSpPr>
        <p:spPr>
          <a:xfrm rot="10252938">
            <a:off x="8709959" y="-1552088"/>
            <a:ext cx="4257960" cy="2458974"/>
          </a:xfrm>
          <a:custGeom>
            <a:rect b="b" l="l" r="r" t="t"/>
            <a:pathLst>
              <a:path extrusionOk="0" h="3278632" w="5677281">
                <a:moveTo>
                  <a:pt x="0" y="0"/>
                </a:moveTo>
                <a:lnTo>
                  <a:pt x="5677281" y="0"/>
                </a:lnTo>
                <a:lnTo>
                  <a:pt x="5677281" y="3278632"/>
                </a:lnTo>
                <a:lnTo>
                  <a:pt x="0" y="3278632"/>
                </a:lnTo>
                <a:lnTo>
                  <a:pt x="0" y="0"/>
                </a:lnTo>
                <a:close/>
              </a:path>
            </a:pathLst>
          </a:custGeom>
          <a:blipFill rotWithShape="1">
            <a:blip r:embed="rId14">
              <a:alphaModFix/>
            </a:blip>
            <a:stretch>
              <a:fillRect b="0" l="-49" r="-48" t="0"/>
            </a:stretch>
          </a:blipFill>
          <a:ln>
            <a:noFill/>
          </a:ln>
        </p:spPr>
      </p:sp>
      <p:sp>
        <p:nvSpPr>
          <p:cNvPr id="857" name="Google Shape;857;p40"/>
          <p:cNvSpPr/>
          <p:nvPr/>
        </p:nvSpPr>
        <p:spPr>
          <a:xfrm rot="5947534">
            <a:off x="3555012" y="-2929516"/>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7">
              <a:alphaModFix/>
            </a:blip>
            <a:stretch>
              <a:fillRect b="0" l="-25" r="-24" t="0"/>
            </a:stretch>
          </a:blipFill>
          <a:ln>
            <a:noFill/>
          </a:ln>
        </p:spPr>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865" name="Shape 865"/>
        <p:cNvGrpSpPr/>
        <p:nvPr/>
      </p:nvGrpSpPr>
      <p:grpSpPr>
        <a:xfrm>
          <a:off x="0" y="0"/>
          <a:ext cx="0" cy="0"/>
          <a:chOff x="0" y="0"/>
          <a:chExt cx="0" cy="0"/>
        </a:xfrm>
      </p:grpSpPr>
      <p:sp>
        <p:nvSpPr>
          <p:cNvPr id="866" name="Google Shape;866;p41"/>
          <p:cNvSpPr/>
          <p:nvPr/>
        </p:nvSpPr>
        <p:spPr>
          <a:xfrm rot="5400000">
            <a:off x="4218020" y="-1282642"/>
            <a:ext cx="9239155" cy="13063347"/>
          </a:xfrm>
          <a:custGeom>
            <a:rect b="b" l="l" r="r" t="t"/>
            <a:pathLst>
              <a:path extrusionOk="0" h="17417796" w="12318873">
                <a:moveTo>
                  <a:pt x="0" y="0"/>
                </a:moveTo>
                <a:lnTo>
                  <a:pt x="12318873" y="0"/>
                </a:lnTo>
                <a:lnTo>
                  <a:pt x="12318873" y="17417796"/>
                </a:lnTo>
                <a:lnTo>
                  <a:pt x="0" y="17417796"/>
                </a:lnTo>
                <a:lnTo>
                  <a:pt x="0" y="0"/>
                </a:lnTo>
                <a:close/>
              </a:path>
            </a:pathLst>
          </a:custGeom>
          <a:blipFill rotWithShape="1">
            <a:blip r:embed="rId3">
              <a:alphaModFix/>
            </a:blip>
            <a:stretch>
              <a:fillRect b="0" l="-51" r="-50" t="0"/>
            </a:stretch>
          </a:blipFill>
          <a:ln>
            <a:noFill/>
          </a:ln>
        </p:spPr>
      </p:sp>
      <p:sp>
        <p:nvSpPr>
          <p:cNvPr id="867" name="Google Shape;867;p41"/>
          <p:cNvSpPr/>
          <p:nvPr/>
        </p:nvSpPr>
        <p:spPr>
          <a:xfrm rot="10472255">
            <a:off x="15552842" y="-1626396"/>
            <a:ext cx="5396484" cy="4114800"/>
          </a:xfrm>
          <a:custGeom>
            <a:rect b="b" l="l" r="r" t="t"/>
            <a:pathLst>
              <a:path extrusionOk="0" h="5486400" w="7195312">
                <a:moveTo>
                  <a:pt x="0" y="0"/>
                </a:moveTo>
                <a:lnTo>
                  <a:pt x="7195312" y="0"/>
                </a:lnTo>
                <a:lnTo>
                  <a:pt x="7195312" y="5486400"/>
                </a:lnTo>
                <a:lnTo>
                  <a:pt x="0" y="5486400"/>
                </a:lnTo>
                <a:lnTo>
                  <a:pt x="0" y="0"/>
                </a:lnTo>
                <a:close/>
              </a:path>
            </a:pathLst>
          </a:custGeom>
          <a:blipFill rotWithShape="1">
            <a:blip r:embed="rId4">
              <a:alphaModFix/>
            </a:blip>
            <a:stretch>
              <a:fillRect b="0" l="-7" r="-6" t="0"/>
            </a:stretch>
          </a:blipFill>
          <a:ln>
            <a:noFill/>
          </a:ln>
        </p:spPr>
      </p:sp>
      <p:sp>
        <p:nvSpPr>
          <p:cNvPr id="868" name="Google Shape;868;p41"/>
          <p:cNvSpPr/>
          <p:nvPr/>
        </p:nvSpPr>
        <p:spPr>
          <a:xfrm rot="5947534">
            <a:off x="5442991" y="-3000949"/>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5">
              <a:alphaModFix/>
            </a:blip>
            <a:stretch>
              <a:fillRect b="0" l="-25" r="-24" t="0"/>
            </a:stretch>
          </a:blipFill>
          <a:ln>
            <a:noFill/>
          </a:ln>
        </p:spPr>
      </p:sp>
      <p:sp>
        <p:nvSpPr>
          <p:cNvPr id="869" name="Google Shape;869;p41"/>
          <p:cNvSpPr/>
          <p:nvPr/>
        </p:nvSpPr>
        <p:spPr>
          <a:xfrm rot="-4370532">
            <a:off x="-2215631" y="7617785"/>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5">
              <a:alphaModFix/>
            </a:blip>
            <a:stretch>
              <a:fillRect b="0" l="-25" r="-24" t="0"/>
            </a:stretch>
          </a:blipFill>
          <a:ln>
            <a:noFill/>
          </a:ln>
        </p:spPr>
      </p:sp>
      <p:sp>
        <p:nvSpPr>
          <p:cNvPr id="870" name="Google Shape;870;p41"/>
          <p:cNvSpPr/>
          <p:nvPr/>
        </p:nvSpPr>
        <p:spPr>
          <a:xfrm rot="5336227">
            <a:off x="15144078" y="717443"/>
            <a:ext cx="1209770" cy="2452974"/>
          </a:xfrm>
          <a:custGeom>
            <a:rect b="b" l="l" r="r" t="t"/>
            <a:pathLst>
              <a:path extrusionOk="0" h="3270631" w="1613027">
                <a:moveTo>
                  <a:pt x="0" y="0"/>
                </a:moveTo>
                <a:lnTo>
                  <a:pt x="1613027" y="0"/>
                </a:lnTo>
                <a:lnTo>
                  <a:pt x="1613027" y="3270631"/>
                </a:lnTo>
                <a:lnTo>
                  <a:pt x="0" y="3270631"/>
                </a:lnTo>
                <a:lnTo>
                  <a:pt x="0" y="0"/>
                </a:lnTo>
                <a:close/>
              </a:path>
            </a:pathLst>
          </a:custGeom>
          <a:blipFill rotWithShape="1">
            <a:blip r:embed="rId6">
              <a:alphaModFix/>
            </a:blip>
            <a:stretch>
              <a:fillRect b="0" l="-56953" r="-56955" t="0"/>
            </a:stretch>
          </a:blipFill>
          <a:ln>
            <a:noFill/>
          </a:ln>
        </p:spPr>
      </p:sp>
      <p:sp>
        <p:nvSpPr>
          <p:cNvPr id="871" name="Google Shape;871;p41"/>
          <p:cNvSpPr txBox="1"/>
          <p:nvPr/>
        </p:nvSpPr>
        <p:spPr>
          <a:xfrm>
            <a:off x="3578185" y="1175661"/>
            <a:ext cx="10095096" cy="1269873"/>
          </a:xfrm>
          <a:prstGeom prst="rect">
            <a:avLst/>
          </a:prstGeom>
          <a:noFill/>
          <a:ln>
            <a:noFill/>
          </a:ln>
        </p:spPr>
        <p:txBody>
          <a:bodyPr anchorCtr="0" anchor="t" bIns="0" lIns="0" spcFirstLastPara="1" rIns="0" wrap="square" tIns="0">
            <a:spAutoFit/>
          </a:bodyPr>
          <a:lstStyle/>
          <a:p>
            <a:pPr indent="0" lvl="0" marL="0" marR="0" rtl="0" algn="ctr">
              <a:lnSpc>
                <a:spcPct val="127196"/>
              </a:lnSpc>
              <a:spcBef>
                <a:spcPts val="0"/>
              </a:spcBef>
              <a:spcAft>
                <a:spcPts val="0"/>
              </a:spcAft>
              <a:buNone/>
            </a:pPr>
            <a:r>
              <a:rPr b="1" i="0" lang="en-US" sz="6600" u="none" cap="none" strike="noStrike">
                <a:solidFill>
                  <a:srgbClr val="000000"/>
                </a:solidFill>
                <a:latin typeface="Arial"/>
                <a:ea typeface="Arial"/>
                <a:cs typeface="Arial"/>
                <a:sym typeface="Arial"/>
              </a:rPr>
              <a:t>Switching y ARP</a:t>
            </a:r>
            <a:endParaRPr/>
          </a:p>
        </p:txBody>
      </p:sp>
      <p:sp>
        <p:nvSpPr>
          <p:cNvPr id="872" name="Google Shape;872;p41"/>
          <p:cNvSpPr txBox="1"/>
          <p:nvPr/>
        </p:nvSpPr>
        <p:spPr>
          <a:xfrm>
            <a:off x="2852926" y="2405834"/>
            <a:ext cx="11969400" cy="6904350"/>
          </a:xfrm>
          <a:prstGeom prst="rect">
            <a:avLst/>
          </a:prstGeom>
          <a:noFill/>
          <a:ln>
            <a:noFill/>
          </a:ln>
        </p:spPr>
        <p:txBody>
          <a:bodyPr anchorCtr="0" anchor="t" bIns="0" lIns="0" spcFirstLastPara="1" rIns="0" wrap="square" tIns="0">
            <a:spAutoFit/>
          </a:bodyPr>
          <a:lstStyle/>
          <a:p>
            <a:pPr indent="-190459" lvl="2" marL="571379" marR="0" rtl="0" algn="just">
              <a:lnSpc>
                <a:spcPct val="143977"/>
              </a:lnSpc>
              <a:spcBef>
                <a:spcPts val="0"/>
              </a:spcBef>
              <a:spcAft>
                <a:spcPts val="0"/>
              </a:spcAft>
              <a:buClr>
                <a:srgbClr val="000000"/>
              </a:buClr>
              <a:buSzPts val="2499"/>
              <a:buFont typeface="Arial"/>
              <a:buChar char="⚬"/>
            </a:pPr>
            <a:r>
              <a:rPr b="0" i="0" lang="en-US" sz="2499" u="none" cap="none" strike="noStrike">
                <a:solidFill>
                  <a:srgbClr val="000000"/>
                </a:solidFill>
                <a:latin typeface="DM Sans"/>
                <a:ea typeface="DM Sans"/>
                <a:cs typeface="DM Sans"/>
                <a:sym typeface="DM Sans"/>
              </a:rPr>
              <a:t>Cuando un dispositivo en una red necesita enviar un paquete a otro dispositivo, primero utiliza el ARP para resolver la dirección IP del dispositivo de destino en una dirección MAC. Luego, utiliza la dirección MAC para enviar el paquete al switch, que lo conmuta al puerto correcto y lo envía al dispositivo de destino.</a:t>
            </a:r>
            <a:endParaRPr/>
          </a:p>
          <a:p>
            <a:pPr indent="-106700" lvl="2" marL="320100" marR="0" rtl="0" algn="just">
              <a:lnSpc>
                <a:spcPct val="80672"/>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190459" lvl="2" marL="571379" marR="0" rtl="0" algn="just">
              <a:lnSpc>
                <a:spcPct val="143977"/>
              </a:lnSpc>
              <a:spcBef>
                <a:spcPts val="0"/>
              </a:spcBef>
              <a:spcAft>
                <a:spcPts val="0"/>
              </a:spcAft>
              <a:buClr>
                <a:srgbClr val="000000"/>
              </a:buClr>
              <a:buSzPts val="2499"/>
              <a:buFont typeface="Arial"/>
              <a:buChar char="⚬"/>
            </a:pPr>
            <a:r>
              <a:rPr b="0" i="0" lang="en-US" sz="2499" u="none" cap="none" strike="noStrike">
                <a:solidFill>
                  <a:srgbClr val="000000"/>
                </a:solidFill>
                <a:latin typeface="DM Sans"/>
                <a:ea typeface="DM Sans"/>
                <a:cs typeface="DM Sans"/>
                <a:sym typeface="DM Sans"/>
              </a:rPr>
              <a:t>El switch mantiene una tabla ARP que contiene la dirección IP y la dirección MAC de cada dispositivo conectado a la red.</a:t>
            </a:r>
            <a:endParaRPr/>
          </a:p>
          <a:p>
            <a:pPr indent="-106700" lvl="2" marL="320100" marR="0" rtl="0" algn="just">
              <a:lnSpc>
                <a:spcPct val="80672"/>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190459" lvl="2" marL="571379" marR="0" rtl="0" algn="just">
              <a:lnSpc>
                <a:spcPct val="143977"/>
              </a:lnSpc>
              <a:spcBef>
                <a:spcPts val="0"/>
              </a:spcBef>
              <a:spcAft>
                <a:spcPts val="0"/>
              </a:spcAft>
              <a:buClr>
                <a:srgbClr val="000000"/>
              </a:buClr>
              <a:buSzPts val="2499"/>
              <a:buFont typeface="Arial"/>
              <a:buChar char="⚬"/>
            </a:pPr>
            <a:r>
              <a:rPr b="0" i="0" lang="en-US" sz="2499" u="none" cap="none" strike="noStrike">
                <a:solidFill>
                  <a:srgbClr val="000000"/>
                </a:solidFill>
                <a:latin typeface="DM Sans"/>
                <a:ea typeface="DM Sans"/>
                <a:cs typeface="DM Sans"/>
                <a:sym typeface="DM Sans"/>
              </a:rPr>
              <a:t>Cada vez que un dispositivo envía un paquete a otro dispositivo, el switch consulta su tabla ARP para determinar la dirección MAC del dispositivo de destino y conmutar el paquete al puerto correcto.</a:t>
            </a:r>
            <a:endParaRPr/>
          </a:p>
          <a:p>
            <a:pPr indent="-106700" lvl="2" marL="320100" marR="0" rtl="0" algn="just">
              <a:lnSpc>
                <a:spcPct val="80672"/>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190459" lvl="2" marL="571379" marR="0" rtl="0" algn="just">
              <a:lnSpc>
                <a:spcPct val="143977"/>
              </a:lnSpc>
              <a:spcBef>
                <a:spcPts val="0"/>
              </a:spcBef>
              <a:spcAft>
                <a:spcPts val="0"/>
              </a:spcAft>
              <a:buClr>
                <a:srgbClr val="000000"/>
              </a:buClr>
              <a:buSzPts val="2499"/>
              <a:buFont typeface="Arial"/>
              <a:buChar char="⚬"/>
            </a:pPr>
            <a:r>
              <a:rPr b="0" i="0" lang="en-US" sz="2499" u="none" cap="none" strike="noStrike">
                <a:solidFill>
                  <a:srgbClr val="000000"/>
                </a:solidFill>
                <a:latin typeface="DM Sans"/>
                <a:ea typeface="DM Sans"/>
                <a:cs typeface="DM Sans"/>
                <a:sym typeface="DM Sans"/>
              </a:rPr>
              <a:t>De esta manera, el switch ayuda a garantizar la entrega eficiente y confiable de los paquetes de datos en una red.</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880" name="Shape 880"/>
        <p:cNvGrpSpPr/>
        <p:nvPr/>
      </p:nvGrpSpPr>
      <p:grpSpPr>
        <a:xfrm>
          <a:off x="0" y="0"/>
          <a:ext cx="0" cy="0"/>
          <a:chOff x="0" y="0"/>
          <a:chExt cx="0" cy="0"/>
        </a:xfrm>
      </p:grpSpPr>
      <p:sp>
        <p:nvSpPr>
          <p:cNvPr id="881" name="Google Shape;881;p42"/>
          <p:cNvSpPr/>
          <p:nvPr/>
        </p:nvSpPr>
        <p:spPr>
          <a:xfrm rot="5400000">
            <a:off x="4218020" y="-1282642"/>
            <a:ext cx="9239155" cy="13063347"/>
          </a:xfrm>
          <a:custGeom>
            <a:rect b="b" l="l" r="r" t="t"/>
            <a:pathLst>
              <a:path extrusionOk="0" h="17417796" w="12318873">
                <a:moveTo>
                  <a:pt x="0" y="0"/>
                </a:moveTo>
                <a:lnTo>
                  <a:pt x="12318873" y="0"/>
                </a:lnTo>
                <a:lnTo>
                  <a:pt x="12318873" y="17417796"/>
                </a:lnTo>
                <a:lnTo>
                  <a:pt x="0" y="17417796"/>
                </a:lnTo>
                <a:lnTo>
                  <a:pt x="0" y="0"/>
                </a:lnTo>
                <a:close/>
              </a:path>
            </a:pathLst>
          </a:custGeom>
          <a:blipFill rotWithShape="1">
            <a:blip r:embed="rId3">
              <a:alphaModFix/>
            </a:blip>
            <a:stretch>
              <a:fillRect b="0" l="-51" r="-50" t="0"/>
            </a:stretch>
          </a:blipFill>
          <a:ln>
            <a:noFill/>
          </a:ln>
        </p:spPr>
      </p:sp>
      <p:sp>
        <p:nvSpPr>
          <p:cNvPr id="882" name="Google Shape;882;p42"/>
          <p:cNvSpPr/>
          <p:nvPr/>
        </p:nvSpPr>
        <p:spPr>
          <a:xfrm rot="10472255">
            <a:off x="15552842" y="-1626396"/>
            <a:ext cx="5396484" cy="4114800"/>
          </a:xfrm>
          <a:custGeom>
            <a:rect b="b" l="l" r="r" t="t"/>
            <a:pathLst>
              <a:path extrusionOk="0" h="5486400" w="7195312">
                <a:moveTo>
                  <a:pt x="0" y="0"/>
                </a:moveTo>
                <a:lnTo>
                  <a:pt x="7195312" y="0"/>
                </a:lnTo>
                <a:lnTo>
                  <a:pt x="7195312" y="5486400"/>
                </a:lnTo>
                <a:lnTo>
                  <a:pt x="0" y="5486400"/>
                </a:lnTo>
                <a:lnTo>
                  <a:pt x="0" y="0"/>
                </a:lnTo>
                <a:close/>
              </a:path>
            </a:pathLst>
          </a:custGeom>
          <a:blipFill rotWithShape="1">
            <a:blip r:embed="rId4">
              <a:alphaModFix/>
            </a:blip>
            <a:stretch>
              <a:fillRect b="0" l="-7" r="-6" t="0"/>
            </a:stretch>
          </a:blipFill>
          <a:ln>
            <a:noFill/>
          </a:ln>
        </p:spPr>
      </p:sp>
      <p:sp>
        <p:nvSpPr>
          <p:cNvPr id="883" name="Google Shape;883;p42"/>
          <p:cNvSpPr/>
          <p:nvPr/>
        </p:nvSpPr>
        <p:spPr>
          <a:xfrm rot="5947534">
            <a:off x="5442991" y="-3000949"/>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5">
              <a:alphaModFix/>
            </a:blip>
            <a:stretch>
              <a:fillRect b="0" l="-25" r="-24" t="0"/>
            </a:stretch>
          </a:blipFill>
          <a:ln>
            <a:noFill/>
          </a:ln>
        </p:spPr>
      </p:sp>
      <p:sp>
        <p:nvSpPr>
          <p:cNvPr id="884" name="Google Shape;884;p42"/>
          <p:cNvSpPr/>
          <p:nvPr/>
        </p:nvSpPr>
        <p:spPr>
          <a:xfrm rot="-4370532">
            <a:off x="-2215631" y="7617785"/>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5">
              <a:alphaModFix/>
            </a:blip>
            <a:stretch>
              <a:fillRect b="0" l="-25" r="-24" t="0"/>
            </a:stretch>
          </a:blipFill>
          <a:ln>
            <a:noFill/>
          </a:ln>
        </p:spPr>
      </p:sp>
      <p:sp>
        <p:nvSpPr>
          <p:cNvPr id="885" name="Google Shape;885;p42"/>
          <p:cNvSpPr/>
          <p:nvPr/>
        </p:nvSpPr>
        <p:spPr>
          <a:xfrm rot="5336227">
            <a:off x="15144078" y="717443"/>
            <a:ext cx="1209770" cy="2452974"/>
          </a:xfrm>
          <a:custGeom>
            <a:rect b="b" l="l" r="r" t="t"/>
            <a:pathLst>
              <a:path extrusionOk="0" h="3270631" w="1613027">
                <a:moveTo>
                  <a:pt x="0" y="0"/>
                </a:moveTo>
                <a:lnTo>
                  <a:pt x="1613027" y="0"/>
                </a:lnTo>
                <a:lnTo>
                  <a:pt x="1613027" y="3270631"/>
                </a:lnTo>
                <a:lnTo>
                  <a:pt x="0" y="3270631"/>
                </a:lnTo>
                <a:lnTo>
                  <a:pt x="0" y="0"/>
                </a:lnTo>
                <a:close/>
              </a:path>
            </a:pathLst>
          </a:custGeom>
          <a:blipFill rotWithShape="1">
            <a:blip r:embed="rId6">
              <a:alphaModFix/>
            </a:blip>
            <a:stretch>
              <a:fillRect b="0" l="-56953" r="-56955" t="0"/>
            </a:stretch>
          </a:blipFill>
          <a:ln>
            <a:noFill/>
          </a:ln>
        </p:spPr>
      </p:sp>
      <p:sp>
        <p:nvSpPr>
          <p:cNvPr id="886" name="Google Shape;886;p42"/>
          <p:cNvSpPr txBox="1"/>
          <p:nvPr/>
        </p:nvSpPr>
        <p:spPr>
          <a:xfrm>
            <a:off x="3790052" y="1677247"/>
            <a:ext cx="10095096" cy="2155698"/>
          </a:xfrm>
          <a:prstGeom prst="rect">
            <a:avLst/>
          </a:prstGeom>
          <a:noFill/>
          <a:ln>
            <a:noFill/>
          </a:ln>
        </p:spPr>
        <p:txBody>
          <a:bodyPr anchorCtr="0" anchor="t" bIns="0" lIns="0" spcFirstLastPara="1" rIns="0" wrap="square" tIns="0">
            <a:spAutoFit/>
          </a:bodyPr>
          <a:lstStyle/>
          <a:p>
            <a:pPr indent="0" lvl="0" marL="0" marR="0" rtl="0" algn="ctr">
              <a:lnSpc>
                <a:spcPct val="127196"/>
              </a:lnSpc>
              <a:spcBef>
                <a:spcPts val="0"/>
              </a:spcBef>
              <a:spcAft>
                <a:spcPts val="0"/>
              </a:spcAft>
              <a:buNone/>
            </a:pPr>
            <a:r>
              <a:rPr b="1" i="0" lang="en-US" sz="6600" u="none" cap="none" strike="noStrike">
                <a:solidFill>
                  <a:srgbClr val="000000"/>
                </a:solidFill>
                <a:latin typeface="Arial"/>
                <a:ea typeface="Arial"/>
                <a:cs typeface="Arial"/>
                <a:sym typeface="Arial"/>
              </a:rPr>
              <a:t>ARP (Address Resolution Protocol)</a:t>
            </a:r>
            <a:endParaRPr/>
          </a:p>
        </p:txBody>
      </p:sp>
      <p:sp>
        <p:nvSpPr>
          <p:cNvPr id="887" name="Google Shape;887;p42"/>
          <p:cNvSpPr txBox="1"/>
          <p:nvPr/>
        </p:nvSpPr>
        <p:spPr>
          <a:xfrm>
            <a:off x="2852926" y="4242520"/>
            <a:ext cx="11969349" cy="3771900"/>
          </a:xfrm>
          <a:prstGeom prst="rect">
            <a:avLst/>
          </a:prstGeom>
          <a:noFill/>
          <a:ln>
            <a:noFill/>
          </a:ln>
        </p:spPr>
        <p:txBody>
          <a:bodyPr anchorCtr="0" anchor="t" bIns="0" lIns="0" spcFirstLastPara="1" rIns="0" wrap="square" tIns="0">
            <a:spAutoFit/>
          </a:bodyPr>
          <a:lstStyle/>
          <a:p>
            <a:pPr indent="-190459" lvl="2" marL="571379" marR="0" rtl="0" algn="just">
              <a:lnSpc>
                <a:spcPct val="143977"/>
              </a:lnSpc>
              <a:spcBef>
                <a:spcPts val="0"/>
              </a:spcBef>
              <a:spcAft>
                <a:spcPts val="0"/>
              </a:spcAft>
              <a:buClr>
                <a:srgbClr val="000000"/>
              </a:buClr>
              <a:buSzPts val="2499"/>
              <a:buFont typeface="Arial"/>
              <a:buChar char="⚬"/>
            </a:pPr>
            <a:r>
              <a:rPr b="0" i="0" lang="en-US" sz="2499" u="none" cap="none" strike="noStrike">
                <a:solidFill>
                  <a:srgbClr val="000000"/>
                </a:solidFill>
                <a:latin typeface="DM Sans"/>
                <a:ea typeface="DM Sans"/>
                <a:cs typeface="DM Sans"/>
                <a:sym typeface="DM Sans"/>
              </a:rPr>
              <a:t>ARP es un protocolo de la capa de enlace de datos (capa 2) utilizado en redes de computadoras.</a:t>
            </a:r>
            <a:endParaRPr/>
          </a:p>
          <a:p>
            <a:pPr indent="-106700" lvl="2" marL="320100" marR="0" rtl="0" algn="just">
              <a:lnSpc>
                <a:spcPct val="80672"/>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190459" lvl="2" marL="571379" marR="0" rtl="0" algn="just">
              <a:lnSpc>
                <a:spcPct val="143977"/>
              </a:lnSpc>
              <a:spcBef>
                <a:spcPts val="0"/>
              </a:spcBef>
              <a:spcAft>
                <a:spcPts val="0"/>
              </a:spcAft>
              <a:buClr>
                <a:srgbClr val="000000"/>
              </a:buClr>
              <a:buSzPts val="2499"/>
              <a:buFont typeface="Arial"/>
              <a:buChar char="⚬"/>
            </a:pPr>
            <a:r>
              <a:rPr b="0" i="0" lang="en-US" sz="2499" u="none" cap="none" strike="noStrike">
                <a:solidFill>
                  <a:srgbClr val="000000"/>
                </a:solidFill>
                <a:latin typeface="DM Sans"/>
                <a:ea typeface="DM Sans"/>
                <a:cs typeface="DM Sans"/>
                <a:sym typeface="DM Sans"/>
              </a:rPr>
              <a:t>Se encarga de traducir direcciones IP en direcciones MAC.</a:t>
            </a:r>
            <a:endParaRPr/>
          </a:p>
          <a:p>
            <a:pPr indent="-106700" lvl="2" marL="320100" marR="0" rtl="0" algn="just">
              <a:lnSpc>
                <a:spcPct val="80672"/>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190459" lvl="2" marL="571379" marR="0" rtl="0" algn="just">
              <a:lnSpc>
                <a:spcPct val="143977"/>
              </a:lnSpc>
              <a:spcBef>
                <a:spcPts val="0"/>
              </a:spcBef>
              <a:spcAft>
                <a:spcPts val="0"/>
              </a:spcAft>
              <a:buClr>
                <a:srgbClr val="000000"/>
              </a:buClr>
              <a:buSzPts val="2499"/>
              <a:buFont typeface="Arial"/>
              <a:buChar char="⚬"/>
            </a:pPr>
            <a:r>
              <a:rPr b="0" i="0" lang="en-US" sz="2499" u="none" cap="none" strike="noStrike">
                <a:solidFill>
                  <a:srgbClr val="000000"/>
                </a:solidFill>
                <a:latin typeface="DM Sans"/>
                <a:ea typeface="DM Sans"/>
                <a:cs typeface="DM Sans"/>
                <a:sym typeface="DM Sans"/>
              </a:rPr>
              <a:t>Este proceso de traducción se conoce como resolución de direcciones.</a:t>
            </a:r>
            <a:endParaRPr/>
          </a:p>
          <a:p>
            <a:pPr indent="-106700" lvl="2" marL="320100" marR="0" rtl="0" algn="just">
              <a:lnSpc>
                <a:spcPct val="80672"/>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190459" lvl="2" marL="571379" marR="0" rtl="0" algn="just">
              <a:lnSpc>
                <a:spcPct val="143977"/>
              </a:lnSpc>
              <a:spcBef>
                <a:spcPts val="0"/>
              </a:spcBef>
              <a:spcAft>
                <a:spcPts val="0"/>
              </a:spcAft>
              <a:buClr>
                <a:srgbClr val="000000"/>
              </a:buClr>
              <a:buSzPts val="2499"/>
              <a:buFont typeface="Arial"/>
              <a:buChar char="⚬"/>
            </a:pPr>
            <a:r>
              <a:rPr b="0" i="0" lang="en-US" sz="2499" u="none" cap="none" strike="noStrike">
                <a:solidFill>
                  <a:srgbClr val="000000"/>
                </a:solidFill>
                <a:latin typeface="DM Sans"/>
                <a:ea typeface="DM Sans"/>
                <a:cs typeface="DM Sans"/>
                <a:sym typeface="DM Sans"/>
              </a:rPr>
              <a:t>Utiliza un proceso en tres pasos para descubrir y almacenar la dirección MAC de un host de la red local, partiendo de que solo se conoce la dirección IP del host.</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895" name="Shape 895"/>
        <p:cNvGrpSpPr/>
        <p:nvPr/>
      </p:nvGrpSpPr>
      <p:grpSpPr>
        <a:xfrm>
          <a:off x="0" y="0"/>
          <a:ext cx="0" cy="0"/>
          <a:chOff x="0" y="0"/>
          <a:chExt cx="0" cy="0"/>
        </a:xfrm>
      </p:grpSpPr>
      <p:sp>
        <p:nvSpPr>
          <p:cNvPr id="896" name="Google Shape;896;p43"/>
          <p:cNvSpPr/>
          <p:nvPr/>
        </p:nvSpPr>
        <p:spPr>
          <a:xfrm rot="5400000">
            <a:off x="4218020" y="-1282642"/>
            <a:ext cx="9239155" cy="13063347"/>
          </a:xfrm>
          <a:custGeom>
            <a:rect b="b" l="l" r="r" t="t"/>
            <a:pathLst>
              <a:path extrusionOk="0" h="17417796" w="12318873">
                <a:moveTo>
                  <a:pt x="0" y="0"/>
                </a:moveTo>
                <a:lnTo>
                  <a:pt x="12318873" y="0"/>
                </a:lnTo>
                <a:lnTo>
                  <a:pt x="12318873" y="17417796"/>
                </a:lnTo>
                <a:lnTo>
                  <a:pt x="0" y="17417796"/>
                </a:lnTo>
                <a:lnTo>
                  <a:pt x="0" y="0"/>
                </a:lnTo>
                <a:close/>
              </a:path>
            </a:pathLst>
          </a:custGeom>
          <a:blipFill rotWithShape="1">
            <a:blip r:embed="rId3">
              <a:alphaModFix/>
            </a:blip>
            <a:stretch>
              <a:fillRect b="0" l="-51" r="-50" t="0"/>
            </a:stretch>
          </a:blipFill>
          <a:ln>
            <a:noFill/>
          </a:ln>
        </p:spPr>
      </p:sp>
      <p:sp>
        <p:nvSpPr>
          <p:cNvPr id="897" name="Google Shape;897;p43"/>
          <p:cNvSpPr/>
          <p:nvPr/>
        </p:nvSpPr>
        <p:spPr>
          <a:xfrm rot="10472255">
            <a:off x="15552842" y="-1626396"/>
            <a:ext cx="5396484" cy="4114800"/>
          </a:xfrm>
          <a:custGeom>
            <a:rect b="b" l="l" r="r" t="t"/>
            <a:pathLst>
              <a:path extrusionOk="0" h="5486400" w="7195312">
                <a:moveTo>
                  <a:pt x="0" y="0"/>
                </a:moveTo>
                <a:lnTo>
                  <a:pt x="7195312" y="0"/>
                </a:lnTo>
                <a:lnTo>
                  <a:pt x="7195312" y="5486400"/>
                </a:lnTo>
                <a:lnTo>
                  <a:pt x="0" y="5486400"/>
                </a:lnTo>
                <a:lnTo>
                  <a:pt x="0" y="0"/>
                </a:lnTo>
                <a:close/>
              </a:path>
            </a:pathLst>
          </a:custGeom>
          <a:blipFill rotWithShape="1">
            <a:blip r:embed="rId4">
              <a:alphaModFix/>
            </a:blip>
            <a:stretch>
              <a:fillRect b="0" l="-7" r="-6" t="0"/>
            </a:stretch>
          </a:blipFill>
          <a:ln>
            <a:noFill/>
          </a:ln>
        </p:spPr>
      </p:sp>
      <p:sp>
        <p:nvSpPr>
          <p:cNvPr id="898" name="Google Shape;898;p43"/>
          <p:cNvSpPr/>
          <p:nvPr/>
        </p:nvSpPr>
        <p:spPr>
          <a:xfrm rot="5947534">
            <a:off x="5442991" y="-3000949"/>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5">
              <a:alphaModFix/>
            </a:blip>
            <a:stretch>
              <a:fillRect b="0" l="-25" r="-24" t="0"/>
            </a:stretch>
          </a:blipFill>
          <a:ln>
            <a:noFill/>
          </a:ln>
        </p:spPr>
      </p:sp>
      <p:sp>
        <p:nvSpPr>
          <p:cNvPr id="899" name="Google Shape;899;p43"/>
          <p:cNvSpPr/>
          <p:nvPr/>
        </p:nvSpPr>
        <p:spPr>
          <a:xfrm rot="-4370532">
            <a:off x="-2215631" y="7617785"/>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5">
              <a:alphaModFix/>
            </a:blip>
            <a:stretch>
              <a:fillRect b="0" l="-25" r="-24" t="0"/>
            </a:stretch>
          </a:blipFill>
          <a:ln>
            <a:noFill/>
          </a:ln>
        </p:spPr>
      </p:sp>
      <p:sp>
        <p:nvSpPr>
          <p:cNvPr id="900" name="Google Shape;900;p43"/>
          <p:cNvSpPr/>
          <p:nvPr/>
        </p:nvSpPr>
        <p:spPr>
          <a:xfrm rot="5336227">
            <a:off x="15144078" y="717443"/>
            <a:ext cx="1209770" cy="2452974"/>
          </a:xfrm>
          <a:custGeom>
            <a:rect b="b" l="l" r="r" t="t"/>
            <a:pathLst>
              <a:path extrusionOk="0" h="3270631" w="1613027">
                <a:moveTo>
                  <a:pt x="0" y="0"/>
                </a:moveTo>
                <a:lnTo>
                  <a:pt x="1613027" y="0"/>
                </a:lnTo>
                <a:lnTo>
                  <a:pt x="1613027" y="3270631"/>
                </a:lnTo>
                <a:lnTo>
                  <a:pt x="0" y="3270631"/>
                </a:lnTo>
                <a:lnTo>
                  <a:pt x="0" y="0"/>
                </a:lnTo>
                <a:close/>
              </a:path>
            </a:pathLst>
          </a:custGeom>
          <a:blipFill rotWithShape="1">
            <a:blip r:embed="rId6">
              <a:alphaModFix/>
            </a:blip>
            <a:stretch>
              <a:fillRect b="0" l="-56953" r="-56955" t="0"/>
            </a:stretch>
          </a:blipFill>
          <a:ln>
            <a:noFill/>
          </a:ln>
        </p:spPr>
      </p:sp>
      <p:sp>
        <p:nvSpPr>
          <p:cNvPr id="901" name="Google Shape;901;p43"/>
          <p:cNvSpPr txBox="1"/>
          <p:nvPr/>
        </p:nvSpPr>
        <p:spPr>
          <a:xfrm>
            <a:off x="3790052" y="1677247"/>
            <a:ext cx="10095096" cy="1269873"/>
          </a:xfrm>
          <a:prstGeom prst="rect">
            <a:avLst/>
          </a:prstGeom>
          <a:noFill/>
          <a:ln>
            <a:noFill/>
          </a:ln>
        </p:spPr>
        <p:txBody>
          <a:bodyPr anchorCtr="0" anchor="t" bIns="0" lIns="0" spcFirstLastPara="1" rIns="0" wrap="square" tIns="0">
            <a:spAutoFit/>
          </a:bodyPr>
          <a:lstStyle/>
          <a:p>
            <a:pPr indent="0" lvl="0" marL="0" marR="0" rtl="0" algn="ctr">
              <a:lnSpc>
                <a:spcPct val="127196"/>
              </a:lnSpc>
              <a:spcBef>
                <a:spcPts val="0"/>
              </a:spcBef>
              <a:spcAft>
                <a:spcPts val="0"/>
              </a:spcAft>
              <a:buNone/>
            </a:pPr>
            <a:r>
              <a:rPr b="1" i="0" lang="en-US" sz="6600" u="none" cap="none" strike="noStrike">
                <a:solidFill>
                  <a:srgbClr val="000000"/>
                </a:solidFill>
                <a:latin typeface="Arial"/>
                <a:ea typeface="Arial"/>
                <a:cs typeface="Arial"/>
                <a:sym typeface="Arial"/>
              </a:rPr>
              <a:t>¿Cómo funciona ARP?</a:t>
            </a:r>
            <a:endParaRPr/>
          </a:p>
        </p:txBody>
      </p:sp>
      <p:sp>
        <p:nvSpPr>
          <p:cNvPr id="902" name="Google Shape;902;p43"/>
          <p:cNvSpPr txBox="1"/>
          <p:nvPr/>
        </p:nvSpPr>
        <p:spPr>
          <a:xfrm>
            <a:off x="2852926" y="3873569"/>
            <a:ext cx="11969349" cy="3771900"/>
          </a:xfrm>
          <a:prstGeom prst="rect">
            <a:avLst/>
          </a:prstGeom>
          <a:noFill/>
          <a:ln>
            <a:noFill/>
          </a:ln>
        </p:spPr>
        <p:txBody>
          <a:bodyPr anchorCtr="0" anchor="t" bIns="0" lIns="0" spcFirstLastPara="1" rIns="0" wrap="square" tIns="0">
            <a:spAutoFit/>
          </a:bodyPr>
          <a:lstStyle/>
          <a:p>
            <a:pPr indent="-190459" lvl="2" marL="571379" marR="0" rtl="0" algn="just">
              <a:lnSpc>
                <a:spcPct val="143977"/>
              </a:lnSpc>
              <a:spcBef>
                <a:spcPts val="0"/>
              </a:spcBef>
              <a:spcAft>
                <a:spcPts val="0"/>
              </a:spcAft>
              <a:buClr>
                <a:srgbClr val="000000"/>
              </a:buClr>
              <a:buSzPts val="2499"/>
              <a:buFont typeface="Arial"/>
              <a:buChar char="⚬"/>
            </a:pPr>
            <a:r>
              <a:rPr b="0" i="0" lang="en-US" sz="2499" u="none" cap="none" strike="noStrike">
                <a:solidFill>
                  <a:srgbClr val="000000"/>
                </a:solidFill>
                <a:latin typeface="DM Sans"/>
                <a:ea typeface="DM Sans"/>
                <a:cs typeface="DM Sans"/>
                <a:sym typeface="DM Sans"/>
              </a:rPr>
              <a:t>ARP mantiene una tabla de asociación, llamada tabla ARP, que almacena las asociaciones IP-MAC existentes en una red local.</a:t>
            </a:r>
            <a:endParaRPr/>
          </a:p>
          <a:p>
            <a:pPr indent="-106700" lvl="2" marL="320100" marR="0" rtl="0" algn="just">
              <a:lnSpc>
                <a:spcPct val="80672"/>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190459" lvl="2" marL="571379" marR="0" rtl="0" algn="just">
              <a:lnSpc>
                <a:spcPct val="143977"/>
              </a:lnSpc>
              <a:spcBef>
                <a:spcPts val="0"/>
              </a:spcBef>
              <a:spcAft>
                <a:spcPts val="0"/>
              </a:spcAft>
              <a:buClr>
                <a:srgbClr val="000000"/>
              </a:buClr>
              <a:buSzPts val="2499"/>
              <a:buFont typeface="Arial"/>
              <a:buChar char="⚬"/>
            </a:pPr>
            <a:r>
              <a:rPr b="0" i="0" lang="en-US" sz="2499" u="none" cap="none" strike="noStrike">
                <a:solidFill>
                  <a:srgbClr val="000000"/>
                </a:solidFill>
                <a:latin typeface="DM Sans"/>
                <a:ea typeface="DM Sans"/>
                <a:cs typeface="DM Sans"/>
                <a:sym typeface="DM Sans"/>
              </a:rPr>
              <a:t>Cuando un dispositivo necesita enviar un paquete a otro dispositivo, envía un mensaje ARP a todos los dispositivos en la red pidiendo la dirección MAC correspondiente a la dirección IP especificada.</a:t>
            </a:r>
            <a:endParaRPr/>
          </a:p>
          <a:p>
            <a:pPr indent="-106700" lvl="2" marL="320100" marR="0" rtl="0" algn="just">
              <a:lnSpc>
                <a:spcPct val="80672"/>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190459" lvl="2" marL="571379" marR="0" rtl="0" algn="just">
              <a:lnSpc>
                <a:spcPct val="143977"/>
              </a:lnSpc>
              <a:spcBef>
                <a:spcPts val="0"/>
              </a:spcBef>
              <a:spcAft>
                <a:spcPts val="0"/>
              </a:spcAft>
              <a:buClr>
                <a:srgbClr val="000000"/>
              </a:buClr>
              <a:buSzPts val="2499"/>
              <a:buFont typeface="Arial"/>
              <a:buChar char="⚬"/>
            </a:pPr>
            <a:r>
              <a:rPr b="0" i="0" lang="en-US" sz="2499" u="none" cap="none" strike="noStrike">
                <a:solidFill>
                  <a:srgbClr val="000000"/>
                </a:solidFill>
                <a:latin typeface="DM Sans"/>
                <a:ea typeface="DM Sans"/>
                <a:cs typeface="DM Sans"/>
                <a:sym typeface="DM Sans"/>
              </a:rPr>
              <a:t>El dispositivo que tiene la dirección IP buscada responde con su dirección MAC, y el dispositivo que realizó la petición actualiza su tabla ARP con la nueva información.</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910" name="Shape 910"/>
        <p:cNvGrpSpPr/>
        <p:nvPr/>
      </p:nvGrpSpPr>
      <p:grpSpPr>
        <a:xfrm>
          <a:off x="0" y="0"/>
          <a:ext cx="0" cy="0"/>
          <a:chOff x="0" y="0"/>
          <a:chExt cx="0" cy="0"/>
        </a:xfrm>
      </p:grpSpPr>
      <p:sp>
        <p:nvSpPr>
          <p:cNvPr id="911" name="Google Shape;911;p44"/>
          <p:cNvSpPr/>
          <p:nvPr/>
        </p:nvSpPr>
        <p:spPr>
          <a:xfrm rot="-3890007">
            <a:off x="14059290" y="-2028417"/>
            <a:ext cx="2227135" cy="4114800"/>
          </a:xfrm>
          <a:custGeom>
            <a:rect b="b" l="l" r="r" t="t"/>
            <a:pathLst>
              <a:path extrusionOk="0" h="5486400" w="2969514">
                <a:moveTo>
                  <a:pt x="0" y="0"/>
                </a:moveTo>
                <a:lnTo>
                  <a:pt x="2969514" y="0"/>
                </a:lnTo>
                <a:lnTo>
                  <a:pt x="2969514" y="5486400"/>
                </a:lnTo>
                <a:lnTo>
                  <a:pt x="0" y="5486400"/>
                </a:lnTo>
                <a:lnTo>
                  <a:pt x="0" y="0"/>
                </a:lnTo>
                <a:close/>
              </a:path>
            </a:pathLst>
          </a:custGeom>
          <a:blipFill rotWithShape="1">
            <a:blip r:embed="rId3">
              <a:alphaModFix/>
            </a:blip>
            <a:stretch>
              <a:fillRect b="-23" l="0" r="0" t="-22"/>
            </a:stretch>
          </a:blipFill>
          <a:ln>
            <a:noFill/>
          </a:ln>
        </p:spPr>
      </p:sp>
      <p:sp>
        <p:nvSpPr>
          <p:cNvPr id="912" name="Google Shape;912;p44"/>
          <p:cNvSpPr/>
          <p:nvPr/>
        </p:nvSpPr>
        <p:spPr>
          <a:xfrm rot="2496945">
            <a:off x="-990421" y="-2028417"/>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4">
              <a:alphaModFix/>
            </a:blip>
            <a:stretch>
              <a:fillRect b="0" l="-25" r="-24" t="0"/>
            </a:stretch>
          </a:blipFill>
          <a:ln>
            <a:noFill/>
          </a:ln>
        </p:spPr>
      </p:sp>
      <p:sp>
        <p:nvSpPr>
          <p:cNvPr id="913" name="Google Shape;913;p44"/>
          <p:cNvSpPr/>
          <p:nvPr/>
        </p:nvSpPr>
        <p:spPr>
          <a:xfrm rot="-5400000">
            <a:off x="16867664" y="6100299"/>
            <a:ext cx="5396484" cy="4114800"/>
          </a:xfrm>
          <a:custGeom>
            <a:rect b="b" l="l" r="r" t="t"/>
            <a:pathLst>
              <a:path extrusionOk="0" h="5486400" w="7195312">
                <a:moveTo>
                  <a:pt x="0" y="0"/>
                </a:moveTo>
                <a:lnTo>
                  <a:pt x="7195312" y="0"/>
                </a:lnTo>
                <a:lnTo>
                  <a:pt x="7195312" y="5486400"/>
                </a:lnTo>
                <a:lnTo>
                  <a:pt x="0" y="5486400"/>
                </a:lnTo>
                <a:lnTo>
                  <a:pt x="0" y="0"/>
                </a:lnTo>
                <a:close/>
              </a:path>
            </a:pathLst>
          </a:custGeom>
          <a:blipFill rotWithShape="1">
            <a:blip r:embed="rId5">
              <a:alphaModFix/>
            </a:blip>
            <a:stretch>
              <a:fillRect b="0" l="-7" r="-6" t="0"/>
            </a:stretch>
          </a:blipFill>
          <a:ln>
            <a:noFill/>
          </a:ln>
        </p:spPr>
      </p:sp>
      <p:sp>
        <p:nvSpPr>
          <p:cNvPr id="914" name="Google Shape;914;p44"/>
          <p:cNvSpPr/>
          <p:nvPr/>
        </p:nvSpPr>
        <p:spPr>
          <a:xfrm flipH="1" rot="-611101">
            <a:off x="376811" y="3569901"/>
            <a:ext cx="7513416" cy="4931474"/>
          </a:xfrm>
          <a:custGeom>
            <a:rect b="b" l="l" r="r" t="t"/>
            <a:pathLst>
              <a:path extrusionOk="0" h="6575298" w="10017887">
                <a:moveTo>
                  <a:pt x="10017887" y="0"/>
                </a:moveTo>
                <a:lnTo>
                  <a:pt x="0" y="0"/>
                </a:lnTo>
                <a:lnTo>
                  <a:pt x="0" y="6575298"/>
                </a:lnTo>
                <a:lnTo>
                  <a:pt x="10017887" y="6575298"/>
                </a:lnTo>
                <a:lnTo>
                  <a:pt x="10017887" y="0"/>
                </a:lnTo>
                <a:close/>
              </a:path>
            </a:pathLst>
          </a:custGeom>
          <a:blipFill rotWithShape="1">
            <a:blip r:embed="rId6">
              <a:alphaModFix/>
            </a:blip>
            <a:stretch>
              <a:fillRect b="0" l="-2" r="-2" t="0"/>
            </a:stretch>
          </a:blipFill>
          <a:ln>
            <a:noFill/>
          </a:ln>
        </p:spPr>
      </p:sp>
      <p:sp>
        <p:nvSpPr>
          <p:cNvPr id="915" name="Google Shape;915;p44"/>
          <p:cNvSpPr/>
          <p:nvPr/>
        </p:nvSpPr>
        <p:spPr>
          <a:xfrm>
            <a:off x="806507" y="1281562"/>
            <a:ext cx="6768339" cy="7238054"/>
          </a:xfrm>
          <a:custGeom>
            <a:rect b="b" l="l" r="r" t="t"/>
            <a:pathLst>
              <a:path extrusionOk="0" h="7238054" w="6768339">
                <a:moveTo>
                  <a:pt x="0" y="0"/>
                </a:moveTo>
                <a:lnTo>
                  <a:pt x="6768340" y="0"/>
                </a:lnTo>
                <a:lnTo>
                  <a:pt x="6768340" y="7238055"/>
                </a:lnTo>
                <a:lnTo>
                  <a:pt x="0" y="7238055"/>
                </a:lnTo>
                <a:lnTo>
                  <a:pt x="0" y="0"/>
                </a:lnTo>
                <a:close/>
              </a:path>
            </a:pathLst>
          </a:custGeom>
          <a:blipFill rotWithShape="1">
            <a:blip r:embed="rId7">
              <a:alphaModFix/>
            </a:blip>
            <a:stretch>
              <a:fillRect b="0" l="0" r="0" t="0"/>
            </a:stretch>
          </a:blipFill>
          <a:ln>
            <a:noFill/>
          </a:ln>
        </p:spPr>
      </p:sp>
      <p:sp>
        <p:nvSpPr>
          <p:cNvPr id="916" name="Google Shape;916;p44"/>
          <p:cNvSpPr txBox="1"/>
          <p:nvPr/>
        </p:nvSpPr>
        <p:spPr>
          <a:xfrm rot="-147203">
            <a:off x="1176634" y="2004020"/>
            <a:ext cx="6090182" cy="6076434"/>
          </a:xfrm>
          <a:prstGeom prst="rect">
            <a:avLst/>
          </a:prstGeom>
          <a:noFill/>
          <a:ln>
            <a:noFill/>
          </a:ln>
        </p:spPr>
        <p:txBody>
          <a:bodyPr anchorCtr="0" anchor="t" bIns="0" lIns="0" spcFirstLastPara="1" rIns="0" wrap="square" tIns="0">
            <a:spAutoFit/>
          </a:bodyPr>
          <a:lstStyle/>
          <a:p>
            <a:pPr indent="0" lvl="0" marL="0" marR="0" rtl="0" algn="l">
              <a:lnSpc>
                <a:spcPct val="127205"/>
              </a:lnSpc>
              <a:spcBef>
                <a:spcPts val="0"/>
              </a:spcBef>
              <a:spcAft>
                <a:spcPts val="0"/>
              </a:spcAft>
              <a:buNone/>
            </a:pPr>
            <a:r>
              <a:rPr b="1" i="0" lang="en-US" sz="6098" u="none" cap="none" strike="noStrike">
                <a:solidFill>
                  <a:srgbClr val="000000"/>
                </a:solidFill>
                <a:latin typeface="Arial"/>
                <a:ea typeface="Arial"/>
                <a:cs typeface="Arial"/>
                <a:sym typeface="Arial"/>
              </a:rPr>
              <a:t>¿Cómo funciona el protocolo de resolución de direcciones ARP?</a:t>
            </a:r>
            <a:endParaRPr/>
          </a:p>
        </p:txBody>
      </p:sp>
      <p:sp>
        <p:nvSpPr>
          <p:cNvPr id="917" name="Google Shape;917;p44"/>
          <p:cNvSpPr/>
          <p:nvPr/>
        </p:nvSpPr>
        <p:spPr>
          <a:xfrm rot="-277003">
            <a:off x="6418271" y="268169"/>
            <a:ext cx="1209770" cy="2452974"/>
          </a:xfrm>
          <a:custGeom>
            <a:rect b="b" l="l" r="r" t="t"/>
            <a:pathLst>
              <a:path extrusionOk="0" h="3270631" w="1613027">
                <a:moveTo>
                  <a:pt x="0" y="0"/>
                </a:moveTo>
                <a:lnTo>
                  <a:pt x="1613027" y="0"/>
                </a:lnTo>
                <a:lnTo>
                  <a:pt x="1613027" y="3270631"/>
                </a:lnTo>
                <a:lnTo>
                  <a:pt x="0" y="3270631"/>
                </a:lnTo>
                <a:lnTo>
                  <a:pt x="0" y="0"/>
                </a:lnTo>
                <a:close/>
              </a:path>
            </a:pathLst>
          </a:custGeom>
          <a:blipFill rotWithShape="1">
            <a:blip r:embed="rId8">
              <a:alphaModFix/>
            </a:blip>
            <a:stretch>
              <a:fillRect b="0" l="-56953" r="-56955" t="0"/>
            </a:stretch>
          </a:blipFill>
          <a:ln>
            <a:noFill/>
          </a:ln>
        </p:spPr>
      </p:sp>
      <p:sp>
        <p:nvSpPr>
          <p:cNvPr id="918" name="Google Shape;918;p44"/>
          <p:cNvSpPr/>
          <p:nvPr/>
        </p:nvSpPr>
        <p:spPr>
          <a:xfrm rot="5529777">
            <a:off x="2215562" y="567378"/>
            <a:ext cx="972217" cy="1676304"/>
          </a:xfrm>
          <a:custGeom>
            <a:rect b="b" l="l" r="r" t="t"/>
            <a:pathLst>
              <a:path extrusionOk="0" h="2235073" w="1296289">
                <a:moveTo>
                  <a:pt x="0" y="0"/>
                </a:moveTo>
                <a:lnTo>
                  <a:pt x="1296289" y="0"/>
                </a:lnTo>
                <a:lnTo>
                  <a:pt x="1296289" y="2235073"/>
                </a:lnTo>
                <a:lnTo>
                  <a:pt x="0" y="2235073"/>
                </a:lnTo>
                <a:lnTo>
                  <a:pt x="0" y="0"/>
                </a:lnTo>
                <a:close/>
              </a:path>
            </a:pathLst>
          </a:custGeom>
          <a:blipFill rotWithShape="1">
            <a:blip r:embed="rId9">
              <a:alphaModFix/>
            </a:blip>
            <a:stretch>
              <a:fillRect b="1" l="-130" r="-133" t="0"/>
            </a:stretch>
          </a:blipFill>
          <a:ln>
            <a:noFill/>
          </a:ln>
        </p:spPr>
      </p:sp>
      <p:sp>
        <p:nvSpPr>
          <p:cNvPr id="919" name="Google Shape;919;p44"/>
          <p:cNvSpPr/>
          <p:nvPr/>
        </p:nvSpPr>
        <p:spPr>
          <a:xfrm>
            <a:off x="7724833" y="1838220"/>
            <a:ext cx="10262330" cy="6157341"/>
          </a:xfrm>
          <a:custGeom>
            <a:rect b="b" l="l" r="r" t="t"/>
            <a:pathLst>
              <a:path extrusionOk="0" h="8209788" w="13683107">
                <a:moveTo>
                  <a:pt x="0" y="0"/>
                </a:moveTo>
                <a:lnTo>
                  <a:pt x="13683107" y="0"/>
                </a:lnTo>
                <a:lnTo>
                  <a:pt x="13683107" y="8209788"/>
                </a:lnTo>
                <a:lnTo>
                  <a:pt x="0" y="8209788"/>
                </a:lnTo>
                <a:lnTo>
                  <a:pt x="0" y="0"/>
                </a:lnTo>
                <a:close/>
              </a:path>
            </a:pathLst>
          </a:custGeom>
          <a:blipFill rotWithShape="1">
            <a:blip r:embed="rId10">
              <a:alphaModFix/>
            </a:blip>
            <a:stretch>
              <a:fillRect b="0" l="0" r="0" t="0"/>
            </a:stretch>
          </a:blipFill>
          <a:ln>
            <a:noFill/>
          </a:ln>
        </p:spPr>
      </p:sp>
      <p:sp>
        <p:nvSpPr>
          <p:cNvPr id="920" name="Google Shape;920;p44"/>
          <p:cNvSpPr/>
          <p:nvPr/>
        </p:nvSpPr>
        <p:spPr>
          <a:xfrm rot="3945637">
            <a:off x="7172407" y="6423049"/>
            <a:ext cx="1209770" cy="2452974"/>
          </a:xfrm>
          <a:custGeom>
            <a:rect b="b" l="l" r="r" t="t"/>
            <a:pathLst>
              <a:path extrusionOk="0" h="3270631" w="1613027">
                <a:moveTo>
                  <a:pt x="0" y="0"/>
                </a:moveTo>
                <a:lnTo>
                  <a:pt x="1613027" y="0"/>
                </a:lnTo>
                <a:lnTo>
                  <a:pt x="1613027" y="3270631"/>
                </a:lnTo>
                <a:lnTo>
                  <a:pt x="0" y="3270631"/>
                </a:lnTo>
                <a:lnTo>
                  <a:pt x="0" y="0"/>
                </a:lnTo>
                <a:close/>
              </a:path>
            </a:pathLst>
          </a:custGeom>
          <a:blipFill rotWithShape="1">
            <a:blip r:embed="rId11">
              <a:alphaModFix/>
            </a:blip>
            <a:stretch>
              <a:fillRect b="0" l="-56953" r="-56955" t="0"/>
            </a:stretch>
          </a:blipFill>
          <a:ln>
            <a:noFill/>
          </a:ln>
        </p:spPr>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8BC5"/>
        </a:solidFill>
      </p:bgPr>
    </p:bg>
    <p:spTree>
      <p:nvGrpSpPr>
        <p:cNvPr id="928" name="Shape 928"/>
        <p:cNvGrpSpPr/>
        <p:nvPr/>
      </p:nvGrpSpPr>
      <p:grpSpPr>
        <a:xfrm>
          <a:off x="0" y="0"/>
          <a:ext cx="0" cy="0"/>
          <a:chOff x="0" y="0"/>
          <a:chExt cx="0" cy="0"/>
        </a:xfrm>
      </p:grpSpPr>
      <p:sp>
        <p:nvSpPr>
          <p:cNvPr id="929" name="Google Shape;929;p45"/>
          <p:cNvSpPr/>
          <p:nvPr/>
        </p:nvSpPr>
        <p:spPr>
          <a:xfrm>
            <a:off x="2961887" y="1028700"/>
            <a:ext cx="8093583" cy="11443335"/>
          </a:xfrm>
          <a:custGeom>
            <a:rect b="b" l="l" r="r" t="t"/>
            <a:pathLst>
              <a:path extrusionOk="0" h="15257780" w="10791444">
                <a:moveTo>
                  <a:pt x="0" y="0"/>
                </a:moveTo>
                <a:lnTo>
                  <a:pt x="10791444" y="0"/>
                </a:lnTo>
                <a:lnTo>
                  <a:pt x="10791444" y="15257780"/>
                </a:lnTo>
                <a:lnTo>
                  <a:pt x="0" y="15257780"/>
                </a:lnTo>
                <a:lnTo>
                  <a:pt x="0" y="0"/>
                </a:lnTo>
                <a:close/>
              </a:path>
            </a:pathLst>
          </a:custGeom>
          <a:blipFill rotWithShape="1">
            <a:blip r:embed="rId3">
              <a:alphaModFix/>
            </a:blip>
            <a:stretch>
              <a:fillRect b="0" l="-50" r="-49" t="0"/>
            </a:stretch>
          </a:blipFill>
          <a:ln>
            <a:noFill/>
          </a:ln>
        </p:spPr>
      </p:sp>
      <p:sp>
        <p:nvSpPr>
          <p:cNvPr id="930" name="Google Shape;930;p45"/>
          <p:cNvSpPr/>
          <p:nvPr/>
        </p:nvSpPr>
        <p:spPr>
          <a:xfrm>
            <a:off x="10597535" y="1028700"/>
            <a:ext cx="3546371" cy="10532634"/>
          </a:xfrm>
          <a:custGeom>
            <a:rect b="b" l="l" r="r" t="t"/>
            <a:pathLst>
              <a:path extrusionOk="0" h="10532634" w="3546371">
                <a:moveTo>
                  <a:pt x="0" y="0"/>
                </a:moveTo>
                <a:lnTo>
                  <a:pt x="3546371" y="0"/>
                </a:lnTo>
                <a:lnTo>
                  <a:pt x="3546371" y="10532634"/>
                </a:lnTo>
                <a:lnTo>
                  <a:pt x="0" y="10532634"/>
                </a:lnTo>
                <a:lnTo>
                  <a:pt x="0" y="0"/>
                </a:lnTo>
                <a:close/>
              </a:path>
            </a:pathLst>
          </a:custGeom>
          <a:blipFill rotWithShape="1">
            <a:blip r:embed="rId4">
              <a:alphaModFix/>
            </a:blip>
            <a:stretch>
              <a:fillRect b="0" l="0" r="0" t="0"/>
            </a:stretch>
          </a:blipFill>
          <a:ln>
            <a:noFill/>
          </a:ln>
        </p:spPr>
      </p:sp>
      <p:sp>
        <p:nvSpPr>
          <p:cNvPr id="931" name="Google Shape;931;p45"/>
          <p:cNvSpPr/>
          <p:nvPr/>
        </p:nvSpPr>
        <p:spPr>
          <a:xfrm>
            <a:off x="3872716" y="3977522"/>
            <a:ext cx="9534335" cy="2596610"/>
          </a:xfrm>
          <a:custGeom>
            <a:rect b="b" l="l" r="r" t="t"/>
            <a:pathLst>
              <a:path extrusionOk="0" h="3462147" w="12712446">
                <a:moveTo>
                  <a:pt x="0" y="0"/>
                </a:moveTo>
                <a:lnTo>
                  <a:pt x="12712446" y="0"/>
                </a:lnTo>
                <a:lnTo>
                  <a:pt x="12712446" y="3462147"/>
                </a:lnTo>
                <a:lnTo>
                  <a:pt x="0" y="3462147"/>
                </a:lnTo>
                <a:lnTo>
                  <a:pt x="0" y="0"/>
                </a:lnTo>
                <a:close/>
              </a:path>
            </a:pathLst>
          </a:custGeom>
          <a:blipFill rotWithShape="1">
            <a:blip r:embed="rId5">
              <a:alphaModFix/>
            </a:blip>
            <a:stretch>
              <a:fillRect b="-22554" l="0" r="0" t="-22554"/>
            </a:stretch>
          </a:blipFill>
          <a:ln>
            <a:noFill/>
          </a:ln>
        </p:spPr>
      </p:sp>
      <p:sp>
        <p:nvSpPr>
          <p:cNvPr id="932" name="Google Shape;932;p45"/>
          <p:cNvSpPr txBox="1"/>
          <p:nvPr/>
        </p:nvSpPr>
        <p:spPr>
          <a:xfrm>
            <a:off x="4074405" y="2023864"/>
            <a:ext cx="5868533" cy="1333609"/>
          </a:xfrm>
          <a:prstGeom prst="rect">
            <a:avLst/>
          </a:prstGeom>
          <a:noFill/>
          <a:ln>
            <a:noFill/>
          </a:ln>
        </p:spPr>
        <p:txBody>
          <a:bodyPr anchorCtr="0" anchor="t" bIns="0" lIns="0" spcFirstLastPara="1" rIns="0" wrap="square" tIns="0">
            <a:spAutoFit/>
          </a:bodyPr>
          <a:lstStyle/>
          <a:p>
            <a:pPr indent="0" lvl="0" marL="0" marR="0" rtl="0" algn="l">
              <a:lnSpc>
                <a:spcPct val="127206"/>
              </a:lnSpc>
              <a:spcBef>
                <a:spcPts val="0"/>
              </a:spcBef>
              <a:spcAft>
                <a:spcPts val="0"/>
              </a:spcAft>
              <a:buNone/>
            </a:pPr>
            <a:r>
              <a:rPr b="1" i="0" lang="en-US" sz="6969" u="none" cap="none" strike="noStrike">
                <a:solidFill>
                  <a:srgbClr val="000000"/>
                </a:solidFill>
                <a:latin typeface="Arial"/>
                <a:ea typeface="Arial"/>
                <a:cs typeface="Arial"/>
                <a:sym typeface="Arial"/>
              </a:rPr>
              <a:t>Primer paso:</a:t>
            </a:r>
            <a:endParaRPr/>
          </a:p>
        </p:txBody>
      </p:sp>
      <p:sp>
        <p:nvSpPr>
          <p:cNvPr id="933" name="Google Shape;933;p45"/>
          <p:cNvSpPr/>
          <p:nvPr/>
        </p:nvSpPr>
        <p:spPr>
          <a:xfrm flipH="1" rot="-475932">
            <a:off x="12854711" y="1529176"/>
            <a:ext cx="1770888" cy="942975"/>
          </a:xfrm>
          <a:custGeom>
            <a:rect b="b" l="l" r="r" t="t"/>
            <a:pathLst>
              <a:path extrusionOk="0" h="1257300" w="2361184">
                <a:moveTo>
                  <a:pt x="2361184" y="0"/>
                </a:moveTo>
                <a:lnTo>
                  <a:pt x="0" y="0"/>
                </a:lnTo>
                <a:lnTo>
                  <a:pt x="0" y="1257300"/>
                </a:lnTo>
                <a:lnTo>
                  <a:pt x="2361184" y="1257300"/>
                </a:lnTo>
                <a:lnTo>
                  <a:pt x="2361184" y="0"/>
                </a:lnTo>
                <a:close/>
              </a:path>
            </a:pathLst>
          </a:custGeom>
          <a:blipFill rotWithShape="1">
            <a:blip r:embed="rId6">
              <a:alphaModFix/>
            </a:blip>
            <a:stretch>
              <a:fillRect b="0" l="-67" r="-66" t="0"/>
            </a:stretch>
          </a:blipFill>
          <a:ln>
            <a:noFill/>
          </a:ln>
        </p:spPr>
      </p:sp>
      <p:sp>
        <p:nvSpPr>
          <p:cNvPr id="934" name="Google Shape;934;p45"/>
          <p:cNvSpPr/>
          <p:nvPr/>
        </p:nvSpPr>
        <p:spPr>
          <a:xfrm rot="-10703534">
            <a:off x="14045185" y="8969379"/>
            <a:ext cx="5875687" cy="3238976"/>
          </a:xfrm>
          <a:custGeom>
            <a:rect b="b" l="l" r="r" t="t"/>
            <a:pathLst>
              <a:path extrusionOk="0" h="4318635" w="7834249">
                <a:moveTo>
                  <a:pt x="0" y="0"/>
                </a:moveTo>
                <a:lnTo>
                  <a:pt x="7834249" y="0"/>
                </a:lnTo>
                <a:lnTo>
                  <a:pt x="7834249" y="4318635"/>
                </a:lnTo>
                <a:lnTo>
                  <a:pt x="0" y="4318635"/>
                </a:lnTo>
                <a:lnTo>
                  <a:pt x="0" y="0"/>
                </a:lnTo>
                <a:close/>
              </a:path>
            </a:pathLst>
          </a:custGeom>
          <a:blipFill rotWithShape="1">
            <a:blip r:embed="rId7">
              <a:alphaModFix/>
            </a:blip>
            <a:stretch>
              <a:fillRect b="-1" l="0" r="0" t="-1"/>
            </a:stretch>
          </a:blipFill>
          <a:ln>
            <a:noFill/>
          </a:ln>
        </p:spPr>
      </p:sp>
      <p:sp>
        <p:nvSpPr>
          <p:cNvPr id="935" name="Google Shape;935;p45"/>
          <p:cNvSpPr/>
          <p:nvPr/>
        </p:nvSpPr>
        <p:spPr>
          <a:xfrm rot="8941024">
            <a:off x="14751146" y="-2393360"/>
            <a:ext cx="4861275" cy="3706654"/>
          </a:xfrm>
          <a:custGeom>
            <a:rect b="b" l="l" r="r" t="t"/>
            <a:pathLst>
              <a:path extrusionOk="0" h="4942205" w="6481699">
                <a:moveTo>
                  <a:pt x="0" y="0"/>
                </a:moveTo>
                <a:lnTo>
                  <a:pt x="6481699" y="0"/>
                </a:lnTo>
                <a:lnTo>
                  <a:pt x="6481699" y="4942205"/>
                </a:lnTo>
                <a:lnTo>
                  <a:pt x="0" y="4942205"/>
                </a:lnTo>
                <a:lnTo>
                  <a:pt x="0" y="0"/>
                </a:lnTo>
                <a:close/>
              </a:path>
            </a:pathLst>
          </a:custGeom>
          <a:blipFill rotWithShape="1">
            <a:blip r:embed="rId8">
              <a:alphaModFix/>
            </a:blip>
            <a:stretch>
              <a:fillRect b="0" l="-7" r="-6" t="0"/>
            </a:stretch>
          </a:blipFill>
          <a:ln>
            <a:noFill/>
          </a:ln>
        </p:spPr>
      </p:sp>
      <p:sp>
        <p:nvSpPr>
          <p:cNvPr id="936" name="Google Shape;936;p45"/>
          <p:cNvSpPr/>
          <p:nvPr/>
        </p:nvSpPr>
        <p:spPr>
          <a:xfrm rot="-277003">
            <a:off x="2356985" y="44710"/>
            <a:ext cx="1209770" cy="2452974"/>
          </a:xfrm>
          <a:custGeom>
            <a:rect b="b" l="l" r="r" t="t"/>
            <a:pathLst>
              <a:path extrusionOk="0" h="3270631" w="1613027">
                <a:moveTo>
                  <a:pt x="0" y="0"/>
                </a:moveTo>
                <a:lnTo>
                  <a:pt x="1613027" y="0"/>
                </a:lnTo>
                <a:lnTo>
                  <a:pt x="1613027" y="3270631"/>
                </a:lnTo>
                <a:lnTo>
                  <a:pt x="0" y="3270631"/>
                </a:lnTo>
                <a:lnTo>
                  <a:pt x="0" y="0"/>
                </a:lnTo>
                <a:close/>
              </a:path>
            </a:pathLst>
          </a:custGeom>
          <a:blipFill rotWithShape="1">
            <a:blip r:embed="rId9">
              <a:alphaModFix/>
            </a:blip>
            <a:stretch>
              <a:fillRect b="0" l="-56953" r="-56955" t="0"/>
            </a:stretch>
          </a:blipFill>
          <a:ln>
            <a:noFill/>
          </a:ln>
        </p:spPr>
      </p:sp>
      <p:sp>
        <p:nvSpPr>
          <p:cNvPr id="937" name="Google Shape;937;p45"/>
          <p:cNvSpPr/>
          <p:nvPr/>
        </p:nvSpPr>
        <p:spPr>
          <a:xfrm>
            <a:off x="12315870" y="6295017"/>
            <a:ext cx="2182272" cy="2256091"/>
          </a:xfrm>
          <a:custGeom>
            <a:rect b="b" l="l" r="r" t="t"/>
            <a:pathLst>
              <a:path extrusionOk="0" h="3008122" w="2909697">
                <a:moveTo>
                  <a:pt x="0" y="0"/>
                </a:moveTo>
                <a:lnTo>
                  <a:pt x="2909697" y="0"/>
                </a:lnTo>
                <a:lnTo>
                  <a:pt x="2909697" y="3008122"/>
                </a:lnTo>
                <a:lnTo>
                  <a:pt x="0" y="3008122"/>
                </a:lnTo>
                <a:lnTo>
                  <a:pt x="0" y="0"/>
                </a:lnTo>
                <a:close/>
              </a:path>
            </a:pathLst>
          </a:custGeom>
          <a:blipFill rotWithShape="1">
            <a:blip r:embed="rId10">
              <a:alphaModFix/>
            </a:blip>
            <a:stretch>
              <a:fillRect b="-24" l="0" r="0" t="-23"/>
            </a:stretch>
          </a:blipFill>
          <a:ln>
            <a:noFill/>
          </a:ln>
        </p:spPr>
      </p:sp>
      <p:sp>
        <p:nvSpPr>
          <p:cNvPr id="938" name="Google Shape;938;p45"/>
          <p:cNvSpPr txBox="1"/>
          <p:nvPr/>
        </p:nvSpPr>
        <p:spPr>
          <a:xfrm>
            <a:off x="4249828" y="4409059"/>
            <a:ext cx="8780064" cy="1685925"/>
          </a:xfrm>
          <a:prstGeom prst="rect">
            <a:avLst/>
          </a:prstGeom>
          <a:noFill/>
          <a:ln>
            <a:noFill/>
          </a:ln>
        </p:spPr>
        <p:txBody>
          <a:bodyPr anchorCtr="0" anchor="t" bIns="0" lIns="0" spcFirstLastPara="1" rIns="0" wrap="square" tIns="0">
            <a:spAutoFit/>
          </a:bodyPr>
          <a:lstStyle/>
          <a:p>
            <a:pPr indent="0" lvl="0" marL="0" marR="0" rtl="0" algn="l">
              <a:lnSpc>
                <a:spcPct val="143979"/>
              </a:lnSpc>
              <a:spcBef>
                <a:spcPts val="0"/>
              </a:spcBef>
              <a:spcAft>
                <a:spcPts val="0"/>
              </a:spcAft>
              <a:buNone/>
            </a:pPr>
            <a:r>
              <a:rPr b="0" i="0" lang="en-US" sz="2749" u="none" cap="none" strike="noStrike">
                <a:solidFill>
                  <a:srgbClr val="000000"/>
                </a:solidFill>
                <a:latin typeface="DM Sans"/>
                <a:ea typeface="DM Sans"/>
                <a:cs typeface="DM Sans"/>
                <a:sym typeface="DM Sans"/>
              </a:rPr>
              <a:t>El host emisor crea y envía una trama cuyo destino es una dirección IP de broadcast. </a:t>
            </a:r>
            <a:endParaRPr/>
          </a:p>
          <a:p>
            <a:pPr indent="0" lvl="0" marL="0" marR="0" rtl="0" algn="l">
              <a:lnSpc>
                <a:spcPct val="143979"/>
              </a:lnSpc>
              <a:spcBef>
                <a:spcPts val="0"/>
              </a:spcBef>
              <a:spcAft>
                <a:spcPts val="0"/>
              </a:spcAft>
              <a:buNone/>
            </a:pPr>
            <a:r>
              <a:rPr b="0" i="0" lang="en-US" sz="2749" u="none" cap="none" strike="noStrike">
                <a:solidFill>
                  <a:srgbClr val="000000"/>
                </a:solidFill>
                <a:latin typeface="DM Sans"/>
                <a:ea typeface="DM Sans"/>
                <a:cs typeface="DM Sans"/>
                <a:sym typeface="DM Sans"/>
              </a:rPr>
              <a:t>Dentro de la trama hay un mensaje con la dirección IP del host de destino que se está intentando localizar.</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946" name="Shape 946"/>
        <p:cNvGrpSpPr/>
        <p:nvPr/>
      </p:nvGrpSpPr>
      <p:grpSpPr>
        <a:xfrm>
          <a:off x="0" y="0"/>
          <a:ext cx="0" cy="0"/>
          <a:chOff x="0" y="0"/>
          <a:chExt cx="0" cy="0"/>
        </a:xfrm>
      </p:grpSpPr>
      <p:sp>
        <p:nvSpPr>
          <p:cNvPr id="947" name="Google Shape;947;p46"/>
          <p:cNvSpPr/>
          <p:nvPr/>
        </p:nvSpPr>
        <p:spPr>
          <a:xfrm rot="-3890007">
            <a:off x="14059290" y="-2028417"/>
            <a:ext cx="2227135" cy="4114800"/>
          </a:xfrm>
          <a:custGeom>
            <a:rect b="b" l="l" r="r" t="t"/>
            <a:pathLst>
              <a:path extrusionOk="0" h="5486400" w="2969514">
                <a:moveTo>
                  <a:pt x="0" y="0"/>
                </a:moveTo>
                <a:lnTo>
                  <a:pt x="2969514" y="0"/>
                </a:lnTo>
                <a:lnTo>
                  <a:pt x="2969514" y="5486400"/>
                </a:lnTo>
                <a:lnTo>
                  <a:pt x="0" y="5486400"/>
                </a:lnTo>
                <a:lnTo>
                  <a:pt x="0" y="0"/>
                </a:lnTo>
                <a:close/>
              </a:path>
            </a:pathLst>
          </a:custGeom>
          <a:blipFill rotWithShape="1">
            <a:blip r:embed="rId3">
              <a:alphaModFix/>
            </a:blip>
            <a:stretch>
              <a:fillRect b="-23" l="0" r="0" t="-22"/>
            </a:stretch>
          </a:blipFill>
          <a:ln>
            <a:noFill/>
          </a:ln>
        </p:spPr>
      </p:sp>
      <p:sp>
        <p:nvSpPr>
          <p:cNvPr id="948" name="Google Shape;948;p46"/>
          <p:cNvSpPr/>
          <p:nvPr/>
        </p:nvSpPr>
        <p:spPr>
          <a:xfrm rot="2496945">
            <a:off x="-990421" y="-2028417"/>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4">
              <a:alphaModFix/>
            </a:blip>
            <a:stretch>
              <a:fillRect b="0" l="-25" r="-24" t="0"/>
            </a:stretch>
          </a:blipFill>
          <a:ln>
            <a:noFill/>
          </a:ln>
        </p:spPr>
      </p:sp>
      <p:sp>
        <p:nvSpPr>
          <p:cNvPr id="949" name="Google Shape;949;p46"/>
          <p:cNvSpPr/>
          <p:nvPr/>
        </p:nvSpPr>
        <p:spPr>
          <a:xfrm rot="-5400000">
            <a:off x="16867664" y="6100299"/>
            <a:ext cx="5396484" cy="4114800"/>
          </a:xfrm>
          <a:custGeom>
            <a:rect b="b" l="l" r="r" t="t"/>
            <a:pathLst>
              <a:path extrusionOk="0" h="5486400" w="7195312">
                <a:moveTo>
                  <a:pt x="0" y="0"/>
                </a:moveTo>
                <a:lnTo>
                  <a:pt x="7195312" y="0"/>
                </a:lnTo>
                <a:lnTo>
                  <a:pt x="7195312" y="5486400"/>
                </a:lnTo>
                <a:lnTo>
                  <a:pt x="0" y="5486400"/>
                </a:lnTo>
                <a:lnTo>
                  <a:pt x="0" y="0"/>
                </a:lnTo>
                <a:close/>
              </a:path>
            </a:pathLst>
          </a:custGeom>
          <a:blipFill rotWithShape="1">
            <a:blip r:embed="rId5">
              <a:alphaModFix/>
            </a:blip>
            <a:stretch>
              <a:fillRect b="0" l="-7" r="-6" t="0"/>
            </a:stretch>
          </a:blipFill>
          <a:ln>
            <a:noFill/>
          </a:ln>
        </p:spPr>
      </p:sp>
      <p:sp>
        <p:nvSpPr>
          <p:cNvPr id="950" name="Google Shape;950;p46"/>
          <p:cNvSpPr/>
          <p:nvPr/>
        </p:nvSpPr>
        <p:spPr>
          <a:xfrm>
            <a:off x="498622" y="4245021"/>
            <a:ext cx="2514791" cy="1796987"/>
          </a:xfrm>
          <a:custGeom>
            <a:rect b="b" l="l" r="r" t="t"/>
            <a:pathLst>
              <a:path extrusionOk="0" h="2395982" w="3353054">
                <a:moveTo>
                  <a:pt x="0" y="0"/>
                </a:moveTo>
                <a:lnTo>
                  <a:pt x="3353054" y="0"/>
                </a:lnTo>
                <a:lnTo>
                  <a:pt x="3353054" y="2395982"/>
                </a:lnTo>
                <a:lnTo>
                  <a:pt x="0" y="2395982"/>
                </a:lnTo>
                <a:lnTo>
                  <a:pt x="0" y="0"/>
                </a:lnTo>
                <a:close/>
              </a:path>
            </a:pathLst>
          </a:custGeom>
          <a:blipFill rotWithShape="1">
            <a:blip r:embed="rId6">
              <a:alphaModFix/>
            </a:blip>
            <a:stretch>
              <a:fillRect b="-40" l="0" r="0" t="-42"/>
            </a:stretch>
          </a:blipFill>
          <a:ln>
            <a:noFill/>
          </a:ln>
        </p:spPr>
      </p:sp>
      <p:sp>
        <p:nvSpPr>
          <p:cNvPr id="951" name="Google Shape;951;p46"/>
          <p:cNvSpPr/>
          <p:nvPr/>
        </p:nvSpPr>
        <p:spPr>
          <a:xfrm>
            <a:off x="7972312" y="497851"/>
            <a:ext cx="2514791" cy="1796987"/>
          </a:xfrm>
          <a:custGeom>
            <a:rect b="b" l="l" r="r" t="t"/>
            <a:pathLst>
              <a:path extrusionOk="0" h="2395982" w="3353054">
                <a:moveTo>
                  <a:pt x="0" y="0"/>
                </a:moveTo>
                <a:lnTo>
                  <a:pt x="3353054" y="0"/>
                </a:lnTo>
                <a:lnTo>
                  <a:pt x="3353054" y="2395982"/>
                </a:lnTo>
                <a:lnTo>
                  <a:pt x="0" y="2395982"/>
                </a:lnTo>
                <a:lnTo>
                  <a:pt x="0" y="0"/>
                </a:lnTo>
                <a:close/>
              </a:path>
            </a:pathLst>
          </a:custGeom>
          <a:blipFill rotWithShape="1">
            <a:blip r:embed="rId6">
              <a:alphaModFix/>
            </a:blip>
            <a:stretch>
              <a:fillRect b="-40" l="0" r="0" t="-42"/>
            </a:stretch>
          </a:blipFill>
          <a:ln>
            <a:noFill/>
          </a:ln>
        </p:spPr>
      </p:sp>
      <p:sp>
        <p:nvSpPr>
          <p:cNvPr id="952" name="Google Shape;952;p46"/>
          <p:cNvSpPr/>
          <p:nvPr/>
        </p:nvSpPr>
        <p:spPr>
          <a:xfrm>
            <a:off x="7972312" y="8024361"/>
            <a:ext cx="2514791" cy="1796987"/>
          </a:xfrm>
          <a:custGeom>
            <a:rect b="b" l="l" r="r" t="t"/>
            <a:pathLst>
              <a:path extrusionOk="0" h="2395982" w="3353054">
                <a:moveTo>
                  <a:pt x="0" y="0"/>
                </a:moveTo>
                <a:lnTo>
                  <a:pt x="3353054" y="0"/>
                </a:lnTo>
                <a:lnTo>
                  <a:pt x="3353054" y="2395982"/>
                </a:lnTo>
                <a:lnTo>
                  <a:pt x="0" y="2395982"/>
                </a:lnTo>
                <a:lnTo>
                  <a:pt x="0" y="0"/>
                </a:lnTo>
                <a:close/>
              </a:path>
            </a:pathLst>
          </a:custGeom>
          <a:blipFill rotWithShape="1">
            <a:blip r:embed="rId6">
              <a:alphaModFix/>
            </a:blip>
            <a:stretch>
              <a:fillRect b="-40" l="0" r="0" t="-42"/>
            </a:stretch>
          </a:blipFill>
          <a:ln>
            <a:noFill/>
          </a:ln>
        </p:spPr>
      </p:sp>
      <p:sp>
        <p:nvSpPr>
          <p:cNvPr id="953" name="Google Shape;953;p46"/>
          <p:cNvSpPr/>
          <p:nvPr/>
        </p:nvSpPr>
        <p:spPr>
          <a:xfrm>
            <a:off x="15405160" y="4245021"/>
            <a:ext cx="2514791" cy="1796987"/>
          </a:xfrm>
          <a:custGeom>
            <a:rect b="b" l="l" r="r" t="t"/>
            <a:pathLst>
              <a:path extrusionOk="0" h="2395982" w="3353054">
                <a:moveTo>
                  <a:pt x="0" y="0"/>
                </a:moveTo>
                <a:lnTo>
                  <a:pt x="3353054" y="0"/>
                </a:lnTo>
                <a:lnTo>
                  <a:pt x="3353054" y="2395982"/>
                </a:lnTo>
                <a:lnTo>
                  <a:pt x="0" y="2395982"/>
                </a:lnTo>
                <a:lnTo>
                  <a:pt x="0" y="0"/>
                </a:lnTo>
                <a:close/>
              </a:path>
            </a:pathLst>
          </a:custGeom>
          <a:blipFill rotWithShape="1">
            <a:blip r:embed="rId6">
              <a:alphaModFix/>
            </a:blip>
            <a:stretch>
              <a:fillRect b="-40" l="0" r="0" t="-42"/>
            </a:stretch>
          </a:blipFill>
          <a:ln>
            <a:noFill/>
          </a:ln>
        </p:spPr>
      </p:sp>
      <p:cxnSp>
        <p:nvCxnSpPr>
          <p:cNvPr id="954" name="Google Shape;954;p46"/>
          <p:cNvCxnSpPr/>
          <p:nvPr/>
        </p:nvCxnSpPr>
        <p:spPr>
          <a:xfrm rot="25091">
            <a:off x="2771283" y="5133975"/>
            <a:ext cx="5220148" cy="0"/>
          </a:xfrm>
          <a:prstGeom prst="straightConnector1">
            <a:avLst/>
          </a:prstGeom>
          <a:noFill/>
          <a:ln cap="rnd" cmpd="sng" w="28575">
            <a:solidFill>
              <a:srgbClr val="000000"/>
            </a:solidFill>
            <a:prstDash val="solid"/>
            <a:round/>
            <a:headEnd len="sm" w="sm" type="none"/>
            <a:tailEnd len="sm" w="sm" type="none"/>
          </a:ln>
        </p:spPr>
      </p:cxnSp>
      <p:cxnSp>
        <p:nvCxnSpPr>
          <p:cNvPr id="955" name="Google Shape;955;p46"/>
          <p:cNvCxnSpPr/>
          <p:nvPr/>
        </p:nvCxnSpPr>
        <p:spPr>
          <a:xfrm rot="24629">
            <a:off x="10409880" y="5133975"/>
            <a:ext cx="5317906" cy="0"/>
          </a:xfrm>
          <a:prstGeom prst="straightConnector1">
            <a:avLst/>
          </a:prstGeom>
          <a:noFill/>
          <a:ln cap="rnd" cmpd="sng" w="28575">
            <a:solidFill>
              <a:srgbClr val="000000"/>
            </a:solidFill>
            <a:prstDash val="solid"/>
            <a:round/>
            <a:headEnd len="sm" w="sm" type="none"/>
            <a:tailEnd len="sm" w="sm" type="none"/>
          </a:ln>
        </p:spPr>
      </p:cxnSp>
      <p:cxnSp>
        <p:nvCxnSpPr>
          <p:cNvPr id="956" name="Google Shape;956;p46"/>
          <p:cNvCxnSpPr/>
          <p:nvPr/>
        </p:nvCxnSpPr>
        <p:spPr>
          <a:xfrm rot="5548442">
            <a:off x="8047751" y="3416485"/>
            <a:ext cx="2302649" cy="0"/>
          </a:xfrm>
          <a:prstGeom prst="straightConnector1">
            <a:avLst/>
          </a:prstGeom>
          <a:noFill/>
          <a:ln cap="rnd" cmpd="sng" w="28575">
            <a:solidFill>
              <a:srgbClr val="000000"/>
            </a:solidFill>
            <a:prstDash val="solid"/>
            <a:round/>
            <a:headEnd len="sm" w="sm" type="none"/>
            <a:tailEnd len="sm" w="sm" type="none"/>
          </a:ln>
        </p:spPr>
      </p:cxnSp>
      <p:cxnSp>
        <p:nvCxnSpPr>
          <p:cNvPr id="957" name="Google Shape;957;p46"/>
          <p:cNvCxnSpPr/>
          <p:nvPr/>
        </p:nvCxnSpPr>
        <p:spPr>
          <a:xfrm rot="5343855">
            <a:off x="8063233" y="6867550"/>
            <a:ext cx="2332984" cy="0"/>
          </a:xfrm>
          <a:prstGeom prst="straightConnector1">
            <a:avLst/>
          </a:prstGeom>
          <a:noFill/>
          <a:ln cap="rnd" cmpd="sng" w="28575">
            <a:solidFill>
              <a:srgbClr val="000000"/>
            </a:solidFill>
            <a:prstDash val="solid"/>
            <a:round/>
            <a:headEnd len="sm" w="sm" type="none"/>
            <a:tailEnd len="sm" w="sm" type="none"/>
          </a:ln>
        </p:spPr>
      </p:cxnSp>
      <p:sp>
        <p:nvSpPr>
          <p:cNvPr id="958" name="Google Shape;958;p46"/>
          <p:cNvSpPr txBox="1"/>
          <p:nvPr/>
        </p:nvSpPr>
        <p:spPr>
          <a:xfrm>
            <a:off x="1026375" y="2581939"/>
            <a:ext cx="5851200" cy="1194300"/>
          </a:xfrm>
          <a:prstGeom prst="rect">
            <a:avLst/>
          </a:prstGeom>
          <a:noFill/>
          <a:ln>
            <a:noFill/>
          </a:ln>
        </p:spPr>
        <p:txBody>
          <a:bodyPr anchorCtr="0" anchor="t" bIns="0" lIns="0" spcFirstLastPara="1" rIns="0" wrap="square" tIns="0">
            <a:spAutoFit/>
          </a:bodyPr>
          <a:lstStyle/>
          <a:p>
            <a:pPr indent="0" lvl="0" marL="0" marR="0" rtl="0" algn="l">
              <a:lnSpc>
                <a:spcPct val="143981"/>
              </a:lnSpc>
              <a:spcBef>
                <a:spcPts val="0"/>
              </a:spcBef>
              <a:spcAft>
                <a:spcPts val="0"/>
              </a:spcAft>
              <a:buNone/>
            </a:pPr>
            <a:r>
              <a:rPr b="0" i="0" lang="en-US" sz="2000" u="none" cap="none" strike="noStrike">
                <a:solidFill>
                  <a:srgbClr val="000000"/>
                </a:solidFill>
                <a:latin typeface="DM Sans"/>
                <a:ea typeface="DM Sans"/>
                <a:cs typeface="DM Sans"/>
                <a:sym typeface="DM Sans"/>
              </a:rPr>
              <a:t>Debo enviar una solicitud ARP para averiguar la dirección MAC del host con la dirección IP 192.168.1.7</a:t>
            </a:r>
            <a:endParaRPr sz="2000"/>
          </a:p>
        </p:txBody>
      </p:sp>
      <p:cxnSp>
        <p:nvCxnSpPr>
          <p:cNvPr id="959" name="Google Shape;959;p46"/>
          <p:cNvCxnSpPr/>
          <p:nvPr/>
        </p:nvCxnSpPr>
        <p:spPr>
          <a:xfrm rot="20515">
            <a:off x="748051" y="2381289"/>
            <a:ext cx="6384434" cy="0"/>
          </a:xfrm>
          <a:prstGeom prst="straightConnector1">
            <a:avLst/>
          </a:prstGeom>
          <a:noFill/>
          <a:ln cap="rnd" cmpd="sng" w="28575">
            <a:solidFill>
              <a:srgbClr val="000000"/>
            </a:solidFill>
            <a:prstDash val="solid"/>
            <a:round/>
            <a:headEnd len="sm" w="sm" type="none"/>
            <a:tailEnd len="sm" w="sm" type="none"/>
          </a:ln>
        </p:spPr>
      </p:cxnSp>
      <p:cxnSp>
        <p:nvCxnSpPr>
          <p:cNvPr id="960" name="Google Shape;960;p46"/>
          <p:cNvCxnSpPr/>
          <p:nvPr/>
        </p:nvCxnSpPr>
        <p:spPr>
          <a:xfrm rot="25764">
            <a:off x="2048762" y="3830724"/>
            <a:ext cx="5083739" cy="0"/>
          </a:xfrm>
          <a:prstGeom prst="straightConnector1">
            <a:avLst/>
          </a:prstGeom>
          <a:noFill/>
          <a:ln cap="rnd" cmpd="sng" w="28575">
            <a:solidFill>
              <a:srgbClr val="000000"/>
            </a:solidFill>
            <a:prstDash val="solid"/>
            <a:round/>
            <a:headEnd len="sm" w="sm" type="none"/>
            <a:tailEnd len="sm" w="sm" type="none"/>
          </a:ln>
        </p:spPr>
      </p:cxnSp>
      <p:cxnSp>
        <p:nvCxnSpPr>
          <p:cNvPr id="961" name="Google Shape;961;p46"/>
          <p:cNvCxnSpPr/>
          <p:nvPr/>
        </p:nvCxnSpPr>
        <p:spPr>
          <a:xfrm rot="5311968">
            <a:off x="6369367" y="3106006"/>
            <a:ext cx="1488023" cy="0"/>
          </a:xfrm>
          <a:prstGeom prst="straightConnector1">
            <a:avLst/>
          </a:prstGeom>
          <a:noFill/>
          <a:ln cap="rnd" cmpd="sng" w="28575">
            <a:solidFill>
              <a:srgbClr val="000000"/>
            </a:solidFill>
            <a:prstDash val="solid"/>
            <a:round/>
            <a:headEnd len="sm" w="sm" type="none"/>
            <a:tailEnd len="sm" w="sm" type="none"/>
          </a:ln>
        </p:spPr>
      </p:cxnSp>
      <p:cxnSp>
        <p:nvCxnSpPr>
          <p:cNvPr id="962" name="Google Shape;962;p46"/>
          <p:cNvCxnSpPr/>
          <p:nvPr/>
        </p:nvCxnSpPr>
        <p:spPr>
          <a:xfrm rot="5311968">
            <a:off x="46564" y="3106006"/>
            <a:ext cx="1488023" cy="0"/>
          </a:xfrm>
          <a:prstGeom prst="straightConnector1">
            <a:avLst/>
          </a:prstGeom>
          <a:noFill/>
          <a:ln cap="rnd" cmpd="sng" w="28575">
            <a:solidFill>
              <a:srgbClr val="000000"/>
            </a:solidFill>
            <a:prstDash val="solid"/>
            <a:round/>
            <a:headEnd len="sm" w="sm" type="none"/>
            <a:tailEnd len="sm" w="sm" type="none"/>
          </a:ln>
        </p:spPr>
      </p:cxnSp>
      <p:cxnSp>
        <p:nvCxnSpPr>
          <p:cNvPr id="963" name="Google Shape;963;p46"/>
          <p:cNvCxnSpPr/>
          <p:nvPr/>
        </p:nvCxnSpPr>
        <p:spPr>
          <a:xfrm rot="211332">
            <a:off x="770939" y="3821199"/>
            <a:ext cx="620164" cy="0"/>
          </a:xfrm>
          <a:prstGeom prst="straightConnector1">
            <a:avLst/>
          </a:prstGeom>
          <a:noFill/>
          <a:ln cap="rnd" cmpd="sng" w="28575">
            <a:solidFill>
              <a:srgbClr val="000000"/>
            </a:solidFill>
            <a:prstDash val="solid"/>
            <a:round/>
            <a:headEnd len="sm" w="sm" type="none"/>
            <a:tailEnd len="sm" w="sm" type="none"/>
          </a:ln>
        </p:spPr>
      </p:cxnSp>
      <p:cxnSp>
        <p:nvCxnSpPr>
          <p:cNvPr id="964" name="Google Shape;964;p46"/>
          <p:cNvCxnSpPr/>
          <p:nvPr/>
        </p:nvCxnSpPr>
        <p:spPr>
          <a:xfrm rot="3723756">
            <a:off x="1216336" y="4028348"/>
            <a:ext cx="512074" cy="0"/>
          </a:xfrm>
          <a:prstGeom prst="straightConnector1">
            <a:avLst/>
          </a:prstGeom>
          <a:noFill/>
          <a:ln cap="rnd" cmpd="sng" w="28575">
            <a:solidFill>
              <a:srgbClr val="000000"/>
            </a:solidFill>
            <a:prstDash val="solid"/>
            <a:round/>
            <a:headEnd len="sm" w="sm" type="none"/>
            <a:tailEnd len="sm" w="sm" type="none"/>
          </a:ln>
        </p:spPr>
      </p:cxnSp>
      <p:cxnSp>
        <p:nvCxnSpPr>
          <p:cNvPr id="965" name="Google Shape;965;p46"/>
          <p:cNvCxnSpPr/>
          <p:nvPr/>
        </p:nvCxnSpPr>
        <p:spPr>
          <a:xfrm rot="8415660">
            <a:off x="1474204" y="4033110"/>
            <a:ext cx="692755" cy="0"/>
          </a:xfrm>
          <a:prstGeom prst="straightConnector1">
            <a:avLst/>
          </a:prstGeom>
          <a:noFill/>
          <a:ln cap="rnd" cmpd="sng" w="28575">
            <a:solidFill>
              <a:srgbClr val="000000"/>
            </a:solidFill>
            <a:prstDash val="solid"/>
            <a:round/>
            <a:headEnd len="sm" w="sm" type="none"/>
            <a:tailEnd len="sm" w="sm" type="none"/>
          </a:ln>
        </p:spPr>
      </p:cxnSp>
      <p:sp>
        <p:nvSpPr>
          <p:cNvPr id="966" name="Google Shape;966;p46"/>
          <p:cNvSpPr txBox="1"/>
          <p:nvPr/>
        </p:nvSpPr>
        <p:spPr>
          <a:xfrm>
            <a:off x="1432275" y="4543714"/>
            <a:ext cx="805678" cy="733425"/>
          </a:xfrm>
          <a:prstGeom prst="rect">
            <a:avLst/>
          </a:prstGeom>
          <a:noFill/>
          <a:ln>
            <a:noFill/>
          </a:ln>
        </p:spPr>
        <p:txBody>
          <a:bodyPr anchorCtr="0" anchor="t" bIns="0" lIns="0" spcFirstLastPara="1" rIns="0" wrap="square" tIns="0">
            <a:spAutoFit/>
          </a:bodyPr>
          <a:lstStyle/>
          <a:p>
            <a:pPr indent="0" lvl="0" marL="0" marR="0" rtl="0" algn="l">
              <a:lnSpc>
                <a:spcPct val="144000"/>
              </a:lnSpc>
              <a:spcBef>
                <a:spcPts val="0"/>
              </a:spcBef>
              <a:spcAft>
                <a:spcPts val="0"/>
              </a:spcAft>
              <a:buNone/>
            </a:pPr>
            <a:r>
              <a:rPr b="1" i="0" lang="en-US" sz="4200" u="none" cap="none" strike="noStrike">
                <a:solidFill>
                  <a:srgbClr val="000000"/>
                </a:solidFill>
                <a:latin typeface="DM Sans"/>
                <a:ea typeface="DM Sans"/>
                <a:cs typeface="DM Sans"/>
                <a:sym typeface="DM Sans"/>
              </a:rPr>
              <a:t>H1</a:t>
            </a:r>
            <a:endParaRPr/>
          </a:p>
        </p:txBody>
      </p:sp>
      <p:sp>
        <p:nvSpPr>
          <p:cNvPr id="967" name="Google Shape;967;p46"/>
          <p:cNvSpPr txBox="1"/>
          <p:nvPr/>
        </p:nvSpPr>
        <p:spPr>
          <a:xfrm>
            <a:off x="8931661" y="781050"/>
            <a:ext cx="805678" cy="733425"/>
          </a:xfrm>
          <a:prstGeom prst="rect">
            <a:avLst/>
          </a:prstGeom>
          <a:noFill/>
          <a:ln>
            <a:noFill/>
          </a:ln>
        </p:spPr>
        <p:txBody>
          <a:bodyPr anchorCtr="0" anchor="t" bIns="0" lIns="0" spcFirstLastPara="1" rIns="0" wrap="square" tIns="0">
            <a:spAutoFit/>
          </a:bodyPr>
          <a:lstStyle/>
          <a:p>
            <a:pPr indent="0" lvl="0" marL="0" marR="0" rtl="0" algn="l">
              <a:lnSpc>
                <a:spcPct val="144000"/>
              </a:lnSpc>
              <a:spcBef>
                <a:spcPts val="0"/>
              </a:spcBef>
              <a:spcAft>
                <a:spcPts val="0"/>
              </a:spcAft>
              <a:buNone/>
            </a:pPr>
            <a:r>
              <a:rPr b="1" i="0" lang="en-US" sz="4200" u="none" cap="none" strike="noStrike">
                <a:solidFill>
                  <a:srgbClr val="000000"/>
                </a:solidFill>
                <a:latin typeface="DM Sans"/>
                <a:ea typeface="DM Sans"/>
                <a:cs typeface="DM Sans"/>
                <a:sym typeface="DM Sans"/>
              </a:rPr>
              <a:t>H2</a:t>
            </a:r>
            <a:endParaRPr/>
          </a:p>
        </p:txBody>
      </p:sp>
      <p:sp>
        <p:nvSpPr>
          <p:cNvPr id="968" name="Google Shape;968;p46"/>
          <p:cNvSpPr txBox="1"/>
          <p:nvPr/>
        </p:nvSpPr>
        <p:spPr>
          <a:xfrm>
            <a:off x="16281759" y="4543714"/>
            <a:ext cx="805678" cy="733425"/>
          </a:xfrm>
          <a:prstGeom prst="rect">
            <a:avLst/>
          </a:prstGeom>
          <a:noFill/>
          <a:ln>
            <a:noFill/>
          </a:ln>
        </p:spPr>
        <p:txBody>
          <a:bodyPr anchorCtr="0" anchor="t" bIns="0" lIns="0" spcFirstLastPara="1" rIns="0" wrap="square" tIns="0">
            <a:spAutoFit/>
          </a:bodyPr>
          <a:lstStyle/>
          <a:p>
            <a:pPr indent="0" lvl="0" marL="0" marR="0" rtl="0" algn="l">
              <a:lnSpc>
                <a:spcPct val="144000"/>
              </a:lnSpc>
              <a:spcBef>
                <a:spcPts val="0"/>
              </a:spcBef>
              <a:spcAft>
                <a:spcPts val="0"/>
              </a:spcAft>
              <a:buNone/>
            </a:pPr>
            <a:r>
              <a:rPr b="1" i="0" lang="en-US" sz="4200" u="none" cap="none" strike="noStrike">
                <a:solidFill>
                  <a:srgbClr val="000000"/>
                </a:solidFill>
                <a:latin typeface="DM Sans"/>
                <a:ea typeface="DM Sans"/>
                <a:cs typeface="DM Sans"/>
                <a:sym typeface="DM Sans"/>
              </a:rPr>
              <a:t>H3</a:t>
            </a:r>
            <a:endParaRPr/>
          </a:p>
        </p:txBody>
      </p:sp>
      <p:sp>
        <p:nvSpPr>
          <p:cNvPr id="969" name="Google Shape;969;p46"/>
          <p:cNvSpPr txBox="1"/>
          <p:nvPr/>
        </p:nvSpPr>
        <p:spPr>
          <a:xfrm>
            <a:off x="8826886" y="8324197"/>
            <a:ext cx="805678" cy="733425"/>
          </a:xfrm>
          <a:prstGeom prst="rect">
            <a:avLst/>
          </a:prstGeom>
          <a:noFill/>
          <a:ln>
            <a:noFill/>
          </a:ln>
        </p:spPr>
        <p:txBody>
          <a:bodyPr anchorCtr="0" anchor="t" bIns="0" lIns="0" spcFirstLastPara="1" rIns="0" wrap="square" tIns="0">
            <a:spAutoFit/>
          </a:bodyPr>
          <a:lstStyle/>
          <a:p>
            <a:pPr indent="0" lvl="0" marL="0" marR="0" rtl="0" algn="l">
              <a:lnSpc>
                <a:spcPct val="144000"/>
              </a:lnSpc>
              <a:spcBef>
                <a:spcPts val="0"/>
              </a:spcBef>
              <a:spcAft>
                <a:spcPts val="0"/>
              </a:spcAft>
              <a:buNone/>
            </a:pPr>
            <a:r>
              <a:rPr b="1" i="0" lang="en-US" sz="4200" u="none" cap="none" strike="noStrike">
                <a:solidFill>
                  <a:srgbClr val="000000"/>
                </a:solidFill>
                <a:latin typeface="DM Sans"/>
                <a:ea typeface="DM Sans"/>
                <a:cs typeface="DM Sans"/>
                <a:sym typeface="DM Sans"/>
              </a:rPr>
              <a:t>H4</a:t>
            </a:r>
            <a:endParaRPr/>
          </a:p>
        </p:txBody>
      </p:sp>
      <p:sp>
        <p:nvSpPr>
          <p:cNvPr id="970" name="Google Shape;970;p46"/>
          <p:cNvSpPr txBox="1"/>
          <p:nvPr/>
        </p:nvSpPr>
        <p:spPr>
          <a:xfrm>
            <a:off x="826743" y="5985257"/>
            <a:ext cx="1895128" cy="485775"/>
          </a:xfrm>
          <a:prstGeom prst="rect">
            <a:avLst/>
          </a:prstGeom>
          <a:noFill/>
          <a:ln>
            <a:noFill/>
          </a:ln>
        </p:spPr>
        <p:txBody>
          <a:bodyPr anchorCtr="0" anchor="t" bIns="0" lIns="0" spcFirstLastPara="1" rIns="0" wrap="square" tIns="0">
            <a:spAutoFit/>
          </a:bodyPr>
          <a:lstStyle/>
          <a:p>
            <a:pPr indent="0" lvl="0" marL="0" marR="0" rtl="0" algn="ctr">
              <a:lnSpc>
                <a:spcPct val="143981"/>
              </a:lnSpc>
              <a:spcBef>
                <a:spcPts val="0"/>
              </a:spcBef>
              <a:spcAft>
                <a:spcPts val="0"/>
              </a:spcAft>
              <a:buNone/>
            </a:pPr>
            <a:r>
              <a:rPr b="0" i="0" lang="en-US" sz="2833" u="none" cap="none" strike="noStrike">
                <a:solidFill>
                  <a:srgbClr val="000000"/>
                </a:solidFill>
                <a:latin typeface="DM Sans"/>
                <a:ea typeface="DM Sans"/>
                <a:cs typeface="DM Sans"/>
                <a:sym typeface="DM Sans"/>
              </a:rPr>
              <a:t>192.168.1.5</a:t>
            </a:r>
            <a:endParaRPr/>
          </a:p>
        </p:txBody>
      </p:sp>
      <p:sp>
        <p:nvSpPr>
          <p:cNvPr id="971" name="Google Shape;971;p46"/>
          <p:cNvSpPr txBox="1"/>
          <p:nvPr/>
        </p:nvSpPr>
        <p:spPr>
          <a:xfrm>
            <a:off x="8282161" y="12076"/>
            <a:ext cx="1895128" cy="485775"/>
          </a:xfrm>
          <a:prstGeom prst="rect">
            <a:avLst/>
          </a:prstGeom>
          <a:noFill/>
          <a:ln>
            <a:noFill/>
          </a:ln>
        </p:spPr>
        <p:txBody>
          <a:bodyPr anchorCtr="0" anchor="t" bIns="0" lIns="0" spcFirstLastPara="1" rIns="0" wrap="square" tIns="0">
            <a:spAutoFit/>
          </a:bodyPr>
          <a:lstStyle/>
          <a:p>
            <a:pPr indent="0" lvl="0" marL="0" marR="0" rtl="0" algn="ctr">
              <a:lnSpc>
                <a:spcPct val="143981"/>
              </a:lnSpc>
              <a:spcBef>
                <a:spcPts val="0"/>
              </a:spcBef>
              <a:spcAft>
                <a:spcPts val="0"/>
              </a:spcAft>
              <a:buNone/>
            </a:pPr>
            <a:r>
              <a:rPr b="0" i="0" lang="en-US" sz="2833" u="none" cap="none" strike="noStrike">
                <a:solidFill>
                  <a:srgbClr val="000000"/>
                </a:solidFill>
                <a:latin typeface="DM Sans"/>
                <a:ea typeface="DM Sans"/>
                <a:cs typeface="DM Sans"/>
                <a:sym typeface="DM Sans"/>
              </a:rPr>
              <a:t>192.168.1.6</a:t>
            </a:r>
            <a:endParaRPr/>
          </a:p>
        </p:txBody>
      </p:sp>
      <p:sp>
        <p:nvSpPr>
          <p:cNvPr id="972" name="Google Shape;972;p46"/>
          <p:cNvSpPr txBox="1"/>
          <p:nvPr/>
        </p:nvSpPr>
        <p:spPr>
          <a:xfrm>
            <a:off x="8282161" y="9764169"/>
            <a:ext cx="1895128" cy="485775"/>
          </a:xfrm>
          <a:prstGeom prst="rect">
            <a:avLst/>
          </a:prstGeom>
          <a:noFill/>
          <a:ln>
            <a:noFill/>
          </a:ln>
        </p:spPr>
        <p:txBody>
          <a:bodyPr anchorCtr="0" anchor="t" bIns="0" lIns="0" spcFirstLastPara="1" rIns="0" wrap="square" tIns="0">
            <a:spAutoFit/>
          </a:bodyPr>
          <a:lstStyle/>
          <a:p>
            <a:pPr indent="0" lvl="0" marL="0" marR="0" rtl="0" algn="ctr">
              <a:lnSpc>
                <a:spcPct val="143981"/>
              </a:lnSpc>
              <a:spcBef>
                <a:spcPts val="0"/>
              </a:spcBef>
              <a:spcAft>
                <a:spcPts val="0"/>
              </a:spcAft>
              <a:buNone/>
            </a:pPr>
            <a:r>
              <a:rPr b="0" i="0" lang="en-US" sz="2833" u="none" cap="none" strike="noStrike">
                <a:solidFill>
                  <a:srgbClr val="000000"/>
                </a:solidFill>
                <a:latin typeface="DM Sans"/>
                <a:ea typeface="DM Sans"/>
                <a:cs typeface="DM Sans"/>
                <a:sym typeface="DM Sans"/>
              </a:rPr>
              <a:t>192.168.1.7</a:t>
            </a:r>
            <a:endParaRPr/>
          </a:p>
        </p:txBody>
      </p:sp>
      <p:sp>
        <p:nvSpPr>
          <p:cNvPr id="973" name="Google Shape;973;p46"/>
          <p:cNvSpPr txBox="1"/>
          <p:nvPr/>
        </p:nvSpPr>
        <p:spPr>
          <a:xfrm>
            <a:off x="15737034" y="5985257"/>
            <a:ext cx="1895128" cy="485775"/>
          </a:xfrm>
          <a:prstGeom prst="rect">
            <a:avLst/>
          </a:prstGeom>
          <a:noFill/>
          <a:ln>
            <a:noFill/>
          </a:ln>
        </p:spPr>
        <p:txBody>
          <a:bodyPr anchorCtr="0" anchor="t" bIns="0" lIns="0" spcFirstLastPara="1" rIns="0" wrap="square" tIns="0">
            <a:spAutoFit/>
          </a:bodyPr>
          <a:lstStyle/>
          <a:p>
            <a:pPr indent="0" lvl="0" marL="0" marR="0" rtl="0" algn="ctr">
              <a:lnSpc>
                <a:spcPct val="143981"/>
              </a:lnSpc>
              <a:spcBef>
                <a:spcPts val="0"/>
              </a:spcBef>
              <a:spcAft>
                <a:spcPts val="0"/>
              </a:spcAft>
              <a:buNone/>
            </a:pPr>
            <a:r>
              <a:rPr b="0" i="0" lang="en-US" sz="2833" u="none" cap="none" strike="noStrike">
                <a:solidFill>
                  <a:srgbClr val="000000"/>
                </a:solidFill>
                <a:latin typeface="DM Sans"/>
                <a:ea typeface="DM Sans"/>
                <a:cs typeface="DM Sans"/>
                <a:sym typeface="DM Sans"/>
              </a:rPr>
              <a:t>192.168.1.8</a:t>
            </a:r>
            <a:endParaRPr/>
          </a:p>
        </p:txBody>
      </p:sp>
      <p:sp>
        <p:nvSpPr>
          <p:cNvPr id="974" name="Google Shape;974;p46"/>
          <p:cNvSpPr/>
          <p:nvPr/>
        </p:nvSpPr>
        <p:spPr>
          <a:xfrm>
            <a:off x="8052464" y="4536003"/>
            <a:ext cx="2354485" cy="1215009"/>
          </a:xfrm>
          <a:custGeom>
            <a:rect b="b" l="l" r="r" t="t"/>
            <a:pathLst>
              <a:path extrusionOk="0" h="1620012" w="3139313">
                <a:moveTo>
                  <a:pt x="0" y="0"/>
                </a:moveTo>
                <a:lnTo>
                  <a:pt x="3139313" y="0"/>
                </a:lnTo>
                <a:lnTo>
                  <a:pt x="3139313" y="1620012"/>
                </a:lnTo>
                <a:lnTo>
                  <a:pt x="0" y="1620012"/>
                </a:lnTo>
                <a:lnTo>
                  <a:pt x="0" y="0"/>
                </a:lnTo>
                <a:close/>
              </a:path>
            </a:pathLst>
          </a:custGeom>
          <a:blipFill rotWithShape="1">
            <a:blip r:embed="rId7">
              <a:alphaModFix/>
            </a:blip>
            <a:stretch>
              <a:fillRect b="0" l="0" r="-1" t="0"/>
            </a:stretch>
          </a:blipFill>
          <a:ln>
            <a:noFill/>
          </a:ln>
        </p:spPr>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982" name="Shape 982"/>
        <p:cNvGrpSpPr/>
        <p:nvPr/>
      </p:nvGrpSpPr>
      <p:grpSpPr>
        <a:xfrm>
          <a:off x="0" y="0"/>
          <a:ext cx="0" cy="0"/>
          <a:chOff x="0" y="0"/>
          <a:chExt cx="0" cy="0"/>
        </a:xfrm>
      </p:grpSpPr>
      <p:sp>
        <p:nvSpPr>
          <p:cNvPr id="983" name="Google Shape;983;p47"/>
          <p:cNvSpPr/>
          <p:nvPr/>
        </p:nvSpPr>
        <p:spPr>
          <a:xfrm rot="-3890007">
            <a:off x="14059290" y="-2028417"/>
            <a:ext cx="2227135" cy="4114800"/>
          </a:xfrm>
          <a:custGeom>
            <a:rect b="b" l="l" r="r" t="t"/>
            <a:pathLst>
              <a:path extrusionOk="0" h="5486400" w="2969514">
                <a:moveTo>
                  <a:pt x="0" y="0"/>
                </a:moveTo>
                <a:lnTo>
                  <a:pt x="2969514" y="0"/>
                </a:lnTo>
                <a:lnTo>
                  <a:pt x="2969514" y="5486400"/>
                </a:lnTo>
                <a:lnTo>
                  <a:pt x="0" y="5486400"/>
                </a:lnTo>
                <a:lnTo>
                  <a:pt x="0" y="0"/>
                </a:lnTo>
                <a:close/>
              </a:path>
            </a:pathLst>
          </a:custGeom>
          <a:blipFill rotWithShape="1">
            <a:blip r:embed="rId3">
              <a:alphaModFix/>
            </a:blip>
            <a:stretch>
              <a:fillRect b="-23" l="0" r="0" t="-22"/>
            </a:stretch>
          </a:blipFill>
          <a:ln>
            <a:noFill/>
          </a:ln>
        </p:spPr>
      </p:sp>
      <p:sp>
        <p:nvSpPr>
          <p:cNvPr id="984" name="Google Shape;984;p47"/>
          <p:cNvSpPr/>
          <p:nvPr/>
        </p:nvSpPr>
        <p:spPr>
          <a:xfrm rot="2496945">
            <a:off x="-990421" y="-2028417"/>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4">
              <a:alphaModFix/>
            </a:blip>
            <a:stretch>
              <a:fillRect b="0" l="-25" r="-24" t="0"/>
            </a:stretch>
          </a:blipFill>
          <a:ln>
            <a:noFill/>
          </a:ln>
        </p:spPr>
      </p:sp>
      <p:sp>
        <p:nvSpPr>
          <p:cNvPr id="985" name="Google Shape;985;p47"/>
          <p:cNvSpPr/>
          <p:nvPr/>
        </p:nvSpPr>
        <p:spPr>
          <a:xfrm rot="-5400000">
            <a:off x="16867664" y="6100299"/>
            <a:ext cx="5396484" cy="4114800"/>
          </a:xfrm>
          <a:custGeom>
            <a:rect b="b" l="l" r="r" t="t"/>
            <a:pathLst>
              <a:path extrusionOk="0" h="5486400" w="7195312">
                <a:moveTo>
                  <a:pt x="0" y="0"/>
                </a:moveTo>
                <a:lnTo>
                  <a:pt x="7195312" y="0"/>
                </a:lnTo>
                <a:lnTo>
                  <a:pt x="7195312" y="5486400"/>
                </a:lnTo>
                <a:lnTo>
                  <a:pt x="0" y="5486400"/>
                </a:lnTo>
                <a:lnTo>
                  <a:pt x="0" y="0"/>
                </a:lnTo>
                <a:close/>
              </a:path>
            </a:pathLst>
          </a:custGeom>
          <a:blipFill rotWithShape="1">
            <a:blip r:embed="rId5">
              <a:alphaModFix/>
            </a:blip>
            <a:stretch>
              <a:fillRect b="0" l="-7" r="-6" t="0"/>
            </a:stretch>
          </a:blipFill>
          <a:ln>
            <a:noFill/>
          </a:ln>
        </p:spPr>
      </p:sp>
      <p:sp>
        <p:nvSpPr>
          <p:cNvPr id="986" name="Google Shape;986;p47"/>
          <p:cNvSpPr/>
          <p:nvPr/>
        </p:nvSpPr>
        <p:spPr>
          <a:xfrm>
            <a:off x="498622" y="4245021"/>
            <a:ext cx="2514791" cy="1796987"/>
          </a:xfrm>
          <a:custGeom>
            <a:rect b="b" l="l" r="r" t="t"/>
            <a:pathLst>
              <a:path extrusionOk="0" h="2395982" w="3353054">
                <a:moveTo>
                  <a:pt x="0" y="0"/>
                </a:moveTo>
                <a:lnTo>
                  <a:pt x="3353054" y="0"/>
                </a:lnTo>
                <a:lnTo>
                  <a:pt x="3353054" y="2395982"/>
                </a:lnTo>
                <a:lnTo>
                  <a:pt x="0" y="2395982"/>
                </a:lnTo>
                <a:lnTo>
                  <a:pt x="0" y="0"/>
                </a:lnTo>
                <a:close/>
              </a:path>
            </a:pathLst>
          </a:custGeom>
          <a:blipFill rotWithShape="1">
            <a:blip r:embed="rId6">
              <a:alphaModFix/>
            </a:blip>
            <a:stretch>
              <a:fillRect b="-40" l="0" r="0" t="-42"/>
            </a:stretch>
          </a:blipFill>
          <a:ln>
            <a:noFill/>
          </a:ln>
        </p:spPr>
      </p:sp>
      <p:sp>
        <p:nvSpPr>
          <p:cNvPr id="987" name="Google Shape;987;p47"/>
          <p:cNvSpPr/>
          <p:nvPr/>
        </p:nvSpPr>
        <p:spPr>
          <a:xfrm>
            <a:off x="7886587" y="457608"/>
            <a:ext cx="2514791" cy="1796987"/>
          </a:xfrm>
          <a:custGeom>
            <a:rect b="b" l="l" r="r" t="t"/>
            <a:pathLst>
              <a:path extrusionOk="0" h="2395982" w="3353054">
                <a:moveTo>
                  <a:pt x="0" y="0"/>
                </a:moveTo>
                <a:lnTo>
                  <a:pt x="3353054" y="0"/>
                </a:lnTo>
                <a:lnTo>
                  <a:pt x="3353054" y="2395982"/>
                </a:lnTo>
                <a:lnTo>
                  <a:pt x="0" y="2395982"/>
                </a:lnTo>
                <a:lnTo>
                  <a:pt x="0" y="0"/>
                </a:lnTo>
                <a:close/>
              </a:path>
            </a:pathLst>
          </a:custGeom>
          <a:blipFill rotWithShape="1">
            <a:blip r:embed="rId6">
              <a:alphaModFix/>
            </a:blip>
            <a:stretch>
              <a:fillRect b="-40" l="0" r="0" t="-42"/>
            </a:stretch>
          </a:blipFill>
          <a:ln>
            <a:noFill/>
          </a:ln>
        </p:spPr>
      </p:sp>
      <p:sp>
        <p:nvSpPr>
          <p:cNvPr id="988" name="Google Shape;988;p47"/>
          <p:cNvSpPr/>
          <p:nvPr/>
        </p:nvSpPr>
        <p:spPr>
          <a:xfrm>
            <a:off x="7886587" y="8020524"/>
            <a:ext cx="2514791" cy="1796987"/>
          </a:xfrm>
          <a:custGeom>
            <a:rect b="b" l="l" r="r" t="t"/>
            <a:pathLst>
              <a:path extrusionOk="0" h="2395982" w="3353054">
                <a:moveTo>
                  <a:pt x="0" y="0"/>
                </a:moveTo>
                <a:lnTo>
                  <a:pt x="3353054" y="0"/>
                </a:lnTo>
                <a:lnTo>
                  <a:pt x="3353054" y="2395982"/>
                </a:lnTo>
                <a:lnTo>
                  <a:pt x="0" y="2395982"/>
                </a:lnTo>
                <a:lnTo>
                  <a:pt x="0" y="0"/>
                </a:lnTo>
                <a:close/>
              </a:path>
            </a:pathLst>
          </a:custGeom>
          <a:blipFill rotWithShape="1">
            <a:blip r:embed="rId6">
              <a:alphaModFix/>
            </a:blip>
            <a:stretch>
              <a:fillRect b="-40" l="0" r="0" t="-42"/>
            </a:stretch>
          </a:blipFill>
          <a:ln>
            <a:noFill/>
          </a:ln>
        </p:spPr>
      </p:sp>
      <p:sp>
        <p:nvSpPr>
          <p:cNvPr id="989" name="Google Shape;989;p47"/>
          <p:cNvSpPr/>
          <p:nvPr/>
        </p:nvSpPr>
        <p:spPr>
          <a:xfrm>
            <a:off x="15405160" y="4245021"/>
            <a:ext cx="2514791" cy="1796987"/>
          </a:xfrm>
          <a:custGeom>
            <a:rect b="b" l="l" r="r" t="t"/>
            <a:pathLst>
              <a:path extrusionOk="0" h="2395982" w="3353054">
                <a:moveTo>
                  <a:pt x="0" y="0"/>
                </a:moveTo>
                <a:lnTo>
                  <a:pt x="3353054" y="0"/>
                </a:lnTo>
                <a:lnTo>
                  <a:pt x="3353054" y="2395982"/>
                </a:lnTo>
                <a:lnTo>
                  <a:pt x="0" y="2395982"/>
                </a:lnTo>
                <a:lnTo>
                  <a:pt x="0" y="0"/>
                </a:lnTo>
                <a:close/>
              </a:path>
            </a:pathLst>
          </a:custGeom>
          <a:blipFill rotWithShape="1">
            <a:blip r:embed="rId6">
              <a:alphaModFix/>
            </a:blip>
            <a:stretch>
              <a:fillRect b="-40" l="0" r="0" t="-42"/>
            </a:stretch>
          </a:blipFill>
          <a:ln>
            <a:noFill/>
          </a:ln>
        </p:spPr>
      </p:sp>
      <p:cxnSp>
        <p:nvCxnSpPr>
          <p:cNvPr id="990" name="Google Shape;990;p47"/>
          <p:cNvCxnSpPr/>
          <p:nvPr/>
        </p:nvCxnSpPr>
        <p:spPr>
          <a:xfrm rot="25091">
            <a:off x="2771283" y="5133975"/>
            <a:ext cx="5220148" cy="0"/>
          </a:xfrm>
          <a:prstGeom prst="straightConnector1">
            <a:avLst/>
          </a:prstGeom>
          <a:noFill/>
          <a:ln cap="rnd" cmpd="sng" w="28575">
            <a:solidFill>
              <a:srgbClr val="000000"/>
            </a:solidFill>
            <a:prstDash val="solid"/>
            <a:round/>
            <a:headEnd len="sm" w="sm" type="none"/>
            <a:tailEnd len="sm" w="sm" type="none"/>
          </a:ln>
        </p:spPr>
      </p:cxnSp>
      <p:cxnSp>
        <p:nvCxnSpPr>
          <p:cNvPr id="991" name="Google Shape;991;p47"/>
          <p:cNvCxnSpPr/>
          <p:nvPr/>
        </p:nvCxnSpPr>
        <p:spPr>
          <a:xfrm rot="23544">
            <a:off x="10164689" y="5133975"/>
            <a:ext cx="5563094" cy="0"/>
          </a:xfrm>
          <a:prstGeom prst="straightConnector1">
            <a:avLst/>
          </a:prstGeom>
          <a:noFill/>
          <a:ln cap="rnd" cmpd="sng" w="28575">
            <a:solidFill>
              <a:srgbClr val="000000"/>
            </a:solidFill>
            <a:prstDash val="solid"/>
            <a:round/>
            <a:headEnd len="sm" w="sm" type="none"/>
            <a:tailEnd len="sm" w="sm" type="none"/>
          </a:ln>
        </p:spPr>
      </p:cxnSp>
      <p:cxnSp>
        <p:nvCxnSpPr>
          <p:cNvPr id="992" name="Google Shape;992;p47"/>
          <p:cNvCxnSpPr/>
          <p:nvPr/>
        </p:nvCxnSpPr>
        <p:spPr>
          <a:xfrm rot="5340425">
            <a:off x="8044665" y="3325160"/>
            <a:ext cx="2198669" cy="0"/>
          </a:xfrm>
          <a:prstGeom prst="straightConnector1">
            <a:avLst/>
          </a:prstGeom>
          <a:noFill/>
          <a:ln cap="rnd" cmpd="sng" w="28575">
            <a:solidFill>
              <a:srgbClr val="000000"/>
            </a:solidFill>
            <a:prstDash val="solid"/>
            <a:round/>
            <a:headEnd len="sm" w="sm" type="none"/>
            <a:tailEnd len="sm" w="sm" type="none"/>
          </a:ln>
        </p:spPr>
      </p:cxnSp>
      <p:cxnSp>
        <p:nvCxnSpPr>
          <p:cNvPr id="993" name="Google Shape;993;p47"/>
          <p:cNvCxnSpPr/>
          <p:nvPr/>
        </p:nvCxnSpPr>
        <p:spPr>
          <a:xfrm rot="5465053">
            <a:off x="7992766" y="6876236"/>
            <a:ext cx="2308040" cy="0"/>
          </a:xfrm>
          <a:prstGeom prst="straightConnector1">
            <a:avLst/>
          </a:prstGeom>
          <a:noFill/>
          <a:ln cap="rnd" cmpd="sng" w="28575">
            <a:solidFill>
              <a:srgbClr val="000000"/>
            </a:solidFill>
            <a:prstDash val="solid"/>
            <a:round/>
            <a:headEnd len="sm" w="sm" type="none"/>
            <a:tailEnd len="sm" w="sm" type="none"/>
          </a:ln>
        </p:spPr>
      </p:cxnSp>
      <p:sp>
        <p:nvSpPr>
          <p:cNvPr id="994" name="Google Shape;994;p47"/>
          <p:cNvSpPr/>
          <p:nvPr/>
        </p:nvSpPr>
        <p:spPr>
          <a:xfrm>
            <a:off x="8562772" y="2402953"/>
            <a:ext cx="1162431" cy="841153"/>
          </a:xfrm>
          <a:custGeom>
            <a:rect b="b" l="l" r="r" t="t"/>
            <a:pathLst>
              <a:path extrusionOk="0" h="1121537" w="1549908">
                <a:moveTo>
                  <a:pt x="0" y="0"/>
                </a:moveTo>
                <a:lnTo>
                  <a:pt x="1549908" y="0"/>
                </a:lnTo>
                <a:lnTo>
                  <a:pt x="1549908" y="1121537"/>
                </a:lnTo>
                <a:lnTo>
                  <a:pt x="0" y="1121537"/>
                </a:lnTo>
                <a:lnTo>
                  <a:pt x="0" y="0"/>
                </a:lnTo>
                <a:close/>
              </a:path>
            </a:pathLst>
          </a:custGeom>
          <a:blipFill rotWithShape="1">
            <a:blip r:embed="rId7">
              <a:alphaModFix/>
            </a:blip>
            <a:stretch>
              <a:fillRect b="-38" l="0" r="-1" t="-33"/>
            </a:stretch>
          </a:blipFill>
          <a:ln>
            <a:noFill/>
          </a:ln>
        </p:spPr>
      </p:sp>
      <p:sp>
        <p:nvSpPr>
          <p:cNvPr id="995" name="Google Shape;995;p47"/>
          <p:cNvSpPr txBox="1"/>
          <p:nvPr/>
        </p:nvSpPr>
        <p:spPr>
          <a:xfrm>
            <a:off x="1432275" y="4543714"/>
            <a:ext cx="805678" cy="733425"/>
          </a:xfrm>
          <a:prstGeom prst="rect">
            <a:avLst/>
          </a:prstGeom>
          <a:noFill/>
          <a:ln>
            <a:noFill/>
          </a:ln>
        </p:spPr>
        <p:txBody>
          <a:bodyPr anchorCtr="0" anchor="t" bIns="0" lIns="0" spcFirstLastPara="1" rIns="0" wrap="square" tIns="0">
            <a:spAutoFit/>
          </a:bodyPr>
          <a:lstStyle/>
          <a:p>
            <a:pPr indent="0" lvl="0" marL="0" marR="0" rtl="0" algn="l">
              <a:lnSpc>
                <a:spcPct val="144000"/>
              </a:lnSpc>
              <a:spcBef>
                <a:spcPts val="0"/>
              </a:spcBef>
              <a:spcAft>
                <a:spcPts val="0"/>
              </a:spcAft>
              <a:buNone/>
            </a:pPr>
            <a:r>
              <a:rPr b="1" i="0" lang="en-US" sz="4200" u="none" cap="none" strike="noStrike">
                <a:solidFill>
                  <a:srgbClr val="000000"/>
                </a:solidFill>
                <a:latin typeface="DM Sans"/>
                <a:ea typeface="DM Sans"/>
                <a:cs typeface="DM Sans"/>
                <a:sym typeface="DM Sans"/>
              </a:rPr>
              <a:t>H1</a:t>
            </a:r>
            <a:endParaRPr/>
          </a:p>
        </p:txBody>
      </p:sp>
      <p:sp>
        <p:nvSpPr>
          <p:cNvPr id="996" name="Google Shape;996;p47"/>
          <p:cNvSpPr txBox="1"/>
          <p:nvPr/>
        </p:nvSpPr>
        <p:spPr>
          <a:xfrm>
            <a:off x="8845936" y="740807"/>
            <a:ext cx="805678" cy="733425"/>
          </a:xfrm>
          <a:prstGeom prst="rect">
            <a:avLst/>
          </a:prstGeom>
          <a:noFill/>
          <a:ln>
            <a:noFill/>
          </a:ln>
        </p:spPr>
        <p:txBody>
          <a:bodyPr anchorCtr="0" anchor="t" bIns="0" lIns="0" spcFirstLastPara="1" rIns="0" wrap="square" tIns="0">
            <a:spAutoFit/>
          </a:bodyPr>
          <a:lstStyle/>
          <a:p>
            <a:pPr indent="0" lvl="0" marL="0" marR="0" rtl="0" algn="l">
              <a:lnSpc>
                <a:spcPct val="144000"/>
              </a:lnSpc>
              <a:spcBef>
                <a:spcPts val="0"/>
              </a:spcBef>
              <a:spcAft>
                <a:spcPts val="0"/>
              </a:spcAft>
              <a:buNone/>
            </a:pPr>
            <a:r>
              <a:rPr b="1" i="0" lang="en-US" sz="4200" u="none" cap="none" strike="noStrike">
                <a:solidFill>
                  <a:srgbClr val="000000"/>
                </a:solidFill>
                <a:latin typeface="DM Sans"/>
                <a:ea typeface="DM Sans"/>
                <a:cs typeface="DM Sans"/>
                <a:sym typeface="DM Sans"/>
              </a:rPr>
              <a:t>H2</a:t>
            </a:r>
            <a:endParaRPr/>
          </a:p>
        </p:txBody>
      </p:sp>
      <p:sp>
        <p:nvSpPr>
          <p:cNvPr id="997" name="Google Shape;997;p47"/>
          <p:cNvSpPr txBox="1"/>
          <p:nvPr/>
        </p:nvSpPr>
        <p:spPr>
          <a:xfrm>
            <a:off x="16281759" y="4543714"/>
            <a:ext cx="805678" cy="733425"/>
          </a:xfrm>
          <a:prstGeom prst="rect">
            <a:avLst/>
          </a:prstGeom>
          <a:noFill/>
          <a:ln>
            <a:noFill/>
          </a:ln>
        </p:spPr>
        <p:txBody>
          <a:bodyPr anchorCtr="0" anchor="t" bIns="0" lIns="0" spcFirstLastPara="1" rIns="0" wrap="square" tIns="0">
            <a:spAutoFit/>
          </a:bodyPr>
          <a:lstStyle/>
          <a:p>
            <a:pPr indent="0" lvl="0" marL="0" marR="0" rtl="0" algn="l">
              <a:lnSpc>
                <a:spcPct val="144000"/>
              </a:lnSpc>
              <a:spcBef>
                <a:spcPts val="0"/>
              </a:spcBef>
              <a:spcAft>
                <a:spcPts val="0"/>
              </a:spcAft>
              <a:buNone/>
            </a:pPr>
            <a:r>
              <a:rPr b="1" i="0" lang="en-US" sz="4200" u="none" cap="none" strike="noStrike">
                <a:solidFill>
                  <a:srgbClr val="000000"/>
                </a:solidFill>
                <a:latin typeface="DM Sans"/>
                <a:ea typeface="DM Sans"/>
                <a:cs typeface="DM Sans"/>
                <a:sym typeface="DM Sans"/>
              </a:rPr>
              <a:t>H3</a:t>
            </a:r>
            <a:endParaRPr/>
          </a:p>
        </p:txBody>
      </p:sp>
      <p:sp>
        <p:nvSpPr>
          <p:cNvPr id="998" name="Google Shape;998;p47"/>
          <p:cNvSpPr txBox="1"/>
          <p:nvPr/>
        </p:nvSpPr>
        <p:spPr>
          <a:xfrm>
            <a:off x="8741161" y="8320360"/>
            <a:ext cx="805678" cy="733425"/>
          </a:xfrm>
          <a:prstGeom prst="rect">
            <a:avLst/>
          </a:prstGeom>
          <a:noFill/>
          <a:ln>
            <a:noFill/>
          </a:ln>
        </p:spPr>
        <p:txBody>
          <a:bodyPr anchorCtr="0" anchor="t" bIns="0" lIns="0" spcFirstLastPara="1" rIns="0" wrap="square" tIns="0">
            <a:spAutoFit/>
          </a:bodyPr>
          <a:lstStyle/>
          <a:p>
            <a:pPr indent="0" lvl="0" marL="0" marR="0" rtl="0" algn="l">
              <a:lnSpc>
                <a:spcPct val="144000"/>
              </a:lnSpc>
              <a:spcBef>
                <a:spcPts val="0"/>
              </a:spcBef>
              <a:spcAft>
                <a:spcPts val="0"/>
              </a:spcAft>
              <a:buNone/>
            </a:pPr>
            <a:r>
              <a:rPr b="1" i="0" lang="en-US" sz="4200" u="none" cap="none" strike="noStrike">
                <a:solidFill>
                  <a:srgbClr val="000000"/>
                </a:solidFill>
                <a:latin typeface="DM Sans"/>
                <a:ea typeface="DM Sans"/>
                <a:cs typeface="DM Sans"/>
                <a:sym typeface="DM Sans"/>
              </a:rPr>
              <a:t>H4</a:t>
            </a:r>
            <a:endParaRPr/>
          </a:p>
        </p:txBody>
      </p:sp>
      <p:sp>
        <p:nvSpPr>
          <p:cNvPr id="999" name="Google Shape;999;p47"/>
          <p:cNvSpPr txBox="1"/>
          <p:nvPr/>
        </p:nvSpPr>
        <p:spPr>
          <a:xfrm>
            <a:off x="826743" y="5985257"/>
            <a:ext cx="1895128" cy="485775"/>
          </a:xfrm>
          <a:prstGeom prst="rect">
            <a:avLst/>
          </a:prstGeom>
          <a:noFill/>
          <a:ln>
            <a:noFill/>
          </a:ln>
        </p:spPr>
        <p:txBody>
          <a:bodyPr anchorCtr="0" anchor="t" bIns="0" lIns="0" spcFirstLastPara="1" rIns="0" wrap="square" tIns="0">
            <a:spAutoFit/>
          </a:bodyPr>
          <a:lstStyle/>
          <a:p>
            <a:pPr indent="0" lvl="0" marL="0" marR="0" rtl="0" algn="ctr">
              <a:lnSpc>
                <a:spcPct val="143981"/>
              </a:lnSpc>
              <a:spcBef>
                <a:spcPts val="0"/>
              </a:spcBef>
              <a:spcAft>
                <a:spcPts val="0"/>
              </a:spcAft>
              <a:buNone/>
            </a:pPr>
            <a:r>
              <a:rPr b="0" i="0" lang="en-US" sz="2833" u="none" cap="none" strike="noStrike">
                <a:solidFill>
                  <a:srgbClr val="000000"/>
                </a:solidFill>
                <a:latin typeface="DM Sans"/>
                <a:ea typeface="DM Sans"/>
                <a:cs typeface="DM Sans"/>
                <a:sym typeface="DM Sans"/>
              </a:rPr>
              <a:t>192.168.1.5</a:t>
            </a:r>
            <a:endParaRPr/>
          </a:p>
        </p:txBody>
      </p:sp>
      <p:sp>
        <p:nvSpPr>
          <p:cNvPr id="1000" name="Google Shape;1000;p47"/>
          <p:cNvSpPr txBox="1"/>
          <p:nvPr/>
        </p:nvSpPr>
        <p:spPr>
          <a:xfrm>
            <a:off x="8196436" y="-28167"/>
            <a:ext cx="1895128" cy="485775"/>
          </a:xfrm>
          <a:prstGeom prst="rect">
            <a:avLst/>
          </a:prstGeom>
          <a:noFill/>
          <a:ln>
            <a:noFill/>
          </a:ln>
        </p:spPr>
        <p:txBody>
          <a:bodyPr anchorCtr="0" anchor="t" bIns="0" lIns="0" spcFirstLastPara="1" rIns="0" wrap="square" tIns="0">
            <a:spAutoFit/>
          </a:bodyPr>
          <a:lstStyle/>
          <a:p>
            <a:pPr indent="0" lvl="0" marL="0" marR="0" rtl="0" algn="ctr">
              <a:lnSpc>
                <a:spcPct val="143981"/>
              </a:lnSpc>
              <a:spcBef>
                <a:spcPts val="0"/>
              </a:spcBef>
              <a:spcAft>
                <a:spcPts val="0"/>
              </a:spcAft>
              <a:buNone/>
            </a:pPr>
            <a:r>
              <a:rPr b="0" i="0" lang="en-US" sz="2833" u="none" cap="none" strike="noStrike">
                <a:solidFill>
                  <a:srgbClr val="000000"/>
                </a:solidFill>
                <a:latin typeface="DM Sans"/>
                <a:ea typeface="DM Sans"/>
                <a:cs typeface="DM Sans"/>
                <a:sym typeface="DM Sans"/>
              </a:rPr>
              <a:t>192.168.1.6</a:t>
            </a:r>
            <a:endParaRPr/>
          </a:p>
        </p:txBody>
      </p:sp>
      <p:sp>
        <p:nvSpPr>
          <p:cNvPr id="1001" name="Google Shape;1001;p47"/>
          <p:cNvSpPr txBox="1"/>
          <p:nvPr/>
        </p:nvSpPr>
        <p:spPr>
          <a:xfrm>
            <a:off x="8196436" y="9760332"/>
            <a:ext cx="1895128" cy="485775"/>
          </a:xfrm>
          <a:prstGeom prst="rect">
            <a:avLst/>
          </a:prstGeom>
          <a:noFill/>
          <a:ln>
            <a:noFill/>
          </a:ln>
        </p:spPr>
        <p:txBody>
          <a:bodyPr anchorCtr="0" anchor="t" bIns="0" lIns="0" spcFirstLastPara="1" rIns="0" wrap="square" tIns="0">
            <a:spAutoFit/>
          </a:bodyPr>
          <a:lstStyle/>
          <a:p>
            <a:pPr indent="0" lvl="0" marL="0" marR="0" rtl="0" algn="ctr">
              <a:lnSpc>
                <a:spcPct val="143981"/>
              </a:lnSpc>
              <a:spcBef>
                <a:spcPts val="0"/>
              </a:spcBef>
              <a:spcAft>
                <a:spcPts val="0"/>
              </a:spcAft>
              <a:buNone/>
            </a:pPr>
            <a:r>
              <a:rPr b="0" i="0" lang="en-US" sz="2833" u="none" cap="none" strike="noStrike">
                <a:solidFill>
                  <a:srgbClr val="000000"/>
                </a:solidFill>
                <a:latin typeface="DM Sans"/>
                <a:ea typeface="DM Sans"/>
                <a:cs typeface="DM Sans"/>
                <a:sym typeface="DM Sans"/>
              </a:rPr>
              <a:t>192.168.1.7</a:t>
            </a:r>
            <a:endParaRPr/>
          </a:p>
        </p:txBody>
      </p:sp>
      <p:sp>
        <p:nvSpPr>
          <p:cNvPr id="1002" name="Google Shape;1002;p47"/>
          <p:cNvSpPr txBox="1"/>
          <p:nvPr/>
        </p:nvSpPr>
        <p:spPr>
          <a:xfrm>
            <a:off x="15737034" y="5985257"/>
            <a:ext cx="1895128" cy="485775"/>
          </a:xfrm>
          <a:prstGeom prst="rect">
            <a:avLst/>
          </a:prstGeom>
          <a:noFill/>
          <a:ln>
            <a:noFill/>
          </a:ln>
        </p:spPr>
        <p:txBody>
          <a:bodyPr anchorCtr="0" anchor="t" bIns="0" lIns="0" spcFirstLastPara="1" rIns="0" wrap="square" tIns="0">
            <a:spAutoFit/>
          </a:bodyPr>
          <a:lstStyle/>
          <a:p>
            <a:pPr indent="0" lvl="0" marL="0" marR="0" rtl="0" algn="ctr">
              <a:lnSpc>
                <a:spcPct val="143981"/>
              </a:lnSpc>
              <a:spcBef>
                <a:spcPts val="0"/>
              </a:spcBef>
              <a:spcAft>
                <a:spcPts val="0"/>
              </a:spcAft>
              <a:buNone/>
            </a:pPr>
            <a:r>
              <a:rPr b="0" i="0" lang="en-US" sz="2833" u="none" cap="none" strike="noStrike">
                <a:solidFill>
                  <a:srgbClr val="000000"/>
                </a:solidFill>
                <a:latin typeface="DM Sans"/>
                <a:ea typeface="DM Sans"/>
                <a:cs typeface="DM Sans"/>
                <a:sym typeface="DM Sans"/>
              </a:rPr>
              <a:t>192.168.1.8</a:t>
            </a:r>
            <a:endParaRPr/>
          </a:p>
        </p:txBody>
      </p:sp>
      <p:sp>
        <p:nvSpPr>
          <p:cNvPr id="1003" name="Google Shape;1003;p47"/>
          <p:cNvSpPr/>
          <p:nvPr/>
        </p:nvSpPr>
        <p:spPr>
          <a:xfrm>
            <a:off x="14242704" y="4722902"/>
            <a:ext cx="1162431" cy="841153"/>
          </a:xfrm>
          <a:custGeom>
            <a:rect b="b" l="l" r="r" t="t"/>
            <a:pathLst>
              <a:path extrusionOk="0" h="1121537" w="1549908">
                <a:moveTo>
                  <a:pt x="0" y="0"/>
                </a:moveTo>
                <a:lnTo>
                  <a:pt x="1549908" y="0"/>
                </a:lnTo>
                <a:lnTo>
                  <a:pt x="1549908" y="1121537"/>
                </a:lnTo>
                <a:lnTo>
                  <a:pt x="0" y="1121537"/>
                </a:lnTo>
                <a:lnTo>
                  <a:pt x="0" y="0"/>
                </a:lnTo>
                <a:close/>
              </a:path>
            </a:pathLst>
          </a:custGeom>
          <a:blipFill rotWithShape="1">
            <a:blip r:embed="rId7">
              <a:alphaModFix/>
            </a:blip>
            <a:stretch>
              <a:fillRect b="-38" l="0" r="-1" t="-33"/>
            </a:stretch>
          </a:blipFill>
          <a:ln>
            <a:noFill/>
          </a:ln>
        </p:spPr>
      </p:sp>
      <p:sp>
        <p:nvSpPr>
          <p:cNvPr id="1004" name="Google Shape;1004;p47"/>
          <p:cNvSpPr/>
          <p:nvPr/>
        </p:nvSpPr>
        <p:spPr>
          <a:xfrm>
            <a:off x="8562772" y="6905593"/>
            <a:ext cx="1162431" cy="841153"/>
          </a:xfrm>
          <a:custGeom>
            <a:rect b="b" l="l" r="r" t="t"/>
            <a:pathLst>
              <a:path extrusionOk="0" h="1121537" w="1549908">
                <a:moveTo>
                  <a:pt x="0" y="0"/>
                </a:moveTo>
                <a:lnTo>
                  <a:pt x="1549908" y="0"/>
                </a:lnTo>
                <a:lnTo>
                  <a:pt x="1549908" y="1121537"/>
                </a:lnTo>
                <a:lnTo>
                  <a:pt x="0" y="1121537"/>
                </a:lnTo>
                <a:lnTo>
                  <a:pt x="0" y="0"/>
                </a:lnTo>
                <a:close/>
              </a:path>
            </a:pathLst>
          </a:custGeom>
          <a:blipFill rotWithShape="1">
            <a:blip r:embed="rId7">
              <a:alphaModFix/>
            </a:blip>
            <a:stretch>
              <a:fillRect b="-38" l="0" r="-1" t="-33"/>
            </a:stretch>
          </a:blipFill>
          <a:ln>
            <a:noFill/>
          </a:ln>
        </p:spPr>
      </p:sp>
      <p:cxnSp>
        <p:nvCxnSpPr>
          <p:cNvPr id="1005" name="Google Shape;1005;p47"/>
          <p:cNvCxnSpPr/>
          <p:nvPr/>
        </p:nvCxnSpPr>
        <p:spPr>
          <a:xfrm rot="35497">
            <a:off x="3799838" y="4629439"/>
            <a:ext cx="3689814" cy="0"/>
          </a:xfrm>
          <a:prstGeom prst="straightConnector1">
            <a:avLst/>
          </a:prstGeom>
          <a:noFill/>
          <a:ln cap="rnd" cmpd="sng" w="28575">
            <a:solidFill>
              <a:srgbClr val="94221E"/>
            </a:solidFill>
            <a:prstDash val="solid"/>
            <a:round/>
            <a:headEnd len="sm" w="sm" type="none"/>
            <a:tailEnd len="med" w="med" type="triangle"/>
          </a:ln>
        </p:spPr>
      </p:cxnSp>
      <p:cxnSp>
        <p:nvCxnSpPr>
          <p:cNvPr id="1006" name="Google Shape;1006;p47"/>
          <p:cNvCxnSpPr/>
          <p:nvPr/>
        </p:nvCxnSpPr>
        <p:spPr>
          <a:xfrm rot="35497">
            <a:off x="10467990" y="4648489"/>
            <a:ext cx="3689814" cy="0"/>
          </a:xfrm>
          <a:prstGeom prst="straightConnector1">
            <a:avLst/>
          </a:prstGeom>
          <a:noFill/>
          <a:ln cap="rnd" cmpd="sng" w="28575">
            <a:solidFill>
              <a:srgbClr val="94221E"/>
            </a:solidFill>
            <a:prstDash val="solid"/>
            <a:round/>
            <a:headEnd len="sm" w="sm" type="none"/>
            <a:tailEnd len="med" w="med" type="triangle"/>
          </a:ln>
        </p:spPr>
      </p:cxnSp>
      <p:cxnSp>
        <p:nvCxnSpPr>
          <p:cNvPr id="1007" name="Google Shape;1007;p47"/>
          <p:cNvCxnSpPr/>
          <p:nvPr/>
        </p:nvCxnSpPr>
        <p:spPr>
          <a:xfrm rot="5188873">
            <a:off x="9144373" y="3615623"/>
            <a:ext cx="620768" cy="0"/>
          </a:xfrm>
          <a:prstGeom prst="straightConnector1">
            <a:avLst/>
          </a:prstGeom>
          <a:noFill/>
          <a:ln cap="rnd" cmpd="sng" w="28575">
            <a:solidFill>
              <a:srgbClr val="94221E"/>
            </a:solidFill>
            <a:prstDash val="solid"/>
            <a:round/>
            <a:headEnd len="sm" w="sm" type="none"/>
            <a:tailEnd len="med" w="med" type="triangle"/>
          </a:ln>
        </p:spPr>
      </p:cxnSp>
      <p:cxnSp>
        <p:nvCxnSpPr>
          <p:cNvPr id="1008" name="Google Shape;1008;p47"/>
          <p:cNvCxnSpPr/>
          <p:nvPr/>
        </p:nvCxnSpPr>
        <p:spPr>
          <a:xfrm rot="5139624">
            <a:off x="9202998" y="6548825"/>
            <a:ext cx="503518" cy="0"/>
          </a:xfrm>
          <a:prstGeom prst="straightConnector1">
            <a:avLst/>
          </a:prstGeom>
          <a:noFill/>
          <a:ln cap="rnd" cmpd="sng" w="28575">
            <a:solidFill>
              <a:srgbClr val="94221E"/>
            </a:solidFill>
            <a:prstDash val="solid"/>
            <a:round/>
            <a:headEnd len="sm" w="sm" type="none"/>
            <a:tailEnd len="med" w="med" type="triangle"/>
          </a:ln>
        </p:spPr>
      </p:cxnSp>
      <p:sp>
        <p:nvSpPr>
          <p:cNvPr id="1009" name="Google Shape;1009;p47"/>
          <p:cNvSpPr/>
          <p:nvPr/>
        </p:nvSpPr>
        <p:spPr>
          <a:xfrm>
            <a:off x="7972312" y="4536003"/>
            <a:ext cx="2354485" cy="1215009"/>
          </a:xfrm>
          <a:custGeom>
            <a:rect b="b" l="l" r="r" t="t"/>
            <a:pathLst>
              <a:path extrusionOk="0" h="1620012" w="3139313">
                <a:moveTo>
                  <a:pt x="0" y="0"/>
                </a:moveTo>
                <a:lnTo>
                  <a:pt x="3139313" y="0"/>
                </a:lnTo>
                <a:lnTo>
                  <a:pt x="3139313" y="1620012"/>
                </a:lnTo>
                <a:lnTo>
                  <a:pt x="0" y="1620012"/>
                </a:lnTo>
                <a:lnTo>
                  <a:pt x="0" y="0"/>
                </a:lnTo>
                <a:close/>
              </a:path>
            </a:pathLst>
          </a:custGeom>
          <a:blipFill rotWithShape="1">
            <a:blip r:embed="rId8">
              <a:alphaModFix/>
            </a:blip>
            <a:stretch>
              <a:fillRect b="0" l="0" r="-1" t="0"/>
            </a:stretch>
          </a:blipFill>
          <a:ln>
            <a:noFill/>
          </a:ln>
        </p:spPr>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8BC5"/>
        </a:solidFill>
      </p:bgPr>
    </p:bg>
    <p:spTree>
      <p:nvGrpSpPr>
        <p:cNvPr id="1017" name="Shape 1017"/>
        <p:cNvGrpSpPr/>
        <p:nvPr/>
      </p:nvGrpSpPr>
      <p:grpSpPr>
        <a:xfrm>
          <a:off x="0" y="0"/>
          <a:ext cx="0" cy="0"/>
          <a:chOff x="0" y="0"/>
          <a:chExt cx="0" cy="0"/>
        </a:xfrm>
      </p:grpSpPr>
      <p:sp>
        <p:nvSpPr>
          <p:cNvPr id="1018" name="Google Shape;1018;p48"/>
          <p:cNvSpPr/>
          <p:nvPr/>
        </p:nvSpPr>
        <p:spPr>
          <a:xfrm>
            <a:off x="2961887" y="1028700"/>
            <a:ext cx="8093583" cy="11443335"/>
          </a:xfrm>
          <a:custGeom>
            <a:rect b="b" l="l" r="r" t="t"/>
            <a:pathLst>
              <a:path extrusionOk="0" h="15257780" w="10791444">
                <a:moveTo>
                  <a:pt x="0" y="0"/>
                </a:moveTo>
                <a:lnTo>
                  <a:pt x="10791444" y="0"/>
                </a:lnTo>
                <a:lnTo>
                  <a:pt x="10791444" y="15257780"/>
                </a:lnTo>
                <a:lnTo>
                  <a:pt x="0" y="15257780"/>
                </a:lnTo>
                <a:lnTo>
                  <a:pt x="0" y="0"/>
                </a:lnTo>
                <a:close/>
              </a:path>
            </a:pathLst>
          </a:custGeom>
          <a:blipFill rotWithShape="1">
            <a:blip r:embed="rId3">
              <a:alphaModFix/>
            </a:blip>
            <a:stretch>
              <a:fillRect b="0" l="-50" r="-49" t="0"/>
            </a:stretch>
          </a:blipFill>
          <a:ln>
            <a:noFill/>
          </a:ln>
        </p:spPr>
      </p:sp>
      <p:sp>
        <p:nvSpPr>
          <p:cNvPr id="1019" name="Google Shape;1019;p48"/>
          <p:cNvSpPr/>
          <p:nvPr/>
        </p:nvSpPr>
        <p:spPr>
          <a:xfrm>
            <a:off x="10597535" y="1028700"/>
            <a:ext cx="3546371" cy="10532634"/>
          </a:xfrm>
          <a:custGeom>
            <a:rect b="b" l="l" r="r" t="t"/>
            <a:pathLst>
              <a:path extrusionOk="0" h="10532634" w="3546371">
                <a:moveTo>
                  <a:pt x="0" y="0"/>
                </a:moveTo>
                <a:lnTo>
                  <a:pt x="3546371" y="0"/>
                </a:lnTo>
                <a:lnTo>
                  <a:pt x="3546371" y="10532634"/>
                </a:lnTo>
                <a:lnTo>
                  <a:pt x="0" y="10532634"/>
                </a:lnTo>
                <a:lnTo>
                  <a:pt x="0" y="0"/>
                </a:lnTo>
                <a:close/>
              </a:path>
            </a:pathLst>
          </a:custGeom>
          <a:blipFill rotWithShape="1">
            <a:blip r:embed="rId4">
              <a:alphaModFix/>
            </a:blip>
            <a:stretch>
              <a:fillRect b="0" l="0" r="0" t="0"/>
            </a:stretch>
          </a:blipFill>
          <a:ln>
            <a:noFill/>
          </a:ln>
        </p:spPr>
      </p:sp>
      <p:sp>
        <p:nvSpPr>
          <p:cNvPr id="1020" name="Google Shape;1020;p48"/>
          <p:cNvSpPr/>
          <p:nvPr/>
        </p:nvSpPr>
        <p:spPr>
          <a:xfrm>
            <a:off x="3872725" y="3977525"/>
            <a:ext cx="9534335" cy="2830354"/>
          </a:xfrm>
          <a:custGeom>
            <a:rect b="b" l="l" r="r" t="t"/>
            <a:pathLst>
              <a:path extrusionOk="0" h="3773805" w="12712446">
                <a:moveTo>
                  <a:pt x="0" y="0"/>
                </a:moveTo>
                <a:lnTo>
                  <a:pt x="12712446" y="0"/>
                </a:lnTo>
                <a:lnTo>
                  <a:pt x="12712446" y="3773805"/>
                </a:lnTo>
                <a:lnTo>
                  <a:pt x="0" y="3773805"/>
                </a:lnTo>
                <a:lnTo>
                  <a:pt x="0" y="0"/>
                </a:lnTo>
                <a:close/>
              </a:path>
            </a:pathLst>
          </a:custGeom>
          <a:blipFill rotWithShape="1">
            <a:blip r:embed="rId5">
              <a:alphaModFix/>
            </a:blip>
            <a:stretch>
              <a:fillRect b="-16562" l="0" r="0" t="-16563"/>
            </a:stretch>
          </a:blipFill>
          <a:ln>
            <a:noFill/>
          </a:ln>
        </p:spPr>
      </p:sp>
      <p:sp>
        <p:nvSpPr>
          <p:cNvPr id="1021" name="Google Shape;1021;p48"/>
          <p:cNvSpPr txBox="1"/>
          <p:nvPr/>
        </p:nvSpPr>
        <p:spPr>
          <a:xfrm>
            <a:off x="4074405" y="2023864"/>
            <a:ext cx="6766972" cy="1333609"/>
          </a:xfrm>
          <a:prstGeom prst="rect">
            <a:avLst/>
          </a:prstGeom>
          <a:noFill/>
          <a:ln>
            <a:noFill/>
          </a:ln>
        </p:spPr>
        <p:txBody>
          <a:bodyPr anchorCtr="0" anchor="t" bIns="0" lIns="0" spcFirstLastPara="1" rIns="0" wrap="square" tIns="0">
            <a:spAutoFit/>
          </a:bodyPr>
          <a:lstStyle/>
          <a:p>
            <a:pPr indent="0" lvl="0" marL="0" marR="0" rtl="0" algn="l">
              <a:lnSpc>
                <a:spcPct val="127206"/>
              </a:lnSpc>
              <a:spcBef>
                <a:spcPts val="0"/>
              </a:spcBef>
              <a:spcAft>
                <a:spcPts val="0"/>
              </a:spcAft>
              <a:buNone/>
            </a:pPr>
            <a:r>
              <a:rPr b="1" i="0" lang="en-US" sz="6969" u="none" cap="none" strike="noStrike">
                <a:solidFill>
                  <a:srgbClr val="000000"/>
                </a:solidFill>
                <a:latin typeface="Arial"/>
                <a:ea typeface="Arial"/>
                <a:cs typeface="Arial"/>
                <a:sym typeface="Arial"/>
              </a:rPr>
              <a:t>Segundo paso:</a:t>
            </a:r>
            <a:endParaRPr/>
          </a:p>
        </p:txBody>
      </p:sp>
      <p:sp>
        <p:nvSpPr>
          <p:cNvPr id="1022" name="Google Shape;1022;p48"/>
          <p:cNvSpPr/>
          <p:nvPr/>
        </p:nvSpPr>
        <p:spPr>
          <a:xfrm flipH="1" rot="-475932">
            <a:off x="12854711" y="1529176"/>
            <a:ext cx="1770888" cy="942975"/>
          </a:xfrm>
          <a:custGeom>
            <a:rect b="b" l="l" r="r" t="t"/>
            <a:pathLst>
              <a:path extrusionOk="0" h="1257300" w="2361184">
                <a:moveTo>
                  <a:pt x="2361184" y="0"/>
                </a:moveTo>
                <a:lnTo>
                  <a:pt x="0" y="0"/>
                </a:lnTo>
                <a:lnTo>
                  <a:pt x="0" y="1257300"/>
                </a:lnTo>
                <a:lnTo>
                  <a:pt x="2361184" y="1257300"/>
                </a:lnTo>
                <a:lnTo>
                  <a:pt x="2361184" y="0"/>
                </a:lnTo>
                <a:close/>
              </a:path>
            </a:pathLst>
          </a:custGeom>
          <a:blipFill rotWithShape="1">
            <a:blip r:embed="rId6">
              <a:alphaModFix/>
            </a:blip>
            <a:stretch>
              <a:fillRect b="0" l="-67" r="-66" t="0"/>
            </a:stretch>
          </a:blipFill>
          <a:ln>
            <a:noFill/>
          </a:ln>
        </p:spPr>
      </p:sp>
      <p:sp>
        <p:nvSpPr>
          <p:cNvPr id="1023" name="Google Shape;1023;p48"/>
          <p:cNvSpPr/>
          <p:nvPr/>
        </p:nvSpPr>
        <p:spPr>
          <a:xfrm rot="-10703534">
            <a:off x="14045185" y="8969379"/>
            <a:ext cx="5875687" cy="3238976"/>
          </a:xfrm>
          <a:custGeom>
            <a:rect b="b" l="l" r="r" t="t"/>
            <a:pathLst>
              <a:path extrusionOk="0" h="4318635" w="7834249">
                <a:moveTo>
                  <a:pt x="0" y="0"/>
                </a:moveTo>
                <a:lnTo>
                  <a:pt x="7834249" y="0"/>
                </a:lnTo>
                <a:lnTo>
                  <a:pt x="7834249" y="4318635"/>
                </a:lnTo>
                <a:lnTo>
                  <a:pt x="0" y="4318635"/>
                </a:lnTo>
                <a:lnTo>
                  <a:pt x="0" y="0"/>
                </a:lnTo>
                <a:close/>
              </a:path>
            </a:pathLst>
          </a:custGeom>
          <a:blipFill rotWithShape="1">
            <a:blip r:embed="rId7">
              <a:alphaModFix/>
            </a:blip>
            <a:stretch>
              <a:fillRect b="-1" l="0" r="0" t="-1"/>
            </a:stretch>
          </a:blipFill>
          <a:ln>
            <a:noFill/>
          </a:ln>
        </p:spPr>
      </p:sp>
      <p:sp>
        <p:nvSpPr>
          <p:cNvPr id="1024" name="Google Shape;1024;p48"/>
          <p:cNvSpPr/>
          <p:nvPr/>
        </p:nvSpPr>
        <p:spPr>
          <a:xfrm rot="8941024">
            <a:off x="14751146" y="-2393360"/>
            <a:ext cx="4861275" cy="3706654"/>
          </a:xfrm>
          <a:custGeom>
            <a:rect b="b" l="l" r="r" t="t"/>
            <a:pathLst>
              <a:path extrusionOk="0" h="4942205" w="6481699">
                <a:moveTo>
                  <a:pt x="0" y="0"/>
                </a:moveTo>
                <a:lnTo>
                  <a:pt x="6481699" y="0"/>
                </a:lnTo>
                <a:lnTo>
                  <a:pt x="6481699" y="4942205"/>
                </a:lnTo>
                <a:lnTo>
                  <a:pt x="0" y="4942205"/>
                </a:lnTo>
                <a:lnTo>
                  <a:pt x="0" y="0"/>
                </a:lnTo>
                <a:close/>
              </a:path>
            </a:pathLst>
          </a:custGeom>
          <a:blipFill rotWithShape="1">
            <a:blip r:embed="rId8">
              <a:alphaModFix/>
            </a:blip>
            <a:stretch>
              <a:fillRect b="0" l="-7" r="-6" t="0"/>
            </a:stretch>
          </a:blipFill>
          <a:ln>
            <a:noFill/>
          </a:ln>
        </p:spPr>
      </p:sp>
      <p:sp>
        <p:nvSpPr>
          <p:cNvPr id="1025" name="Google Shape;1025;p48"/>
          <p:cNvSpPr/>
          <p:nvPr/>
        </p:nvSpPr>
        <p:spPr>
          <a:xfrm rot="-277003">
            <a:off x="2356985" y="44710"/>
            <a:ext cx="1209770" cy="2452974"/>
          </a:xfrm>
          <a:custGeom>
            <a:rect b="b" l="l" r="r" t="t"/>
            <a:pathLst>
              <a:path extrusionOk="0" h="3270631" w="1613027">
                <a:moveTo>
                  <a:pt x="0" y="0"/>
                </a:moveTo>
                <a:lnTo>
                  <a:pt x="1613027" y="0"/>
                </a:lnTo>
                <a:lnTo>
                  <a:pt x="1613027" y="3270631"/>
                </a:lnTo>
                <a:lnTo>
                  <a:pt x="0" y="3270631"/>
                </a:lnTo>
                <a:lnTo>
                  <a:pt x="0" y="0"/>
                </a:lnTo>
                <a:close/>
              </a:path>
            </a:pathLst>
          </a:custGeom>
          <a:blipFill rotWithShape="1">
            <a:blip r:embed="rId9">
              <a:alphaModFix/>
            </a:blip>
            <a:stretch>
              <a:fillRect b="0" l="-56953" r="-56955" t="0"/>
            </a:stretch>
          </a:blipFill>
          <a:ln>
            <a:noFill/>
          </a:ln>
        </p:spPr>
      </p:sp>
      <p:sp>
        <p:nvSpPr>
          <p:cNvPr id="1026" name="Google Shape;1026;p48"/>
          <p:cNvSpPr/>
          <p:nvPr/>
        </p:nvSpPr>
        <p:spPr>
          <a:xfrm>
            <a:off x="12315870" y="6295017"/>
            <a:ext cx="2182272" cy="2256091"/>
          </a:xfrm>
          <a:custGeom>
            <a:rect b="b" l="l" r="r" t="t"/>
            <a:pathLst>
              <a:path extrusionOk="0" h="3008122" w="2909697">
                <a:moveTo>
                  <a:pt x="0" y="0"/>
                </a:moveTo>
                <a:lnTo>
                  <a:pt x="2909697" y="0"/>
                </a:lnTo>
                <a:lnTo>
                  <a:pt x="2909697" y="3008122"/>
                </a:lnTo>
                <a:lnTo>
                  <a:pt x="0" y="3008122"/>
                </a:lnTo>
                <a:lnTo>
                  <a:pt x="0" y="0"/>
                </a:lnTo>
                <a:close/>
              </a:path>
            </a:pathLst>
          </a:custGeom>
          <a:blipFill rotWithShape="1">
            <a:blip r:embed="rId10">
              <a:alphaModFix/>
            </a:blip>
            <a:stretch>
              <a:fillRect b="-24" l="0" r="0" t="-23"/>
            </a:stretch>
          </a:blipFill>
          <a:ln>
            <a:noFill/>
          </a:ln>
        </p:spPr>
      </p:sp>
      <p:sp>
        <p:nvSpPr>
          <p:cNvPr id="1027" name="Google Shape;1027;p48"/>
          <p:cNvSpPr txBox="1"/>
          <p:nvPr/>
        </p:nvSpPr>
        <p:spPr>
          <a:xfrm>
            <a:off x="4249828" y="4204271"/>
            <a:ext cx="8780064" cy="2095500"/>
          </a:xfrm>
          <a:prstGeom prst="rect">
            <a:avLst/>
          </a:prstGeom>
          <a:noFill/>
          <a:ln>
            <a:noFill/>
          </a:ln>
        </p:spPr>
        <p:txBody>
          <a:bodyPr anchorCtr="0" anchor="t" bIns="0" lIns="0" spcFirstLastPara="1" rIns="0" wrap="square" tIns="0">
            <a:spAutoFit/>
          </a:bodyPr>
          <a:lstStyle/>
          <a:p>
            <a:pPr indent="0" lvl="0" marL="0" marR="0" rtl="0" algn="l">
              <a:lnSpc>
                <a:spcPct val="143979"/>
              </a:lnSpc>
              <a:spcBef>
                <a:spcPts val="0"/>
              </a:spcBef>
              <a:spcAft>
                <a:spcPts val="0"/>
              </a:spcAft>
              <a:buNone/>
            </a:pPr>
            <a:r>
              <a:rPr b="0" i="0" lang="en-US" sz="2749" u="none" cap="none" strike="noStrike">
                <a:solidFill>
                  <a:srgbClr val="000000"/>
                </a:solidFill>
                <a:latin typeface="DM Sans"/>
                <a:ea typeface="DM Sans"/>
                <a:cs typeface="DM Sans"/>
                <a:sym typeface="DM Sans"/>
              </a:rPr>
              <a:t>Cada host de la red recibe la trama de broadcast y compara la dirección IP contenida en el mensaje con su propia dirección IP. El host cuya dirección IP coincida enviará su dirección MAC como respuesta al host emisor original.</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1035" name="Shape 1035"/>
        <p:cNvGrpSpPr/>
        <p:nvPr/>
      </p:nvGrpSpPr>
      <p:grpSpPr>
        <a:xfrm>
          <a:off x="0" y="0"/>
          <a:ext cx="0" cy="0"/>
          <a:chOff x="0" y="0"/>
          <a:chExt cx="0" cy="0"/>
        </a:xfrm>
      </p:grpSpPr>
      <p:sp>
        <p:nvSpPr>
          <p:cNvPr id="1036" name="Google Shape;1036;p49"/>
          <p:cNvSpPr/>
          <p:nvPr/>
        </p:nvSpPr>
        <p:spPr>
          <a:xfrm rot="-3890007">
            <a:off x="14059290" y="-2028417"/>
            <a:ext cx="2227135" cy="4114800"/>
          </a:xfrm>
          <a:custGeom>
            <a:rect b="b" l="l" r="r" t="t"/>
            <a:pathLst>
              <a:path extrusionOk="0" h="5486400" w="2969514">
                <a:moveTo>
                  <a:pt x="0" y="0"/>
                </a:moveTo>
                <a:lnTo>
                  <a:pt x="2969514" y="0"/>
                </a:lnTo>
                <a:lnTo>
                  <a:pt x="2969514" y="5486400"/>
                </a:lnTo>
                <a:lnTo>
                  <a:pt x="0" y="5486400"/>
                </a:lnTo>
                <a:lnTo>
                  <a:pt x="0" y="0"/>
                </a:lnTo>
                <a:close/>
              </a:path>
            </a:pathLst>
          </a:custGeom>
          <a:blipFill rotWithShape="1">
            <a:blip r:embed="rId3">
              <a:alphaModFix/>
            </a:blip>
            <a:stretch>
              <a:fillRect b="-23" l="0" r="0" t="-22"/>
            </a:stretch>
          </a:blipFill>
          <a:ln>
            <a:noFill/>
          </a:ln>
        </p:spPr>
      </p:sp>
      <p:sp>
        <p:nvSpPr>
          <p:cNvPr id="1037" name="Google Shape;1037;p49"/>
          <p:cNvSpPr/>
          <p:nvPr/>
        </p:nvSpPr>
        <p:spPr>
          <a:xfrm rot="2496945">
            <a:off x="-990421" y="-2028417"/>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4">
              <a:alphaModFix/>
            </a:blip>
            <a:stretch>
              <a:fillRect b="0" l="-25" r="-24" t="0"/>
            </a:stretch>
          </a:blipFill>
          <a:ln>
            <a:noFill/>
          </a:ln>
        </p:spPr>
      </p:sp>
      <p:sp>
        <p:nvSpPr>
          <p:cNvPr id="1038" name="Google Shape;1038;p49"/>
          <p:cNvSpPr/>
          <p:nvPr/>
        </p:nvSpPr>
        <p:spPr>
          <a:xfrm rot="-5400000">
            <a:off x="16867664" y="6100299"/>
            <a:ext cx="5396484" cy="4114800"/>
          </a:xfrm>
          <a:custGeom>
            <a:rect b="b" l="l" r="r" t="t"/>
            <a:pathLst>
              <a:path extrusionOk="0" h="5486400" w="7195312">
                <a:moveTo>
                  <a:pt x="0" y="0"/>
                </a:moveTo>
                <a:lnTo>
                  <a:pt x="7195312" y="0"/>
                </a:lnTo>
                <a:lnTo>
                  <a:pt x="7195312" y="5486400"/>
                </a:lnTo>
                <a:lnTo>
                  <a:pt x="0" y="5486400"/>
                </a:lnTo>
                <a:lnTo>
                  <a:pt x="0" y="0"/>
                </a:lnTo>
                <a:close/>
              </a:path>
            </a:pathLst>
          </a:custGeom>
          <a:blipFill rotWithShape="1">
            <a:blip r:embed="rId5">
              <a:alphaModFix/>
            </a:blip>
            <a:stretch>
              <a:fillRect b="0" l="-7" r="-6" t="0"/>
            </a:stretch>
          </a:blipFill>
          <a:ln>
            <a:noFill/>
          </a:ln>
        </p:spPr>
      </p:sp>
      <p:sp>
        <p:nvSpPr>
          <p:cNvPr id="1039" name="Google Shape;1039;p49"/>
          <p:cNvSpPr/>
          <p:nvPr/>
        </p:nvSpPr>
        <p:spPr>
          <a:xfrm>
            <a:off x="498622" y="4245021"/>
            <a:ext cx="2514791" cy="1796987"/>
          </a:xfrm>
          <a:custGeom>
            <a:rect b="b" l="l" r="r" t="t"/>
            <a:pathLst>
              <a:path extrusionOk="0" h="2395982" w="3353054">
                <a:moveTo>
                  <a:pt x="0" y="0"/>
                </a:moveTo>
                <a:lnTo>
                  <a:pt x="3353054" y="0"/>
                </a:lnTo>
                <a:lnTo>
                  <a:pt x="3353054" y="2395982"/>
                </a:lnTo>
                <a:lnTo>
                  <a:pt x="0" y="2395982"/>
                </a:lnTo>
                <a:lnTo>
                  <a:pt x="0" y="0"/>
                </a:lnTo>
                <a:close/>
              </a:path>
            </a:pathLst>
          </a:custGeom>
          <a:blipFill rotWithShape="1">
            <a:blip r:embed="rId6">
              <a:alphaModFix/>
            </a:blip>
            <a:stretch>
              <a:fillRect b="-40" l="0" r="0" t="-42"/>
            </a:stretch>
          </a:blipFill>
          <a:ln>
            <a:noFill/>
          </a:ln>
        </p:spPr>
      </p:sp>
      <p:sp>
        <p:nvSpPr>
          <p:cNvPr id="1040" name="Google Shape;1040;p49"/>
          <p:cNvSpPr/>
          <p:nvPr/>
        </p:nvSpPr>
        <p:spPr>
          <a:xfrm>
            <a:off x="7830665" y="484033"/>
            <a:ext cx="2514791" cy="1796987"/>
          </a:xfrm>
          <a:custGeom>
            <a:rect b="b" l="l" r="r" t="t"/>
            <a:pathLst>
              <a:path extrusionOk="0" h="2395982" w="3353054">
                <a:moveTo>
                  <a:pt x="0" y="0"/>
                </a:moveTo>
                <a:lnTo>
                  <a:pt x="3353054" y="0"/>
                </a:lnTo>
                <a:lnTo>
                  <a:pt x="3353054" y="2395982"/>
                </a:lnTo>
                <a:lnTo>
                  <a:pt x="0" y="2395982"/>
                </a:lnTo>
                <a:lnTo>
                  <a:pt x="0" y="0"/>
                </a:lnTo>
                <a:close/>
              </a:path>
            </a:pathLst>
          </a:custGeom>
          <a:blipFill rotWithShape="1">
            <a:blip r:embed="rId6">
              <a:alphaModFix/>
            </a:blip>
            <a:stretch>
              <a:fillRect b="-40" l="0" r="0" t="-42"/>
            </a:stretch>
          </a:blipFill>
          <a:ln>
            <a:noFill/>
          </a:ln>
        </p:spPr>
      </p:sp>
      <p:sp>
        <p:nvSpPr>
          <p:cNvPr id="1041" name="Google Shape;1041;p49"/>
          <p:cNvSpPr/>
          <p:nvPr/>
        </p:nvSpPr>
        <p:spPr>
          <a:xfrm>
            <a:off x="7830665" y="8004414"/>
            <a:ext cx="2514791" cy="1796987"/>
          </a:xfrm>
          <a:custGeom>
            <a:rect b="b" l="l" r="r" t="t"/>
            <a:pathLst>
              <a:path extrusionOk="0" h="2395982" w="3353054">
                <a:moveTo>
                  <a:pt x="0" y="0"/>
                </a:moveTo>
                <a:lnTo>
                  <a:pt x="3353054" y="0"/>
                </a:lnTo>
                <a:lnTo>
                  <a:pt x="3353054" y="2395982"/>
                </a:lnTo>
                <a:lnTo>
                  <a:pt x="0" y="2395982"/>
                </a:lnTo>
                <a:lnTo>
                  <a:pt x="0" y="0"/>
                </a:lnTo>
                <a:close/>
              </a:path>
            </a:pathLst>
          </a:custGeom>
          <a:blipFill rotWithShape="1">
            <a:blip r:embed="rId6">
              <a:alphaModFix/>
            </a:blip>
            <a:stretch>
              <a:fillRect b="-40" l="0" r="0" t="-42"/>
            </a:stretch>
          </a:blipFill>
          <a:ln>
            <a:noFill/>
          </a:ln>
        </p:spPr>
      </p:sp>
      <p:sp>
        <p:nvSpPr>
          <p:cNvPr id="1042" name="Google Shape;1042;p49"/>
          <p:cNvSpPr/>
          <p:nvPr/>
        </p:nvSpPr>
        <p:spPr>
          <a:xfrm>
            <a:off x="15405160" y="4245021"/>
            <a:ext cx="2514791" cy="1796987"/>
          </a:xfrm>
          <a:custGeom>
            <a:rect b="b" l="l" r="r" t="t"/>
            <a:pathLst>
              <a:path extrusionOk="0" h="2395982" w="3353054">
                <a:moveTo>
                  <a:pt x="0" y="0"/>
                </a:moveTo>
                <a:lnTo>
                  <a:pt x="3353054" y="0"/>
                </a:lnTo>
                <a:lnTo>
                  <a:pt x="3353054" y="2395982"/>
                </a:lnTo>
                <a:lnTo>
                  <a:pt x="0" y="2395982"/>
                </a:lnTo>
                <a:lnTo>
                  <a:pt x="0" y="0"/>
                </a:lnTo>
                <a:close/>
              </a:path>
            </a:pathLst>
          </a:custGeom>
          <a:blipFill rotWithShape="1">
            <a:blip r:embed="rId6">
              <a:alphaModFix/>
            </a:blip>
            <a:stretch>
              <a:fillRect b="-40" l="0" r="0" t="-42"/>
            </a:stretch>
          </a:blipFill>
          <a:ln>
            <a:noFill/>
          </a:ln>
        </p:spPr>
      </p:sp>
      <p:cxnSp>
        <p:nvCxnSpPr>
          <p:cNvPr id="1043" name="Google Shape;1043;p49"/>
          <p:cNvCxnSpPr/>
          <p:nvPr/>
        </p:nvCxnSpPr>
        <p:spPr>
          <a:xfrm rot="24814">
            <a:off x="2771284" y="5133975"/>
            <a:ext cx="5278287" cy="0"/>
          </a:xfrm>
          <a:prstGeom prst="straightConnector1">
            <a:avLst/>
          </a:prstGeom>
          <a:noFill/>
          <a:ln cap="rnd" cmpd="sng" w="28575">
            <a:solidFill>
              <a:srgbClr val="000000"/>
            </a:solidFill>
            <a:prstDash val="solid"/>
            <a:round/>
            <a:headEnd len="sm" w="sm" type="none"/>
            <a:tailEnd len="sm" w="sm" type="none"/>
          </a:ln>
        </p:spPr>
      </p:cxnSp>
      <p:cxnSp>
        <p:nvCxnSpPr>
          <p:cNvPr id="1044" name="Google Shape;1044;p49"/>
          <p:cNvCxnSpPr/>
          <p:nvPr/>
        </p:nvCxnSpPr>
        <p:spPr>
          <a:xfrm rot="23984">
            <a:off x="10266852" y="5133975"/>
            <a:ext cx="5460933" cy="0"/>
          </a:xfrm>
          <a:prstGeom prst="straightConnector1">
            <a:avLst/>
          </a:prstGeom>
          <a:noFill/>
          <a:ln cap="rnd" cmpd="sng" w="28575">
            <a:solidFill>
              <a:srgbClr val="000000"/>
            </a:solidFill>
            <a:prstDash val="solid"/>
            <a:round/>
            <a:headEnd len="sm" w="sm" type="none"/>
            <a:tailEnd len="sm" w="sm" type="none"/>
          </a:ln>
        </p:spPr>
      </p:cxnSp>
      <p:cxnSp>
        <p:nvCxnSpPr>
          <p:cNvPr id="1045" name="Google Shape;1045;p49"/>
          <p:cNvCxnSpPr/>
          <p:nvPr/>
        </p:nvCxnSpPr>
        <p:spPr>
          <a:xfrm rot="5554299">
            <a:off x="7949777" y="3358952"/>
            <a:ext cx="2215304" cy="0"/>
          </a:xfrm>
          <a:prstGeom prst="straightConnector1">
            <a:avLst/>
          </a:prstGeom>
          <a:noFill/>
          <a:ln cap="rnd" cmpd="sng" w="28575">
            <a:solidFill>
              <a:srgbClr val="000000"/>
            </a:solidFill>
            <a:prstDash val="solid"/>
            <a:round/>
            <a:headEnd len="sm" w="sm" type="none"/>
            <a:tailEnd len="sm" w="sm" type="none"/>
          </a:ln>
        </p:spPr>
      </p:cxnSp>
      <p:cxnSp>
        <p:nvCxnSpPr>
          <p:cNvPr id="1046" name="Google Shape;1046;p49"/>
          <p:cNvCxnSpPr/>
          <p:nvPr/>
        </p:nvCxnSpPr>
        <p:spPr>
          <a:xfrm rot="5540973">
            <a:off x="7969316" y="6868180"/>
            <a:ext cx="2293445" cy="0"/>
          </a:xfrm>
          <a:prstGeom prst="straightConnector1">
            <a:avLst/>
          </a:prstGeom>
          <a:noFill/>
          <a:ln cap="rnd" cmpd="sng" w="28575">
            <a:solidFill>
              <a:srgbClr val="000000"/>
            </a:solidFill>
            <a:prstDash val="solid"/>
            <a:round/>
            <a:headEnd len="sm" w="sm" type="none"/>
            <a:tailEnd len="sm" w="sm" type="none"/>
          </a:ln>
        </p:spPr>
      </p:cxnSp>
      <p:sp>
        <p:nvSpPr>
          <p:cNvPr id="1047" name="Google Shape;1047;p49"/>
          <p:cNvSpPr txBox="1"/>
          <p:nvPr/>
        </p:nvSpPr>
        <p:spPr>
          <a:xfrm>
            <a:off x="1432275" y="4543714"/>
            <a:ext cx="805678" cy="733425"/>
          </a:xfrm>
          <a:prstGeom prst="rect">
            <a:avLst/>
          </a:prstGeom>
          <a:noFill/>
          <a:ln>
            <a:noFill/>
          </a:ln>
        </p:spPr>
        <p:txBody>
          <a:bodyPr anchorCtr="0" anchor="t" bIns="0" lIns="0" spcFirstLastPara="1" rIns="0" wrap="square" tIns="0">
            <a:spAutoFit/>
          </a:bodyPr>
          <a:lstStyle/>
          <a:p>
            <a:pPr indent="0" lvl="0" marL="0" marR="0" rtl="0" algn="l">
              <a:lnSpc>
                <a:spcPct val="144000"/>
              </a:lnSpc>
              <a:spcBef>
                <a:spcPts val="0"/>
              </a:spcBef>
              <a:spcAft>
                <a:spcPts val="0"/>
              </a:spcAft>
              <a:buNone/>
            </a:pPr>
            <a:r>
              <a:rPr b="1" i="0" lang="en-US" sz="4200" u="none" cap="none" strike="noStrike">
                <a:solidFill>
                  <a:srgbClr val="000000"/>
                </a:solidFill>
                <a:latin typeface="DM Sans"/>
                <a:ea typeface="DM Sans"/>
                <a:cs typeface="DM Sans"/>
                <a:sym typeface="DM Sans"/>
              </a:rPr>
              <a:t>H1</a:t>
            </a:r>
            <a:endParaRPr/>
          </a:p>
        </p:txBody>
      </p:sp>
      <p:sp>
        <p:nvSpPr>
          <p:cNvPr id="1048" name="Google Shape;1048;p49"/>
          <p:cNvSpPr txBox="1"/>
          <p:nvPr/>
        </p:nvSpPr>
        <p:spPr>
          <a:xfrm>
            <a:off x="8790014" y="767232"/>
            <a:ext cx="805678" cy="733425"/>
          </a:xfrm>
          <a:prstGeom prst="rect">
            <a:avLst/>
          </a:prstGeom>
          <a:noFill/>
          <a:ln>
            <a:noFill/>
          </a:ln>
        </p:spPr>
        <p:txBody>
          <a:bodyPr anchorCtr="0" anchor="t" bIns="0" lIns="0" spcFirstLastPara="1" rIns="0" wrap="square" tIns="0">
            <a:spAutoFit/>
          </a:bodyPr>
          <a:lstStyle/>
          <a:p>
            <a:pPr indent="0" lvl="0" marL="0" marR="0" rtl="0" algn="l">
              <a:lnSpc>
                <a:spcPct val="144000"/>
              </a:lnSpc>
              <a:spcBef>
                <a:spcPts val="0"/>
              </a:spcBef>
              <a:spcAft>
                <a:spcPts val="0"/>
              </a:spcAft>
              <a:buNone/>
            </a:pPr>
            <a:r>
              <a:rPr b="1" i="0" lang="en-US" sz="4200" u="none" cap="none" strike="noStrike">
                <a:solidFill>
                  <a:srgbClr val="000000"/>
                </a:solidFill>
                <a:latin typeface="DM Sans"/>
                <a:ea typeface="DM Sans"/>
                <a:cs typeface="DM Sans"/>
                <a:sym typeface="DM Sans"/>
              </a:rPr>
              <a:t>H2</a:t>
            </a:r>
            <a:endParaRPr/>
          </a:p>
        </p:txBody>
      </p:sp>
      <p:sp>
        <p:nvSpPr>
          <p:cNvPr id="1049" name="Google Shape;1049;p49"/>
          <p:cNvSpPr txBox="1"/>
          <p:nvPr/>
        </p:nvSpPr>
        <p:spPr>
          <a:xfrm>
            <a:off x="16281759" y="4543714"/>
            <a:ext cx="805678" cy="733425"/>
          </a:xfrm>
          <a:prstGeom prst="rect">
            <a:avLst/>
          </a:prstGeom>
          <a:noFill/>
          <a:ln>
            <a:noFill/>
          </a:ln>
        </p:spPr>
        <p:txBody>
          <a:bodyPr anchorCtr="0" anchor="t" bIns="0" lIns="0" spcFirstLastPara="1" rIns="0" wrap="square" tIns="0">
            <a:spAutoFit/>
          </a:bodyPr>
          <a:lstStyle/>
          <a:p>
            <a:pPr indent="0" lvl="0" marL="0" marR="0" rtl="0" algn="l">
              <a:lnSpc>
                <a:spcPct val="144000"/>
              </a:lnSpc>
              <a:spcBef>
                <a:spcPts val="0"/>
              </a:spcBef>
              <a:spcAft>
                <a:spcPts val="0"/>
              </a:spcAft>
              <a:buNone/>
            </a:pPr>
            <a:r>
              <a:rPr b="1" i="0" lang="en-US" sz="4200" u="none" cap="none" strike="noStrike">
                <a:solidFill>
                  <a:srgbClr val="000000"/>
                </a:solidFill>
                <a:latin typeface="DM Sans"/>
                <a:ea typeface="DM Sans"/>
                <a:cs typeface="DM Sans"/>
                <a:sym typeface="DM Sans"/>
              </a:rPr>
              <a:t>H3</a:t>
            </a:r>
            <a:endParaRPr/>
          </a:p>
        </p:txBody>
      </p:sp>
      <p:sp>
        <p:nvSpPr>
          <p:cNvPr id="1050" name="Google Shape;1050;p49"/>
          <p:cNvSpPr txBox="1"/>
          <p:nvPr/>
        </p:nvSpPr>
        <p:spPr>
          <a:xfrm>
            <a:off x="8685239" y="8304250"/>
            <a:ext cx="805678" cy="733425"/>
          </a:xfrm>
          <a:prstGeom prst="rect">
            <a:avLst/>
          </a:prstGeom>
          <a:noFill/>
          <a:ln>
            <a:noFill/>
          </a:ln>
        </p:spPr>
        <p:txBody>
          <a:bodyPr anchorCtr="0" anchor="t" bIns="0" lIns="0" spcFirstLastPara="1" rIns="0" wrap="square" tIns="0">
            <a:spAutoFit/>
          </a:bodyPr>
          <a:lstStyle/>
          <a:p>
            <a:pPr indent="0" lvl="0" marL="0" marR="0" rtl="0" algn="l">
              <a:lnSpc>
                <a:spcPct val="144000"/>
              </a:lnSpc>
              <a:spcBef>
                <a:spcPts val="0"/>
              </a:spcBef>
              <a:spcAft>
                <a:spcPts val="0"/>
              </a:spcAft>
              <a:buNone/>
            </a:pPr>
            <a:r>
              <a:rPr b="1" i="0" lang="en-US" sz="4200" u="none" cap="none" strike="noStrike">
                <a:solidFill>
                  <a:srgbClr val="000000"/>
                </a:solidFill>
                <a:latin typeface="DM Sans"/>
                <a:ea typeface="DM Sans"/>
                <a:cs typeface="DM Sans"/>
                <a:sym typeface="DM Sans"/>
              </a:rPr>
              <a:t>H4</a:t>
            </a:r>
            <a:endParaRPr/>
          </a:p>
        </p:txBody>
      </p:sp>
      <p:sp>
        <p:nvSpPr>
          <p:cNvPr id="1051" name="Google Shape;1051;p49"/>
          <p:cNvSpPr txBox="1"/>
          <p:nvPr/>
        </p:nvSpPr>
        <p:spPr>
          <a:xfrm>
            <a:off x="826743" y="5985257"/>
            <a:ext cx="1895128" cy="485775"/>
          </a:xfrm>
          <a:prstGeom prst="rect">
            <a:avLst/>
          </a:prstGeom>
          <a:noFill/>
          <a:ln>
            <a:noFill/>
          </a:ln>
        </p:spPr>
        <p:txBody>
          <a:bodyPr anchorCtr="0" anchor="t" bIns="0" lIns="0" spcFirstLastPara="1" rIns="0" wrap="square" tIns="0">
            <a:spAutoFit/>
          </a:bodyPr>
          <a:lstStyle/>
          <a:p>
            <a:pPr indent="0" lvl="0" marL="0" marR="0" rtl="0" algn="ctr">
              <a:lnSpc>
                <a:spcPct val="143981"/>
              </a:lnSpc>
              <a:spcBef>
                <a:spcPts val="0"/>
              </a:spcBef>
              <a:spcAft>
                <a:spcPts val="0"/>
              </a:spcAft>
              <a:buNone/>
            </a:pPr>
            <a:r>
              <a:rPr b="0" i="0" lang="en-US" sz="2833" u="none" cap="none" strike="noStrike">
                <a:solidFill>
                  <a:srgbClr val="000000"/>
                </a:solidFill>
                <a:latin typeface="DM Sans"/>
                <a:ea typeface="DM Sans"/>
                <a:cs typeface="DM Sans"/>
                <a:sym typeface="DM Sans"/>
              </a:rPr>
              <a:t>192.168.1.5</a:t>
            </a:r>
            <a:endParaRPr/>
          </a:p>
        </p:txBody>
      </p:sp>
      <p:sp>
        <p:nvSpPr>
          <p:cNvPr id="1052" name="Google Shape;1052;p49"/>
          <p:cNvSpPr txBox="1"/>
          <p:nvPr/>
        </p:nvSpPr>
        <p:spPr>
          <a:xfrm>
            <a:off x="8140514" y="-1742"/>
            <a:ext cx="1895128" cy="485775"/>
          </a:xfrm>
          <a:prstGeom prst="rect">
            <a:avLst/>
          </a:prstGeom>
          <a:noFill/>
          <a:ln>
            <a:noFill/>
          </a:ln>
        </p:spPr>
        <p:txBody>
          <a:bodyPr anchorCtr="0" anchor="t" bIns="0" lIns="0" spcFirstLastPara="1" rIns="0" wrap="square" tIns="0">
            <a:spAutoFit/>
          </a:bodyPr>
          <a:lstStyle/>
          <a:p>
            <a:pPr indent="0" lvl="0" marL="0" marR="0" rtl="0" algn="ctr">
              <a:lnSpc>
                <a:spcPct val="143981"/>
              </a:lnSpc>
              <a:spcBef>
                <a:spcPts val="0"/>
              </a:spcBef>
              <a:spcAft>
                <a:spcPts val="0"/>
              </a:spcAft>
              <a:buNone/>
            </a:pPr>
            <a:r>
              <a:rPr b="0" i="0" lang="en-US" sz="2833" u="none" cap="none" strike="noStrike">
                <a:solidFill>
                  <a:srgbClr val="000000"/>
                </a:solidFill>
                <a:latin typeface="DM Sans"/>
                <a:ea typeface="DM Sans"/>
                <a:cs typeface="DM Sans"/>
                <a:sym typeface="DM Sans"/>
              </a:rPr>
              <a:t>192.168.1.6</a:t>
            </a:r>
            <a:endParaRPr/>
          </a:p>
        </p:txBody>
      </p:sp>
      <p:sp>
        <p:nvSpPr>
          <p:cNvPr id="1053" name="Google Shape;1053;p49"/>
          <p:cNvSpPr txBox="1"/>
          <p:nvPr/>
        </p:nvSpPr>
        <p:spPr>
          <a:xfrm>
            <a:off x="8159564" y="9744222"/>
            <a:ext cx="1895128" cy="485775"/>
          </a:xfrm>
          <a:prstGeom prst="rect">
            <a:avLst/>
          </a:prstGeom>
          <a:noFill/>
          <a:ln>
            <a:noFill/>
          </a:ln>
        </p:spPr>
        <p:txBody>
          <a:bodyPr anchorCtr="0" anchor="t" bIns="0" lIns="0" spcFirstLastPara="1" rIns="0" wrap="square" tIns="0">
            <a:spAutoFit/>
          </a:bodyPr>
          <a:lstStyle/>
          <a:p>
            <a:pPr indent="0" lvl="0" marL="0" marR="0" rtl="0" algn="ctr">
              <a:lnSpc>
                <a:spcPct val="143981"/>
              </a:lnSpc>
              <a:spcBef>
                <a:spcPts val="0"/>
              </a:spcBef>
              <a:spcAft>
                <a:spcPts val="0"/>
              </a:spcAft>
              <a:buNone/>
            </a:pPr>
            <a:r>
              <a:rPr b="0" i="0" lang="en-US" sz="2833" u="none" cap="none" strike="noStrike">
                <a:solidFill>
                  <a:srgbClr val="000000"/>
                </a:solidFill>
                <a:latin typeface="DM Sans"/>
                <a:ea typeface="DM Sans"/>
                <a:cs typeface="DM Sans"/>
                <a:sym typeface="DM Sans"/>
              </a:rPr>
              <a:t>192.168.1.7</a:t>
            </a:r>
            <a:endParaRPr/>
          </a:p>
        </p:txBody>
      </p:sp>
      <p:sp>
        <p:nvSpPr>
          <p:cNvPr id="1054" name="Google Shape;1054;p49"/>
          <p:cNvSpPr txBox="1"/>
          <p:nvPr/>
        </p:nvSpPr>
        <p:spPr>
          <a:xfrm>
            <a:off x="15737034" y="5985257"/>
            <a:ext cx="1895128" cy="485775"/>
          </a:xfrm>
          <a:prstGeom prst="rect">
            <a:avLst/>
          </a:prstGeom>
          <a:noFill/>
          <a:ln>
            <a:noFill/>
          </a:ln>
        </p:spPr>
        <p:txBody>
          <a:bodyPr anchorCtr="0" anchor="t" bIns="0" lIns="0" spcFirstLastPara="1" rIns="0" wrap="square" tIns="0">
            <a:spAutoFit/>
          </a:bodyPr>
          <a:lstStyle/>
          <a:p>
            <a:pPr indent="0" lvl="0" marL="0" marR="0" rtl="0" algn="ctr">
              <a:lnSpc>
                <a:spcPct val="143981"/>
              </a:lnSpc>
              <a:spcBef>
                <a:spcPts val="0"/>
              </a:spcBef>
              <a:spcAft>
                <a:spcPts val="0"/>
              </a:spcAft>
              <a:buNone/>
            </a:pPr>
            <a:r>
              <a:rPr b="0" i="0" lang="en-US" sz="2833" u="none" cap="none" strike="noStrike">
                <a:solidFill>
                  <a:srgbClr val="000000"/>
                </a:solidFill>
                <a:latin typeface="DM Sans"/>
                <a:ea typeface="DM Sans"/>
                <a:cs typeface="DM Sans"/>
                <a:sym typeface="DM Sans"/>
              </a:rPr>
              <a:t>192.168.1.8</a:t>
            </a:r>
            <a:endParaRPr/>
          </a:p>
        </p:txBody>
      </p:sp>
      <p:sp>
        <p:nvSpPr>
          <p:cNvPr id="1055" name="Google Shape;1055;p49"/>
          <p:cNvSpPr/>
          <p:nvPr/>
        </p:nvSpPr>
        <p:spPr>
          <a:xfrm>
            <a:off x="8506850" y="6889483"/>
            <a:ext cx="1162431" cy="841153"/>
          </a:xfrm>
          <a:custGeom>
            <a:rect b="b" l="l" r="r" t="t"/>
            <a:pathLst>
              <a:path extrusionOk="0" h="1121537" w="1549908">
                <a:moveTo>
                  <a:pt x="0" y="0"/>
                </a:moveTo>
                <a:lnTo>
                  <a:pt x="1549908" y="0"/>
                </a:lnTo>
                <a:lnTo>
                  <a:pt x="1549908" y="1121537"/>
                </a:lnTo>
                <a:lnTo>
                  <a:pt x="0" y="1121537"/>
                </a:lnTo>
                <a:lnTo>
                  <a:pt x="0" y="0"/>
                </a:lnTo>
                <a:close/>
              </a:path>
            </a:pathLst>
          </a:custGeom>
          <a:blipFill rotWithShape="1">
            <a:blip r:embed="rId7">
              <a:alphaModFix/>
            </a:blip>
            <a:stretch>
              <a:fillRect b="-38" l="0" r="-1" t="-33"/>
            </a:stretch>
          </a:blipFill>
          <a:ln>
            <a:noFill/>
          </a:ln>
        </p:spPr>
      </p:sp>
      <p:sp>
        <p:nvSpPr>
          <p:cNvPr id="1056" name="Google Shape;1056;p49"/>
          <p:cNvSpPr txBox="1"/>
          <p:nvPr/>
        </p:nvSpPr>
        <p:spPr>
          <a:xfrm>
            <a:off x="10035642" y="6625907"/>
            <a:ext cx="4384820" cy="916111"/>
          </a:xfrm>
          <a:prstGeom prst="rect">
            <a:avLst/>
          </a:prstGeom>
          <a:noFill/>
          <a:ln>
            <a:noFill/>
          </a:ln>
        </p:spPr>
        <p:txBody>
          <a:bodyPr anchorCtr="0" anchor="t" bIns="0" lIns="0" spcFirstLastPara="1" rIns="0" wrap="square" tIns="0">
            <a:spAutoFit/>
          </a:bodyPr>
          <a:lstStyle/>
          <a:p>
            <a:pPr indent="0" lvl="0" marL="0" marR="0" rtl="0" algn="l">
              <a:lnSpc>
                <a:spcPct val="143981"/>
              </a:lnSpc>
              <a:spcBef>
                <a:spcPts val="0"/>
              </a:spcBef>
              <a:spcAft>
                <a:spcPts val="0"/>
              </a:spcAft>
              <a:buNone/>
            </a:pPr>
            <a:r>
              <a:rPr b="0" i="0" lang="en-US" sz="2833" u="none" cap="none" strike="noStrike">
                <a:solidFill>
                  <a:srgbClr val="000000"/>
                </a:solidFill>
                <a:latin typeface="DM Sans"/>
                <a:ea typeface="DM Sans"/>
                <a:cs typeface="DM Sans"/>
                <a:sym typeface="DM Sans"/>
              </a:rPr>
              <a:t>Este soy yo. Responderé con mi dirección MAC.</a:t>
            </a:r>
            <a:endParaRPr/>
          </a:p>
        </p:txBody>
      </p:sp>
      <p:sp>
        <p:nvSpPr>
          <p:cNvPr id="1057" name="Google Shape;1057;p49"/>
          <p:cNvSpPr txBox="1"/>
          <p:nvPr/>
        </p:nvSpPr>
        <p:spPr>
          <a:xfrm>
            <a:off x="13594629" y="2996390"/>
            <a:ext cx="2803159" cy="486631"/>
          </a:xfrm>
          <a:prstGeom prst="rect">
            <a:avLst/>
          </a:prstGeom>
          <a:noFill/>
          <a:ln>
            <a:noFill/>
          </a:ln>
        </p:spPr>
        <p:txBody>
          <a:bodyPr anchorCtr="0" anchor="t" bIns="0" lIns="0" spcFirstLastPara="1" rIns="0" wrap="square" tIns="0">
            <a:spAutoFit/>
          </a:bodyPr>
          <a:lstStyle/>
          <a:p>
            <a:pPr indent="0" lvl="0" marL="0" marR="0" rtl="0" algn="l">
              <a:lnSpc>
                <a:spcPct val="143981"/>
              </a:lnSpc>
              <a:spcBef>
                <a:spcPts val="0"/>
              </a:spcBef>
              <a:spcAft>
                <a:spcPts val="0"/>
              </a:spcAft>
              <a:buNone/>
            </a:pPr>
            <a:r>
              <a:rPr b="0" i="0" lang="en-US" sz="2833" u="none" cap="none" strike="noStrike">
                <a:solidFill>
                  <a:srgbClr val="000000"/>
                </a:solidFill>
                <a:latin typeface="DM Sans"/>
                <a:ea typeface="DM Sans"/>
                <a:cs typeface="DM Sans"/>
                <a:sym typeface="DM Sans"/>
              </a:rPr>
              <a:t>Este no soy yo</a:t>
            </a:r>
            <a:endParaRPr/>
          </a:p>
        </p:txBody>
      </p:sp>
      <p:cxnSp>
        <p:nvCxnSpPr>
          <p:cNvPr id="1058" name="Google Shape;1058;p49"/>
          <p:cNvCxnSpPr/>
          <p:nvPr/>
        </p:nvCxnSpPr>
        <p:spPr>
          <a:xfrm rot="46095">
            <a:off x="13459422" y="2908078"/>
            <a:ext cx="2841514" cy="0"/>
          </a:xfrm>
          <a:prstGeom prst="straightConnector1">
            <a:avLst/>
          </a:prstGeom>
          <a:noFill/>
          <a:ln cap="rnd" cmpd="sng" w="28575">
            <a:solidFill>
              <a:srgbClr val="000000"/>
            </a:solidFill>
            <a:prstDash val="solid"/>
            <a:round/>
            <a:headEnd len="sm" w="sm" type="none"/>
            <a:tailEnd len="sm" w="sm" type="none"/>
          </a:ln>
        </p:spPr>
      </p:cxnSp>
      <p:cxnSp>
        <p:nvCxnSpPr>
          <p:cNvPr id="1059" name="Google Shape;1059;p49"/>
          <p:cNvCxnSpPr/>
          <p:nvPr/>
        </p:nvCxnSpPr>
        <p:spPr>
          <a:xfrm rot="57027">
            <a:off x="13459392" y="3606846"/>
            <a:ext cx="2296850" cy="0"/>
          </a:xfrm>
          <a:prstGeom prst="straightConnector1">
            <a:avLst/>
          </a:prstGeom>
          <a:noFill/>
          <a:ln cap="rnd" cmpd="sng" w="28575">
            <a:solidFill>
              <a:srgbClr val="000000"/>
            </a:solidFill>
            <a:prstDash val="solid"/>
            <a:round/>
            <a:headEnd len="sm" w="sm" type="none"/>
            <a:tailEnd len="sm" w="sm" type="none"/>
          </a:ln>
        </p:spPr>
      </p:cxnSp>
      <p:cxnSp>
        <p:nvCxnSpPr>
          <p:cNvPr id="1060" name="Google Shape;1060;p49"/>
          <p:cNvCxnSpPr/>
          <p:nvPr/>
        </p:nvCxnSpPr>
        <p:spPr>
          <a:xfrm rot="5222408">
            <a:off x="13128724" y="3258756"/>
            <a:ext cx="737852" cy="0"/>
          </a:xfrm>
          <a:prstGeom prst="straightConnector1">
            <a:avLst/>
          </a:prstGeom>
          <a:noFill/>
          <a:ln cap="rnd" cmpd="sng" w="28575">
            <a:solidFill>
              <a:srgbClr val="000000"/>
            </a:solidFill>
            <a:prstDash val="solid"/>
            <a:round/>
            <a:headEnd len="sm" w="sm" type="none"/>
            <a:tailEnd len="sm" w="sm" type="none"/>
          </a:ln>
        </p:spPr>
      </p:cxnSp>
      <p:cxnSp>
        <p:nvCxnSpPr>
          <p:cNvPr id="1061" name="Google Shape;1061;p49"/>
          <p:cNvCxnSpPr/>
          <p:nvPr/>
        </p:nvCxnSpPr>
        <p:spPr>
          <a:xfrm rot="5222408">
            <a:off x="15893783" y="3257462"/>
            <a:ext cx="737852" cy="0"/>
          </a:xfrm>
          <a:prstGeom prst="straightConnector1">
            <a:avLst/>
          </a:prstGeom>
          <a:noFill/>
          <a:ln cap="rnd" cmpd="sng" w="28575">
            <a:solidFill>
              <a:srgbClr val="000000"/>
            </a:solidFill>
            <a:prstDash val="solid"/>
            <a:round/>
            <a:headEnd len="sm" w="sm" type="none"/>
            <a:tailEnd len="sm" w="sm" type="none"/>
          </a:ln>
        </p:spPr>
      </p:cxnSp>
      <p:cxnSp>
        <p:nvCxnSpPr>
          <p:cNvPr id="1062" name="Google Shape;1062;p49"/>
          <p:cNvCxnSpPr/>
          <p:nvPr/>
        </p:nvCxnSpPr>
        <p:spPr>
          <a:xfrm rot="643573">
            <a:off x="16097887" y="3608140"/>
            <a:ext cx="204711" cy="0"/>
          </a:xfrm>
          <a:prstGeom prst="straightConnector1">
            <a:avLst/>
          </a:prstGeom>
          <a:noFill/>
          <a:ln cap="rnd" cmpd="sng" w="28575">
            <a:solidFill>
              <a:srgbClr val="000000"/>
            </a:solidFill>
            <a:prstDash val="solid"/>
            <a:round/>
            <a:headEnd len="sm" w="sm" type="none"/>
            <a:tailEnd len="sm" w="sm" type="none"/>
          </a:ln>
        </p:spPr>
      </p:cxnSp>
      <p:cxnSp>
        <p:nvCxnSpPr>
          <p:cNvPr id="1063" name="Google Shape;1063;p49"/>
          <p:cNvCxnSpPr/>
          <p:nvPr/>
        </p:nvCxnSpPr>
        <p:spPr>
          <a:xfrm rot="3910002">
            <a:off x="15476552" y="3921171"/>
            <a:ext cx="734684" cy="0"/>
          </a:xfrm>
          <a:prstGeom prst="straightConnector1">
            <a:avLst/>
          </a:prstGeom>
          <a:noFill/>
          <a:ln cap="rnd" cmpd="sng" w="28575">
            <a:solidFill>
              <a:srgbClr val="000000"/>
            </a:solidFill>
            <a:prstDash val="solid"/>
            <a:round/>
            <a:headEnd len="sm" w="sm" type="none"/>
            <a:tailEnd len="sm" w="sm" type="none"/>
          </a:ln>
        </p:spPr>
      </p:cxnSp>
      <p:cxnSp>
        <p:nvCxnSpPr>
          <p:cNvPr id="1064" name="Google Shape;1064;p49"/>
          <p:cNvCxnSpPr/>
          <p:nvPr/>
        </p:nvCxnSpPr>
        <p:spPr>
          <a:xfrm rot="6295422">
            <a:off x="15703910" y="3921171"/>
            <a:ext cx="690025" cy="0"/>
          </a:xfrm>
          <a:prstGeom prst="straightConnector1">
            <a:avLst/>
          </a:prstGeom>
          <a:noFill/>
          <a:ln cap="rnd" cmpd="sng" w="28575">
            <a:solidFill>
              <a:srgbClr val="000000"/>
            </a:solidFill>
            <a:prstDash val="solid"/>
            <a:round/>
            <a:headEnd len="sm" w="sm" type="none"/>
            <a:tailEnd len="sm" w="sm" type="none"/>
          </a:ln>
        </p:spPr>
      </p:cxnSp>
      <p:sp>
        <p:nvSpPr>
          <p:cNvPr id="1065" name="Google Shape;1065;p49"/>
          <p:cNvSpPr txBox="1"/>
          <p:nvPr/>
        </p:nvSpPr>
        <p:spPr>
          <a:xfrm>
            <a:off x="10461521" y="244498"/>
            <a:ext cx="2803159" cy="486631"/>
          </a:xfrm>
          <a:prstGeom prst="rect">
            <a:avLst/>
          </a:prstGeom>
          <a:noFill/>
          <a:ln>
            <a:noFill/>
          </a:ln>
        </p:spPr>
        <p:txBody>
          <a:bodyPr anchorCtr="0" anchor="t" bIns="0" lIns="0" spcFirstLastPara="1" rIns="0" wrap="square" tIns="0">
            <a:spAutoFit/>
          </a:bodyPr>
          <a:lstStyle/>
          <a:p>
            <a:pPr indent="0" lvl="0" marL="0" marR="0" rtl="0" algn="l">
              <a:lnSpc>
                <a:spcPct val="143981"/>
              </a:lnSpc>
              <a:spcBef>
                <a:spcPts val="0"/>
              </a:spcBef>
              <a:spcAft>
                <a:spcPts val="0"/>
              </a:spcAft>
              <a:buNone/>
            </a:pPr>
            <a:r>
              <a:rPr b="0" i="0" lang="en-US" sz="2833" u="none" cap="none" strike="noStrike">
                <a:solidFill>
                  <a:srgbClr val="000000"/>
                </a:solidFill>
                <a:latin typeface="DM Sans"/>
                <a:ea typeface="DM Sans"/>
                <a:cs typeface="DM Sans"/>
                <a:sym typeface="DM Sans"/>
              </a:rPr>
              <a:t>Este no soy yo</a:t>
            </a:r>
            <a:endParaRPr/>
          </a:p>
        </p:txBody>
      </p:sp>
      <p:cxnSp>
        <p:nvCxnSpPr>
          <p:cNvPr id="1066" name="Google Shape;1066;p49"/>
          <p:cNvCxnSpPr/>
          <p:nvPr/>
        </p:nvCxnSpPr>
        <p:spPr>
          <a:xfrm rot="46095">
            <a:off x="10326313" y="156186"/>
            <a:ext cx="2841514" cy="0"/>
          </a:xfrm>
          <a:prstGeom prst="straightConnector1">
            <a:avLst/>
          </a:prstGeom>
          <a:noFill/>
          <a:ln cap="rnd" cmpd="sng" w="28575">
            <a:solidFill>
              <a:srgbClr val="000000"/>
            </a:solidFill>
            <a:prstDash val="solid"/>
            <a:round/>
            <a:headEnd len="sm" w="sm" type="none"/>
            <a:tailEnd len="sm" w="sm" type="none"/>
          </a:ln>
        </p:spPr>
      </p:cxnSp>
      <p:cxnSp>
        <p:nvCxnSpPr>
          <p:cNvPr id="1067" name="Google Shape;1067;p49"/>
          <p:cNvCxnSpPr/>
          <p:nvPr/>
        </p:nvCxnSpPr>
        <p:spPr>
          <a:xfrm rot="694368">
            <a:off x="10324445" y="855601"/>
            <a:ext cx="196368" cy="0"/>
          </a:xfrm>
          <a:prstGeom prst="straightConnector1">
            <a:avLst/>
          </a:prstGeom>
          <a:noFill/>
          <a:ln cap="rnd" cmpd="sng" w="28575">
            <a:solidFill>
              <a:srgbClr val="000000"/>
            </a:solidFill>
            <a:prstDash val="solid"/>
            <a:round/>
            <a:headEnd len="sm" w="sm" type="none"/>
            <a:tailEnd len="sm" w="sm" type="none"/>
          </a:ln>
        </p:spPr>
      </p:cxnSp>
      <p:cxnSp>
        <p:nvCxnSpPr>
          <p:cNvPr id="1068" name="Google Shape;1068;p49"/>
          <p:cNvCxnSpPr/>
          <p:nvPr/>
        </p:nvCxnSpPr>
        <p:spPr>
          <a:xfrm rot="5222408">
            <a:off x="9995615" y="506863"/>
            <a:ext cx="737852" cy="0"/>
          </a:xfrm>
          <a:prstGeom prst="straightConnector1">
            <a:avLst/>
          </a:prstGeom>
          <a:noFill/>
          <a:ln cap="rnd" cmpd="sng" w="28575">
            <a:solidFill>
              <a:srgbClr val="000000"/>
            </a:solidFill>
            <a:prstDash val="solid"/>
            <a:round/>
            <a:headEnd len="sm" w="sm" type="none"/>
            <a:tailEnd len="sm" w="sm" type="none"/>
          </a:ln>
        </p:spPr>
      </p:cxnSp>
      <p:cxnSp>
        <p:nvCxnSpPr>
          <p:cNvPr id="1069" name="Google Shape;1069;p49"/>
          <p:cNvCxnSpPr/>
          <p:nvPr/>
        </p:nvCxnSpPr>
        <p:spPr>
          <a:xfrm rot="5222408">
            <a:off x="12902321" y="519388"/>
            <a:ext cx="737852" cy="0"/>
          </a:xfrm>
          <a:prstGeom prst="straightConnector1">
            <a:avLst/>
          </a:prstGeom>
          <a:noFill/>
          <a:ln cap="rnd" cmpd="sng" w="28575">
            <a:solidFill>
              <a:srgbClr val="000000"/>
            </a:solidFill>
            <a:prstDash val="solid"/>
            <a:round/>
            <a:headEnd len="sm" w="sm" type="none"/>
            <a:tailEnd len="sm" w="sm" type="none"/>
          </a:ln>
        </p:spPr>
      </p:cxnSp>
      <p:cxnSp>
        <p:nvCxnSpPr>
          <p:cNvPr id="1070" name="Google Shape;1070;p49"/>
          <p:cNvCxnSpPr/>
          <p:nvPr/>
        </p:nvCxnSpPr>
        <p:spPr>
          <a:xfrm rot="55585">
            <a:off x="10811406" y="856247"/>
            <a:ext cx="2356448" cy="0"/>
          </a:xfrm>
          <a:prstGeom prst="straightConnector1">
            <a:avLst/>
          </a:prstGeom>
          <a:noFill/>
          <a:ln cap="rnd" cmpd="sng" w="28575">
            <a:solidFill>
              <a:srgbClr val="000000"/>
            </a:solidFill>
            <a:prstDash val="solid"/>
            <a:round/>
            <a:headEnd len="sm" w="sm" type="none"/>
            <a:tailEnd len="sm" w="sm" type="none"/>
          </a:ln>
        </p:spPr>
      </p:cxnSp>
      <p:cxnSp>
        <p:nvCxnSpPr>
          <p:cNvPr id="1071" name="Google Shape;1071;p49"/>
          <p:cNvCxnSpPr/>
          <p:nvPr/>
        </p:nvCxnSpPr>
        <p:spPr>
          <a:xfrm rot="7804328">
            <a:off x="9998257" y="1079540"/>
            <a:ext cx="633381" cy="0"/>
          </a:xfrm>
          <a:prstGeom prst="straightConnector1">
            <a:avLst/>
          </a:prstGeom>
          <a:noFill/>
          <a:ln cap="rnd" cmpd="sng" w="28575">
            <a:solidFill>
              <a:srgbClr val="000000"/>
            </a:solidFill>
            <a:prstDash val="solid"/>
            <a:round/>
            <a:headEnd len="sm" w="sm" type="none"/>
            <a:tailEnd len="sm" w="sm" type="none"/>
          </a:ln>
        </p:spPr>
      </p:cxnSp>
      <p:cxnSp>
        <p:nvCxnSpPr>
          <p:cNvPr id="1072" name="Google Shape;1072;p49"/>
          <p:cNvCxnSpPr/>
          <p:nvPr/>
        </p:nvCxnSpPr>
        <p:spPr>
          <a:xfrm rot="8710404">
            <a:off x="10032527" y="1071432"/>
            <a:ext cx="877086" cy="0"/>
          </a:xfrm>
          <a:prstGeom prst="straightConnector1">
            <a:avLst/>
          </a:prstGeom>
          <a:noFill/>
          <a:ln cap="rnd" cmpd="sng" w="28575">
            <a:solidFill>
              <a:srgbClr val="000000"/>
            </a:solidFill>
            <a:prstDash val="solid"/>
            <a:round/>
            <a:headEnd len="sm" w="sm" type="none"/>
            <a:tailEnd len="sm" w="sm" type="none"/>
          </a:ln>
        </p:spPr>
      </p:cxnSp>
      <p:cxnSp>
        <p:nvCxnSpPr>
          <p:cNvPr id="1073" name="Google Shape;1073;p49"/>
          <p:cNvCxnSpPr/>
          <p:nvPr/>
        </p:nvCxnSpPr>
        <p:spPr>
          <a:xfrm rot="28683">
            <a:off x="10014922" y="6563983"/>
            <a:ext cx="4566317" cy="0"/>
          </a:xfrm>
          <a:prstGeom prst="straightConnector1">
            <a:avLst/>
          </a:prstGeom>
          <a:noFill/>
          <a:ln cap="rnd" cmpd="sng" w="28575">
            <a:solidFill>
              <a:srgbClr val="000000"/>
            </a:solidFill>
            <a:prstDash val="solid"/>
            <a:round/>
            <a:headEnd len="sm" w="sm" type="none"/>
            <a:tailEnd len="sm" w="sm" type="none"/>
          </a:ln>
        </p:spPr>
      </p:cxnSp>
      <p:cxnSp>
        <p:nvCxnSpPr>
          <p:cNvPr id="1074" name="Google Shape;1074;p49"/>
          <p:cNvCxnSpPr/>
          <p:nvPr/>
        </p:nvCxnSpPr>
        <p:spPr>
          <a:xfrm rot="34848">
            <a:off x="10803658" y="7666741"/>
            <a:ext cx="3758547" cy="0"/>
          </a:xfrm>
          <a:prstGeom prst="straightConnector1">
            <a:avLst/>
          </a:prstGeom>
          <a:noFill/>
          <a:ln cap="rnd" cmpd="sng" w="28575">
            <a:solidFill>
              <a:srgbClr val="000000"/>
            </a:solidFill>
            <a:prstDash val="solid"/>
            <a:round/>
            <a:headEnd len="sm" w="sm" type="none"/>
            <a:tailEnd len="sm" w="sm" type="none"/>
          </a:ln>
        </p:spPr>
      </p:cxnSp>
      <p:cxnSp>
        <p:nvCxnSpPr>
          <p:cNvPr id="1075" name="Google Shape;1075;p49"/>
          <p:cNvCxnSpPr/>
          <p:nvPr/>
        </p:nvCxnSpPr>
        <p:spPr>
          <a:xfrm rot="5283195">
            <a:off x="9350675" y="7105388"/>
            <a:ext cx="1121557" cy="0"/>
          </a:xfrm>
          <a:prstGeom prst="straightConnector1">
            <a:avLst/>
          </a:prstGeom>
          <a:noFill/>
          <a:ln cap="rnd" cmpd="sng" w="28575">
            <a:solidFill>
              <a:srgbClr val="000000"/>
            </a:solidFill>
            <a:prstDash val="solid"/>
            <a:round/>
            <a:headEnd len="sm" w="sm" type="none"/>
            <a:tailEnd len="sm" w="sm" type="none"/>
          </a:ln>
        </p:spPr>
      </p:cxnSp>
      <p:cxnSp>
        <p:nvCxnSpPr>
          <p:cNvPr id="1076" name="Google Shape;1076;p49"/>
          <p:cNvCxnSpPr/>
          <p:nvPr/>
        </p:nvCxnSpPr>
        <p:spPr>
          <a:xfrm rot="5283195">
            <a:off x="13982280" y="7122960"/>
            <a:ext cx="1121557" cy="0"/>
          </a:xfrm>
          <a:prstGeom prst="straightConnector1">
            <a:avLst/>
          </a:prstGeom>
          <a:noFill/>
          <a:ln cap="rnd" cmpd="sng" w="28575">
            <a:solidFill>
              <a:srgbClr val="000000"/>
            </a:solidFill>
            <a:prstDash val="solid"/>
            <a:round/>
            <a:headEnd len="sm" w="sm" type="none"/>
            <a:tailEnd len="sm" w="sm" type="none"/>
          </a:ln>
        </p:spPr>
      </p:cxnSp>
      <p:cxnSp>
        <p:nvCxnSpPr>
          <p:cNvPr id="1077" name="Google Shape;1077;p49"/>
          <p:cNvCxnSpPr/>
          <p:nvPr/>
        </p:nvCxnSpPr>
        <p:spPr>
          <a:xfrm rot="394108">
            <a:off x="9872261" y="7644418"/>
            <a:ext cx="333069" cy="0"/>
          </a:xfrm>
          <a:prstGeom prst="straightConnector1">
            <a:avLst/>
          </a:prstGeom>
          <a:noFill/>
          <a:ln cap="rnd" cmpd="sng" w="28575">
            <a:solidFill>
              <a:srgbClr val="000000"/>
            </a:solidFill>
            <a:prstDash val="solid"/>
            <a:round/>
            <a:headEnd len="sm" w="sm" type="none"/>
            <a:tailEnd len="sm" w="sm" type="none"/>
          </a:ln>
        </p:spPr>
      </p:cxnSp>
      <p:cxnSp>
        <p:nvCxnSpPr>
          <p:cNvPr id="1078" name="Google Shape;1078;p49"/>
          <p:cNvCxnSpPr/>
          <p:nvPr/>
        </p:nvCxnSpPr>
        <p:spPr>
          <a:xfrm rot="7239233">
            <a:off x="9827983" y="7842120"/>
            <a:ext cx="498399" cy="0"/>
          </a:xfrm>
          <a:prstGeom prst="straightConnector1">
            <a:avLst/>
          </a:prstGeom>
          <a:noFill/>
          <a:ln cap="rnd" cmpd="sng" w="28575">
            <a:solidFill>
              <a:srgbClr val="000000"/>
            </a:solidFill>
            <a:prstDash val="solid"/>
            <a:round/>
            <a:headEnd len="sm" w="sm" type="none"/>
            <a:tailEnd len="sm" w="sm" type="none"/>
          </a:ln>
        </p:spPr>
      </p:cxnSp>
      <p:cxnSp>
        <p:nvCxnSpPr>
          <p:cNvPr id="1079" name="Google Shape;1079;p49"/>
          <p:cNvCxnSpPr/>
          <p:nvPr/>
        </p:nvCxnSpPr>
        <p:spPr>
          <a:xfrm rot="9200275">
            <a:off x="9904371" y="7820840"/>
            <a:ext cx="860645" cy="0"/>
          </a:xfrm>
          <a:prstGeom prst="straightConnector1">
            <a:avLst/>
          </a:prstGeom>
          <a:noFill/>
          <a:ln cap="rnd" cmpd="sng" w="28575">
            <a:solidFill>
              <a:srgbClr val="000000"/>
            </a:solidFill>
            <a:prstDash val="solid"/>
            <a:round/>
            <a:headEnd len="sm" w="sm" type="none"/>
            <a:tailEnd len="sm" w="sm" type="none"/>
          </a:ln>
        </p:spPr>
      </p:cxnSp>
      <p:sp>
        <p:nvSpPr>
          <p:cNvPr id="1080" name="Google Shape;1080;p49"/>
          <p:cNvSpPr/>
          <p:nvPr/>
        </p:nvSpPr>
        <p:spPr>
          <a:xfrm>
            <a:off x="7972312" y="4536003"/>
            <a:ext cx="2354485" cy="1215009"/>
          </a:xfrm>
          <a:custGeom>
            <a:rect b="b" l="l" r="r" t="t"/>
            <a:pathLst>
              <a:path extrusionOk="0" h="1620012" w="3139313">
                <a:moveTo>
                  <a:pt x="0" y="0"/>
                </a:moveTo>
                <a:lnTo>
                  <a:pt x="3139313" y="0"/>
                </a:lnTo>
                <a:lnTo>
                  <a:pt x="3139313" y="1620012"/>
                </a:lnTo>
                <a:lnTo>
                  <a:pt x="0" y="1620012"/>
                </a:lnTo>
                <a:lnTo>
                  <a:pt x="0" y="0"/>
                </a:lnTo>
                <a:close/>
              </a:path>
            </a:pathLst>
          </a:custGeom>
          <a:blipFill rotWithShape="1">
            <a:blip r:embed="rId8">
              <a:alphaModFix/>
            </a:blip>
            <a:stretch>
              <a:fillRect b="0" l="0" r="-1" t="0"/>
            </a:stretch>
          </a:blipFill>
          <a:ln>
            <a:noFill/>
          </a:ln>
        </p:spPr>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8BC5"/>
        </a:solidFill>
      </p:bgPr>
    </p:bg>
    <p:spTree>
      <p:nvGrpSpPr>
        <p:cNvPr id="1088" name="Shape 1088"/>
        <p:cNvGrpSpPr/>
        <p:nvPr/>
      </p:nvGrpSpPr>
      <p:grpSpPr>
        <a:xfrm>
          <a:off x="0" y="0"/>
          <a:ext cx="0" cy="0"/>
          <a:chOff x="0" y="0"/>
          <a:chExt cx="0" cy="0"/>
        </a:xfrm>
      </p:grpSpPr>
      <p:sp>
        <p:nvSpPr>
          <p:cNvPr id="1089" name="Google Shape;1089;p50"/>
          <p:cNvSpPr/>
          <p:nvPr/>
        </p:nvSpPr>
        <p:spPr>
          <a:xfrm>
            <a:off x="2961887" y="1028700"/>
            <a:ext cx="8093583" cy="11443335"/>
          </a:xfrm>
          <a:custGeom>
            <a:rect b="b" l="l" r="r" t="t"/>
            <a:pathLst>
              <a:path extrusionOk="0" h="15257780" w="10791444">
                <a:moveTo>
                  <a:pt x="0" y="0"/>
                </a:moveTo>
                <a:lnTo>
                  <a:pt x="10791444" y="0"/>
                </a:lnTo>
                <a:lnTo>
                  <a:pt x="10791444" y="15257780"/>
                </a:lnTo>
                <a:lnTo>
                  <a:pt x="0" y="15257780"/>
                </a:lnTo>
                <a:lnTo>
                  <a:pt x="0" y="0"/>
                </a:lnTo>
                <a:close/>
              </a:path>
            </a:pathLst>
          </a:custGeom>
          <a:blipFill rotWithShape="1">
            <a:blip r:embed="rId3">
              <a:alphaModFix/>
            </a:blip>
            <a:stretch>
              <a:fillRect b="0" l="-50" r="-49" t="0"/>
            </a:stretch>
          </a:blipFill>
          <a:ln>
            <a:noFill/>
          </a:ln>
        </p:spPr>
      </p:sp>
      <p:sp>
        <p:nvSpPr>
          <p:cNvPr id="1090" name="Google Shape;1090;p50"/>
          <p:cNvSpPr/>
          <p:nvPr/>
        </p:nvSpPr>
        <p:spPr>
          <a:xfrm>
            <a:off x="10597535" y="1028700"/>
            <a:ext cx="3546371" cy="10532634"/>
          </a:xfrm>
          <a:custGeom>
            <a:rect b="b" l="l" r="r" t="t"/>
            <a:pathLst>
              <a:path extrusionOk="0" h="10532634" w="3546371">
                <a:moveTo>
                  <a:pt x="0" y="0"/>
                </a:moveTo>
                <a:lnTo>
                  <a:pt x="3546371" y="0"/>
                </a:lnTo>
                <a:lnTo>
                  <a:pt x="3546371" y="10532634"/>
                </a:lnTo>
                <a:lnTo>
                  <a:pt x="0" y="10532634"/>
                </a:lnTo>
                <a:lnTo>
                  <a:pt x="0" y="0"/>
                </a:lnTo>
                <a:close/>
              </a:path>
            </a:pathLst>
          </a:custGeom>
          <a:blipFill rotWithShape="1">
            <a:blip r:embed="rId4">
              <a:alphaModFix/>
            </a:blip>
            <a:stretch>
              <a:fillRect b="0" l="0" r="0" t="0"/>
            </a:stretch>
          </a:blipFill>
          <a:ln>
            <a:noFill/>
          </a:ln>
        </p:spPr>
      </p:sp>
      <p:sp>
        <p:nvSpPr>
          <p:cNvPr id="1091" name="Google Shape;1091;p50"/>
          <p:cNvSpPr/>
          <p:nvPr/>
        </p:nvSpPr>
        <p:spPr>
          <a:xfrm>
            <a:off x="3872716" y="3977522"/>
            <a:ext cx="9534335" cy="2596610"/>
          </a:xfrm>
          <a:custGeom>
            <a:rect b="b" l="l" r="r" t="t"/>
            <a:pathLst>
              <a:path extrusionOk="0" h="3462147" w="12712446">
                <a:moveTo>
                  <a:pt x="0" y="0"/>
                </a:moveTo>
                <a:lnTo>
                  <a:pt x="12712446" y="0"/>
                </a:lnTo>
                <a:lnTo>
                  <a:pt x="12712446" y="3462147"/>
                </a:lnTo>
                <a:lnTo>
                  <a:pt x="0" y="3462147"/>
                </a:lnTo>
                <a:lnTo>
                  <a:pt x="0" y="0"/>
                </a:lnTo>
                <a:close/>
              </a:path>
            </a:pathLst>
          </a:custGeom>
          <a:blipFill rotWithShape="1">
            <a:blip r:embed="rId5">
              <a:alphaModFix/>
            </a:blip>
            <a:stretch>
              <a:fillRect b="-22554" l="0" r="0" t="-22554"/>
            </a:stretch>
          </a:blipFill>
          <a:ln>
            <a:noFill/>
          </a:ln>
        </p:spPr>
      </p:sp>
      <p:sp>
        <p:nvSpPr>
          <p:cNvPr id="1092" name="Google Shape;1092;p50"/>
          <p:cNvSpPr txBox="1"/>
          <p:nvPr/>
        </p:nvSpPr>
        <p:spPr>
          <a:xfrm>
            <a:off x="4074405" y="2023864"/>
            <a:ext cx="6766972" cy="1333609"/>
          </a:xfrm>
          <a:prstGeom prst="rect">
            <a:avLst/>
          </a:prstGeom>
          <a:noFill/>
          <a:ln>
            <a:noFill/>
          </a:ln>
        </p:spPr>
        <p:txBody>
          <a:bodyPr anchorCtr="0" anchor="t" bIns="0" lIns="0" spcFirstLastPara="1" rIns="0" wrap="square" tIns="0">
            <a:spAutoFit/>
          </a:bodyPr>
          <a:lstStyle/>
          <a:p>
            <a:pPr indent="0" lvl="0" marL="0" marR="0" rtl="0" algn="l">
              <a:lnSpc>
                <a:spcPct val="127206"/>
              </a:lnSpc>
              <a:spcBef>
                <a:spcPts val="0"/>
              </a:spcBef>
              <a:spcAft>
                <a:spcPts val="0"/>
              </a:spcAft>
              <a:buNone/>
            </a:pPr>
            <a:r>
              <a:rPr b="1" i="0" lang="en-US" sz="6969" u="none" cap="none" strike="noStrike">
                <a:solidFill>
                  <a:srgbClr val="000000"/>
                </a:solidFill>
                <a:latin typeface="Arial"/>
                <a:ea typeface="Arial"/>
                <a:cs typeface="Arial"/>
                <a:sym typeface="Arial"/>
              </a:rPr>
              <a:t>Tercer paso:</a:t>
            </a:r>
            <a:endParaRPr/>
          </a:p>
        </p:txBody>
      </p:sp>
      <p:sp>
        <p:nvSpPr>
          <p:cNvPr id="1093" name="Google Shape;1093;p50"/>
          <p:cNvSpPr/>
          <p:nvPr/>
        </p:nvSpPr>
        <p:spPr>
          <a:xfrm flipH="1" rot="-475932">
            <a:off x="12854711" y="1529176"/>
            <a:ext cx="1770888" cy="942975"/>
          </a:xfrm>
          <a:custGeom>
            <a:rect b="b" l="l" r="r" t="t"/>
            <a:pathLst>
              <a:path extrusionOk="0" h="1257300" w="2361184">
                <a:moveTo>
                  <a:pt x="2361184" y="0"/>
                </a:moveTo>
                <a:lnTo>
                  <a:pt x="0" y="0"/>
                </a:lnTo>
                <a:lnTo>
                  <a:pt x="0" y="1257300"/>
                </a:lnTo>
                <a:lnTo>
                  <a:pt x="2361184" y="1257300"/>
                </a:lnTo>
                <a:lnTo>
                  <a:pt x="2361184" y="0"/>
                </a:lnTo>
                <a:close/>
              </a:path>
            </a:pathLst>
          </a:custGeom>
          <a:blipFill rotWithShape="1">
            <a:blip r:embed="rId6">
              <a:alphaModFix/>
            </a:blip>
            <a:stretch>
              <a:fillRect b="0" l="-67" r="-66" t="0"/>
            </a:stretch>
          </a:blipFill>
          <a:ln>
            <a:noFill/>
          </a:ln>
        </p:spPr>
      </p:sp>
      <p:sp>
        <p:nvSpPr>
          <p:cNvPr id="1094" name="Google Shape;1094;p50"/>
          <p:cNvSpPr/>
          <p:nvPr/>
        </p:nvSpPr>
        <p:spPr>
          <a:xfrm rot="-10703534">
            <a:off x="14045185" y="8969379"/>
            <a:ext cx="5875687" cy="3238976"/>
          </a:xfrm>
          <a:custGeom>
            <a:rect b="b" l="l" r="r" t="t"/>
            <a:pathLst>
              <a:path extrusionOk="0" h="4318635" w="7834249">
                <a:moveTo>
                  <a:pt x="0" y="0"/>
                </a:moveTo>
                <a:lnTo>
                  <a:pt x="7834249" y="0"/>
                </a:lnTo>
                <a:lnTo>
                  <a:pt x="7834249" y="4318635"/>
                </a:lnTo>
                <a:lnTo>
                  <a:pt x="0" y="4318635"/>
                </a:lnTo>
                <a:lnTo>
                  <a:pt x="0" y="0"/>
                </a:lnTo>
                <a:close/>
              </a:path>
            </a:pathLst>
          </a:custGeom>
          <a:blipFill rotWithShape="1">
            <a:blip r:embed="rId7">
              <a:alphaModFix/>
            </a:blip>
            <a:stretch>
              <a:fillRect b="-1" l="0" r="0" t="-1"/>
            </a:stretch>
          </a:blipFill>
          <a:ln>
            <a:noFill/>
          </a:ln>
        </p:spPr>
      </p:sp>
      <p:sp>
        <p:nvSpPr>
          <p:cNvPr id="1095" name="Google Shape;1095;p50"/>
          <p:cNvSpPr/>
          <p:nvPr/>
        </p:nvSpPr>
        <p:spPr>
          <a:xfrm rot="8941024">
            <a:off x="14751146" y="-2393360"/>
            <a:ext cx="4861275" cy="3706654"/>
          </a:xfrm>
          <a:custGeom>
            <a:rect b="b" l="l" r="r" t="t"/>
            <a:pathLst>
              <a:path extrusionOk="0" h="4942205" w="6481699">
                <a:moveTo>
                  <a:pt x="0" y="0"/>
                </a:moveTo>
                <a:lnTo>
                  <a:pt x="6481699" y="0"/>
                </a:lnTo>
                <a:lnTo>
                  <a:pt x="6481699" y="4942205"/>
                </a:lnTo>
                <a:lnTo>
                  <a:pt x="0" y="4942205"/>
                </a:lnTo>
                <a:lnTo>
                  <a:pt x="0" y="0"/>
                </a:lnTo>
                <a:close/>
              </a:path>
            </a:pathLst>
          </a:custGeom>
          <a:blipFill rotWithShape="1">
            <a:blip r:embed="rId8">
              <a:alphaModFix/>
            </a:blip>
            <a:stretch>
              <a:fillRect b="0" l="-7" r="-6" t="0"/>
            </a:stretch>
          </a:blipFill>
          <a:ln>
            <a:noFill/>
          </a:ln>
        </p:spPr>
      </p:sp>
      <p:sp>
        <p:nvSpPr>
          <p:cNvPr id="1096" name="Google Shape;1096;p50"/>
          <p:cNvSpPr/>
          <p:nvPr/>
        </p:nvSpPr>
        <p:spPr>
          <a:xfrm rot="-277003">
            <a:off x="2356985" y="44710"/>
            <a:ext cx="1209770" cy="2452974"/>
          </a:xfrm>
          <a:custGeom>
            <a:rect b="b" l="l" r="r" t="t"/>
            <a:pathLst>
              <a:path extrusionOk="0" h="3270631" w="1613027">
                <a:moveTo>
                  <a:pt x="0" y="0"/>
                </a:moveTo>
                <a:lnTo>
                  <a:pt x="1613027" y="0"/>
                </a:lnTo>
                <a:lnTo>
                  <a:pt x="1613027" y="3270631"/>
                </a:lnTo>
                <a:lnTo>
                  <a:pt x="0" y="3270631"/>
                </a:lnTo>
                <a:lnTo>
                  <a:pt x="0" y="0"/>
                </a:lnTo>
                <a:close/>
              </a:path>
            </a:pathLst>
          </a:custGeom>
          <a:blipFill rotWithShape="1">
            <a:blip r:embed="rId9">
              <a:alphaModFix/>
            </a:blip>
            <a:stretch>
              <a:fillRect b="0" l="-56953" r="-56955" t="0"/>
            </a:stretch>
          </a:blipFill>
          <a:ln>
            <a:noFill/>
          </a:ln>
        </p:spPr>
      </p:sp>
      <p:sp>
        <p:nvSpPr>
          <p:cNvPr id="1097" name="Google Shape;1097;p50"/>
          <p:cNvSpPr/>
          <p:nvPr/>
        </p:nvSpPr>
        <p:spPr>
          <a:xfrm>
            <a:off x="3882250" y="6574150"/>
            <a:ext cx="9534335" cy="2771870"/>
          </a:xfrm>
          <a:custGeom>
            <a:rect b="b" l="l" r="r" t="t"/>
            <a:pathLst>
              <a:path extrusionOk="0" h="3695827" w="12712446">
                <a:moveTo>
                  <a:pt x="0" y="0"/>
                </a:moveTo>
                <a:lnTo>
                  <a:pt x="12712446" y="0"/>
                </a:lnTo>
                <a:lnTo>
                  <a:pt x="12712446" y="3695827"/>
                </a:lnTo>
                <a:lnTo>
                  <a:pt x="0" y="3695827"/>
                </a:lnTo>
                <a:lnTo>
                  <a:pt x="0" y="0"/>
                </a:lnTo>
                <a:close/>
              </a:path>
            </a:pathLst>
          </a:custGeom>
          <a:blipFill rotWithShape="1">
            <a:blip r:embed="rId5">
              <a:alphaModFix/>
            </a:blip>
            <a:stretch>
              <a:fillRect b="-17967" l="0" r="0" t="-17966"/>
            </a:stretch>
          </a:blipFill>
          <a:ln>
            <a:noFill/>
          </a:ln>
        </p:spPr>
      </p:sp>
      <p:sp>
        <p:nvSpPr>
          <p:cNvPr id="1098" name="Google Shape;1098;p50"/>
          <p:cNvSpPr txBox="1"/>
          <p:nvPr/>
        </p:nvSpPr>
        <p:spPr>
          <a:xfrm>
            <a:off x="4137524" y="4199517"/>
            <a:ext cx="9004673" cy="4143375"/>
          </a:xfrm>
          <a:prstGeom prst="rect">
            <a:avLst/>
          </a:prstGeom>
          <a:noFill/>
          <a:ln>
            <a:noFill/>
          </a:ln>
        </p:spPr>
        <p:txBody>
          <a:bodyPr anchorCtr="0" anchor="t" bIns="0" lIns="0" spcFirstLastPara="1" rIns="0" wrap="square" tIns="0">
            <a:spAutoFit/>
          </a:bodyPr>
          <a:lstStyle/>
          <a:p>
            <a:pPr indent="0" lvl="0" marL="0" marR="0" rtl="0" algn="l">
              <a:lnSpc>
                <a:spcPct val="143979"/>
              </a:lnSpc>
              <a:spcBef>
                <a:spcPts val="0"/>
              </a:spcBef>
              <a:spcAft>
                <a:spcPts val="0"/>
              </a:spcAft>
              <a:buNone/>
            </a:pPr>
            <a:r>
              <a:rPr b="0" i="0" lang="en-US" sz="2749" u="none" cap="none" strike="noStrike">
                <a:solidFill>
                  <a:srgbClr val="000000"/>
                </a:solidFill>
                <a:latin typeface="DM Sans"/>
                <a:ea typeface="DM Sans"/>
                <a:cs typeface="DM Sans"/>
                <a:sym typeface="DM Sans"/>
              </a:rPr>
              <a:t>El host emisor recibe el mensaje y almacena la información de dirección MAC y dirección IP en la tabla ARP. Después que el host emisor incluya la dirección MAC del host de destino en su tabla ARP, podrá enviar tramas directamente hasta ese destinatario sin tener que enviar primero una solicitud ARP.</a:t>
            </a:r>
            <a:endParaRPr/>
          </a:p>
          <a:p>
            <a:pPr indent="0" lvl="0" marL="0" marR="0" rtl="0" algn="l">
              <a:lnSpc>
                <a:spcPct val="73335"/>
              </a:lnSpc>
              <a:spcBef>
                <a:spcPts val="0"/>
              </a:spcBef>
              <a:spcAft>
                <a:spcPts val="0"/>
              </a:spcAft>
              <a:buNone/>
            </a:pPr>
            <a:r>
              <a:t/>
            </a:r>
            <a:endParaRPr b="0" i="0" sz="2749" u="none" cap="none" strike="noStrike">
              <a:solidFill>
                <a:srgbClr val="000000"/>
              </a:solidFill>
              <a:latin typeface="DM Sans"/>
              <a:ea typeface="DM Sans"/>
              <a:cs typeface="DM Sans"/>
              <a:sym typeface="DM Sans"/>
            </a:endParaRPr>
          </a:p>
          <a:p>
            <a:pPr indent="0" lvl="0" marL="0" marR="0" rtl="0" algn="l">
              <a:lnSpc>
                <a:spcPct val="143979"/>
              </a:lnSpc>
              <a:spcBef>
                <a:spcPts val="0"/>
              </a:spcBef>
              <a:spcAft>
                <a:spcPts val="0"/>
              </a:spcAft>
              <a:buNone/>
            </a:pPr>
            <a:r>
              <a:rPr b="0" i="0" lang="en-US" sz="2749" u="none" cap="none" strike="noStrike">
                <a:solidFill>
                  <a:srgbClr val="000000"/>
                </a:solidFill>
                <a:latin typeface="DM Sans"/>
                <a:ea typeface="DM Sans"/>
                <a:cs typeface="DM Sans"/>
                <a:sym typeface="DM Sans"/>
              </a:rPr>
              <a:t>Todos los hosts involucrados en la solicitud broadcast de ARP utilizarán esa información para actualizar sus propias tablas ARP.</a:t>
            </a:r>
            <a:endParaRPr/>
          </a:p>
        </p:txBody>
      </p:sp>
      <p:sp>
        <p:nvSpPr>
          <p:cNvPr id="1099" name="Google Shape;1099;p50"/>
          <p:cNvSpPr/>
          <p:nvPr/>
        </p:nvSpPr>
        <p:spPr>
          <a:xfrm>
            <a:off x="13052772" y="7574855"/>
            <a:ext cx="2182272" cy="2256091"/>
          </a:xfrm>
          <a:custGeom>
            <a:rect b="b" l="l" r="r" t="t"/>
            <a:pathLst>
              <a:path extrusionOk="0" h="3008122" w="2909697">
                <a:moveTo>
                  <a:pt x="0" y="0"/>
                </a:moveTo>
                <a:lnTo>
                  <a:pt x="2909697" y="0"/>
                </a:lnTo>
                <a:lnTo>
                  <a:pt x="2909697" y="3008122"/>
                </a:lnTo>
                <a:lnTo>
                  <a:pt x="0" y="3008122"/>
                </a:lnTo>
                <a:lnTo>
                  <a:pt x="0" y="0"/>
                </a:lnTo>
                <a:close/>
              </a:path>
            </a:pathLst>
          </a:custGeom>
          <a:blipFill rotWithShape="1">
            <a:blip r:embed="rId10">
              <a:alphaModFix/>
            </a:blip>
            <a:stretch>
              <a:fillRect b="-24" l="0" r="0" t="-23"/>
            </a:stretch>
          </a:blipFill>
          <a:ln>
            <a:noFill/>
          </a:ln>
        </p:spPr>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1107" name="Shape 1107"/>
        <p:cNvGrpSpPr/>
        <p:nvPr/>
      </p:nvGrpSpPr>
      <p:grpSpPr>
        <a:xfrm>
          <a:off x="0" y="0"/>
          <a:ext cx="0" cy="0"/>
          <a:chOff x="0" y="0"/>
          <a:chExt cx="0" cy="0"/>
        </a:xfrm>
      </p:grpSpPr>
      <p:sp>
        <p:nvSpPr>
          <p:cNvPr id="1108" name="Google Shape;1108;p51"/>
          <p:cNvSpPr/>
          <p:nvPr/>
        </p:nvSpPr>
        <p:spPr>
          <a:xfrm rot="-3890007">
            <a:off x="14059290" y="-2028417"/>
            <a:ext cx="2227135" cy="4114800"/>
          </a:xfrm>
          <a:custGeom>
            <a:rect b="b" l="l" r="r" t="t"/>
            <a:pathLst>
              <a:path extrusionOk="0" h="5486400" w="2969514">
                <a:moveTo>
                  <a:pt x="0" y="0"/>
                </a:moveTo>
                <a:lnTo>
                  <a:pt x="2969514" y="0"/>
                </a:lnTo>
                <a:lnTo>
                  <a:pt x="2969514" y="5486400"/>
                </a:lnTo>
                <a:lnTo>
                  <a:pt x="0" y="5486400"/>
                </a:lnTo>
                <a:lnTo>
                  <a:pt x="0" y="0"/>
                </a:lnTo>
                <a:close/>
              </a:path>
            </a:pathLst>
          </a:custGeom>
          <a:blipFill rotWithShape="1">
            <a:blip r:embed="rId3">
              <a:alphaModFix/>
            </a:blip>
            <a:stretch>
              <a:fillRect b="-23" l="0" r="0" t="-22"/>
            </a:stretch>
          </a:blipFill>
          <a:ln>
            <a:noFill/>
          </a:ln>
        </p:spPr>
      </p:sp>
      <p:sp>
        <p:nvSpPr>
          <p:cNvPr id="1109" name="Google Shape;1109;p51"/>
          <p:cNvSpPr/>
          <p:nvPr/>
        </p:nvSpPr>
        <p:spPr>
          <a:xfrm rot="2496945">
            <a:off x="-990421" y="-2028417"/>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4">
              <a:alphaModFix/>
            </a:blip>
            <a:stretch>
              <a:fillRect b="0" l="-25" r="-24" t="0"/>
            </a:stretch>
          </a:blipFill>
          <a:ln>
            <a:noFill/>
          </a:ln>
        </p:spPr>
      </p:sp>
      <p:sp>
        <p:nvSpPr>
          <p:cNvPr id="1110" name="Google Shape;1110;p51"/>
          <p:cNvSpPr/>
          <p:nvPr/>
        </p:nvSpPr>
        <p:spPr>
          <a:xfrm rot="-5400000">
            <a:off x="16867664" y="6100299"/>
            <a:ext cx="5396484" cy="4114800"/>
          </a:xfrm>
          <a:custGeom>
            <a:rect b="b" l="l" r="r" t="t"/>
            <a:pathLst>
              <a:path extrusionOk="0" h="5486400" w="7195312">
                <a:moveTo>
                  <a:pt x="0" y="0"/>
                </a:moveTo>
                <a:lnTo>
                  <a:pt x="7195312" y="0"/>
                </a:lnTo>
                <a:lnTo>
                  <a:pt x="7195312" y="5486400"/>
                </a:lnTo>
                <a:lnTo>
                  <a:pt x="0" y="5486400"/>
                </a:lnTo>
                <a:lnTo>
                  <a:pt x="0" y="0"/>
                </a:lnTo>
                <a:close/>
              </a:path>
            </a:pathLst>
          </a:custGeom>
          <a:blipFill rotWithShape="1">
            <a:blip r:embed="rId5">
              <a:alphaModFix/>
            </a:blip>
            <a:stretch>
              <a:fillRect b="0" l="-7" r="-6" t="0"/>
            </a:stretch>
          </a:blipFill>
          <a:ln>
            <a:noFill/>
          </a:ln>
        </p:spPr>
      </p:sp>
      <p:sp>
        <p:nvSpPr>
          <p:cNvPr id="1111" name="Google Shape;1111;p51"/>
          <p:cNvSpPr/>
          <p:nvPr/>
        </p:nvSpPr>
        <p:spPr>
          <a:xfrm>
            <a:off x="498622" y="4245021"/>
            <a:ext cx="2514791" cy="1796987"/>
          </a:xfrm>
          <a:custGeom>
            <a:rect b="b" l="l" r="r" t="t"/>
            <a:pathLst>
              <a:path extrusionOk="0" h="2395982" w="3353054">
                <a:moveTo>
                  <a:pt x="0" y="0"/>
                </a:moveTo>
                <a:lnTo>
                  <a:pt x="3353054" y="0"/>
                </a:lnTo>
                <a:lnTo>
                  <a:pt x="3353054" y="2395982"/>
                </a:lnTo>
                <a:lnTo>
                  <a:pt x="0" y="2395982"/>
                </a:lnTo>
                <a:lnTo>
                  <a:pt x="0" y="0"/>
                </a:lnTo>
                <a:close/>
              </a:path>
            </a:pathLst>
          </a:custGeom>
          <a:blipFill rotWithShape="1">
            <a:blip r:embed="rId6">
              <a:alphaModFix/>
            </a:blip>
            <a:stretch>
              <a:fillRect b="-40" l="0" r="0" t="-42"/>
            </a:stretch>
          </a:blipFill>
          <a:ln>
            <a:noFill/>
          </a:ln>
        </p:spPr>
      </p:sp>
      <p:sp>
        <p:nvSpPr>
          <p:cNvPr id="1112" name="Google Shape;1112;p51"/>
          <p:cNvSpPr/>
          <p:nvPr/>
        </p:nvSpPr>
        <p:spPr>
          <a:xfrm>
            <a:off x="7886587" y="497851"/>
            <a:ext cx="2514791" cy="1796987"/>
          </a:xfrm>
          <a:custGeom>
            <a:rect b="b" l="l" r="r" t="t"/>
            <a:pathLst>
              <a:path extrusionOk="0" h="2395982" w="3353054">
                <a:moveTo>
                  <a:pt x="0" y="0"/>
                </a:moveTo>
                <a:lnTo>
                  <a:pt x="3353054" y="0"/>
                </a:lnTo>
                <a:lnTo>
                  <a:pt x="3353054" y="2395982"/>
                </a:lnTo>
                <a:lnTo>
                  <a:pt x="0" y="2395982"/>
                </a:lnTo>
                <a:lnTo>
                  <a:pt x="0" y="0"/>
                </a:lnTo>
                <a:close/>
              </a:path>
            </a:pathLst>
          </a:custGeom>
          <a:blipFill rotWithShape="1">
            <a:blip r:embed="rId6">
              <a:alphaModFix/>
            </a:blip>
            <a:stretch>
              <a:fillRect b="-40" l="0" r="0" t="-42"/>
            </a:stretch>
          </a:blipFill>
          <a:ln>
            <a:noFill/>
          </a:ln>
        </p:spPr>
      </p:sp>
      <p:sp>
        <p:nvSpPr>
          <p:cNvPr id="1113" name="Google Shape;1113;p51"/>
          <p:cNvSpPr/>
          <p:nvPr/>
        </p:nvSpPr>
        <p:spPr>
          <a:xfrm>
            <a:off x="7886587" y="8024361"/>
            <a:ext cx="2514791" cy="1796987"/>
          </a:xfrm>
          <a:custGeom>
            <a:rect b="b" l="l" r="r" t="t"/>
            <a:pathLst>
              <a:path extrusionOk="0" h="2395982" w="3353054">
                <a:moveTo>
                  <a:pt x="0" y="0"/>
                </a:moveTo>
                <a:lnTo>
                  <a:pt x="3353054" y="0"/>
                </a:lnTo>
                <a:lnTo>
                  <a:pt x="3353054" y="2395982"/>
                </a:lnTo>
                <a:lnTo>
                  <a:pt x="0" y="2395982"/>
                </a:lnTo>
                <a:lnTo>
                  <a:pt x="0" y="0"/>
                </a:lnTo>
                <a:close/>
              </a:path>
            </a:pathLst>
          </a:custGeom>
          <a:blipFill rotWithShape="1">
            <a:blip r:embed="rId6">
              <a:alphaModFix/>
            </a:blip>
            <a:stretch>
              <a:fillRect b="-40" l="0" r="0" t="-42"/>
            </a:stretch>
          </a:blipFill>
          <a:ln>
            <a:noFill/>
          </a:ln>
        </p:spPr>
      </p:sp>
      <p:sp>
        <p:nvSpPr>
          <p:cNvPr id="1114" name="Google Shape;1114;p51"/>
          <p:cNvSpPr/>
          <p:nvPr/>
        </p:nvSpPr>
        <p:spPr>
          <a:xfrm>
            <a:off x="15405160" y="4245021"/>
            <a:ext cx="2514791" cy="1796987"/>
          </a:xfrm>
          <a:custGeom>
            <a:rect b="b" l="l" r="r" t="t"/>
            <a:pathLst>
              <a:path extrusionOk="0" h="2395982" w="3353054">
                <a:moveTo>
                  <a:pt x="0" y="0"/>
                </a:moveTo>
                <a:lnTo>
                  <a:pt x="3353054" y="0"/>
                </a:lnTo>
                <a:lnTo>
                  <a:pt x="3353054" y="2395982"/>
                </a:lnTo>
                <a:lnTo>
                  <a:pt x="0" y="2395982"/>
                </a:lnTo>
                <a:lnTo>
                  <a:pt x="0" y="0"/>
                </a:lnTo>
                <a:close/>
              </a:path>
            </a:pathLst>
          </a:custGeom>
          <a:blipFill rotWithShape="1">
            <a:blip r:embed="rId6">
              <a:alphaModFix/>
            </a:blip>
            <a:stretch>
              <a:fillRect b="-40" l="0" r="0" t="-42"/>
            </a:stretch>
          </a:blipFill>
          <a:ln>
            <a:noFill/>
          </a:ln>
        </p:spPr>
      </p:sp>
      <p:cxnSp>
        <p:nvCxnSpPr>
          <p:cNvPr id="1115" name="Google Shape;1115;p51"/>
          <p:cNvCxnSpPr/>
          <p:nvPr/>
        </p:nvCxnSpPr>
        <p:spPr>
          <a:xfrm rot="25091">
            <a:off x="2771283" y="5133975"/>
            <a:ext cx="5220148" cy="0"/>
          </a:xfrm>
          <a:prstGeom prst="straightConnector1">
            <a:avLst/>
          </a:prstGeom>
          <a:noFill/>
          <a:ln cap="rnd" cmpd="sng" w="28575">
            <a:solidFill>
              <a:srgbClr val="000000"/>
            </a:solidFill>
            <a:prstDash val="solid"/>
            <a:round/>
            <a:headEnd len="sm" w="sm" type="none"/>
            <a:tailEnd len="sm" w="sm" type="none"/>
          </a:ln>
        </p:spPr>
      </p:cxnSp>
      <p:cxnSp>
        <p:nvCxnSpPr>
          <p:cNvPr id="1116" name="Google Shape;1116;p51"/>
          <p:cNvCxnSpPr/>
          <p:nvPr/>
        </p:nvCxnSpPr>
        <p:spPr>
          <a:xfrm rot="24502">
            <a:off x="10382295" y="5133975"/>
            <a:ext cx="5345491" cy="0"/>
          </a:xfrm>
          <a:prstGeom prst="straightConnector1">
            <a:avLst/>
          </a:prstGeom>
          <a:noFill/>
          <a:ln cap="rnd" cmpd="sng" w="28575">
            <a:solidFill>
              <a:srgbClr val="000000"/>
            </a:solidFill>
            <a:prstDash val="solid"/>
            <a:round/>
            <a:headEnd len="sm" w="sm" type="none"/>
            <a:tailEnd len="sm" w="sm" type="none"/>
          </a:ln>
        </p:spPr>
      </p:cxnSp>
      <p:cxnSp>
        <p:nvCxnSpPr>
          <p:cNvPr id="1117" name="Google Shape;1117;p51"/>
          <p:cNvCxnSpPr/>
          <p:nvPr/>
        </p:nvCxnSpPr>
        <p:spPr>
          <a:xfrm rot="5334138">
            <a:off x="8006930" y="3405881"/>
            <a:ext cx="2279712" cy="0"/>
          </a:xfrm>
          <a:prstGeom prst="straightConnector1">
            <a:avLst/>
          </a:prstGeom>
          <a:noFill/>
          <a:ln cap="rnd" cmpd="sng" w="28575">
            <a:solidFill>
              <a:srgbClr val="000000"/>
            </a:solidFill>
            <a:prstDash val="solid"/>
            <a:round/>
            <a:headEnd len="sm" w="sm" type="none"/>
            <a:tailEnd len="sm" w="sm" type="none"/>
          </a:ln>
        </p:spPr>
      </p:cxnSp>
      <p:cxnSp>
        <p:nvCxnSpPr>
          <p:cNvPr id="1118" name="Google Shape;1118;p51"/>
          <p:cNvCxnSpPr/>
          <p:nvPr/>
        </p:nvCxnSpPr>
        <p:spPr>
          <a:xfrm rot="5464945">
            <a:off x="7990848" y="6878154"/>
            <a:ext cx="2311877" cy="0"/>
          </a:xfrm>
          <a:prstGeom prst="straightConnector1">
            <a:avLst/>
          </a:prstGeom>
          <a:noFill/>
          <a:ln cap="rnd" cmpd="sng" w="28575">
            <a:solidFill>
              <a:srgbClr val="000000"/>
            </a:solidFill>
            <a:prstDash val="solid"/>
            <a:round/>
            <a:headEnd len="sm" w="sm" type="none"/>
            <a:tailEnd len="sm" w="sm" type="none"/>
          </a:ln>
        </p:spPr>
      </p:cxnSp>
      <p:cxnSp>
        <p:nvCxnSpPr>
          <p:cNvPr id="1119" name="Google Shape;1119;p51"/>
          <p:cNvCxnSpPr/>
          <p:nvPr/>
        </p:nvCxnSpPr>
        <p:spPr>
          <a:xfrm rot="20515">
            <a:off x="748051" y="2381289"/>
            <a:ext cx="6384434" cy="0"/>
          </a:xfrm>
          <a:prstGeom prst="straightConnector1">
            <a:avLst/>
          </a:prstGeom>
          <a:noFill/>
          <a:ln cap="rnd" cmpd="sng" w="28575">
            <a:solidFill>
              <a:srgbClr val="000000"/>
            </a:solidFill>
            <a:prstDash val="solid"/>
            <a:round/>
            <a:headEnd len="sm" w="sm" type="none"/>
            <a:tailEnd len="sm" w="sm" type="none"/>
          </a:ln>
        </p:spPr>
      </p:cxnSp>
      <p:cxnSp>
        <p:nvCxnSpPr>
          <p:cNvPr id="1120" name="Google Shape;1120;p51"/>
          <p:cNvCxnSpPr/>
          <p:nvPr/>
        </p:nvCxnSpPr>
        <p:spPr>
          <a:xfrm rot="25764">
            <a:off x="2048762" y="3830724"/>
            <a:ext cx="5083739" cy="0"/>
          </a:xfrm>
          <a:prstGeom prst="straightConnector1">
            <a:avLst/>
          </a:prstGeom>
          <a:noFill/>
          <a:ln cap="rnd" cmpd="sng" w="28575">
            <a:solidFill>
              <a:srgbClr val="000000"/>
            </a:solidFill>
            <a:prstDash val="solid"/>
            <a:round/>
            <a:headEnd len="sm" w="sm" type="none"/>
            <a:tailEnd len="sm" w="sm" type="none"/>
          </a:ln>
        </p:spPr>
      </p:cxnSp>
      <p:cxnSp>
        <p:nvCxnSpPr>
          <p:cNvPr id="1121" name="Google Shape;1121;p51"/>
          <p:cNvCxnSpPr/>
          <p:nvPr/>
        </p:nvCxnSpPr>
        <p:spPr>
          <a:xfrm rot="5311968">
            <a:off x="6369367" y="3106006"/>
            <a:ext cx="1488023" cy="0"/>
          </a:xfrm>
          <a:prstGeom prst="straightConnector1">
            <a:avLst/>
          </a:prstGeom>
          <a:noFill/>
          <a:ln cap="rnd" cmpd="sng" w="28575">
            <a:solidFill>
              <a:srgbClr val="000000"/>
            </a:solidFill>
            <a:prstDash val="solid"/>
            <a:round/>
            <a:headEnd len="sm" w="sm" type="none"/>
            <a:tailEnd len="sm" w="sm" type="none"/>
          </a:ln>
        </p:spPr>
      </p:cxnSp>
      <p:cxnSp>
        <p:nvCxnSpPr>
          <p:cNvPr id="1122" name="Google Shape;1122;p51"/>
          <p:cNvCxnSpPr/>
          <p:nvPr/>
        </p:nvCxnSpPr>
        <p:spPr>
          <a:xfrm rot="5311968">
            <a:off x="46564" y="3106006"/>
            <a:ext cx="1488023" cy="0"/>
          </a:xfrm>
          <a:prstGeom prst="straightConnector1">
            <a:avLst/>
          </a:prstGeom>
          <a:noFill/>
          <a:ln cap="rnd" cmpd="sng" w="28575">
            <a:solidFill>
              <a:srgbClr val="000000"/>
            </a:solidFill>
            <a:prstDash val="solid"/>
            <a:round/>
            <a:headEnd len="sm" w="sm" type="none"/>
            <a:tailEnd len="sm" w="sm" type="none"/>
          </a:ln>
        </p:spPr>
      </p:cxnSp>
      <p:cxnSp>
        <p:nvCxnSpPr>
          <p:cNvPr id="1123" name="Google Shape;1123;p51"/>
          <p:cNvCxnSpPr/>
          <p:nvPr/>
        </p:nvCxnSpPr>
        <p:spPr>
          <a:xfrm rot="263978">
            <a:off x="770610" y="3825962"/>
            <a:ext cx="620822" cy="0"/>
          </a:xfrm>
          <a:prstGeom prst="straightConnector1">
            <a:avLst/>
          </a:prstGeom>
          <a:noFill/>
          <a:ln cap="rnd" cmpd="sng" w="28575">
            <a:solidFill>
              <a:srgbClr val="000000"/>
            </a:solidFill>
            <a:prstDash val="solid"/>
            <a:round/>
            <a:headEnd len="sm" w="sm" type="none"/>
            <a:tailEnd len="sm" w="sm" type="none"/>
          </a:ln>
        </p:spPr>
      </p:cxnSp>
      <p:cxnSp>
        <p:nvCxnSpPr>
          <p:cNvPr id="1124" name="Google Shape;1124;p51"/>
          <p:cNvCxnSpPr/>
          <p:nvPr/>
        </p:nvCxnSpPr>
        <p:spPr>
          <a:xfrm rot="3723756">
            <a:off x="1216336" y="4028348"/>
            <a:ext cx="512074" cy="0"/>
          </a:xfrm>
          <a:prstGeom prst="straightConnector1">
            <a:avLst/>
          </a:prstGeom>
          <a:noFill/>
          <a:ln cap="rnd" cmpd="sng" w="28575">
            <a:solidFill>
              <a:srgbClr val="000000"/>
            </a:solidFill>
            <a:prstDash val="solid"/>
            <a:round/>
            <a:headEnd len="sm" w="sm" type="none"/>
            <a:tailEnd len="sm" w="sm" type="none"/>
          </a:ln>
        </p:spPr>
      </p:cxnSp>
      <p:cxnSp>
        <p:nvCxnSpPr>
          <p:cNvPr id="1125" name="Google Shape;1125;p51"/>
          <p:cNvCxnSpPr/>
          <p:nvPr/>
        </p:nvCxnSpPr>
        <p:spPr>
          <a:xfrm rot="8415660">
            <a:off x="1474204" y="4033110"/>
            <a:ext cx="692755" cy="0"/>
          </a:xfrm>
          <a:prstGeom prst="straightConnector1">
            <a:avLst/>
          </a:prstGeom>
          <a:noFill/>
          <a:ln cap="rnd" cmpd="sng" w="28575">
            <a:solidFill>
              <a:srgbClr val="000000"/>
            </a:solidFill>
            <a:prstDash val="solid"/>
            <a:round/>
            <a:headEnd len="sm" w="sm" type="none"/>
            <a:tailEnd len="sm" w="sm" type="none"/>
          </a:ln>
        </p:spPr>
      </p:cxnSp>
      <p:sp>
        <p:nvSpPr>
          <p:cNvPr id="1126" name="Google Shape;1126;p51"/>
          <p:cNvSpPr/>
          <p:nvPr/>
        </p:nvSpPr>
        <p:spPr>
          <a:xfrm>
            <a:off x="7972312" y="4536003"/>
            <a:ext cx="2354485" cy="1215009"/>
          </a:xfrm>
          <a:custGeom>
            <a:rect b="b" l="l" r="r" t="t"/>
            <a:pathLst>
              <a:path extrusionOk="0" h="1620012" w="3139313">
                <a:moveTo>
                  <a:pt x="0" y="0"/>
                </a:moveTo>
                <a:lnTo>
                  <a:pt x="3139313" y="0"/>
                </a:lnTo>
                <a:lnTo>
                  <a:pt x="3139313" y="1620012"/>
                </a:lnTo>
                <a:lnTo>
                  <a:pt x="0" y="1620012"/>
                </a:lnTo>
                <a:lnTo>
                  <a:pt x="0" y="0"/>
                </a:lnTo>
                <a:close/>
              </a:path>
            </a:pathLst>
          </a:custGeom>
          <a:blipFill rotWithShape="1">
            <a:blip r:embed="rId7">
              <a:alphaModFix/>
            </a:blip>
            <a:stretch>
              <a:fillRect b="0" l="0" r="-1" t="0"/>
            </a:stretch>
          </a:blipFill>
          <a:ln>
            <a:noFill/>
          </a:ln>
        </p:spPr>
      </p:sp>
      <p:sp>
        <p:nvSpPr>
          <p:cNvPr id="1127" name="Google Shape;1127;p51"/>
          <p:cNvSpPr txBox="1"/>
          <p:nvPr/>
        </p:nvSpPr>
        <p:spPr>
          <a:xfrm>
            <a:off x="908482" y="2601982"/>
            <a:ext cx="6086988" cy="916111"/>
          </a:xfrm>
          <a:prstGeom prst="rect">
            <a:avLst/>
          </a:prstGeom>
          <a:noFill/>
          <a:ln>
            <a:noFill/>
          </a:ln>
        </p:spPr>
        <p:txBody>
          <a:bodyPr anchorCtr="0" anchor="t" bIns="0" lIns="0" spcFirstLastPara="1" rIns="0" wrap="square" tIns="0">
            <a:spAutoFit/>
          </a:bodyPr>
          <a:lstStyle/>
          <a:p>
            <a:pPr indent="0" lvl="0" marL="0" marR="0" rtl="0" algn="l">
              <a:lnSpc>
                <a:spcPct val="143981"/>
              </a:lnSpc>
              <a:spcBef>
                <a:spcPts val="0"/>
              </a:spcBef>
              <a:spcAft>
                <a:spcPts val="0"/>
              </a:spcAft>
              <a:buNone/>
            </a:pPr>
            <a:r>
              <a:rPr b="0" i="0" lang="en-US" sz="2833" u="none" cap="none" strike="noStrike">
                <a:solidFill>
                  <a:srgbClr val="000000"/>
                </a:solidFill>
                <a:latin typeface="DM Sans"/>
                <a:ea typeface="DM Sans"/>
                <a:cs typeface="DM Sans"/>
                <a:sym typeface="DM Sans"/>
              </a:rPr>
              <a:t>Ahora tengo la dirección MAC, </a:t>
            </a:r>
            <a:endParaRPr/>
          </a:p>
          <a:p>
            <a:pPr indent="0" lvl="0" marL="0" marR="0" rtl="0" algn="l">
              <a:lnSpc>
                <a:spcPct val="143981"/>
              </a:lnSpc>
              <a:spcBef>
                <a:spcPts val="0"/>
              </a:spcBef>
              <a:spcAft>
                <a:spcPts val="0"/>
              </a:spcAft>
              <a:buNone/>
            </a:pPr>
            <a:r>
              <a:rPr b="0" i="0" lang="en-US" sz="2833" u="none" cap="none" strike="noStrike">
                <a:solidFill>
                  <a:srgbClr val="000000"/>
                </a:solidFill>
                <a:latin typeface="DM Sans"/>
                <a:ea typeface="DM Sans"/>
                <a:cs typeface="DM Sans"/>
                <a:sym typeface="DM Sans"/>
              </a:rPr>
              <a:t>así que puedo enviar la información.</a:t>
            </a:r>
            <a:endParaRPr/>
          </a:p>
        </p:txBody>
      </p:sp>
      <p:sp>
        <p:nvSpPr>
          <p:cNvPr id="1128" name="Google Shape;1128;p51"/>
          <p:cNvSpPr txBox="1"/>
          <p:nvPr/>
        </p:nvSpPr>
        <p:spPr>
          <a:xfrm>
            <a:off x="1432275" y="4543714"/>
            <a:ext cx="805678" cy="733425"/>
          </a:xfrm>
          <a:prstGeom prst="rect">
            <a:avLst/>
          </a:prstGeom>
          <a:noFill/>
          <a:ln>
            <a:noFill/>
          </a:ln>
        </p:spPr>
        <p:txBody>
          <a:bodyPr anchorCtr="0" anchor="t" bIns="0" lIns="0" spcFirstLastPara="1" rIns="0" wrap="square" tIns="0">
            <a:spAutoFit/>
          </a:bodyPr>
          <a:lstStyle/>
          <a:p>
            <a:pPr indent="0" lvl="0" marL="0" marR="0" rtl="0" algn="l">
              <a:lnSpc>
                <a:spcPct val="144000"/>
              </a:lnSpc>
              <a:spcBef>
                <a:spcPts val="0"/>
              </a:spcBef>
              <a:spcAft>
                <a:spcPts val="0"/>
              </a:spcAft>
              <a:buNone/>
            </a:pPr>
            <a:r>
              <a:rPr b="1" i="0" lang="en-US" sz="4200" u="none" cap="none" strike="noStrike">
                <a:solidFill>
                  <a:srgbClr val="000000"/>
                </a:solidFill>
                <a:latin typeface="DM Sans"/>
                <a:ea typeface="DM Sans"/>
                <a:cs typeface="DM Sans"/>
                <a:sym typeface="DM Sans"/>
              </a:rPr>
              <a:t>H1</a:t>
            </a:r>
            <a:endParaRPr/>
          </a:p>
        </p:txBody>
      </p:sp>
      <p:sp>
        <p:nvSpPr>
          <p:cNvPr id="1129" name="Google Shape;1129;p51"/>
          <p:cNvSpPr txBox="1"/>
          <p:nvPr/>
        </p:nvSpPr>
        <p:spPr>
          <a:xfrm>
            <a:off x="8931661" y="781050"/>
            <a:ext cx="805678" cy="733425"/>
          </a:xfrm>
          <a:prstGeom prst="rect">
            <a:avLst/>
          </a:prstGeom>
          <a:noFill/>
          <a:ln>
            <a:noFill/>
          </a:ln>
        </p:spPr>
        <p:txBody>
          <a:bodyPr anchorCtr="0" anchor="t" bIns="0" lIns="0" spcFirstLastPara="1" rIns="0" wrap="square" tIns="0">
            <a:spAutoFit/>
          </a:bodyPr>
          <a:lstStyle/>
          <a:p>
            <a:pPr indent="0" lvl="0" marL="0" marR="0" rtl="0" algn="l">
              <a:lnSpc>
                <a:spcPct val="144000"/>
              </a:lnSpc>
              <a:spcBef>
                <a:spcPts val="0"/>
              </a:spcBef>
              <a:spcAft>
                <a:spcPts val="0"/>
              </a:spcAft>
              <a:buNone/>
            </a:pPr>
            <a:r>
              <a:rPr b="1" i="0" lang="en-US" sz="4200" u="none" cap="none" strike="noStrike">
                <a:solidFill>
                  <a:srgbClr val="000000"/>
                </a:solidFill>
                <a:latin typeface="DM Sans"/>
                <a:ea typeface="DM Sans"/>
                <a:cs typeface="DM Sans"/>
                <a:sym typeface="DM Sans"/>
              </a:rPr>
              <a:t>H2</a:t>
            </a:r>
            <a:endParaRPr/>
          </a:p>
        </p:txBody>
      </p:sp>
      <p:sp>
        <p:nvSpPr>
          <p:cNvPr id="1130" name="Google Shape;1130;p51"/>
          <p:cNvSpPr txBox="1"/>
          <p:nvPr/>
        </p:nvSpPr>
        <p:spPr>
          <a:xfrm>
            <a:off x="16281759" y="4543714"/>
            <a:ext cx="805678" cy="733425"/>
          </a:xfrm>
          <a:prstGeom prst="rect">
            <a:avLst/>
          </a:prstGeom>
          <a:noFill/>
          <a:ln>
            <a:noFill/>
          </a:ln>
        </p:spPr>
        <p:txBody>
          <a:bodyPr anchorCtr="0" anchor="t" bIns="0" lIns="0" spcFirstLastPara="1" rIns="0" wrap="square" tIns="0">
            <a:spAutoFit/>
          </a:bodyPr>
          <a:lstStyle/>
          <a:p>
            <a:pPr indent="0" lvl="0" marL="0" marR="0" rtl="0" algn="l">
              <a:lnSpc>
                <a:spcPct val="144000"/>
              </a:lnSpc>
              <a:spcBef>
                <a:spcPts val="0"/>
              </a:spcBef>
              <a:spcAft>
                <a:spcPts val="0"/>
              </a:spcAft>
              <a:buNone/>
            </a:pPr>
            <a:r>
              <a:rPr b="1" i="0" lang="en-US" sz="4200" u="none" cap="none" strike="noStrike">
                <a:solidFill>
                  <a:srgbClr val="000000"/>
                </a:solidFill>
                <a:latin typeface="DM Sans"/>
                <a:ea typeface="DM Sans"/>
                <a:cs typeface="DM Sans"/>
                <a:sym typeface="DM Sans"/>
              </a:rPr>
              <a:t>H3</a:t>
            </a:r>
            <a:endParaRPr/>
          </a:p>
        </p:txBody>
      </p:sp>
      <p:sp>
        <p:nvSpPr>
          <p:cNvPr id="1131" name="Google Shape;1131;p51"/>
          <p:cNvSpPr txBox="1"/>
          <p:nvPr/>
        </p:nvSpPr>
        <p:spPr>
          <a:xfrm>
            <a:off x="8826886" y="8324197"/>
            <a:ext cx="805678" cy="733425"/>
          </a:xfrm>
          <a:prstGeom prst="rect">
            <a:avLst/>
          </a:prstGeom>
          <a:noFill/>
          <a:ln>
            <a:noFill/>
          </a:ln>
        </p:spPr>
        <p:txBody>
          <a:bodyPr anchorCtr="0" anchor="t" bIns="0" lIns="0" spcFirstLastPara="1" rIns="0" wrap="square" tIns="0">
            <a:spAutoFit/>
          </a:bodyPr>
          <a:lstStyle/>
          <a:p>
            <a:pPr indent="0" lvl="0" marL="0" marR="0" rtl="0" algn="l">
              <a:lnSpc>
                <a:spcPct val="144000"/>
              </a:lnSpc>
              <a:spcBef>
                <a:spcPts val="0"/>
              </a:spcBef>
              <a:spcAft>
                <a:spcPts val="0"/>
              </a:spcAft>
              <a:buNone/>
            </a:pPr>
            <a:r>
              <a:rPr b="1" i="0" lang="en-US" sz="4200" u="none" cap="none" strike="noStrike">
                <a:solidFill>
                  <a:srgbClr val="000000"/>
                </a:solidFill>
                <a:latin typeface="DM Sans"/>
                <a:ea typeface="DM Sans"/>
                <a:cs typeface="DM Sans"/>
                <a:sym typeface="DM Sans"/>
              </a:rPr>
              <a:t>H4</a:t>
            </a:r>
            <a:endParaRPr/>
          </a:p>
        </p:txBody>
      </p:sp>
      <p:sp>
        <p:nvSpPr>
          <p:cNvPr id="1132" name="Google Shape;1132;p51"/>
          <p:cNvSpPr txBox="1"/>
          <p:nvPr/>
        </p:nvSpPr>
        <p:spPr>
          <a:xfrm>
            <a:off x="826743" y="5985257"/>
            <a:ext cx="1895128" cy="485775"/>
          </a:xfrm>
          <a:prstGeom prst="rect">
            <a:avLst/>
          </a:prstGeom>
          <a:noFill/>
          <a:ln>
            <a:noFill/>
          </a:ln>
        </p:spPr>
        <p:txBody>
          <a:bodyPr anchorCtr="0" anchor="t" bIns="0" lIns="0" spcFirstLastPara="1" rIns="0" wrap="square" tIns="0">
            <a:spAutoFit/>
          </a:bodyPr>
          <a:lstStyle/>
          <a:p>
            <a:pPr indent="0" lvl="0" marL="0" marR="0" rtl="0" algn="ctr">
              <a:lnSpc>
                <a:spcPct val="143981"/>
              </a:lnSpc>
              <a:spcBef>
                <a:spcPts val="0"/>
              </a:spcBef>
              <a:spcAft>
                <a:spcPts val="0"/>
              </a:spcAft>
              <a:buNone/>
            </a:pPr>
            <a:r>
              <a:rPr b="0" i="0" lang="en-US" sz="2833" u="none" cap="none" strike="noStrike">
                <a:solidFill>
                  <a:srgbClr val="000000"/>
                </a:solidFill>
                <a:latin typeface="DM Sans"/>
                <a:ea typeface="DM Sans"/>
                <a:cs typeface="DM Sans"/>
                <a:sym typeface="DM Sans"/>
              </a:rPr>
              <a:t>192.168.1.5</a:t>
            </a:r>
            <a:endParaRPr/>
          </a:p>
        </p:txBody>
      </p:sp>
      <p:sp>
        <p:nvSpPr>
          <p:cNvPr id="1133" name="Google Shape;1133;p51"/>
          <p:cNvSpPr txBox="1"/>
          <p:nvPr/>
        </p:nvSpPr>
        <p:spPr>
          <a:xfrm>
            <a:off x="8282161" y="12076"/>
            <a:ext cx="1895128" cy="485775"/>
          </a:xfrm>
          <a:prstGeom prst="rect">
            <a:avLst/>
          </a:prstGeom>
          <a:noFill/>
          <a:ln>
            <a:noFill/>
          </a:ln>
        </p:spPr>
        <p:txBody>
          <a:bodyPr anchorCtr="0" anchor="t" bIns="0" lIns="0" spcFirstLastPara="1" rIns="0" wrap="square" tIns="0">
            <a:spAutoFit/>
          </a:bodyPr>
          <a:lstStyle/>
          <a:p>
            <a:pPr indent="0" lvl="0" marL="0" marR="0" rtl="0" algn="ctr">
              <a:lnSpc>
                <a:spcPct val="143981"/>
              </a:lnSpc>
              <a:spcBef>
                <a:spcPts val="0"/>
              </a:spcBef>
              <a:spcAft>
                <a:spcPts val="0"/>
              </a:spcAft>
              <a:buNone/>
            </a:pPr>
            <a:r>
              <a:rPr b="0" i="0" lang="en-US" sz="2833" u="none" cap="none" strike="noStrike">
                <a:solidFill>
                  <a:srgbClr val="000000"/>
                </a:solidFill>
                <a:latin typeface="DM Sans"/>
                <a:ea typeface="DM Sans"/>
                <a:cs typeface="DM Sans"/>
                <a:sym typeface="DM Sans"/>
              </a:rPr>
              <a:t>192.168.1.6</a:t>
            </a:r>
            <a:endParaRPr/>
          </a:p>
        </p:txBody>
      </p:sp>
      <p:sp>
        <p:nvSpPr>
          <p:cNvPr id="1134" name="Google Shape;1134;p51"/>
          <p:cNvSpPr txBox="1"/>
          <p:nvPr/>
        </p:nvSpPr>
        <p:spPr>
          <a:xfrm>
            <a:off x="8282161" y="9764169"/>
            <a:ext cx="1895128" cy="485775"/>
          </a:xfrm>
          <a:prstGeom prst="rect">
            <a:avLst/>
          </a:prstGeom>
          <a:noFill/>
          <a:ln>
            <a:noFill/>
          </a:ln>
        </p:spPr>
        <p:txBody>
          <a:bodyPr anchorCtr="0" anchor="t" bIns="0" lIns="0" spcFirstLastPara="1" rIns="0" wrap="square" tIns="0">
            <a:spAutoFit/>
          </a:bodyPr>
          <a:lstStyle/>
          <a:p>
            <a:pPr indent="0" lvl="0" marL="0" marR="0" rtl="0" algn="ctr">
              <a:lnSpc>
                <a:spcPct val="143981"/>
              </a:lnSpc>
              <a:spcBef>
                <a:spcPts val="0"/>
              </a:spcBef>
              <a:spcAft>
                <a:spcPts val="0"/>
              </a:spcAft>
              <a:buNone/>
            </a:pPr>
            <a:r>
              <a:rPr b="0" i="0" lang="en-US" sz="2833" u="none" cap="none" strike="noStrike">
                <a:solidFill>
                  <a:srgbClr val="000000"/>
                </a:solidFill>
                <a:latin typeface="DM Sans"/>
                <a:ea typeface="DM Sans"/>
                <a:cs typeface="DM Sans"/>
                <a:sym typeface="DM Sans"/>
              </a:rPr>
              <a:t>192.168.1.7</a:t>
            </a:r>
            <a:endParaRPr/>
          </a:p>
        </p:txBody>
      </p:sp>
      <p:sp>
        <p:nvSpPr>
          <p:cNvPr id="1135" name="Google Shape;1135;p51"/>
          <p:cNvSpPr txBox="1"/>
          <p:nvPr/>
        </p:nvSpPr>
        <p:spPr>
          <a:xfrm>
            <a:off x="15737034" y="5985257"/>
            <a:ext cx="1895128" cy="485775"/>
          </a:xfrm>
          <a:prstGeom prst="rect">
            <a:avLst/>
          </a:prstGeom>
          <a:noFill/>
          <a:ln>
            <a:noFill/>
          </a:ln>
        </p:spPr>
        <p:txBody>
          <a:bodyPr anchorCtr="0" anchor="t" bIns="0" lIns="0" spcFirstLastPara="1" rIns="0" wrap="square" tIns="0">
            <a:spAutoFit/>
          </a:bodyPr>
          <a:lstStyle/>
          <a:p>
            <a:pPr indent="0" lvl="0" marL="0" marR="0" rtl="0" algn="ctr">
              <a:lnSpc>
                <a:spcPct val="143981"/>
              </a:lnSpc>
              <a:spcBef>
                <a:spcPts val="0"/>
              </a:spcBef>
              <a:spcAft>
                <a:spcPts val="0"/>
              </a:spcAft>
              <a:buNone/>
            </a:pPr>
            <a:r>
              <a:rPr b="0" i="0" lang="en-US" sz="2833" u="none" cap="none" strike="noStrike">
                <a:solidFill>
                  <a:srgbClr val="000000"/>
                </a:solidFill>
                <a:latin typeface="DM Sans"/>
                <a:ea typeface="DM Sans"/>
                <a:cs typeface="DM Sans"/>
                <a:sym typeface="DM Sans"/>
              </a:rPr>
              <a:t>192.168.1.8</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EB"/>
        </a:solidFill>
      </p:bgPr>
    </p:bg>
    <p:spTree>
      <p:nvGrpSpPr>
        <p:cNvPr id="1143" name="Shape 1143"/>
        <p:cNvGrpSpPr/>
        <p:nvPr/>
      </p:nvGrpSpPr>
      <p:grpSpPr>
        <a:xfrm>
          <a:off x="0" y="0"/>
          <a:ext cx="0" cy="0"/>
          <a:chOff x="0" y="0"/>
          <a:chExt cx="0" cy="0"/>
        </a:xfrm>
      </p:grpSpPr>
      <p:sp>
        <p:nvSpPr>
          <p:cNvPr id="1144" name="Google Shape;1144;p52"/>
          <p:cNvSpPr/>
          <p:nvPr/>
        </p:nvSpPr>
        <p:spPr>
          <a:xfrm>
            <a:off x="1099282" y="3194381"/>
            <a:ext cx="6849332" cy="4195191"/>
          </a:xfrm>
          <a:custGeom>
            <a:rect b="b" l="l" r="r" t="t"/>
            <a:pathLst>
              <a:path extrusionOk="0" h="5593588" w="9132443">
                <a:moveTo>
                  <a:pt x="0" y="0"/>
                </a:moveTo>
                <a:lnTo>
                  <a:pt x="9132443" y="0"/>
                </a:lnTo>
                <a:lnTo>
                  <a:pt x="9132443" y="5593588"/>
                </a:lnTo>
                <a:lnTo>
                  <a:pt x="0" y="5593588"/>
                </a:lnTo>
                <a:lnTo>
                  <a:pt x="0" y="0"/>
                </a:lnTo>
                <a:close/>
              </a:path>
            </a:pathLst>
          </a:custGeom>
          <a:blipFill rotWithShape="1">
            <a:blip r:embed="rId3">
              <a:alphaModFix/>
            </a:blip>
            <a:stretch>
              <a:fillRect b="0" l="-38" r="-36" t="0"/>
            </a:stretch>
          </a:blipFill>
          <a:ln>
            <a:noFill/>
          </a:ln>
        </p:spPr>
      </p:sp>
      <p:sp>
        <p:nvSpPr>
          <p:cNvPr id="1145" name="Google Shape;1145;p52"/>
          <p:cNvSpPr/>
          <p:nvPr/>
        </p:nvSpPr>
        <p:spPr>
          <a:xfrm>
            <a:off x="2374487" y="3791669"/>
            <a:ext cx="4298919" cy="1031748"/>
          </a:xfrm>
          <a:custGeom>
            <a:rect b="b" l="l" r="r" t="t"/>
            <a:pathLst>
              <a:path extrusionOk="0" h="1375664" w="5731891">
                <a:moveTo>
                  <a:pt x="0" y="0"/>
                </a:moveTo>
                <a:lnTo>
                  <a:pt x="5731891" y="0"/>
                </a:lnTo>
                <a:lnTo>
                  <a:pt x="5731891" y="1375664"/>
                </a:lnTo>
                <a:lnTo>
                  <a:pt x="0" y="1375664"/>
                </a:lnTo>
                <a:lnTo>
                  <a:pt x="0" y="0"/>
                </a:lnTo>
                <a:close/>
              </a:path>
            </a:pathLst>
          </a:custGeom>
          <a:blipFill rotWithShape="1">
            <a:blip r:embed="rId4">
              <a:alphaModFix/>
            </a:blip>
            <a:stretch>
              <a:fillRect b="0" l="-67" r="-67" t="0"/>
            </a:stretch>
          </a:blipFill>
          <a:ln>
            <a:noFill/>
          </a:ln>
        </p:spPr>
      </p:sp>
      <p:sp>
        <p:nvSpPr>
          <p:cNvPr id="1146" name="Google Shape;1146;p52"/>
          <p:cNvSpPr/>
          <p:nvPr/>
        </p:nvSpPr>
        <p:spPr>
          <a:xfrm>
            <a:off x="7874084" y="705159"/>
            <a:ext cx="4396550" cy="4352639"/>
          </a:xfrm>
          <a:custGeom>
            <a:rect b="b" l="l" r="r" t="t"/>
            <a:pathLst>
              <a:path extrusionOk="0" h="5803519" w="5862066">
                <a:moveTo>
                  <a:pt x="0" y="0"/>
                </a:moveTo>
                <a:lnTo>
                  <a:pt x="5862066" y="0"/>
                </a:lnTo>
                <a:lnTo>
                  <a:pt x="5862066" y="5803519"/>
                </a:lnTo>
                <a:lnTo>
                  <a:pt x="0" y="5803519"/>
                </a:lnTo>
                <a:lnTo>
                  <a:pt x="0" y="0"/>
                </a:lnTo>
                <a:close/>
              </a:path>
            </a:pathLst>
          </a:custGeom>
          <a:blipFill rotWithShape="1">
            <a:blip r:embed="rId5">
              <a:alphaModFix/>
            </a:blip>
            <a:stretch>
              <a:fillRect b="-6" l="0" r="0" t="-6"/>
            </a:stretch>
          </a:blipFill>
          <a:ln>
            <a:noFill/>
          </a:ln>
        </p:spPr>
      </p:sp>
      <p:sp>
        <p:nvSpPr>
          <p:cNvPr id="1147" name="Google Shape;1147;p52"/>
          <p:cNvSpPr/>
          <p:nvPr/>
        </p:nvSpPr>
        <p:spPr>
          <a:xfrm>
            <a:off x="7874084" y="5229225"/>
            <a:ext cx="4396550" cy="4352639"/>
          </a:xfrm>
          <a:custGeom>
            <a:rect b="b" l="l" r="r" t="t"/>
            <a:pathLst>
              <a:path extrusionOk="0" h="5803519" w="5862066">
                <a:moveTo>
                  <a:pt x="0" y="0"/>
                </a:moveTo>
                <a:lnTo>
                  <a:pt x="5862066" y="0"/>
                </a:lnTo>
                <a:lnTo>
                  <a:pt x="5862066" y="5803519"/>
                </a:lnTo>
                <a:lnTo>
                  <a:pt x="0" y="5803519"/>
                </a:lnTo>
                <a:lnTo>
                  <a:pt x="0" y="0"/>
                </a:lnTo>
                <a:close/>
              </a:path>
            </a:pathLst>
          </a:custGeom>
          <a:blipFill rotWithShape="1">
            <a:blip r:embed="rId5">
              <a:alphaModFix/>
            </a:blip>
            <a:stretch>
              <a:fillRect b="-6" l="0" r="0" t="-6"/>
            </a:stretch>
          </a:blipFill>
          <a:ln>
            <a:noFill/>
          </a:ln>
        </p:spPr>
      </p:sp>
      <p:sp>
        <p:nvSpPr>
          <p:cNvPr id="1148" name="Google Shape;1148;p52"/>
          <p:cNvSpPr/>
          <p:nvPr/>
        </p:nvSpPr>
        <p:spPr>
          <a:xfrm>
            <a:off x="12881211" y="705159"/>
            <a:ext cx="4396550" cy="4352639"/>
          </a:xfrm>
          <a:custGeom>
            <a:rect b="b" l="l" r="r" t="t"/>
            <a:pathLst>
              <a:path extrusionOk="0" h="5803519" w="5862066">
                <a:moveTo>
                  <a:pt x="0" y="0"/>
                </a:moveTo>
                <a:lnTo>
                  <a:pt x="5862066" y="0"/>
                </a:lnTo>
                <a:lnTo>
                  <a:pt x="5862066" y="5803519"/>
                </a:lnTo>
                <a:lnTo>
                  <a:pt x="0" y="5803519"/>
                </a:lnTo>
                <a:lnTo>
                  <a:pt x="0" y="0"/>
                </a:lnTo>
                <a:close/>
              </a:path>
            </a:pathLst>
          </a:custGeom>
          <a:blipFill rotWithShape="1">
            <a:blip r:embed="rId5">
              <a:alphaModFix/>
            </a:blip>
            <a:stretch>
              <a:fillRect b="-6" l="0" r="0" t="-6"/>
            </a:stretch>
          </a:blipFill>
          <a:ln>
            <a:noFill/>
          </a:ln>
        </p:spPr>
      </p:sp>
      <p:sp>
        <p:nvSpPr>
          <p:cNvPr id="1149" name="Google Shape;1149;p52"/>
          <p:cNvSpPr/>
          <p:nvPr/>
        </p:nvSpPr>
        <p:spPr>
          <a:xfrm>
            <a:off x="12881211" y="5229225"/>
            <a:ext cx="4396550" cy="4352639"/>
          </a:xfrm>
          <a:custGeom>
            <a:rect b="b" l="l" r="r" t="t"/>
            <a:pathLst>
              <a:path extrusionOk="0" h="5803519" w="5862066">
                <a:moveTo>
                  <a:pt x="0" y="0"/>
                </a:moveTo>
                <a:lnTo>
                  <a:pt x="5862066" y="0"/>
                </a:lnTo>
                <a:lnTo>
                  <a:pt x="5862066" y="5803519"/>
                </a:lnTo>
                <a:lnTo>
                  <a:pt x="0" y="5803519"/>
                </a:lnTo>
                <a:lnTo>
                  <a:pt x="0" y="0"/>
                </a:lnTo>
                <a:close/>
              </a:path>
            </a:pathLst>
          </a:custGeom>
          <a:blipFill rotWithShape="1">
            <a:blip r:embed="rId5">
              <a:alphaModFix/>
            </a:blip>
            <a:stretch>
              <a:fillRect b="-6" l="0" r="0" t="-6"/>
            </a:stretch>
          </a:blipFill>
          <a:ln>
            <a:noFill/>
          </a:ln>
        </p:spPr>
      </p:sp>
      <p:sp>
        <p:nvSpPr>
          <p:cNvPr id="1150" name="Google Shape;1150;p52"/>
          <p:cNvSpPr/>
          <p:nvPr/>
        </p:nvSpPr>
        <p:spPr>
          <a:xfrm>
            <a:off x="8728320" y="1491120"/>
            <a:ext cx="2688145" cy="645128"/>
          </a:xfrm>
          <a:custGeom>
            <a:rect b="b" l="l" r="r" t="t"/>
            <a:pathLst>
              <a:path extrusionOk="0" h="860171" w="3584194">
                <a:moveTo>
                  <a:pt x="0" y="0"/>
                </a:moveTo>
                <a:lnTo>
                  <a:pt x="3584194" y="0"/>
                </a:lnTo>
                <a:lnTo>
                  <a:pt x="3584194" y="860171"/>
                </a:lnTo>
                <a:lnTo>
                  <a:pt x="0" y="860171"/>
                </a:lnTo>
                <a:lnTo>
                  <a:pt x="0" y="0"/>
                </a:lnTo>
                <a:close/>
              </a:path>
            </a:pathLst>
          </a:custGeom>
          <a:blipFill rotWithShape="1">
            <a:blip r:embed="rId4">
              <a:alphaModFix/>
            </a:blip>
            <a:stretch>
              <a:fillRect b="-1" l="-67" r="-66" t="0"/>
            </a:stretch>
          </a:blipFill>
          <a:ln>
            <a:noFill/>
          </a:ln>
        </p:spPr>
      </p:sp>
      <p:sp>
        <p:nvSpPr>
          <p:cNvPr id="1151" name="Google Shape;1151;p52"/>
          <p:cNvSpPr/>
          <p:nvPr/>
        </p:nvSpPr>
        <p:spPr>
          <a:xfrm>
            <a:off x="13735447" y="1491120"/>
            <a:ext cx="2688145" cy="645128"/>
          </a:xfrm>
          <a:custGeom>
            <a:rect b="b" l="l" r="r" t="t"/>
            <a:pathLst>
              <a:path extrusionOk="0" h="860171" w="3584194">
                <a:moveTo>
                  <a:pt x="0" y="0"/>
                </a:moveTo>
                <a:lnTo>
                  <a:pt x="3584194" y="0"/>
                </a:lnTo>
                <a:lnTo>
                  <a:pt x="3584194" y="860171"/>
                </a:lnTo>
                <a:lnTo>
                  <a:pt x="0" y="860171"/>
                </a:lnTo>
                <a:lnTo>
                  <a:pt x="0" y="0"/>
                </a:lnTo>
                <a:close/>
              </a:path>
            </a:pathLst>
          </a:custGeom>
          <a:blipFill rotWithShape="1">
            <a:blip r:embed="rId4">
              <a:alphaModFix/>
            </a:blip>
            <a:stretch>
              <a:fillRect b="-1" l="-67" r="-66" t="0"/>
            </a:stretch>
          </a:blipFill>
          <a:ln>
            <a:noFill/>
          </a:ln>
        </p:spPr>
      </p:sp>
      <p:sp>
        <p:nvSpPr>
          <p:cNvPr id="1152" name="Google Shape;1152;p52"/>
          <p:cNvSpPr/>
          <p:nvPr/>
        </p:nvSpPr>
        <p:spPr>
          <a:xfrm>
            <a:off x="8728320" y="5999464"/>
            <a:ext cx="2688145" cy="645128"/>
          </a:xfrm>
          <a:custGeom>
            <a:rect b="b" l="l" r="r" t="t"/>
            <a:pathLst>
              <a:path extrusionOk="0" h="860171" w="3584194">
                <a:moveTo>
                  <a:pt x="0" y="0"/>
                </a:moveTo>
                <a:lnTo>
                  <a:pt x="3584194" y="0"/>
                </a:lnTo>
                <a:lnTo>
                  <a:pt x="3584194" y="860171"/>
                </a:lnTo>
                <a:lnTo>
                  <a:pt x="0" y="860171"/>
                </a:lnTo>
                <a:lnTo>
                  <a:pt x="0" y="0"/>
                </a:lnTo>
                <a:close/>
              </a:path>
            </a:pathLst>
          </a:custGeom>
          <a:blipFill rotWithShape="1">
            <a:blip r:embed="rId4">
              <a:alphaModFix/>
            </a:blip>
            <a:stretch>
              <a:fillRect b="-1" l="-67" r="-66" t="0"/>
            </a:stretch>
          </a:blipFill>
          <a:ln>
            <a:noFill/>
          </a:ln>
        </p:spPr>
      </p:sp>
      <p:sp>
        <p:nvSpPr>
          <p:cNvPr id="1153" name="Google Shape;1153;p52"/>
          <p:cNvSpPr/>
          <p:nvPr/>
        </p:nvSpPr>
        <p:spPr>
          <a:xfrm>
            <a:off x="13812891" y="5999464"/>
            <a:ext cx="2688145" cy="645128"/>
          </a:xfrm>
          <a:custGeom>
            <a:rect b="b" l="l" r="r" t="t"/>
            <a:pathLst>
              <a:path extrusionOk="0" h="860171" w="3584194">
                <a:moveTo>
                  <a:pt x="0" y="0"/>
                </a:moveTo>
                <a:lnTo>
                  <a:pt x="3584194" y="0"/>
                </a:lnTo>
                <a:lnTo>
                  <a:pt x="3584194" y="860171"/>
                </a:lnTo>
                <a:lnTo>
                  <a:pt x="0" y="860171"/>
                </a:lnTo>
                <a:lnTo>
                  <a:pt x="0" y="0"/>
                </a:lnTo>
                <a:close/>
              </a:path>
            </a:pathLst>
          </a:custGeom>
          <a:blipFill rotWithShape="1">
            <a:blip r:embed="rId4">
              <a:alphaModFix/>
            </a:blip>
            <a:stretch>
              <a:fillRect b="-1" l="-67" r="-66" t="0"/>
            </a:stretch>
          </a:blipFill>
          <a:ln>
            <a:noFill/>
          </a:ln>
        </p:spPr>
      </p:sp>
      <p:sp>
        <p:nvSpPr>
          <p:cNvPr id="1154" name="Google Shape;1154;p52"/>
          <p:cNvSpPr txBox="1"/>
          <p:nvPr/>
        </p:nvSpPr>
        <p:spPr>
          <a:xfrm>
            <a:off x="8728320" y="1371319"/>
            <a:ext cx="2688110" cy="698475"/>
          </a:xfrm>
          <a:prstGeom prst="rect">
            <a:avLst/>
          </a:prstGeom>
          <a:noFill/>
          <a:ln>
            <a:noFill/>
          </a:ln>
        </p:spPr>
        <p:txBody>
          <a:bodyPr anchorCtr="0" anchor="t" bIns="0" lIns="0" spcFirstLastPara="1" rIns="0" wrap="square" tIns="0">
            <a:spAutoFit/>
          </a:bodyPr>
          <a:lstStyle/>
          <a:p>
            <a:pPr indent="0" lvl="0" marL="0" marR="0" rtl="0" algn="ctr">
              <a:lnSpc>
                <a:spcPct val="168093"/>
              </a:lnSpc>
              <a:spcBef>
                <a:spcPts val="0"/>
              </a:spcBef>
              <a:spcAft>
                <a:spcPts val="0"/>
              </a:spcAft>
              <a:buNone/>
            </a:pPr>
            <a:r>
              <a:rPr b="0" i="0" lang="en-US" sz="2874" u="none" cap="none" strike="noStrike">
                <a:solidFill>
                  <a:srgbClr val="2B2B2B"/>
                </a:solidFill>
                <a:latin typeface="Arial"/>
                <a:ea typeface="Arial"/>
                <a:cs typeface="Arial"/>
                <a:sym typeface="Arial"/>
              </a:rPr>
              <a:t>SWITCH</a:t>
            </a:r>
            <a:endParaRPr/>
          </a:p>
        </p:txBody>
      </p:sp>
      <p:sp>
        <p:nvSpPr>
          <p:cNvPr id="1155" name="Google Shape;1155;p52"/>
          <p:cNvSpPr txBox="1"/>
          <p:nvPr/>
        </p:nvSpPr>
        <p:spPr>
          <a:xfrm>
            <a:off x="8390597" y="2146975"/>
            <a:ext cx="3501123" cy="2085861"/>
          </a:xfrm>
          <a:prstGeom prst="rect">
            <a:avLst/>
          </a:prstGeom>
          <a:noFill/>
          <a:ln>
            <a:noFill/>
          </a:ln>
        </p:spPr>
        <p:txBody>
          <a:bodyPr anchorCtr="0" anchor="t" bIns="0" lIns="0" spcFirstLastPara="1" rIns="0" wrap="square" tIns="0">
            <a:spAutoFit/>
          </a:bodyPr>
          <a:lstStyle/>
          <a:p>
            <a:pPr indent="-152587" lvl="2" marL="457765" marR="0" rtl="0" algn="ctr">
              <a:lnSpc>
                <a:spcPct val="180019"/>
              </a:lnSpc>
              <a:spcBef>
                <a:spcPts val="0"/>
              </a:spcBef>
              <a:spcAft>
                <a:spcPts val="0"/>
              </a:spcAft>
              <a:buClr>
                <a:srgbClr val="2B2B2B"/>
              </a:buClr>
              <a:buSzPts val="2002"/>
              <a:buFont typeface="Arial"/>
              <a:buChar char="⚬"/>
            </a:pPr>
            <a:r>
              <a:rPr b="0" i="0" lang="en-US" sz="2002" u="none" cap="none" strike="noStrike">
                <a:solidFill>
                  <a:srgbClr val="2B2B2B"/>
                </a:solidFill>
                <a:latin typeface="Arial"/>
                <a:ea typeface="Arial"/>
                <a:cs typeface="Arial"/>
                <a:sym typeface="Arial"/>
              </a:rPr>
              <a:t>Envía datos solo al destino.</a:t>
            </a:r>
            <a:endParaRPr/>
          </a:p>
          <a:p>
            <a:pPr indent="-152587" lvl="2" marL="457765" marR="0" rtl="0" algn="ctr">
              <a:lnSpc>
                <a:spcPct val="180019"/>
              </a:lnSpc>
              <a:spcBef>
                <a:spcPts val="0"/>
              </a:spcBef>
              <a:spcAft>
                <a:spcPts val="0"/>
              </a:spcAft>
              <a:buClr>
                <a:srgbClr val="2B2B2B"/>
              </a:buClr>
              <a:buSzPts val="2002"/>
              <a:buFont typeface="Arial"/>
              <a:buChar char="⚬"/>
            </a:pPr>
            <a:r>
              <a:rPr b="0" i="0" lang="en-US" sz="2002" u="none" cap="none" strike="noStrike">
                <a:solidFill>
                  <a:srgbClr val="2B2B2B"/>
                </a:solidFill>
                <a:latin typeface="Arial"/>
                <a:ea typeface="Arial"/>
                <a:cs typeface="Arial"/>
                <a:sym typeface="Arial"/>
              </a:rPr>
              <a:t>Aprende direcciones MAC.</a:t>
            </a:r>
            <a:endParaRPr/>
          </a:p>
          <a:p>
            <a:pPr indent="-152587" lvl="2" marL="457765" marR="0" rtl="0" algn="ctr">
              <a:lnSpc>
                <a:spcPct val="180019"/>
              </a:lnSpc>
              <a:spcBef>
                <a:spcPts val="0"/>
              </a:spcBef>
              <a:spcAft>
                <a:spcPts val="0"/>
              </a:spcAft>
              <a:buClr>
                <a:srgbClr val="2B2B2B"/>
              </a:buClr>
              <a:buSzPts val="2002"/>
              <a:buFont typeface="Arial"/>
              <a:buChar char="⚬"/>
            </a:pPr>
            <a:r>
              <a:rPr b="0" i="0" lang="en-US" sz="2002" u="none" cap="none" strike="noStrike">
                <a:solidFill>
                  <a:srgbClr val="2B2B2B"/>
                </a:solidFill>
                <a:latin typeface="Arial"/>
                <a:ea typeface="Arial"/>
                <a:cs typeface="Arial"/>
                <a:sym typeface="Arial"/>
              </a:rPr>
              <a:t>Reduce colisiones y mejora eficiencia.</a:t>
            </a:r>
            <a:endParaRPr/>
          </a:p>
          <a:p>
            <a:pPr indent="-106704" lvl="2" marL="320116" marR="0" rtl="0" algn="ctr">
              <a:lnSpc>
                <a:spcPct val="125874"/>
              </a:lnSpc>
              <a:spcBef>
                <a:spcPts val="0"/>
              </a:spcBef>
              <a:spcAft>
                <a:spcPts val="0"/>
              </a:spcAft>
              <a:buNone/>
            </a:pPr>
            <a:r>
              <a:t/>
            </a:r>
            <a:endParaRPr b="0" i="0" sz="2002" u="none" cap="none" strike="noStrike">
              <a:solidFill>
                <a:srgbClr val="2B2B2B"/>
              </a:solidFill>
              <a:latin typeface="Arial"/>
              <a:ea typeface="Arial"/>
              <a:cs typeface="Arial"/>
              <a:sym typeface="Arial"/>
            </a:endParaRPr>
          </a:p>
        </p:txBody>
      </p:sp>
      <p:sp>
        <p:nvSpPr>
          <p:cNvPr id="1156" name="Google Shape;1156;p52"/>
          <p:cNvSpPr txBox="1"/>
          <p:nvPr/>
        </p:nvSpPr>
        <p:spPr>
          <a:xfrm>
            <a:off x="8728320" y="5531649"/>
            <a:ext cx="2688110" cy="1203300"/>
          </a:xfrm>
          <a:prstGeom prst="rect">
            <a:avLst/>
          </a:prstGeom>
          <a:noFill/>
          <a:ln>
            <a:noFill/>
          </a:ln>
        </p:spPr>
        <p:txBody>
          <a:bodyPr anchorCtr="0" anchor="t" bIns="0" lIns="0" spcFirstLastPara="1" rIns="0" wrap="square" tIns="0">
            <a:spAutoFit/>
          </a:bodyPr>
          <a:lstStyle/>
          <a:p>
            <a:pPr indent="0" lvl="0" marL="0" marR="0" rtl="0" algn="ctr">
              <a:lnSpc>
                <a:spcPct val="168093"/>
              </a:lnSpc>
              <a:spcBef>
                <a:spcPts val="0"/>
              </a:spcBef>
              <a:spcAft>
                <a:spcPts val="0"/>
              </a:spcAft>
              <a:buNone/>
            </a:pPr>
            <a:r>
              <a:rPr b="0" i="0" lang="en-US" sz="2874" u="none" cap="none" strike="noStrike">
                <a:solidFill>
                  <a:srgbClr val="2B2B2B"/>
                </a:solidFill>
                <a:latin typeface="Arial"/>
                <a:ea typeface="Arial"/>
                <a:cs typeface="Arial"/>
                <a:sym typeface="Arial"/>
              </a:rPr>
              <a:t>TIPOS DE TRÁFICO</a:t>
            </a:r>
            <a:endParaRPr/>
          </a:p>
        </p:txBody>
      </p:sp>
      <p:sp>
        <p:nvSpPr>
          <p:cNvPr id="1157" name="Google Shape;1157;p52"/>
          <p:cNvSpPr txBox="1"/>
          <p:nvPr/>
        </p:nvSpPr>
        <p:spPr>
          <a:xfrm>
            <a:off x="8466297" y="6668275"/>
            <a:ext cx="3212156" cy="1704861"/>
          </a:xfrm>
          <a:prstGeom prst="rect">
            <a:avLst/>
          </a:prstGeom>
          <a:noFill/>
          <a:ln>
            <a:noFill/>
          </a:ln>
        </p:spPr>
        <p:txBody>
          <a:bodyPr anchorCtr="0" anchor="t" bIns="0" lIns="0" spcFirstLastPara="1" rIns="0" wrap="square" tIns="0">
            <a:spAutoFit/>
          </a:bodyPr>
          <a:lstStyle/>
          <a:p>
            <a:pPr indent="-152587" lvl="2" marL="457765" marR="0" rtl="0" algn="ctr">
              <a:lnSpc>
                <a:spcPct val="180019"/>
              </a:lnSpc>
              <a:spcBef>
                <a:spcPts val="0"/>
              </a:spcBef>
              <a:spcAft>
                <a:spcPts val="0"/>
              </a:spcAft>
              <a:buClr>
                <a:srgbClr val="2B2B2B"/>
              </a:buClr>
              <a:buSzPts val="2002"/>
              <a:buFont typeface="Arial"/>
              <a:buChar char="⚬"/>
            </a:pPr>
            <a:r>
              <a:rPr b="0" i="0" lang="en-US" sz="2002" u="none" cap="none" strike="noStrike">
                <a:solidFill>
                  <a:srgbClr val="2B2B2B"/>
                </a:solidFill>
                <a:latin typeface="Arial"/>
                <a:ea typeface="Arial"/>
                <a:cs typeface="Arial"/>
                <a:sym typeface="Arial"/>
              </a:rPr>
              <a:t>Unicast: Uno a uno.</a:t>
            </a:r>
            <a:endParaRPr/>
          </a:p>
          <a:p>
            <a:pPr indent="-152587" lvl="2" marL="457765" marR="0" rtl="0" algn="ctr">
              <a:lnSpc>
                <a:spcPct val="180019"/>
              </a:lnSpc>
              <a:spcBef>
                <a:spcPts val="0"/>
              </a:spcBef>
              <a:spcAft>
                <a:spcPts val="0"/>
              </a:spcAft>
              <a:buClr>
                <a:srgbClr val="2B2B2B"/>
              </a:buClr>
              <a:buSzPts val="2002"/>
              <a:buFont typeface="Arial"/>
              <a:buChar char="⚬"/>
            </a:pPr>
            <a:r>
              <a:rPr b="0" i="0" lang="en-US" sz="2002" u="none" cap="none" strike="noStrike">
                <a:solidFill>
                  <a:srgbClr val="2B2B2B"/>
                </a:solidFill>
                <a:latin typeface="Arial"/>
                <a:ea typeface="Arial"/>
                <a:cs typeface="Arial"/>
                <a:sym typeface="Arial"/>
              </a:rPr>
              <a:t>Multicast: Uno a varios.</a:t>
            </a:r>
            <a:endParaRPr/>
          </a:p>
          <a:p>
            <a:pPr indent="-152587" lvl="2" marL="457765" marR="0" rtl="0" algn="ctr">
              <a:lnSpc>
                <a:spcPct val="180019"/>
              </a:lnSpc>
              <a:spcBef>
                <a:spcPts val="0"/>
              </a:spcBef>
              <a:spcAft>
                <a:spcPts val="0"/>
              </a:spcAft>
              <a:buClr>
                <a:srgbClr val="2B2B2B"/>
              </a:buClr>
              <a:buSzPts val="2002"/>
              <a:buFont typeface="Arial"/>
              <a:buChar char="⚬"/>
            </a:pPr>
            <a:r>
              <a:rPr b="0" i="0" lang="en-US" sz="2002" u="none" cap="none" strike="noStrike">
                <a:solidFill>
                  <a:srgbClr val="2B2B2B"/>
                </a:solidFill>
                <a:latin typeface="Arial"/>
                <a:ea typeface="Arial"/>
                <a:cs typeface="Arial"/>
                <a:sym typeface="Arial"/>
              </a:rPr>
              <a:t>Broadcast: Uno a todos.</a:t>
            </a:r>
            <a:endParaRPr/>
          </a:p>
          <a:p>
            <a:pPr indent="-106704" lvl="2" marL="320116" marR="0" rtl="0" algn="ctr">
              <a:lnSpc>
                <a:spcPct val="125874"/>
              </a:lnSpc>
              <a:spcBef>
                <a:spcPts val="0"/>
              </a:spcBef>
              <a:spcAft>
                <a:spcPts val="0"/>
              </a:spcAft>
              <a:buNone/>
            </a:pPr>
            <a:r>
              <a:t/>
            </a:r>
            <a:endParaRPr b="0" i="0" sz="2002" u="none" cap="none" strike="noStrike">
              <a:solidFill>
                <a:srgbClr val="2B2B2B"/>
              </a:solidFill>
              <a:latin typeface="Arial"/>
              <a:ea typeface="Arial"/>
              <a:cs typeface="Arial"/>
              <a:sym typeface="Arial"/>
            </a:endParaRPr>
          </a:p>
        </p:txBody>
      </p:sp>
      <p:sp>
        <p:nvSpPr>
          <p:cNvPr id="1158" name="Google Shape;1158;p52"/>
          <p:cNvSpPr txBox="1"/>
          <p:nvPr/>
        </p:nvSpPr>
        <p:spPr>
          <a:xfrm>
            <a:off x="13395981" y="1371319"/>
            <a:ext cx="3367043" cy="698475"/>
          </a:xfrm>
          <a:prstGeom prst="rect">
            <a:avLst/>
          </a:prstGeom>
          <a:noFill/>
          <a:ln>
            <a:noFill/>
          </a:ln>
        </p:spPr>
        <p:txBody>
          <a:bodyPr anchorCtr="0" anchor="t" bIns="0" lIns="0" spcFirstLastPara="1" rIns="0" wrap="square" tIns="0">
            <a:spAutoFit/>
          </a:bodyPr>
          <a:lstStyle/>
          <a:p>
            <a:pPr indent="0" lvl="0" marL="0" marR="0" rtl="0" algn="ctr">
              <a:lnSpc>
                <a:spcPct val="168093"/>
              </a:lnSpc>
              <a:spcBef>
                <a:spcPts val="0"/>
              </a:spcBef>
              <a:spcAft>
                <a:spcPts val="0"/>
              </a:spcAft>
              <a:buNone/>
            </a:pPr>
            <a:r>
              <a:rPr b="0" i="0" lang="en-US" sz="2874" u="none" cap="none" strike="noStrike">
                <a:solidFill>
                  <a:srgbClr val="2B2B2B"/>
                </a:solidFill>
                <a:latin typeface="Arial"/>
                <a:ea typeface="Arial"/>
                <a:cs typeface="Arial"/>
                <a:sym typeface="Arial"/>
              </a:rPr>
              <a:t>DIRECCIÓN MAC</a:t>
            </a:r>
            <a:endParaRPr/>
          </a:p>
        </p:txBody>
      </p:sp>
      <p:sp>
        <p:nvSpPr>
          <p:cNvPr id="1159" name="Google Shape;1159;p52"/>
          <p:cNvSpPr txBox="1"/>
          <p:nvPr/>
        </p:nvSpPr>
        <p:spPr>
          <a:xfrm>
            <a:off x="12938836" y="2086808"/>
            <a:ext cx="4281334" cy="1704861"/>
          </a:xfrm>
          <a:prstGeom prst="rect">
            <a:avLst/>
          </a:prstGeom>
          <a:noFill/>
          <a:ln>
            <a:noFill/>
          </a:ln>
        </p:spPr>
        <p:txBody>
          <a:bodyPr anchorCtr="0" anchor="t" bIns="0" lIns="0" spcFirstLastPara="1" rIns="0" wrap="square" tIns="0">
            <a:spAutoFit/>
          </a:bodyPr>
          <a:lstStyle/>
          <a:p>
            <a:pPr indent="-152587" lvl="2" marL="457765" marR="0" rtl="0" algn="ctr">
              <a:lnSpc>
                <a:spcPct val="180019"/>
              </a:lnSpc>
              <a:spcBef>
                <a:spcPts val="0"/>
              </a:spcBef>
              <a:spcAft>
                <a:spcPts val="0"/>
              </a:spcAft>
              <a:buClr>
                <a:srgbClr val="2B2B2B"/>
              </a:buClr>
              <a:buSzPts val="2002"/>
              <a:buFont typeface="Arial"/>
              <a:buChar char="⚬"/>
            </a:pPr>
            <a:r>
              <a:rPr b="0" i="0" lang="en-US" sz="2002" u="none" cap="none" strike="noStrike">
                <a:solidFill>
                  <a:srgbClr val="2B2B2B"/>
                </a:solidFill>
                <a:latin typeface="Arial"/>
                <a:ea typeface="Arial"/>
                <a:cs typeface="Arial"/>
                <a:sym typeface="Arial"/>
              </a:rPr>
              <a:t>Es el “DPI” del dispositivo en la red.</a:t>
            </a:r>
            <a:endParaRPr/>
          </a:p>
          <a:p>
            <a:pPr indent="-152587" lvl="2" marL="457765" marR="0" rtl="0" algn="ctr">
              <a:lnSpc>
                <a:spcPct val="180019"/>
              </a:lnSpc>
              <a:spcBef>
                <a:spcPts val="0"/>
              </a:spcBef>
              <a:spcAft>
                <a:spcPts val="0"/>
              </a:spcAft>
              <a:buClr>
                <a:srgbClr val="2B2B2B"/>
              </a:buClr>
              <a:buSzPts val="2002"/>
              <a:buFont typeface="Arial"/>
              <a:buChar char="⚬"/>
            </a:pPr>
            <a:r>
              <a:rPr b="0" i="0" lang="en-US" sz="2002" u="none" cap="none" strike="noStrike">
                <a:solidFill>
                  <a:srgbClr val="2B2B2B"/>
                </a:solidFill>
                <a:latin typeface="Arial"/>
                <a:ea typeface="Arial"/>
                <a:cs typeface="Arial"/>
                <a:sym typeface="Arial"/>
              </a:rPr>
              <a:t>Es única, fija y funciona solo en redes locales (LAN).</a:t>
            </a:r>
            <a:endParaRPr/>
          </a:p>
          <a:p>
            <a:pPr indent="-106704" lvl="2" marL="320116" marR="0" rtl="0" algn="ctr">
              <a:lnSpc>
                <a:spcPct val="125874"/>
              </a:lnSpc>
              <a:spcBef>
                <a:spcPts val="0"/>
              </a:spcBef>
              <a:spcAft>
                <a:spcPts val="0"/>
              </a:spcAft>
              <a:buNone/>
            </a:pPr>
            <a:r>
              <a:t/>
            </a:r>
            <a:endParaRPr b="0" i="0" sz="2002" u="none" cap="none" strike="noStrike">
              <a:solidFill>
                <a:srgbClr val="2B2B2B"/>
              </a:solidFill>
              <a:latin typeface="Arial"/>
              <a:ea typeface="Arial"/>
              <a:cs typeface="Arial"/>
              <a:sym typeface="Arial"/>
            </a:endParaRPr>
          </a:p>
        </p:txBody>
      </p:sp>
      <p:sp>
        <p:nvSpPr>
          <p:cNvPr id="1160" name="Google Shape;1160;p52"/>
          <p:cNvSpPr txBox="1"/>
          <p:nvPr/>
        </p:nvSpPr>
        <p:spPr>
          <a:xfrm>
            <a:off x="13990047" y="5869935"/>
            <a:ext cx="2178911" cy="698475"/>
          </a:xfrm>
          <a:prstGeom prst="rect">
            <a:avLst/>
          </a:prstGeom>
          <a:noFill/>
          <a:ln>
            <a:noFill/>
          </a:ln>
        </p:spPr>
        <p:txBody>
          <a:bodyPr anchorCtr="0" anchor="t" bIns="0" lIns="0" spcFirstLastPara="1" rIns="0" wrap="square" tIns="0">
            <a:spAutoFit/>
          </a:bodyPr>
          <a:lstStyle/>
          <a:p>
            <a:pPr indent="0" lvl="0" marL="0" marR="0" rtl="0" algn="ctr">
              <a:lnSpc>
                <a:spcPct val="168093"/>
              </a:lnSpc>
              <a:spcBef>
                <a:spcPts val="0"/>
              </a:spcBef>
              <a:spcAft>
                <a:spcPts val="0"/>
              </a:spcAft>
              <a:buNone/>
            </a:pPr>
            <a:r>
              <a:rPr b="0" i="0" lang="en-US" sz="2874" u="none" cap="none" strike="noStrike">
                <a:solidFill>
                  <a:srgbClr val="2B2B2B"/>
                </a:solidFill>
                <a:latin typeface="Arial"/>
                <a:ea typeface="Arial"/>
                <a:cs typeface="Arial"/>
                <a:sym typeface="Arial"/>
              </a:rPr>
              <a:t>ARP</a:t>
            </a:r>
            <a:endParaRPr/>
          </a:p>
        </p:txBody>
      </p:sp>
      <p:sp>
        <p:nvSpPr>
          <p:cNvPr id="1161" name="Google Shape;1161;p52"/>
          <p:cNvSpPr txBox="1"/>
          <p:nvPr/>
        </p:nvSpPr>
        <p:spPr>
          <a:xfrm>
            <a:off x="13134551" y="6477775"/>
            <a:ext cx="4044789" cy="1704861"/>
          </a:xfrm>
          <a:prstGeom prst="rect">
            <a:avLst/>
          </a:prstGeom>
          <a:noFill/>
          <a:ln>
            <a:noFill/>
          </a:ln>
        </p:spPr>
        <p:txBody>
          <a:bodyPr anchorCtr="0" anchor="t" bIns="0" lIns="0" spcFirstLastPara="1" rIns="0" wrap="square" tIns="0">
            <a:spAutoFit/>
          </a:bodyPr>
          <a:lstStyle/>
          <a:p>
            <a:pPr indent="-152587" lvl="2" marL="457765" marR="0" rtl="0" algn="ctr">
              <a:lnSpc>
                <a:spcPct val="180019"/>
              </a:lnSpc>
              <a:spcBef>
                <a:spcPts val="0"/>
              </a:spcBef>
              <a:spcAft>
                <a:spcPts val="0"/>
              </a:spcAft>
              <a:buClr>
                <a:srgbClr val="2B2B2B"/>
              </a:buClr>
              <a:buSzPts val="2002"/>
              <a:buFont typeface="Arial"/>
              <a:buChar char="⚬"/>
            </a:pPr>
            <a:r>
              <a:rPr b="0" i="0" lang="en-US" sz="2002" u="none" cap="none" strike="noStrike">
                <a:solidFill>
                  <a:srgbClr val="2B2B2B"/>
                </a:solidFill>
                <a:latin typeface="Arial"/>
                <a:ea typeface="Arial"/>
                <a:cs typeface="Arial"/>
                <a:sym typeface="Arial"/>
              </a:rPr>
              <a:t>Traduce IP → MAC.</a:t>
            </a:r>
            <a:endParaRPr/>
          </a:p>
          <a:p>
            <a:pPr indent="-152587" lvl="2" marL="457765" marR="0" rtl="0" algn="ctr">
              <a:lnSpc>
                <a:spcPct val="180019"/>
              </a:lnSpc>
              <a:spcBef>
                <a:spcPts val="0"/>
              </a:spcBef>
              <a:spcAft>
                <a:spcPts val="0"/>
              </a:spcAft>
              <a:buClr>
                <a:srgbClr val="2B2B2B"/>
              </a:buClr>
              <a:buSzPts val="2002"/>
              <a:buFont typeface="Arial"/>
              <a:buChar char="⚬"/>
            </a:pPr>
            <a:r>
              <a:rPr b="0" i="0" lang="en-US" sz="2002" u="none" cap="none" strike="noStrike">
                <a:solidFill>
                  <a:srgbClr val="2B2B2B"/>
                </a:solidFill>
                <a:latin typeface="Arial"/>
                <a:ea typeface="Arial"/>
                <a:cs typeface="Arial"/>
                <a:sym typeface="Arial"/>
              </a:rPr>
              <a:t>Se guarda en la tabla ARP.</a:t>
            </a:r>
            <a:endParaRPr/>
          </a:p>
          <a:p>
            <a:pPr indent="-152587" lvl="2" marL="457765" marR="0" rtl="0" algn="ctr">
              <a:lnSpc>
                <a:spcPct val="180019"/>
              </a:lnSpc>
              <a:spcBef>
                <a:spcPts val="0"/>
              </a:spcBef>
              <a:spcAft>
                <a:spcPts val="0"/>
              </a:spcAft>
              <a:buClr>
                <a:srgbClr val="2B2B2B"/>
              </a:buClr>
              <a:buSzPts val="2002"/>
              <a:buFont typeface="Arial"/>
              <a:buChar char="⚬"/>
            </a:pPr>
            <a:r>
              <a:rPr b="0" i="0" lang="en-US" sz="2002" u="none" cap="none" strike="noStrike">
                <a:solidFill>
                  <a:srgbClr val="2B2B2B"/>
                </a:solidFill>
                <a:latin typeface="Arial"/>
                <a:ea typeface="Arial"/>
                <a:cs typeface="Arial"/>
                <a:sym typeface="Arial"/>
              </a:rPr>
              <a:t>Es necesario para enviar en LAN.</a:t>
            </a:r>
            <a:endParaRPr/>
          </a:p>
          <a:p>
            <a:pPr indent="-106704" lvl="2" marL="320116" marR="0" rtl="0" algn="ctr">
              <a:lnSpc>
                <a:spcPct val="125874"/>
              </a:lnSpc>
              <a:spcBef>
                <a:spcPts val="0"/>
              </a:spcBef>
              <a:spcAft>
                <a:spcPts val="0"/>
              </a:spcAft>
              <a:buNone/>
            </a:pPr>
            <a:r>
              <a:t/>
            </a:r>
            <a:endParaRPr b="0" i="0" sz="2002" u="none" cap="none" strike="noStrike">
              <a:solidFill>
                <a:srgbClr val="2B2B2B"/>
              </a:solidFill>
              <a:latin typeface="Arial"/>
              <a:ea typeface="Arial"/>
              <a:cs typeface="Arial"/>
              <a:sym typeface="Arial"/>
            </a:endParaRPr>
          </a:p>
        </p:txBody>
      </p:sp>
      <p:sp>
        <p:nvSpPr>
          <p:cNvPr id="1162" name="Google Shape;1162;p52"/>
          <p:cNvSpPr txBox="1"/>
          <p:nvPr/>
        </p:nvSpPr>
        <p:spPr>
          <a:xfrm>
            <a:off x="2316416" y="3085570"/>
            <a:ext cx="4415033" cy="1894480"/>
          </a:xfrm>
          <a:prstGeom prst="rect">
            <a:avLst/>
          </a:prstGeom>
          <a:noFill/>
          <a:ln>
            <a:noFill/>
          </a:ln>
        </p:spPr>
        <p:txBody>
          <a:bodyPr anchorCtr="0" anchor="t" bIns="0" lIns="0" spcFirstLastPara="1" rIns="0" wrap="square" tIns="0">
            <a:spAutoFit/>
          </a:bodyPr>
          <a:lstStyle/>
          <a:p>
            <a:pPr indent="0" lvl="0" marL="0" marR="0" rtl="0" algn="ctr">
              <a:lnSpc>
                <a:spcPct val="168020"/>
              </a:lnSpc>
              <a:spcBef>
                <a:spcPts val="0"/>
              </a:spcBef>
              <a:spcAft>
                <a:spcPts val="0"/>
              </a:spcAft>
              <a:buNone/>
            </a:pPr>
            <a:r>
              <a:rPr b="0" i="0" lang="en-US" sz="4531" u="none" cap="none" strike="noStrike">
                <a:solidFill>
                  <a:srgbClr val="2B2B2B"/>
                </a:solidFill>
                <a:latin typeface="Arial"/>
                <a:ea typeface="Arial"/>
                <a:cs typeface="Arial"/>
                <a:sym typeface="Arial"/>
              </a:rPr>
              <a:t>CONCEPTOS CLAVE</a:t>
            </a:r>
            <a:endParaRPr/>
          </a:p>
        </p:txBody>
      </p:sp>
      <p:sp>
        <p:nvSpPr>
          <p:cNvPr id="1163" name="Google Shape;1163;p52"/>
          <p:cNvSpPr txBox="1"/>
          <p:nvPr/>
        </p:nvSpPr>
        <p:spPr>
          <a:xfrm>
            <a:off x="2025785" y="4890753"/>
            <a:ext cx="4996295" cy="1108710"/>
          </a:xfrm>
          <a:prstGeom prst="rect">
            <a:avLst/>
          </a:prstGeom>
          <a:noFill/>
          <a:ln>
            <a:noFill/>
          </a:ln>
        </p:spPr>
        <p:txBody>
          <a:bodyPr anchorCtr="0" anchor="t" bIns="0" lIns="0" spcFirstLastPara="1" rIns="0" wrap="square" tIns="0">
            <a:spAutoFit/>
          </a:bodyPr>
          <a:lstStyle/>
          <a:p>
            <a:pPr indent="0" lvl="0" marL="0" marR="0" rtl="0" algn="ctr">
              <a:lnSpc>
                <a:spcPct val="179991"/>
              </a:lnSpc>
              <a:spcBef>
                <a:spcPts val="0"/>
              </a:spcBef>
              <a:spcAft>
                <a:spcPts val="0"/>
              </a:spcAft>
              <a:buNone/>
            </a:pPr>
            <a:r>
              <a:rPr b="0" i="0" lang="en-US" sz="2399" u="none" cap="none" strike="noStrike">
                <a:solidFill>
                  <a:srgbClr val="2B2B2B"/>
                </a:solidFill>
                <a:latin typeface="Arial"/>
                <a:ea typeface="Arial"/>
                <a:cs typeface="Arial"/>
                <a:sym typeface="Arial"/>
              </a:rPr>
              <a:t>A continuación se le presentan conceptos clave del contenido visto.</a:t>
            </a:r>
            <a:endParaRPr/>
          </a:p>
        </p:txBody>
      </p:sp>
      <p:sp>
        <p:nvSpPr>
          <p:cNvPr id="1164" name="Google Shape;1164;p52"/>
          <p:cNvSpPr/>
          <p:nvPr/>
        </p:nvSpPr>
        <p:spPr>
          <a:xfrm flipH="1" rot="-2045848">
            <a:off x="3845480" y="1237729"/>
            <a:ext cx="2214563" cy="1178052"/>
          </a:xfrm>
          <a:custGeom>
            <a:rect b="b" l="l" r="r" t="t"/>
            <a:pathLst>
              <a:path extrusionOk="0" h="1570736" w="2952750">
                <a:moveTo>
                  <a:pt x="2952750" y="0"/>
                </a:moveTo>
                <a:lnTo>
                  <a:pt x="0" y="0"/>
                </a:lnTo>
                <a:lnTo>
                  <a:pt x="0" y="1570736"/>
                </a:lnTo>
                <a:lnTo>
                  <a:pt x="2952750" y="1570736"/>
                </a:lnTo>
                <a:lnTo>
                  <a:pt x="2952750" y="0"/>
                </a:lnTo>
                <a:close/>
              </a:path>
            </a:pathLst>
          </a:custGeom>
          <a:blipFill rotWithShape="1">
            <a:blip r:embed="rId6">
              <a:alphaModFix/>
            </a:blip>
            <a:stretch>
              <a:fillRect b="-2" l="-17" r="-18" t="0"/>
            </a:stretch>
          </a:blipFill>
          <a:ln>
            <a:noFill/>
          </a:ln>
        </p:spPr>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C52F"/>
        </a:solidFill>
      </p:bgPr>
    </p:bg>
    <p:spTree>
      <p:nvGrpSpPr>
        <p:cNvPr id="1172" name="Shape 1172"/>
        <p:cNvGrpSpPr/>
        <p:nvPr/>
      </p:nvGrpSpPr>
      <p:grpSpPr>
        <a:xfrm>
          <a:off x="0" y="0"/>
          <a:ext cx="0" cy="0"/>
          <a:chOff x="0" y="0"/>
          <a:chExt cx="0" cy="0"/>
        </a:xfrm>
      </p:grpSpPr>
      <p:sp>
        <p:nvSpPr>
          <p:cNvPr id="1173" name="Google Shape;1173;p53"/>
          <p:cNvSpPr/>
          <p:nvPr/>
        </p:nvSpPr>
        <p:spPr>
          <a:xfrm rot="1351118">
            <a:off x="14935619" y="518074"/>
            <a:ext cx="3464052" cy="3810476"/>
          </a:xfrm>
          <a:custGeom>
            <a:rect b="b" l="l" r="r" t="t"/>
            <a:pathLst>
              <a:path extrusionOk="0" h="5080635" w="4618736">
                <a:moveTo>
                  <a:pt x="0" y="0"/>
                </a:moveTo>
                <a:lnTo>
                  <a:pt x="4618736" y="0"/>
                </a:lnTo>
                <a:lnTo>
                  <a:pt x="4618736" y="5080635"/>
                </a:lnTo>
                <a:lnTo>
                  <a:pt x="0" y="5080635"/>
                </a:lnTo>
                <a:lnTo>
                  <a:pt x="0" y="0"/>
                </a:lnTo>
                <a:close/>
              </a:path>
            </a:pathLst>
          </a:custGeom>
          <a:blipFill rotWithShape="1">
            <a:blip r:embed="rId3">
              <a:alphaModFix/>
            </a:blip>
            <a:stretch>
              <a:fillRect b="-27" l="0" r="0" t="-29"/>
            </a:stretch>
          </a:blipFill>
          <a:ln>
            <a:noFill/>
          </a:ln>
        </p:spPr>
      </p:sp>
      <p:sp>
        <p:nvSpPr>
          <p:cNvPr id="1174" name="Google Shape;1174;p53"/>
          <p:cNvSpPr/>
          <p:nvPr/>
        </p:nvSpPr>
        <p:spPr>
          <a:xfrm flipH="1" rot="-1235994">
            <a:off x="-128116" y="6250529"/>
            <a:ext cx="3673888" cy="3755803"/>
          </a:xfrm>
          <a:custGeom>
            <a:rect b="b" l="l" r="r" t="t"/>
            <a:pathLst>
              <a:path extrusionOk="0" h="5007737" w="4898517">
                <a:moveTo>
                  <a:pt x="4898517" y="0"/>
                </a:moveTo>
                <a:lnTo>
                  <a:pt x="0" y="0"/>
                </a:lnTo>
                <a:lnTo>
                  <a:pt x="0" y="5007737"/>
                </a:lnTo>
                <a:lnTo>
                  <a:pt x="4898517" y="5007737"/>
                </a:lnTo>
                <a:lnTo>
                  <a:pt x="4898517" y="0"/>
                </a:lnTo>
                <a:close/>
              </a:path>
            </a:pathLst>
          </a:custGeom>
          <a:blipFill rotWithShape="1">
            <a:blip r:embed="rId4">
              <a:alphaModFix/>
            </a:blip>
            <a:stretch>
              <a:fillRect b="-46" l="0" r="0" t="-45"/>
            </a:stretch>
          </a:blipFill>
          <a:ln>
            <a:noFill/>
          </a:ln>
        </p:spPr>
      </p:sp>
      <p:sp>
        <p:nvSpPr>
          <p:cNvPr id="1175" name="Google Shape;1175;p53"/>
          <p:cNvSpPr/>
          <p:nvPr/>
        </p:nvSpPr>
        <p:spPr>
          <a:xfrm>
            <a:off x="4408200" y="262375"/>
            <a:ext cx="9049036" cy="9771316"/>
          </a:xfrm>
          <a:custGeom>
            <a:rect b="b" l="l" r="r" t="t"/>
            <a:pathLst>
              <a:path extrusionOk="0" h="13028422" w="12065381">
                <a:moveTo>
                  <a:pt x="0" y="0"/>
                </a:moveTo>
                <a:lnTo>
                  <a:pt x="12065381" y="0"/>
                </a:lnTo>
                <a:lnTo>
                  <a:pt x="12065381" y="13028422"/>
                </a:lnTo>
                <a:lnTo>
                  <a:pt x="0" y="13028422"/>
                </a:lnTo>
                <a:lnTo>
                  <a:pt x="0" y="0"/>
                </a:lnTo>
                <a:close/>
              </a:path>
            </a:pathLst>
          </a:custGeom>
          <a:blipFill rotWithShape="1">
            <a:blip r:embed="rId5">
              <a:alphaModFix/>
            </a:blip>
            <a:stretch>
              <a:fillRect b="0" l="-3533" r="-3533" t="0"/>
            </a:stretch>
          </a:blipFill>
          <a:ln>
            <a:noFill/>
          </a:ln>
        </p:spPr>
      </p:sp>
      <p:sp>
        <p:nvSpPr>
          <p:cNvPr id="1176" name="Google Shape;1176;p53"/>
          <p:cNvSpPr/>
          <p:nvPr/>
        </p:nvSpPr>
        <p:spPr>
          <a:xfrm rot="-7097040">
            <a:off x="14685459" y="6947437"/>
            <a:ext cx="4222337" cy="5664136"/>
          </a:xfrm>
          <a:custGeom>
            <a:rect b="b" l="l" r="r" t="t"/>
            <a:pathLst>
              <a:path extrusionOk="0" h="7552182" w="5629783">
                <a:moveTo>
                  <a:pt x="0" y="0"/>
                </a:moveTo>
                <a:lnTo>
                  <a:pt x="5629783" y="0"/>
                </a:lnTo>
                <a:lnTo>
                  <a:pt x="5629783" y="7552182"/>
                </a:lnTo>
                <a:lnTo>
                  <a:pt x="0" y="7552182"/>
                </a:lnTo>
                <a:lnTo>
                  <a:pt x="0" y="0"/>
                </a:lnTo>
                <a:close/>
              </a:path>
            </a:pathLst>
          </a:custGeom>
          <a:blipFill rotWithShape="1">
            <a:blip r:embed="rId6">
              <a:alphaModFix/>
            </a:blip>
            <a:stretch>
              <a:fillRect b="0" l="-1217" r="-1217" t="0"/>
            </a:stretch>
          </a:blipFill>
          <a:ln>
            <a:noFill/>
          </a:ln>
        </p:spPr>
      </p:sp>
      <p:sp>
        <p:nvSpPr>
          <p:cNvPr id="1177" name="Google Shape;1177;p53"/>
          <p:cNvSpPr/>
          <p:nvPr/>
        </p:nvSpPr>
        <p:spPr>
          <a:xfrm>
            <a:off x="-224091" y="-890744"/>
            <a:ext cx="3751516" cy="3083052"/>
          </a:xfrm>
          <a:custGeom>
            <a:rect b="b" l="l" r="r" t="t"/>
            <a:pathLst>
              <a:path extrusionOk="0" h="4110736" w="5002022">
                <a:moveTo>
                  <a:pt x="0" y="0"/>
                </a:moveTo>
                <a:lnTo>
                  <a:pt x="5002022" y="0"/>
                </a:lnTo>
                <a:lnTo>
                  <a:pt x="5002022" y="4110736"/>
                </a:lnTo>
                <a:lnTo>
                  <a:pt x="0" y="4110736"/>
                </a:lnTo>
                <a:lnTo>
                  <a:pt x="0" y="0"/>
                </a:lnTo>
                <a:close/>
              </a:path>
            </a:pathLst>
          </a:custGeom>
          <a:blipFill rotWithShape="1">
            <a:blip r:embed="rId7">
              <a:alphaModFix/>
            </a:blip>
            <a:stretch>
              <a:fillRect b="0" l="-1" r="-2" t="0"/>
            </a:stretch>
          </a:blipFill>
          <a:ln>
            <a:noFill/>
          </a:ln>
        </p:spPr>
      </p:sp>
      <p:sp>
        <p:nvSpPr>
          <p:cNvPr id="1178" name="Google Shape;1178;p53"/>
          <p:cNvSpPr txBox="1"/>
          <p:nvPr/>
        </p:nvSpPr>
        <p:spPr>
          <a:xfrm>
            <a:off x="6732138" y="1487791"/>
            <a:ext cx="5109013" cy="1761685"/>
          </a:xfrm>
          <a:prstGeom prst="rect">
            <a:avLst/>
          </a:prstGeom>
          <a:noFill/>
          <a:ln>
            <a:noFill/>
          </a:ln>
        </p:spPr>
        <p:txBody>
          <a:bodyPr anchorCtr="0" anchor="t" bIns="0" lIns="0" spcFirstLastPara="1" rIns="0" wrap="square" tIns="0">
            <a:spAutoFit/>
          </a:bodyPr>
          <a:lstStyle/>
          <a:p>
            <a:pPr indent="0" lvl="0" marL="0" marR="0" rtl="0" algn="ctr">
              <a:lnSpc>
                <a:spcPct val="167999"/>
              </a:lnSpc>
              <a:spcBef>
                <a:spcPts val="0"/>
              </a:spcBef>
              <a:spcAft>
                <a:spcPts val="0"/>
              </a:spcAft>
              <a:buNone/>
            </a:pPr>
            <a:r>
              <a:rPr b="0" i="0" lang="en-US" sz="8131" u="none" cap="none" strike="noStrike">
                <a:solidFill>
                  <a:srgbClr val="272626"/>
                </a:solidFill>
                <a:latin typeface="Arial"/>
                <a:ea typeface="Arial"/>
                <a:cs typeface="Arial"/>
                <a:sym typeface="Arial"/>
              </a:rPr>
              <a:t>VALORES</a:t>
            </a:r>
            <a:endParaRPr/>
          </a:p>
        </p:txBody>
      </p:sp>
      <p:sp>
        <p:nvSpPr>
          <p:cNvPr id="1179" name="Google Shape;1179;p53"/>
          <p:cNvSpPr txBox="1"/>
          <p:nvPr/>
        </p:nvSpPr>
        <p:spPr>
          <a:xfrm>
            <a:off x="5378949" y="3392065"/>
            <a:ext cx="7107600" cy="5424300"/>
          </a:xfrm>
          <a:prstGeom prst="rect">
            <a:avLst/>
          </a:prstGeom>
          <a:noFill/>
          <a:ln>
            <a:noFill/>
          </a:ln>
        </p:spPr>
        <p:txBody>
          <a:bodyPr anchorCtr="0" anchor="t" bIns="0" lIns="0" spcFirstLastPara="1" rIns="0" wrap="square" tIns="0">
            <a:spAutoFit/>
          </a:bodyPr>
          <a:lstStyle/>
          <a:p>
            <a:pPr indent="-314588" lvl="2" marL="943768" marR="0" rtl="0" algn="ctr">
              <a:lnSpc>
                <a:spcPct val="180015"/>
              </a:lnSpc>
              <a:spcBef>
                <a:spcPts val="0"/>
              </a:spcBef>
              <a:spcAft>
                <a:spcPts val="0"/>
              </a:spcAft>
              <a:buClr>
                <a:srgbClr val="272626"/>
              </a:buClr>
              <a:buSzPts val="3978"/>
              <a:buFont typeface="Sniglet"/>
              <a:buAutoNum type="arabicPeriod"/>
            </a:pPr>
            <a:r>
              <a:rPr b="0" i="0" lang="en-US" sz="3978" u="none" cap="none" strike="noStrike">
                <a:solidFill>
                  <a:srgbClr val="272626"/>
                </a:solidFill>
                <a:latin typeface="Sniglet"/>
                <a:ea typeface="Sniglet"/>
                <a:cs typeface="Sniglet"/>
                <a:sym typeface="Sniglet"/>
              </a:rPr>
              <a:t>Disciplina, al seguir buenas prácticas en la gestión de dispositivos.</a:t>
            </a:r>
            <a:endParaRPr/>
          </a:p>
          <a:p>
            <a:pPr indent="-314588" lvl="2" marL="943768" marR="0" rtl="0" algn="ctr">
              <a:lnSpc>
                <a:spcPct val="180015"/>
              </a:lnSpc>
              <a:spcBef>
                <a:spcPts val="0"/>
              </a:spcBef>
              <a:spcAft>
                <a:spcPts val="0"/>
              </a:spcAft>
              <a:buClr>
                <a:srgbClr val="272626"/>
              </a:buClr>
              <a:buSzPts val="3978"/>
              <a:buFont typeface="Sniglet"/>
              <a:buAutoNum type="arabicPeriod"/>
            </a:pPr>
            <a:r>
              <a:rPr b="0" i="0" lang="en-US" sz="3978" u="none" cap="none" strike="noStrike">
                <a:solidFill>
                  <a:srgbClr val="272626"/>
                </a:solidFill>
                <a:latin typeface="Sniglet"/>
                <a:ea typeface="Sniglet"/>
                <a:cs typeface="Sniglet"/>
                <a:sym typeface="Sniglet"/>
              </a:rPr>
              <a:t>Responsabilidad, al administrar correctamente los puntos de acceso.</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CD46"/>
        </a:solidFill>
      </p:bgPr>
    </p:bg>
    <p:spTree>
      <p:nvGrpSpPr>
        <p:cNvPr id="1187" name="Shape 1187"/>
        <p:cNvGrpSpPr/>
        <p:nvPr/>
      </p:nvGrpSpPr>
      <p:grpSpPr>
        <a:xfrm>
          <a:off x="0" y="0"/>
          <a:ext cx="0" cy="0"/>
          <a:chOff x="0" y="0"/>
          <a:chExt cx="0" cy="0"/>
        </a:xfrm>
      </p:grpSpPr>
      <p:sp>
        <p:nvSpPr>
          <p:cNvPr id="1188" name="Google Shape;1188;p54"/>
          <p:cNvSpPr/>
          <p:nvPr/>
        </p:nvSpPr>
        <p:spPr>
          <a:xfrm rot="961347">
            <a:off x="12815285" y="3182557"/>
            <a:ext cx="2221706" cy="4114800"/>
          </a:xfrm>
          <a:custGeom>
            <a:rect b="b" l="l" r="r" t="t"/>
            <a:pathLst>
              <a:path extrusionOk="0" h="5486400" w="2962275">
                <a:moveTo>
                  <a:pt x="0" y="0"/>
                </a:moveTo>
                <a:lnTo>
                  <a:pt x="2962275" y="0"/>
                </a:lnTo>
                <a:lnTo>
                  <a:pt x="2962275" y="5486400"/>
                </a:lnTo>
                <a:lnTo>
                  <a:pt x="0" y="5486400"/>
                </a:lnTo>
                <a:lnTo>
                  <a:pt x="0" y="0"/>
                </a:lnTo>
                <a:close/>
              </a:path>
            </a:pathLst>
          </a:custGeom>
          <a:blipFill rotWithShape="1">
            <a:blip r:embed="rId3">
              <a:alphaModFix/>
            </a:blip>
            <a:stretch>
              <a:fillRect b="0" l="-76620" r="-76620" t="0"/>
            </a:stretch>
          </a:blipFill>
          <a:ln>
            <a:noFill/>
          </a:ln>
        </p:spPr>
      </p:sp>
      <p:sp>
        <p:nvSpPr>
          <p:cNvPr id="1189" name="Google Shape;1189;p54"/>
          <p:cNvSpPr/>
          <p:nvPr/>
        </p:nvSpPr>
        <p:spPr>
          <a:xfrm flipH="1" rot="-487845">
            <a:off x="3153475" y="3775670"/>
            <a:ext cx="7513416" cy="4931474"/>
          </a:xfrm>
          <a:custGeom>
            <a:rect b="b" l="l" r="r" t="t"/>
            <a:pathLst>
              <a:path extrusionOk="0" h="6575298" w="10017887">
                <a:moveTo>
                  <a:pt x="10017887" y="0"/>
                </a:moveTo>
                <a:lnTo>
                  <a:pt x="0" y="0"/>
                </a:lnTo>
                <a:lnTo>
                  <a:pt x="0" y="6575298"/>
                </a:lnTo>
                <a:lnTo>
                  <a:pt x="10017887" y="6575298"/>
                </a:lnTo>
                <a:lnTo>
                  <a:pt x="10017887" y="0"/>
                </a:lnTo>
                <a:close/>
              </a:path>
            </a:pathLst>
          </a:custGeom>
          <a:blipFill rotWithShape="1">
            <a:blip r:embed="rId4">
              <a:alphaModFix/>
            </a:blip>
            <a:stretch>
              <a:fillRect b="0" l="-2" r="-2" t="0"/>
            </a:stretch>
          </a:blipFill>
          <a:ln>
            <a:noFill/>
          </a:ln>
        </p:spPr>
      </p:sp>
      <p:sp>
        <p:nvSpPr>
          <p:cNvPr id="1190" name="Google Shape;1190;p54"/>
          <p:cNvSpPr/>
          <p:nvPr/>
        </p:nvSpPr>
        <p:spPr>
          <a:xfrm rot="5334961">
            <a:off x="6292563" y="687359"/>
            <a:ext cx="5698046" cy="10026682"/>
          </a:xfrm>
          <a:custGeom>
            <a:rect b="b" l="l" r="r" t="t"/>
            <a:pathLst>
              <a:path extrusionOk="0" h="13368910" w="7597394">
                <a:moveTo>
                  <a:pt x="0" y="0"/>
                </a:moveTo>
                <a:lnTo>
                  <a:pt x="7597394" y="0"/>
                </a:lnTo>
                <a:lnTo>
                  <a:pt x="7597394" y="13368910"/>
                </a:lnTo>
                <a:lnTo>
                  <a:pt x="0" y="13368910"/>
                </a:lnTo>
                <a:lnTo>
                  <a:pt x="0" y="0"/>
                </a:lnTo>
                <a:close/>
              </a:path>
            </a:pathLst>
          </a:custGeom>
          <a:blipFill rotWithShape="1">
            <a:blip r:embed="rId5">
              <a:alphaModFix/>
            </a:blip>
            <a:stretch>
              <a:fillRect b="0" l="-12291" r="-12291" t="0"/>
            </a:stretch>
          </a:blipFill>
          <a:ln>
            <a:noFill/>
          </a:ln>
        </p:spPr>
      </p:sp>
      <p:sp>
        <p:nvSpPr>
          <p:cNvPr id="1191" name="Google Shape;1191;p54"/>
          <p:cNvSpPr/>
          <p:nvPr/>
        </p:nvSpPr>
        <p:spPr>
          <a:xfrm rot="-8641701">
            <a:off x="-1392528" y="8940841"/>
            <a:ext cx="5875687" cy="3238976"/>
          </a:xfrm>
          <a:custGeom>
            <a:rect b="b" l="l" r="r" t="t"/>
            <a:pathLst>
              <a:path extrusionOk="0" h="4318635" w="7834249">
                <a:moveTo>
                  <a:pt x="0" y="0"/>
                </a:moveTo>
                <a:lnTo>
                  <a:pt x="7834249" y="0"/>
                </a:lnTo>
                <a:lnTo>
                  <a:pt x="7834249" y="4318635"/>
                </a:lnTo>
                <a:lnTo>
                  <a:pt x="0" y="4318635"/>
                </a:lnTo>
                <a:lnTo>
                  <a:pt x="0" y="0"/>
                </a:lnTo>
                <a:close/>
              </a:path>
            </a:pathLst>
          </a:custGeom>
          <a:blipFill rotWithShape="1">
            <a:blip r:embed="rId6">
              <a:alphaModFix/>
            </a:blip>
            <a:stretch>
              <a:fillRect b="-1" l="0" r="0" t="-1"/>
            </a:stretch>
          </a:blipFill>
          <a:ln>
            <a:noFill/>
          </a:ln>
        </p:spPr>
      </p:sp>
      <p:sp>
        <p:nvSpPr>
          <p:cNvPr id="1192" name="Google Shape;1192;p54"/>
          <p:cNvSpPr/>
          <p:nvPr/>
        </p:nvSpPr>
        <p:spPr>
          <a:xfrm rot="8941024">
            <a:off x="-1152936" y="-2452901"/>
            <a:ext cx="5396484" cy="4114800"/>
          </a:xfrm>
          <a:custGeom>
            <a:rect b="b" l="l" r="r" t="t"/>
            <a:pathLst>
              <a:path extrusionOk="0" h="5486400" w="7195312">
                <a:moveTo>
                  <a:pt x="0" y="0"/>
                </a:moveTo>
                <a:lnTo>
                  <a:pt x="7195312" y="0"/>
                </a:lnTo>
                <a:lnTo>
                  <a:pt x="7195312" y="5486400"/>
                </a:lnTo>
                <a:lnTo>
                  <a:pt x="0" y="5486400"/>
                </a:lnTo>
                <a:lnTo>
                  <a:pt x="0" y="0"/>
                </a:lnTo>
                <a:close/>
              </a:path>
            </a:pathLst>
          </a:custGeom>
          <a:blipFill rotWithShape="1">
            <a:blip r:embed="rId7">
              <a:alphaModFix/>
            </a:blip>
            <a:stretch>
              <a:fillRect b="0" l="-7" r="-6" t="0"/>
            </a:stretch>
          </a:blipFill>
          <a:ln>
            <a:noFill/>
          </a:ln>
        </p:spPr>
      </p:sp>
      <p:sp>
        <p:nvSpPr>
          <p:cNvPr id="1193" name="Google Shape;1193;p54"/>
          <p:cNvSpPr/>
          <p:nvPr/>
        </p:nvSpPr>
        <p:spPr>
          <a:xfrm>
            <a:off x="2842502" y="2196237"/>
            <a:ext cx="3152966" cy="2987421"/>
          </a:xfrm>
          <a:custGeom>
            <a:rect b="b" l="l" r="r" t="t"/>
            <a:pathLst>
              <a:path extrusionOk="0" h="3983228" w="4203954">
                <a:moveTo>
                  <a:pt x="0" y="0"/>
                </a:moveTo>
                <a:lnTo>
                  <a:pt x="4203954" y="0"/>
                </a:lnTo>
                <a:lnTo>
                  <a:pt x="4203954" y="3983228"/>
                </a:lnTo>
                <a:lnTo>
                  <a:pt x="0" y="3983228"/>
                </a:lnTo>
                <a:lnTo>
                  <a:pt x="0" y="0"/>
                </a:lnTo>
                <a:close/>
              </a:path>
            </a:pathLst>
          </a:custGeom>
          <a:blipFill rotWithShape="1">
            <a:blip r:embed="rId8">
              <a:alphaModFix/>
            </a:blip>
            <a:stretch>
              <a:fillRect b="-18" l="0" r="0" t="-18"/>
            </a:stretch>
          </a:blipFill>
          <a:ln>
            <a:noFill/>
          </a:ln>
        </p:spPr>
      </p:sp>
      <p:sp>
        <p:nvSpPr>
          <p:cNvPr id="1194" name="Google Shape;1194;p54"/>
          <p:cNvSpPr/>
          <p:nvPr/>
        </p:nvSpPr>
        <p:spPr>
          <a:xfrm rot="437890">
            <a:off x="12754132" y="5995385"/>
            <a:ext cx="2090452" cy="3057334"/>
          </a:xfrm>
          <a:custGeom>
            <a:rect b="b" l="l" r="r" t="t"/>
            <a:pathLst>
              <a:path extrusionOk="0" h="4076446" w="2787269">
                <a:moveTo>
                  <a:pt x="0" y="0"/>
                </a:moveTo>
                <a:lnTo>
                  <a:pt x="2787269" y="0"/>
                </a:lnTo>
                <a:lnTo>
                  <a:pt x="2787269" y="4076446"/>
                </a:lnTo>
                <a:lnTo>
                  <a:pt x="0" y="4076446"/>
                </a:lnTo>
                <a:lnTo>
                  <a:pt x="0" y="0"/>
                </a:lnTo>
                <a:close/>
              </a:path>
            </a:pathLst>
          </a:custGeom>
          <a:blipFill rotWithShape="1">
            <a:blip r:embed="rId9">
              <a:alphaModFix/>
            </a:blip>
            <a:stretch>
              <a:fillRect b="-27" l="0" r="0" t="-29"/>
            </a:stretch>
          </a:blipFill>
          <a:ln>
            <a:noFill/>
          </a:ln>
        </p:spPr>
      </p:sp>
      <p:sp>
        <p:nvSpPr>
          <p:cNvPr id="1195" name="Google Shape;1195;p54"/>
          <p:cNvSpPr txBox="1"/>
          <p:nvPr/>
        </p:nvSpPr>
        <p:spPr>
          <a:xfrm>
            <a:off x="5719587" y="985240"/>
            <a:ext cx="6848826" cy="1438275"/>
          </a:xfrm>
          <a:prstGeom prst="rect">
            <a:avLst/>
          </a:prstGeom>
          <a:noFill/>
          <a:ln>
            <a:noFill/>
          </a:ln>
        </p:spPr>
        <p:txBody>
          <a:bodyPr anchorCtr="0" anchor="t" bIns="0" lIns="0" spcFirstLastPara="1" rIns="0" wrap="square" tIns="0">
            <a:spAutoFit/>
          </a:bodyPr>
          <a:lstStyle/>
          <a:p>
            <a:pPr indent="0" lvl="0" marL="0" marR="0" rtl="0" algn="ctr">
              <a:lnSpc>
                <a:spcPct val="144013"/>
              </a:lnSpc>
              <a:spcBef>
                <a:spcPts val="0"/>
              </a:spcBef>
              <a:spcAft>
                <a:spcPts val="0"/>
              </a:spcAft>
              <a:buNone/>
            </a:pPr>
            <a:r>
              <a:rPr b="1" i="0" lang="en-US" sz="6498" u="none" cap="none" strike="noStrike">
                <a:solidFill>
                  <a:srgbClr val="000000"/>
                </a:solidFill>
                <a:latin typeface="Arial"/>
                <a:ea typeface="Arial"/>
                <a:cs typeface="Arial"/>
                <a:sym typeface="Arial"/>
              </a:rPr>
              <a:t>Referencias</a:t>
            </a:r>
            <a:endParaRPr/>
          </a:p>
        </p:txBody>
      </p:sp>
      <p:sp>
        <p:nvSpPr>
          <p:cNvPr id="1196" name="Google Shape;1196;p54"/>
          <p:cNvSpPr txBox="1"/>
          <p:nvPr/>
        </p:nvSpPr>
        <p:spPr>
          <a:xfrm>
            <a:off x="4874192" y="4598670"/>
            <a:ext cx="7779939" cy="965835"/>
          </a:xfrm>
          <a:prstGeom prst="rect">
            <a:avLst/>
          </a:prstGeom>
          <a:noFill/>
          <a:ln>
            <a:noFill/>
          </a:ln>
        </p:spPr>
        <p:txBody>
          <a:bodyPr anchorCtr="0" anchor="t" bIns="0" lIns="0" spcFirstLastPara="1" rIns="0" wrap="square" tIns="0">
            <a:spAutoFit/>
          </a:bodyPr>
          <a:lstStyle/>
          <a:p>
            <a:pPr indent="0" lvl="0" marL="0" marR="0" rtl="0" algn="l">
              <a:lnSpc>
                <a:spcPct val="155983"/>
              </a:lnSpc>
              <a:spcBef>
                <a:spcPts val="0"/>
              </a:spcBef>
              <a:spcAft>
                <a:spcPts val="0"/>
              </a:spcAft>
              <a:buNone/>
            </a:pPr>
            <a:r>
              <a:rPr b="0" i="0" lang="en-US" sz="2699" u="sng" cap="none" strike="noStrike">
                <a:solidFill>
                  <a:srgbClr val="606060"/>
                </a:solidFill>
                <a:latin typeface="DM Sans"/>
                <a:ea typeface="DM Sans"/>
                <a:cs typeface="DM Sans"/>
                <a:sym typeface="DM Sans"/>
                <a:hlinkClick r:id="rId10">
                  <a:extLst>
                    <a:ext uri="{A12FA001-AC4F-418D-AE19-62706E023703}">
                      <ahyp:hlinkClr val="tx"/>
                    </a:ext>
                  </a:extLst>
                </a:hlinkClick>
              </a:rPr>
              <a:t>https://spicturess.blogspot.com/2018/11/download-networking-para-el-hogar-y.html</a:t>
            </a:r>
            <a:endParaRPr/>
          </a:p>
        </p:txBody>
      </p:sp>
      <p:sp>
        <p:nvSpPr>
          <p:cNvPr id="1197" name="Google Shape;1197;p54"/>
          <p:cNvSpPr/>
          <p:nvPr/>
        </p:nvSpPr>
        <p:spPr>
          <a:xfrm rot="5947534">
            <a:off x="16314117" y="-1028700"/>
            <a:ext cx="2978086"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11">
              <a:alphaModFix/>
            </a:blip>
            <a:stretch>
              <a:fillRect b="0" l="-25" r="-24" t="0"/>
            </a:stretch>
          </a:blipFill>
          <a:ln>
            <a:noFill/>
          </a:ln>
        </p:spPr>
      </p:sp>
      <p:sp>
        <p:nvSpPr>
          <p:cNvPr id="1198" name="Google Shape;1198;p54"/>
          <p:cNvSpPr/>
          <p:nvPr/>
        </p:nvSpPr>
        <p:spPr>
          <a:xfrm rot="-4370532">
            <a:off x="16944253" y="8229600"/>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11">
              <a:alphaModFix/>
            </a:blip>
            <a:stretch>
              <a:fillRect b="0" l="-25" r="-24" t="0"/>
            </a:stretch>
          </a:blipFill>
          <a:ln>
            <a:noFill/>
          </a:ln>
        </p:spPr>
      </p:sp>
      <p:sp>
        <p:nvSpPr>
          <p:cNvPr id="1199" name="Google Shape;1199;p54"/>
          <p:cNvSpPr/>
          <p:nvPr/>
        </p:nvSpPr>
        <p:spPr>
          <a:xfrm>
            <a:off x="3333579" y="7385481"/>
            <a:ext cx="3081242" cy="1486662"/>
          </a:xfrm>
          <a:custGeom>
            <a:rect b="b" l="l" r="r" t="t"/>
            <a:pathLst>
              <a:path extrusionOk="0" h="1982216" w="4108323">
                <a:moveTo>
                  <a:pt x="0" y="0"/>
                </a:moveTo>
                <a:lnTo>
                  <a:pt x="4108323" y="0"/>
                </a:lnTo>
                <a:lnTo>
                  <a:pt x="4108323" y="1982216"/>
                </a:lnTo>
                <a:lnTo>
                  <a:pt x="0" y="1982216"/>
                </a:lnTo>
                <a:lnTo>
                  <a:pt x="0" y="0"/>
                </a:lnTo>
                <a:close/>
              </a:path>
            </a:pathLst>
          </a:custGeom>
          <a:blipFill rotWithShape="1">
            <a:blip r:embed="rId12">
              <a:alphaModFix/>
            </a:blip>
            <a:stretch>
              <a:fillRect b="-18" l="0" r="0" t="-17"/>
            </a:stretch>
          </a:blipFill>
          <a:ln>
            <a:noFill/>
          </a:ln>
        </p:spPr>
      </p:sp>
      <p:sp>
        <p:nvSpPr>
          <p:cNvPr id="1200" name="Google Shape;1200;p54"/>
          <p:cNvSpPr/>
          <p:nvPr/>
        </p:nvSpPr>
        <p:spPr>
          <a:xfrm rot="5336227">
            <a:off x="13330206" y="3097737"/>
            <a:ext cx="1209770" cy="2452974"/>
          </a:xfrm>
          <a:custGeom>
            <a:rect b="b" l="l" r="r" t="t"/>
            <a:pathLst>
              <a:path extrusionOk="0" h="3270631" w="1613027">
                <a:moveTo>
                  <a:pt x="0" y="0"/>
                </a:moveTo>
                <a:lnTo>
                  <a:pt x="1613027" y="0"/>
                </a:lnTo>
                <a:lnTo>
                  <a:pt x="1613027" y="3270631"/>
                </a:lnTo>
                <a:lnTo>
                  <a:pt x="0" y="3270631"/>
                </a:lnTo>
                <a:lnTo>
                  <a:pt x="0" y="0"/>
                </a:lnTo>
                <a:close/>
              </a:path>
            </a:pathLst>
          </a:custGeom>
          <a:blipFill rotWithShape="1">
            <a:blip r:embed="rId13">
              <a:alphaModFix/>
            </a:blip>
            <a:stretch>
              <a:fillRect b="0" l="-56953" r="-56955" t="0"/>
            </a:stretch>
          </a:blipFill>
          <a:ln>
            <a:noFill/>
          </a:ln>
        </p:spPr>
      </p:sp>
      <p:sp>
        <p:nvSpPr>
          <p:cNvPr id="1201" name="Google Shape;1201;p54"/>
          <p:cNvSpPr txBox="1"/>
          <p:nvPr/>
        </p:nvSpPr>
        <p:spPr>
          <a:xfrm>
            <a:off x="4874192" y="5930163"/>
            <a:ext cx="8157344" cy="965835"/>
          </a:xfrm>
          <a:prstGeom prst="rect">
            <a:avLst/>
          </a:prstGeom>
          <a:noFill/>
          <a:ln>
            <a:noFill/>
          </a:ln>
        </p:spPr>
        <p:txBody>
          <a:bodyPr anchorCtr="0" anchor="t" bIns="0" lIns="0" spcFirstLastPara="1" rIns="0" wrap="square" tIns="0">
            <a:spAutoFit/>
          </a:bodyPr>
          <a:lstStyle/>
          <a:p>
            <a:pPr indent="0" lvl="0" marL="0" marR="0" rtl="0" algn="l">
              <a:lnSpc>
                <a:spcPct val="155983"/>
              </a:lnSpc>
              <a:spcBef>
                <a:spcPts val="0"/>
              </a:spcBef>
              <a:spcAft>
                <a:spcPts val="0"/>
              </a:spcAft>
              <a:buNone/>
            </a:pPr>
            <a:r>
              <a:rPr b="0" i="0" lang="en-US" sz="2699" u="sng" cap="none" strike="noStrike">
                <a:solidFill>
                  <a:srgbClr val="606060"/>
                </a:solidFill>
                <a:latin typeface="DM Sans"/>
                <a:ea typeface="DM Sans"/>
                <a:cs typeface="DM Sans"/>
                <a:sym typeface="DM Sans"/>
              </a:rPr>
              <a:t>https://blogfactores.wordpress.com/2015/07/08/ccna-dominios-de-colision-y-broadcast/</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CD46"/>
        </a:solidFill>
      </p:bgPr>
    </p:bg>
    <p:spTree>
      <p:nvGrpSpPr>
        <p:cNvPr id="1209" name="Shape 1209"/>
        <p:cNvGrpSpPr/>
        <p:nvPr/>
      </p:nvGrpSpPr>
      <p:grpSpPr>
        <a:xfrm>
          <a:off x="0" y="0"/>
          <a:ext cx="0" cy="0"/>
          <a:chOff x="0" y="0"/>
          <a:chExt cx="0" cy="0"/>
        </a:xfrm>
      </p:grpSpPr>
      <p:sp>
        <p:nvSpPr>
          <p:cNvPr id="1210" name="Google Shape;1210;p55"/>
          <p:cNvSpPr/>
          <p:nvPr/>
        </p:nvSpPr>
        <p:spPr>
          <a:xfrm rot="961347">
            <a:off x="12815285" y="3182557"/>
            <a:ext cx="2221706" cy="4114800"/>
          </a:xfrm>
          <a:custGeom>
            <a:rect b="b" l="l" r="r" t="t"/>
            <a:pathLst>
              <a:path extrusionOk="0" h="5486400" w="2962275">
                <a:moveTo>
                  <a:pt x="0" y="0"/>
                </a:moveTo>
                <a:lnTo>
                  <a:pt x="2962275" y="0"/>
                </a:lnTo>
                <a:lnTo>
                  <a:pt x="2962275" y="5486400"/>
                </a:lnTo>
                <a:lnTo>
                  <a:pt x="0" y="5486400"/>
                </a:lnTo>
                <a:lnTo>
                  <a:pt x="0" y="0"/>
                </a:lnTo>
                <a:close/>
              </a:path>
            </a:pathLst>
          </a:custGeom>
          <a:blipFill rotWithShape="1">
            <a:blip r:embed="rId3">
              <a:alphaModFix/>
            </a:blip>
            <a:stretch>
              <a:fillRect b="0" l="-76620" r="-76620" t="0"/>
            </a:stretch>
          </a:blipFill>
          <a:ln>
            <a:noFill/>
          </a:ln>
        </p:spPr>
      </p:sp>
      <p:sp>
        <p:nvSpPr>
          <p:cNvPr id="1211" name="Google Shape;1211;p55"/>
          <p:cNvSpPr/>
          <p:nvPr/>
        </p:nvSpPr>
        <p:spPr>
          <a:xfrm flipH="1" rot="-487845">
            <a:off x="3153475" y="3775670"/>
            <a:ext cx="7513416" cy="4931474"/>
          </a:xfrm>
          <a:custGeom>
            <a:rect b="b" l="l" r="r" t="t"/>
            <a:pathLst>
              <a:path extrusionOk="0" h="6575298" w="10017887">
                <a:moveTo>
                  <a:pt x="10017887" y="0"/>
                </a:moveTo>
                <a:lnTo>
                  <a:pt x="0" y="0"/>
                </a:lnTo>
                <a:lnTo>
                  <a:pt x="0" y="6575298"/>
                </a:lnTo>
                <a:lnTo>
                  <a:pt x="10017887" y="6575298"/>
                </a:lnTo>
                <a:lnTo>
                  <a:pt x="10017887" y="0"/>
                </a:lnTo>
                <a:close/>
              </a:path>
            </a:pathLst>
          </a:custGeom>
          <a:blipFill rotWithShape="1">
            <a:blip r:embed="rId4">
              <a:alphaModFix/>
            </a:blip>
            <a:stretch>
              <a:fillRect b="0" l="-2" r="-2" t="0"/>
            </a:stretch>
          </a:blipFill>
          <a:ln>
            <a:noFill/>
          </a:ln>
        </p:spPr>
      </p:sp>
      <p:sp>
        <p:nvSpPr>
          <p:cNvPr id="1212" name="Google Shape;1212;p55"/>
          <p:cNvSpPr/>
          <p:nvPr/>
        </p:nvSpPr>
        <p:spPr>
          <a:xfrm rot="5334961">
            <a:off x="6292563" y="687359"/>
            <a:ext cx="5698046" cy="10026682"/>
          </a:xfrm>
          <a:custGeom>
            <a:rect b="b" l="l" r="r" t="t"/>
            <a:pathLst>
              <a:path extrusionOk="0" h="13368910" w="7597394">
                <a:moveTo>
                  <a:pt x="0" y="0"/>
                </a:moveTo>
                <a:lnTo>
                  <a:pt x="7597394" y="0"/>
                </a:lnTo>
                <a:lnTo>
                  <a:pt x="7597394" y="13368910"/>
                </a:lnTo>
                <a:lnTo>
                  <a:pt x="0" y="13368910"/>
                </a:lnTo>
                <a:lnTo>
                  <a:pt x="0" y="0"/>
                </a:lnTo>
                <a:close/>
              </a:path>
            </a:pathLst>
          </a:custGeom>
          <a:blipFill rotWithShape="1">
            <a:blip r:embed="rId5">
              <a:alphaModFix/>
            </a:blip>
            <a:stretch>
              <a:fillRect b="0" l="-12291" r="-12291" t="0"/>
            </a:stretch>
          </a:blipFill>
          <a:ln>
            <a:noFill/>
          </a:ln>
        </p:spPr>
      </p:sp>
      <p:sp>
        <p:nvSpPr>
          <p:cNvPr id="1213" name="Google Shape;1213;p55"/>
          <p:cNvSpPr/>
          <p:nvPr/>
        </p:nvSpPr>
        <p:spPr>
          <a:xfrm rot="-8641701">
            <a:off x="-1392528" y="8940841"/>
            <a:ext cx="5875687" cy="3238976"/>
          </a:xfrm>
          <a:custGeom>
            <a:rect b="b" l="l" r="r" t="t"/>
            <a:pathLst>
              <a:path extrusionOk="0" h="4318635" w="7834249">
                <a:moveTo>
                  <a:pt x="0" y="0"/>
                </a:moveTo>
                <a:lnTo>
                  <a:pt x="7834249" y="0"/>
                </a:lnTo>
                <a:lnTo>
                  <a:pt x="7834249" y="4318635"/>
                </a:lnTo>
                <a:lnTo>
                  <a:pt x="0" y="4318635"/>
                </a:lnTo>
                <a:lnTo>
                  <a:pt x="0" y="0"/>
                </a:lnTo>
                <a:close/>
              </a:path>
            </a:pathLst>
          </a:custGeom>
          <a:blipFill rotWithShape="1">
            <a:blip r:embed="rId6">
              <a:alphaModFix/>
            </a:blip>
            <a:stretch>
              <a:fillRect b="-1" l="0" r="0" t="-1"/>
            </a:stretch>
          </a:blipFill>
          <a:ln>
            <a:noFill/>
          </a:ln>
        </p:spPr>
      </p:sp>
      <p:sp>
        <p:nvSpPr>
          <p:cNvPr id="1214" name="Google Shape;1214;p55"/>
          <p:cNvSpPr/>
          <p:nvPr/>
        </p:nvSpPr>
        <p:spPr>
          <a:xfrm rot="8941024">
            <a:off x="-1152936" y="-2452901"/>
            <a:ext cx="5396484" cy="4114800"/>
          </a:xfrm>
          <a:custGeom>
            <a:rect b="b" l="l" r="r" t="t"/>
            <a:pathLst>
              <a:path extrusionOk="0" h="5486400" w="7195312">
                <a:moveTo>
                  <a:pt x="0" y="0"/>
                </a:moveTo>
                <a:lnTo>
                  <a:pt x="7195312" y="0"/>
                </a:lnTo>
                <a:lnTo>
                  <a:pt x="7195312" y="5486400"/>
                </a:lnTo>
                <a:lnTo>
                  <a:pt x="0" y="5486400"/>
                </a:lnTo>
                <a:lnTo>
                  <a:pt x="0" y="0"/>
                </a:lnTo>
                <a:close/>
              </a:path>
            </a:pathLst>
          </a:custGeom>
          <a:blipFill rotWithShape="1">
            <a:blip r:embed="rId7">
              <a:alphaModFix/>
            </a:blip>
            <a:stretch>
              <a:fillRect b="0" l="-7" r="-6" t="0"/>
            </a:stretch>
          </a:blipFill>
          <a:ln>
            <a:noFill/>
          </a:ln>
        </p:spPr>
      </p:sp>
      <p:sp>
        <p:nvSpPr>
          <p:cNvPr id="1215" name="Google Shape;1215;p55"/>
          <p:cNvSpPr/>
          <p:nvPr/>
        </p:nvSpPr>
        <p:spPr>
          <a:xfrm>
            <a:off x="2842502" y="2196237"/>
            <a:ext cx="3152966" cy="2987421"/>
          </a:xfrm>
          <a:custGeom>
            <a:rect b="b" l="l" r="r" t="t"/>
            <a:pathLst>
              <a:path extrusionOk="0" h="3983228" w="4203954">
                <a:moveTo>
                  <a:pt x="0" y="0"/>
                </a:moveTo>
                <a:lnTo>
                  <a:pt x="4203954" y="0"/>
                </a:lnTo>
                <a:lnTo>
                  <a:pt x="4203954" y="3983228"/>
                </a:lnTo>
                <a:lnTo>
                  <a:pt x="0" y="3983228"/>
                </a:lnTo>
                <a:lnTo>
                  <a:pt x="0" y="0"/>
                </a:lnTo>
                <a:close/>
              </a:path>
            </a:pathLst>
          </a:custGeom>
          <a:blipFill rotWithShape="1">
            <a:blip r:embed="rId8">
              <a:alphaModFix/>
            </a:blip>
            <a:stretch>
              <a:fillRect b="-18" l="0" r="0" t="-18"/>
            </a:stretch>
          </a:blipFill>
          <a:ln>
            <a:noFill/>
          </a:ln>
        </p:spPr>
      </p:sp>
      <p:sp>
        <p:nvSpPr>
          <p:cNvPr id="1216" name="Google Shape;1216;p55"/>
          <p:cNvSpPr/>
          <p:nvPr/>
        </p:nvSpPr>
        <p:spPr>
          <a:xfrm rot="437890">
            <a:off x="12754132" y="5995385"/>
            <a:ext cx="2090452" cy="3057334"/>
          </a:xfrm>
          <a:custGeom>
            <a:rect b="b" l="l" r="r" t="t"/>
            <a:pathLst>
              <a:path extrusionOk="0" h="4076446" w="2787269">
                <a:moveTo>
                  <a:pt x="0" y="0"/>
                </a:moveTo>
                <a:lnTo>
                  <a:pt x="2787269" y="0"/>
                </a:lnTo>
                <a:lnTo>
                  <a:pt x="2787269" y="4076446"/>
                </a:lnTo>
                <a:lnTo>
                  <a:pt x="0" y="4076446"/>
                </a:lnTo>
                <a:lnTo>
                  <a:pt x="0" y="0"/>
                </a:lnTo>
                <a:close/>
              </a:path>
            </a:pathLst>
          </a:custGeom>
          <a:blipFill rotWithShape="1">
            <a:blip r:embed="rId9">
              <a:alphaModFix/>
            </a:blip>
            <a:stretch>
              <a:fillRect b="-27" l="0" r="0" t="-29"/>
            </a:stretch>
          </a:blipFill>
          <a:ln>
            <a:noFill/>
          </a:ln>
        </p:spPr>
      </p:sp>
      <p:sp>
        <p:nvSpPr>
          <p:cNvPr id="1217" name="Google Shape;1217;p55"/>
          <p:cNvSpPr txBox="1"/>
          <p:nvPr/>
        </p:nvSpPr>
        <p:spPr>
          <a:xfrm>
            <a:off x="5717153" y="4675567"/>
            <a:ext cx="6848826" cy="1259206"/>
          </a:xfrm>
          <a:prstGeom prst="rect">
            <a:avLst/>
          </a:prstGeom>
          <a:noFill/>
          <a:ln>
            <a:noFill/>
          </a:ln>
        </p:spPr>
        <p:txBody>
          <a:bodyPr anchorCtr="0" anchor="t" bIns="0" lIns="0" spcFirstLastPara="1" rIns="0" wrap="square" tIns="0">
            <a:spAutoFit/>
          </a:bodyPr>
          <a:lstStyle/>
          <a:p>
            <a:pPr indent="0" lvl="0" marL="0" marR="0" rtl="0" algn="ctr">
              <a:lnSpc>
                <a:spcPct val="144013"/>
              </a:lnSpc>
              <a:spcBef>
                <a:spcPts val="0"/>
              </a:spcBef>
              <a:spcAft>
                <a:spcPts val="0"/>
              </a:spcAft>
              <a:buNone/>
            </a:pPr>
            <a:r>
              <a:rPr b="1" i="0" lang="en-US" sz="6498" u="none" cap="none" strike="noStrike">
                <a:solidFill>
                  <a:srgbClr val="000000"/>
                </a:solidFill>
                <a:latin typeface="Arial"/>
                <a:ea typeface="Arial"/>
                <a:cs typeface="Arial"/>
                <a:sym typeface="Arial"/>
              </a:rPr>
              <a:t>Ejemplo Práctico</a:t>
            </a:r>
            <a:endParaRPr/>
          </a:p>
        </p:txBody>
      </p:sp>
      <p:sp>
        <p:nvSpPr>
          <p:cNvPr id="1218" name="Google Shape;1218;p55"/>
          <p:cNvSpPr/>
          <p:nvPr/>
        </p:nvSpPr>
        <p:spPr>
          <a:xfrm rot="5947534">
            <a:off x="16314117" y="-1028700"/>
            <a:ext cx="2978086"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10">
              <a:alphaModFix/>
            </a:blip>
            <a:stretch>
              <a:fillRect b="0" l="-25" r="-24" t="0"/>
            </a:stretch>
          </a:blipFill>
          <a:ln>
            <a:noFill/>
          </a:ln>
        </p:spPr>
      </p:sp>
      <p:sp>
        <p:nvSpPr>
          <p:cNvPr id="1219" name="Google Shape;1219;p55"/>
          <p:cNvSpPr/>
          <p:nvPr/>
        </p:nvSpPr>
        <p:spPr>
          <a:xfrm rot="-4370532">
            <a:off x="16944253" y="8229600"/>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10">
              <a:alphaModFix/>
            </a:blip>
            <a:stretch>
              <a:fillRect b="0" l="-25" r="-24" t="0"/>
            </a:stretch>
          </a:blipFill>
          <a:ln>
            <a:noFill/>
          </a:ln>
        </p:spPr>
      </p:sp>
      <p:sp>
        <p:nvSpPr>
          <p:cNvPr id="1220" name="Google Shape;1220;p55"/>
          <p:cNvSpPr/>
          <p:nvPr/>
        </p:nvSpPr>
        <p:spPr>
          <a:xfrm>
            <a:off x="3333579" y="7385481"/>
            <a:ext cx="3081242" cy="1486662"/>
          </a:xfrm>
          <a:custGeom>
            <a:rect b="b" l="l" r="r" t="t"/>
            <a:pathLst>
              <a:path extrusionOk="0" h="1982216" w="4108323">
                <a:moveTo>
                  <a:pt x="0" y="0"/>
                </a:moveTo>
                <a:lnTo>
                  <a:pt x="4108323" y="0"/>
                </a:lnTo>
                <a:lnTo>
                  <a:pt x="4108323" y="1982216"/>
                </a:lnTo>
                <a:lnTo>
                  <a:pt x="0" y="1982216"/>
                </a:lnTo>
                <a:lnTo>
                  <a:pt x="0" y="0"/>
                </a:lnTo>
                <a:close/>
              </a:path>
            </a:pathLst>
          </a:custGeom>
          <a:blipFill rotWithShape="1">
            <a:blip r:embed="rId11">
              <a:alphaModFix/>
            </a:blip>
            <a:stretch>
              <a:fillRect b="-18" l="0" r="0" t="-17"/>
            </a:stretch>
          </a:blipFill>
          <a:ln>
            <a:noFill/>
          </a:ln>
        </p:spPr>
      </p:sp>
      <p:sp>
        <p:nvSpPr>
          <p:cNvPr id="1221" name="Google Shape;1221;p55"/>
          <p:cNvSpPr/>
          <p:nvPr/>
        </p:nvSpPr>
        <p:spPr>
          <a:xfrm rot="5336227">
            <a:off x="13330206" y="3097737"/>
            <a:ext cx="1209770" cy="2452974"/>
          </a:xfrm>
          <a:custGeom>
            <a:rect b="b" l="l" r="r" t="t"/>
            <a:pathLst>
              <a:path extrusionOk="0" h="3270631" w="1613027">
                <a:moveTo>
                  <a:pt x="0" y="0"/>
                </a:moveTo>
                <a:lnTo>
                  <a:pt x="1613027" y="0"/>
                </a:lnTo>
                <a:lnTo>
                  <a:pt x="1613027" y="3270631"/>
                </a:lnTo>
                <a:lnTo>
                  <a:pt x="0" y="3270631"/>
                </a:lnTo>
                <a:lnTo>
                  <a:pt x="0" y="0"/>
                </a:lnTo>
                <a:close/>
              </a:path>
            </a:pathLst>
          </a:custGeom>
          <a:blipFill rotWithShape="1">
            <a:blip r:embed="rId12">
              <a:alphaModFix/>
            </a:blip>
            <a:stretch>
              <a:fillRect b="0" l="-56953" r="-56955" t="0"/>
            </a:stretch>
          </a:blipFill>
          <a:ln>
            <a:noFill/>
          </a:ln>
        </p:spPr>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CD46"/>
        </a:solidFill>
      </p:bgPr>
    </p:bg>
    <p:spTree>
      <p:nvGrpSpPr>
        <p:cNvPr id="1229" name="Shape 1229"/>
        <p:cNvGrpSpPr/>
        <p:nvPr/>
      </p:nvGrpSpPr>
      <p:grpSpPr>
        <a:xfrm>
          <a:off x="0" y="0"/>
          <a:ext cx="0" cy="0"/>
          <a:chOff x="0" y="0"/>
          <a:chExt cx="0" cy="0"/>
        </a:xfrm>
      </p:grpSpPr>
      <p:sp>
        <p:nvSpPr>
          <p:cNvPr id="1230" name="Google Shape;1230;p56"/>
          <p:cNvSpPr/>
          <p:nvPr/>
        </p:nvSpPr>
        <p:spPr>
          <a:xfrm rot="961347">
            <a:off x="12815285" y="3182557"/>
            <a:ext cx="2221706" cy="4114800"/>
          </a:xfrm>
          <a:custGeom>
            <a:rect b="b" l="l" r="r" t="t"/>
            <a:pathLst>
              <a:path extrusionOk="0" h="5486400" w="2962275">
                <a:moveTo>
                  <a:pt x="0" y="0"/>
                </a:moveTo>
                <a:lnTo>
                  <a:pt x="2962275" y="0"/>
                </a:lnTo>
                <a:lnTo>
                  <a:pt x="2962275" y="5486400"/>
                </a:lnTo>
                <a:lnTo>
                  <a:pt x="0" y="5486400"/>
                </a:lnTo>
                <a:lnTo>
                  <a:pt x="0" y="0"/>
                </a:lnTo>
                <a:close/>
              </a:path>
            </a:pathLst>
          </a:custGeom>
          <a:blipFill rotWithShape="1">
            <a:blip r:embed="rId3">
              <a:alphaModFix/>
            </a:blip>
            <a:stretch>
              <a:fillRect b="0" l="-76620" r="-76620" t="0"/>
            </a:stretch>
          </a:blipFill>
          <a:ln>
            <a:noFill/>
          </a:ln>
        </p:spPr>
      </p:sp>
      <p:sp>
        <p:nvSpPr>
          <p:cNvPr id="1231" name="Google Shape;1231;p56"/>
          <p:cNvSpPr/>
          <p:nvPr/>
        </p:nvSpPr>
        <p:spPr>
          <a:xfrm flipH="1" rot="-487845">
            <a:off x="3153475" y="3775670"/>
            <a:ext cx="7513416" cy="4931474"/>
          </a:xfrm>
          <a:custGeom>
            <a:rect b="b" l="l" r="r" t="t"/>
            <a:pathLst>
              <a:path extrusionOk="0" h="6575298" w="10017887">
                <a:moveTo>
                  <a:pt x="10017887" y="0"/>
                </a:moveTo>
                <a:lnTo>
                  <a:pt x="0" y="0"/>
                </a:lnTo>
                <a:lnTo>
                  <a:pt x="0" y="6575298"/>
                </a:lnTo>
                <a:lnTo>
                  <a:pt x="10017887" y="6575298"/>
                </a:lnTo>
                <a:lnTo>
                  <a:pt x="10017887" y="0"/>
                </a:lnTo>
                <a:close/>
              </a:path>
            </a:pathLst>
          </a:custGeom>
          <a:blipFill rotWithShape="1">
            <a:blip r:embed="rId4">
              <a:alphaModFix/>
            </a:blip>
            <a:stretch>
              <a:fillRect b="0" l="-2" r="-2" t="0"/>
            </a:stretch>
          </a:blipFill>
          <a:ln>
            <a:noFill/>
          </a:ln>
        </p:spPr>
      </p:sp>
      <p:sp>
        <p:nvSpPr>
          <p:cNvPr id="1232" name="Google Shape;1232;p56"/>
          <p:cNvSpPr/>
          <p:nvPr/>
        </p:nvSpPr>
        <p:spPr>
          <a:xfrm rot="5334961">
            <a:off x="6292563" y="687359"/>
            <a:ext cx="5698046" cy="10026682"/>
          </a:xfrm>
          <a:custGeom>
            <a:rect b="b" l="l" r="r" t="t"/>
            <a:pathLst>
              <a:path extrusionOk="0" h="13368910" w="7597394">
                <a:moveTo>
                  <a:pt x="0" y="0"/>
                </a:moveTo>
                <a:lnTo>
                  <a:pt x="7597394" y="0"/>
                </a:lnTo>
                <a:lnTo>
                  <a:pt x="7597394" y="13368910"/>
                </a:lnTo>
                <a:lnTo>
                  <a:pt x="0" y="13368910"/>
                </a:lnTo>
                <a:lnTo>
                  <a:pt x="0" y="0"/>
                </a:lnTo>
                <a:close/>
              </a:path>
            </a:pathLst>
          </a:custGeom>
          <a:blipFill rotWithShape="1">
            <a:blip r:embed="rId5">
              <a:alphaModFix/>
            </a:blip>
            <a:stretch>
              <a:fillRect b="0" l="-12291" r="-12291" t="0"/>
            </a:stretch>
          </a:blipFill>
          <a:ln>
            <a:noFill/>
          </a:ln>
        </p:spPr>
      </p:sp>
      <p:sp>
        <p:nvSpPr>
          <p:cNvPr id="1233" name="Google Shape;1233;p56"/>
          <p:cNvSpPr/>
          <p:nvPr/>
        </p:nvSpPr>
        <p:spPr>
          <a:xfrm rot="-8641701">
            <a:off x="-1392528" y="8940841"/>
            <a:ext cx="5875687" cy="3238976"/>
          </a:xfrm>
          <a:custGeom>
            <a:rect b="b" l="l" r="r" t="t"/>
            <a:pathLst>
              <a:path extrusionOk="0" h="4318635" w="7834249">
                <a:moveTo>
                  <a:pt x="0" y="0"/>
                </a:moveTo>
                <a:lnTo>
                  <a:pt x="7834249" y="0"/>
                </a:lnTo>
                <a:lnTo>
                  <a:pt x="7834249" y="4318635"/>
                </a:lnTo>
                <a:lnTo>
                  <a:pt x="0" y="4318635"/>
                </a:lnTo>
                <a:lnTo>
                  <a:pt x="0" y="0"/>
                </a:lnTo>
                <a:close/>
              </a:path>
            </a:pathLst>
          </a:custGeom>
          <a:blipFill rotWithShape="1">
            <a:blip r:embed="rId6">
              <a:alphaModFix/>
            </a:blip>
            <a:stretch>
              <a:fillRect b="-1" l="0" r="0" t="-1"/>
            </a:stretch>
          </a:blipFill>
          <a:ln>
            <a:noFill/>
          </a:ln>
        </p:spPr>
      </p:sp>
      <p:sp>
        <p:nvSpPr>
          <p:cNvPr id="1234" name="Google Shape;1234;p56"/>
          <p:cNvSpPr/>
          <p:nvPr/>
        </p:nvSpPr>
        <p:spPr>
          <a:xfrm rot="8941024">
            <a:off x="-1152936" y="-2452901"/>
            <a:ext cx="5396484" cy="4114800"/>
          </a:xfrm>
          <a:custGeom>
            <a:rect b="b" l="l" r="r" t="t"/>
            <a:pathLst>
              <a:path extrusionOk="0" h="5486400" w="7195312">
                <a:moveTo>
                  <a:pt x="0" y="0"/>
                </a:moveTo>
                <a:lnTo>
                  <a:pt x="7195312" y="0"/>
                </a:lnTo>
                <a:lnTo>
                  <a:pt x="7195312" y="5486400"/>
                </a:lnTo>
                <a:lnTo>
                  <a:pt x="0" y="5486400"/>
                </a:lnTo>
                <a:lnTo>
                  <a:pt x="0" y="0"/>
                </a:lnTo>
                <a:close/>
              </a:path>
            </a:pathLst>
          </a:custGeom>
          <a:blipFill rotWithShape="1">
            <a:blip r:embed="rId7">
              <a:alphaModFix/>
            </a:blip>
            <a:stretch>
              <a:fillRect b="0" l="-7" r="-6" t="0"/>
            </a:stretch>
          </a:blipFill>
          <a:ln>
            <a:noFill/>
          </a:ln>
        </p:spPr>
      </p:sp>
      <p:sp>
        <p:nvSpPr>
          <p:cNvPr id="1235" name="Google Shape;1235;p56"/>
          <p:cNvSpPr/>
          <p:nvPr/>
        </p:nvSpPr>
        <p:spPr>
          <a:xfrm>
            <a:off x="2842502" y="2196237"/>
            <a:ext cx="3152966" cy="2987421"/>
          </a:xfrm>
          <a:custGeom>
            <a:rect b="b" l="l" r="r" t="t"/>
            <a:pathLst>
              <a:path extrusionOk="0" h="3983228" w="4203954">
                <a:moveTo>
                  <a:pt x="0" y="0"/>
                </a:moveTo>
                <a:lnTo>
                  <a:pt x="4203954" y="0"/>
                </a:lnTo>
                <a:lnTo>
                  <a:pt x="4203954" y="3983228"/>
                </a:lnTo>
                <a:lnTo>
                  <a:pt x="0" y="3983228"/>
                </a:lnTo>
                <a:lnTo>
                  <a:pt x="0" y="0"/>
                </a:lnTo>
                <a:close/>
              </a:path>
            </a:pathLst>
          </a:custGeom>
          <a:blipFill rotWithShape="1">
            <a:blip r:embed="rId8">
              <a:alphaModFix/>
            </a:blip>
            <a:stretch>
              <a:fillRect b="-18" l="0" r="0" t="-18"/>
            </a:stretch>
          </a:blipFill>
          <a:ln>
            <a:noFill/>
          </a:ln>
        </p:spPr>
      </p:sp>
      <p:sp>
        <p:nvSpPr>
          <p:cNvPr id="1236" name="Google Shape;1236;p56"/>
          <p:cNvSpPr/>
          <p:nvPr/>
        </p:nvSpPr>
        <p:spPr>
          <a:xfrm rot="437890">
            <a:off x="12754132" y="5995385"/>
            <a:ext cx="2090452" cy="3057334"/>
          </a:xfrm>
          <a:custGeom>
            <a:rect b="b" l="l" r="r" t="t"/>
            <a:pathLst>
              <a:path extrusionOk="0" h="4076446" w="2787269">
                <a:moveTo>
                  <a:pt x="0" y="0"/>
                </a:moveTo>
                <a:lnTo>
                  <a:pt x="2787269" y="0"/>
                </a:lnTo>
                <a:lnTo>
                  <a:pt x="2787269" y="4076446"/>
                </a:lnTo>
                <a:lnTo>
                  <a:pt x="0" y="4076446"/>
                </a:lnTo>
                <a:lnTo>
                  <a:pt x="0" y="0"/>
                </a:lnTo>
                <a:close/>
              </a:path>
            </a:pathLst>
          </a:custGeom>
          <a:blipFill rotWithShape="1">
            <a:blip r:embed="rId9">
              <a:alphaModFix/>
            </a:blip>
            <a:stretch>
              <a:fillRect b="-27" l="0" r="0" t="-29"/>
            </a:stretch>
          </a:blipFill>
          <a:ln>
            <a:noFill/>
          </a:ln>
        </p:spPr>
      </p:sp>
      <p:sp>
        <p:nvSpPr>
          <p:cNvPr id="1237" name="Google Shape;1237;p56"/>
          <p:cNvSpPr txBox="1"/>
          <p:nvPr/>
        </p:nvSpPr>
        <p:spPr>
          <a:xfrm>
            <a:off x="5542795" y="4292606"/>
            <a:ext cx="6848826" cy="2440336"/>
          </a:xfrm>
          <a:prstGeom prst="rect">
            <a:avLst/>
          </a:prstGeom>
          <a:noFill/>
          <a:ln>
            <a:noFill/>
          </a:ln>
        </p:spPr>
        <p:txBody>
          <a:bodyPr anchorCtr="0" anchor="t" bIns="0" lIns="0" spcFirstLastPara="1" rIns="0" wrap="square" tIns="0">
            <a:spAutoFit/>
          </a:bodyPr>
          <a:lstStyle/>
          <a:p>
            <a:pPr indent="0" lvl="0" marL="0" marR="0" rtl="0" algn="ctr">
              <a:lnSpc>
                <a:spcPct val="144013"/>
              </a:lnSpc>
              <a:spcBef>
                <a:spcPts val="0"/>
              </a:spcBef>
              <a:spcAft>
                <a:spcPts val="0"/>
              </a:spcAft>
              <a:buNone/>
            </a:pPr>
            <a:r>
              <a:rPr b="1" i="0" lang="en-US" sz="6498" u="none" cap="none" strike="noStrike">
                <a:solidFill>
                  <a:srgbClr val="000000"/>
                </a:solidFill>
                <a:latin typeface="Arial"/>
                <a:ea typeface="Arial"/>
                <a:cs typeface="Arial"/>
                <a:sym typeface="Arial"/>
              </a:rPr>
              <a:t>Practiquemos lo aprendido</a:t>
            </a:r>
            <a:endParaRPr/>
          </a:p>
        </p:txBody>
      </p:sp>
      <p:sp>
        <p:nvSpPr>
          <p:cNvPr id="1238" name="Google Shape;1238;p56"/>
          <p:cNvSpPr/>
          <p:nvPr/>
        </p:nvSpPr>
        <p:spPr>
          <a:xfrm rot="5947534">
            <a:off x="16314117" y="-1028700"/>
            <a:ext cx="2978086"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10">
              <a:alphaModFix/>
            </a:blip>
            <a:stretch>
              <a:fillRect b="0" l="-25" r="-24" t="0"/>
            </a:stretch>
          </a:blipFill>
          <a:ln>
            <a:noFill/>
          </a:ln>
        </p:spPr>
      </p:sp>
      <p:sp>
        <p:nvSpPr>
          <p:cNvPr id="1239" name="Google Shape;1239;p56"/>
          <p:cNvSpPr/>
          <p:nvPr/>
        </p:nvSpPr>
        <p:spPr>
          <a:xfrm rot="-4370532">
            <a:off x="16944253" y="8229600"/>
            <a:ext cx="2978087" cy="4114800"/>
          </a:xfrm>
          <a:custGeom>
            <a:rect b="b" l="l" r="r" t="t"/>
            <a:pathLst>
              <a:path extrusionOk="0" h="5486400" w="3970782">
                <a:moveTo>
                  <a:pt x="0" y="0"/>
                </a:moveTo>
                <a:lnTo>
                  <a:pt x="3970782" y="0"/>
                </a:lnTo>
                <a:lnTo>
                  <a:pt x="3970782" y="5486400"/>
                </a:lnTo>
                <a:lnTo>
                  <a:pt x="0" y="5486400"/>
                </a:lnTo>
                <a:lnTo>
                  <a:pt x="0" y="0"/>
                </a:lnTo>
                <a:close/>
              </a:path>
            </a:pathLst>
          </a:custGeom>
          <a:blipFill rotWithShape="1">
            <a:blip r:embed="rId10">
              <a:alphaModFix/>
            </a:blip>
            <a:stretch>
              <a:fillRect b="0" l="-25" r="-24" t="0"/>
            </a:stretch>
          </a:blipFill>
          <a:ln>
            <a:noFill/>
          </a:ln>
        </p:spPr>
      </p:sp>
      <p:sp>
        <p:nvSpPr>
          <p:cNvPr id="1240" name="Google Shape;1240;p56"/>
          <p:cNvSpPr/>
          <p:nvPr/>
        </p:nvSpPr>
        <p:spPr>
          <a:xfrm>
            <a:off x="3333579" y="7385481"/>
            <a:ext cx="3081242" cy="1486662"/>
          </a:xfrm>
          <a:custGeom>
            <a:rect b="b" l="l" r="r" t="t"/>
            <a:pathLst>
              <a:path extrusionOk="0" h="1982216" w="4108323">
                <a:moveTo>
                  <a:pt x="0" y="0"/>
                </a:moveTo>
                <a:lnTo>
                  <a:pt x="4108323" y="0"/>
                </a:lnTo>
                <a:lnTo>
                  <a:pt x="4108323" y="1982216"/>
                </a:lnTo>
                <a:lnTo>
                  <a:pt x="0" y="1982216"/>
                </a:lnTo>
                <a:lnTo>
                  <a:pt x="0" y="0"/>
                </a:lnTo>
                <a:close/>
              </a:path>
            </a:pathLst>
          </a:custGeom>
          <a:blipFill rotWithShape="1">
            <a:blip r:embed="rId11">
              <a:alphaModFix/>
            </a:blip>
            <a:stretch>
              <a:fillRect b="-18" l="0" r="0" t="-17"/>
            </a:stretch>
          </a:blipFill>
          <a:ln>
            <a:noFill/>
          </a:ln>
        </p:spPr>
      </p:sp>
      <p:sp>
        <p:nvSpPr>
          <p:cNvPr id="1241" name="Google Shape;1241;p56"/>
          <p:cNvSpPr/>
          <p:nvPr/>
        </p:nvSpPr>
        <p:spPr>
          <a:xfrm rot="5336227">
            <a:off x="13330206" y="3097737"/>
            <a:ext cx="1209770" cy="2452974"/>
          </a:xfrm>
          <a:custGeom>
            <a:rect b="b" l="l" r="r" t="t"/>
            <a:pathLst>
              <a:path extrusionOk="0" h="3270631" w="1613027">
                <a:moveTo>
                  <a:pt x="0" y="0"/>
                </a:moveTo>
                <a:lnTo>
                  <a:pt x="1613027" y="0"/>
                </a:lnTo>
                <a:lnTo>
                  <a:pt x="1613027" y="3270631"/>
                </a:lnTo>
                <a:lnTo>
                  <a:pt x="0" y="3270631"/>
                </a:lnTo>
                <a:lnTo>
                  <a:pt x="0" y="0"/>
                </a:lnTo>
                <a:close/>
              </a:path>
            </a:pathLst>
          </a:custGeom>
          <a:blipFill rotWithShape="1">
            <a:blip r:embed="rId12">
              <a:alphaModFix/>
            </a:blip>
            <a:stretch>
              <a:fillRect b="0" l="-56953" r="-56955" t="0"/>
            </a:stretch>
          </a:blipFill>
          <a:ln>
            <a:noFill/>
          </a:ln>
        </p:spPr>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EB"/>
        </a:solidFill>
      </p:bgPr>
    </p:bg>
    <p:spTree>
      <p:nvGrpSpPr>
        <p:cNvPr id="1249" name="Shape 1249"/>
        <p:cNvGrpSpPr/>
        <p:nvPr/>
      </p:nvGrpSpPr>
      <p:grpSpPr>
        <a:xfrm>
          <a:off x="0" y="0"/>
          <a:ext cx="0" cy="0"/>
          <a:chOff x="0" y="0"/>
          <a:chExt cx="0" cy="0"/>
        </a:xfrm>
      </p:grpSpPr>
      <p:sp>
        <p:nvSpPr>
          <p:cNvPr id="1250" name="Google Shape;1250;p57"/>
          <p:cNvSpPr/>
          <p:nvPr/>
        </p:nvSpPr>
        <p:spPr>
          <a:xfrm>
            <a:off x="3135186" y="4074001"/>
            <a:ext cx="12017597" cy="2884266"/>
          </a:xfrm>
          <a:custGeom>
            <a:rect b="b" l="l" r="r" t="t"/>
            <a:pathLst>
              <a:path extrusionOk="0" h="3845687" w="16023462">
                <a:moveTo>
                  <a:pt x="0" y="0"/>
                </a:moveTo>
                <a:lnTo>
                  <a:pt x="16023462" y="0"/>
                </a:lnTo>
                <a:lnTo>
                  <a:pt x="16023462" y="3845687"/>
                </a:lnTo>
                <a:lnTo>
                  <a:pt x="0" y="3845687"/>
                </a:lnTo>
                <a:lnTo>
                  <a:pt x="0" y="0"/>
                </a:lnTo>
                <a:close/>
              </a:path>
            </a:pathLst>
          </a:custGeom>
          <a:blipFill rotWithShape="1">
            <a:blip r:embed="rId3">
              <a:alphaModFix/>
            </a:blip>
            <a:stretch>
              <a:fillRect b="0" l="-67" r="-68" t="0"/>
            </a:stretch>
          </a:blipFill>
          <a:ln>
            <a:noFill/>
          </a:ln>
        </p:spPr>
      </p:sp>
      <p:sp>
        <p:nvSpPr>
          <p:cNvPr id="1251" name="Google Shape;1251;p57"/>
          <p:cNvSpPr/>
          <p:nvPr/>
        </p:nvSpPr>
        <p:spPr>
          <a:xfrm>
            <a:off x="13666665" y="1353974"/>
            <a:ext cx="1794605" cy="1945386"/>
          </a:xfrm>
          <a:custGeom>
            <a:rect b="b" l="l" r="r" t="t"/>
            <a:pathLst>
              <a:path extrusionOk="0" h="2593848" w="2392807">
                <a:moveTo>
                  <a:pt x="0" y="0"/>
                </a:moveTo>
                <a:lnTo>
                  <a:pt x="2392807" y="0"/>
                </a:lnTo>
                <a:lnTo>
                  <a:pt x="2392807" y="2593848"/>
                </a:lnTo>
                <a:lnTo>
                  <a:pt x="0" y="2593848"/>
                </a:lnTo>
                <a:lnTo>
                  <a:pt x="0" y="0"/>
                </a:lnTo>
                <a:close/>
              </a:path>
            </a:pathLst>
          </a:custGeom>
          <a:blipFill rotWithShape="1">
            <a:blip r:embed="rId4">
              <a:alphaModFix/>
            </a:blip>
            <a:stretch>
              <a:fillRect b="-24" l="0" r="0" t="-24"/>
            </a:stretch>
          </a:blipFill>
          <a:ln>
            <a:noFill/>
          </a:ln>
        </p:spPr>
      </p:sp>
      <p:sp>
        <p:nvSpPr>
          <p:cNvPr id="1252" name="Google Shape;1252;p57"/>
          <p:cNvSpPr/>
          <p:nvPr/>
        </p:nvSpPr>
        <p:spPr>
          <a:xfrm>
            <a:off x="12446081" y="6755955"/>
            <a:ext cx="2441162" cy="3337750"/>
          </a:xfrm>
          <a:custGeom>
            <a:rect b="b" l="l" r="r" t="t"/>
            <a:pathLst>
              <a:path extrusionOk="0" h="4450334" w="3254883">
                <a:moveTo>
                  <a:pt x="0" y="0"/>
                </a:moveTo>
                <a:lnTo>
                  <a:pt x="3254883" y="0"/>
                </a:lnTo>
                <a:lnTo>
                  <a:pt x="3254883" y="4450334"/>
                </a:lnTo>
                <a:lnTo>
                  <a:pt x="0" y="4450334"/>
                </a:lnTo>
                <a:lnTo>
                  <a:pt x="0" y="0"/>
                </a:lnTo>
                <a:close/>
              </a:path>
            </a:pathLst>
          </a:custGeom>
          <a:blipFill rotWithShape="1">
            <a:blip r:embed="rId5">
              <a:alphaModFix/>
            </a:blip>
            <a:stretch>
              <a:fillRect b="0" l="-47" r="-46" t="0"/>
            </a:stretch>
          </a:blipFill>
          <a:ln>
            <a:noFill/>
          </a:ln>
        </p:spPr>
      </p:sp>
      <p:sp>
        <p:nvSpPr>
          <p:cNvPr id="1253" name="Google Shape;1253;p57"/>
          <p:cNvSpPr txBox="1"/>
          <p:nvPr/>
        </p:nvSpPr>
        <p:spPr>
          <a:xfrm>
            <a:off x="3872598" y="1092925"/>
            <a:ext cx="9566100" cy="1671225"/>
          </a:xfrm>
          <a:prstGeom prst="rect">
            <a:avLst/>
          </a:prstGeom>
          <a:noFill/>
          <a:ln>
            <a:noFill/>
          </a:ln>
        </p:spPr>
        <p:txBody>
          <a:bodyPr anchorCtr="0" anchor="t" bIns="0" lIns="0" spcFirstLastPara="1" rIns="0" wrap="square" tIns="0">
            <a:spAutoFit/>
          </a:bodyPr>
          <a:lstStyle/>
          <a:p>
            <a:pPr indent="0" lvl="0" marL="0" marR="0" rtl="0" algn="ctr">
              <a:lnSpc>
                <a:spcPct val="168017"/>
              </a:lnSpc>
              <a:spcBef>
                <a:spcPts val="0"/>
              </a:spcBef>
              <a:spcAft>
                <a:spcPts val="0"/>
              </a:spcAft>
              <a:buNone/>
            </a:pPr>
            <a:r>
              <a:rPr b="0" i="0" lang="en-US" sz="7576" u="none" cap="none" strike="noStrike">
                <a:solidFill>
                  <a:srgbClr val="2B2B2B"/>
                </a:solidFill>
                <a:latin typeface="Arial"/>
                <a:ea typeface="Arial"/>
                <a:cs typeface="Arial"/>
                <a:sym typeface="Arial"/>
              </a:rPr>
              <a:t>GRACIAS POR SU</a:t>
            </a:r>
            <a:endParaRPr/>
          </a:p>
        </p:txBody>
      </p:sp>
      <p:sp>
        <p:nvSpPr>
          <p:cNvPr id="1254" name="Google Shape;1254;p57"/>
          <p:cNvSpPr txBox="1"/>
          <p:nvPr/>
        </p:nvSpPr>
        <p:spPr>
          <a:xfrm>
            <a:off x="2826720" y="1445864"/>
            <a:ext cx="12634560" cy="4070252"/>
          </a:xfrm>
          <a:prstGeom prst="rect">
            <a:avLst/>
          </a:prstGeom>
          <a:noFill/>
          <a:ln>
            <a:noFill/>
          </a:ln>
        </p:spPr>
        <p:txBody>
          <a:bodyPr anchorCtr="0" anchor="t" bIns="0" lIns="0" spcFirstLastPara="1" rIns="0" wrap="square" tIns="0">
            <a:spAutoFit/>
          </a:bodyPr>
          <a:lstStyle/>
          <a:p>
            <a:pPr indent="0" lvl="0" marL="0" marR="0" rtl="0" algn="ctr">
              <a:lnSpc>
                <a:spcPct val="168002"/>
              </a:lnSpc>
              <a:spcBef>
                <a:spcPts val="0"/>
              </a:spcBef>
              <a:spcAft>
                <a:spcPts val="0"/>
              </a:spcAft>
              <a:buNone/>
            </a:pPr>
            <a:r>
              <a:rPr b="0" i="0" lang="en-US" sz="17170" u="none" cap="none" strike="noStrike">
                <a:solidFill>
                  <a:srgbClr val="2B2B2B"/>
                </a:solidFill>
                <a:latin typeface="Arial"/>
                <a:ea typeface="Arial"/>
                <a:cs typeface="Arial"/>
                <a:sym typeface="Arial"/>
              </a:rPr>
              <a:t>ATENCIÓN</a:t>
            </a:r>
            <a:endParaRPr/>
          </a:p>
        </p:txBody>
      </p:sp>
      <p:sp>
        <p:nvSpPr>
          <p:cNvPr id="1255" name="Google Shape;1255;p57"/>
          <p:cNvSpPr txBox="1"/>
          <p:nvPr/>
        </p:nvSpPr>
        <p:spPr>
          <a:xfrm>
            <a:off x="2682877" y="6641764"/>
            <a:ext cx="8468664" cy="1920789"/>
          </a:xfrm>
          <a:prstGeom prst="rect">
            <a:avLst/>
          </a:prstGeom>
          <a:noFill/>
          <a:ln>
            <a:noFill/>
          </a:ln>
        </p:spPr>
        <p:txBody>
          <a:bodyPr anchorCtr="0" anchor="t" bIns="0" lIns="0" spcFirstLastPara="1" rIns="0" wrap="square" tIns="0">
            <a:spAutoFit/>
          </a:bodyPr>
          <a:lstStyle/>
          <a:p>
            <a:pPr indent="0" lvl="0" marL="0" marR="0" rtl="0" algn="ctr">
              <a:lnSpc>
                <a:spcPct val="124805"/>
              </a:lnSpc>
              <a:spcBef>
                <a:spcPts val="0"/>
              </a:spcBef>
              <a:spcAft>
                <a:spcPts val="0"/>
              </a:spcAft>
              <a:buNone/>
            </a:pPr>
            <a:r>
              <a:rPr b="1" i="0" lang="en-US" sz="10151" u="none" cap="none" strike="noStrike">
                <a:solidFill>
                  <a:srgbClr val="000000"/>
                </a:solidFill>
                <a:latin typeface="Arial"/>
                <a:ea typeface="Arial"/>
                <a:cs typeface="Arial"/>
                <a:sym typeface="Arial"/>
              </a:rPr>
              <a:t>¿DUDAS?</a:t>
            </a:r>
            <a:endParaRPr/>
          </a:p>
        </p:txBody>
      </p:sp>
      <p:sp>
        <p:nvSpPr>
          <p:cNvPr id="1256" name="Google Shape;1256;p57"/>
          <p:cNvSpPr txBox="1"/>
          <p:nvPr/>
        </p:nvSpPr>
        <p:spPr>
          <a:xfrm>
            <a:off x="1388336" y="8522309"/>
            <a:ext cx="11057744" cy="1367206"/>
          </a:xfrm>
          <a:prstGeom prst="rect">
            <a:avLst/>
          </a:prstGeom>
          <a:noFill/>
          <a:ln>
            <a:noFill/>
          </a:ln>
        </p:spPr>
        <p:txBody>
          <a:bodyPr anchorCtr="0" anchor="t" bIns="0" lIns="0" spcFirstLastPara="1" rIns="0" wrap="square" tIns="0">
            <a:spAutoFit/>
          </a:bodyPr>
          <a:lstStyle/>
          <a:p>
            <a:pPr indent="0" lvl="0" marL="0" marR="0" rtl="0" algn="l">
              <a:lnSpc>
                <a:spcPct val="156069"/>
              </a:lnSpc>
              <a:spcBef>
                <a:spcPts val="0"/>
              </a:spcBef>
              <a:spcAft>
                <a:spcPts val="0"/>
              </a:spcAft>
              <a:buNone/>
            </a:pPr>
            <a:r>
              <a:rPr b="0" i="0" lang="en-US" sz="2661" u="sng" cap="none" strike="noStrike">
                <a:solidFill>
                  <a:srgbClr val="606060"/>
                </a:solidFill>
                <a:latin typeface="DM Sans"/>
                <a:ea typeface="DM Sans"/>
                <a:cs typeface="DM Sans"/>
                <a:sym typeface="DM Sans"/>
                <a:hlinkClick r:id="rId6">
                  <a:extLst>
                    <a:ext uri="{A12FA001-AC4F-418D-AE19-62706E023703}">
                      <ahyp:hlinkClr val="tx"/>
                    </a:ext>
                  </a:extLst>
                </a:hlinkClick>
              </a:rPr>
              <a:t>RECUERDA QUE TENEMOS NUESTRO FORO SEMANAL DONDE PUEDES CONSULTAR CUALQUIER DUDA QUE TE SURJA EN LA SEMANA</a:t>
            </a:r>
            <a:r>
              <a:rPr b="0" i="0" lang="en-US" sz="2661" u="none" cap="none" strike="noStrike">
                <a:solidFill>
                  <a:srgbClr val="606060"/>
                </a:solidFill>
                <a:latin typeface="DM Sans"/>
                <a:ea typeface="DM Sans"/>
                <a:cs typeface="DM Sans"/>
                <a:sym typeface="DM Sans"/>
              </a:rPr>
              <a:t>.</a:t>
            </a:r>
            <a:endParaRPr/>
          </a:p>
          <a:p>
            <a:pPr indent="0" lvl="0" marL="0" marR="0" rtl="0" algn="l">
              <a:lnSpc>
                <a:spcPct val="82074"/>
              </a:lnSpc>
              <a:spcBef>
                <a:spcPts val="0"/>
              </a:spcBef>
              <a:spcAft>
                <a:spcPts val="0"/>
              </a:spcAft>
              <a:buNone/>
            </a:pPr>
            <a:r>
              <a:t/>
            </a:r>
            <a:endParaRPr b="0" i="0" sz="2661" u="none" cap="none" strike="noStrike">
              <a:solidFill>
                <a:srgbClr val="606060"/>
              </a:solidFill>
              <a:latin typeface="DM Sans"/>
              <a:ea typeface="DM Sans"/>
              <a:cs typeface="DM Sans"/>
              <a:sym typeface="DM Sans"/>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