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Lst>
  <p:sldSz cy="10287000" cx="18288000"/>
  <p:notesSz cx="6858000" cy="9144000"/>
  <p:embeddedFontLst>
    <p:embeddedFont>
      <p:font typeface="Sniglet"/>
      <p:regular r:id="rId46"/>
    </p:embeddedFont>
    <p:embeddedFont>
      <p:font typeface="Anton"/>
      <p:regular r:id="rId47"/>
    </p:embeddedFont>
    <p:embeddedFont>
      <p:font typeface="Poppins"/>
      <p:regular r:id="rId48"/>
      <p:bold r:id="rId49"/>
      <p:italic r:id="rId50"/>
      <p:boldItalic r:id="rId51"/>
    </p:embeddedFont>
    <p:embeddedFont>
      <p:font typeface="Montserrat"/>
      <p:regular r:id="rId52"/>
      <p:bold r:id="rId53"/>
      <p:italic r:id="rId54"/>
      <p:boldItalic r:id="rId55"/>
    </p:embeddedFont>
    <p:embeddedFont>
      <p:font typeface="Shadows Into Light"/>
      <p:regular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57" roundtripDataSignature="AMtx7mhCwJ8o/oSTE02nBhJRbMNR3MdzS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B032081-6DBD-4FC7-8E30-CFCEDB135B0B}">
  <a:tblStyle styleId="{FB032081-6DBD-4FC7-8E30-CFCEDB135B0B}"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60719337-636B-44A8-A5A5-AEE334630C88}"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font" Target="fonts/Sniglet-regular.fntdata"/><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Poppins-regular.fntdata"/><Relationship Id="rId47" Type="http://schemas.openxmlformats.org/officeDocument/2006/relationships/font" Target="fonts/Anton-regular.fntdata"/><Relationship Id="rId49" Type="http://schemas.openxmlformats.org/officeDocument/2006/relationships/font" Target="fonts/Poppins-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Poppins-boldItalic.fntdata"/><Relationship Id="rId50" Type="http://schemas.openxmlformats.org/officeDocument/2006/relationships/font" Target="fonts/Poppins-italic.fntdata"/><Relationship Id="rId53" Type="http://schemas.openxmlformats.org/officeDocument/2006/relationships/font" Target="fonts/Montserrat-bold.fntdata"/><Relationship Id="rId52" Type="http://schemas.openxmlformats.org/officeDocument/2006/relationships/font" Target="fonts/Montserrat-regular.fntdata"/><Relationship Id="rId11" Type="http://schemas.openxmlformats.org/officeDocument/2006/relationships/slide" Target="slides/slide5.xml"/><Relationship Id="rId55" Type="http://schemas.openxmlformats.org/officeDocument/2006/relationships/font" Target="fonts/Montserrat-boldItalic.fntdata"/><Relationship Id="rId10" Type="http://schemas.openxmlformats.org/officeDocument/2006/relationships/slide" Target="slides/slide4.xml"/><Relationship Id="rId54" Type="http://schemas.openxmlformats.org/officeDocument/2006/relationships/font" Target="fonts/Montserrat-italic.fntdata"/><Relationship Id="rId13" Type="http://schemas.openxmlformats.org/officeDocument/2006/relationships/slide" Target="slides/slide7.xml"/><Relationship Id="rId57" Type="http://customschemas.google.com/relationships/presentationmetadata" Target="metadata"/><Relationship Id="rId12" Type="http://schemas.openxmlformats.org/officeDocument/2006/relationships/slide" Target="slides/slide6.xml"/><Relationship Id="rId56" Type="http://schemas.openxmlformats.org/officeDocument/2006/relationships/font" Target="fonts/ShadowsIntoLight-regular.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a0c616aedf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6" name="Google Shape;86;g3a0c616aedf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5" name="Google Shape;115;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2" name="Google Shape;152;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0" name="Google Shape;17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5" name="Google Shape;18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1" name="Google Shape;19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7" name="Google Shape;19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3" name="Google Shape;20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9" name="Google Shape;20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6" name="Google Shape;21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3" name="Google Shape;22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9" name="Google Shape;22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5" name="Google Shape;235;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1" name="Google Shape;241;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7" name="Google Shape;247;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3" name="Google Shape;253;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0" name="Google Shape;260;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6" name="Google Shape;266;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2" name="Google Shape;272;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8" name="Google Shape;278;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4" name="Google Shape;284;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6" name="Google Shape;306;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2" name="Google Shape;312;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8" name="Google Shape;318;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4" name="Google Shape;324;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0" name="Google Shape;330;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4" name="Google Shape;344;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0" name="Google Shape;350;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6" name="Google Shape;356;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0" name="Google Shape;370;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1" name="Google Shape;381;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2" name="Google Shape;412;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9" name="Google Shape;429;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5" name="Google Shape;445;p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3" name="Google Shape;453;p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4" name="Google Shape;464;p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5" name="Google Shape;475;p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2" name="Google Shape;482;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p56"/>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7" name="Google Shape;17;p56"/>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gn="l">
              <a:lnSpc>
                <a:spcPct val="115000"/>
              </a:lnSpc>
              <a:spcBef>
                <a:spcPts val="0"/>
              </a:spcBef>
              <a:spcAft>
                <a:spcPts val="0"/>
              </a:spcAft>
              <a:buSzPts val="3600"/>
              <a:buChar char="●"/>
              <a:defRPr/>
            </a:lvl1pPr>
            <a:lvl2pPr indent="-406400" lvl="1" marL="914400" algn="l">
              <a:lnSpc>
                <a:spcPct val="115000"/>
              </a:lnSpc>
              <a:spcBef>
                <a:spcPts val="0"/>
              </a:spcBef>
              <a:spcAft>
                <a:spcPts val="0"/>
              </a:spcAft>
              <a:buSzPts val="2800"/>
              <a:buChar char="○"/>
              <a:defRPr/>
            </a:lvl2pPr>
            <a:lvl3pPr indent="-406400" lvl="2" marL="1371600" algn="l">
              <a:lnSpc>
                <a:spcPct val="115000"/>
              </a:lnSpc>
              <a:spcBef>
                <a:spcPts val="0"/>
              </a:spcBef>
              <a:spcAft>
                <a:spcPts val="0"/>
              </a:spcAft>
              <a:buSzPts val="2800"/>
              <a:buChar char="■"/>
              <a:defRPr/>
            </a:lvl3pPr>
            <a:lvl4pPr indent="-406400" lvl="3" marL="1828800" algn="l">
              <a:lnSpc>
                <a:spcPct val="115000"/>
              </a:lnSpc>
              <a:spcBef>
                <a:spcPts val="0"/>
              </a:spcBef>
              <a:spcAft>
                <a:spcPts val="0"/>
              </a:spcAft>
              <a:buSzPts val="2800"/>
              <a:buChar char="●"/>
              <a:defRPr/>
            </a:lvl4pPr>
            <a:lvl5pPr indent="-406400" lvl="4" marL="2286000" algn="l">
              <a:lnSpc>
                <a:spcPct val="115000"/>
              </a:lnSpc>
              <a:spcBef>
                <a:spcPts val="0"/>
              </a:spcBef>
              <a:spcAft>
                <a:spcPts val="0"/>
              </a:spcAft>
              <a:buSzPts val="2800"/>
              <a:buChar char="○"/>
              <a:defRPr/>
            </a:lvl5pPr>
            <a:lvl6pPr indent="-406400" lvl="5" marL="2743200" algn="l">
              <a:lnSpc>
                <a:spcPct val="115000"/>
              </a:lnSpc>
              <a:spcBef>
                <a:spcPts val="0"/>
              </a:spcBef>
              <a:spcAft>
                <a:spcPts val="0"/>
              </a:spcAft>
              <a:buSzPts val="2800"/>
              <a:buChar char="■"/>
              <a:defRPr/>
            </a:lvl6pPr>
            <a:lvl7pPr indent="-406400" lvl="6" marL="3200400" algn="l">
              <a:lnSpc>
                <a:spcPct val="115000"/>
              </a:lnSpc>
              <a:spcBef>
                <a:spcPts val="0"/>
              </a:spcBef>
              <a:spcAft>
                <a:spcPts val="0"/>
              </a:spcAft>
              <a:buSzPts val="2800"/>
              <a:buChar char="●"/>
              <a:defRPr/>
            </a:lvl7pPr>
            <a:lvl8pPr indent="-406400" lvl="7" marL="3657600" algn="l">
              <a:lnSpc>
                <a:spcPct val="115000"/>
              </a:lnSpc>
              <a:spcBef>
                <a:spcPts val="0"/>
              </a:spcBef>
              <a:spcAft>
                <a:spcPts val="0"/>
              </a:spcAft>
              <a:buSzPts val="2800"/>
              <a:buChar char="○"/>
              <a:defRPr/>
            </a:lvl8pPr>
            <a:lvl9pPr indent="-406400" lvl="8" marL="4114800" algn="l">
              <a:lnSpc>
                <a:spcPct val="115000"/>
              </a:lnSpc>
              <a:spcBef>
                <a:spcPts val="0"/>
              </a:spcBef>
              <a:spcAft>
                <a:spcPts val="0"/>
              </a:spcAft>
              <a:buSzPts val="2800"/>
              <a:buChar char="■"/>
              <a:defRPr/>
            </a:lvl9pPr>
          </a:lstStyle>
          <a:p/>
        </p:txBody>
      </p:sp>
      <p:sp>
        <p:nvSpPr>
          <p:cNvPr id="18" name="Google Shape;18;p56"/>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4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4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2" name="Google Shape;22;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 name="Google Shape;28;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4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4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4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4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4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4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4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4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4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4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4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4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4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49"/>
          <p:cNvSpPr/>
          <p:nvPr>
            <p:ph idx="2" type="pic"/>
          </p:nvPr>
        </p:nvSpPr>
        <p:spPr>
          <a:xfrm>
            <a:off x="1792288" y="612775"/>
            <a:ext cx="5486400" cy="4114800"/>
          </a:xfrm>
          <a:prstGeom prst="rect">
            <a:avLst/>
          </a:prstGeom>
          <a:noFill/>
          <a:ln>
            <a:noFill/>
          </a:ln>
        </p:spPr>
      </p:sp>
      <p:sp>
        <p:nvSpPr>
          <p:cNvPr id="68" name="Google Shape;68;p4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5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5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5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4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s>
</file>

<file path=ppt/slides/_rels/slide2.xml.rels><?xml version="1.0" encoding="UTF-8" standalone="yes"?><Relationships xmlns="http://schemas.openxmlformats.org/package/2006/relationships"><Relationship Id="rId11" Type="http://schemas.openxmlformats.org/officeDocument/2006/relationships/image" Target="../media/image18.png"/><Relationship Id="rId10" Type="http://schemas.openxmlformats.org/officeDocument/2006/relationships/image" Target="../media/image22.png"/><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6.jpg"/><Relationship Id="rId4" Type="http://schemas.openxmlformats.org/officeDocument/2006/relationships/image" Target="../media/image12.png"/><Relationship Id="rId9" Type="http://schemas.openxmlformats.org/officeDocument/2006/relationships/image" Target="../media/image5.png"/><Relationship Id="rId5" Type="http://schemas.openxmlformats.org/officeDocument/2006/relationships/image" Target="../media/image3.png"/><Relationship Id="rId6" Type="http://schemas.openxmlformats.org/officeDocument/2006/relationships/image" Target="../media/image1.png"/><Relationship Id="rId7" Type="http://schemas.openxmlformats.org/officeDocument/2006/relationships/image" Target="../media/image30.png"/><Relationship Id="rId8"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s://youtu.be/RgjxXMtiQO8" TargetMode="External"/></Relationships>
</file>

<file path=ppt/slides/_rels/slide4.xml.rels><?xml version="1.0" encoding="UTF-8" standalone="yes"?><Relationships xmlns="http://schemas.openxmlformats.org/package/2006/relationships"><Relationship Id="rId11" Type="http://schemas.openxmlformats.org/officeDocument/2006/relationships/image" Target="../media/image5.png"/><Relationship Id="rId10" Type="http://schemas.openxmlformats.org/officeDocument/2006/relationships/image" Target="../media/image8.png"/><Relationship Id="rId12" Type="http://schemas.openxmlformats.org/officeDocument/2006/relationships/image" Target="../media/image9.png"/><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6.jpg"/><Relationship Id="rId4" Type="http://schemas.openxmlformats.org/officeDocument/2006/relationships/image" Target="../media/image32.png"/><Relationship Id="rId9" Type="http://schemas.openxmlformats.org/officeDocument/2006/relationships/image" Target="../media/image45.png"/><Relationship Id="rId5" Type="http://schemas.openxmlformats.org/officeDocument/2006/relationships/image" Target="../media/image3.png"/><Relationship Id="rId6" Type="http://schemas.openxmlformats.org/officeDocument/2006/relationships/image" Target="../media/image1.png"/><Relationship Id="rId7" Type="http://schemas.openxmlformats.org/officeDocument/2006/relationships/image" Target="../media/image15.png"/><Relationship Id="rId8"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26.png"/><Relationship Id="rId5" Type="http://schemas.openxmlformats.org/officeDocument/2006/relationships/image" Target="../media/image24.png"/><Relationship Id="rId6" Type="http://schemas.openxmlformats.org/officeDocument/2006/relationships/image" Target="../media/image19.png"/><Relationship Id="rId7"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hyperlink" Target="https://www.calculator.net/ip-subnet-calculator.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4.png"/><Relationship Id="rId4" Type="http://schemas.openxmlformats.org/officeDocument/2006/relationships/image" Target="../media/image20.png"/><Relationship Id="rId5" Type="http://schemas.openxmlformats.org/officeDocument/2006/relationships/image" Target="../media/image26.png"/><Relationship Id="rId6" Type="http://schemas.openxmlformats.org/officeDocument/2006/relationships/image" Target="../media/image4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6.jpg"/><Relationship Id="rId4" Type="http://schemas.openxmlformats.org/officeDocument/2006/relationships/image" Target="../media/image43.png"/><Relationship Id="rId9" Type="http://schemas.openxmlformats.org/officeDocument/2006/relationships/image" Target="../media/image7.png"/><Relationship Id="rId5" Type="http://schemas.openxmlformats.org/officeDocument/2006/relationships/image" Target="../media/image48.png"/><Relationship Id="rId6" Type="http://schemas.openxmlformats.org/officeDocument/2006/relationships/image" Target="../media/image45.png"/><Relationship Id="rId7" Type="http://schemas.openxmlformats.org/officeDocument/2006/relationships/image" Target="../media/image1.png"/><Relationship Id="rId8" Type="http://schemas.openxmlformats.org/officeDocument/2006/relationships/image" Target="../media/image5.png"/></Relationships>
</file>

<file path=ppt/slides/_rels/slide33.xml.rels><?xml version="1.0" encoding="UTF-8" standalone="yes"?><Relationships xmlns="http://schemas.openxmlformats.org/package/2006/relationships"><Relationship Id="rId11" Type="http://schemas.openxmlformats.org/officeDocument/2006/relationships/image" Target="../media/image8.png"/><Relationship Id="rId10" Type="http://schemas.openxmlformats.org/officeDocument/2006/relationships/image" Target="../media/image37.png"/><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6.jpg"/><Relationship Id="rId4" Type="http://schemas.openxmlformats.org/officeDocument/2006/relationships/image" Target="../media/image12.png"/><Relationship Id="rId9" Type="http://schemas.openxmlformats.org/officeDocument/2006/relationships/image" Target="../media/image5.png"/><Relationship Id="rId5" Type="http://schemas.openxmlformats.org/officeDocument/2006/relationships/image" Target="../media/image3.png"/><Relationship Id="rId6" Type="http://schemas.openxmlformats.org/officeDocument/2006/relationships/image" Target="../media/image30.png"/><Relationship Id="rId7" Type="http://schemas.openxmlformats.org/officeDocument/2006/relationships/image" Target="../media/image9.png"/><Relationship Id="rId8" Type="http://schemas.openxmlformats.org/officeDocument/2006/relationships/image" Target="../media/image1.png"/></Relationships>
</file>

<file path=ppt/slides/_rels/slide34.xml.rels><?xml version="1.0" encoding="UTF-8" standalone="yes"?><Relationships xmlns="http://schemas.openxmlformats.org/package/2006/relationships"><Relationship Id="rId10" Type="http://schemas.openxmlformats.org/officeDocument/2006/relationships/image" Target="../media/image8.png"/><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47.jpg"/><Relationship Id="rId4" Type="http://schemas.openxmlformats.org/officeDocument/2006/relationships/image" Target="../media/image3.png"/><Relationship Id="rId9" Type="http://schemas.openxmlformats.org/officeDocument/2006/relationships/image" Target="../media/image37.png"/><Relationship Id="rId5" Type="http://schemas.openxmlformats.org/officeDocument/2006/relationships/image" Target="../media/image12.png"/><Relationship Id="rId6" Type="http://schemas.openxmlformats.org/officeDocument/2006/relationships/image" Target="../media/image30.png"/><Relationship Id="rId7" Type="http://schemas.openxmlformats.org/officeDocument/2006/relationships/image" Target="../media/image1.png"/><Relationship Id="rId8" Type="http://schemas.openxmlformats.org/officeDocument/2006/relationships/image" Target="../media/image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5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5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5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50.png"/></Relationships>
</file>

<file path=ppt/slides/_rels/slide39.xml.rels><?xml version="1.0" encoding="UTF-8" standalone="yes"?><Relationships xmlns="http://schemas.openxmlformats.org/package/2006/relationships"><Relationship Id="rId11" Type="http://schemas.openxmlformats.org/officeDocument/2006/relationships/image" Target="../media/image37.png"/><Relationship Id="rId10" Type="http://schemas.openxmlformats.org/officeDocument/2006/relationships/image" Target="../media/image8.png"/><Relationship Id="rId12" Type="http://schemas.openxmlformats.org/officeDocument/2006/relationships/image" Target="../media/image53.png"/><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47.jpg"/><Relationship Id="rId4" Type="http://schemas.openxmlformats.org/officeDocument/2006/relationships/image" Target="../media/image42.png"/><Relationship Id="rId9" Type="http://schemas.openxmlformats.org/officeDocument/2006/relationships/image" Target="../media/image51.png"/><Relationship Id="rId5" Type="http://schemas.openxmlformats.org/officeDocument/2006/relationships/image" Target="../media/image1.png"/><Relationship Id="rId6" Type="http://schemas.openxmlformats.org/officeDocument/2006/relationships/image" Target="../media/image45.png"/><Relationship Id="rId7" Type="http://schemas.openxmlformats.org/officeDocument/2006/relationships/image" Target="../media/image7.png"/><Relationship Id="rId8"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g3a0c616aedf_0_0"/>
          <p:cNvSpPr/>
          <p:nvPr/>
        </p:nvSpPr>
        <p:spPr>
          <a:xfrm>
            <a:off x="16560" y="0"/>
            <a:ext cx="18253440" cy="10286640"/>
          </a:xfrm>
          <a:custGeom>
            <a:rect b="b" l="l" r="r" t="t"/>
            <a:pathLst>
              <a:path extrusionOk="0" h="10286640" w="18253440">
                <a:moveTo>
                  <a:pt x="0" y="0"/>
                </a:moveTo>
                <a:lnTo>
                  <a:pt x="18253440" y="0"/>
                </a:lnTo>
                <a:lnTo>
                  <a:pt x="18253440" y="10286640"/>
                </a:lnTo>
                <a:lnTo>
                  <a:pt x="0" y="10286640"/>
                </a:lnTo>
                <a:lnTo>
                  <a:pt x="0" y="0"/>
                </a:lnTo>
                <a:close/>
              </a:path>
            </a:pathLst>
          </a:custGeom>
          <a:blipFill rotWithShape="1">
            <a:blip r:embed="rId3">
              <a:alphaModFix amt="62000"/>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aphicFrame>
        <p:nvGraphicFramePr>
          <p:cNvPr id="89" name="Google Shape;89;g3a0c616aedf_0_0"/>
          <p:cNvGraphicFramePr/>
          <p:nvPr/>
        </p:nvGraphicFramePr>
        <p:xfrm>
          <a:off x="10656720" y="1940400"/>
          <a:ext cx="3000000" cy="3000000"/>
        </p:xfrm>
        <a:graphic>
          <a:graphicData uri="http://schemas.openxmlformats.org/drawingml/2006/table">
            <a:tbl>
              <a:tblPr>
                <a:noFill/>
                <a:tableStyleId>{FB032081-6DBD-4FC7-8E30-CFCEDB135B0B}</a:tableStyleId>
              </a:tblPr>
              <a:tblGrid>
                <a:gridCol w="3036750"/>
                <a:gridCol w="4329250"/>
              </a:tblGrid>
              <a:tr h="719050">
                <a:tc>
                  <a:txBody>
                    <a:bodyPr/>
                    <a:lstStyle/>
                    <a:p>
                      <a:pPr indent="0" lvl="0" marL="0" marR="0" rtl="0" algn="l">
                        <a:lnSpc>
                          <a:spcPct val="120000"/>
                        </a:lnSpc>
                        <a:spcBef>
                          <a:spcPts val="0"/>
                        </a:spcBef>
                        <a:spcAft>
                          <a:spcPts val="0"/>
                        </a:spcAft>
                        <a:buClr>
                          <a:srgbClr val="000000"/>
                        </a:buClr>
                        <a:buSzPts val="2840"/>
                        <a:buFont typeface="Arial"/>
                        <a:buNone/>
                      </a:pPr>
                      <a:r>
                        <a:rPr b="1" lang="en-US" sz="2840" u="none" cap="none" strike="noStrike">
                          <a:solidFill>
                            <a:srgbClr val="000000"/>
                          </a:solidFill>
                          <a:latin typeface="Arial"/>
                          <a:ea typeface="Arial"/>
                          <a:cs typeface="Arial"/>
                          <a:sym typeface="Arial"/>
                        </a:rPr>
                        <a:t>Día, Fecha:</a:t>
                      </a:r>
                      <a:endParaRPr sz="1100" u="none" cap="none" strike="noStrike"/>
                    </a:p>
                  </a:txBody>
                  <a:tcPr marT="91075" marB="91075" marR="91075" marL="910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40014"/>
                        </a:lnSpc>
                        <a:spcBef>
                          <a:spcPts val="0"/>
                        </a:spcBef>
                        <a:spcAft>
                          <a:spcPts val="0"/>
                        </a:spcAft>
                        <a:buClr>
                          <a:srgbClr val="000000"/>
                        </a:buClr>
                        <a:buSzPts val="2799"/>
                        <a:buFont typeface="Arial"/>
                        <a:buNone/>
                      </a:pPr>
                      <a:r>
                        <a:rPr lang="en-US" sz="2799" u="none" cap="none" strike="noStrike">
                          <a:solidFill>
                            <a:srgbClr val="000000"/>
                          </a:solidFill>
                          <a:latin typeface="Arial"/>
                          <a:ea typeface="Arial"/>
                          <a:cs typeface="Arial"/>
                          <a:sym typeface="Arial"/>
                        </a:rPr>
                        <a:t>Día, dd/mm/yyyy</a:t>
                      </a:r>
                      <a:endParaRPr sz="1100" u="none" cap="none" strike="noStrike"/>
                    </a:p>
                  </a:txBody>
                  <a:tcPr marT="91075" marB="91075" marR="91075" marL="910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719050">
                <a:tc>
                  <a:txBody>
                    <a:bodyPr/>
                    <a:lstStyle/>
                    <a:p>
                      <a:pPr indent="0" lvl="0" marL="0" marR="0" rtl="0" algn="l">
                        <a:lnSpc>
                          <a:spcPct val="120000"/>
                        </a:lnSpc>
                        <a:spcBef>
                          <a:spcPts val="0"/>
                        </a:spcBef>
                        <a:spcAft>
                          <a:spcPts val="0"/>
                        </a:spcAft>
                        <a:buClr>
                          <a:srgbClr val="000000"/>
                        </a:buClr>
                        <a:buSzPts val="2840"/>
                        <a:buFont typeface="Arial"/>
                        <a:buNone/>
                      </a:pPr>
                      <a:r>
                        <a:rPr b="1" lang="en-US" sz="2840" u="none" cap="none" strike="noStrike">
                          <a:solidFill>
                            <a:srgbClr val="000000"/>
                          </a:solidFill>
                          <a:latin typeface="Arial"/>
                          <a:ea typeface="Arial"/>
                          <a:cs typeface="Arial"/>
                          <a:sym typeface="Arial"/>
                        </a:rPr>
                        <a:t>Hora de inicio:</a:t>
                      </a:r>
                      <a:endParaRPr sz="1100" u="none" cap="none" strike="noStrike"/>
                    </a:p>
                  </a:txBody>
                  <a:tcPr marT="91075" marB="91075" marR="91075" marL="910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40014"/>
                        </a:lnSpc>
                        <a:spcBef>
                          <a:spcPts val="0"/>
                        </a:spcBef>
                        <a:spcAft>
                          <a:spcPts val="0"/>
                        </a:spcAft>
                        <a:buClr>
                          <a:srgbClr val="000000"/>
                        </a:buClr>
                        <a:buSzPts val="2799"/>
                        <a:buFont typeface="Arial"/>
                        <a:buNone/>
                      </a:pPr>
                      <a:r>
                        <a:rPr lang="en-US" sz="2799" u="none" cap="none" strike="noStrike">
                          <a:solidFill>
                            <a:srgbClr val="000000"/>
                          </a:solidFill>
                          <a:latin typeface="Arial"/>
                          <a:ea typeface="Arial"/>
                          <a:cs typeface="Arial"/>
                          <a:sym typeface="Arial"/>
                        </a:rPr>
                        <a:t>00:00 hrs</a:t>
                      </a:r>
                      <a:endParaRPr sz="1100" u="none" cap="none" strike="noStrike"/>
                    </a:p>
                  </a:txBody>
                  <a:tcPr marT="91075" marB="91075" marR="91075" marL="910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90" name="Google Shape;90;g3a0c616aedf_0_0"/>
          <p:cNvSpPr txBox="1"/>
          <p:nvPr/>
        </p:nvSpPr>
        <p:spPr>
          <a:xfrm>
            <a:off x="1618360" y="4512750"/>
            <a:ext cx="15051300" cy="769500"/>
          </a:xfrm>
          <a:prstGeom prst="rect">
            <a:avLst/>
          </a:prstGeom>
          <a:noFill/>
          <a:ln>
            <a:noFill/>
          </a:ln>
        </p:spPr>
        <p:txBody>
          <a:bodyPr anchorCtr="0" anchor="t" bIns="0" lIns="0" spcFirstLastPara="1" rIns="0" wrap="square" tIns="0">
            <a:spAutoFit/>
          </a:bodyPr>
          <a:lstStyle/>
          <a:p>
            <a:pPr indent="0" lvl="0" marL="0" marR="0" rtl="0" algn="l">
              <a:lnSpc>
                <a:spcPct val="120004"/>
              </a:lnSpc>
              <a:spcBef>
                <a:spcPts val="0"/>
              </a:spcBef>
              <a:spcAft>
                <a:spcPts val="0"/>
              </a:spcAft>
              <a:buClr>
                <a:srgbClr val="000000"/>
              </a:buClr>
              <a:buSzPts val="4999"/>
              <a:buFont typeface="Arial"/>
              <a:buNone/>
            </a:pPr>
            <a:r>
              <a:rPr b="0" i="0" lang="en-US" sz="4999" u="none" cap="none" strike="noStrike">
                <a:solidFill>
                  <a:srgbClr val="000000"/>
                </a:solidFill>
                <a:latin typeface="Arial"/>
                <a:ea typeface="Arial"/>
                <a:cs typeface="Arial"/>
                <a:sym typeface="Arial"/>
              </a:rPr>
              <a:t>Laboratorio de Redes de Computadoras 1 [Sección]</a:t>
            </a:r>
            <a:endParaRPr b="0" i="0" sz="1400" u="none" cap="none" strike="noStrike">
              <a:solidFill>
                <a:srgbClr val="000000"/>
              </a:solidFill>
              <a:latin typeface="Arial"/>
              <a:ea typeface="Arial"/>
              <a:cs typeface="Arial"/>
              <a:sym typeface="Arial"/>
            </a:endParaRPr>
          </a:p>
        </p:txBody>
      </p:sp>
      <p:sp>
        <p:nvSpPr>
          <p:cNvPr id="91" name="Google Shape;91;g3a0c616aedf_0_0"/>
          <p:cNvSpPr txBox="1"/>
          <p:nvPr/>
        </p:nvSpPr>
        <p:spPr>
          <a:xfrm>
            <a:off x="3648960" y="5807475"/>
            <a:ext cx="10989300" cy="615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4000"/>
              <a:buFont typeface="Arial"/>
              <a:buNone/>
            </a:pPr>
            <a:r>
              <a:rPr b="0" i="0" lang="en-US" sz="4000" u="none" cap="none" strike="noStrike">
                <a:solidFill>
                  <a:srgbClr val="000000"/>
                </a:solidFill>
                <a:latin typeface="Arial"/>
                <a:ea typeface="Arial"/>
                <a:cs typeface="Arial"/>
                <a:sym typeface="Arial"/>
              </a:rPr>
              <a:t>Nombre Auxiliar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962" l="0" r="0" t="-996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7" name="Google Shape;97;p1"/>
          <p:cNvSpPr/>
          <p:nvPr/>
        </p:nvSpPr>
        <p:spPr>
          <a:xfrm flipH="1" rot="1893254">
            <a:off x="14961868" y="2144620"/>
            <a:ext cx="1946964" cy="3254802"/>
          </a:xfrm>
          <a:custGeom>
            <a:rect b="b" l="l" r="r" t="t"/>
            <a:pathLst>
              <a:path extrusionOk="0" h="3254802" w="1946964">
                <a:moveTo>
                  <a:pt x="1946964" y="0"/>
                </a:moveTo>
                <a:lnTo>
                  <a:pt x="0" y="0"/>
                </a:lnTo>
                <a:lnTo>
                  <a:pt x="0" y="3254803"/>
                </a:lnTo>
                <a:lnTo>
                  <a:pt x="1946964" y="3254803"/>
                </a:lnTo>
                <a:lnTo>
                  <a:pt x="1946964"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8" name="Google Shape;98;p1"/>
          <p:cNvSpPr/>
          <p:nvPr/>
        </p:nvSpPr>
        <p:spPr>
          <a:xfrm rot="-1753902">
            <a:off x="-794369" y="5210525"/>
            <a:ext cx="4321366" cy="1532121"/>
          </a:xfrm>
          <a:custGeom>
            <a:rect b="b" l="l" r="r" t="t"/>
            <a:pathLst>
              <a:path extrusionOk="0" h="1532121" w="4321366">
                <a:moveTo>
                  <a:pt x="0" y="0"/>
                </a:moveTo>
                <a:lnTo>
                  <a:pt x="4321367" y="0"/>
                </a:lnTo>
                <a:lnTo>
                  <a:pt x="4321367" y="1532121"/>
                </a:lnTo>
                <a:lnTo>
                  <a:pt x="0" y="153212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9" name="Google Shape;99;p1"/>
          <p:cNvSpPr/>
          <p:nvPr/>
        </p:nvSpPr>
        <p:spPr>
          <a:xfrm rot="-2210017">
            <a:off x="6252997" y="8975256"/>
            <a:ext cx="5782005" cy="1576910"/>
          </a:xfrm>
          <a:custGeom>
            <a:rect b="b" l="l" r="r" t="t"/>
            <a:pathLst>
              <a:path extrusionOk="0" h="1576910" w="5782005">
                <a:moveTo>
                  <a:pt x="0" y="0"/>
                </a:moveTo>
                <a:lnTo>
                  <a:pt x="5782006" y="0"/>
                </a:lnTo>
                <a:lnTo>
                  <a:pt x="5782006" y="1576911"/>
                </a:lnTo>
                <a:lnTo>
                  <a:pt x="0" y="1576911"/>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0" name="Google Shape;100;p1"/>
          <p:cNvSpPr/>
          <p:nvPr/>
        </p:nvSpPr>
        <p:spPr>
          <a:xfrm flipH="1" rot="-5400000">
            <a:off x="3678097" y="-1718818"/>
            <a:ext cx="10142099" cy="13869537"/>
          </a:xfrm>
          <a:custGeom>
            <a:rect b="b" l="l" r="r" t="t"/>
            <a:pathLst>
              <a:path extrusionOk="0" h="13869537" w="10142099">
                <a:moveTo>
                  <a:pt x="0" y="13869537"/>
                </a:moveTo>
                <a:lnTo>
                  <a:pt x="10142099" y="13869537"/>
                </a:lnTo>
                <a:lnTo>
                  <a:pt x="10142099" y="0"/>
                </a:lnTo>
                <a:lnTo>
                  <a:pt x="0" y="0"/>
                </a:lnTo>
                <a:lnTo>
                  <a:pt x="0" y="13869537"/>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1" name="Google Shape;101;p1"/>
          <p:cNvSpPr/>
          <p:nvPr/>
        </p:nvSpPr>
        <p:spPr>
          <a:xfrm rot="-5839654">
            <a:off x="48536" y="1381761"/>
            <a:ext cx="1342139" cy="471300"/>
          </a:xfrm>
          <a:custGeom>
            <a:rect b="b" l="l" r="r" t="t"/>
            <a:pathLst>
              <a:path extrusionOk="0" h="471300" w="1342139">
                <a:moveTo>
                  <a:pt x="0" y="0"/>
                </a:moveTo>
                <a:lnTo>
                  <a:pt x="1342139" y="0"/>
                </a:lnTo>
                <a:lnTo>
                  <a:pt x="1342139" y="471300"/>
                </a:lnTo>
                <a:lnTo>
                  <a:pt x="0" y="471300"/>
                </a:lnTo>
                <a:lnTo>
                  <a:pt x="0" y="0"/>
                </a:lnTo>
                <a:close/>
              </a:path>
            </a:pathLst>
          </a:custGeom>
          <a:blipFill rotWithShape="1">
            <a:blip r:embed="rId8">
              <a:alphaModFix/>
            </a:blip>
            <a:stretch>
              <a:fillRect b="-33514" l="-13705" r="-15226"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2" name="Google Shape;102;p1"/>
          <p:cNvSpPr/>
          <p:nvPr/>
        </p:nvSpPr>
        <p:spPr>
          <a:xfrm rot="-688683">
            <a:off x="16544054" y="5092654"/>
            <a:ext cx="1100927" cy="1187274"/>
          </a:xfrm>
          <a:custGeom>
            <a:rect b="b" l="l" r="r" t="t"/>
            <a:pathLst>
              <a:path extrusionOk="0" h="1187274" w="1100927">
                <a:moveTo>
                  <a:pt x="0" y="0"/>
                </a:moveTo>
                <a:lnTo>
                  <a:pt x="1100926" y="0"/>
                </a:lnTo>
                <a:lnTo>
                  <a:pt x="1100926" y="1187274"/>
                </a:lnTo>
                <a:lnTo>
                  <a:pt x="0" y="1187274"/>
                </a:lnTo>
                <a:lnTo>
                  <a:pt x="0" y="0"/>
                </a:lnTo>
                <a:close/>
              </a:path>
            </a:pathLst>
          </a:cu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3" name="Google Shape;103;p1"/>
          <p:cNvSpPr/>
          <p:nvPr/>
        </p:nvSpPr>
        <p:spPr>
          <a:xfrm rot="-975243">
            <a:off x="17097055" y="1277758"/>
            <a:ext cx="629902" cy="679306"/>
          </a:xfrm>
          <a:custGeom>
            <a:rect b="b" l="l" r="r" t="t"/>
            <a:pathLst>
              <a:path extrusionOk="0" h="679306" w="629902">
                <a:moveTo>
                  <a:pt x="0" y="0"/>
                </a:moveTo>
                <a:lnTo>
                  <a:pt x="629902" y="0"/>
                </a:lnTo>
                <a:lnTo>
                  <a:pt x="629902" y="679306"/>
                </a:lnTo>
                <a:lnTo>
                  <a:pt x="0" y="679306"/>
                </a:lnTo>
                <a:lnTo>
                  <a:pt x="0" y="0"/>
                </a:lnTo>
                <a:close/>
              </a:path>
            </a:pathLst>
          </a:cu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4" name="Google Shape;104;p1"/>
          <p:cNvSpPr/>
          <p:nvPr/>
        </p:nvSpPr>
        <p:spPr>
          <a:xfrm rot="-975243">
            <a:off x="433229" y="3913274"/>
            <a:ext cx="629902" cy="679306"/>
          </a:xfrm>
          <a:custGeom>
            <a:rect b="b" l="l" r="r" t="t"/>
            <a:pathLst>
              <a:path extrusionOk="0" h="679306" w="629902">
                <a:moveTo>
                  <a:pt x="0" y="0"/>
                </a:moveTo>
                <a:lnTo>
                  <a:pt x="629902" y="0"/>
                </a:lnTo>
                <a:lnTo>
                  <a:pt x="629902" y="679307"/>
                </a:lnTo>
                <a:lnTo>
                  <a:pt x="0" y="679307"/>
                </a:lnTo>
                <a:lnTo>
                  <a:pt x="0" y="0"/>
                </a:lnTo>
                <a:close/>
              </a:path>
            </a:pathLst>
          </a:cu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5" name="Google Shape;105;p1"/>
          <p:cNvSpPr/>
          <p:nvPr/>
        </p:nvSpPr>
        <p:spPr>
          <a:xfrm rot="756877">
            <a:off x="17042543" y="6799273"/>
            <a:ext cx="629902" cy="679306"/>
          </a:xfrm>
          <a:custGeom>
            <a:rect b="b" l="l" r="r" t="t"/>
            <a:pathLst>
              <a:path extrusionOk="0" h="679306" w="629902">
                <a:moveTo>
                  <a:pt x="0" y="0"/>
                </a:moveTo>
                <a:lnTo>
                  <a:pt x="629902" y="0"/>
                </a:lnTo>
                <a:lnTo>
                  <a:pt x="629902" y="679306"/>
                </a:lnTo>
                <a:lnTo>
                  <a:pt x="0" y="679306"/>
                </a:lnTo>
                <a:lnTo>
                  <a:pt x="0" y="0"/>
                </a:lnTo>
                <a:close/>
              </a:path>
            </a:pathLst>
          </a:cu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6" name="Google Shape;106;p1"/>
          <p:cNvSpPr txBox="1"/>
          <p:nvPr/>
        </p:nvSpPr>
        <p:spPr>
          <a:xfrm>
            <a:off x="5060731" y="3583591"/>
            <a:ext cx="8166600" cy="2222400"/>
          </a:xfrm>
          <a:prstGeom prst="rect">
            <a:avLst/>
          </a:prstGeom>
          <a:noFill/>
          <a:ln>
            <a:noFill/>
          </a:ln>
        </p:spPr>
        <p:txBody>
          <a:bodyPr anchorCtr="0" anchor="t" bIns="0" lIns="0" spcFirstLastPara="1" rIns="0" wrap="square" tIns="0">
            <a:spAutoFit/>
          </a:bodyPr>
          <a:lstStyle/>
          <a:p>
            <a:pPr indent="0" lvl="0" marL="0" marR="0" rtl="0" algn="ctr">
              <a:lnSpc>
                <a:spcPct val="139993"/>
              </a:lnSpc>
              <a:spcBef>
                <a:spcPts val="0"/>
              </a:spcBef>
              <a:spcAft>
                <a:spcPts val="0"/>
              </a:spcAft>
              <a:buClr>
                <a:srgbClr val="000000"/>
              </a:buClr>
              <a:buSzPts val="6016"/>
              <a:buFont typeface="Arial"/>
              <a:buNone/>
            </a:pPr>
            <a:r>
              <a:rPr b="0" i="0" lang="en-US" sz="6016" u="none" cap="none" strike="noStrike">
                <a:solidFill>
                  <a:srgbClr val="F15D54"/>
                </a:solidFill>
                <a:latin typeface="Arial"/>
                <a:ea typeface="Arial"/>
                <a:cs typeface="Arial"/>
                <a:sym typeface="Arial"/>
              </a:rPr>
              <a:t>Dispositivos y Protocolos en la Capa 3</a:t>
            </a:r>
            <a:endParaRPr b="0" i="0" sz="800" u="none" cap="none" strike="noStrike">
              <a:solidFill>
                <a:srgbClr val="000000"/>
              </a:solidFill>
              <a:latin typeface="Arial"/>
              <a:ea typeface="Arial"/>
              <a:cs typeface="Arial"/>
              <a:sym typeface="Arial"/>
            </a:endParaRPr>
          </a:p>
        </p:txBody>
      </p:sp>
      <p:sp>
        <p:nvSpPr>
          <p:cNvPr id="107" name="Google Shape;107;p1"/>
          <p:cNvSpPr/>
          <p:nvPr/>
        </p:nvSpPr>
        <p:spPr>
          <a:xfrm>
            <a:off x="4479678" y="4084856"/>
            <a:ext cx="581054" cy="1058644"/>
          </a:xfrm>
          <a:custGeom>
            <a:rect b="b" l="l" r="r" t="t"/>
            <a:pathLst>
              <a:path extrusionOk="0" h="1058644" w="581054">
                <a:moveTo>
                  <a:pt x="0" y="0"/>
                </a:moveTo>
                <a:lnTo>
                  <a:pt x="581053" y="0"/>
                </a:lnTo>
                <a:lnTo>
                  <a:pt x="581053" y="1058644"/>
                </a:lnTo>
                <a:lnTo>
                  <a:pt x="0" y="1058644"/>
                </a:lnTo>
                <a:lnTo>
                  <a:pt x="0" y="0"/>
                </a:lnTo>
                <a:close/>
              </a:path>
            </a:pathLst>
          </a:custGeom>
          <a:blipFill rotWithShape="1">
            <a:blip r:embed="rId10">
              <a:alphaModFix/>
            </a:blip>
            <a:stretch>
              <a:fillRect b="-96014" l="0" r="-370721" t="-54355"/>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8" name="Google Shape;108;p1"/>
          <p:cNvSpPr/>
          <p:nvPr/>
        </p:nvSpPr>
        <p:spPr>
          <a:xfrm rot="10800000">
            <a:off x="13450195" y="4137836"/>
            <a:ext cx="581054" cy="1058644"/>
          </a:xfrm>
          <a:custGeom>
            <a:rect b="b" l="l" r="r" t="t"/>
            <a:pathLst>
              <a:path extrusionOk="0" h="1058644" w="581054">
                <a:moveTo>
                  <a:pt x="581053" y="1058645"/>
                </a:moveTo>
                <a:lnTo>
                  <a:pt x="0" y="1058645"/>
                </a:lnTo>
                <a:lnTo>
                  <a:pt x="0" y="0"/>
                </a:lnTo>
                <a:lnTo>
                  <a:pt x="581053" y="0"/>
                </a:lnTo>
                <a:lnTo>
                  <a:pt x="581053" y="1058645"/>
                </a:lnTo>
                <a:close/>
              </a:path>
            </a:pathLst>
          </a:custGeom>
          <a:blipFill rotWithShape="1">
            <a:blip r:embed="rId10">
              <a:alphaModFix/>
            </a:blip>
            <a:stretch>
              <a:fillRect b="-96014" l="0" r="-370721" t="-54355"/>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9" name="Google Shape;109;p1"/>
          <p:cNvSpPr/>
          <p:nvPr/>
        </p:nvSpPr>
        <p:spPr>
          <a:xfrm>
            <a:off x="9144000" y="569342"/>
            <a:ext cx="5820879" cy="1542692"/>
          </a:xfrm>
          <a:custGeom>
            <a:rect b="b" l="l" r="r" t="t"/>
            <a:pathLst>
              <a:path extrusionOk="0" h="1542692" w="5820879">
                <a:moveTo>
                  <a:pt x="0" y="0"/>
                </a:moveTo>
                <a:lnTo>
                  <a:pt x="5820879" y="0"/>
                </a:lnTo>
                <a:lnTo>
                  <a:pt x="5820879" y="1542692"/>
                </a:lnTo>
                <a:lnTo>
                  <a:pt x="0" y="1542692"/>
                </a:lnTo>
                <a:lnTo>
                  <a:pt x="0" y="0"/>
                </a:lnTo>
                <a:close/>
              </a:path>
            </a:pathLst>
          </a:custGeom>
          <a:blipFill rotWithShape="1">
            <a:blip r:embed="rId11">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10" name="Google Shape;110;p1"/>
          <p:cNvSpPr txBox="1"/>
          <p:nvPr/>
        </p:nvSpPr>
        <p:spPr>
          <a:xfrm>
            <a:off x="5060731" y="2135841"/>
            <a:ext cx="8166538" cy="1571575"/>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194"/>
              <a:buFont typeface="Arial"/>
              <a:buNone/>
            </a:pPr>
            <a:r>
              <a:rPr b="0" i="0" lang="en-US" sz="9194" u="none" cap="none" strike="noStrike">
                <a:solidFill>
                  <a:srgbClr val="009B96"/>
                </a:solidFill>
                <a:latin typeface="Shadows Into Light"/>
                <a:ea typeface="Shadows Into Light"/>
                <a:cs typeface="Shadows Into Light"/>
                <a:sym typeface="Shadows Into Light"/>
              </a:rPr>
              <a:t>UNIDAD 3</a:t>
            </a:r>
            <a:endParaRPr b="0" i="0" sz="1400" u="none" cap="none" strike="noStrike">
              <a:solidFill>
                <a:srgbClr val="000000"/>
              </a:solidFill>
              <a:latin typeface="Arial"/>
              <a:ea typeface="Arial"/>
              <a:cs typeface="Arial"/>
              <a:sym typeface="Arial"/>
            </a:endParaRPr>
          </a:p>
        </p:txBody>
      </p:sp>
      <p:sp>
        <p:nvSpPr>
          <p:cNvPr id="111" name="Google Shape;111;p1"/>
          <p:cNvSpPr txBox="1"/>
          <p:nvPr/>
        </p:nvSpPr>
        <p:spPr>
          <a:xfrm>
            <a:off x="5623828" y="5909910"/>
            <a:ext cx="7040344" cy="1183507"/>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405"/>
              <a:buFont typeface="Arial"/>
              <a:buNone/>
            </a:pPr>
            <a:r>
              <a:rPr b="0" i="0" lang="en-US" sz="3405" u="none" cap="none" strike="noStrike">
                <a:solidFill>
                  <a:srgbClr val="000000"/>
                </a:solidFill>
                <a:latin typeface="Sniglet"/>
                <a:ea typeface="Sniglet"/>
                <a:cs typeface="Sniglet"/>
                <a:sym typeface="Sniglet"/>
              </a:rPr>
              <a:t>Enrutamiento, Alta Disponibilidad y Seguridad</a:t>
            </a:r>
            <a:endParaRPr b="0" i="0" sz="1400" u="none" cap="none" strike="noStrike">
              <a:solidFill>
                <a:srgbClr val="000000"/>
              </a:solidFill>
              <a:latin typeface="Arial"/>
              <a:ea typeface="Arial"/>
              <a:cs typeface="Arial"/>
              <a:sym typeface="Arial"/>
            </a:endParaRPr>
          </a:p>
        </p:txBody>
      </p:sp>
      <p:sp>
        <p:nvSpPr>
          <p:cNvPr id="112" name="Google Shape;112;p1"/>
          <p:cNvSpPr txBox="1"/>
          <p:nvPr/>
        </p:nvSpPr>
        <p:spPr>
          <a:xfrm>
            <a:off x="3055696" y="7277568"/>
            <a:ext cx="9608400" cy="230400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Clr>
                <a:srgbClr val="000000"/>
              </a:buClr>
              <a:buSzPts val="3609"/>
              <a:buFont typeface="Arial"/>
              <a:buNone/>
            </a:pPr>
            <a:r>
              <a:rPr b="0" i="0" lang="en-US" sz="3609" u="none" cap="none" strike="noStrike">
                <a:solidFill>
                  <a:srgbClr val="272626"/>
                </a:solidFill>
                <a:latin typeface="Sniglet"/>
                <a:ea typeface="Sniglet"/>
                <a:cs typeface="Sniglet"/>
                <a:sym typeface="Sniglet"/>
              </a:rPr>
              <a:t>Redes de Computadoras 1</a:t>
            </a:r>
            <a:endParaRPr b="0" i="0" sz="1400" u="none" cap="none" strike="noStrike">
              <a:solidFill>
                <a:srgbClr val="000000"/>
              </a:solidFill>
              <a:latin typeface="Arial"/>
              <a:ea typeface="Arial"/>
              <a:cs typeface="Arial"/>
              <a:sym typeface="Arial"/>
            </a:endParaRPr>
          </a:p>
          <a:p>
            <a:pPr indent="0" lvl="0" marL="0" marR="0" rtl="0" algn="l">
              <a:lnSpc>
                <a:spcPct val="140015"/>
              </a:lnSpc>
              <a:spcBef>
                <a:spcPts val="0"/>
              </a:spcBef>
              <a:spcAft>
                <a:spcPts val="0"/>
              </a:spcAft>
              <a:buClr>
                <a:srgbClr val="000000"/>
              </a:buClr>
              <a:buSzPts val="2609"/>
              <a:buFont typeface="Arial"/>
              <a:buNone/>
            </a:pPr>
            <a:r>
              <a:rPr b="0" i="0" lang="en-US" sz="2609" u="none" cap="none" strike="noStrike">
                <a:solidFill>
                  <a:srgbClr val="272626"/>
                </a:solidFill>
                <a:latin typeface="Sniglet"/>
                <a:ea typeface="Sniglet"/>
                <a:cs typeface="Sniglet"/>
                <a:sym typeface="Sniglet"/>
              </a:rPr>
              <a:t>Escuela de Ingeniería de Ciencias y Sistemas</a:t>
            </a:r>
            <a:endParaRPr b="0" i="0" sz="1400" u="none" cap="none" strike="noStrike">
              <a:solidFill>
                <a:srgbClr val="000000"/>
              </a:solidFill>
              <a:latin typeface="Arial"/>
              <a:ea typeface="Arial"/>
              <a:cs typeface="Arial"/>
              <a:sym typeface="Arial"/>
            </a:endParaRPr>
          </a:p>
          <a:p>
            <a:pPr indent="0" lvl="0" marL="0" marR="0" rtl="0" algn="l">
              <a:lnSpc>
                <a:spcPct val="140015"/>
              </a:lnSpc>
              <a:spcBef>
                <a:spcPts val="0"/>
              </a:spcBef>
              <a:spcAft>
                <a:spcPts val="0"/>
              </a:spcAft>
              <a:buClr>
                <a:srgbClr val="000000"/>
              </a:buClr>
              <a:buSzPts val="2609"/>
              <a:buFont typeface="Arial"/>
              <a:buNone/>
            </a:pPr>
            <a:r>
              <a:rPr b="0" i="0" lang="en-US" sz="2609" u="none" cap="none" strike="noStrike">
                <a:solidFill>
                  <a:srgbClr val="272626"/>
                </a:solidFill>
                <a:latin typeface="Sniglet"/>
                <a:ea typeface="Sniglet"/>
                <a:cs typeface="Sniglet"/>
                <a:sym typeface="Sniglet"/>
              </a:rPr>
              <a:t>Facultad de Ingeniería</a:t>
            </a:r>
            <a:endParaRPr b="0" i="0" sz="1400" u="none" cap="none" strike="noStrike">
              <a:solidFill>
                <a:srgbClr val="000000"/>
              </a:solidFill>
              <a:latin typeface="Arial"/>
              <a:ea typeface="Arial"/>
              <a:cs typeface="Arial"/>
              <a:sym typeface="Arial"/>
            </a:endParaRPr>
          </a:p>
          <a:p>
            <a:pPr indent="0" lvl="0" marL="0" marR="0" rtl="0" algn="l">
              <a:lnSpc>
                <a:spcPct val="140015"/>
              </a:lnSpc>
              <a:spcBef>
                <a:spcPts val="0"/>
              </a:spcBef>
              <a:spcAft>
                <a:spcPts val="0"/>
              </a:spcAft>
              <a:buClr>
                <a:srgbClr val="000000"/>
              </a:buClr>
              <a:buSzPts val="2609"/>
              <a:buFont typeface="Arial"/>
              <a:buNone/>
            </a:pPr>
            <a:r>
              <a:rPr b="0" i="0" lang="en-US" sz="2609" u="none" cap="none" strike="noStrike">
                <a:solidFill>
                  <a:srgbClr val="272626"/>
                </a:solidFill>
                <a:latin typeface="Sniglet"/>
                <a:ea typeface="Sniglet"/>
                <a:cs typeface="Sniglet"/>
                <a:sym typeface="Sniglet"/>
              </a:rPr>
              <a:t>Universidad de San Carlos de Guatemala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
          <p:cNvSpPr txBox="1"/>
          <p:nvPr/>
        </p:nvSpPr>
        <p:spPr>
          <a:xfrm>
            <a:off x="3285097" y="1873275"/>
            <a:ext cx="8055000" cy="548400"/>
          </a:xfrm>
          <a:prstGeom prst="rect">
            <a:avLst/>
          </a:prstGeom>
          <a:noFill/>
          <a:ln>
            <a:noFill/>
          </a:ln>
        </p:spPr>
        <p:txBody>
          <a:bodyPr anchorCtr="0" anchor="t" bIns="0" lIns="0" spcFirstLastPara="1" rIns="0" wrap="square" tIns="0">
            <a:spAutoFit/>
          </a:bodyPr>
          <a:lstStyle/>
          <a:p>
            <a:pPr indent="0" lvl="0" marL="0" marR="0" rtl="0" algn="l">
              <a:lnSpc>
                <a:spcPct val="200000"/>
              </a:lnSpc>
              <a:spcBef>
                <a:spcPts val="0"/>
              </a:spcBef>
              <a:spcAft>
                <a:spcPts val="0"/>
              </a:spcAft>
              <a:buClr>
                <a:srgbClr val="000000"/>
              </a:buClr>
              <a:buSzPts val="3562"/>
              <a:buFont typeface="Arial"/>
              <a:buNone/>
            </a:pPr>
            <a:r>
              <a:rPr b="0" i="0" lang="en-US" sz="3562" u="none" cap="none" strike="noStrike">
                <a:solidFill>
                  <a:srgbClr val="000000"/>
                </a:solidFill>
                <a:latin typeface="Poppins"/>
                <a:ea typeface="Poppins"/>
                <a:cs typeface="Poppins"/>
                <a:sym typeface="Poppins"/>
              </a:rPr>
              <a:t>Foro Semanal</a:t>
            </a:r>
            <a:endParaRPr b="0" i="0" sz="1400" u="none" cap="none" strike="noStrike">
              <a:solidFill>
                <a:srgbClr val="000000"/>
              </a:solidFill>
              <a:latin typeface="Arial"/>
              <a:ea typeface="Arial"/>
              <a:cs typeface="Arial"/>
              <a:sym typeface="Arial"/>
            </a:endParaRPr>
          </a:p>
        </p:txBody>
      </p:sp>
      <p:sp>
        <p:nvSpPr>
          <p:cNvPr id="118" name="Google Shape;118;p2"/>
          <p:cNvSpPr/>
          <p:nvPr/>
        </p:nvSpPr>
        <p:spPr>
          <a:xfrm>
            <a:off x="1929550" y="2058800"/>
            <a:ext cx="777875" cy="777875"/>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12A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2"/>
          <p:cNvSpPr txBox="1"/>
          <p:nvPr/>
        </p:nvSpPr>
        <p:spPr>
          <a:xfrm>
            <a:off x="2042944" y="2048369"/>
            <a:ext cx="545100" cy="554100"/>
          </a:xfrm>
          <a:prstGeom prst="rect">
            <a:avLst/>
          </a:prstGeom>
          <a:noFill/>
          <a:ln>
            <a:noFill/>
          </a:ln>
        </p:spPr>
        <p:txBody>
          <a:bodyPr anchorCtr="0" anchor="t" bIns="0" lIns="0" spcFirstLastPara="1" rIns="0" wrap="square" tIns="0">
            <a:spAutoFit/>
          </a:bodyPr>
          <a:lstStyle/>
          <a:p>
            <a:pPr indent="0" lvl="0" marL="0" marR="0" rtl="0" algn="ctr">
              <a:lnSpc>
                <a:spcPct val="157000"/>
              </a:lnSpc>
              <a:spcBef>
                <a:spcPts val="0"/>
              </a:spcBef>
              <a:spcAft>
                <a:spcPts val="0"/>
              </a:spcAft>
              <a:buClr>
                <a:srgbClr val="000000"/>
              </a:buClr>
              <a:buSzPts val="3600"/>
              <a:buFont typeface="Arial"/>
              <a:buNone/>
            </a:pPr>
            <a:r>
              <a:rPr b="0" i="0" lang="en-US" sz="3600" u="none" cap="none" strike="noStrike">
                <a:solidFill>
                  <a:srgbClr val="FFFFFF"/>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120" name="Google Shape;120;p2"/>
          <p:cNvSpPr txBox="1"/>
          <p:nvPr/>
        </p:nvSpPr>
        <p:spPr>
          <a:xfrm>
            <a:off x="3285097" y="4442316"/>
            <a:ext cx="8055000" cy="548400"/>
          </a:xfrm>
          <a:prstGeom prst="rect">
            <a:avLst/>
          </a:prstGeom>
          <a:noFill/>
          <a:ln>
            <a:noFill/>
          </a:ln>
        </p:spPr>
        <p:txBody>
          <a:bodyPr anchorCtr="0" anchor="t" bIns="0" lIns="0" spcFirstLastPara="1" rIns="0" wrap="square" tIns="0">
            <a:spAutoFit/>
          </a:bodyPr>
          <a:lstStyle/>
          <a:p>
            <a:pPr indent="0" lvl="1" marL="0" marR="0" rtl="0" algn="l">
              <a:lnSpc>
                <a:spcPct val="200000"/>
              </a:lnSpc>
              <a:spcBef>
                <a:spcPts val="0"/>
              </a:spcBef>
              <a:spcAft>
                <a:spcPts val="0"/>
              </a:spcAft>
              <a:buClr>
                <a:srgbClr val="000000"/>
              </a:buClr>
              <a:buSzPts val="3562"/>
              <a:buFont typeface="Arial"/>
              <a:buNone/>
            </a:pPr>
            <a:r>
              <a:rPr b="0" i="0" lang="en-US" sz="3562" u="none" cap="none" strike="noStrike">
                <a:solidFill>
                  <a:srgbClr val="000000"/>
                </a:solidFill>
                <a:latin typeface="Poppins"/>
                <a:ea typeface="Poppins"/>
                <a:cs typeface="Poppins"/>
                <a:sym typeface="Poppins"/>
              </a:rPr>
              <a:t>Entrega Proyecto No. 1 </a:t>
            </a:r>
            <a:endParaRPr b="0" i="0" sz="1400" u="none" cap="none" strike="noStrike">
              <a:solidFill>
                <a:srgbClr val="000000"/>
              </a:solidFill>
              <a:latin typeface="Arial"/>
              <a:ea typeface="Arial"/>
              <a:cs typeface="Arial"/>
              <a:sym typeface="Arial"/>
            </a:endParaRPr>
          </a:p>
        </p:txBody>
      </p:sp>
      <p:sp>
        <p:nvSpPr>
          <p:cNvPr id="121" name="Google Shape;121;p2"/>
          <p:cNvSpPr/>
          <p:nvPr/>
        </p:nvSpPr>
        <p:spPr>
          <a:xfrm>
            <a:off x="1929550" y="3341492"/>
            <a:ext cx="777875" cy="777875"/>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12A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2"/>
          <p:cNvSpPr txBox="1"/>
          <p:nvPr/>
        </p:nvSpPr>
        <p:spPr>
          <a:xfrm>
            <a:off x="2042944" y="3331061"/>
            <a:ext cx="545100" cy="554100"/>
          </a:xfrm>
          <a:prstGeom prst="rect">
            <a:avLst/>
          </a:prstGeom>
          <a:noFill/>
          <a:ln>
            <a:noFill/>
          </a:ln>
        </p:spPr>
        <p:txBody>
          <a:bodyPr anchorCtr="0" anchor="t" bIns="0" lIns="0" spcFirstLastPara="1" rIns="0" wrap="square" tIns="0">
            <a:spAutoFit/>
          </a:bodyPr>
          <a:lstStyle/>
          <a:p>
            <a:pPr indent="0" lvl="1" marL="0" marR="0" rtl="0" algn="ctr">
              <a:lnSpc>
                <a:spcPct val="157000"/>
              </a:lnSpc>
              <a:spcBef>
                <a:spcPts val="0"/>
              </a:spcBef>
              <a:spcAft>
                <a:spcPts val="0"/>
              </a:spcAft>
              <a:buClr>
                <a:srgbClr val="000000"/>
              </a:buClr>
              <a:buSzPts val="3600"/>
              <a:buFont typeface="Arial"/>
              <a:buNone/>
            </a:pPr>
            <a:r>
              <a:rPr b="0" i="0" lang="en-US" sz="3600" u="none" cap="none" strike="noStrike">
                <a:solidFill>
                  <a:srgbClr val="FFFFFF"/>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
        <p:nvSpPr>
          <p:cNvPr id="123" name="Google Shape;123;p2"/>
          <p:cNvSpPr txBox="1"/>
          <p:nvPr/>
        </p:nvSpPr>
        <p:spPr>
          <a:xfrm>
            <a:off x="3285097" y="3155967"/>
            <a:ext cx="7322700" cy="548400"/>
          </a:xfrm>
          <a:prstGeom prst="rect">
            <a:avLst/>
          </a:prstGeom>
          <a:noFill/>
          <a:ln>
            <a:noFill/>
          </a:ln>
        </p:spPr>
        <p:txBody>
          <a:bodyPr anchorCtr="0" anchor="t" bIns="0" lIns="0" spcFirstLastPara="1" rIns="0" wrap="square" tIns="0">
            <a:spAutoFit/>
          </a:bodyPr>
          <a:lstStyle/>
          <a:p>
            <a:pPr indent="0" lvl="1" marL="0" marR="0" rtl="0" algn="l">
              <a:lnSpc>
                <a:spcPct val="200000"/>
              </a:lnSpc>
              <a:spcBef>
                <a:spcPts val="0"/>
              </a:spcBef>
              <a:spcAft>
                <a:spcPts val="0"/>
              </a:spcAft>
              <a:buClr>
                <a:srgbClr val="000000"/>
              </a:buClr>
              <a:buSzPts val="3562"/>
              <a:buFont typeface="Arial"/>
              <a:buNone/>
            </a:pPr>
            <a:r>
              <a:rPr b="0" i="0" lang="en-US" sz="3562" u="none" cap="none" strike="noStrike">
                <a:solidFill>
                  <a:srgbClr val="000000"/>
                </a:solidFill>
                <a:latin typeface="Poppins"/>
                <a:ea typeface="Poppins"/>
                <a:cs typeface="Poppins"/>
                <a:sym typeface="Poppins"/>
              </a:rPr>
              <a:t>Dudas Proyecto No. 1</a:t>
            </a:r>
            <a:endParaRPr b="0" i="0" sz="1400" u="none" cap="none" strike="noStrike">
              <a:solidFill>
                <a:srgbClr val="000000"/>
              </a:solidFill>
              <a:latin typeface="Arial"/>
              <a:ea typeface="Arial"/>
              <a:cs typeface="Arial"/>
              <a:sym typeface="Arial"/>
            </a:endParaRPr>
          </a:p>
        </p:txBody>
      </p:sp>
      <p:sp>
        <p:nvSpPr>
          <p:cNvPr id="124" name="Google Shape;124;p2"/>
          <p:cNvSpPr/>
          <p:nvPr/>
        </p:nvSpPr>
        <p:spPr>
          <a:xfrm>
            <a:off x="1929550" y="5914190"/>
            <a:ext cx="777875" cy="777875"/>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12A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2"/>
          <p:cNvSpPr txBox="1"/>
          <p:nvPr/>
        </p:nvSpPr>
        <p:spPr>
          <a:xfrm>
            <a:off x="2042944" y="5903758"/>
            <a:ext cx="545100" cy="554100"/>
          </a:xfrm>
          <a:prstGeom prst="rect">
            <a:avLst/>
          </a:prstGeom>
          <a:noFill/>
          <a:ln>
            <a:noFill/>
          </a:ln>
        </p:spPr>
        <p:txBody>
          <a:bodyPr anchorCtr="0" anchor="t" bIns="0" lIns="0" spcFirstLastPara="1" rIns="0" wrap="square" tIns="0">
            <a:spAutoFit/>
          </a:bodyPr>
          <a:lstStyle/>
          <a:p>
            <a:pPr indent="0" lvl="1" marL="0" marR="0" rtl="0" algn="ctr">
              <a:lnSpc>
                <a:spcPct val="157000"/>
              </a:lnSpc>
              <a:spcBef>
                <a:spcPts val="0"/>
              </a:spcBef>
              <a:spcAft>
                <a:spcPts val="0"/>
              </a:spcAft>
              <a:buClr>
                <a:srgbClr val="000000"/>
              </a:buClr>
              <a:buSzPts val="3600"/>
              <a:buFont typeface="Arial"/>
              <a:buNone/>
            </a:pPr>
            <a:r>
              <a:rPr b="0" i="0" lang="en-US" sz="3600" u="none" cap="none" strike="noStrike">
                <a:solidFill>
                  <a:srgbClr val="FFFFFF"/>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sp>
        <p:nvSpPr>
          <p:cNvPr id="126" name="Google Shape;126;p2"/>
          <p:cNvSpPr/>
          <p:nvPr/>
        </p:nvSpPr>
        <p:spPr>
          <a:xfrm>
            <a:off x="1929550" y="4627841"/>
            <a:ext cx="777875" cy="777875"/>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12A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2"/>
          <p:cNvSpPr txBox="1"/>
          <p:nvPr/>
        </p:nvSpPr>
        <p:spPr>
          <a:xfrm>
            <a:off x="2042944" y="4617410"/>
            <a:ext cx="545100" cy="554100"/>
          </a:xfrm>
          <a:prstGeom prst="rect">
            <a:avLst/>
          </a:prstGeom>
          <a:noFill/>
          <a:ln>
            <a:noFill/>
          </a:ln>
        </p:spPr>
        <p:txBody>
          <a:bodyPr anchorCtr="0" anchor="t" bIns="0" lIns="0" spcFirstLastPara="1" rIns="0" wrap="square" tIns="0">
            <a:spAutoFit/>
          </a:bodyPr>
          <a:lstStyle/>
          <a:p>
            <a:pPr indent="0" lvl="1" marL="0" marR="0" rtl="0" algn="ctr">
              <a:lnSpc>
                <a:spcPct val="157000"/>
              </a:lnSpc>
              <a:spcBef>
                <a:spcPts val="0"/>
              </a:spcBef>
              <a:spcAft>
                <a:spcPts val="0"/>
              </a:spcAft>
              <a:buClr>
                <a:srgbClr val="000000"/>
              </a:buClr>
              <a:buSzPts val="3600"/>
              <a:buFont typeface="Arial"/>
              <a:buNone/>
            </a:pPr>
            <a:r>
              <a:rPr b="0" i="0" lang="en-US" sz="3600" u="none" cap="none" strike="noStrike">
                <a:solidFill>
                  <a:srgbClr val="FFFFFF"/>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sp>
        <p:nvSpPr>
          <p:cNvPr id="128" name="Google Shape;128;p2"/>
          <p:cNvSpPr/>
          <p:nvPr/>
        </p:nvSpPr>
        <p:spPr>
          <a:xfrm>
            <a:off x="1929550" y="7200538"/>
            <a:ext cx="777875" cy="777875"/>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12A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2"/>
          <p:cNvSpPr txBox="1"/>
          <p:nvPr/>
        </p:nvSpPr>
        <p:spPr>
          <a:xfrm>
            <a:off x="2042944" y="7190107"/>
            <a:ext cx="545100" cy="554100"/>
          </a:xfrm>
          <a:prstGeom prst="rect">
            <a:avLst/>
          </a:prstGeom>
          <a:noFill/>
          <a:ln>
            <a:noFill/>
          </a:ln>
        </p:spPr>
        <p:txBody>
          <a:bodyPr anchorCtr="0" anchor="t" bIns="0" lIns="0" spcFirstLastPara="1" rIns="0" wrap="square" tIns="0">
            <a:spAutoFit/>
          </a:bodyPr>
          <a:lstStyle/>
          <a:p>
            <a:pPr indent="0" lvl="1" marL="0" marR="0" rtl="0" algn="ctr">
              <a:lnSpc>
                <a:spcPct val="157000"/>
              </a:lnSpc>
              <a:spcBef>
                <a:spcPts val="0"/>
              </a:spcBef>
              <a:spcAft>
                <a:spcPts val="0"/>
              </a:spcAft>
              <a:buClr>
                <a:srgbClr val="000000"/>
              </a:buClr>
              <a:buSzPts val="3600"/>
              <a:buFont typeface="Arial"/>
              <a:buNone/>
            </a:pPr>
            <a:r>
              <a:rPr b="0" i="0" lang="en-US" sz="3600" u="none" cap="none" strike="noStrike">
                <a:solidFill>
                  <a:srgbClr val="FFFFFF"/>
                </a:solidFill>
                <a:latin typeface="Arial"/>
                <a:ea typeface="Arial"/>
                <a:cs typeface="Arial"/>
                <a:sym typeface="Arial"/>
              </a:rPr>
              <a:t>5</a:t>
            </a:r>
            <a:endParaRPr b="0" i="0" sz="1400" u="none" cap="none" strike="noStrike">
              <a:solidFill>
                <a:srgbClr val="000000"/>
              </a:solidFill>
              <a:latin typeface="Arial"/>
              <a:ea typeface="Arial"/>
              <a:cs typeface="Arial"/>
              <a:sym typeface="Arial"/>
            </a:endParaRPr>
          </a:p>
        </p:txBody>
      </p:sp>
      <p:sp>
        <p:nvSpPr>
          <p:cNvPr id="130" name="Google Shape;130;p2"/>
          <p:cNvSpPr txBox="1"/>
          <p:nvPr/>
        </p:nvSpPr>
        <p:spPr>
          <a:xfrm>
            <a:off x="1822702" y="673125"/>
            <a:ext cx="4257587" cy="120015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7900"/>
              <a:buFont typeface="Arial"/>
              <a:buNone/>
            </a:pPr>
            <a:r>
              <a:rPr b="0" i="0" lang="en-US" sz="7900" u="none" cap="none" strike="noStrike">
                <a:solidFill>
                  <a:srgbClr val="415AC6"/>
                </a:solidFill>
                <a:latin typeface="Arial"/>
                <a:ea typeface="Arial"/>
                <a:cs typeface="Arial"/>
                <a:sym typeface="Arial"/>
              </a:rPr>
              <a:t>Agenda</a:t>
            </a:r>
            <a:endParaRPr b="0" i="0" sz="1400" u="none" cap="none" strike="noStrike">
              <a:solidFill>
                <a:srgbClr val="000000"/>
              </a:solidFill>
              <a:latin typeface="Arial"/>
              <a:ea typeface="Arial"/>
              <a:cs typeface="Arial"/>
              <a:sym typeface="Arial"/>
            </a:endParaRPr>
          </a:p>
        </p:txBody>
      </p:sp>
      <p:sp>
        <p:nvSpPr>
          <p:cNvPr id="131" name="Google Shape;131;p2"/>
          <p:cNvSpPr txBox="1"/>
          <p:nvPr/>
        </p:nvSpPr>
        <p:spPr>
          <a:xfrm>
            <a:off x="3285097" y="5721351"/>
            <a:ext cx="7322700" cy="548400"/>
          </a:xfrm>
          <a:prstGeom prst="rect">
            <a:avLst/>
          </a:prstGeom>
          <a:noFill/>
          <a:ln>
            <a:noFill/>
          </a:ln>
        </p:spPr>
        <p:txBody>
          <a:bodyPr anchorCtr="0" anchor="t" bIns="0" lIns="0" spcFirstLastPara="1" rIns="0" wrap="square" tIns="0">
            <a:spAutoFit/>
          </a:bodyPr>
          <a:lstStyle/>
          <a:p>
            <a:pPr indent="0" lvl="1" marL="0" marR="0" rtl="0" algn="l">
              <a:lnSpc>
                <a:spcPct val="200000"/>
              </a:lnSpc>
              <a:spcBef>
                <a:spcPts val="0"/>
              </a:spcBef>
              <a:spcAft>
                <a:spcPts val="0"/>
              </a:spcAft>
              <a:buClr>
                <a:srgbClr val="000000"/>
              </a:buClr>
              <a:buSzPts val="3562"/>
              <a:buFont typeface="Arial"/>
              <a:buNone/>
            </a:pPr>
            <a:r>
              <a:rPr b="0" i="0" lang="en-US" sz="3562" u="none" cap="none" strike="noStrike">
                <a:solidFill>
                  <a:srgbClr val="000000"/>
                </a:solidFill>
                <a:latin typeface="Poppins"/>
                <a:ea typeface="Poppins"/>
                <a:cs typeface="Poppins"/>
                <a:sym typeface="Poppins"/>
              </a:rPr>
              <a:t>Tarea No. 4</a:t>
            </a:r>
            <a:endParaRPr b="0" i="0" sz="1400" u="none" cap="none" strike="noStrike">
              <a:solidFill>
                <a:srgbClr val="000000"/>
              </a:solidFill>
              <a:latin typeface="Arial"/>
              <a:ea typeface="Arial"/>
              <a:cs typeface="Arial"/>
              <a:sym typeface="Arial"/>
            </a:endParaRPr>
          </a:p>
        </p:txBody>
      </p:sp>
      <p:sp>
        <p:nvSpPr>
          <p:cNvPr id="132" name="Google Shape;132;p2"/>
          <p:cNvSpPr txBox="1"/>
          <p:nvPr/>
        </p:nvSpPr>
        <p:spPr>
          <a:xfrm>
            <a:off x="3285097" y="7004043"/>
            <a:ext cx="7322700" cy="548400"/>
          </a:xfrm>
          <a:prstGeom prst="rect">
            <a:avLst/>
          </a:prstGeom>
          <a:noFill/>
          <a:ln>
            <a:noFill/>
          </a:ln>
        </p:spPr>
        <p:txBody>
          <a:bodyPr anchorCtr="0" anchor="t" bIns="0" lIns="0" spcFirstLastPara="1" rIns="0" wrap="square" tIns="0">
            <a:spAutoFit/>
          </a:bodyPr>
          <a:lstStyle/>
          <a:p>
            <a:pPr indent="0" lvl="1" marL="0" marR="0" rtl="0" algn="l">
              <a:lnSpc>
                <a:spcPct val="200000"/>
              </a:lnSpc>
              <a:spcBef>
                <a:spcPts val="0"/>
              </a:spcBef>
              <a:spcAft>
                <a:spcPts val="0"/>
              </a:spcAft>
              <a:buClr>
                <a:srgbClr val="000000"/>
              </a:buClr>
              <a:buSzPts val="3562"/>
              <a:buFont typeface="Arial"/>
              <a:buNone/>
            </a:pPr>
            <a:r>
              <a:rPr b="0" i="0" lang="en-US" sz="3562" u="none" cap="none" strike="noStrike">
                <a:solidFill>
                  <a:srgbClr val="000000"/>
                </a:solidFill>
                <a:latin typeface="Poppins"/>
                <a:ea typeface="Poppins"/>
                <a:cs typeface="Poppins"/>
                <a:sym typeface="Poppins"/>
              </a:rPr>
              <a:t>Direcciones IP</a:t>
            </a:r>
            <a:endParaRPr b="0" i="0" sz="1400" u="none" cap="none" strike="noStrike">
              <a:solidFill>
                <a:srgbClr val="000000"/>
              </a:solidFill>
              <a:latin typeface="Arial"/>
              <a:ea typeface="Arial"/>
              <a:cs typeface="Arial"/>
              <a:sym typeface="Arial"/>
            </a:endParaRPr>
          </a:p>
        </p:txBody>
      </p:sp>
      <p:sp>
        <p:nvSpPr>
          <p:cNvPr id="133" name="Google Shape;133;p2"/>
          <p:cNvSpPr txBox="1"/>
          <p:nvPr/>
        </p:nvSpPr>
        <p:spPr>
          <a:xfrm>
            <a:off x="766343" y="8658225"/>
            <a:ext cx="5313946" cy="120015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7900"/>
              <a:buFont typeface="Arial"/>
              <a:buNone/>
            </a:pPr>
            <a:r>
              <a:rPr b="0" i="0" lang="en-US" sz="7900" u="none" cap="none" strike="noStrike">
                <a:solidFill>
                  <a:srgbClr val="415AC6"/>
                </a:solidFill>
                <a:latin typeface="Arial"/>
                <a:ea typeface="Arial"/>
                <a:cs typeface="Arial"/>
                <a:sym typeface="Arial"/>
              </a:rPr>
              <a:t>Recursos</a:t>
            </a:r>
            <a:endParaRPr b="0" i="0" sz="1400" u="none" cap="none" strike="noStrike">
              <a:solidFill>
                <a:srgbClr val="000000"/>
              </a:solidFill>
              <a:latin typeface="Arial"/>
              <a:ea typeface="Arial"/>
              <a:cs typeface="Arial"/>
              <a:sym typeface="Arial"/>
            </a:endParaRPr>
          </a:p>
        </p:txBody>
      </p:sp>
      <p:sp>
        <p:nvSpPr>
          <p:cNvPr id="134" name="Google Shape;134;p2"/>
          <p:cNvSpPr txBox="1"/>
          <p:nvPr/>
        </p:nvSpPr>
        <p:spPr>
          <a:xfrm>
            <a:off x="6519475" y="8709954"/>
            <a:ext cx="11552100" cy="517500"/>
          </a:xfrm>
          <a:prstGeom prst="rect">
            <a:avLst/>
          </a:prstGeom>
          <a:noFill/>
          <a:ln>
            <a:noFill/>
          </a:ln>
        </p:spPr>
        <p:txBody>
          <a:bodyPr anchorCtr="0" anchor="t" bIns="0" lIns="0" spcFirstLastPara="1" rIns="0" wrap="square" tIns="0">
            <a:spAutoFit/>
          </a:bodyPr>
          <a:lstStyle/>
          <a:p>
            <a:pPr indent="0" lvl="0" marL="0" marR="0" rtl="0" algn="l">
              <a:lnSpc>
                <a:spcPct val="200000"/>
              </a:lnSpc>
              <a:spcBef>
                <a:spcPts val="0"/>
              </a:spcBef>
              <a:spcAft>
                <a:spcPts val="0"/>
              </a:spcAft>
              <a:buClr>
                <a:srgbClr val="000000"/>
              </a:buClr>
              <a:buSzPts val="3362"/>
              <a:buFont typeface="Arial"/>
              <a:buNone/>
            </a:pPr>
            <a:r>
              <a:rPr b="0" i="0" lang="en-US" sz="3362" u="sng" cap="none" strike="noStrike">
                <a:solidFill>
                  <a:schemeClr val="hlink"/>
                </a:solidFill>
                <a:latin typeface="Poppins"/>
                <a:ea typeface="Poppins"/>
                <a:cs typeface="Poppins"/>
                <a:sym typeface="Poppins"/>
                <a:hlinkClick r:id="rId3"/>
              </a:rPr>
              <a:t>https://youtu.be/RgjxXMtiQO8</a:t>
            </a:r>
            <a:endParaRPr b="0" i="0" sz="1400" u="none" cap="none" strike="noStrike">
              <a:solidFill>
                <a:srgbClr val="000000"/>
              </a:solidFill>
              <a:latin typeface="Arial"/>
              <a:ea typeface="Arial"/>
              <a:cs typeface="Arial"/>
              <a:sym typeface="Arial"/>
            </a:endParaRPr>
          </a:p>
        </p:txBody>
      </p:sp>
      <p:sp>
        <p:nvSpPr>
          <p:cNvPr id="135" name="Google Shape;135;p2"/>
          <p:cNvSpPr txBox="1"/>
          <p:nvPr/>
        </p:nvSpPr>
        <p:spPr>
          <a:xfrm>
            <a:off x="10016672" y="1964213"/>
            <a:ext cx="8055000" cy="548400"/>
          </a:xfrm>
          <a:prstGeom prst="rect">
            <a:avLst/>
          </a:prstGeom>
          <a:noFill/>
          <a:ln>
            <a:noFill/>
          </a:ln>
        </p:spPr>
        <p:txBody>
          <a:bodyPr anchorCtr="0" anchor="t" bIns="0" lIns="0" spcFirstLastPara="1" rIns="0" wrap="square" tIns="0">
            <a:spAutoFit/>
          </a:bodyPr>
          <a:lstStyle/>
          <a:p>
            <a:pPr indent="0" lvl="0" marL="0" marR="0" rtl="0" algn="l">
              <a:lnSpc>
                <a:spcPct val="200000"/>
              </a:lnSpc>
              <a:spcBef>
                <a:spcPts val="0"/>
              </a:spcBef>
              <a:spcAft>
                <a:spcPts val="0"/>
              </a:spcAft>
              <a:buClr>
                <a:srgbClr val="000000"/>
              </a:buClr>
              <a:buSzPts val="3562"/>
              <a:buFont typeface="Arial"/>
              <a:buNone/>
            </a:pPr>
            <a:r>
              <a:rPr b="0" i="0" lang="en-US" sz="3562" u="none" cap="none" strike="noStrike">
                <a:solidFill>
                  <a:srgbClr val="000000"/>
                </a:solidFill>
                <a:latin typeface="Poppins"/>
                <a:ea typeface="Poppins"/>
                <a:cs typeface="Poppins"/>
                <a:sym typeface="Poppins"/>
              </a:rPr>
              <a:t>Dirección de Red y de Host</a:t>
            </a:r>
            <a:endParaRPr b="0" i="0" sz="1400" u="none" cap="none" strike="noStrike">
              <a:solidFill>
                <a:srgbClr val="000000"/>
              </a:solidFill>
              <a:latin typeface="Arial"/>
              <a:ea typeface="Arial"/>
              <a:cs typeface="Arial"/>
              <a:sym typeface="Arial"/>
            </a:endParaRPr>
          </a:p>
        </p:txBody>
      </p:sp>
      <p:sp>
        <p:nvSpPr>
          <p:cNvPr id="136" name="Google Shape;136;p2"/>
          <p:cNvSpPr/>
          <p:nvPr/>
        </p:nvSpPr>
        <p:spPr>
          <a:xfrm>
            <a:off x="8661125" y="2149738"/>
            <a:ext cx="777875" cy="777875"/>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12A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2"/>
          <p:cNvSpPr txBox="1"/>
          <p:nvPr/>
        </p:nvSpPr>
        <p:spPr>
          <a:xfrm>
            <a:off x="8774519" y="2139307"/>
            <a:ext cx="545100" cy="554100"/>
          </a:xfrm>
          <a:prstGeom prst="rect">
            <a:avLst/>
          </a:prstGeom>
          <a:noFill/>
          <a:ln>
            <a:noFill/>
          </a:ln>
        </p:spPr>
        <p:txBody>
          <a:bodyPr anchorCtr="0" anchor="t" bIns="0" lIns="0" spcFirstLastPara="1" rIns="0" wrap="square" tIns="0">
            <a:spAutoFit/>
          </a:bodyPr>
          <a:lstStyle/>
          <a:p>
            <a:pPr indent="0" lvl="0" marL="0" marR="0" rtl="0" algn="ctr">
              <a:lnSpc>
                <a:spcPct val="157000"/>
              </a:lnSpc>
              <a:spcBef>
                <a:spcPts val="0"/>
              </a:spcBef>
              <a:spcAft>
                <a:spcPts val="0"/>
              </a:spcAft>
              <a:buClr>
                <a:srgbClr val="000000"/>
              </a:buClr>
              <a:buSzPts val="3600"/>
              <a:buFont typeface="Arial"/>
              <a:buNone/>
            </a:pPr>
            <a:r>
              <a:rPr b="0" i="0" lang="en-US" sz="3600" u="none" cap="none" strike="noStrike">
                <a:solidFill>
                  <a:srgbClr val="FFFFFF"/>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138" name="Google Shape;138;p2"/>
          <p:cNvSpPr txBox="1"/>
          <p:nvPr/>
        </p:nvSpPr>
        <p:spPr>
          <a:xfrm>
            <a:off x="10016672" y="4533254"/>
            <a:ext cx="8055000" cy="548400"/>
          </a:xfrm>
          <a:prstGeom prst="rect">
            <a:avLst/>
          </a:prstGeom>
          <a:noFill/>
          <a:ln>
            <a:noFill/>
          </a:ln>
        </p:spPr>
        <p:txBody>
          <a:bodyPr anchorCtr="0" anchor="t" bIns="0" lIns="0" spcFirstLastPara="1" rIns="0" wrap="square" tIns="0">
            <a:spAutoFit/>
          </a:bodyPr>
          <a:lstStyle/>
          <a:p>
            <a:pPr indent="0" lvl="1" marL="0" marR="0" rtl="0" algn="l">
              <a:lnSpc>
                <a:spcPct val="200000"/>
              </a:lnSpc>
              <a:spcBef>
                <a:spcPts val="0"/>
              </a:spcBef>
              <a:spcAft>
                <a:spcPts val="0"/>
              </a:spcAft>
              <a:buClr>
                <a:srgbClr val="000000"/>
              </a:buClr>
              <a:buSzPts val="3562"/>
              <a:buFont typeface="Arial"/>
              <a:buNone/>
            </a:pPr>
            <a:r>
              <a:rPr b="0" i="0" lang="en-US" sz="3562" u="none" cap="none" strike="noStrike">
                <a:solidFill>
                  <a:srgbClr val="000000"/>
                </a:solidFill>
                <a:latin typeface="Poppins"/>
                <a:ea typeface="Poppins"/>
                <a:cs typeface="Poppins"/>
                <a:sym typeface="Poppins"/>
              </a:rPr>
              <a:t>Mascara de subred</a:t>
            </a:r>
            <a:endParaRPr b="0" i="0" sz="1400" u="none" cap="none" strike="noStrike">
              <a:solidFill>
                <a:srgbClr val="000000"/>
              </a:solidFill>
              <a:latin typeface="Arial"/>
              <a:ea typeface="Arial"/>
              <a:cs typeface="Arial"/>
              <a:sym typeface="Arial"/>
            </a:endParaRPr>
          </a:p>
        </p:txBody>
      </p:sp>
      <p:sp>
        <p:nvSpPr>
          <p:cNvPr id="139" name="Google Shape;139;p2"/>
          <p:cNvSpPr/>
          <p:nvPr/>
        </p:nvSpPr>
        <p:spPr>
          <a:xfrm>
            <a:off x="8661125" y="3432430"/>
            <a:ext cx="777875" cy="777875"/>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12A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2"/>
          <p:cNvSpPr txBox="1"/>
          <p:nvPr/>
        </p:nvSpPr>
        <p:spPr>
          <a:xfrm>
            <a:off x="8774519" y="3421999"/>
            <a:ext cx="545100" cy="554100"/>
          </a:xfrm>
          <a:prstGeom prst="rect">
            <a:avLst/>
          </a:prstGeom>
          <a:noFill/>
          <a:ln>
            <a:noFill/>
          </a:ln>
        </p:spPr>
        <p:txBody>
          <a:bodyPr anchorCtr="0" anchor="t" bIns="0" lIns="0" spcFirstLastPara="1" rIns="0" wrap="square" tIns="0">
            <a:spAutoFit/>
          </a:bodyPr>
          <a:lstStyle/>
          <a:p>
            <a:pPr indent="0" lvl="1" marL="0" marR="0" rtl="0" algn="ctr">
              <a:lnSpc>
                <a:spcPct val="157000"/>
              </a:lnSpc>
              <a:spcBef>
                <a:spcPts val="0"/>
              </a:spcBef>
              <a:spcAft>
                <a:spcPts val="0"/>
              </a:spcAft>
              <a:buClr>
                <a:srgbClr val="000000"/>
              </a:buClr>
              <a:buSzPts val="3600"/>
              <a:buFont typeface="Arial"/>
              <a:buNone/>
            </a:pPr>
            <a:r>
              <a:rPr b="0" i="0" lang="en-US" sz="3600" u="none" cap="none" strike="noStrike">
                <a:solidFill>
                  <a:srgbClr val="FFFFFF"/>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
        <p:nvSpPr>
          <p:cNvPr id="141" name="Google Shape;141;p2"/>
          <p:cNvSpPr txBox="1"/>
          <p:nvPr/>
        </p:nvSpPr>
        <p:spPr>
          <a:xfrm>
            <a:off x="10016672" y="3246905"/>
            <a:ext cx="7322700" cy="548400"/>
          </a:xfrm>
          <a:prstGeom prst="rect">
            <a:avLst/>
          </a:prstGeom>
          <a:noFill/>
          <a:ln>
            <a:noFill/>
          </a:ln>
        </p:spPr>
        <p:txBody>
          <a:bodyPr anchorCtr="0" anchor="t" bIns="0" lIns="0" spcFirstLastPara="1" rIns="0" wrap="square" tIns="0">
            <a:spAutoFit/>
          </a:bodyPr>
          <a:lstStyle/>
          <a:p>
            <a:pPr indent="0" lvl="1" marL="0" marR="0" rtl="0" algn="l">
              <a:lnSpc>
                <a:spcPct val="200000"/>
              </a:lnSpc>
              <a:spcBef>
                <a:spcPts val="0"/>
              </a:spcBef>
              <a:spcAft>
                <a:spcPts val="0"/>
              </a:spcAft>
              <a:buClr>
                <a:srgbClr val="000000"/>
              </a:buClr>
              <a:buSzPts val="3562"/>
              <a:buFont typeface="Arial"/>
              <a:buNone/>
            </a:pPr>
            <a:r>
              <a:rPr b="0" i="0" lang="en-US" sz="3562" u="none" cap="none" strike="noStrike">
                <a:solidFill>
                  <a:srgbClr val="000000"/>
                </a:solidFill>
                <a:latin typeface="Poppins"/>
                <a:ea typeface="Poppins"/>
                <a:cs typeface="Poppins"/>
                <a:sym typeface="Poppins"/>
              </a:rPr>
              <a:t>Notación CIDR</a:t>
            </a:r>
            <a:endParaRPr b="0" i="0" sz="1400" u="none" cap="none" strike="noStrike">
              <a:solidFill>
                <a:srgbClr val="000000"/>
              </a:solidFill>
              <a:latin typeface="Arial"/>
              <a:ea typeface="Arial"/>
              <a:cs typeface="Arial"/>
              <a:sym typeface="Arial"/>
            </a:endParaRPr>
          </a:p>
        </p:txBody>
      </p:sp>
      <p:sp>
        <p:nvSpPr>
          <p:cNvPr id="142" name="Google Shape;142;p2"/>
          <p:cNvSpPr/>
          <p:nvPr/>
        </p:nvSpPr>
        <p:spPr>
          <a:xfrm>
            <a:off x="8661125" y="6005128"/>
            <a:ext cx="777875" cy="777875"/>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12A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2"/>
          <p:cNvSpPr txBox="1"/>
          <p:nvPr/>
        </p:nvSpPr>
        <p:spPr>
          <a:xfrm>
            <a:off x="8774519" y="5994696"/>
            <a:ext cx="545100" cy="554100"/>
          </a:xfrm>
          <a:prstGeom prst="rect">
            <a:avLst/>
          </a:prstGeom>
          <a:noFill/>
          <a:ln>
            <a:noFill/>
          </a:ln>
        </p:spPr>
        <p:txBody>
          <a:bodyPr anchorCtr="0" anchor="t" bIns="0" lIns="0" spcFirstLastPara="1" rIns="0" wrap="square" tIns="0">
            <a:spAutoFit/>
          </a:bodyPr>
          <a:lstStyle/>
          <a:p>
            <a:pPr indent="0" lvl="1" marL="0" marR="0" rtl="0" algn="ctr">
              <a:lnSpc>
                <a:spcPct val="157000"/>
              </a:lnSpc>
              <a:spcBef>
                <a:spcPts val="0"/>
              </a:spcBef>
              <a:spcAft>
                <a:spcPts val="0"/>
              </a:spcAft>
              <a:buClr>
                <a:srgbClr val="000000"/>
              </a:buClr>
              <a:buSzPts val="3600"/>
              <a:buFont typeface="Arial"/>
              <a:buNone/>
            </a:pPr>
            <a:r>
              <a:rPr b="0" i="0" lang="en-US" sz="3600" u="none" cap="none" strike="noStrike">
                <a:solidFill>
                  <a:srgbClr val="FFFFFF"/>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sp>
        <p:nvSpPr>
          <p:cNvPr id="144" name="Google Shape;144;p2"/>
          <p:cNvSpPr/>
          <p:nvPr/>
        </p:nvSpPr>
        <p:spPr>
          <a:xfrm>
            <a:off x="8661125" y="4718779"/>
            <a:ext cx="777875" cy="777875"/>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12A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2"/>
          <p:cNvSpPr txBox="1"/>
          <p:nvPr/>
        </p:nvSpPr>
        <p:spPr>
          <a:xfrm>
            <a:off x="8774519" y="4708348"/>
            <a:ext cx="545100" cy="554100"/>
          </a:xfrm>
          <a:prstGeom prst="rect">
            <a:avLst/>
          </a:prstGeom>
          <a:noFill/>
          <a:ln>
            <a:noFill/>
          </a:ln>
        </p:spPr>
        <p:txBody>
          <a:bodyPr anchorCtr="0" anchor="t" bIns="0" lIns="0" spcFirstLastPara="1" rIns="0" wrap="square" tIns="0">
            <a:spAutoFit/>
          </a:bodyPr>
          <a:lstStyle/>
          <a:p>
            <a:pPr indent="0" lvl="1" marL="0" marR="0" rtl="0" algn="ctr">
              <a:lnSpc>
                <a:spcPct val="157000"/>
              </a:lnSpc>
              <a:spcBef>
                <a:spcPts val="0"/>
              </a:spcBef>
              <a:spcAft>
                <a:spcPts val="0"/>
              </a:spcAft>
              <a:buClr>
                <a:srgbClr val="000000"/>
              </a:buClr>
              <a:buSzPts val="3600"/>
              <a:buFont typeface="Arial"/>
              <a:buNone/>
            </a:pPr>
            <a:r>
              <a:rPr b="0" i="0" lang="en-US" sz="3600" u="none" cap="none" strike="noStrike">
                <a:solidFill>
                  <a:srgbClr val="FFFFFF"/>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sp>
        <p:nvSpPr>
          <p:cNvPr id="146" name="Google Shape;146;p2"/>
          <p:cNvSpPr/>
          <p:nvPr/>
        </p:nvSpPr>
        <p:spPr>
          <a:xfrm>
            <a:off x="8661125" y="7291476"/>
            <a:ext cx="777875" cy="777875"/>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12A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2"/>
          <p:cNvSpPr txBox="1"/>
          <p:nvPr/>
        </p:nvSpPr>
        <p:spPr>
          <a:xfrm>
            <a:off x="8774519" y="7281045"/>
            <a:ext cx="545100" cy="554100"/>
          </a:xfrm>
          <a:prstGeom prst="rect">
            <a:avLst/>
          </a:prstGeom>
          <a:noFill/>
          <a:ln>
            <a:noFill/>
          </a:ln>
        </p:spPr>
        <p:txBody>
          <a:bodyPr anchorCtr="0" anchor="t" bIns="0" lIns="0" spcFirstLastPara="1" rIns="0" wrap="square" tIns="0">
            <a:spAutoFit/>
          </a:bodyPr>
          <a:lstStyle/>
          <a:p>
            <a:pPr indent="0" lvl="1" marL="0" marR="0" rtl="0" algn="ctr">
              <a:lnSpc>
                <a:spcPct val="157000"/>
              </a:lnSpc>
              <a:spcBef>
                <a:spcPts val="0"/>
              </a:spcBef>
              <a:spcAft>
                <a:spcPts val="0"/>
              </a:spcAft>
              <a:buClr>
                <a:srgbClr val="000000"/>
              </a:buClr>
              <a:buSzPts val="3600"/>
              <a:buFont typeface="Arial"/>
              <a:buNone/>
            </a:pPr>
            <a:r>
              <a:rPr b="0" i="0" lang="en-US" sz="3600" u="none" cap="none" strike="noStrike">
                <a:solidFill>
                  <a:srgbClr val="FFFFFF"/>
                </a:solidFill>
                <a:latin typeface="Arial"/>
                <a:ea typeface="Arial"/>
                <a:cs typeface="Arial"/>
                <a:sym typeface="Arial"/>
              </a:rPr>
              <a:t>5</a:t>
            </a:r>
            <a:endParaRPr b="0" i="0" sz="1400" u="none" cap="none" strike="noStrike">
              <a:solidFill>
                <a:srgbClr val="000000"/>
              </a:solidFill>
              <a:latin typeface="Arial"/>
              <a:ea typeface="Arial"/>
              <a:cs typeface="Arial"/>
              <a:sym typeface="Arial"/>
            </a:endParaRPr>
          </a:p>
        </p:txBody>
      </p:sp>
      <p:sp>
        <p:nvSpPr>
          <p:cNvPr id="148" name="Google Shape;148;p2"/>
          <p:cNvSpPr txBox="1"/>
          <p:nvPr/>
        </p:nvSpPr>
        <p:spPr>
          <a:xfrm>
            <a:off x="10016672" y="5812289"/>
            <a:ext cx="7322700" cy="548400"/>
          </a:xfrm>
          <a:prstGeom prst="rect">
            <a:avLst/>
          </a:prstGeom>
          <a:noFill/>
          <a:ln>
            <a:noFill/>
          </a:ln>
        </p:spPr>
        <p:txBody>
          <a:bodyPr anchorCtr="0" anchor="t" bIns="0" lIns="0" spcFirstLastPara="1" rIns="0" wrap="square" tIns="0">
            <a:spAutoFit/>
          </a:bodyPr>
          <a:lstStyle/>
          <a:p>
            <a:pPr indent="0" lvl="1" marL="0" marR="0" rtl="0" algn="l">
              <a:lnSpc>
                <a:spcPct val="200000"/>
              </a:lnSpc>
              <a:spcBef>
                <a:spcPts val="0"/>
              </a:spcBef>
              <a:spcAft>
                <a:spcPts val="0"/>
              </a:spcAft>
              <a:buClr>
                <a:srgbClr val="000000"/>
              </a:buClr>
              <a:buSzPts val="3562"/>
              <a:buFont typeface="Arial"/>
              <a:buNone/>
            </a:pPr>
            <a:r>
              <a:rPr b="0" i="0" lang="en-US" sz="3562" u="none" cap="none" strike="noStrike">
                <a:solidFill>
                  <a:srgbClr val="000000"/>
                </a:solidFill>
                <a:latin typeface="Poppins"/>
                <a:ea typeface="Poppins"/>
                <a:cs typeface="Poppins"/>
                <a:sym typeface="Poppins"/>
              </a:rPr>
              <a:t>Subnetting FLSM</a:t>
            </a:r>
            <a:endParaRPr b="0" i="0" sz="1400" u="none" cap="none" strike="noStrike">
              <a:solidFill>
                <a:srgbClr val="000000"/>
              </a:solidFill>
              <a:latin typeface="Arial"/>
              <a:ea typeface="Arial"/>
              <a:cs typeface="Arial"/>
              <a:sym typeface="Arial"/>
            </a:endParaRPr>
          </a:p>
        </p:txBody>
      </p:sp>
      <p:sp>
        <p:nvSpPr>
          <p:cNvPr id="149" name="Google Shape;149;p2"/>
          <p:cNvSpPr txBox="1"/>
          <p:nvPr/>
        </p:nvSpPr>
        <p:spPr>
          <a:xfrm>
            <a:off x="10016672" y="7094980"/>
            <a:ext cx="7322700" cy="548400"/>
          </a:xfrm>
          <a:prstGeom prst="rect">
            <a:avLst/>
          </a:prstGeom>
          <a:noFill/>
          <a:ln>
            <a:noFill/>
          </a:ln>
        </p:spPr>
        <p:txBody>
          <a:bodyPr anchorCtr="0" anchor="t" bIns="0" lIns="0" spcFirstLastPara="1" rIns="0" wrap="square" tIns="0">
            <a:spAutoFit/>
          </a:bodyPr>
          <a:lstStyle/>
          <a:p>
            <a:pPr indent="0" lvl="1" marL="0" marR="0" rtl="0" algn="l">
              <a:lnSpc>
                <a:spcPct val="200000"/>
              </a:lnSpc>
              <a:spcBef>
                <a:spcPts val="0"/>
              </a:spcBef>
              <a:spcAft>
                <a:spcPts val="0"/>
              </a:spcAft>
              <a:buClr>
                <a:srgbClr val="000000"/>
              </a:buClr>
              <a:buSzPts val="3562"/>
              <a:buFont typeface="Arial"/>
              <a:buNone/>
            </a:pPr>
            <a:r>
              <a:rPr b="0" i="0" lang="en-US" sz="3562" u="none" cap="none" strike="noStrike">
                <a:solidFill>
                  <a:srgbClr val="000000"/>
                </a:solidFill>
                <a:latin typeface="Poppins"/>
                <a:ea typeface="Poppins"/>
                <a:cs typeface="Poppins"/>
                <a:sym typeface="Poppins"/>
              </a:rPr>
              <a:t>Subnetting VLSM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962" l="0" r="0" t="-996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5" name="Google Shape;155;p3"/>
          <p:cNvSpPr/>
          <p:nvPr/>
        </p:nvSpPr>
        <p:spPr>
          <a:xfrm rot="1509483">
            <a:off x="-1829473" y="981799"/>
            <a:ext cx="8431586" cy="8981716"/>
          </a:xfrm>
          <a:custGeom>
            <a:rect b="b" l="l" r="r" t="t"/>
            <a:pathLst>
              <a:path extrusionOk="0" h="8981716" w="8431586">
                <a:moveTo>
                  <a:pt x="0" y="0"/>
                </a:moveTo>
                <a:lnTo>
                  <a:pt x="8431586" y="0"/>
                </a:lnTo>
                <a:lnTo>
                  <a:pt x="8431586" y="8981716"/>
                </a:lnTo>
                <a:lnTo>
                  <a:pt x="0" y="898171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6" name="Google Shape;156;p3"/>
          <p:cNvSpPr/>
          <p:nvPr/>
        </p:nvSpPr>
        <p:spPr>
          <a:xfrm rot="3061116">
            <a:off x="15098617" y="568631"/>
            <a:ext cx="4321366" cy="1532121"/>
          </a:xfrm>
          <a:custGeom>
            <a:rect b="b" l="l" r="r" t="t"/>
            <a:pathLst>
              <a:path extrusionOk="0" h="1532121" w="4321366">
                <a:moveTo>
                  <a:pt x="0" y="0"/>
                </a:moveTo>
                <a:lnTo>
                  <a:pt x="4321366" y="0"/>
                </a:lnTo>
                <a:lnTo>
                  <a:pt x="4321366" y="1532120"/>
                </a:lnTo>
                <a:lnTo>
                  <a:pt x="0" y="153212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7" name="Google Shape;157;p3"/>
          <p:cNvSpPr/>
          <p:nvPr/>
        </p:nvSpPr>
        <p:spPr>
          <a:xfrm rot="-2492452">
            <a:off x="13636279" y="8469844"/>
            <a:ext cx="5782005" cy="1576910"/>
          </a:xfrm>
          <a:custGeom>
            <a:rect b="b" l="l" r="r" t="t"/>
            <a:pathLst>
              <a:path extrusionOk="0" h="1576910" w="5782005">
                <a:moveTo>
                  <a:pt x="0" y="0"/>
                </a:moveTo>
                <a:lnTo>
                  <a:pt x="5782005" y="0"/>
                </a:lnTo>
                <a:lnTo>
                  <a:pt x="5782005" y="1576910"/>
                </a:lnTo>
                <a:lnTo>
                  <a:pt x="0" y="1576910"/>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8" name="Google Shape;158;p3"/>
          <p:cNvSpPr/>
          <p:nvPr/>
        </p:nvSpPr>
        <p:spPr>
          <a:xfrm>
            <a:off x="8386938" y="1212628"/>
            <a:ext cx="8872362" cy="8045672"/>
          </a:xfrm>
          <a:custGeom>
            <a:rect b="b" l="l" r="r" t="t"/>
            <a:pathLst>
              <a:path extrusionOk="0" h="8045672" w="8872362">
                <a:moveTo>
                  <a:pt x="0" y="0"/>
                </a:moveTo>
                <a:lnTo>
                  <a:pt x="8872362" y="0"/>
                </a:lnTo>
                <a:lnTo>
                  <a:pt x="8872362" y="8045672"/>
                </a:lnTo>
                <a:lnTo>
                  <a:pt x="0" y="8045672"/>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9" name="Google Shape;159;p3"/>
          <p:cNvSpPr/>
          <p:nvPr/>
        </p:nvSpPr>
        <p:spPr>
          <a:xfrm rot="-1220900">
            <a:off x="6801430" y="5745297"/>
            <a:ext cx="2885614" cy="4195043"/>
          </a:xfrm>
          <a:custGeom>
            <a:rect b="b" l="l" r="r" t="t"/>
            <a:pathLst>
              <a:path extrusionOk="0" h="4195043" w="2885614">
                <a:moveTo>
                  <a:pt x="0" y="0"/>
                </a:moveTo>
                <a:lnTo>
                  <a:pt x="2885614" y="0"/>
                </a:lnTo>
                <a:lnTo>
                  <a:pt x="2885614" y="4195043"/>
                </a:lnTo>
                <a:lnTo>
                  <a:pt x="0" y="4195043"/>
                </a:lnTo>
                <a:lnTo>
                  <a:pt x="0" y="0"/>
                </a:lnTo>
                <a:close/>
              </a:path>
            </a:pathLst>
          </a:custGeom>
          <a:blipFill rotWithShape="1">
            <a:blip r:embed="rId8">
              <a:alphaModFix/>
            </a:blip>
            <a:stretch>
              <a:fillRect b="-6193" l="-230841" r="0" t="-730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0" name="Google Shape;160;p3"/>
          <p:cNvSpPr/>
          <p:nvPr/>
        </p:nvSpPr>
        <p:spPr>
          <a:xfrm rot="738743">
            <a:off x="6011972" y="899260"/>
            <a:ext cx="2583812" cy="1103992"/>
          </a:xfrm>
          <a:custGeom>
            <a:rect b="b" l="l" r="r" t="t"/>
            <a:pathLst>
              <a:path extrusionOk="0" h="1103992" w="2583812">
                <a:moveTo>
                  <a:pt x="0" y="0"/>
                </a:moveTo>
                <a:lnTo>
                  <a:pt x="2583812" y="0"/>
                </a:lnTo>
                <a:lnTo>
                  <a:pt x="2583812" y="1103992"/>
                </a:lnTo>
                <a:lnTo>
                  <a:pt x="0" y="1103992"/>
                </a:lnTo>
                <a:lnTo>
                  <a:pt x="0" y="0"/>
                </a:lnTo>
                <a:close/>
              </a:path>
            </a:pathLst>
          </a:cu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1" name="Google Shape;161;p3"/>
          <p:cNvSpPr/>
          <p:nvPr/>
        </p:nvSpPr>
        <p:spPr>
          <a:xfrm rot="4130080">
            <a:off x="4534580" y="662215"/>
            <a:ext cx="360530" cy="984887"/>
          </a:xfrm>
          <a:custGeom>
            <a:rect b="b" l="l" r="r" t="t"/>
            <a:pathLst>
              <a:path extrusionOk="0" h="984887" w="360530">
                <a:moveTo>
                  <a:pt x="0" y="0"/>
                </a:moveTo>
                <a:lnTo>
                  <a:pt x="360530" y="0"/>
                </a:lnTo>
                <a:lnTo>
                  <a:pt x="360530" y="984887"/>
                </a:lnTo>
                <a:lnTo>
                  <a:pt x="0" y="984887"/>
                </a:lnTo>
                <a:lnTo>
                  <a:pt x="0" y="0"/>
                </a:lnTo>
                <a:close/>
              </a:path>
            </a:pathLst>
          </a:custGeom>
          <a:blipFill rotWithShape="1">
            <a:blip r:embed="rId10">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2" name="Google Shape;162;p3"/>
          <p:cNvSpPr/>
          <p:nvPr/>
        </p:nvSpPr>
        <p:spPr>
          <a:xfrm rot="1393956">
            <a:off x="5609027" y="8496422"/>
            <a:ext cx="629902" cy="679306"/>
          </a:xfrm>
          <a:custGeom>
            <a:rect b="b" l="l" r="r" t="t"/>
            <a:pathLst>
              <a:path extrusionOk="0" h="679306" w="629902">
                <a:moveTo>
                  <a:pt x="0" y="0"/>
                </a:moveTo>
                <a:lnTo>
                  <a:pt x="629902" y="0"/>
                </a:lnTo>
                <a:lnTo>
                  <a:pt x="629902" y="679306"/>
                </a:lnTo>
                <a:lnTo>
                  <a:pt x="0" y="679306"/>
                </a:lnTo>
                <a:lnTo>
                  <a:pt x="0" y="0"/>
                </a:lnTo>
                <a:close/>
              </a:path>
            </a:pathLst>
          </a:custGeom>
          <a:blipFill rotWithShape="1">
            <a:blip r:embed="rId11">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3" name="Google Shape;163;p3"/>
          <p:cNvSpPr txBox="1"/>
          <p:nvPr/>
        </p:nvSpPr>
        <p:spPr>
          <a:xfrm>
            <a:off x="9144000" y="3760165"/>
            <a:ext cx="7595419" cy="206825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400" u="none" cap="none" strike="noStrike">
                <a:solidFill>
                  <a:srgbClr val="323232"/>
                </a:solidFill>
                <a:latin typeface="Sniglet"/>
                <a:ea typeface="Sniglet"/>
                <a:cs typeface="Sniglet"/>
                <a:sym typeface="Sniglet"/>
              </a:rPr>
              <a:t>1, El estudiante aplica estrategias de subneteo fijo y variable mediante cálculos de rangos y asignación eficiente de direcciones IP para optimizar la cantidad de IP disponibles en la. red </a:t>
            </a:r>
            <a:endParaRPr b="0" i="0" sz="1200" u="none" cap="none" strike="noStrike">
              <a:solidFill>
                <a:srgbClr val="000000"/>
              </a:solidFill>
              <a:latin typeface="Arial"/>
              <a:ea typeface="Arial"/>
              <a:cs typeface="Arial"/>
              <a:sym typeface="Arial"/>
            </a:endParaRPr>
          </a:p>
        </p:txBody>
      </p:sp>
      <p:sp>
        <p:nvSpPr>
          <p:cNvPr id="164" name="Google Shape;164;p3"/>
          <p:cNvSpPr txBox="1"/>
          <p:nvPr/>
        </p:nvSpPr>
        <p:spPr>
          <a:xfrm>
            <a:off x="9956217" y="2041971"/>
            <a:ext cx="5733804" cy="2011680"/>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Clr>
                <a:srgbClr val="000000"/>
              </a:buClr>
              <a:buSzPts val="4200"/>
              <a:buFont typeface="Arial"/>
              <a:buNone/>
            </a:pPr>
            <a:r>
              <a:rPr b="0" i="0" lang="en-US" sz="4200" u="none" cap="none" strike="noStrike">
                <a:solidFill>
                  <a:srgbClr val="009B96"/>
                </a:solidFill>
                <a:latin typeface="Arial"/>
                <a:ea typeface="Arial"/>
                <a:cs typeface="Arial"/>
                <a:sym typeface="Arial"/>
              </a:rPr>
              <a:t>COMPETENCIA QUE DESARROLLAREMOS</a:t>
            </a:r>
            <a:endParaRPr b="0" i="0" sz="1400" u="none" cap="none" strike="noStrike">
              <a:solidFill>
                <a:srgbClr val="000000"/>
              </a:solidFill>
              <a:latin typeface="Arial"/>
              <a:ea typeface="Arial"/>
              <a:cs typeface="Arial"/>
              <a:sym typeface="Arial"/>
            </a:endParaRPr>
          </a:p>
          <a:p>
            <a:pPr indent="0" lvl="0" marL="0" marR="0" rtl="0" algn="ctr">
              <a:lnSpc>
                <a:spcPct val="125000"/>
              </a:lnSpc>
              <a:spcBef>
                <a:spcPts val="0"/>
              </a:spcBef>
              <a:spcAft>
                <a:spcPts val="0"/>
              </a:spcAft>
              <a:buClr>
                <a:srgbClr val="000000"/>
              </a:buClr>
              <a:buSzPts val="4200"/>
              <a:buFont typeface="Arial"/>
              <a:buNone/>
            </a:pPr>
            <a:r>
              <a:t/>
            </a:r>
            <a:endParaRPr b="0" i="0" sz="4200" u="none" cap="none" strike="noStrike">
              <a:solidFill>
                <a:srgbClr val="009B96"/>
              </a:solidFill>
              <a:latin typeface="Arial"/>
              <a:ea typeface="Arial"/>
              <a:cs typeface="Arial"/>
              <a:sym typeface="Arial"/>
            </a:endParaRPr>
          </a:p>
        </p:txBody>
      </p:sp>
      <p:sp>
        <p:nvSpPr>
          <p:cNvPr id="165" name="Google Shape;165;p3"/>
          <p:cNvSpPr/>
          <p:nvPr/>
        </p:nvSpPr>
        <p:spPr>
          <a:xfrm>
            <a:off x="9680615" y="2477899"/>
            <a:ext cx="428320" cy="780374"/>
          </a:xfrm>
          <a:custGeom>
            <a:rect b="b" l="l" r="r" t="t"/>
            <a:pathLst>
              <a:path extrusionOk="0" h="780374" w="428320">
                <a:moveTo>
                  <a:pt x="0" y="0"/>
                </a:moveTo>
                <a:lnTo>
                  <a:pt x="428320" y="0"/>
                </a:lnTo>
                <a:lnTo>
                  <a:pt x="428320" y="780374"/>
                </a:lnTo>
                <a:lnTo>
                  <a:pt x="0" y="780374"/>
                </a:lnTo>
                <a:lnTo>
                  <a:pt x="0" y="0"/>
                </a:lnTo>
                <a:close/>
              </a:path>
            </a:pathLst>
          </a:custGeom>
          <a:blipFill rotWithShape="1">
            <a:blip r:embed="rId12">
              <a:alphaModFix/>
            </a:blip>
            <a:stretch>
              <a:fillRect b="-96014" l="0" r="-370721" t="-54355"/>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6" name="Google Shape;166;p3"/>
          <p:cNvSpPr/>
          <p:nvPr/>
        </p:nvSpPr>
        <p:spPr>
          <a:xfrm rot="10800000">
            <a:off x="15618918" y="2442866"/>
            <a:ext cx="428320" cy="780374"/>
          </a:xfrm>
          <a:custGeom>
            <a:rect b="b" l="l" r="r" t="t"/>
            <a:pathLst>
              <a:path extrusionOk="0" h="780374" w="428320">
                <a:moveTo>
                  <a:pt x="428321" y="780373"/>
                </a:moveTo>
                <a:lnTo>
                  <a:pt x="0" y="780373"/>
                </a:lnTo>
                <a:lnTo>
                  <a:pt x="0" y="0"/>
                </a:lnTo>
                <a:lnTo>
                  <a:pt x="428321" y="0"/>
                </a:lnTo>
                <a:lnTo>
                  <a:pt x="428321" y="780373"/>
                </a:lnTo>
                <a:close/>
              </a:path>
            </a:pathLst>
          </a:custGeom>
          <a:blipFill rotWithShape="1">
            <a:blip r:embed="rId12">
              <a:alphaModFix/>
            </a:blip>
            <a:stretch>
              <a:fillRect b="-96014" l="0" r="-370721" t="-54355"/>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7" name="Google Shape;167;p3"/>
          <p:cNvSpPr txBox="1"/>
          <p:nvPr/>
        </p:nvSpPr>
        <p:spPr>
          <a:xfrm>
            <a:off x="9144000" y="6093099"/>
            <a:ext cx="7595419" cy="2585323"/>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400" u="none" cap="none" strike="noStrike">
                <a:solidFill>
                  <a:srgbClr val="323232"/>
                </a:solidFill>
                <a:latin typeface="Sniglet"/>
                <a:ea typeface="Sniglet"/>
                <a:cs typeface="Sniglet"/>
                <a:sym typeface="Sniglet"/>
              </a:rPr>
              <a:t>2, El estudiante aplica los principios de cableado estructurado utilizando normas y estándares internacionales para configurar dispositivos de capa 2 y 3 siguiendo los protocolos y conceptos generales de redes para asegurar una infraestructura eficiente </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grpSp>
        <p:nvGrpSpPr>
          <p:cNvPr id="172" name="Google Shape;172;p4"/>
          <p:cNvGrpSpPr/>
          <p:nvPr/>
        </p:nvGrpSpPr>
        <p:grpSpPr>
          <a:xfrm>
            <a:off x="-1536959" y="314325"/>
            <a:ext cx="9658350" cy="9658350"/>
            <a:chOff x="0" y="0"/>
            <a:chExt cx="812800" cy="812800"/>
          </a:xfrm>
        </p:grpSpPr>
        <p:sp>
          <p:nvSpPr>
            <p:cNvPr id="173" name="Google Shape;173;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D5DA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4"/>
            <p:cNvSpPr txBox="1"/>
            <p:nvPr/>
          </p:nvSpPr>
          <p:spPr>
            <a:xfrm>
              <a:off x="76200" y="104775"/>
              <a:ext cx="660400" cy="631825"/>
            </a:xfrm>
            <a:prstGeom prst="rect">
              <a:avLst/>
            </a:prstGeom>
            <a:noFill/>
            <a:ln>
              <a:noFill/>
            </a:ln>
          </p:spPr>
          <p:txBody>
            <a:bodyPr anchorCtr="0" anchor="ctr" bIns="50800" lIns="50800" spcFirstLastPara="1" rIns="50800" wrap="square" tIns="50800">
              <a:noAutofit/>
            </a:bodyPr>
            <a:lstStyle/>
            <a:p>
              <a:pPr indent="0" lvl="0" marL="0" marR="0" rtl="0" algn="ctr">
                <a:lnSpc>
                  <a:spcPct val="868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75" name="Google Shape;175;p4"/>
          <p:cNvSpPr/>
          <p:nvPr/>
        </p:nvSpPr>
        <p:spPr>
          <a:xfrm>
            <a:off x="877765" y="1459165"/>
            <a:ext cx="7734291" cy="7368670"/>
          </a:xfrm>
          <a:custGeom>
            <a:rect b="b" l="l" r="r" t="t"/>
            <a:pathLst>
              <a:path extrusionOk="0" h="7368670" w="7734291">
                <a:moveTo>
                  <a:pt x="0" y="0"/>
                </a:moveTo>
                <a:lnTo>
                  <a:pt x="7734290" y="0"/>
                </a:lnTo>
                <a:lnTo>
                  <a:pt x="7734290" y="7368670"/>
                </a:lnTo>
                <a:lnTo>
                  <a:pt x="0" y="736867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6" name="Google Shape;176;p4"/>
          <p:cNvSpPr/>
          <p:nvPr/>
        </p:nvSpPr>
        <p:spPr>
          <a:xfrm>
            <a:off x="17259300" y="801623"/>
            <a:ext cx="486295" cy="4114800"/>
          </a:xfrm>
          <a:custGeom>
            <a:rect b="b" l="l" r="r" t="t"/>
            <a:pathLst>
              <a:path extrusionOk="0" h="4114800" w="486295">
                <a:moveTo>
                  <a:pt x="0" y="0"/>
                </a:moveTo>
                <a:lnTo>
                  <a:pt x="486295" y="0"/>
                </a:lnTo>
                <a:lnTo>
                  <a:pt x="486295" y="4114800"/>
                </a:lnTo>
                <a:lnTo>
                  <a:pt x="0" y="41148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7" name="Google Shape;177;p4"/>
          <p:cNvSpPr/>
          <p:nvPr/>
        </p:nvSpPr>
        <p:spPr>
          <a:xfrm>
            <a:off x="9032745" y="1113356"/>
            <a:ext cx="7315200" cy="691619"/>
          </a:xfrm>
          <a:custGeom>
            <a:rect b="b" l="l" r="r" t="t"/>
            <a:pathLst>
              <a:path extrusionOk="0" h="691619" w="7315200">
                <a:moveTo>
                  <a:pt x="0" y="0"/>
                </a:moveTo>
                <a:lnTo>
                  <a:pt x="7315200" y="0"/>
                </a:lnTo>
                <a:lnTo>
                  <a:pt x="7315200" y="691619"/>
                </a:lnTo>
                <a:lnTo>
                  <a:pt x="0" y="691619"/>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8" name="Google Shape;178;p4"/>
          <p:cNvSpPr/>
          <p:nvPr/>
        </p:nvSpPr>
        <p:spPr>
          <a:xfrm>
            <a:off x="9032745" y="7387072"/>
            <a:ext cx="6089796" cy="1871228"/>
          </a:xfrm>
          <a:custGeom>
            <a:rect b="b" l="l" r="r" t="t"/>
            <a:pathLst>
              <a:path extrusionOk="0" h="1871228" w="6089796">
                <a:moveTo>
                  <a:pt x="0" y="0"/>
                </a:moveTo>
                <a:lnTo>
                  <a:pt x="6089796" y="0"/>
                </a:lnTo>
                <a:lnTo>
                  <a:pt x="6089796" y="1871228"/>
                </a:lnTo>
                <a:lnTo>
                  <a:pt x="0" y="1871228"/>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9" name="Google Shape;179;p4"/>
          <p:cNvSpPr/>
          <p:nvPr/>
        </p:nvSpPr>
        <p:spPr>
          <a:xfrm>
            <a:off x="17413226" y="7387072"/>
            <a:ext cx="1050143" cy="1698492"/>
          </a:xfrm>
          <a:custGeom>
            <a:rect b="b" l="l" r="r" t="t"/>
            <a:pathLst>
              <a:path extrusionOk="0" h="1698492" w="1050143">
                <a:moveTo>
                  <a:pt x="0" y="0"/>
                </a:moveTo>
                <a:lnTo>
                  <a:pt x="1050143" y="0"/>
                </a:lnTo>
                <a:lnTo>
                  <a:pt x="1050143" y="1698492"/>
                </a:lnTo>
                <a:lnTo>
                  <a:pt x="0" y="1698492"/>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0" name="Google Shape;180;p4"/>
          <p:cNvSpPr txBox="1"/>
          <p:nvPr/>
        </p:nvSpPr>
        <p:spPr>
          <a:xfrm>
            <a:off x="9144000" y="3147388"/>
            <a:ext cx="8269226" cy="3125871"/>
          </a:xfrm>
          <a:prstGeom prst="rect">
            <a:avLst/>
          </a:prstGeom>
          <a:noFill/>
          <a:ln>
            <a:noFill/>
          </a:ln>
        </p:spPr>
        <p:txBody>
          <a:bodyPr anchorCtr="0" anchor="t" bIns="0" lIns="0" spcFirstLastPara="1" rIns="0" wrap="square" tIns="0">
            <a:spAutoFit/>
          </a:bodyPr>
          <a:lstStyle/>
          <a:p>
            <a:pPr indent="0" lvl="0" marL="0" marR="0" rtl="0" algn="just">
              <a:lnSpc>
                <a:spcPct val="100000"/>
              </a:lnSpc>
              <a:spcBef>
                <a:spcPts val="0"/>
              </a:spcBef>
              <a:spcAft>
                <a:spcPts val="0"/>
              </a:spcAft>
              <a:buClr>
                <a:srgbClr val="000000"/>
              </a:buClr>
              <a:buSzPts val="12065"/>
              <a:buFont typeface="Arial"/>
              <a:buNone/>
            </a:pPr>
            <a:r>
              <a:rPr b="0" i="0" lang="en-US" sz="12065" u="none" cap="none" strike="noStrike">
                <a:solidFill>
                  <a:srgbClr val="5555AB"/>
                </a:solidFill>
                <a:latin typeface="Anton"/>
                <a:ea typeface="Anton"/>
                <a:cs typeface="Anton"/>
                <a:sym typeface="Anton"/>
              </a:rPr>
              <a:t>DIRECCIONES IP</a:t>
            </a:r>
            <a:endParaRPr b="0" i="0" sz="1400" u="none" cap="none" strike="noStrike">
              <a:solidFill>
                <a:srgbClr val="000000"/>
              </a:solidFill>
              <a:latin typeface="Arial"/>
              <a:ea typeface="Arial"/>
              <a:cs typeface="Arial"/>
              <a:sym typeface="Arial"/>
            </a:endParaRPr>
          </a:p>
        </p:txBody>
      </p:sp>
      <p:sp>
        <p:nvSpPr>
          <p:cNvPr id="181" name="Google Shape;181;p4"/>
          <p:cNvSpPr txBox="1"/>
          <p:nvPr/>
        </p:nvSpPr>
        <p:spPr>
          <a:xfrm>
            <a:off x="9931021" y="8228841"/>
            <a:ext cx="3907056" cy="225757"/>
          </a:xfrm>
          <a:prstGeom prst="rect">
            <a:avLst/>
          </a:prstGeom>
          <a:noFill/>
          <a:ln>
            <a:noFill/>
          </a:ln>
        </p:spPr>
        <p:txBody>
          <a:bodyPr anchorCtr="0" anchor="t" bIns="0" lIns="0" spcFirstLastPara="1" rIns="0" wrap="square" tIns="0">
            <a:spAutoFit/>
          </a:bodyPr>
          <a:lstStyle/>
          <a:p>
            <a:pPr indent="0" lvl="0" marL="0" marR="0" rtl="0" algn="l">
              <a:lnSpc>
                <a:spcPct val="100056"/>
              </a:lnSpc>
              <a:spcBef>
                <a:spcPts val="0"/>
              </a:spcBef>
              <a:spcAft>
                <a:spcPts val="0"/>
              </a:spcAft>
              <a:buClr>
                <a:srgbClr val="000000"/>
              </a:buClr>
              <a:buSzPts val="1762"/>
              <a:buFont typeface="Arial"/>
              <a:buNone/>
            </a:pPr>
            <a:r>
              <a:rPr b="1" i="0" lang="en-US" sz="1762" u="none" cap="none" strike="noStrike">
                <a:solidFill>
                  <a:srgbClr val="5555AB"/>
                </a:solidFill>
                <a:latin typeface="Montserrat"/>
                <a:ea typeface="Montserrat"/>
                <a:cs typeface="Montserrat"/>
                <a:sym typeface="Montserrat"/>
              </a:rPr>
              <a:t>WWW.REDES1.COM</a:t>
            </a:r>
            <a:endParaRPr b="0" i="0" sz="1400" u="none" cap="none" strike="noStrike">
              <a:solidFill>
                <a:srgbClr val="000000"/>
              </a:solidFill>
              <a:latin typeface="Arial"/>
              <a:ea typeface="Arial"/>
              <a:cs typeface="Arial"/>
              <a:sym typeface="Arial"/>
            </a:endParaRPr>
          </a:p>
        </p:txBody>
      </p:sp>
      <p:sp>
        <p:nvSpPr>
          <p:cNvPr id="182" name="Google Shape;182;p4"/>
          <p:cNvSpPr txBox="1"/>
          <p:nvPr/>
        </p:nvSpPr>
        <p:spPr>
          <a:xfrm>
            <a:off x="10117846" y="1365320"/>
            <a:ext cx="2391841" cy="225757"/>
          </a:xfrm>
          <a:prstGeom prst="rect">
            <a:avLst/>
          </a:prstGeom>
          <a:noFill/>
          <a:ln>
            <a:noFill/>
          </a:ln>
        </p:spPr>
        <p:txBody>
          <a:bodyPr anchorCtr="0" anchor="t" bIns="0" lIns="0" spcFirstLastPara="1" rIns="0" wrap="square" tIns="0">
            <a:spAutoFit/>
          </a:bodyPr>
          <a:lstStyle/>
          <a:p>
            <a:pPr indent="0" lvl="0" marL="0" marR="0" rtl="0" algn="l">
              <a:lnSpc>
                <a:spcPct val="100056"/>
              </a:lnSpc>
              <a:spcBef>
                <a:spcPts val="0"/>
              </a:spcBef>
              <a:spcAft>
                <a:spcPts val="0"/>
              </a:spcAft>
              <a:buClr>
                <a:srgbClr val="000000"/>
              </a:buClr>
              <a:buSzPts val="1762"/>
              <a:buFont typeface="Arial"/>
              <a:buNone/>
            </a:pPr>
            <a:r>
              <a:rPr b="1" i="0" lang="en-US" sz="1762" u="none" cap="none" strike="noStrike">
                <a:solidFill>
                  <a:srgbClr val="FFFFFF"/>
                </a:solidFill>
                <a:latin typeface="Montserrat"/>
                <a:ea typeface="Montserrat"/>
                <a:cs typeface="Montserrat"/>
                <a:sym typeface="Montserrat"/>
              </a:rPr>
              <a:t>REDES 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5"/>
          <p:cNvSpPr txBox="1"/>
          <p:nvPr/>
        </p:nvSpPr>
        <p:spPr>
          <a:xfrm>
            <a:off x="1028700" y="428625"/>
            <a:ext cx="14084886" cy="1200150"/>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Clr>
                <a:srgbClr val="000000"/>
              </a:buClr>
              <a:buSzPts val="7899"/>
              <a:buFont typeface="Arial"/>
              <a:buNone/>
            </a:pPr>
            <a:r>
              <a:rPr b="0" i="0" lang="en-US" sz="7899" u="none" cap="none" strike="noStrike">
                <a:solidFill>
                  <a:srgbClr val="415AC6"/>
                </a:solidFill>
                <a:latin typeface="Arial"/>
                <a:ea typeface="Arial"/>
                <a:cs typeface="Arial"/>
                <a:sym typeface="Arial"/>
              </a:rPr>
              <a:t>Direcciones IP</a:t>
            </a:r>
            <a:endParaRPr b="0" i="0" sz="1400" u="none" cap="none" strike="noStrike">
              <a:solidFill>
                <a:srgbClr val="000000"/>
              </a:solidFill>
              <a:latin typeface="Arial"/>
              <a:ea typeface="Arial"/>
              <a:cs typeface="Arial"/>
              <a:sym typeface="Arial"/>
            </a:endParaRPr>
          </a:p>
        </p:txBody>
      </p:sp>
      <p:sp>
        <p:nvSpPr>
          <p:cNvPr id="188" name="Google Shape;188;p5"/>
          <p:cNvSpPr txBox="1"/>
          <p:nvPr/>
        </p:nvSpPr>
        <p:spPr>
          <a:xfrm>
            <a:off x="1028709" y="1628772"/>
            <a:ext cx="13421700" cy="8355000"/>
          </a:xfrm>
          <a:prstGeom prst="rect">
            <a:avLst/>
          </a:prstGeom>
          <a:noFill/>
          <a:ln>
            <a:noFill/>
          </a:ln>
        </p:spPr>
        <p:txBody>
          <a:bodyPr anchorCtr="0" anchor="t" bIns="0" lIns="0" spcFirstLastPara="1" rIns="0" wrap="square" tIns="0">
            <a:spAutoFit/>
          </a:bodyPr>
          <a:lstStyle/>
          <a:p>
            <a:pPr indent="0" lvl="0" marL="0" marR="0" rtl="0" algn="l">
              <a:lnSpc>
                <a:spcPct val="150020"/>
              </a:lnSpc>
              <a:spcBef>
                <a:spcPts val="0"/>
              </a:spcBef>
              <a:spcAft>
                <a:spcPts val="0"/>
              </a:spcAft>
              <a:buClr>
                <a:srgbClr val="000000"/>
              </a:buClr>
              <a:buSzPts val="2467"/>
              <a:buFont typeface="Arial"/>
              <a:buNone/>
            </a:pPr>
            <a:r>
              <a:rPr b="0" i="0" lang="en-US" sz="2467" u="none" cap="none" strike="noStrike">
                <a:solidFill>
                  <a:srgbClr val="000000"/>
                </a:solidFill>
                <a:latin typeface="Poppins"/>
                <a:ea typeface="Poppins"/>
                <a:cs typeface="Poppins"/>
                <a:sym typeface="Poppins"/>
              </a:rPr>
              <a:t>Son identificadores únicos asignados a cada dispositivo en una red de computadoras. Operan en la capa 3 del modelo OSI.</a:t>
            </a:r>
            <a:endParaRPr b="0" i="0" sz="1400" u="none" cap="none" strike="noStrike">
              <a:solidFill>
                <a:srgbClr val="000000"/>
              </a:solidFill>
              <a:latin typeface="Arial"/>
              <a:ea typeface="Arial"/>
              <a:cs typeface="Arial"/>
              <a:sym typeface="Arial"/>
            </a:endParaRPr>
          </a:p>
          <a:p>
            <a:pPr indent="0" lvl="0" marL="0" marR="0" rtl="0" algn="l">
              <a:lnSpc>
                <a:spcPct val="150020"/>
              </a:lnSpc>
              <a:spcBef>
                <a:spcPts val="0"/>
              </a:spcBef>
              <a:spcAft>
                <a:spcPts val="0"/>
              </a:spcAft>
              <a:buClr>
                <a:srgbClr val="000000"/>
              </a:buClr>
              <a:buSzPts val="2467"/>
              <a:buFont typeface="Arial"/>
              <a:buNone/>
            </a:pPr>
            <a:r>
              <a:t/>
            </a:r>
            <a:endParaRPr b="0" i="0" sz="2467" u="none" cap="none" strike="noStrike">
              <a:solidFill>
                <a:srgbClr val="000000"/>
              </a:solidFill>
              <a:latin typeface="Poppins"/>
              <a:ea typeface="Poppins"/>
              <a:cs typeface="Poppins"/>
              <a:sym typeface="Poppins"/>
            </a:endParaRPr>
          </a:p>
          <a:p>
            <a:pPr indent="0" lvl="0" marL="0" marR="0" rtl="0" algn="l">
              <a:lnSpc>
                <a:spcPct val="150020"/>
              </a:lnSpc>
              <a:spcBef>
                <a:spcPts val="0"/>
              </a:spcBef>
              <a:spcAft>
                <a:spcPts val="0"/>
              </a:spcAft>
              <a:buClr>
                <a:srgbClr val="000000"/>
              </a:buClr>
              <a:buSzPts val="2467"/>
              <a:buFont typeface="Arial"/>
              <a:buNone/>
            </a:pPr>
            <a:r>
              <a:rPr b="0" i="0" lang="en-US" sz="2467" u="none" cap="none" strike="noStrike">
                <a:solidFill>
                  <a:srgbClr val="000000"/>
                </a:solidFill>
                <a:latin typeface="Poppins"/>
                <a:ea typeface="Poppins"/>
                <a:cs typeface="Poppins"/>
                <a:sym typeface="Poppins"/>
              </a:rPr>
              <a:t>Permiten que los datos sean enrutados correctamente a través de la red para llegar a su destino.</a:t>
            </a:r>
            <a:endParaRPr b="0" i="0" sz="1400" u="none" cap="none" strike="noStrike">
              <a:solidFill>
                <a:srgbClr val="000000"/>
              </a:solidFill>
              <a:latin typeface="Arial"/>
              <a:ea typeface="Arial"/>
              <a:cs typeface="Arial"/>
              <a:sym typeface="Arial"/>
            </a:endParaRPr>
          </a:p>
          <a:p>
            <a:pPr indent="0" lvl="0" marL="0" marR="0" rtl="0" algn="l">
              <a:lnSpc>
                <a:spcPct val="150020"/>
              </a:lnSpc>
              <a:spcBef>
                <a:spcPts val="0"/>
              </a:spcBef>
              <a:spcAft>
                <a:spcPts val="0"/>
              </a:spcAft>
              <a:buClr>
                <a:srgbClr val="000000"/>
              </a:buClr>
              <a:buSzPts val="2467"/>
              <a:buFont typeface="Arial"/>
              <a:buNone/>
            </a:pPr>
            <a:r>
              <a:t/>
            </a:r>
            <a:endParaRPr b="0" i="0" sz="2467" u="none" cap="none" strike="noStrike">
              <a:solidFill>
                <a:srgbClr val="000000"/>
              </a:solidFill>
              <a:latin typeface="Poppins"/>
              <a:ea typeface="Poppins"/>
              <a:cs typeface="Poppins"/>
              <a:sym typeface="Poppins"/>
            </a:endParaRPr>
          </a:p>
          <a:p>
            <a:pPr indent="0" lvl="0" marL="0" marR="0" rtl="0" algn="l">
              <a:lnSpc>
                <a:spcPct val="150020"/>
              </a:lnSpc>
              <a:spcBef>
                <a:spcPts val="0"/>
              </a:spcBef>
              <a:spcAft>
                <a:spcPts val="0"/>
              </a:spcAft>
              <a:buClr>
                <a:srgbClr val="000000"/>
              </a:buClr>
              <a:buSzPts val="2467"/>
              <a:buFont typeface="Arial"/>
              <a:buNone/>
            </a:pPr>
            <a:r>
              <a:rPr b="0" i="0" lang="en-US" sz="2467" u="none" cap="none" strike="noStrike">
                <a:solidFill>
                  <a:srgbClr val="000000"/>
                </a:solidFill>
                <a:latin typeface="Poppins"/>
                <a:ea typeface="Poppins"/>
                <a:cs typeface="Poppins"/>
                <a:sym typeface="Poppins"/>
              </a:rPr>
              <a:t>Existen dos versiones principales de direcciones IP: IPv4 e IPv6.</a:t>
            </a:r>
            <a:endParaRPr b="0" i="0" sz="1400" u="none" cap="none" strike="noStrike">
              <a:solidFill>
                <a:srgbClr val="000000"/>
              </a:solidFill>
              <a:latin typeface="Arial"/>
              <a:ea typeface="Arial"/>
              <a:cs typeface="Arial"/>
              <a:sym typeface="Arial"/>
            </a:endParaRPr>
          </a:p>
          <a:p>
            <a:pPr indent="0" lvl="0" marL="0" marR="0" rtl="0" algn="l">
              <a:lnSpc>
                <a:spcPct val="150020"/>
              </a:lnSpc>
              <a:spcBef>
                <a:spcPts val="0"/>
              </a:spcBef>
              <a:spcAft>
                <a:spcPts val="0"/>
              </a:spcAft>
              <a:buClr>
                <a:srgbClr val="000000"/>
              </a:buClr>
              <a:buSzPts val="2467"/>
              <a:buFont typeface="Arial"/>
              <a:buNone/>
            </a:pPr>
            <a:r>
              <a:t/>
            </a:r>
            <a:endParaRPr b="0" i="0" sz="2467" u="none" cap="none" strike="noStrike">
              <a:solidFill>
                <a:srgbClr val="000000"/>
              </a:solidFill>
              <a:latin typeface="Poppins"/>
              <a:ea typeface="Poppins"/>
              <a:cs typeface="Poppins"/>
              <a:sym typeface="Poppins"/>
            </a:endParaRPr>
          </a:p>
          <a:p>
            <a:pPr indent="-266398" lvl="1" marL="532800" marR="0" rtl="0" algn="l">
              <a:lnSpc>
                <a:spcPct val="150020"/>
              </a:lnSpc>
              <a:spcBef>
                <a:spcPts val="0"/>
              </a:spcBef>
              <a:spcAft>
                <a:spcPts val="0"/>
              </a:spcAft>
              <a:buClr>
                <a:srgbClr val="000000"/>
              </a:buClr>
              <a:buSzPts val="2467"/>
              <a:buFont typeface="Arial"/>
              <a:buChar char="•"/>
            </a:pPr>
            <a:r>
              <a:rPr b="0" i="0" lang="en-US" sz="2467" u="none" cap="none" strike="noStrike">
                <a:solidFill>
                  <a:srgbClr val="000000"/>
                </a:solidFill>
                <a:latin typeface="Poppins"/>
                <a:ea typeface="Poppins"/>
                <a:cs typeface="Poppins"/>
                <a:sym typeface="Poppins"/>
              </a:rPr>
              <a:t>La dirección IPv4 utiliza un formato de 32 bits y puede ser representada por cuatro números separados por puntos (ejemplo: 192.168.1.1).</a:t>
            </a:r>
            <a:endParaRPr b="0" i="0" sz="1400" u="none" cap="none" strike="noStrike">
              <a:solidFill>
                <a:srgbClr val="000000"/>
              </a:solidFill>
              <a:latin typeface="Arial"/>
              <a:ea typeface="Arial"/>
              <a:cs typeface="Arial"/>
              <a:sym typeface="Arial"/>
            </a:endParaRPr>
          </a:p>
          <a:p>
            <a:pPr indent="0" lvl="0" marL="0" marR="0" rtl="0" algn="l">
              <a:lnSpc>
                <a:spcPct val="150020"/>
              </a:lnSpc>
              <a:spcBef>
                <a:spcPts val="0"/>
              </a:spcBef>
              <a:spcAft>
                <a:spcPts val="0"/>
              </a:spcAft>
              <a:buClr>
                <a:srgbClr val="000000"/>
              </a:buClr>
              <a:buSzPts val="2467"/>
              <a:buFont typeface="Arial"/>
              <a:buNone/>
            </a:pPr>
            <a:r>
              <a:t/>
            </a:r>
            <a:endParaRPr b="0" i="0" sz="2467" u="none" cap="none" strike="noStrike">
              <a:solidFill>
                <a:srgbClr val="000000"/>
              </a:solidFill>
              <a:latin typeface="Poppins"/>
              <a:ea typeface="Poppins"/>
              <a:cs typeface="Poppins"/>
              <a:sym typeface="Poppins"/>
            </a:endParaRPr>
          </a:p>
          <a:p>
            <a:pPr indent="-266398" lvl="1" marL="532800" marR="0" rtl="0" algn="l">
              <a:lnSpc>
                <a:spcPct val="150020"/>
              </a:lnSpc>
              <a:spcBef>
                <a:spcPts val="0"/>
              </a:spcBef>
              <a:spcAft>
                <a:spcPts val="0"/>
              </a:spcAft>
              <a:buClr>
                <a:srgbClr val="000000"/>
              </a:buClr>
              <a:buSzPts val="2467"/>
              <a:buFont typeface="Arial"/>
              <a:buChar char="•"/>
            </a:pPr>
            <a:r>
              <a:rPr b="0" i="0" lang="en-US" sz="2467" u="none" cap="none" strike="noStrike">
                <a:solidFill>
                  <a:srgbClr val="000000"/>
                </a:solidFill>
                <a:latin typeface="Poppins"/>
                <a:ea typeface="Poppins"/>
                <a:cs typeface="Poppins"/>
                <a:sym typeface="Poppins"/>
              </a:rPr>
              <a:t>La dirección IPv6 utiliza un formato de 128 bits y puede ser representada por ocho bloques de cuatro dígitos hexadecimales separados por dos puntos (ejemplo: 2001:0db8:85a3:0000:0000:8a2e:0370:7334). </a:t>
            </a:r>
            <a:endParaRPr b="0" i="0" sz="1400" u="none" cap="none" strike="noStrike">
              <a:solidFill>
                <a:srgbClr val="000000"/>
              </a:solidFill>
              <a:latin typeface="Arial"/>
              <a:ea typeface="Arial"/>
              <a:cs typeface="Arial"/>
              <a:sym typeface="Arial"/>
            </a:endParaRPr>
          </a:p>
          <a:p>
            <a:pPr indent="0" lvl="0" marL="0" marR="0" rtl="0" algn="l">
              <a:lnSpc>
                <a:spcPct val="150020"/>
              </a:lnSpc>
              <a:spcBef>
                <a:spcPts val="0"/>
              </a:spcBef>
              <a:spcAft>
                <a:spcPts val="0"/>
              </a:spcAft>
              <a:buClr>
                <a:srgbClr val="000000"/>
              </a:buClr>
              <a:buSzPts val="2467"/>
              <a:buFont typeface="Arial"/>
              <a:buNone/>
            </a:pPr>
            <a:r>
              <a:t/>
            </a:r>
            <a:endParaRPr b="0" i="0" sz="2467" u="none" cap="none" strike="noStrike">
              <a:solidFill>
                <a:srgbClr val="000000"/>
              </a:solidFill>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6"/>
          <p:cNvSpPr txBox="1"/>
          <p:nvPr/>
        </p:nvSpPr>
        <p:spPr>
          <a:xfrm>
            <a:off x="1024309" y="2005972"/>
            <a:ext cx="14089277" cy="6303777"/>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2380"/>
              <a:buFont typeface="Arial"/>
              <a:buNone/>
            </a:pPr>
            <a:r>
              <a:rPr b="0" i="0" lang="en-US" sz="2380" u="none" cap="none" strike="noStrike">
                <a:solidFill>
                  <a:srgbClr val="000000"/>
                </a:solidFill>
                <a:latin typeface="Poppins"/>
                <a:ea typeface="Poppins"/>
                <a:cs typeface="Poppins"/>
                <a:sym typeface="Poppins"/>
              </a:rPr>
              <a:t>Son asignadas a los dispositivos en una red por un servidor DHCP (Dynamic Host Configuration Protocol) o pueden ser configuradas manualmente en los dispositivos individuales.</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380"/>
              <a:buFont typeface="Arial"/>
              <a:buNone/>
            </a:pPr>
            <a:r>
              <a:t/>
            </a:r>
            <a:endParaRPr b="0" i="0" sz="2380" u="none" cap="none" strike="noStrike">
              <a:solidFill>
                <a:srgbClr val="000000"/>
              </a:solidFill>
              <a:latin typeface="Poppins"/>
              <a:ea typeface="Poppins"/>
              <a:cs typeface="Poppins"/>
              <a:sym typeface="Poppins"/>
            </a:endParaRPr>
          </a:p>
          <a:p>
            <a:pPr indent="0" lvl="0" marL="0" marR="0" rtl="0" algn="l">
              <a:lnSpc>
                <a:spcPct val="150000"/>
              </a:lnSpc>
              <a:spcBef>
                <a:spcPts val="0"/>
              </a:spcBef>
              <a:spcAft>
                <a:spcPts val="0"/>
              </a:spcAft>
              <a:buClr>
                <a:srgbClr val="000000"/>
              </a:buClr>
              <a:buSzPts val="2380"/>
              <a:buFont typeface="Arial"/>
              <a:buNone/>
            </a:pPr>
            <a:r>
              <a:rPr b="0" i="0" lang="en-US" sz="2380" u="none" cap="none" strike="noStrike">
                <a:solidFill>
                  <a:srgbClr val="000000"/>
                </a:solidFill>
                <a:latin typeface="Poppins"/>
                <a:ea typeface="Poppins"/>
                <a:cs typeface="Poppins"/>
                <a:sym typeface="Poppins"/>
              </a:rPr>
              <a:t>Una de las utilidades principales de la dirección IP, además de la de identificar los dispositivos, es la de permitir la comunicación con otros dentro de una red. Esta red puede ser interna o externa, y en función de esto se utilizarán IP de tipo privada o pública.</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380"/>
              <a:buFont typeface="Arial"/>
              <a:buNone/>
            </a:pPr>
            <a:r>
              <a:t/>
            </a:r>
            <a:endParaRPr b="0" i="0" sz="2380" u="none" cap="none" strike="noStrike">
              <a:solidFill>
                <a:srgbClr val="000000"/>
              </a:solidFill>
              <a:latin typeface="Poppins"/>
              <a:ea typeface="Poppins"/>
              <a:cs typeface="Poppins"/>
              <a:sym typeface="Poppins"/>
            </a:endParaRPr>
          </a:p>
          <a:p>
            <a:pPr indent="0" lvl="0" marL="0" marR="0" rtl="0" algn="l">
              <a:lnSpc>
                <a:spcPct val="150000"/>
              </a:lnSpc>
              <a:spcBef>
                <a:spcPts val="0"/>
              </a:spcBef>
              <a:spcAft>
                <a:spcPts val="0"/>
              </a:spcAft>
              <a:buClr>
                <a:srgbClr val="000000"/>
              </a:buClr>
              <a:buSzPts val="2380"/>
              <a:buFont typeface="Arial"/>
              <a:buNone/>
            </a:pPr>
            <a:r>
              <a:rPr b="0" i="0" lang="en-US" sz="2380" u="none" cap="none" strike="noStrike">
                <a:solidFill>
                  <a:srgbClr val="000000"/>
                </a:solidFill>
                <a:latin typeface="Poppins"/>
                <a:ea typeface="Poppins"/>
                <a:cs typeface="Poppins"/>
                <a:sym typeface="Poppins"/>
              </a:rPr>
              <a:t>Una dirección IP está compuesta por dos componentes: la dirección de red y la dirección de host.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380"/>
              <a:buFont typeface="Arial"/>
              <a:buNone/>
            </a:pPr>
            <a:r>
              <a:t/>
            </a:r>
            <a:endParaRPr b="0" i="0" sz="2380" u="none" cap="none" strike="noStrike">
              <a:solidFill>
                <a:srgbClr val="000000"/>
              </a:solidFill>
              <a:latin typeface="Poppins"/>
              <a:ea typeface="Poppins"/>
              <a:cs typeface="Poppins"/>
              <a:sym typeface="Poppins"/>
            </a:endParaRPr>
          </a:p>
          <a:p>
            <a:pPr indent="0" lvl="0" marL="0" marR="0" rtl="0" algn="l">
              <a:lnSpc>
                <a:spcPct val="150000"/>
              </a:lnSpc>
              <a:spcBef>
                <a:spcPts val="0"/>
              </a:spcBef>
              <a:spcAft>
                <a:spcPts val="0"/>
              </a:spcAft>
              <a:buClr>
                <a:srgbClr val="000000"/>
              </a:buClr>
              <a:buSzPts val="2380"/>
              <a:buFont typeface="Arial"/>
              <a:buNone/>
            </a:pPr>
            <a:r>
              <a:rPr b="0" i="0" lang="en-US" sz="2380" u="none" cap="none" strike="noStrike">
                <a:solidFill>
                  <a:srgbClr val="000000"/>
                </a:solidFill>
                <a:latin typeface="Poppins"/>
                <a:ea typeface="Poppins"/>
                <a:cs typeface="Poppins"/>
                <a:sym typeface="Poppins"/>
              </a:rPr>
              <a:t>La dirección de red identifica a una red particular y la dirección de host identifica a un dispositivo específico dentro de esa red. </a:t>
            </a:r>
            <a:endParaRPr b="0" i="0" sz="1400" u="none" cap="none" strike="noStrike">
              <a:solidFill>
                <a:srgbClr val="000000"/>
              </a:solidFill>
              <a:latin typeface="Arial"/>
              <a:ea typeface="Arial"/>
              <a:cs typeface="Arial"/>
              <a:sym typeface="Arial"/>
            </a:endParaRPr>
          </a:p>
        </p:txBody>
      </p:sp>
      <p:sp>
        <p:nvSpPr>
          <p:cNvPr id="194" name="Google Shape;194;p6"/>
          <p:cNvSpPr txBox="1"/>
          <p:nvPr/>
        </p:nvSpPr>
        <p:spPr>
          <a:xfrm>
            <a:off x="1028700" y="428625"/>
            <a:ext cx="14084886" cy="1200150"/>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Clr>
                <a:srgbClr val="000000"/>
              </a:buClr>
              <a:buSzPts val="7899"/>
              <a:buFont typeface="Arial"/>
              <a:buNone/>
            </a:pPr>
            <a:r>
              <a:rPr b="0" i="0" lang="en-US" sz="7899" u="none" cap="none" strike="noStrike">
                <a:solidFill>
                  <a:srgbClr val="415AC6"/>
                </a:solidFill>
                <a:latin typeface="Arial"/>
                <a:ea typeface="Arial"/>
                <a:cs typeface="Arial"/>
                <a:sym typeface="Arial"/>
              </a:rPr>
              <a:t>Direcciones IP</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7"/>
          <p:cNvSpPr/>
          <p:nvPr/>
        </p:nvSpPr>
        <p:spPr>
          <a:xfrm>
            <a:off x="4593246" y="3517995"/>
            <a:ext cx="10861532" cy="3918607"/>
          </a:xfrm>
          <a:custGeom>
            <a:rect b="b" l="l" r="r" t="t"/>
            <a:pathLst>
              <a:path extrusionOk="0" h="3918607" w="10861532">
                <a:moveTo>
                  <a:pt x="0" y="0"/>
                </a:moveTo>
                <a:lnTo>
                  <a:pt x="10861533" y="0"/>
                </a:lnTo>
                <a:lnTo>
                  <a:pt x="10861533" y="3918606"/>
                </a:lnTo>
                <a:lnTo>
                  <a:pt x="0" y="3918606"/>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0" name="Google Shape;200;p7"/>
          <p:cNvSpPr txBox="1"/>
          <p:nvPr/>
        </p:nvSpPr>
        <p:spPr>
          <a:xfrm>
            <a:off x="1028700" y="428625"/>
            <a:ext cx="14084886" cy="1200150"/>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Clr>
                <a:srgbClr val="000000"/>
              </a:buClr>
              <a:buSzPts val="7899"/>
              <a:buFont typeface="Arial"/>
              <a:buNone/>
            </a:pPr>
            <a:r>
              <a:rPr b="0" i="0" lang="en-US" sz="7899" u="none" cap="none" strike="noStrike">
                <a:solidFill>
                  <a:srgbClr val="415AC6"/>
                </a:solidFill>
                <a:latin typeface="Arial"/>
                <a:ea typeface="Arial"/>
                <a:cs typeface="Arial"/>
                <a:sym typeface="Arial"/>
              </a:rPr>
              <a:t>Direcciones IP</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8"/>
          <p:cNvSpPr txBox="1"/>
          <p:nvPr/>
        </p:nvSpPr>
        <p:spPr>
          <a:xfrm>
            <a:off x="1024309" y="2005972"/>
            <a:ext cx="14089277" cy="7653611"/>
          </a:xfrm>
          <a:prstGeom prst="rect">
            <a:avLst/>
          </a:prstGeom>
          <a:noFill/>
          <a:ln>
            <a:noFill/>
          </a:ln>
        </p:spPr>
        <p:txBody>
          <a:bodyPr anchorCtr="0" anchor="t" bIns="0" lIns="0" spcFirstLastPara="1" rIns="0" wrap="square" tIns="0">
            <a:spAutoFit/>
          </a:bodyPr>
          <a:lstStyle/>
          <a:p>
            <a:pPr indent="-256987" lvl="1" marL="513975" marR="0" rtl="0" algn="l">
              <a:lnSpc>
                <a:spcPct val="150000"/>
              </a:lnSpc>
              <a:spcBef>
                <a:spcPts val="0"/>
              </a:spcBef>
              <a:spcAft>
                <a:spcPts val="0"/>
              </a:spcAft>
              <a:buClr>
                <a:srgbClr val="000000"/>
              </a:buClr>
              <a:buSzPts val="2380"/>
              <a:buFont typeface="Arial"/>
              <a:buChar char="•"/>
            </a:pPr>
            <a:r>
              <a:rPr b="0" i="0" lang="en-US" sz="2380" u="none" cap="none" strike="noStrike">
                <a:solidFill>
                  <a:srgbClr val="000000"/>
                </a:solidFill>
                <a:latin typeface="Poppins"/>
                <a:ea typeface="Poppins"/>
                <a:cs typeface="Poppins"/>
                <a:sym typeface="Poppins"/>
              </a:rPr>
              <a:t>IP dinámica</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380"/>
              <a:buFont typeface="Arial"/>
              <a:buNone/>
            </a:pPr>
            <a:r>
              <a:rPr b="0" i="0" lang="en-US" sz="2380" u="none" cap="none" strike="noStrike">
                <a:solidFill>
                  <a:srgbClr val="000000"/>
                </a:solidFill>
                <a:latin typeface="Poppins"/>
                <a:ea typeface="Poppins"/>
                <a:cs typeface="Poppins"/>
                <a:sym typeface="Poppins"/>
              </a:rPr>
              <a:t>Se trata de una dirección que va cambiando cada cierto tiempo, es decir, tiene una duración limitado y no es definitiva. El uso de este tipo de IP impide el problema de agotamiento del rango de direcciones, evita algunos ataques, hace más difícil el rastreo ofreciendo una mayor privacidad y permite la optimización de recursos y tiempo por parte del administrador si se hace uso de un servidor DHCP. </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380"/>
              <a:buFont typeface="Arial"/>
              <a:buNone/>
            </a:pPr>
            <a:r>
              <a:t/>
            </a:r>
            <a:endParaRPr b="0" i="0" sz="2380" u="none" cap="none" strike="noStrike">
              <a:solidFill>
                <a:srgbClr val="000000"/>
              </a:solidFill>
              <a:latin typeface="Poppins"/>
              <a:ea typeface="Poppins"/>
              <a:cs typeface="Poppins"/>
              <a:sym typeface="Poppins"/>
            </a:endParaRPr>
          </a:p>
          <a:p>
            <a:pPr indent="-256987" lvl="1" marL="513975" marR="0" rtl="0" algn="l">
              <a:lnSpc>
                <a:spcPct val="150000"/>
              </a:lnSpc>
              <a:spcBef>
                <a:spcPts val="0"/>
              </a:spcBef>
              <a:spcAft>
                <a:spcPts val="0"/>
              </a:spcAft>
              <a:buClr>
                <a:srgbClr val="000000"/>
              </a:buClr>
              <a:buSzPts val="2380"/>
              <a:buFont typeface="Arial"/>
              <a:buChar char="•"/>
            </a:pPr>
            <a:r>
              <a:rPr b="0" i="0" lang="en-US" sz="2380" u="none" cap="none" strike="noStrike">
                <a:solidFill>
                  <a:srgbClr val="000000"/>
                </a:solidFill>
                <a:latin typeface="Poppins"/>
                <a:ea typeface="Poppins"/>
                <a:cs typeface="Poppins"/>
                <a:sym typeface="Poppins"/>
              </a:rPr>
              <a:t>IP estática o fija</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380"/>
              <a:buFont typeface="Arial"/>
              <a:buNone/>
            </a:pPr>
            <a:r>
              <a:rPr b="0" i="0" lang="en-US" sz="2380" u="none" cap="none" strike="noStrike">
                <a:solidFill>
                  <a:srgbClr val="000000"/>
                </a:solidFill>
                <a:latin typeface="Poppins"/>
                <a:ea typeface="Poppins"/>
                <a:cs typeface="Poppins"/>
                <a:sym typeface="Poppins"/>
              </a:rPr>
              <a:t>Es aquella que se asigna de forma manual y permite que un dispositivo que se conecte a la red lo haga siempre haciendo uso de la misma IP. Con su utilización se lleva a cabo una comunicación en algunos casos mucho más rápida. Pero a su vez, tienen un mayor coste y una menor privacidad al ser más fácil de hackear.</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2380"/>
              <a:buFont typeface="Arial"/>
              <a:buNone/>
            </a:pPr>
            <a:r>
              <a:t/>
            </a:r>
            <a:endParaRPr b="0" i="0" sz="2380" u="none" cap="none" strike="noStrike">
              <a:solidFill>
                <a:srgbClr val="000000"/>
              </a:solidFill>
              <a:latin typeface="Poppins"/>
              <a:ea typeface="Poppins"/>
              <a:cs typeface="Poppins"/>
              <a:sym typeface="Poppins"/>
            </a:endParaRPr>
          </a:p>
          <a:p>
            <a:pPr indent="0" lvl="0" marL="0" marR="0" rtl="0" algn="l">
              <a:lnSpc>
                <a:spcPct val="150000"/>
              </a:lnSpc>
              <a:spcBef>
                <a:spcPts val="0"/>
              </a:spcBef>
              <a:spcAft>
                <a:spcPts val="0"/>
              </a:spcAft>
              <a:buClr>
                <a:srgbClr val="000000"/>
              </a:buClr>
              <a:buSzPts val="2380"/>
              <a:buFont typeface="Arial"/>
              <a:buNone/>
            </a:pPr>
            <a:r>
              <a:t/>
            </a:r>
            <a:endParaRPr b="0" i="0" sz="2380" u="none" cap="none" strike="noStrike">
              <a:solidFill>
                <a:srgbClr val="000000"/>
              </a:solidFill>
              <a:latin typeface="Poppins"/>
              <a:ea typeface="Poppins"/>
              <a:cs typeface="Poppins"/>
              <a:sym typeface="Poppins"/>
            </a:endParaRPr>
          </a:p>
          <a:p>
            <a:pPr indent="0" lvl="0" marL="0" marR="0" rtl="0" algn="l">
              <a:lnSpc>
                <a:spcPct val="150000"/>
              </a:lnSpc>
              <a:spcBef>
                <a:spcPts val="0"/>
              </a:spcBef>
              <a:spcAft>
                <a:spcPts val="0"/>
              </a:spcAft>
              <a:buClr>
                <a:srgbClr val="000000"/>
              </a:buClr>
              <a:buSzPts val="2380"/>
              <a:buFont typeface="Arial"/>
              <a:buNone/>
            </a:pPr>
            <a:r>
              <a:t/>
            </a:r>
            <a:endParaRPr b="0" i="0" sz="2380" u="none" cap="none" strike="noStrike">
              <a:solidFill>
                <a:srgbClr val="000000"/>
              </a:solidFill>
              <a:latin typeface="Poppins"/>
              <a:ea typeface="Poppins"/>
              <a:cs typeface="Poppins"/>
              <a:sym typeface="Poppins"/>
            </a:endParaRPr>
          </a:p>
        </p:txBody>
      </p:sp>
      <p:sp>
        <p:nvSpPr>
          <p:cNvPr id="206" name="Google Shape;206;p8"/>
          <p:cNvSpPr txBox="1"/>
          <p:nvPr/>
        </p:nvSpPr>
        <p:spPr>
          <a:xfrm>
            <a:off x="1028700" y="428625"/>
            <a:ext cx="14085000" cy="1215900"/>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Clr>
                <a:srgbClr val="000000"/>
              </a:buClr>
              <a:buSzPts val="7899"/>
              <a:buFont typeface="Arial"/>
              <a:buNone/>
            </a:pPr>
            <a:r>
              <a:rPr b="0" i="0" lang="en-US" sz="7899" u="none" cap="none" strike="noStrike">
                <a:solidFill>
                  <a:srgbClr val="415AC6"/>
                </a:solidFill>
                <a:latin typeface="Arial"/>
                <a:ea typeface="Arial"/>
                <a:cs typeface="Arial"/>
                <a:sym typeface="Arial"/>
              </a:rPr>
              <a:t>Tipos de direcciones 	IP</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9"/>
          <p:cNvSpPr/>
          <p:nvPr/>
        </p:nvSpPr>
        <p:spPr>
          <a:xfrm>
            <a:off x="11496849" y="428625"/>
            <a:ext cx="5762451" cy="2078968"/>
          </a:xfrm>
          <a:custGeom>
            <a:rect b="b" l="l" r="r" t="t"/>
            <a:pathLst>
              <a:path extrusionOk="0" h="2078968" w="5762451">
                <a:moveTo>
                  <a:pt x="0" y="0"/>
                </a:moveTo>
                <a:lnTo>
                  <a:pt x="5762451" y="0"/>
                </a:lnTo>
                <a:lnTo>
                  <a:pt x="5762451" y="2078968"/>
                </a:lnTo>
                <a:lnTo>
                  <a:pt x="0" y="207896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2" name="Google Shape;212;p9"/>
          <p:cNvSpPr txBox="1"/>
          <p:nvPr/>
        </p:nvSpPr>
        <p:spPr>
          <a:xfrm>
            <a:off x="1028700" y="428625"/>
            <a:ext cx="14084886" cy="1200150"/>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Clr>
                <a:srgbClr val="000000"/>
              </a:buClr>
              <a:buSzPts val="7899"/>
              <a:buFont typeface="Arial"/>
              <a:buNone/>
            </a:pPr>
            <a:r>
              <a:rPr b="0" i="0" lang="en-US" sz="7899" u="none" cap="none" strike="noStrike">
                <a:solidFill>
                  <a:srgbClr val="415AC6"/>
                </a:solidFill>
                <a:latin typeface="Arial"/>
                <a:ea typeface="Arial"/>
                <a:cs typeface="Arial"/>
                <a:sym typeface="Arial"/>
              </a:rPr>
              <a:t>Dirección de Red</a:t>
            </a:r>
            <a:endParaRPr b="0" i="0" sz="1400" u="none" cap="none" strike="noStrike">
              <a:solidFill>
                <a:srgbClr val="000000"/>
              </a:solidFill>
              <a:latin typeface="Arial"/>
              <a:ea typeface="Arial"/>
              <a:cs typeface="Arial"/>
              <a:sym typeface="Arial"/>
            </a:endParaRPr>
          </a:p>
        </p:txBody>
      </p:sp>
      <p:sp>
        <p:nvSpPr>
          <p:cNvPr id="213" name="Google Shape;213;p9"/>
          <p:cNvSpPr txBox="1"/>
          <p:nvPr/>
        </p:nvSpPr>
        <p:spPr>
          <a:xfrm>
            <a:off x="2433159" y="2785424"/>
            <a:ext cx="13421681" cy="6078177"/>
          </a:xfrm>
          <a:prstGeom prst="rect">
            <a:avLst/>
          </a:prstGeom>
          <a:noFill/>
          <a:ln>
            <a:noFill/>
          </a:ln>
        </p:spPr>
        <p:txBody>
          <a:bodyPr anchorCtr="0" anchor="t" bIns="0" lIns="0" spcFirstLastPara="1" rIns="0" wrap="square" tIns="0">
            <a:spAutoFit/>
          </a:bodyPr>
          <a:lstStyle/>
          <a:p>
            <a:pPr indent="0" lvl="0" marL="0" marR="0" rtl="0" algn="just">
              <a:lnSpc>
                <a:spcPct val="150020"/>
              </a:lnSpc>
              <a:spcBef>
                <a:spcPts val="0"/>
              </a:spcBef>
              <a:spcAft>
                <a:spcPts val="0"/>
              </a:spcAft>
              <a:buClr>
                <a:srgbClr val="000000"/>
              </a:buClr>
              <a:buSzPts val="2467"/>
              <a:buFont typeface="Arial"/>
              <a:buNone/>
            </a:pPr>
            <a:r>
              <a:rPr b="0" i="0" lang="en-US" sz="2467" u="none" cap="none" strike="noStrike">
                <a:solidFill>
                  <a:srgbClr val="000000"/>
                </a:solidFill>
                <a:latin typeface="Poppins"/>
                <a:ea typeface="Poppins"/>
                <a:cs typeface="Poppins"/>
                <a:sym typeface="Poppins"/>
              </a:rPr>
              <a:t>Se utiliza para identificar a un grupo de dispositivos que están conectados en una misma red y para establecer reglas de enrutamiento de paquetes de datos a través de la red.</a:t>
            </a:r>
            <a:endParaRPr b="0" i="0" sz="1400" u="none" cap="none" strike="noStrike">
              <a:solidFill>
                <a:srgbClr val="000000"/>
              </a:solidFill>
              <a:latin typeface="Arial"/>
              <a:ea typeface="Arial"/>
              <a:cs typeface="Arial"/>
              <a:sym typeface="Arial"/>
            </a:endParaRPr>
          </a:p>
          <a:p>
            <a:pPr indent="0" lvl="0" marL="0" marR="0" rtl="0" algn="just">
              <a:lnSpc>
                <a:spcPct val="150020"/>
              </a:lnSpc>
              <a:spcBef>
                <a:spcPts val="0"/>
              </a:spcBef>
              <a:spcAft>
                <a:spcPts val="0"/>
              </a:spcAft>
              <a:buClr>
                <a:srgbClr val="000000"/>
              </a:buClr>
              <a:buSzPts val="2467"/>
              <a:buFont typeface="Arial"/>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Clr>
                <a:srgbClr val="000000"/>
              </a:buClr>
              <a:buSzPts val="2467"/>
              <a:buFont typeface="Arial"/>
              <a:buNone/>
            </a:pPr>
            <a:r>
              <a:rPr b="0" i="0" lang="en-US" sz="2467" u="none" cap="none" strike="noStrike">
                <a:solidFill>
                  <a:srgbClr val="000000"/>
                </a:solidFill>
                <a:latin typeface="Poppins"/>
                <a:ea typeface="Poppins"/>
                <a:cs typeface="Poppins"/>
                <a:sym typeface="Poppins"/>
              </a:rPr>
              <a:t>Se compone de los bits más significativos de una dirección IP y se utiliza para identificar a una subred específica. Cada subred tiene su propia dirección de red y se puede subdividir en múltiples subredes más pequeñas.</a:t>
            </a:r>
            <a:endParaRPr b="0" i="0" sz="1400" u="none" cap="none" strike="noStrike">
              <a:solidFill>
                <a:srgbClr val="000000"/>
              </a:solidFill>
              <a:latin typeface="Arial"/>
              <a:ea typeface="Arial"/>
              <a:cs typeface="Arial"/>
              <a:sym typeface="Arial"/>
            </a:endParaRPr>
          </a:p>
          <a:p>
            <a:pPr indent="0" lvl="0" marL="0" marR="0" rtl="0" algn="just">
              <a:lnSpc>
                <a:spcPct val="150020"/>
              </a:lnSpc>
              <a:spcBef>
                <a:spcPts val="0"/>
              </a:spcBef>
              <a:spcAft>
                <a:spcPts val="0"/>
              </a:spcAft>
              <a:buClr>
                <a:srgbClr val="000000"/>
              </a:buClr>
              <a:buSzPts val="2467"/>
              <a:buFont typeface="Arial"/>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Clr>
                <a:srgbClr val="000000"/>
              </a:buClr>
              <a:buSzPts val="2467"/>
              <a:buFont typeface="Arial"/>
              <a:buNone/>
            </a:pPr>
            <a:r>
              <a:rPr b="0" i="0" lang="en-US" sz="2467" u="none" cap="none" strike="noStrike">
                <a:solidFill>
                  <a:srgbClr val="000000"/>
                </a:solidFill>
                <a:latin typeface="Poppins"/>
                <a:ea typeface="Poppins"/>
                <a:cs typeface="Poppins"/>
                <a:sym typeface="Poppins"/>
              </a:rPr>
              <a:t>Es importante destacar que la dirección de red no puede ser utilizada por un dispositivo individual. En su lugar, cada dispositivo en una red recibe una dirección IP única, compuesta por la dirección de red y una dirección de host, que lo identifica de manera única en la red.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0"/>
          <p:cNvSpPr/>
          <p:nvPr/>
        </p:nvSpPr>
        <p:spPr>
          <a:xfrm>
            <a:off x="11496849" y="428625"/>
            <a:ext cx="5762451" cy="2078968"/>
          </a:xfrm>
          <a:custGeom>
            <a:rect b="b" l="l" r="r" t="t"/>
            <a:pathLst>
              <a:path extrusionOk="0" h="2078968" w="5762451">
                <a:moveTo>
                  <a:pt x="0" y="0"/>
                </a:moveTo>
                <a:lnTo>
                  <a:pt x="5762451" y="0"/>
                </a:lnTo>
                <a:lnTo>
                  <a:pt x="5762451" y="2078968"/>
                </a:lnTo>
                <a:lnTo>
                  <a:pt x="0" y="2078968"/>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9" name="Google Shape;219;p10"/>
          <p:cNvSpPr txBox="1"/>
          <p:nvPr/>
        </p:nvSpPr>
        <p:spPr>
          <a:xfrm>
            <a:off x="1028700" y="428625"/>
            <a:ext cx="14084886" cy="1200150"/>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Clr>
                <a:srgbClr val="000000"/>
              </a:buClr>
              <a:buSzPts val="7899"/>
              <a:buFont typeface="Arial"/>
              <a:buNone/>
            </a:pPr>
            <a:r>
              <a:rPr b="0" i="0" lang="en-US" sz="7899" u="none" cap="none" strike="noStrike">
                <a:solidFill>
                  <a:srgbClr val="415AC6"/>
                </a:solidFill>
                <a:latin typeface="Arial"/>
                <a:ea typeface="Arial"/>
                <a:cs typeface="Arial"/>
                <a:sym typeface="Arial"/>
              </a:rPr>
              <a:t>Dirección de HOST</a:t>
            </a:r>
            <a:endParaRPr b="0" i="0" sz="1400" u="none" cap="none" strike="noStrike">
              <a:solidFill>
                <a:srgbClr val="000000"/>
              </a:solidFill>
              <a:latin typeface="Arial"/>
              <a:ea typeface="Arial"/>
              <a:cs typeface="Arial"/>
              <a:sym typeface="Arial"/>
            </a:endParaRPr>
          </a:p>
        </p:txBody>
      </p:sp>
      <p:sp>
        <p:nvSpPr>
          <p:cNvPr id="220" name="Google Shape;220;p10"/>
          <p:cNvSpPr txBox="1"/>
          <p:nvPr/>
        </p:nvSpPr>
        <p:spPr>
          <a:xfrm>
            <a:off x="2433159" y="2402818"/>
            <a:ext cx="13421681" cy="7478352"/>
          </a:xfrm>
          <a:prstGeom prst="rect">
            <a:avLst/>
          </a:prstGeom>
          <a:noFill/>
          <a:ln>
            <a:noFill/>
          </a:ln>
        </p:spPr>
        <p:txBody>
          <a:bodyPr anchorCtr="0" anchor="t" bIns="0" lIns="0" spcFirstLastPara="1" rIns="0" wrap="square" tIns="0">
            <a:spAutoFit/>
          </a:bodyPr>
          <a:lstStyle/>
          <a:p>
            <a:pPr indent="0" lvl="0" marL="0" marR="0" rtl="0" algn="just">
              <a:lnSpc>
                <a:spcPct val="150020"/>
              </a:lnSpc>
              <a:spcBef>
                <a:spcPts val="0"/>
              </a:spcBef>
              <a:spcAft>
                <a:spcPts val="0"/>
              </a:spcAft>
              <a:buClr>
                <a:srgbClr val="000000"/>
              </a:buClr>
              <a:buSzPts val="2467"/>
              <a:buFont typeface="Arial"/>
              <a:buNone/>
            </a:pPr>
            <a:r>
              <a:rPr b="0" i="0" lang="en-US" sz="2467" u="none" cap="none" strike="noStrike">
                <a:solidFill>
                  <a:srgbClr val="000000"/>
                </a:solidFill>
                <a:latin typeface="Poppins"/>
                <a:ea typeface="Poppins"/>
                <a:cs typeface="Poppins"/>
                <a:sym typeface="Poppins"/>
              </a:rPr>
              <a:t>Identifica de manera única a un dispositivo individual en una red.</a:t>
            </a:r>
            <a:endParaRPr b="0" i="0" sz="1400" u="none" cap="none" strike="noStrike">
              <a:solidFill>
                <a:srgbClr val="000000"/>
              </a:solidFill>
              <a:latin typeface="Arial"/>
              <a:ea typeface="Arial"/>
              <a:cs typeface="Arial"/>
              <a:sym typeface="Arial"/>
            </a:endParaRPr>
          </a:p>
          <a:p>
            <a:pPr indent="0" lvl="0" marL="0" marR="0" rtl="0" algn="just">
              <a:lnSpc>
                <a:spcPct val="150020"/>
              </a:lnSpc>
              <a:spcBef>
                <a:spcPts val="0"/>
              </a:spcBef>
              <a:spcAft>
                <a:spcPts val="0"/>
              </a:spcAft>
              <a:buClr>
                <a:srgbClr val="000000"/>
              </a:buClr>
              <a:buSzPts val="2467"/>
              <a:buFont typeface="Arial"/>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Clr>
                <a:srgbClr val="000000"/>
              </a:buClr>
              <a:buSzPts val="2467"/>
              <a:buFont typeface="Arial"/>
              <a:buNone/>
            </a:pPr>
            <a:r>
              <a:rPr b="0" i="0" lang="en-US" sz="2467" u="none" cap="none" strike="noStrike">
                <a:solidFill>
                  <a:srgbClr val="000000"/>
                </a:solidFill>
                <a:latin typeface="Poppins"/>
                <a:ea typeface="Poppins"/>
                <a:cs typeface="Poppins"/>
                <a:sym typeface="Poppins"/>
              </a:rPr>
              <a:t>Se compone de los bits menos significativos de una dirección IP y se utiliza para identificar a un dispositivo específico en una subred.</a:t>
            </a:r>
            <a:endParaRPr b="0" i="0" sz="1400" u="none" cap="none" strike="noStrike">
              <a:solidFill>
                <a:srgbClr val="000000"/>
              </a:solidFill>
              <a:latin typeface="Arial"/>
              <a:ea typeface="Arial"/>
              <a:cs typeface="Arial"/>
              <a:sym typeface="Arial"/>
            </a:endParaRPr>
          </a:p>
          <a:p>
            <a:pPr indent="0" lvl="0" marL="0" marR="0" rtl="0" algn="just">
              <a:lnSpc>
                <a:spcPct val="150020"/>
              </a:lnSpc>
              <a:spcBef>
                <a:spcPts val="0"/>
              </a:spcBef>
              <a:spcAft>
                <a:spcPts val="0"/>
              </a:spcAft>
              <a:buClr>
                <a:srgbClr val="000000"/>
              </a:buClr>
              <a:buSzPts val="2467"/>
              <a:buFont typeface="Arial"/>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Clr>
                <a:srgbClr val="000000"/>
              </a:buClr>
              <a:buSzPts val="2467"/>
              <a:buFont typeface="Arial"/>
              <a:buNone/>
            </a:pPr>
            <a:r>
              <a:rPr b="0" i="0" lang="en-US" sz="2467" u="none" cap="none" strike="noStrike">
                <a:solidFill>
                  <a:srgbClr val="000000"/>
                </a:solidFill>
                <a:latin typeface="Poppins"/>
                <a:ea typeface="Poppins"/>
                <a:cs typeface="Poppins"/>
                <a:sym typeface="Poppins"/>
              </a:rPr>
              <a:t>Cada dispositivo en una red debe tener una dirección IP única que lo identifique de manera distinta a otros dispositivos en la misma red. La dirección de host permite que los paquetes de datos puedan ser enrutados correctamente a su destino final, ya sea en la misma subred o en otra subred.</a:t>
            </a:r>
            <a:endParaRPr b="0" i="0" sz="1400" u="none" cap="none" strike="noStrike">
              <a:solidFill>
                <a:srgbClr val="000000"/>
              </a:solidFill>
              <a:latin typeface="Arial"/>
              <a:ea typeface="Arial"/>
              <a:cs typeface="Arial"/>
              <a:sym typeface="Arial"/>
            </a:endParaRPr>
          </a:p>
          <a:p>
            <a:pPr indent="0" lvl="0" marL="0" marR="0" rtl="0" algn="just">
              <a:lnSpc>
                <a:spcPct val="150020"/>
              </a:lnSpc>
              <a:spcBef>
                <a:spcPts val="0"/>
              </a:spcBef>
              <a:spcAft>
                <a:spcPts val="0"/>
              </a:spcAft>
              <a:buClr>
                <a:srgbClr val="000000"/>
              </a:buClr>
              <a:buSzPts val="2467"/>
              <a:buFont typeface="Arial"/>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Clr>
                <a:srgbClr val="000000"/>
              </a:buClr>
              <a:buSzPts val="2467"/>
              <a:buFont typeface="Arial"/>
              <a:buNone/>
            </a:pPr>
            <a:r>
              <a:rPr b="0" i="0" lang="en-US" sz="2467" u="none" cap="none" strike="noStrike">
                <a:solidFill>
                  <a:srgbClr val="000000"/>
                </a:solidFill>
                <a:latin typeface="Poppins"/>
                <a:ea typeface="Poppins"/>
                <a:cs typeface="Poppins"/>
                <a:sym typeface="Poppins"/>
              </a:rPr>
              <a:t>Es importante destacar que la dirección de host no puede ser utilizada para identificar a una subred o para establecer reglas de enrutamiento de paquetes de datos. En su lugar, es la dirección de red la que se utiliza para identificar a una subred y para enrutar paquetes de datos a través de la red.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1"/>
          <p:cNvSpPr txBox="1"/>
          <p:nvPr/>
        </p:nvSpPr>
        <p:spPr>
          <a:xfrm>
            <a:off x="1028700" y="428625"/>
            <a:ext cx="14085000" cy="2674800"/>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Clr>
                <a:srgbClr val="000000"/>
              </a:buClr>
              <a:buSzPts val="7899"/>
              <a:buFont typeface="Arial"/>
              <a:buNone/>
            </a:pPr>
            <a:r>
              <a:rPr b="0" i="0" lang="en-US" sz="7899" u="none" cap="none" strike="noStrike">
                <a:solidFill>
                  <a:srgbClr val="415AC6"/>
                </a:solidFill>
                <a:latin typeface="Arial"/>
                <a:ea typeface="Arial"/>
                <a:cs typeface="Arial"/>
                <a:sym typeface="Arial"/>
              </a:rPr>
              <a:t>Direccionamiento de IP con Clases</a:t>
            </a:r>
            <a:endParaRPr b="0" i="0" sz="1400" u="none" cap="none" strike="noStrike">
              <a:solidFill>
                <a:srgbClr val="000000"/>
              </a:solidFill>
              <a:latin typeface="Arial"/>
              <a:ea typeface="Arial"/>
              <a:cs typeface="Arial"/>
              <a:sym typeface="Arial"/>
            </a:endParaRPr>
          </a:p>
        </p:txBody>
      </p:sp>
      <p:sp>
        <p:nvSpPr>
          <p:cNvPr id="226" name="Google Shape;226;p11"/>
          <p:cNvSpPr txBox="1"/>
          <p:nvPr/>
        </p:nvSpPr>
        <p:spPr>
          <a:xfrm>
            <a:off x="2433159" y="3710955"/>
            <a:ext cx="13421681" cy="4211277"/>
          </a:xfrm>
          <a:prstGeom prst="rect">
            <a:avLst/>
          </a:prstGeom>
          <a:noFill/>
          <a:ln>
            <a:noFill/>
          </a:ln>
        </p:spPr>
        <p:txBody>
          <a:bodyPr anchorCtr="0" anchor="t" bIns="0" lIns="0" spcFirstLastPara="1" rIns="0" wrap="square" tIns="0">
            <a:spAutoFit/>
          </a:bodyPr>
          <a:lstStyle/>
          <a:p>
            <a:pPr indent="0" lvl="0" marL="0" marR="0" rtl="0" algn="just">
              <a:lnSpc>
                <a:spcPct val="150020"/>
              </a:lnSpc>
              <a:spcBef>
                <a:spcPts val="0"/>
              </a:spcBef>
              <a:spcAft>
                <a:spcPts val="0"/>
              </a:spcAft>
              <a:buClr>
                <a:srgbClr val="000000"/>
              </a:buClr>
              <a:buSzPts val="2467"/>
              <a:buFont typeface="Arial"/>
              <a:buNone/>
            </a:pPr>
            <a:r>
              <a:rPr b="0" i="0" lang="en-US" sz="2467" u="none" cap="none" strike="noStrike">
                <a:solidFill>
                  <a:srgbClr val="000000"/>
                </a:solidFill>
                <a:latin typeface="Poppins"/>
                <a:ea typeface="Poppins"/>
                <a:cs typeface="Poppins"/>
                <a:sym typeface="Poppins"/>
              </a:rPr>
              <a:t>Es un sistema de asignación de direcciones IP que se utilizó en los primeros días de Internet para dividir el espacio de direcciones en grupos o clases. Estas clases eran A, B, y C, y cada una tenía un rango de direcciones IP y un formato de asignación específicos.</a:t>
            </a:r>
            <a:endParaRPr b="0" i="0" sz="1400" u="none" cap="none" strike="noStrike">
              <a:solidFill>
                <a:srgbClr val="000000"/>
              </a:solidFill>
              <a:latin typeface="Arial"/>
              <a:ea typeface="Arial"/>
              <a:cs typeface="Arial"/>
              <a:sym typeface="Arial"/>
            </a:endParaRPr>
          </a:p>
          <a:p>
            <a:pPr indent="0" lvl="0" marL="0" marR="0" rtl="0" algn="just">
              <a:lnSpc>
                <a:spcPct val="150020"/>
              </a:lnSpc>
              <a:spcBef>
                <a:spcPts val="0"/>
              </a:spcBef>
              <a:spcAft>
                <a:spcPts val="0"/>
              </a:spcAft>
              <a:buClr>
                <a:srgbClr val="000000"/>
              </a:buClr>
              <a:buSzPts val="2467"/>
              <a:buFont typeface="Arial"/>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Clr>
                <a:srgbClr val="000000"/>
              </a:buClr>
              <a:buSzPts val="2467"/>
              <a:buFont typeface="Arial"/>
              <a:buNone/>
            </a:pPr>
            <a:r>
              <a:rPr b="0" i="0" lang="en-US" sz="2467" u="none" cap="none" strike="noStrike">
                <a:solidFill>
                  <a:srgbClr val="000000"/>
                </a:solidFill>
                <a:latin typeface="Poppins"/>
                <a:ea typeface="Poppins"/>
                <a:cs typeface="Poppins"/>
                <a:sym typeface="Poppins"/>
              </a:rPr>
              <a:t>Sin embargo, este enfoque de direccionamiento por clases fue reemplazado por el direccionamiento CIDR (Classless Inter-Domain Routing) en la década de 1990 para hacer un uso más eficiente del espacio de direcciones IP.</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2"/>
          <p:cNvSpPr txBox="1"/>
          <p:nvPr/>
        </p:nvSpPr>
        <p:spPr>
          <a:xfrm>
            <a:off x="1028700" y="428625"/>
            <a:ext cx="14085000" cy="2674800"/>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Clr>
                <a:srgbClr val="000000"/>
              </a:buClr>
              <a:buSzPts val="7899"/>
              <a:buFont typeface="Arial"/>
              <a:buNone/>
            </a:pPr>
            <a:r>
              <a:rPr b="0" i="0" lang="en-US" sz="7899" u="none" cap="none" strike="noStrike">
                <a:solidFill>
                  <a:srgbClr val="415AC6"/>
                </a:solidFill>
                <a:latin typeface="Arial"/>
                <a:ea typeface="Arial"/>
                <a:cs typeface="Arial"/>
                <a:sym typeface="Arial"/>
              </a:rPr>
              <a:t>Direccionamiento de IP con Clases</a:t>
            </a:r>
            <a:endParaRPr b="0" i="0" sz="1400" u="none" cap="none" strike="noStrike">
              <a:solidFill>
                <a:srgbClr val="000000"/>
              </a:solidFill>
              <a:latin typeface="Arial"/>
              <a:ea typeface="Arial"/>
              <a:cs typeface="Arial"/>
              <a:sym typeface="Arial"/>
            </a:endParaRPr>
          </a:p>
        </p:txBody>
      </p:sp>
      <p:sp>
        <p:nvSpPr>
          <p:cNvPr id="232" name="Google Shape;232;p12"/>
          <p:cNvSpPr txBox="1"/>
          <p:nvPr/>
        </p:nvSpPr>
        <p:spPr>
          <a:xfrm>
            <a:off x="2271684" y="3266107"/>
            <a:ext cx="13421700" cy="6076500"/>
          </a:xfrm>
          <a:prstGeom prst="rect">
            <a:avLst/>
          </a:prstGeom>
          <a:noFill/>
          <a:ln>
            <a:noFill/>
          </a:ln>
        </p:spPr>
        <p:txBody>
          <a:bodyPr anchorCtr="0" anchor="t" bIns="0" lIns="0" spcFirstLastPara="1" rIns="0" wrap="square" tIns="0">
            <a:spAutoFit/>
          </a:bodyPr>
          <a:lstStyle/>
          <a:p>
            <a:pPr indent="0" lvl="0" marL="0" marR="0" rtl="0" algn="just">
              <a:lnSpc>
                <a:spcPct val="150020"/>
              </a:lnSpc>
              <a:spcBef>
                <a:spcPts val="0"/>
              </a:spcBef>
              <a:spcAft>
                <a:spcPts val="0"/>
              </a:spcAft>
              <a:buClr>
                <a:srgbClr val="000000"/>
              </a:buClr>
              <a:buSzPts val="2467"/>
              <a:buFont typeface="Arial"/>
              <a:buNone/>
            </a:pPr>
            <a:r>
              <a:rPr b="0" i="0" lang="en-US" sz="2467" u="none" cap="none" strike="noStrike">
                <a:solidFill>
                  <a:srgbClr val="000000"/>
                </a:solidFill>
                <a:latin typeface="Poppins"/>
                <a:ea typeface="Poppins"/>
                <a:cs typeface="Poppins"/>
                <a:sym typeface="Poppins"/>
              </a:rPr>
              <a:t>Clase A: Las direcciones IP de clase A se identifican por tener el primer bit en 0. Estas direcciones tenían un rango de 0.0.0.0 a 127.255.255.255. El primer octeto (8 bits) se reservaba para la identificación de la red, mientras que los tres octetos restantes (24 bits) se utilizaban para identificar hosts en esa red. Las direcciones de clase A se utilizaban para redes muy grandes.</a:t>
            </a:r>
            <a:endParaRPr b="0" i="0" sz="1400" u="none" cap="none" strike="noStrike">
              <a:solidFill>
                <a:srgbClr val="000000"/>
              </a:solidFill>
              <a:latin typeface="Arial"/>
              <a:ea typeface="Arial"/>
              <a:cs typeface="Arial"/>
              <a:sym typeface="Arial"/>
            </a:endParaRPr>
          </a:p>
          <a:p>
            <a:pPr indent="0" lvl="0" marL="0" marR="0" rtl="0" algn="just">
              <a:lnSpc>
                <a:spcPct val="150020"/>
              </a:lnSpc>
              <a:spcBef>
                <a:spcPts val="0"/>
              </a:spcBef>
              <a:spcAft>
                <a:spcPts val="0"/>
              </a:spcAft>
              <a:buClr>
                <a:srgbClr val="000000"/>
              </a:buClr>
              <a:buSzPts val="2467"/>
              <a:buFont typeface="Arial"/>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Clr>
                <a:srgbClr val="000000"/>
              </a:buClr>
              <a:buSzPts val="2467"/>
              <a:buFont typeface="Arial"/>
              <a:buNone/>
            </a:pPr>
            <a:r>
              <a:rPr b="0" i="0" lang="en-US" sz="2467" u="none" cap="none" strike="noStrike">
                <a:solidFill>
                  <a:srgbClr val="000000"/>
                </a:solidFill>
                <a:latin typeface="Poppins"/>
                <a:ea typeface="Poppins"/>
                <a:cs typeface="Poppins"/>
                <a:sym typeface="Poppins"/>
              </a:rPr>
              <a:t>Clase B: Las direcciones IP de clase B se identifican por tener los dos primeros bits en 10. Estas direcciones tenían un rango de 128.0.0.0 a 191.255.255.255. Los primeros dos octetos (16 bits) se reservaban para la identificación de la red, mientras que los dos octetos restantes (16 bits) se utilizaban para identificar hosts en esa red. Las direcciones de clase B se utilizaban para redes de tamaño mediano.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13"/>
          <p:cNvSpPr txBox="1"/>
          <p:nvPr/>
        </p:nvSpPr>
        <p:spPr>
          <a:xfrm>
            <a:off x="1028700" y="428625"/>
            <a:ext cx="14085000" cy="2674800"/>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Clr>
                <a:srgbClr val="000000"/>
              </a:buClr>
              <a:buSzPts val="7899"/>
              <a:buFont typeface="Arial"/>
              <a:buNone/>
            </a:pPr>
            <a:r>
              <a:rPr b="0" i="0" lang="en-US" sz="7899" u="none" cap="none" strike="noStrike">
                <a:solidFill>
                  <a:srgbClr val="415AC6"/>
                </a:solidFill>
                <a:latin typeface="Arial"/>
                <a:ea typeface="Arial"/>
                <a:cs typeface="Arial"/>
                <a:sym typeface="Arial"/>
              </a:rPr>
              <a:t>Direccionamiento de IP con Clases</a:t>
            </a:r>
            <a:endParaRPr b="0" i="0" sz="1400" u="none" cap="none" strike="noStrike">
              <a:solidFill>
                <a:srgbClr val="000000"/>
              </a:solidFill>
              <a:latin typeface="Arial"/>
              <a:ea typeface="Arial"/>
              <a:cs typeface="Arial"/>
              <a:sym typeface="Arial"/>
            </a:endParaRPr>
          </a:p>
        </p:txBody>
      </p:sp>
      <p:sp>
        <p:nvSpPr>
          <p:cNvPr id="238" name="Google Shape;238;p13"/>
          <p:cNvSpPr txBox="1"/>
          <p:nvPr/>
        </p:nvSpPr>
        <p:spPr>
          <a:xfrm>
            <a:off x="2709934" y="3036525"/>
            <a:ext cx="13421700" cy="6646200"/>
          </a:xfrm>
          <a:prstGeom prst="rect">
            <a:avLst/>
          </a:prstGeom>
          <a:noFill/>
          <a:ln>
            <a:noFill/>
          </a:ln>
        </p:spPr>
        <p:txBody>
          <a:bodyPr anchorCtr="0" anchor="t" bIns="0" lIns="0" spcFirstLastPara="1" rIns="0" wrap="square" tIns="0">
            <a:spAutoFit/>
          </a:bodyPr>
          <a:lstStyle/>
          <a:p>
            <a:pPr indent="0" lvl="0" marL="0" marR="0" rtl="0" algn="just">
              <a:lnSpc>
                <a:spcPct val="150020"/>
              </a:lnSpc>
              <a:spcBef>
                <a:spcPts val="0"/>
              </a:spcBef>
              <a:spcAft>
                <a:spcPts val="0"/>
              </a:spcAft>
              <a:buClr>
                <a:srgbClr val="000000"/>
              </a:buClr>
              <a:buSzPts val="2467"/>
              <a:buFont typeface="Arial"/>
              <a:buNone/>
            </a:pPr>
            <a:r>
              <a:rPr b="0" i="0" lang="en-US" sz="2467" u="none" cap="none" strike="noStrike">
                <a:solidFill>
                  <a:srgbClr val="000000"/>
                </a:solidFill>
                <a:latin typeface="Poppins"/>
                <a:ea typeface="Poppins"/>
                <a:cs typeface="Poppins"/>
                <a:sym typeface="Poppins"/>
              </a:rPr>
              <a:t>Clase C: Las direcciones IP de clase C se identificaban por tener los tres primeros bits en 110. Estas direcciones tenían un rango de 192.0.0.0 a 223.255.255.255. Los primeros tres octetos (24 bits) se reservaban para la identificación de la red, mientras que el último octeto (8 bits) se utilizaba para identificar hosts en esa red. Las direcciones de clase C se utilizaban para redes más pequeñas.</a:t>
            </a:r>
            <a:endParaRPr b="0" i="0" sz="1400" u="none" cap="none" strike="noStrike">
              <a:solidFill>
                <a:srgbClr val="000000"/>
              </a:solidFill>
              <a:latin typeface="Arial"/>
              <a:ea typeface="Arial"/>
              <a:cs typeface="Arial"/>
              <a:sym typeface="Arial"/>
            </a:endParaRPr>
          </a:p>
          <a:p>
            <a:pPr indent="0" lvl="0" marL="0" marR="0" rtl="0" algn="just">
              <a:lnSpc>
                <a:spcPct val="150020"/>
              </a:lnSpc>
              <a:spcBef>
                <a:spcPts val="0"/>
              </a:spcBef>
              <a:spcAft>
                <a:spcPts val="0"/>
              </a:spcAft>
              <a:buClr>
                <a:srgbClr val="000000"/>
              </a:buClr>
              <a:buSzPts val="2467"/>
              <a:buFont typeface="Arial"/>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Clr>
                <a:srgbClr val="000000"/>
              </a:buClr>
              <a:buSzPts val="2467"/>
              <a:buFont typeface="Arial"/>
              <a:buNone/>
            </a:pPr>
            <a:r>
              <a:rPr b="0" i="0" lang="en-US" sz="2467" u="none" cap="none" strike="noStrike">
                <a:solidFill>
                  <a:srgbClr val="000000"/>
                </a:solidFill>
                <a:latin typeface="Poppins"/>
                <a:ea typeface="Poppins"/>
                <a:cs typeface="Poppins"/>
                <a:sym typeface="Poppins"/>
              </a:rPr>
              <a:t>Clase D: Las direcciones IP de clase D se identificaban por tener los cuatro primeros bits en 1110. Estas direcciones se reservaban para multicast, lo que significa que se utilizaban para transmitir datos a múltiples destinos en una red.</a:t>
            </a:r>
            <a:endParaRPr b="0" i="0" sz="1400" u="none" cap="none" strike="noStrike">
              <a:solidFill>
                <a:srgbClr val="000000"/>
              </a:solidFill>
              <a:latin typeface="Arial"/>
              <a:ea typeface="Arial"/>
              <a:cs typeface="Arial"/>
              <a:sym typeface="Arial"/>
            </a:endParaRPr>
          </a:p>
          <a:p>
            <a:pPr indent="0" lvl="0" marL="0" marR="0" rtl="0" algn="just">
              <a:lnSpc>
                <a:spcPct val="150020"/>
              </a:lnSpc>
              <a:spcBef>
                <a:spcPts val="0"/>
              </a:spcBef>
              <a:spcAft>
                <a:spcPts val="0"/>
              </a:spcAft>
              <a:buClr>
                <a:srgbClr val="000000"/>
              </a:buClr>
              <a:buSzPts val="2467"/>
              <a:buFont typeface="Arial"/>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Clr>
                <a:srgbClr val="000000"/>
              </a:buClr>
              <a:buSzPts val="2467"/>
              <a:buFont typeface="Arial"/>
              <a:buNone/>
            </a:pPr>
            <a:r>
              <a:rPr b="0" i="0" lang="en-US" sz="2467" u="none" cap="none" strike="noStrike">
                <a:solidFill>
                  <a:srgbClr val="000000"/>
                </a:solidFill>
                <a:latin typeface="Poppins"/>
                <a:ea typeface="Poppins"/>
                <a:cs typeface="Poppins"/>
                <a:sym typeface="Poppins"/>
              </a:rPr>
              <a:t>Clase E: Las direcciones IP de clase E se identificaban por tener los cuatro primeros bits en 1111. Estas direcciones se reservaban para uso experimental y futuro.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14"/>
          <p:cNvSpPr txBox="1"/>
          <p:nvPr/>
        </p:nvSpPr>
        <p:spPr>
          <a:xfrm>
            <a:off x="2433159" y="3744187"/>
            <a:ext cx="13421681" cy="3744552"/>
          </a:xfrm>
          <a:prstGeom prst="rect">
            <a:avLst/>
          </a:prstGeom>
          <a:noFill/>
          <a:ln>
            <a:noFill/>
          </a:ln>
        </p:spPr>
        <p:txBody>
          <a:bodyPr anchorCtr="0" anchor="t" bIns="0" lIns="0" spcFirstLastPara="1" rIns="0" wrap="square" tIns="0">
            <a:spAutoFit/>
          </a:bodyPr>
          <a:lstStyle/>
          <a:p>
            <a:pPr indent="0" lvl="0" marL="0" marR="0" rtl="0" algn="just">
              <a:lnSpc>
                <a:spcPct val="150020"/>
              </a:lnSpc>
              <a:spcBef>
                <a:spcPts val="0"/>
              </a:spcBef>
              <a:spcAft>
                <a:spcPts val="0"/>
              </a:spcAft>
              <a:buClr>
                <a:srgbClr val="000000"/>
              </a:buClr>
              <a:buSzPts val="2467"/>
              <a:buFont typeface="Arial"/>
              <a:buNone/>
            </a:pPr>
            <a:r>
              <a:rPr b="0" i="0" lang="en-US" sz="2467" u="none" cap="none" strike="noStrike">
                <a:solidFill>
                  <a:srgbClr val="000000"/>
                </a:solidFill>
                <a:latin typeface="Poppins"/>
                <a:ea typeface="Poppins"/>
                <a:cs typeface="Poppins"/>
                <a:sym typeface="Poppins"/>
              </a:rPr>
              <a:t>A medida que Internet creció, se hizo evidente que este enfoque de direccionamiento por clases no permitía un uso eficiente del espacio de direcciones IP. Se creó el direccionamiento CIDR para permitir una asignación más flexible de direcciones, permitiendo subredes y divisiones más precisas de bloques de direcciones IP. CIDR también introdujo la notación de "prefijo de red" que se usa comúnmente hoy en día (por ejemplo, 192.168.1.0/24), lo que facilita la descripción de rangos de direcciones IP y subredes. </a:t>
            </a:r>
            <a:endParaRPr b="0" i="0" sz="1400" u="none" cap="none" strike="noStrike">
              <a:solidFill>
                <a:srgbClr val="000000"/>
              </a:solidFill>
              <a:latin typeface="Arial"/>
              <a:ea typeface="Arial"/>
              <a:cs typeface="Arial"/>
              <a:sym typeface="Arial"/>
            </a:endParaRPr>
          </a:p>
        </p:txBody>
      </p:sp>
      <p:sp>
        <p:nvSpPr>
          <p:cNvPr id="244" name="Google Shape;244;p14"/>
          <p:cNvSpPr txBox="1"/>
          <p:nvPr/>
        </p:nvSpPr>
        <p:spPr>
          <a:xfrm>
            <a:off x="1028700" y="428625"/>
            <a:ext cx="14085000" cy="2674800"/>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Clr>
                <a:srgbClr val="000000"/>
              </a:buClr>
              <a:buSzPts val="7899"/>
              <a:buFont typeface="Arial"/>
              <a:buNone/>
            </a:pPr>
            <a:r>
              <a:rPr b="0" i="0" lang="en-US" sz="7899" u="none" cap="none" strike="noStrike">
                <a:solidFill>
                  <a:srgbClr val="415AC6"/>
                </a:solidFill>
                <a:latin typeface="Arial"/>
                <a:ea typeface="Arial"/>
                <a:cs typeface="Arial"/>
                <a:sym typeface="Arial"/>
              </a:rPr>
              <a:t>Direccionamiento de IP con Clases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15"/>
          <p:cNvSpPr/>
          <p:nvPr/>
        </p:nvSpPr>
        <p:spPr>
          <a:xfrm>
            <a:off x="1028700" y="2482024"/>
            <a:ext cx="16230600" cy="6776276"/>
          </a:xfrm>
          <a:custGeom>
            <a:rect b="b" l="l" r="r" t="t"/>
            <a:pathLst>
              <a:path extrusionOk="0" h="6776276" w="16230600">
                <a:moveTo>
                  <a:pt x="0" y="0"/>
                </a:moveTo>
                <a:lnTo>
                  <a:pt x="16230600" y="0"/>
                </a:lnTo>
                <a:lnTo>
                  <a:pt x="16230600" y="6776276"/>
                </a:lnTo>
                <a:lnTo>
                  <a:pt x="0" y="6776276"/>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0" name="Google Shape;250;p15"/>
          <p:cNvSpPr txBox="1"/>
          <p:nvPr/>
        </p:nvSpPr>
        <p:spPr>
          <a:xfrm>
            <a:off x="1028700" y="428625"/>
            <a:ext cx="14084886" cy="1200150"/>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Clr>
                <a:srgbClr val="000000"/>
              </a:buClr>
              <a:buSzPts val="7899"/>
              <a:buFont typeface="Arial"/>
              <a:buNone/>
            </a:pPr>
            <a:r>
              <a:rPr b="0" i="0" lang="en-US" sz="7899" u="none" cap="none" strike="noStrike">
                <a:solidFill>
                  <a:srgbClr val="415AC6"/>
                </a:solidFill>
                <a:latin typeface="Arial"/>
                <a:ea typeface="Arial"/>
                <a:cs typeface="Arial"/>
                <a:sym typeface="Arial"/>
              </a:rPr>
              <a:t>Clases de Direcciones IP</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16"/>
          <p:cNvSpPr/>
          <p:nvPr/>
        </p:nvSpPr>
        <p:spPr>
          <a:xfrm>
            <a:off x="3945798" y="4241861"/>
            <a:ext cx="10989908" cy="5767753"/>
          </a:xfrm>
          <a:custGeom>
            <a:rect b="b" l="l" r="r" t="t"/>
            <a:pathLst>
              <a:path extrusionOk="0" h="5767753" w="10989908">
                <a:moveTo>
                  <a:pt x="0" y="0"/>
                </a:moveTo>
                <a:lnTo>
                  <a:pt x="10989908" y="0"/>
                </a:lnTo>
                <a:lnTo>
                  <a:pt x="10989908" y="5767753"/>
                </a:lnTo>
                <a:lnTo>
                  <a:pt x="0" y="5767753"/>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6" name="Google Shape;256;p16"/>
          <p:cNvSpPr txBox="1"/>
          <p:nvPr/>
        </p:nvSpPr>
        <p:spPr>
          <a:xfrm>
            <a:off x="1028700" y="428625"/>
            <a:ext cx="15806400" cy="1215900"/>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Clr>
                <a:srgbClr val="000000"/>
              </a:buClr>
              <a:buSzPts val="7899"/>
              <a:buFont typeface="Arial"/>
              <a:buNone/>
            </a:pPr>
            <a:r>
              <a:rPr b="0" i="0" lang="en-US" sz="7899" u="none" cap="none" strike="noStrike">
                <a:solidFill>
                  <a:srgbClr val="415AC6"/>
                </a:solidFill>
                <a:latin typeface="Arial"/>
                <a:ea typeface="Arial"/>
                <a:cs typeface="Arial"/>
                <a:sym typeface="Arial"/>
              </a:rPr>
              <a:t>Clases de Direcciones IP Privadas</a:t>
            </a:r>
            <a:endParaRPr b="0" i="0" sz="1400" u="none" cap="none" strike="noStrike">
              <a:solidFill>
                <a:srgbClr val="000000"/>
              </a:solidFill>
              <a:latin typeface="Arial"/>
              <a:ea typeface="Arial"/>
              <a:cs typeface="Arial"/>
              <a:sym typeface="Arial"/>
            </a:endParaRPr>
          </a:p>
        </p:txBody>
      </p:sp>
      <p:sp>
        <p:nvSpPr>
          <p:cNvPr id="257" name="Google Shape;257;p16"/>
          <p:cNvSpPr txBox="1"/>
          <p:nvPr/>
        </p:nvSpPr>
        <p:spPr>
          <a:xfrm>
            <a:off x="2433159" y="2830935"/>
            <a:ext cx="13421681" cy="1410927"/>
          </a:xfrm>
          <a:prstGeom prst="rect">
            <a:avLst/>
          </a:prstGeom>
          <a:noFill/>
          <a:ln>
            <a:noFill/>
          </a:ln>
        </p:spPr>
        <p:txBody>
          <a:bodyPr anchorCtr="0" anchor="t" bIns="0" lIns="0" spcFirstLastPara="1" rIns="0" wrap="square" tIns="0">
            <a:spAutoFit/>
          </a:bodyPr>
          <a:lstStyle/>
          <a:p>
            <a:pPr indent="0" lvl="0" marL="0" marR="0" rtl="0" algn="just">
              <a:lnSpc>
                <a:spcPct val="150020"/>
              </a:lnSpc>
              <a:spcBef>
                <a:spcPts val="0"/>
              </a:spcBef>
              <a:spcAft>
                <a:spcPts val="0"/>
              </a:spcAft>
              <a:buClr>
                <a:srgbClr val="000000"/>
              </a:buClr>
              <a:buSzPts val="2467"/>
              <a:buFont typeface="Arial"/>
              <a:buNone/>
            </a:pPr>
            <a:r>
              <a:rPr b="0" i="0" lang="en-US" sz="2467" u="none" cap="none" strike="noStrike">
                <a:solidFill>
                  <a:srgbClr val="000000"/>
                </a:solidFill>
                <a:latin typeface="Poppins"/>
                <a:ea typeface="Poppins"/>
                <a:cs typeface="Poppins"/>
                <a:sym typeface="Poppins"/>
              </a:rPr>
              <a:t>Dentro de la clasificación anterior existe un rango de direcciones que se encuentran reservadas para su uso en redes privadas, y, por lo tanto, no van a tener salida a Internet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17"/>
          <p:cNvSpPr txBox="1"/>
          <p:nvPr/>
        </p:nvSpPr>
        <p:spPr>
          <a:xfrm>
            <a:off x="1024309" y="1996447"/>
            <a:ext cx="13421681" cy="7011627"/>
          </a:xfrm>
          <a:prstGeom prst="rect">
            <a:avLst/>
          </a:prstGeom>
          <a:noFill/>
          <a:ln>
            <a:noFill/>
          </a:ln>
        </p:spPr>
        <p:txBody>
          <a:bodyPr anchorCtr="0" anchor="t" bIns="0" lIns="0" spcFirstLastPara="1" rIns="0" wrap="square" tIns="0">
            <a:spAutoFit/>
          </a:bodyPr>
          <a:lstStyle/>
          <a:p>
            <a:pPr indent="0" lvl="0" marL="0" marR="0" rtl="0" algn="just">
              <a:lnSpc>
                <a:spcPct val="150020"/>
              </a:lnSpc>
              <a:spcBef>
                <a:spcPts val="0"/>
              </a:spcBef>
              <a:spcAft>
                <a:spcPts val="0"/>
              </a:spcAft>
              <a:buClr>
                <a:srgbClr val="000000"/>
              </a:buClr>
              <a:buSzPts val="2467"/>
              <a:buFont typeface="Arial"/>
              <a:buNone/>
            </a:pPr>
            <a:r>
              <a:rPr b="0" i="0" lang="en-US" sz="2467" u="none" cap="none" strike="noStrike">
                <a:solidFill>
                  <a:srgbClr val="000000"/>
                </a:solidFill>
                <a:latin typeface="Poppins"/>
                <a:ea typeface="Poppins"/>
                <a:cs typeface="Poppins"/>
                <a:sym typeface="Poppins"/>
              </a:rPr>
              <a:t>Permite a los dispositivos de una red identificar y separar la dirección de red de la dirección de host.</a:t>
            </a:r>
            <a:endParaRPr b="0" i="0" sz="1400" u="none" cap="none" strike="noStrike">
              <a:solidFill>
                <a:srgbClr val="000000"/>
              </a:solidFill>
              <a:latin typeface="Arial"/>
              <a:ea typeface="Arial"/>
              <a:cs typeface="Arial"/>
              <a:sym typeface="Arial"/>
            </a:endParaRPr>
          </a:p>
          <a:p>
            <a:pPr indent="0" lvl="0" marL="0" marR="0" rtl="0" algn="just">
              <a:lnSpc>
                <a:spcPct val="150020"/>
              </a:lnSpc>
              <a:spcBef>
                <a:spcPts val="0"/>
              </a:spcBef>
              <a:spcAft>
                <a:spcPts val="0"/>
              </a:spcAft>
              <a:buClr>
                <a:srgbClr val="000000"/>
              </a:buClr>
              <a:buSzPts val="2467"/>
              <a:buFont typeface="Arial"/>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Clr>
                <a:srgbClr val="000000"/>
              </a:buClr>
              <a:buSzPts val="2467"/>
              <a:buFont typeface="Arial"/>
              <a:buNone/>
            </a:pPr>
            <a:r>
              <a:rPr b="0" i="0" lang="en-US" sz="2467" u="none" cap="none" strike="noStrike">
                <a:solidFill>
                  <a:srgbClr val="000000"/>
                </a:solidFill>
                <a:latin typeface="Poppins"/>
                <a:ea typeface="Poppins"/>
                <a:cs typeface="Poppins"/>
                <a:sym typeface="Poppins"/>
              </a:rPr>
              <a:t>La máscara de subred define la cantidad de bits que se utilizan para representar la dirección de red y la cantidad de bits que se utilizan para representar la dirección de host en una dirección IP.</a:t>
            </a:r>
            <a:endParaRPr b="0" i="0" sz="1400" u="none" cap="none" strike="noStrike">
              <a:solidFill>
                <a:srgbClr val="000000"/>
              </a:solidFill>
              <a:latin typeface="Arial"/>
              <a:ea typeface="Arial"/>
              <a:cs typeface="Arial"/>
              <a:sym typeface="Arial"/>
            </a:endParaRPr>
          </a:p>
          <a:p>
            <a:pPr indent="0" lvl="0" marL="0" marR="0" rtl="0" algn="just">
              <a:lnSpc>
                <a:spcPct val="150020"/>
              </a:lnSpc>
              <a:spcBef>
                <a:spcPts val="0"/>
              </a:spcBef>
              <a:spcAft>
                <a:spcPts val="0"/>
              </a:spcAft>
              <a:buClr>
                <a:srgbClr val="000000"/>
              </a:buClr>
              <a:buSzPts val="2467"/>
              <a:buFont typeface="Arial"/>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Clr>
                <a:srgbClr val="000000"/>
              </a:buClr>
              <a:buSzPts val="2467"/>
              <a:buFont typeface="Arial"/>
              <a:buNone/>
            </a:pPr>
            <a:r>
              <a:rPr b="0" i="0" lang="en-US" sz="2467" u="none" cap="none" strike="noStrike">
                <a:solidFill>
                  <a:srgbClr val="000000"/>
                </a:solidFill>
                <a:latin typeface="Poppins"/>
                <a:ea typeface="Poppins"/>
                <a:cs typeface="Poppins"/>
                <a:sym typeface="Poppins"/>
              </a:rPr>
              <a:t>Se escriba como una dirección IP, pero se utiliza para especificar qué parte de una dirección IP se considera la dirección de red y qué parte se considera la dirección de host. Ejemplo (255.255.0.0).</a:t>
            </a:r>
            <a:endParaRPr b="0" i="0" sz="1400" u="none" cap="none" strike="noStrike">
              <a:solidFill>
                <a:srgbClr val="000000"/>
              </a:solidFill>
              <a:latin typeface="Arial"/>
              <a:ea typeface="Arial"/>
              <a:cs typeface="Arial"/>
              <a:sym typeface="Arial"/>
            </a:endParaRPr>
          </a:p>
          <a:p>
            <a:pPr indent="0" lvl="0" marL="0" marR="0" rtl="0" algn="just">
              <a:lnSpc>
                <a:spcPct val="150020"/>
              </a:lnSpc>
              <a:spcBef>
                <a:spcPts val="0"/>
              </a:spcBef>
              <a:spcAft>
                <a:spcPts val="0"/>
              </a:spcAft>
              <a:buClr>
                <a:srgbClr val="000000"/>
              </a:buClr>
              <a:buSzPts val="2467"/>
              <a:buFont typeface="Arial"/>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Clr>
                <a:srgbClr val="000000"/>
              </a:buClr>
              <a:buSzPts val="2467"/>
              <a:buFont typeface="Arial"/>
              <a:buNone/>
            </a:pPr>
            <a:r>
              <a:rPr b="0" i="0" lang="en-US" sz="2467" u="none" cap="none" strike="noStrike">
                <a:solidFill>
                  <a:srgbClr val="000000"/>
                </a:solidFill>
                <a:latin typeface="Poppins"/>
                <a:ea typeface="Poppins"/>
                <a:cs typeface="Poppins"/>
                <a:sym typeface="Poppins"/>
              </a:rPr>
              <a:t>Al utilizar una máscara de subred, los dispositivos de la red pueden identificar y separar correctamente la dirección de red y la dirección de host, lo que les permite enrutar los paquetes de datos a su destino correcto. </a:t>
            </a:r>
            <a:endParaRPr b="0" i="0" sz="1400" u="none" cap="none" strike="noStrike">
              <a:solidFill>
                <a:srgbClr val="000000"/>
              </a:solidFill>
              <a:latin typeface="Arial"/>
              <a:ea typeface="Arial"/>
              <a:cs typeface="Arial"/>
              <a:sym typeface="Arial"/>
            </a:endParaRPr>
          </a:p>
        </p:txBody>
      </p:sp>
      <p:sp>
        <p:nvSpPr>
          <p:cNvPr id="263" name="Google Shape;263;p17"/>
          <p:cNvSpPr txBox="1"/>
          <p:nvPr/>
        </p:nvSpPr>
        <p:spPr>
          <a:xfrm>
            <a:off x="1028700" y="428625"/>
            <a:ext cx="14084886" cy="1200150"/>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Clr>
                <a:srgbClr val="000000"/>
              </a:buClr>
              <a:buSzPts val="7899"/>
              <a:buFont typeface="Arial"/>
              <a:buNone/>
            </a:pPr>
            <a:r>
              <a:rPr b="0" i="0" lang="en-US" sz="7899" u="none" cap="none" strike="noStrike">
                <a:solidFill>
                  <a:srgbClr val="415AC6"/>
                </a:solidFill>
                <a:latin typeface="Arial"/>
                <a:ea typeface="Arial"/>
                <a:cs typeface="Arial"/>
                <a:sym typeface="Arial"/>
              </a:rPr>
              <a:t>Máscara de Subred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18"/>
          <p:cNvSpPr txBox="1"/>
          <p:nvPr/>
        </p:nvSpPr>
        <p:spPr>
          <a:xfrm>
            <a:off x="2433159" y="2805922"/>
            <a:ext cx="13421681" cy="5144727"/>
          </a:xfrm>
          <a:prstGeom prst="rect">
            <a:avLst/>
          </a:prstGeom>
          <a:noFill/>
          <a:ln>
            <a:noFill/>
          </a:ln>
        </p:spPr>
        <p:txBody>
          <a:bodyPr anchorCtr="0" anchor="t" bIns="0" lIns="0" spcFirstLastPara="1" rIns="0" wrap="square" tIns="0">
            <a:spAutoFit/>
          </a:bodyPr>
          <a:lstStyle/>
          <a:p>
            <a:pPr indent="0" lvl="0" marL="0" marR="0" rtl="0" algn="just">
              <a:lnSpc>
                <a:spcPct val="150020"/>
              </a:lnSpc>
              <a:spcBef>
                <a:spcPts val="0"/>
              </a:spcBef>
              <a:spcAft>
                <a:spcPts val="0"/>
              </a:spcAft>
              <a:buClr>
                <a:srgbClr val="000000"/>
              </a:buClr>
              <a:buSzPts val="2467"/>
              <a:buFont typeface="Arial"/>
              <a:buNone/>
            </a:pPr>
            <a:r>
              <a:rPr b="0" i="0" lang="en-US" sz="2467" u="none" cap="none" strike="noStrike">
                <a:solidFill>
                  <a:srgbClr val="000000"/>
                </a:solidFill>
                <a:latin typeface="Poppins"/>
                <a:ea typeface="Poppins"/>
                <a:cs typeface="Poppins"/>
                <a:sym typeface="Poppins"/>
              </a:rPr>
              <a:t>CIDR (Classless Inter-Domain Routing) es un sistema de notación de direcciones IP que se utiliza para describir la longitud de la máscara de subred en una red de computadoras.</a:t>
            </a:r>
            <a:endParaRPr b="0" i="0" sz="1400" u="none" cap="none" strike="noStrike">
              <a:solidFill>
                <a:srgbClr val="000000"/>
              </a:solidFill>
              <a:latin typeface="Arial"/>
              <a:ea typeface="Arial"/>
              <a:cs typeface="Arial"/>
              <a:sym typeface="Arial"/>
            </a:endParaRPr>
          </a:p>
          <a:p>
            <a:pPr indent="0" lvl="0" marL="0" marR="0" rtl="0" algn="just">
              <a:lnSpc>
                <a:spcPct val="150020"/>
              </a:lnSpc>
              <a:spcBef>
                <a:spcPts val="0"/>
              </a:spcBef>
              <a:spcAft>
                <a:spcPts val="0"/>
              </a:spcAft>
              <a:buClr>
                <a:srgbClr val="000000"/>
              </a:buClr>
              <a:buSzPts val="2467"/>
              <a:buFont typeface="Arial"/>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Clr>
                <a:srgbClr val="000000"/>
              </a:buClr>
              <a:buSzPts val="2467"/>
              <a:buFont typeface="Arial"/>
              <a:buNone/>
            </a:pPr>
            <a:r>
              <a:rPr b="0" i="0" lang="en-US" sz="2467" u="none" cap="none" strike="noStrike">
                <a:solidFill>
                  <a:srgbClr val="000000"/>
                </a:solidFill>
                <a:latin typeface="Poppins"/>
                <a:ea typeface="Poppins"/>
                <a:cs typeface="Poppins"/>
                <a:sym typeface="Poppins"/>
              </a:rPr>
              <a:t>La notación CIDR se representa como una dirección IP seguida de una barra diagonal y un número, que indica la longitud de la máscara de subred en bits.</a:t>
            </a:r>
            <a:endParaRPr b="0" i="0" sz="1400" u="none" cap="none" strike="noStrike">
              <a:solidFill>
                <a:srgbClr val="000000"/>
              </a:solidFill>
              <a:latin typeface="Arial"/>
              <a:ea typeface="Arial"/>
              <a:cs typeface="Arial"/>
              <a:sym typeface="Arial"/>
            </a:endParaRPr>
          </a:p>
          <a:p>
            <a:pPr indent="0" lvl="0" marL="0" marR="0" rtl="0" algn="just">
              <a:lnSpc>
                <a:spcPct val="150020"/>
              </a:lnSpc>
              <a:spcBef>
                <a:spcPts val="0"/>
              </a:spcBef>
              <a:spcAft>
                <a:spcPts val="0"/>
              </a:spcAft>
              <a:buClr>
                <a:srgbClr val="000000"/>
              </a:buClr>
              <a:buSzPts val="2467"/>
              <a:buFont typeface="Arial"/>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Clr>
                <a:srgbClr val="000000"/>
              </a:buClr>
              <a:buSzPts val="2467"/>
              <a:buFont typeface="Arial"/>
              <a:buNone/>
            </a:pPr>
            <a:r>
              <a:rPr b="0" i="0" lang="en-US" sz="2467" u="none" cap="none" strike="noStrike">
                <a:solidFill>
                  <a:srgbClr val="000000"/>
                </a:solidFill>
                <a:latin typeface="Poppins"/>
                <a:ea typeface="Poppins"/>
                <a:cs typeface="Poppins"/>
                <a:sym typeface="Poppins"/>
              </a:rPr>
              <a:t>Por ejemplo, 192.168.1.0/24 es una notación CIDR que indica que la máscara de subred es de 24 bits, lo que significa que hay 8 bits disponibles para direcciones de host. </a:t>
            </a:r>
            <a:endParaRPr b="0" i="0" sz="1400" u="none" cap="none" strike="noStrike">
              <a:solidFill>
                <a:srgbClr val="000000"/>
              </a:solidFill>
              <a:latin typeface="Arial"/>
              <a:ea typeface="Arial"/>
              <a:cs typeface="Arial"/>
              <a:sym typeface="Arial"/>
            </a:endParaRPr>
          </a:p>
        </p:txBody>
      </p:sp>
      <p:sp>
        <p:nvSpPr>
          <p:cNvPr id="269" name="Google Shape;269;p18"/>
          <p:cNvSpPr txBox="1"/>
          <p:nvPr/>
        </p:nvSpPr>
        <p:spPr>
          <a:xfrm>
            <a:off x="1028700" y="428625"/>
            <a:ext cx="14084886" cy="1200150"/>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Clr>
                <a:srgbClr val="000000"/>
              </a:buClr>
              <a:buSzPts val="7899"/>
              <a:buFont typeface="Arial"/>
              <a:buNone/>
            </a:pPr>
            <a:r>
              <a:rPr b="0" i="0" lang="en-US" sz="7899" u="none" cap="none" strike="noStrike">
                <a:solidFill>
                  <a:srgbClr val="415AC6"/>
                </a:solidFill>
                <a:latin typeface="Arial"/>
                <a:ea typeface="Arial"/>
                <a:cs typeface="Arial"/>
                <a:sym typeface="Arial"/>
              </a:rPr>
              <a:t>Notación CIDR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19"/>
          <p:cNvSpPr/>
          <p:nvPr/>
        </p:nvSpPr>
        <p:spPr>
          <a:xfrm>
            <a:off x="9631572" y="164247"/>
            <a:ext cx="7627728" cy="9958506"/>
          </a:xfrm>
          <a:custGeom>
            <a:rect b="b" l="l" r="r" t="t"/>
            <a:pathLst>
              <a:path extrusionOk="0" h="9958506" w="7627728">
                <a:moveTo>
                  <a:pt x="0" y="0"/>
                </a:moveTo>
                <a:lnTo>
                  <a:pt x="7627728" y="0"/>
                </a:lnTo>
                <a:lnTo>
                  <a:pt x="7627728" y="9958506"/>
                </a:lnTo>
                <a:lnTo>
                  <a:pt x="0" y="9958506"/>
                </a:lnTo>
                <a:lnTo>
                  <a:pt x="0" y="0"/>
                </a:lnTo>
                <a:close/>
              </a:path>
            </a:pathLst>
          </a:custGeom>
          <a:blipFill rotWithShape="1">
            <a:blip r:embed="rId3">
              <a:alphaModFix/>
            </a:blip>
            <a:stretch>
              <a:fillRect b="-2809"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5" name="Google Shape;275;p19"/>
          <p:cNvSpPr txBox="1"/>
          <p:nvPr/>
        </p:nvSpPr>
        <p:spPr>
          <a:xfrm>
            <a:off x="1028700" y="3943350"/>
            <a:ext cx="14084886" cy="1200150"/>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Clr>
                <a:srgbClr val="000000"/>
              </a:buClr>
              <a:buSzPts val="7899"/>
              <a:buFont typeface="Arial"/>
              <a:buNone/>
            </a:pPr>
            <a:r>
              <a:rPr b="0" i="0" lang="en-US" sz="7899" u="none" cap="none" strike="noStrike">
                <a:solidFill>
                  <a:srgbClr val="415AC6"/>
                </a:solidFill>
                <a:latin typeface="Arial"/>
                <a:ea typeface="Arial"/>
                <a:cs typeface="Arial"/>
                <a:sym typeface="Arial"/>
              </a:rPr>
              <a:t>Notación CIDR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0"/>
          <p:cNvSpPr/>
          <p:nvPr/>
        </p:nvSpPr>
        <p:spPr>
          <a:xfrm>
            <a:off x="4675332" y="1953559"/>
            <a:ext cx="8937335" cy="7017583"/>
          </a:xfrm>
          <a:custGeom>
            <a:rect b="b" l="l" r="r" t="t"/>
            <a:pathLst>
              <a:path extrusionOk="0" h="7017583" w="8937335">
                <a:moveTo>
                  <a:pt x="0" y="0"/>
                </a:moveTo>
                <a:lnTo>
                  <a:pt x="8937336" y="0"/>
                </a:lnTo>
                <a:lnTo>
                  <a:pt x="8937336" y="7017583"/>
                </a:lnTo>
                <a:lnTo>
                  <a:pt x="0" y="7017583"/>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1" name="Google Shape;281;p20"/>
          <p:cNvSpPr txBox="1"/>
          <p:nvPr/>
        </p:nvSpPr>
        <p:spPr>
          <a:xfrm>
            <a:off x="1028700" y="428625"/>
            <a:ext cx="14085000" cy="1215900"/>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Clr>
                <a:srgbClr val="000000"/>
              </a:buClr>
              <a:buSzPts val="7899"/>
              <a:buFont typeface="Arial"/>
              <a:buNone/>
            </a:pPr>
            <a:r>
              <a:rPr b="0" i="0" lang="en-US" sz="7899" u="none" cap="none" strike="noStrike">
                <a:solidFill>
                  <a:srgbClr val="415AC6"/>
                </a:solidFill>
                <a:latin typeface="Arial"/>
                <a:ea typeface="Arial"/>
                <a:cs typeface="Arial"/>
                <a:sym typeface="Arial"/>
              </a:rPr>
              <a:t>Ejemplo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21"/>
          <p:cNvSpPr txBox="1"/>
          <p:nvPr/>
        </p:nvSpPr>
        <p:spPr>
          <a:xfrm>
            <a:off x="1028700" y="2880702"/>
            <a:ext cx="2602524" cy="58328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2955"/>
              <a:buFont typeface="Arial"/>
              <a:buNone/>
            </a:pPr>
            <a:r>
              <a:rPr b="1" i="0" lang="en-US" sz="2955" u="none" cap="none" strike="noStrike">
                <a:solidFill>
                  <a:srgbClr val="000000"/>
                </a:solidFill>
                <a:latin typeface="Poppins"/>
                <a:ea typeface="Poppins"/>
                <a:cs typeface="Poppins"/>
                <a:sym typeface="Poppins"/>
              </a:rPr>
              <a:t>ID de Red:</a:t>
            </a:r>
            <a:endParaRPr b="0" i="0" sz="1400" u="none" cap="none" strike="noStrike">
              <a:solidFill>
                <a:srgbClr val="000000"/>
              </a:solidFill>
              <a:latin typeface="Arial"/>
              <a:ea typeface="Arial"/>
              <a:cs typeface="Arial"/>
              <a:sym typeface="Arial"/>
            </a:endParaRPr>
          </a:p>
        </p:txBody>
      </p:sp>
      <p:sp>
        <p:nvSpPr>
          <p:cNvPr id="287" name="Google Shape;287;p21"/>
          <p:cNvSpPr txBox="1"/>
          <p:nvPr/>
        </p:nvSpPr>
        <p:spPr>
          <a:xfrm>
            <a:off x="1028700" y="428625"/>
            <a:ext cx="14084886" cy="1200150"/>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Clr>
                <a:srgbClr val="000000"/>
              </a:buClr>
              <a:buSzPts val="7899"/>
              <a:buFont typeface="Arial"/>
              <a:buNone/>
            </a:pPr>
            <a:r>
              <a:rPr b="0" i="0" lang="en-US" sz="7899" u="none" cap="none" strike="noStrike">
                <a:solidFill>
                  <a:srgbClr val="415AC6"/>
                </a:solidFill>
                <a:latin typeface="Arial"/>
                <a:ea typeface="Arial"/>
                <a:cs typeface="Arial"/>
                <a:sym typeface="Arial"/>
              </a:rPr>
              <a:t>¿Para qué sirve esto?</a:t>
            </a:r>
            <a:endParaRPr b="0" i="0" sz="1400" u="none" cap="none" strike="noStrike">
              <a:solidFill>
                <a:srgbClr val="000000"/>
              </a:solidFill>
              <a:latin typeface="Arial"/>
              <a:ea typeface="Arial"/>
              <a:cs typeface="Arial"/>
              <a:sym typeface="Arial"/>
            </a:endParaRPr>
          </a:p>
        </p:txBody>
      </p:sp>
      <p:sp>
        <p:nvSpPr>
          <p:cNvPr id="288" name="Google Shape;288;p21"/>
          <p:cNvSpPr txBox="1"/>
          <p:nvPr/>
        </p:nvSpPr>
        <p:spPr>
          <a:xfrm>
            <a:off x="1028700" y="2141683"/>
            <a:ext cx="15514735" cy="477477"/>
          </a:xfrm>
          <a:prstGeom prst="rect">
            <a:avLst/>
          </a:prstGeom>
          <a:noFill/>
          <a:ln>
            <a:noFill/>
          </a:ln>
        </p:spPr>
        <p:txBody>
          <a:bodyPr anchorCtr="0" anchor="t" bIns="0" lIns="0" spcFirstLastPara="1" rIns="0" wrap="square" tIns="0">
            <a:spAutoFit/>
          </a:bodyPr>
          <a:lstStyle/>
          <a:p>
            <a:pPr indent="0" lvl="0" marL="0" marR="0" rtl="0" algn="just">
              <a:lnSpc>
                <a:spcPct val="150020"/>
              </a:lnSpc>
              <a:spcBef>
                <a:spcPts val="0"/>
              </a:spcBef>
              <a:spcAft>
                <a:spcPts val="0"/>
              </a:spcAft>
              <a:buClr>
                <a:srgbClr val="000000"/>
              </a:buClr>
              <a:buSzPts val="2467"/>
              <a:buFont typeface="Arial"/>
              <a:buNone/>
            </a:pPr>
            <a:r>
              <a:rPr b="0" i="0" lang="en-US" sz="2467" u="none" cap="none" strike="noStrike">
                <a:solidFill>
                  <a:srgbClr val="000000"/>
                </a:solidFill>
                <a:latin typeface="Poppins"/>
                <a:ea typeface="Poppins"/>
                <a:cs typeface="Poppins"/>
                <a:sym typeface="Poppins"/>
              </a:rPr>
              <a:t>Para una red con un host con IP 10.10.20.15/20 se puede determinar lo siguiente:</a:t>
            </a:r>
            <a:endParaRPr b="0" i="0" sz="1400" u="none" cap="none" strike="noStrike">
              <a:solidFill>
                <a:srgbClr val="000000"/>
              </a:solidFill>
              <a:latin typeface="Arial"/>
              <a:ea typeface="Arial"/>
              <a:cs typeface="Arial"/>
              <a:sym typeface="Arial"/>
            </a:endParaRPr>
          </a:p>
        </p:txBody>
      </p:sp>
      <p:sp>
        <p:nvSpPr>
          <p:cNvPr id="289" name="Google Shape;289;p21"/>
          <p:cNvSpPr txBox="1"/>
          <p:nvPr/>
        </p:nvSpPr>
        <p:spPr>
          <a:xfrm>
            <a:off x="6688204" y="3002973"/>
            <a:ext cx="4911592" cy="46101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700"/>
              <a:buFont typeface="Arial"/>
              <a:buNone/>
            </a:pPr>
            <a:r>
              <a:rPr b="0" i="0" lang="en-US" sz="2700" u="none" cap="none" strike="noStrike">
                <a:solidFill>
                  <a:srgbClr val="000000"/>
                </a:solidFill>
                <a:latin typeface="Poppins"/>
                <a:ea typeface="Poppins"/>
                <a:cs typeface="Poppins"/>
                <a:sym typeface="Poppins"/>
              </a:rPr>
              <a:t>10.10.16.0</a:t>
            </a:r>
            <a:endParaRPr b="0" i="0" sz="1400" u="none" cap="none" strike="noStrike">
              <a:solidFill>
                <a:srgbClr val="000000"/>
              </a:solidFill>
              <a:latin typeface="Arial"/>
              <a:ea typeface="Arial"/>
              <a:cs typeface="Arial"/>
              <a:sym typeface="Arial"/>
            </a:endParaRPr>
          </a:p>
        </p:txBody>
      </p:sp>
      <p:sp>
        <p:nvSpPr>
          <p:cNvPr id="290" name="Google Shape;290;p21"/>
          <p:cNvSpPr txBox="1"/>
          <p:nvPr/>
        </p:nvSpPr>
        <p:spPr>
          <a:xfrm>
            <a:off x="1028700" y="3641967"/>
            <a:ext cx="4334707" cy="58328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2955"/>
              <a:buFont typeface="Arial"/>
              <a:buNone/>
            </a:pPr>
            <a:r>
              <a:rPr b="1" i="0" lang="en-US" sz="2955" u="none" cap="none" strike="noStrike">
                <a:solidFill>
                  <a:srgbClr val="000000"/>
                </a:solidFill>
                <a:latin typeface="Poppins"/>
                <a:ea typeface="Poppins"/>
                <a:cs typeface="Poppins"/>
                <a:sym typeface="Poppins"/>
              </a:rPr>
              <a:t>Máscara de subred:</a:t>
            </a:r>
            <a:endParaRPr b="0" i="0" sz="1400" u="none" cap="none" strike="noStrike">
              <a:solidFill>
                <a:srgbClr val="000000"/>
              </a:solidFill>
              <a:latin typeface="Arial"/>
              <a:ea typeface="Arial"/>
              <a:cs typeface="Arial"/>
              <a:sym typeface="Arial"/>
            </a:endParaRPr>
          </a:p>
        </p:txBody>
      </p:sp>
      <p:sp>
        <p:nvSpPr>
          <p:cNvPr id="291" name="Google Shape;291;p21"/>
          <p:cNvSpPr txBox="1"/>
          <p:nvPr/>
        </p:nvSpPr>
        <p:spPr>
          <a:xfrm>
            <a:off x="6688204" y="3764237"/>
            <a:ext cx="4911592" cy="46101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700"/>
              <a:buFont typeface="Arial"/>
              <a:buNone/>
            </a:pPr>
            <a:r>
              <a:rPr b="0" i="0" lang="en-US" sz="2700" u="none" cap="none" strike="noStrike">
                <a:solidFill>
                  <a:srgbClr val="000000"/>
                </a:solidFill>
                <a:latin typeface="Poppins"/>
                <a:ea typeface="Poppins"/>
                <a:cs typeface="Poppins"/>
                <a:sym typeface="Poppins"/>
              </a:rPr>
              <a:t>255.255.240.0</a:t>
            </a:r>
            <a:endParaRPr b="0" i="0" sz="1400" u="none" cap="none" strike="noStrike">
              <a:solidFill>
                <a:srgbClr val="000000"/>
              </a:solidFill>
              <a:latin typeface="Arial"/>
              <a:ea typeface="Arial"/>
              <a:cs typeface="Arial"/>
              <a:sym typeface="Arial"/>
            </a:endParaRPr>
          </a:p>
        </p:txBody>
      </p:sp>
      <p:sp>
        <p:nvSpPr>
          <p:cNvPr id="292" name="Google Shape;292;p21"/>
          <p:cNvSpPr txBox="1"/>
          <p:nvPr/>
        </p:nvSpPr>
        <p:spPr>
          <a:xfrm>
            <a:off x="1028700" y="4406222"/>
            <a:ext cx="4876014" cy="58328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2955"/>
              <a:buFont typeface="Arial"/>
              <a:buNone/>
            </a:pPr>
            <a:r>
              <a:rPr b="1" i="0" lang="en-US" sz="2955" u="none" cap="none" strike="noStrike">
                <a:solidFill>
                  <a:srgbClr val="000000"/>
                </a:solidFill>
                <a:latin typeface="Poppins"/>
                <a:ea typeface="Poppins"/>
                <a:cs typeface="Poppins"/>
                <a:sym typeface="Poppins"/>
              </a:rPr>
              <a:t>Primer host disponible:</a:t>
            </a:r>
            <a:endParaRPr b="0" i="0" sz="1400" u="none" cap="none" strike="noStrike">
              <a:solidFill>
                <a:srgbClr val="000000"/>
              </a:solidFill>
              <a:latin typeface="Arial"/>
              <a:ea typeface="Arial"/>
              <a:cs typeface="Arial"/>
              <a:sym typeface="Arial"/>
            </a:endParaRPr>
          </a:p>
        </p:txBody>
      </p:sp>
      <p:sp>
        <p:nvSpPr>
          <p:cNvPr id="293" name="Google Shape;293;p21"/>
          <p:cNvSpPr txBox="1"/>
          <p:nvPr/>
        </p:nvSpPr>
        <p:spPr>
          <a:xfrm>
            <a:off x="6688204" y="4528493"/>
            <a:ext cx="4911592" cy="46101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700"/>
              <a:buFont typeface="Arial"/>
              <a:buNone/>
            </a:pPr>
            <a:r>
              <a:rPr b="0" i="0" lang="en-US" sz="2700" u="none" cap="none" strike="noStrike">
                <a:solidFill>
                  <a:srgbClr val="000000"/>
                </a:solidFill>
                <a:latin typeface="Poppins"/>
                <a:ea typeface="Poppins"/>
                <a:cs typeface="Poppins"/>
                <a:sym typeface="Poppins"/>
              </a:rPr>
              <a:t>10.10.16.1</a:t>
            </a:r>
            <a:endParaRPr b="0" i="0" sz="1400" u="none" cap="none" strike="noStrike">
              <a:solidFill>
                <a:srgbClr val="000000"/>
              </a:solidFill>
              <a:latin typeface="Arial"/>
              <a:ea typeface="Arial"/>
              <a:cs typeface="Arial"/>
              <a:sym typeface="Arial"/>
            </a:endParaRPr>
          </a:p>
        </p:txBody>
      </p:sp>
      <p:sp>
        <p:nvSpPr>
          <p:cNvPr id="294" name="Google Shape;294;p21"/>
          <p:cNvSpPr txBox="1"/>
          <p:nvPr/>
        </p:nvSpPr>
        <p:spPr>
          <a:xfrm>
            <a:off x="1028700" y="5167486"/>
            <a:ext cx="5200798" cy="58328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2955"/>
              <a:buFont typeface="Arial"/>
              <a:buNone/>
            </a:pPr>
            <a:r>
              <a:rPr b="1" i="0" lang="en-US" sz="2955" u="none" cap="none" strike="noStrike">
                <a:solidFill>
                  <a:srgbClr val="000000"/>
                </a:solidFill>
                <a:latin typeface="Poppins"/>
                <a:ea typeface="Poppins"/>
                <a:cs typeface="Poppins"/>
                <a:sym typeface="Poppins"/>
              </a:rPr>
              <a:t>Último host disponible:</a:t>
            </a:r>
            <a:endParaRPr b="0" i="0" sz="1400" u="none" cap="none" strike="noStrike">
              <a:solidFill>
                <a:srgbClr val="000000"/>
              </a:solidFill>
              <a:latin typeface="Arial"/>
              <a:ea typeface="Arial"/>
              <a:cs typeface="Arial"/>
              <a:sym typeface="Arial"/>
            </a:endParaRPr>
          </a:p>
        </p:txBody>
      </p:sp>
      <p:sp>
        <p:nvSpPr>
          <p:cNvPr id="295" name="Google Shape;295;p21"/>
          <p:cNvSpPr txBox="1"/>
          <p:nvPr/>
        </p:nvSpPr>
        <p:spPr>
          <a:xfrm>
            <a:off x="6688204" y="5289757"/>
            <a:ext cx="4911592" cy="46101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700"/>
              <a:buFont typeface="Arial"/>
              <a:buNone/>
            </a:pPr>
            <a:r>
              <a:rPr b="0" i="0" lang="en-US" sz="2700" u="none" cap="none" strike="noStrike">
                <a:solidFill>
                  <a:srgbClr val="000000"/>
                </a:solidFill>
                <a:latin typeface="Poppins"/>
                <a:ea typeface="Poppins"/>
                <a:cs typeface="Poppins"/>
                <a:sym typeface="Poppins"/>
              </a:rPr>
              <a:t>10.10.31.254</a:t>
            </a:r>
            <a:endParaRPr b="0" i="0" sz="1400" u="none" cap="none" strike="noStrike">
              <a:solidFill>
                <a:srgbClr val="000000"/>
              </a:solidFill>
              <a:latin typeface="Arial"/>
              <a:ea typeface="Arial"/>
              <a:cs typeface="Arial"/>
              <a:sym typeface="Arial"/>
            </a:endParaRPr>
          </a:p>
        </p:txBody>
      </p:sp>
      <p:sp>
        <p:nvSpPr>
          <p:cNvPr id="296" name="Google Shape;296;p21"/>
          <p:cNvSpPr txBox="1"/>
          <p:nvPr/>
        </p:nvSpPr>
        <p:spPr>
          <a:xfrm>
            <a:off x="1028700" y="5931742"/>
            <a:ext cx="4731665" cy="58328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2955"/>
              <a:buFont typeface="Arial"/>
              <a:buNone/>
            </a:pPr>
            <a:r>
              <a:rPr b="1" i="0" lang="en-US" sz="2955" u="none" cap="none" strike="noStrike">
                <a:solidFill>
                  <a:srgbClr val="000000"/>
                </a:solidFill>
                <a:latin typeface="Poppins"/>
                <a:ea typeface="Poppins"/>
                <a:cs typeface="Poppins"/>
                <a:sym typeface="Poppins"/>
              </a:rPr>
              <a:t>Dirección de broadcast:</a:t>
            </a:r>
            <a:endParaRPr b="0" i="0" sz="1400" u="none" cap="none" strike="noStrike">
              <a:solidFill>
                <a:srgbClr val="000000"/>
              </a:solidFill>
              <a:latin typeface="Arial"/>
              <a:ea typeface="Arial"/>
              <a:cs typeface="Arial"/>
              <a:sym typeface="Arial"/>
            </a:endParaRPr>
          </a:p>
        </p:txBody>
      </p:sp>
      <p:sp>
        <p:nvSpPr>
          <p:cNvPr id="297" name="Google Shape;297;p21"/>
          <p:cNvSpPr txBox="1"/>
          <p:nvPr/>
        </p:nvSpPr>
        <p:spPr>
          <a:xfrm>
            <a:off x="6688204" y="6054012"/>
            <a:ext cx="4911592" cy="46101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700"/>
              <a:buFont typeface="Arial"/>
              <a:buNone/>
            </a:pPr>
            <a:r>
              <a:rPr b="0" i="0" lang="en-US" sz="2700" u="none" cap="none" strike="noStrike">
                <a:solidFill>
                  <a:srgbClr val="000000"/>
                </a:solidFill>
                <a:latin typeface="Poppins"/>
                <a:ea typeface="Poppins"/>
                <a:cs typeface="Poppins"/>
                <a:sym typeface="Poppins"/>
              </a:rPr>
              <a:t>10.10.31.255</a:t>
            </a:r>
            <a:endParaRPr b="0" i="0" sz="1400" u="none" cap="none" strike="noStrike">
              <a:solidFill>
                <a:srgbClr val="000000"/>
              </a:solidFill>
              <a:latin typeface="Arial"/>
              <a:ea typeface="Arial"/>
              <a:cs typeface="Arial"/>
              <a:sym typeface="Arial"/>
            </a:endParaRPr>
          </a:p>
        </p:txBody>
      </p:sp>
      <p:sp>
        <p:nvSpPr>
          <p:cNvPr id="298" name="Google Shape;298;p21"/>
          <p:cNvSpPr txBox="1"/>
          <p:nvPr/>
        </p:nvSpPr>
        <p:spPr>
          <a:xfrm>
            <a:off x="1028700" y="6695997"/>
            <a:ext cx="4876014" cy="58328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2955"/>
              <a:buFont typeface="Arial"/>
              <a:buNone/>
            </a:pPr>
            <a:r>
              <a:rPr b="1" i="0" lang="en-US" sz="2955" u="none" cap="none" strike="noStrike">
                <a:solidFill>
                  <a:srgbClr val="000000"/>
                </a:solidFill>
                <a:latin typeface="Poppins"/>
                <a:ea typeface="Poppins"/>
                <a:cs typeface="Poppins"/>
                <a:sym typeface="Poppins"/>
              </a:rPr>
              <a:t>Número de hosts:</a:t>
            </a:r>
            <a:endParaRPr b="0" i="0" sz="1400" u="none" cap="none" strike="noStrike">
              <a:solidFill>
                <a:srgbClr val="000000"/>
              </a:solidFill>
              <a:latin typeface="Arial"/>
              <a:ea typeface="Arial"/>
              <a:cs typeface="Arial"/>
              <a:sym typeface="Arial"/>
            </a:endParaRPr>
          </a:p>
        </p:txBody>
      </p:sp>
      <p:sp>
        <p:nvSpPr>
          <p:cNvPr id="299" name="Google Shape;299;p21"/>
          <p:cNvSpPr txBox="1"/>
          <p:nvPr/>
        </p:nvSpPr>
        <p:spPr>
          <a:xfrm>
            <a:off x="6688204" y="6818268"/>
            <a:ext cx="4911592" cy="46101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700"/>
              <a:buFont typeface="Arial"/>
              <a:buNone/>
            </a:pPr>
            <a:r>
              <a:rPr b="0" i="0" lang="en-US" sz="2700" u="none" cap="none" strike="noStrike">
                <a:solidFill>
                  <a:srgbClr val="000000"/>
                </a:solidFill>
                <a:latin typeface="Poppins"/>
                <a:ea typeface="Poppins"/>
                <a:cs typeface="Poppins"/>
                <a:sym typeface="Poppins"/>
              </a:rPr>
              <a:t>4096</a:t>
            </a:r>
            <a:endParaRPr b="0" i="0" sz="1400" u="none" cap="none" strike="noStrike">
              <a:solidFill>
                <a:srgbClr val="000000"/>
              </a:solidFill>
              <a:latin typeface="Arial"/>
              <a:ea typeface="Arial"/>
              <a:cs typeface="Arial"/>
              <a:sym typeface="Arial"/>
            </a:endParaRPr>
          </a:p>
        </p:txBody>
      </p:sp>
      <p:sp>
        <p:nvSpPr>
          <p:cNvPr id="300" name="Google Shape;300;p21"/>
          <p:cNvSpPr txBox="1"/>
          <p:nvPr/>
        </p:nvSpPr>
        <p:spPr>
          <a:xfrm>
            <a:off x="1028700" y="7457261"/>
            <a:ext cx="5659504" cy="58328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2955"/>
              <a:buFont typeface="Arial"/>
              <a:buNone/>
            </a:pPr>
            <a:r>
              <a:rPr b="1" i="0" lang="en-US" sz="2955" u="none" cap="none" strike="noStrike">
                <a:solidFill>
                  <a:srgbClr val="000000"/>
                </a:solidFill>
                <a:latin typeface="Poppins"/>
                <a:ea typeface="Poppins"/>
                <a:cs typeface="Poppins"/>
                <a:sym typeface="Poppins"/>
              </a:rPr>
              <a:t>Número de hosts utilizables:</a:t>
            </a:r>
            <a:endParaRPr b="0" i="0" sz="1400" u="none" cap="none" strike="noStrike">
              <a:solidFill>
                <a:srgbClr val="000000"/>
              </a:solidFill>
              <a:latin typeface="Arial"/>
              <a:ea typeface="Arial"/>
              <a:cs typeface="Arial"/>
              <a:sym typeface="Arial"/>
            </a:endParaRPr>
          </a:p>
        </p:txBody>
      </p:sp>
      <p:sp>
        <p:nvSpPr>
          <p:cNvPr id="301" name="Google Shape;301;p21"/>
          <p:cNvSpPr txBox="1"/>
          <p:nvPr/>
        </p:nvSpPr>
        <p:spPr>
          <a:xfrm>
            <a:off x="6688204" y="7579532"/>
            <a:ext cx="4911592" cy="46101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700"/>
              <a:buFont typeface="Arial"/>
              <a:buNone/>
            </a:pPr>
            <a:r>
              <a:rPr b="0" i="0" lang="en-US" sz="2700" u="none" cap="none" strike="noStrike">
                <a:solidFill>
                  <a:srgbClr val="000000"/>
                </a:solidFill>
                <a:latin typeface="Poppins"/>
                <a:ea typeface="Poppins"/>
                <a:cs typeface="Poppins"/>
                <a:sym typeface="Poppins"/>
              </a:rPr>
              <a:t>Número de hosts - 2 : 4094</a:t>
            </a:r>
            <a:endParaRPr b="0" i="0" sz="1400" u="none" cap="none" strike="noStrike">
              <a:solidFill>
                <a:srgbClr val="000000"/>
              </a:solidFill>
              <a:latin typeface="Arial"/>
              <a:ea typeface="Arial"/>
              <a:cs typeface="Arial"/>
              <a:sym typeface="Arial"/>
            </a:endParaRPr>
          </a:p>
        </p:txBody>
      </p:sp>
      <p:sp>
        <p:nvSpPr>
          <p:cNvPr id="302" name="Google Shape;302;p21"/>
          <p:cNvSpPr txBox="1"/>
          <p:nvPr/>
        </p:nvSpPr>
        <p:spPr>
          <a:xfrm>
            <a:off x="1058027" y="8373917"/>
            <a:ext cx="7925105" cy="944202"/>
          </a:xfrm>
          <a:prstGeom prst="rect">
            <a:avLst/>
          </a:prstGeom>
          <a:noFill/>
          <a:ln>
            <a:noFill/>
          </a:ln>
        </p:spPr>
        <p:txBody>
          <a:bodyPr anchorCtr="0" anchor="t" bIns="0" lIns="0" spcFirstLastPara="1" rIns="0" wrap="square" tIns="0">
            <a:spAutoFit/>
          </a:bodyPr>
          <a:lstStyle/>
          <a:p>
            <a:pPr indent="0" lvl="0" marL="0" marR="0" rtl="0" algn="just">
              <a:lnSpc>
                <a:spcPct val="150020"/>
              </a:lnSpc>
              <a:spcBef>
                <a:spcPts val="0"/>
              </a:spcBef>
              <a:spcAft>
                <a:spcPts val="0"/>
              </a:spcAft>
              <a:buClr>
                <a:srgbClr val="000000"/>
              </a:buClr>
              <a:buSzPts val="2467"/>
              <a:buFont typeface="Arial"/>
              <a:buNone/>
            </a:pPr>
            <a:r>
              <a:rPr b="0" i="0" lang="en-US" sz="2467" u="none" cap="none" strike="noStrike">
                <a:solidFill>
                  <a:srgbClr val="000000"/>
                </a:solidFill>
                <a:latin typeface="Poppins"/>
                <a:ea typeface="Poppins"/>
                <a:cs typeface="Poppins"/>
                <a:sym typeface="Poppins"/>
              </a:rPr>
              <a:t>Existen herramientas que pueden hacer estos cálculos fácilmente:</a:t>
            </a:r>
            <a:endParaRPr b="0" i="0" sz="1400" u="none" cap="none" strike="noStrike">
              <a:solidFill>
                <a:srgbClr val="000000"/>
              </a:solidFill>
              <a:latin typeface="Arial"/>
              <a:ea typeface="Arial"/>
              <a:cs typeface="Arial"/>
              <a:sym typeface="Arial"/>
            </a:endParaRPr>
          </a:p>
        </p:txBody>
      </p:sp>
      <p:sp>
        <p:nvSpPr>
          <p:cNvPr id="303" name="Google Shape;303;p21"/>
          <p:cNvSpPr txBox="1"/>
          <p:nvPr/>
        </p:nvSpPr>
        <p:spPr>
          <a:xfrm>
            <a:off x="1058027" y="9342798"/>
            <a:ext cx="10397073" cy="477477"/>
          </a:xfrm>
          <a:prstGeom prst="rect">
            <a:avLst/>
          </a:prstGeom>
          <a:noFill/>
          <a:ln>
            <a:noFill/>
          </a:ln>
        </p:spPr>
        <p:txBody>
          <a:bodyPr anchorCtr="0" anchor="t" bIns="0" lIns="0" spcFirstLastPara="1" rIns="0" wrap="square" tIns="0">
            <a:spAutoFit/>
          </a:bodyPr>
          <a:lstStyle/>
          <a:p>
            <a:pPr indent="0" lvl="0" marL="0" marR="0" rtl="0" algn="just">
              <a:lnSpc>
                <a:spcPct val="150020"/>
              </a:lnSpc>
              <a:spcBef>
                <a:spcPts val="0"/>
              </a:spcBef>
              <a:spcAft>
                <a:spcPts val="0"/>
              </a:spcAft>
              <a:buClr>
                <a:srgbClr val="000000"/>
              </a:buClr>
              <a:buSzPts val="2467"/>
              <a:buFont typeface="Arial"/>
              <a:buNone/>
            </a:pPr>
            <a:r>
              <a:rPr b="0" i="0" lang="en-US" sz="2467" u="sng" cap="none" strike="noStrike">
                <a:solidFill>
                  <a:srgbClr val="000000"/>
                </a:solidFill>
                <a:latin typeface="Poppins"/>
                <a:ea typeface="Poppins"/>
                <a:cs typeface="Poppins"/>
                <a:sym typeface="Poppins"/>
                <a:hlinkClick r:id="rId3">
                  <a:extLst>
                    <a:ext uri="{A12FA001-AC4F-418D-AE19-62706E023703}">
                      <ahyp:hlinkClr val="tx"/>
                    </a:ext>
                  </a:extLst>
                </a:hlinkClick>
              </a:rPr>
              <a:t>https://www.calculator.net/ip-subnet-calculator.html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22"/>
          <p:cNvSpPr txBox="1"/>
          <p:nvPr/>
        </p:nvSpPr>
        <p:spPr>
          <a:xfrm>
            <a:off x="1028700" y="2043922"/>
            <a:ext cx="16230600" cy="7011627"/>
          </a:xfrm>
          <a:prstGeom prst="rect">
            <a:avLst/>
          </a:prstGeom>
          <a:noFill/>
          <a:ln>
            <a:noFill/>
          </a:ln>
        </p:spPr>
        <p:txBody>
          <a:bodyPr anchorCtr="0" anchor="t" bIns="0" lIns="0" spcFirstLastPara="1" rIns="0" wrap="square" tIns="0">
            <a:spAutoFit/>
          </a:bodyPr>
          <a:lstStyle/>
          <a:p>
            <a:pPr indent="0" lvl="0" marL="0" marR="0" rtl="0" algn="just">
              <a:lnSpc>
                <a:spcPct val="150020"/>
              </a:lnSpc>
              <a:spcBef>
                <a:spcPts val="0"/>
              </a:spcBef>
              <a:spcAft>
                <a:spcPts val="0"/>
              </a:spcAft>
              <a:buClr>
                <a:srgbClr val="000000"/>
              </a:buClr>
              <a:buSzPts val="2467"/>
              <a:buFont typeface="Arial"/>
              <a:buNone/>
            </a:pPr>
            <a:r>
              <a:rPr b="0" i="0" lang="en-US" sz="2467" u="none" cap="none" strike="noStrike">
                <a:solidFill>
                  <a:srgbClr val="000000"/>
                </a:solidFill>
                <a:latin typeface="Poppins"/>
                <a:ea typeface="Poppins"/>
                <a:cs typeface="Poppins"/>
                <a:sym typeface="Poppins"/>
              </a:rPr>
              <a:t>Es el proceso de dividir una red IP en subredes más pequeñas, lo que permite una asignación más eficiente de direcciones IP y una mayor flexibilidad en el diseño de redes.</a:t>
            </a:r>
            <a:endParaRPr b="0" i="0" sz="1400" u="none" cap="none" strike="noStrike">
              <a:solidFill>
                <a:srgbClr val="000000"/>
              </a:solidFill>
              <a:latin typeface="Arial"/>
              <a:ea typeface="Arial"/>
              <a:cs typeface="Arial"/>
              <a:sym typeface="Arial"/>
            </a:endParaRPr>
          </a:p>
          <a:p>
            <a:pPr indent="0" lvl="0" marL="0" marR="0" rtl="0" algn="just">
              <a:lnSpc>
                <a:spcPct val="150020"/>
              </a:lnSpc>
              <a:spcBef>
                <a:spcPts val="0"/>
              </a:spcBef>
              <a:spcAft>
                <a:spcPts val="0"/>
              </a:spcAft>
              <a:buClr>
                <a:srgbClr val="000000"/>
              </a:buClr>
              <a:buSzPts val="2467"/>
              <a:buFont typeface="Arial"/>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Clr>
                <a:srgbClr val="000000"/>
              </a:buClr>
              <a:buSzPts val="2467"/>
              <a:buFont typeface="Arial"/>
              <a:buNone/>
            </a:pPr>
            <a:r>
              <a:rPr b="0" i="0" lang="en-US" sz="2467" u="none" cap="none" strike="noStrike">
                <a:solidFill>
                  <a:srgbClr val="000000"/>
                </a:solidFill>
                <a:latin typeface="Poppins"/>
                <a:ea typeface="Poppins"/>
                <a:cs typeface="Poppins"/>
                <a:sym typeface="Poppins"/>
              </a:rPr>
              <a:t>Se utiliza para dividir una red en segmentos más pequeños para mejorar el rendimiento, la seguridad y la administración de la red.</a:t>
            </a:r>
            <a:endParaRPr b="0" i="0" sz="1400" u="none" cap="none" strike="noStrike">
              <a:solidFill>
                <a:srgbClr val="000000"/>
              </a:solidFill>
              <a:latin typeface="Arial"/>
              <a:ea typeface="Arial"/>
              <a:cs typeface="Arial"/>
              <a:sym typeface="Arial"/>
            </a:endParaRPr>
          </a:p>
          <a:p>
            <a:pPr indent="0" lvl="0" marL="0" marR="0" rtl="0" algn="just">
              <a:lnSpc>
                <a:spcPct val="150020"/>
              </a:lnSpc>
              <a:spcBef>
                <a:spcPts val="0"/>
              </a:spcBef>
              <a:spcAft>
                <a:spcPts val="0"/>
              </a:spcAft>
              <a:buClr>
                <a:srgbClr val="000000"/>
              </a:buClr>
              <a:buSzPts val="2467"/>
              <a:buFont typeface="Arial"/>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Clr>
                <a:srgbClr val="000000"/>
              </a:buClr>
              <a:buSzPts val="2467"/>
              <a:buFont typeface="Arial"/>
              <a:buNone/>
            </a:pPr>
            <a:r>
              <a:rPr b="0" i="0" lang="en-US" sz="2467" u="none" cap="none" strike="noStrike">
                <a:solidFill>
                  <a:srgbClr val="000000"/>
                </a:solidFill>
                <a:latin typeface="Poppins"/>
                <a:ea typeface="Poppins"/>
                <a:cs typeface="Poppins"/>
                <a:sym typeface="Poppins"/>
              </a:rPr>
              <a:t>Para realizar el subnetting, se puede dividir una red en subredes más pequeñas mediante la manipulación de la máscara de subred.</a:t>
            </a:r>
            <a:endParaRPr b="0" i="0" sz="1400" u="none" cap="none" strike="noStrike">
              <a:solidFill>
                <a:srgbClr val="000000"/>
              </a:solidFill>
              <a:latin typeface="Arial"/>
              <a:ea typeface="Arial"/>
              <a:cs typeface="Arial"/>
              <a:sym typeface="Arial"/>
            </a:endParaRPr>
          </a:p>
          <a:p>
            <a:pPr indent="0" lvl="0" marL="0" marR="0" rtl="0" algn="just">
              <a:lnSpc>
                <a:spcPct val="150020"/>
              </a:lnSpc>
              <a:spcBef>
                <a:spcPts val="0"/>
              </a:spcBef>
              <a:spcAft>
                <a:spcPts val="0"/>
              </a:spcAft>
              <a:buClr>
                <a:srgbClr val="000000"/>
              </a:buClr>
              <a:buSzPts val="2467"/>
              <a:buFont typeface="Arial"/>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Clr>
                <a:srgbClr val="000000"/>
              </a:buClr>
              <a:buSzPts val="2467"/>
              <a:buFont typeface="Arial"/>
              <a:buNone/>
            </a:pPr>
            <a:r>
              <a:rPr b="0" i="0" lang="en-US" sz="2467" u="none" cap="none" strike="noStrike">
                <a:solidFill>
                  <a:srgbClr val="000000"/>
                </a:solidFill>
                <a:latin typeface="Poppins"/>
                <a:ea typeface="Poppins"/>
                <a:cs typeface="Poppins"/>
                <a:sym typeface="Poppins"/>
              </a:rPr>
              <a:t>Al aumentar la longitud de la máscara de subred, se crean más subredes, pero con</a:t>
            </a:r>
            <a:endParaRPr b="0" i="0" sz="1400" u="none" cap="none" strike="noStrike">
              <a:solidFill>
                <a:srgbClr val="000000"/>
              </a:solidFill>
              <a:latin typeface="Arial"/>
              <a:ea typeface="Arial"/>
              <a:cs typeface="Arial"/>
              <a:sym typeface="Arial"/>
            </a:endParaRPr>
          </a:p>
          <a:p>
            <a:pPr indent="0" lvl="0" marL="0" marR="0" rtl="0" algn="just">
              <a:lnSpc>
                <a:spcPct val="150020"/>
              </a:lnSpc>
              <a:spcBef>
                <a:spcPts val="0"/>
              </a:spcBef>
              <a:spcAft>
                <a:spcPts val="0"/>
              </a:spcAft>
              <a:buClr>
                <a:srgbClr val="000000"/>
              </a:buClr>
              <a:buSzPts val="2467"/>
              <a:buFont typeface="Arial"/>
              <a:buNone/>
            </a:pPr>
            <a:r>
              <a:rPr b="0" i="0" lang="en-US" sz="2467" u="none" cap="none" strike="noStrike">
                <a:solidFill>
                  <a:srgbClr val="000000"/>
                </a:solidFill>
                <a:latin typeface="Poppins"/>
                <a:ea typeface="Poppins"/>
                <a:cs typeface="Poppins"/>
                <a:sym typeface="Poppins"/>
              </a:rPr>
              <a:t>menos direcciones IP disponibles en cada una.</a:t>
            </a:r>
            <a:endParaRPr b="0" i="0" sz="1400" u="none" cap="none" strike="noStrike">
              <a:solidFill>
                <a:srgbClr val="000000"/>
              </a:solidFill>
              <a:latin typeface="Arial"/>
              <a:ea typeface="Arial"/>
              <a:cs typeface="Arial"/>
              <a:sym typeface="Arial"/>
            </a:endParaRPr>
          </a:p>
          <a:p>
            <a:pPr indent="0" lvl="0" marL="0" marR="0" rtl="0" algn="just">
              <a:lnSpc>
                <a:spcPct val="150020"/>
              </a:lnSpc>
              <a:spcBef>
                <a:spcPts val="0"/>
              </a:spcBef>
              <a:spcAft>
                <a:spcPts val="0"/>
              </a:spcAft>
              <a:buClr>
                <a:srgbClr val="000000"/>
              </a:buClr>
              <a:buSzPts val="2467"/>
              <a:buFont typeface="Arial"/>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Clr>
                <a:srgbClr val="000000"/>
              </a:buClr>
              <a:buSzPts val="2467"/>
              <a:buFont typeface="Arial"/>
              <a:buNone/>
            </a:pPr>
            <a:r>
              <a:rPr b="0" i="0" lang="en-US" sz="2467" u="none" cap="none" strike="noStrike">
                <a:solidFill>
                  <a:srgbClr val="000000"/>
                </a:solidFill>
                <a:latin typeface="Poppins"/>
                <a:ea typeface="Poppins"/>
                <a:cs typeface="Poppins"/>
                <a:sym typeface="Poppins"/>
              </a:rPr>
              <a:t>Por lo tanto, es importante planificar cuidadosamente la asignación de direcciones</a:t>
            </a:r>
            <a:endParaRPr b="0" i="0" sz="1400" u="none" cap="none" strike="noStrike">
              <a:solidFill>
                <a:srgbClr val="000000"/>
              </a:solidFill>
              <a:latin typeface="Arial"/>
              <a:ea typeface="Arial"/>
              <a:cs typeface="Arial"/>
              <a:sym typeface="Arial"/>
            </a:endParaRPr>
          </a:p>
          <a:p>
            <a:pPr indent="0" lvl="0" marL="0" marR="0" rtl="0" algn="just">
              <a:lnSpc>
                <a:spcPct val="150020"/>
              </a:lnSpc>
              <a:spcBef>
                <a:spcPts val="0"/>
              </a:spcBef>
              <a:spcAft>
                <a:spcPts val="0"/>
              </a:spcAft>
              <a:buClr>
                <a:srgbClr val="000000"/>
              </a:buClr>
              <a:buSzPts val="2467"/>
              <a:buFont typeface="Arial"/>
              <a:buNone/>
            </a:pPr>
            <a:r>
              <a:rPr b="0" i="0" lang="en-US" sz="2467" u="none" cap="none" strike="noStrike">
                <a:solidFill>
                  <a:srgbClr val="000000"/>
                </a:solidFill>
                <a:latin typeface="Poppins"/>
                <a:ea typeface="Poppins"/>
                <a:cs typeface="Poppins"/>
                <a:sym typeface="Poppins"/>
              </a:rPr>
              <a:t>IP y la cantidad de subredes necesarias según los requisitos de la red.</a:t>
            </a:r>
            <a:endParaRPr b="0" i="0" sz="1400" u="none" cap="none" strike="noStrike">
              <a:solidFill>
                <a:srgbClr val="000000"/>
              </a:solidFill>
              <a:latin typeface="Arial"/>
              <a:ea typeface="Arial"/>
              <a:cs typeface="Arial"/>
              <a:sym typeface="Arial"/>
            </a:endParaRPr>
          </a:p>
        </p:txBody>
      </p:sp>
      <p:sp>
        <p:nvSpPr>
          <p:cNvPr id="309" name="Google Shape;309;p22"/>
          <p:cNvSpPr txBox="1"/>
          <p:nvPr/>
        </p:nvSpPr>
        <p:spPr>
          <a:xfrm>
            <a:off x="1028700" y="428625"/>
            <a:ext cx="14084886" cy="1200150"/>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Clr>
                <a:srgbClr val="000000"/>
              </a:buClr>
              <a:buSzPts val="7899"/>
              <a:buFont typeface="Arial"/>
              <a:buNone/>
            </a:pPr>
            <a:r>
              <a:rPr b="0" i="0" lang="en-US" sz="7899" u="none" cap="none" strike="noStrike">
                <a:solidFill>
                  <a:srgbClr val="415AC6"/>
                </a:solidFill>
                <a:latin typeface="Arial"/>
                <a:ea typeface="Arial"/>
                <a:cs typeface="Arial"/>
                <a:sym typeface="Arial"/>
              </a:rPr>
              <a:t>Subnetting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23"/>
          <p:cNvSpPr txBox="1"/>
          <p:nvPr/>
        </p:nvSpPr>
        <p:spPr>
          <a:xfrm>
            <a:off x="1028700" y="428625"/>
            <a:ext cx="14084886" cy="1200150"/>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Clr>
                <a:srgbClr val="000000"/>
              </a:buClr>
              <a:buSzPts val="7899"/>
              <a:buFont typeface="Arial"/>
              <a:buNone/>
            </a:pPr>
            <a:r>
              <a:rPr b="0" i="0" lang="en-US" sz="7899" u="none" cap="none" strike="noStrike">
                <a:solidFill>
                  <a:srgbClr val="415AC6"/>
                </a:solidFill>
                <a:latin typeface="Arial"/>
                <a:ea typeface="Arial"/>
                <a:cs typeface="Arial"/>
                <a:sym typeface="Arial"/>
              </a:rPr>
              <a:t>Ventajas del Subnetting</a:t>
            </a:r>
            <a:endParaRPr b="0" i="0" sz="1400" u="none" cap="none" strike="noStrike">
              <a:solidFill>
                <a:srgbClr val="000000"/>
              </a:solidFill>
              <a:latin typeface="Arial"/>
              <a:ea typeface="Arial"/>
              <a:cs typeface="Arial"/>
              <a:sym typeface="Arial"/>
            </a:endParaRPr>
          </a:p>
        </p:txBody>
      </p:sp>
      <p:sp>
        <p:nvSpPr>
          <p:cNvPr id="315" name="Google Shape;315;p23"/>
          <p:cNvSpPr txBox="1"/>
          <p:nvPr/>
        </p:nvSpPr>
        <p:spPr>
          <a:xfrm>
            <a:off x="1028700" y="2440665"/>
            <a:ext cx="16230600" cy="5144727"/>
          </a:xfrm>
          <a:prstGeom prst="rect">
            <a:avLst/>
          </a:prstGeom>
          <a:noFill/>
          <a:ln>
            <a:noFill/>
          </a:ln>
        </p:spPr>
        <p:txBody>
          <a:bodyPr anchorCtr="0" anchor="t" bIns="0" lIns="0" spcFirstLastPara="1" rIns="0" wrap="square" tIns="0">
            <a:spAutoFit/>
          </a:bodyPr>
          <a:lstStyle/>
          <a:p>
            <a:pPr indent="0" lvl="0" marL="0" marR="0" rtl="0" algn="just">
              <a:lnSpc>
                <a:spcPct val="150020"/>
              </a:lnSpc>
              <a:spcBef>
                <a:spcPts val="0"/>
              </a:spcBef>
              <a:spcAft>
                <a:spcPts val="0"/>
              </a:spcAft>
              <a:buClr>
                <a:srgbClr val="000000"/>
              </a:buClr>
              <a:buSzPts val="2467"/>
              <a:buFont typeface="Arial"/>
              <a:buNone/>
            </a:pPr>
            <a:r>
              <a:rPr b="0" i="0" lang="en-US" sz="2467" u="none" cap="none" strike="noStrike">
                <a:solidFill>
                  <a:srgbClr val="000000"/>
                </a:solidFill>
                <a:latin typeface="Poppins"/>
                <a:ea typeface="Poppins"/>
                <a:cs typeface="Poppins"/>
                <a:sym typeface="Poppins"/>
              </a:rPr>
              <a:t>El subnetting ofrece varias ventajas, como la optimización del uso de direcciones IP,</a:t>
            </a:r>
            <a:endParaRPr b="0" i="0" sz="1400" u="none" cap="none" strike="noStrike">
              <a:solidFill>
                <a:srgbClr val="000000"/>
              </a:solidFill>
              <a:latin typeface="Arial"/>
              <a:ea typeface="Arial"/>
              <a:cs typeface="Arial"/>
              <a:sym typeface="Arial"/>
            </a:endParaRPr>
          </a:p>
          <a:p>
            <a:pPr indent="0" lvl="0" marL="0" marR="0" rtl="0" algn="just">
              <a:lnSpc>
                <a:spcPct val="150020"/>
              </a:lnSpc>
              <a:spcBef>
                <a:spcPts val="0"/>
              </a:spcBef>
              <a:spcAft>
                <a:spcPts val="0"/>
              </a:spcAft>
              <a:buClr>
                <a:srgbClr val="000000"/>
              </a:buClr>
              <a:buSzPts val="2467"/>
              <a:buFont typeface="Arial"/>
              <a:buNone/>
            </a:pPr>
            <a:r>
              <a:rPr b="0" i="0" lang="en-US" sz="2467" u="none" cap="none" strike="noStrike">
                <a:solidFill>
                  <a:srgbClr val="000000"/>
                </a:solidFill>
                <a:latin typeface="Poppins"/>
                <a:ea typeface="Poppins"/>
                <a:cs typeface="Poppins"/>
                <a:sym typeface="Poppins"/>
              </a:rPr>
              <a:t>ya que permite una asignación más eficiente de direcciones IP en redes grandes o en redes con escasez de direcciones IP públicas.</a:t>
            </a:r>
            <a:endParaRPr b="0" i="0" sz="1400" u="none" cap="none" strike="noStrike">
              <a:solidFill>
                <a:srgbClr val="000000"/>
              </a:solidFill>
              <a:latin typeface="Arial"/>
              <a:ea typeface="Arial"/>
              <a:cs typeface="Arial"/>
              <a:sym typeface="Arial"/>
            </a:endParaRPr>
          </a:p>
          <a:p>
            <a:pPr indent="0" lvl="0" marL="0" marR="0" rtl="0" algn="just">
              <a:lnSpc>
                <a:spcPct val="150020"/>
              </a:lnSpc>
              <a:spcBef>
                <a:spcPts val="0"/>
              </a:spcBef>
              <a:spcAft>
                <a:spcPts val="0"/>
              </a:spcAft>
              <a:buClr>
                <a:srgbClr val="000000"/>
              </a:buClr>
              <a:buSzPts val="2467"/>
              <a:buFont typeface="Arial"/>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Clr>
                <a:srgbClr val="000000"/>
              </a:buClr>
              <a:buSzPts val="2467"/>
              <a:buFont typeface="Arial"/>
              <a:buNone/>
            </a:pPr>
            <a:r>
              <a:rPr b="0" i="0" lang="en-US" sz="2467" u="none" cap="none" strike="noStrike">
                <a:solidFill>
                  <a:srgbClr val="000000"/>
                </a:solidFill>
                <a:latin typeface="Poppins"/>
                <a:ea typeface="Poppins"/>
                <a:cs typeface="Poppins"/>
                <a:sym typeface="Poppins"/>
              </a:rPr>
              <a:t>Además, el subnetting puede mejorar la seguridad de la red al permitir la segmentación de la red en subredes más pequeñas, lo que reduce la superficie de ataque y facilita la implementación de políticas de seguridad específicas para cada subred.</a:t>
            </a:r>
            <a:endParaRPr b="0" i="0" sz="1400" u="none" cap="none" strike="noStrike">
              <a:solidFill>
                <a:srgbClr val="000000"/>
              </a:solidFill>
              <a:latin typeface="Arial"/>
              <a:ea typeface="Arial"/>
              <a:cs typeface="Arial"/>
              <a:sym typeface="Arial"/>
            </a:endParaRPr>
          </a:p>
          <a:p>
            <a:pPr indent="0" lvl="0" marL="0" marR="0" rtl="0" algn="just">
              <a:lnSpc>
                <a:spcPct val="150020"/>
              </a:lnSpc>
              <a:spcBef>
                <a:spcPts val="0"/>
              </a:spcBef>
              <a:spcAft>
                <a:spcPts val="0"/>
              </a:spcAft>
              <a:buClr>
                <a:srgbClr val="000000"/>
              </a:buClr>
              <a:buSzPts val="2467"/>
              <a:buFont typeface="Arial"/>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Clr>
                <a:srgbClr val="000000"/>
              </a:buClr>
              <a:buSzPts val="2467"/>
              <a:buFont typeface="Arial"/>
              <a:buNone/>
            </a:pPr>
            <a:r>
              <a:rPr b="0" i="0" lang="en-US" sz="2467" u="none" cap="none" strike="noStrike">
                <a:solidFill>
                  <a:srgbClr val="000000"/>
                </a:solidFill>
                <a:latin typeface="Poppins"/>
                <a:ea typeface="Poppins"/>
                <a:cs typeface="Poppins"/>
                <a:sym typeface="Poppins"/>
              </a:rPr>
              <a:t>También puede mejorar el rendimiento de la red al limitar la difusión de tráfico a</a:t>
            </a:r>
            <a:endParaRPr b="0" i="0" sz="1400" u="none" cap="none" strike="noStrike">
              <a:solidFill>
                <a:srgbClr val="000000"/>
              </a:solidFill>
              <a:latin typeface="Arial"/>
              <a:ea typeface="Arial"/>
              <a:cs typeface="Arial"/>
              <a:sym typeface="Arial"/>
            </a:endParaRPr>
          </a:p>
          <a:p>
            <a:pPr indent="0" lvl="0" marL="0" marR="0" rtl="0" algn="just">
              <a:lnSpc>
                <a:spcPct val="150020"/>
              </a:lnSpc>
              <a:spcBef>
                <a:spcPts val="0"/>
              </a:spcBef>
              <a:spcAft>
                <a:spcPts val="0"/>
              </a:spcAft>
              <a:buClr>
                <a:srgbClr val="000000"/>
              </a:buClr>
              <a:buSzPts val="2467"/>
              <a:buFont typeface="Arial"/>
              <a:buNone/>
            </a:pPr>
            <a:r>
              <a:rPr b="0" i="0" lang="en-US" sz="2467" u="none" cap="none" strike="noStrike">
                <a:solidFill>
                  <a:srgbClr val="000000"/>
                </a:solidFill>
                <a:latin typeface="Poppins"/>
                <a:ea typeface="Poppins"/>
                <a:cs typeface="Poppins"/>
                <a:sym typeface="Poppins"/>
              </a:rPr>
              <a:t>nivel de subred y reducir la congestión de la red.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24"/>
          <p:cNvSpPr txBox="1"/>
          <p:nvPr/>
        </p:nvSpPr>
        <p:spPr>
          <a:xfrm>
            <a:off x="1028700" y="2440665"/>
            <a:ext cx="16230600" cy="5611452"/>
          </a:xfrm>
          <a:prstGeom prst="rect">
            <a:avLst/>
          </a:prstGeom>
          <a:noFill/>
          <a:ln>
            <a:noFill/>
          </a:ln>
        </p:spPr>
        <p:txBody>
          <a:bodyPr anchorCtr="0" anchor="t" bIns="0" lIns="0" spcFirstLastPara="1" rIns="0" wrap="square" tIns="0">
            <a:spAutoFit/>
          </a:bodyPr>
          <a:lstStyle/>
          <a:p>
            <a:pPr indent="0" lvl="0" marL="0" marR="0" rtl="0" algn="just">
              <a:lnSpc>
                <a:spcPct val="150020"/>
              </a:lnSpc>
              <a:spcBef>
                <a:spcPts val="0"/>
              </a:spcBef>
              <a:spcAft>
                <a:spcPts val="0"/>
              </a:spcAft>
              <a:buClr>
                <a:srgbClr val="000000"/>
              </a:buClr>
              <a:buSzPts val="2467"/>
              <a:buFont typeface="Arial"/>
              <a:buNone/>
            </a:pPr>
            <a:r>
              <a:rPr b="0" i="0" lang="en-US" sz="2467" u="none" cap="none" strike="noStrike">
                <a:solidFill>
                  <a:srgbClr val="000000"/>
                </a:solidFill>
                <a:latin typeface="Poppins"/>
                <a:ea typeface="Poppins"/>
                <a:cs typeface="Poppins"/>
                <a:sym typeface="Poppins"/>
              </a:rPr>
              <a:t>Es un enfoque de subnetting en el que todas las subredes en una red tienen la misma cantidad fija de direcciones IP. Esto significa que todas las subredes tienen la misma cantidad de direcciones IP disponibles para asignar a dispositivos o hosts.</a:t>
            </a:r>
            <a:endParaRPr b="0" i="0" sz="1400" u="none" cap="none" strike="noStrike">
              <a:solidFill>
                <a:srgbClr val="000000"/>
              </a:solidFill>
              <a:latin typeface="Arial"/>
              <a:ea typeface="Arial"/>
              <a:cs typeface="Arial"/>
              <a:sym typeface="Arial"/>
            </a:endParaRPr>
          </a:p>
          <a:p>
            <a:pPr indent="0" lvl="0" marL="0" marR="0" rtl="0" algn="just">
              <a:lnSpc>
                <a:spcPct val="150020"/>
              </a:lnSpc>
              <a:spcBef>
                <a:spcPts val="0"/>
              </a:spcBef>
              <a:spcAft>
                <a:spcPts val="0"/>
              </a:spcAft>
              <a:buClr>
                <a:srgbClr val="000000"/>
              </a:buClr>
              <a:buSzPts val="2467"/>
              <a:buFont typeface="Arial"/>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Clr>
                <a:srgbClr val="000000"/>
              </a:buClr>
              <a:buSzPts val="2467"/>
              <a:buFont typeface="Arial"/>
              <a:buNone/>
            </a:pPr>
            <a:r>
              <a:rPr b="0" i="0" lang="en-US" sz="2467" u="none" cap="none" strike="noStrike">
                <a:solidFill>
                  <a:srgbClr val="000000"/>
                </a:solidFill>
                <a:latin typeface="Poppins"/>
                <a:ea typeface="Poppins"/>
                <a:cs typeface="Poppins"/>
                <a:sym typeface="Poppins"/>
              </a:rPr>
              <a:t>En FLSM, la máscara de subred se mantiene constante para todas las subredes y se aplica a toda la red. Por lo tanto, todas las subredes tienen la misma cantidad de direcciones IP, independientemente del tamaño o la ubicación de la subred en la red.</a:t>
            </a:r>
            <a:endParaRPr b="0" i="0" sz="1400" u="none" cap="none" strike="noStrike">
              <a:solidFill>
                <a:srgbClr val="000000"/>
              </a:solidFill>
              <a:latin typeface="Arial"/>
              <a:ea typeface="Arial"/>
              <a:cs typeface="Arial"/>
              <a:sym typeface="Arial"/>
            </a:endParaRPr>
          </a:p>
          <a:p>
            <a:pPr indent="0" lvl="0" marL="0" marR="0" rtl="0" algn="just">
              <a:lnSpc>
                <a:spcPct val="150020"/>
              </a:lnSpc>
              <a:spcBef>
                <a:spcPts val="0"/>
              </a:spcBef>
              <a:spcAft>
                <a:spcPts val="0"/>
              </a:spcAft>
              <a:buClr>
                <a:srgbClr val="000000"/>
              </a:buClr>
              <a:buSzPts val="2467"/>
              <a:buFont typeface="Arial"/>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Clr>
                <a:srgbClr val="000000"/>
              </a:buClr>
              <a:buSzPts val="2467"/>
              <a:buFont typeface="Arial"/>
              <a:buNone/>
            </a:pPr>
            <a:r>
              <a:rPr b="0" i="0" lang="en-US" sz="2467" u="none" cap="none" strike="noStrike">
                <a:solidFill>
                  <a:srgbClr val="000000"/>
                </a:solidFill>
                <a:latin typeface="Poppins"/>
                <a:ea typeface="Poppins"/>
                <a:cs typeface="Poppins"/>
                <a:sym typeface="Poppins"/>
              </a:rPr>
              <a:t>El FLSM es un método más simple de subnetting y es ampliamente utilizado en redes pequeñas o redes donde los requisitos de direcciones IP son predecibles y no cambian con el tiempo.</a:t>
            </a:r>
            <a:endParaRPr b="0" i="0" sz="1400" u="none" cap="none" strike="noStrike">
              <a:solidFill>
                <a:srgbClr val="000000"/>
              </a:solidFill>
              <a:latin typeface="Arial"/>
              <a:ea typeface="Arial"/>
              <a:cs typeface="Arial"/>
              <a:sym typeface="Arial"/>
            </a:endParaRPr>
          </a:p>
        </p:txBody>
      </p:sp>
      <p:sp>
        <p:nvSpPr>
          <p:cNvPr id="321" name="Google Shape;321;p24"/>
          <p:cNvSpPr txBox="1"/>
          <p:nvPr/>
        </p:nvSpPr>
        <p:spPr>
          <a:xfrm>
            <a:off x="1038225" y="733425"/>
            <a:ext cx="15434714" cy="914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6000"/>
              <a:buFont typeface="Arial"/>
              <a:buNone/>
            </a:pPr>
            <a:r>
              <a:rPr b="0" i="0" lang="en-US" sz="6000" u="none" cap="none" strike="noStrike">
                <a:solidFill>
                  <a:srgbClr val="415AC6"/>
                </a:solidFill>
                <a:latin typeface="Arial"/>
                <a:ea typeface="Arial"/>
                <a:cs typeface="Arial"/>
                <a:sym typeface="Arial"/>
              </a:rPr>
              <a:t>FLSM - Fixed Length Subnet Mask</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25"/>
          <p:cNvSpPr txBox="1"/>
          <p:nvPr/>
        </p:nvSpPr>
        <p:spPr>
          <a:xfrm>
            <a:off x="1028700" y="2489891"/>
            <a:ext cx="16230600" cy="4211277"/>
          </a:xfrm>
          <a:prstGeom prst="rect">
            <a:avLst/>
          </a:prstGeom>
          <a:noFill/>
          <a:ln>
            <a:noFill/>
          </a:ln>
        </p:spPr>
        <p:txBody>
          <a:bodyPr anchorCtr="0" anchor="t" bIns="0" lIns="0" spcFirstLastPara="1" rIns="0" wrap="square" tIns="0">
            <a:spAutoFit/>
          </a:bodyPr>
          <a:lstStyle/>
          <a:p>
            <a:pPr indent="0" lvl="0" marL="0" marR="0" rtl="0" algn="just">
              <a:lnSpc>
                <a:spcPct val="150020"/>
              </a:lnSpc>
              <a:spcBef>
                <a:spcPts val="0"/>
              </a:spcBef>
              <a:spcAft>
                <a:spcPts val="0"/>
              </a:spcAft>
              <a:buClr>
                <a:srgbClr val="000000"/>
              </a:buClr>
              <a:buSzPts val="2467"/>
              <a:buFont typeface="Arial"/>
              <a:buNone/>
            </a:pPr>
            <a:r>
              <a:rPr b="0" i="0" lang="en-US" sz="2467" u="none" cap="none" strike="noStrike">
                <a:solidFill>
                  <a:srgbClr val="000000"/>
                </a:solidFill>
                <a:latin typeface="Poppins"/>
                <a:ea typeface="Poppins"/>
                <a:cs typeface="Poppins"/>
                <a:sym typeface="Poppins"/>
              </a:rPr>
              <a:t>Sin embargo, también tiene algunas limitaciones, como el desperdicio de direcciones IP en subredes más pequeñas que no utilizan todas las direcciones disponibles, lo que puede resultar en una asignación ineficiente de direcciones IP en redes grandes o en redes con requisitos de direcciones IP variables.</a:t>
            </a:r>
            <a:endParaRPr b="0" i="0" sz="1400" u="none" cap="none" strike="noStrike">
              <a:solidFill>
                <a:srgbClr val="000000"/>
              </a:solidFill>
              <a:latin typeface="Arial"/>
              <a:ea typeface="Arial"/>
              <a:cs typeface="Arial"/>
              <a:sym typeface="Arial"/>
            </a:endParaRPr>
          </a:p>
          <a:p>
            <a:pPr indent="0" lvl="0" marL="0" marR="0" rtl="0" algn="just">
              <a:lnSpc>
                <a:spcPct val="150020"/>
              </a:lnSpc>
              <a:spcBef>
                <a:spcPts val="0"/>
              </a:spcBef>
              <a:spcAft>
                <a:spcPts val="0"/>
              </a:spcAft>
              <a:buClr>
                <a:srgbClr val="000000"/>
              </a:buClr>
              <a:buSzPts val="2467"/>
              <a:buFont typeface="Arial"/>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Clr>
                <a:srgbClr val="000000"/>
              </a:buClr>
              <a:buSzPts val="2467"/>
              <a:buFont typeface="Arial"/>
              <a:buNone/>
            </a:pPr>
            <a:r>
              <a:rPr b="0" i="0" lang="en-US" sz="2467" u="none" cap="none" strike="noStrike">
                <a:solidFill>
                  <a:srgbClr val="000000"/>
                </a:solidFill>
                <a:latin typeface="Poppins"/>
                <a:ea typeface="Poppins"/>
                <a:cs typeface="Poppins"/>
                <a:sym typeface="Poppins"/>
              </a:rPr>
              <a:t>Es importante planificar cuidadosamente la asignación de direcciones IP y la cantidad de subredes y hosts por subred necesarios en el proceso de FLSM, para asegurar una asignación eficiente de direcciones IP y cumplir con los requisitos de la red.</a:t>
            </a:r>
            <a:endParaRPr b="0" i="0" sz="1400" u="none" cap="none" strike="noStrike">
              <a:solidFill>
                <a:srgbClr val="000000"/>
              </a:solidFill>
              <a:latin typeface="Arial"/>
              <a:ea typeface="Arial"/>
              <a:cs typeface="Arial"/>
              <a:sym typeface="Arial"/>
            </a:endParaRPr>
          </a:p>
        </p:txBody>
      </p:sp>
      <p:sp>
        <p:nvSpPr>
          <p:cNvPr id="327" name="Google Shape;327;p25"/>
          <p:cNvSpPr txBox="1"/>
          <p:nvPr/>
        </p:nvSpPr>
        <p:spPr>
          <a:xfrm>
            <a:off x="1028700" y="733425"/>
            <a:ext cx="15434714" cy="914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6000"/>
              <a:buFont typeface="Arial"/>
              <a:buNone/>
            </a:pPr>
            <a:r>
              <a:rPr b="0" i="0" lang="en-US" sz="6000" u="none" cap="none" strike="noStrike">
                <a:solidFill>
                  <a:srgbClr val="415AC6"/>
                </a:solidFill>
                <a:latin typeface="Arial"/>
                <a:ea typeface="Arial"/>
                <a:cs typeface="Arial"/>
                <a:sym typeface="Arial"/>
              </a:rPr>
              <a:t>FLSM - Fixed Length Subnet Mask</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26"/>
          <p:cNvSpPr txBox="1"/>
          <p:nvPr/>
        </p:nvSpPr>
        <p:spPr>
          <a:xfrm>
            <a:off x="1028700" y="2581444"/>
            <a:ext cx="16230600" cy="6544902"/>
          </a:xfrm>
          <a:prstGeom prst="rect">
            <a:avLst/>
          </a:prstGeom>
          <a:noFill/>
          <a:ln>
            <a:noFill/>
          </a:ln>
        </p:spPr>
        <p:txBody>
          <a:bodyPr anchorCtr="0" anchor="t" bIns="0" lIns="0" spcFirstLastPara="1" rIns="0" wrap="square" tIns="0">
            <a:spAutoFit/>
          </a:bodyPr>
          <a:lstStyle/>
          <a:p>
            <a:pPr indent="0" lvl="0" marL="0" marR="0" rtl="0" algn="just">
              <a:lnSpc>
                <a:spcPct val="150020"/>
              </a:lnSpc>
              <a:spcBef>
                <a:spcPts val="0"/>
              </a:spcBef>
              <a:spcAft>
                <a:spcPts val="0"/>
              </a:spcAft>
              <a:buClr>
                <a:srgbClr val="000000"/>
              </a:buClr>
              <a:buSzPts val="2467"/>
              <a:buFont typeface="Arial"/>
              <a:buNone/>
            </a:pPr>
            <a:r>
              <a:rPr b="1" i="0" lang="en-US" sz="2467" u="none" cap="none" strike="noStrike">
                <a:solidFill>
                  <a:srgbClr val="000000"/>
                </a:solidFill>
                <a:latin typeface="Poppins"/>
                <a:ea typeface="Poppins"/>
                <a:cs typeface="Poppins"/>
                <a:sym typeface="Poppins"/>
              </a:rPr>
              <a:t>Determinar la cantidad de subredes necesarias:</a:t>
            </a:r>
            <a:r>
              <a:rPr b="0" i="0" lang="en-US" sz="2467" u="none" cap="none" strike="noStrike">
                <a:solidFill>
                  <a:srgbClr val="000000"/>
                </a:solidFill>
                <a:latin typeface="Poppins"/>
                <a:ea typeface="Poppins"/>
                <a:cs typeface="Poppins"/>
                <a:sym typeface="Poppins"/>
              </a:rPr>
              <a:t> Esto se basa en los requisitos de la red y la cantidad de segmentos de red que se desean crear.</a:t>
            </a:r>
            <a:endParaRPr b="0" i="0" sz="1400" u="none" cap="none" strike="noStrike">
              <a:solidFill>
                <a:srgbClr val="000000"/>
              </a:solidFill>
              <a:latin typeface="Arial"/>
              <a:ea typeface="Arial"/>
              <a:cs typeface="Arial"/>
              <a:sym typeface="Arial"/>
            </a:endParaRPr>
          </a:p>
          <a:p>
            <a:pPr indent="0" lvl="0" marL="0" marR="0" rtl="0" algn="just">
              <a:lnSpc>
                <a:spcPct val="150020"/>
              </a:lnSpc>
              <a:spcBef>
                <a:spcPts val="0"/>
              </a:spcBef>
              <a:spcAft>
                <a:spcPts val="0"/>
              </a:spcAft>
              <a:buClr>
                <a:srgbClr val="000000"/>
              </a:buClr>
              <a:buSzPts val="2467"/>
              <a:buFont typeface="Arial"/>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Clr>
                <a:srgbClr val="000000"/>
              </a:buClr>
              <a:buSzPts val="2467"/>
              <a:buFont typeface="Arial"/>
              <a:buNone/>
            </a:pPr>
            <a:r>
              <a:rPr b="1" i="0" lang="en-US" sz="2467" u="none" cap="none" strike="noStrike">
                <a:solidFill>
                  <a:srgbClr val="000000"/>
                </a:solidFill>
                <a:latin typeface="Poppins"/>
                <a:ea typeface="Poppins"/>
                <a:cs typeface="Poppins"/>
                <a:sym typeface="Poppins"/>
              </a:rPr>
              <a:t>Determinar la cantidad de hosts por subred:</a:t>
            </a:r>
            <a:r>
              <a:rPr b="0" i="0" lang="en-US" sz="2467" u="none" cap="none" strike="noStrike">
                <a:solidFill>
                  <a:srgbClr val="000000"/>
                </a:solidFill>
                <a:latin typeface="Poppins"/>
                <a:ea typeface="Poppins"/>
                <a:cs typeface="Poppins"/>
                <a:sym typeface="Poppins"/>
              </a:rPr>
              <a:t> Esto se basa en la cantidad de dispositivos o hosts que se esperan en cada subred.</a:t>
            </a:r>
            <a:endParaRPr b="0" i="0" sz="1400" u="none" cap="none" strike="noStrike">
              <a:solidFill>
                <a:srgbClr val="000000"/>
              </a:solidFill>
              <a:latin typeface="Arial"/>
              <a:ea typeface="Arial"/>
              <a:cs typeface="Arial"/>
              <a:sym typeface="Arial"/>
            </a:endParaRPr>
          </a:p>
          <a:p>
            <a:pPr indent="0" lvl="0" marL="0" marR="0" rtl="0" algn="just">
              <a:lnSpc>
                <a:spcPct val="150020"/>
              </a:lnSpc>
              <a:spcBef>
                <a:spcPts val="0"/>
              </a:spcBef>
              <a:spcAft>
                <a:spcPts val="0"/>
              </a:spcAft>
              <a:buClr>
                <a:srgbClr val="000000"/>
              </a:buClr>
              <a:buSzPts val="2467"/>
              <a:buFont typeface="Arial"/>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Clr>
                <a:srgbClr val="000000"/>
              </a:buClr>
              <a:buSzPts val="2467"/>
              <a:buFont typeface="Arial"/>
              <a:buNone/>
            </a:pPr>
            <a:r>
              <a:rPr b="1" i="0" lang="en-US" sz="2467" u="none" cap="none" strike="noStrike">
                <a:solidFill>
                  <a:srgbClr val="000000"/>
                </a:solidFill>
                <a:latin typeface="Poppins"/>
                <a:ea typeface="Poppins"/>
                <a:cs typeface="Poppins"/>
                <a:sym typeface="Poppins"/>
              </a:rPr>
              <a:t>Seleccionar una máscara de subred:</a:t>
            </a:r>
            <a:r>
              <a:rPr b="0" i="0" lang="en-US" sz="2467" u="none" cap="none" strike="noStrike">
                <a:solidFill>
                  <a:srgbClr val="000000"/>
                </a:solidFill>
                <a:latin typeface="Poppins"/>
                <a:ea typeface="Poppins"/>
                <a:cs typeface="Poppins"/>
                <a:sym typeface="Poppins"/>
              </a:rPr>
              <a:t> Se selecciona una máscara de subred que pueda acomodar la cantidad de subredes y la cantidad de hosts por subred determinados en los pasos anteriores.</a:t>
            </a:r>
            <a:endParaRPr b="0" i="0" sz="1400" u="none" cap="none" strike="noStrike">
              <a:solidFill>
                <a:srgbClr val="000000"/>
              </a:solidFill>
              <a:latin typeface="Arial"/>
              <a:ea typeface="Arial"/>
              <a:cs typeface="Arial"/>
              <a:sym typeface="Arial"/>
            </a:endParaRPr>
          </a:p>
          <a:p>
            <a:pPr indent="0" lvl="0" marL="0" marR="0" rtl="0" algn="just">
              <a:lnSpc>
                <a:spcPct val="150020"/>
              </a:lnSpc>
              <a:spcBef>
                <a:spcPts val="0"/>
              </a:spcBef>
              <a:spcAft>
                <a:spcPts val="0"/>
              </a:spcAft>
              <a:buClr>
                <a:srgbClr val="000000"/>
              </a:buClr>
              <a:buSzPts val="2467"/>
              <a:buFont typeface="Arial"/>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Clr>
                <a:srgbClr val="000000"/>
              </a:buClr>
              <a:buSzPts val="2467"/>
              <a:buFont typeface="Arial"/>
              <a:buNone/>
            </a:pPr>
            <a:r>
              <a:rPr b="1" i="0" lang="en-US" sz="2467" u="none" cap="none" strike="noStrike">
                <a:solidFill>
                  <a:srgbClr val="000000"/>
                </a:solidFill>
                <a:latin typeface="Poppins"/>
                <a:ea typeface="Poppins"/>
                <a:cs typeface="Poppins"/>
                <a:sym typeface="Poppins"/>
              </a:rPr>
              <a:t>Aplicar la máscara de subred:</a:t>
            </a:r>
            <a:r>
              <a:rPr b="0" i="0" lang="en-US" sz="2467" u="none" cap="none" strike="noStrike">
                <a:solidFill>
                  <a:srgbClr val="000000"/>
                </a:solidFill>
                <a:latin typeface="Poppins"/>
                <a:ea typeface="Poppins"/>
                <a:cs typeface="Poppins"/>
                <a:sym typeface="Poppins"/>
              </a:rPr>
              <a:t> La máscara de subred seleccionada se aplica a todas las subredes en la red, dividiendo la red en subredes más pequeñas con la misma cantidad fija de direcciones IP disponibles. </a:t>
            </a:r>
            <a:endParaRPr b="0" i="0" sz="1400" u="none" cap="none" strike="noStrike">
              <a:solidFill>
                <a:srgbClr val="000000"/>
              </a:solidFill>
              <a:latin typeface="Arial"/>
              <a:ea typeface="Arial"/>
              <a:cs typeface="Arial"/>
              <a:sym typeface="Arial"/>
            </a:endParaRPr>
          </a:p>
          <a:p>
            <a:pPr indent="0" lvl="0" marL="0" marR="0" rtl="0" algn="just">
              <a:lnSpc>
                <a:spcPct val="150020"/>
              </a:lnSpc>
              <a:spcBef>
                <a:spcPts val="0"/>
              </a:spcBef>
              <a:spcAft>
                <a:spcPts val="0"/>
              </a:spcAft>
              <a:buClr>
                <a:srgbClr val="000000"/>
              </a:buClr>
              <a:buSzPts val="2467"/>
              <a:buFont typeface="Arial"/>
              <a:buNone/>
            </a:pPr>
            <a:r>
              <a:t/>
            </a:r>
            <a:endParaRPr b="0" i="0" sz="2467" u="none" cap="none" strike="noStrike">
              <a:solidFill>
                <a:srgbClr val="000000"/>
              </a:solidFill>
              <a:latin typeface="Poppins"/>
              <a:ea typeface="Poppins"/>
              <a:cs typeface="Poppins"/>
              <a:sym typeface="Poppins"/>
            </a:endParaRPr>
          </a:p>
        </p:txBody>
      </p:sp>
      <p:sp>
        <p:nvSpPr>
          <p:cNvPr id="333" name="Google Shape;333;p26"/>
          <p:cNvSpPr txBox="1"/>
          <p:nvPr/>
        </p:nvSpPr>
        <p:spPr>
          <a:xfrm>
            <a:off x="1028700" y="733425"/>
            <a:ext cx="15434700" cy="923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6000"/>
              <a:buFont typeface="Arial"/>
              <a:buNone/>
            </a:pPr>
            <a:r>
              <a:rPr b="0" i="0" lang="en-US" sz="6000" u="none" cap="none" strike="noStrike">
                <a:solidFill>
                  <a:srgbClr val="415AC6"/>
                </a:solidFill>
                <a:latin typeface="Arial"/>
                <a:ea typeface="Arial"/>
                <a:cs typeface="Arial"/>
                <a:sym typeface="Arial"/>
              </a:rPr>
              <a:t>¿Cómo se implementa FLSM?</a:t>
            </a:r>
            <a:endParaRPr b="0" i="0" sz="1400" u="none" cap="none" strike="noStrike">
              <a:solidFill>
                <a:srgbClr val="000000"/>
              </a:solidFill>
              <a:latin typeface="Arial"/>
              <a:ea typeface="Arial"/>
              <a:cs typeface="Arial"/>
              <a:sym typeface="Arial"/>
            </a:endParaRPr>
          </a:p>
        </p:txBody>
      </p:sp>
      <p:sp>
        <p:nvSpPr>
          <p:cNvPr id="334" name="Google Shape;334;p26"/>
          <p:cNvSpPr/>
          <p:nvPr/>
        </p:nvSpPr>
        <p:spPr>
          <a:xfrm>
            <a:off x="512131" y="2767294"/>
            <a:ext cx="320143" cy="320143"/>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12A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26"/>
          <p:cNvSpPr txBox="1"/>
          <p:nvPr/>
        </p:nvSpPr>
        <p:spPr>
          <a:xfrm>
            <a:off x="559154" y="2826401"/>
            <a:ext cx="226095" cy="173353"/>
          </a:xfrm>
          <a:prstGeom prst="rect">
            <a:avLst/>
          </a:prstGeom>
          <a:noFill/>
          <a:ln>
            <a:noFill/>
          </a:ln>
        </p:spPr>
        <p:txBody>
          <a:bodyPr anchorCtr="0" anchor="t" bIns="0" lIns="0" spcFirstLastPara="1" rIns="0" wrap="square" tIns="0">
            <a:spAutoFit/>
          </a:bodyPr>
          <a:lstStyle/>
          <a:p>
            <a:pPr indent="0" lvl="0" marL="0" marR="0" rtl="0" algn="ctr">
              <a:lnSpc>
                <a:spcPct val="157082"/>
              </a:lnSpc>
              <a:spcBef>
                <a:spcPts val="0"/>
              </a:spcBef>
              <a:spcAft>
                <a:spcPts val="0"/>
              </a:spcAft>
              <a:buClr>
                <a:srgbClr val="000000"/>
              </a:buClr>
              <a:buSzPts val="953"/>
              <a:buFont typeface="Arial"/>
              <a:buNone/>
            </a:pPr>
            <a:r>
              <a:rPr b="1" i="0" lang="en-US" sz="953" u="none" cap="none" strike="noStrike">
                <a:solidFill>
                  <a:srgbClr val="FFFFFF"/>
                </a:solidFill>
                <a:latin typeface="Poppins"/>
                <a:ea typeface="Poppins"/>
                <a:cs typeface="Poppins"/>
                <a:sym typeface="Poppins"/>
              </a:rPr>
              <a:t>1</a:t>
            </a:r>
            <a:endParaRPr b="0" i="0" sz="1400" u="none" cap="none" strike="noStrike">
              <a:solidFill>
                <a:srgbClr val="000000"/>
              </a:solidFill>
              <a:latin typeface="Arial"/>
              <a:ea typeface="Arial"/>
              <a:cs typeface="Arial"/>
              <a:sym typeface="Arial"/>
            </a:endParaRPr>
          </a:p>
        </p:txBody>
      </p:sp>
      <p:sp>
        <p:nvSpPr>
          <p:cNvPr id="336" name="Google Shape;336;p26"/>
          <p:cNvSpPr/>
          <p:nvPr/>
        </p:nvSpPr>
        <p:spPr>
          <a:xfrm>
            <a:off x="512131" y="4101603"/>
            <a:ext cx="320143" cy="320143"/>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12A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26"/>
          <p:cNvSpPr txBox="1"/>
          <p:nvPr/>
        </p:nvSpPr>
        <p:spPr>
          <a:xfrm>
            <a:off x="559154" y="4160711"/>
            <a:ext cx="226095" cy="173353"/>
          </a:xfrm>
          <a:prstGeom prst="rect">
            <a:avLst/>
          </a:prstGeom>
          <a:noFill/>
          <a:ln>
            <a:noFill/>
          </a:ln>
        </p:spPr>
        <p:txBody>
          <a:bodyPr anchorCtr="0" anchor="t" bIns="0" lIns="0" spcFirstLastPara="1" rIns="0" wrap="square" tIns="0">
            <a:spAutoFit/>
          </a:bodyPr>
          <a:lstStyle/>
          <a:p>
            <a:pPr indent="0" lvl="0" marL="0" marR="0" rtl="0" algn="ctr">
              <a:lnSpc>
                <a:spcPct val="157082"/>
              </a:lnSpc>
              <a:spcBef>
                <a:spcPts val="0"/>
              </a:spcBef>
              <a:spcAft>
                <a:spcPts val="0"/>
              </a:spcAft>
              <a:buClr>
                <a:srgbClr val="000000"/>
              </a:buClr>
              <a:buSzPts val="953"/>
              <a:buFont typeface="Arial"/>
              <a:buNone/>
            </a:pPr>
            <a:r>
              <a:rPr b="1" i="0" lang="en-US" sz="953" u="none" cap="none" strike="noStrike">
                <a:solidFill>
                  <a:srgbClr val="FFFFFF"/>
                </a:solidFill>
                <a:latin typeface="Poppins"/>
                <a:ea typeface="Poppins"/>
                <a:cs typeface="Poppins"/>
                <a:sym typeface="Poppins"/>
              </a:rPr>
              <a:t>2</a:t>
            </a:r>
            <a:endParaRPr b="0" i="0" sz="1400" u="none" cap="none" strike="noStrike">
              <a:solidFill>
                <a:srgbClr val="000000"/>
              </a:solidFill>
              <a:latin typeface="Arial"/>
              <a:ea typeface="Arial"/>
              <a:cs typeface="Arial"/>
              <a:sym typeface="Arial"/>
            </a:endParaRPr>
          </a:p>
        </p:txBody>
      </p:sp>
      <p:sp>
        <p:nvSpPr>
          <p:cNvPr id="338" name="Google Shape;338;p26"/>
          <p:cNvSpPr/>
          <p:nvPr/>
        </p:nvSpPr>
        <p:spPr>
          <a:xfrm>
            <a:off x="512131" y="5526646"/>
            <a:ext cx="320143" cy="320143"/>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12A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p26"/>
          <p:cNvSpPr txBox="1"/>
          <p:nvPr/>
        </p:nvSpPr>
        <p:spPr>
          <a:xfrm>
            <a:off x="559154" y="5585754"/>
            <a:ext cx="226095" cy="173353"/>
          </a:xfrm>
          <a:prstGeom prst="rect">
            <a:avLst/>
          </a:prstGeom>
          <a:noFill/>
          <a:ln>
            <a:noFill/>
          </a:ln>
        </p:spPr>
        <p:txBody>
          <a:bodyPr anchorCtr="0" anchor="t" bIns="0" lIns="0" spcFirstLastPara="1" rIns="0" wrap="square" tIns="0">
            <a:spAutoFit/>
          </a:bodyPr>
          <a:lstStyle/>
          <a:p>
            <a:pPr indent="0" lvl="0" marL="0" marR="0" rtl="0" algn="ctr">
              <a:lnSpc>
                <a:spcPct val="157082"/>
              </a:lnSpc>
              <a:spcBef>
                <a:spcPts val="0"/>
              </a:spcBef>
              <a:spcAft>
                <a:spcPts val="0"/>
              </a:spcAft>
              <a:buClr>
                <a:srgbClr val="000000"/>
              </a:buClr>
              <a:buSzPts val="953"/>
              <a:buFont typeface="Arial"/>
              <a:buNone/>
            </a:pPr>
            <a:r>
              <a:rPr b="1" i="0" lang="en-US" sz="953" u="none" cap="none" strike="noStrike">
                <a:solidFill>
                  <a:srgbClr val="FFFFFF"/>
                </a:solidFill>
                <a:latin typeface="Poppins"/>
                <a:ea typeface="Poppins"/>
                <a:cs typeface="Poppins"/>
                <a:sym typeface="Poppins"/>
              </a:rPr>
              <a:t>3</a:t>
            </a:r>
            <a:endParaRPr b="0" i="0" sz="1400" u="none" cap="none" strike="noStrike">
              <a:solidFill>
                <a:srgbClr val="000000"/>
              </a:solidFill>
              <a:latin typeface="Arial"/>
              <a:ea typeface="Arial"/>
              <a:cs typeface="Arial"/>
              <a:sym typeface="Arial"/>
            </a:endParaRPr>
          </a:p>
        </p:txBody>
      </p:sp>
      <p:sp>
        <p:nvSpPr>
          <p:cNvPr id="340" name="Google Shape;340;p26"/>
          <p:cNvSpPr/>
          <p:nvPr/>
        </p:nvSpPr>
        <p:spPr>
          <a:xfrm>
            <a:off x="512131" y="7367557"/>
            <a:ext cx="320143" cy="320143"/>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12A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 name="Google Shape;341;p26"/>
          <p:cNvSpPr txBox="1"/>
          <p:nvPr/>
        </p:nvSpPr>
        <p:spPr>
          <a:xfrm>
            <a:off x="559154" y="7426664"/>
            <a:ext cx="226095" cy="173353"/>
          </a:xfrm>
          <a:prstGeom prst="rect">
            <a:avLst/>
          </a:prstGeom>
          <a:noFill/>
          <a:ln>
            <a:noFill/>
          </a:ln>
        </p:spPr>
        <p:txBody>
          <a:bodyPr anchorCtr="0" anchor="t" bIns="0" lIns="0" spcFirstLastPara="1" rIns="0" wrap="square" tIns="0">
            <a:spAutoFit/>
          </a:bodyPr>
          <a:lstStyle/>
          <a:p>
            <a:pPr indent="0" lvl="0" marL="0" marR="0" rtl="0" algn="ctr">
              <a:lnSpc>
                <a:spcPct val="157082"/>
              </a:lnSpc>
              <a:spcBef>
                <a:spcPts val="0"/>
              </a:spcBef>
              <a:spcAft>
                <a:spcPts val="0"/>
              </a:spcAft>
              <a:buClr>
                <a:srgbClr val="000000"/>
              </a:buClr>
              <a:buSzPts val="953"/>
              <a:buFont typeface="Arial"/>
              <a:buNone/>
            </a:pPr>
            <a:r>
              <a:rPr b="1" i="0" lang="en-US" sz="953" u="none" cap="none" strike="noStrike">
                <a:solidFill>
                  <a:srgbClr val="FFFFFF"/>
                </a:solidFill>
                <a:latin typeface="Poppins"/>
                <a:ea typeface="Poppins"/>
                <a:cs typeface="Poppins"/>
                <a:sym typeface="Poppins"/>
              </a:rPr>
              <a:t>4</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27"/>
          <p:cNvSpPr txBox="1"/>
          <p:nvPr/>
        </p:nvSpPr>
        <p:spPr>
          <a:xfrm>
            <a:off x="1028700" y="2305179"/>
            <a:ext cx="16230600" cy="6544902"/>
          </a:xfrm>
          <a:prstGeom prst="rect">
            <a:avLst/>
          </a:prstGeom>
          <a:noFill/>
          <a:ln>
            <a:noFill/>
          </a:ln>
        </p:spPr>
        <p:txBody>
          <a:bodyPr anchorCtr="0" anchor="t" bIns="0" lIns="0" spcFirstLastPara="1" rIns="0" wrap="square" tIns="0">
            <a:spAutoFit/>
          </a:bodyPr>
          <a:lstStyle/>
          <a:p>
            <a:pPr indent="0" lvl="0" marL="0" marR="0" rtl="0" algn="just">
              <a:lnSpc>
                <a:spcPct val="150020"/>
              </a:lnSpc>
              <a:spcBef>
                <a:spcPts val="0"/>
              </a:spcBef>
              <a:spcAft>
                <a:spcPts val="0"/>
              </a:spcAft>
              <a:buClr>
                <a:srgbClr val="000000"/>
              </a:buClr>
              <a:buSzPts val="2467"/>
              <a:buFont typeface="Arial"/>
              <a:buNone/>
            </a:pPr>
            <a:r>
              <a:rPr b="0" i="0" lang="en-US" sz="2467" u="none" cap="none" strike="noStrike">
                <a:solidFill>
                  <a:srgbClr val="000000"/>
                </a:solidFill>
                <a:latin typeface="Poppins"/>
                <a:ea typeface="Poppins"/>
                <a:cs typeface="Poppins"/>
                <a:sym typeface="Poppins"/>
              </a:rPr>
              <a:t>Es un enfoque de subnetting en el que se utilizan máscaras de subred de diferentes</a:t>
            </a:r>
            <a:endParaRPr b="0" i="0" sz="1400" u="none" cap="none" strike="noStrike">
              <a:solidFill>
                <a:srgbClr val="000000"/>
              </a:solidFill>
              <a:latin typeface="Arial"/>
              <a:ea typeface="Arial"/>
              <a:cs typeface="Arial"/>
              <a:sym typeface="Arial"/>
            </a:endParaRPr>
          </a:p>
          <a:p>
            <a:pPr indent="0" lvl="0" marL="0" marR="0" rtl="0" algn="just">
              <a:lnSpc>
                <a:spcPct val="150020"/>
              </a:lnSpc>
              <a:spcBef>
                <a:spcPts val="0"/>
              </a:spcBef>
              <a:spcAft>
                <a:spcPts val="0"/>
              </a:spcAft>
              <a:buClr>
                <a:srgbClr val="000000"/>
              </a:buClr>
              <a:buSzPts val="2467"/>
              <a:buFont typeface="Arial"/>
              <a:buNone/>
            </a:pPr>
            <a:r>
              <a:rPr b="0" i="0" lang="en-US" sz="2467" u="none" cap="none" strike="noStrike">
                <a:solidFill>
                  <a:srgbClr val="000000"/>
                </a:solidFill>
                <a:latin typeface="Poppins"/>
                <a:ea typeface="Poppins"/>
                <a:cs typeface="Poppins"/>
                <a:sym typeface="Poppins"/>
              </a:rPr>
              <a:t>longitudes para crear subredes con diferentes tamaños y capacidades de direcciones IP.</a:t>
            </a:r>
            <a:endParaRPr b="0" i="0" sz="1400" u="none" cap="none" strike="noStrike">
              <a:solidFill>
                <a:srgbClr val="000000"/>
              </a:solidFill>
              <a:latin typeface="Arial"/>
              <a:ea typeface="Arial"/>
              <a:cs typeface="Arial"/>
              <a:sym typeface="Arial"/>
            </a:endParaRPr>
          </a:p>
          <a:p>
            <a:pPr indent="0" lvl="0" marL="0" marR="0" rtl="0" algn="just">
              <a:lnSpc>
                <a:spcPct val="150020"/>
              </a:lnSpc>
              <a:spcBef>
                <a:spcPts val="0"/>
              </a:spcBef>
              <a:spcAft>
                <a:spcPts val="0"/>
              </a:spcAft>
              <a:buClr>
                <a:srgbClr val="000000"/>
              </a:buClr>
              <a:buSzPts val="2467"/>
              <a:buFont typeface="Arial"/>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Clr>
                <a:srgbClr val="000000"/>
              </a:buClr>
              <a:buSzPts val="2467"/>
              <a:buFont typeface="Arial"/>
              <a:buNone/>
            </a:pPr>
            <a:r>
              <a:rPr b="0" i="0" lang="en-US" sz="2467" u="none" cap="none" strike="noStrike">
                <a:solidFill>
                  <a:srgbClr val="000000"/>
                </a:solidFill>
                <a:latin typeface="Poppins"/>
                <a:ea typeface="Poppins"/>
                <a:cs typeface="Poppins"/>
                <a:sym typeface="Poppins"/>
              </a:rPr>
              <a:t>A diferencia del FLSM, donde todas las subredes tienen la misma cantidad de direcciones IP disponibles, en VLSM se puede asignar una cantidad variable de direcciones IP a cada subred según sus necesidades específicas.</a:t>
            </a:r>
            <a:endParaRPr b="0" i="0" sz="1400" u="none" cap="none" strike="noStrike">
              <a:solidFill>
                <a:srgbClr val="000000"/>
              </a:solidFill>
              <a:latin typeface="Arial"/>
              <a:ea typeface="Arial"/>
              <a:cs typeface="Arial"/>
              <a:sym typeface="Arial"/>
            </a:endParaRPr>
          </a:p>
          <a:p>
            <a:pPr indent="0" lvl="0" marL="0" marR="0" rtl="0" algn="just">
              <a:lnSpc>
                <a:spcPct val="150020"/>
              </a:lnSpc>
              <a:spcBef>
                <a:spcPts val="0"/>
              </a:spcBef>
              <a:spcAft>
                <a:spcPts val="0"/>
              </a:spcAft>
              <a:buClr>
                <a:srgbClr val="000000"/>
              </a:buClr>
              <a:buSzPts val="2467"/>
              <a:buFont typeface="Arial"/>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Clr>
                <a:srgbClr val="000000"/>
              </a:buClr>
              <a:buSzPts val="2467"/>
              <a:buFont typeface="Arial"/>
              <a:buNone/>
            </a:pPr>
            <a:r>
              <a:rPr b="0" i="0" lang="en-US" sz="2467" u="none" cap="none" strike="noStrike">
                <a:solidFill>
                  <a:srgbClr val="000000"/>
                </a:solidFill>
                <a:latin typeface="Poppins"/>
                <a:ea typeface="Poppins"/>
                <a:cs typeface="Poppins"/>
                <a:sym typeface="Poppins"/>
              </a:rPr>
              <a:t>VLSM permite una asignación más eficiente de direcciones IP en redes donde los requisitos de direcciones IP varían significativamente entre diferentes subredes.</a:t>
            </a:r>
            <a:endParaRPr b="0" i="0" sz="1400" u="none" cap="none" strike="noStrike">
              <a:solidFill>
                <a:srgbClr val="000000"/>
              </a:solidFill>
              <a:latin typeface="Arial"/>
              <a:ea typeface="Arial"/>
              <a:cs typeface="Arial"/>
              <a:sym typeface="Arial"/>
            </a:endParaRPr>
          </a:p>
          <a:p>
            <a:pPr indent="0" lvl="0" marL="0" marR="0" rtl="0" algn="just">
              <a:lnSpc>
                <a:spcPct val="150020"/>
              </a:lnSpc>
              <a:spcBef>
                <a:spcPts val="0"/>
              </a:spcBef>
              <a:spcAft>
                <a:spcPts val="0"/>
              </a:spcAft>
              <a:buClr>
                <a:srgbClr val="000000"/>
              </a:buClr>
              <a:buSzPts val="2467"/>
              <a:buFont typeface="Arial"/>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Clr>
                <a:srgbClr val="000000"/>
              </a:buClr>
              <a:buSzPts val="2467"/>
              <a:buFont typeface="Arial"/>
              <a:buNone/>
            </a:pPr>
            <a:r>
              <a:rPr b="0" i="0" lang="en-US" sz="2467" u="none" cap="none" strike="noStrike">
                <a:solidFill>
                  <a:srgbClr val="000000"/>
                </a:solidFill>
                <a:latin typeface="Poppins"/>
                <a:ea typeface="Poppins"/>
                <a:cs typeface="Poppins"/>
                <a:sym typeface="Poppins"/>
              </a:rPr>
              <a:t>Esto significa que se pueden crear subredes más grandes con más direcciones IP para redes que tienen más dispositivos o hosts, y subredes más pequeñas con menos direcciones IP para redes que tienen menos dispositivos o hosts.</a:t>
            </a:r>
            <a:endParaRPr b="0" i="0" sz="1400" u="none" cap="none" strike="noStrike">
              <a:solidFill>
                <a:srgbClr val="000000"/>
              </a:solidFill>
              <a:latin typeface="Arial"/>
              <a:ea typeface="Arial"/>
              <a:cs typeface="Arial"/>
              <a:sym typeface="Arial"/>
            </a:endParaRPr>
          </a:p>
        </p:txBody>
      </p:sp>
      <p:sp>
        <p:nvSpPr>
          <p:cNvPr id="347" name="Google Shape;347;p27"/>
          <p:cNvSpPr txBox="1"/>
          <p:nvPr/>
        </p:nvSpPr>
        <p:spPr>
          <a:xfrm>
            <a:off x="1028700" y="733425"/>
            <a:ext cx="15434714" cy="914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6000"/>
              <a:buFont typeface="Arial"/>
              <a:buNone/>
            </a:pPr>
            <a:r>
              <a:rPr b="0" i="0" lang="en-US" sz="6000" u="none" cap="none" strike="noStrike">
                <a:solidFill>
                  <a:srgbClr val="415AC6"/>
                </a:solidFill>
                <a:latin typeface="Arial"/>
                <a:ea typeface="Arial"/>
                <a:cs typeface="Arial"/>
                <a:sym typeface="Arial"/>
              </a:rPr>
              <a:t>VLSM - Variable Length Subnet Mask</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28"/>
          <p:cNvSpPr txBox="1"/>
          <p:nvPr/>
        </p:nvSpPr>
        <p:spPr>
          <a:xfrm>
            <a:off x="1028700" y="2985474"/>
            <a:ext cx="16230600" cy="4211277"/>
          </a:xfrm>
          <a:prstGeom prst="rect">
            <a:avLst/>
          </a:prstGeom>
          <a:noFill/>
          <a:ln>
            <a:noFill/>
          </a:ln>
        </p:spPr>
        <p:txBody>
          <a:bodyPr anchorCtr="0" anchor="t" bIns="0" lIns="0" spcFirstLastPara="1" rIns="0" wrap="square" tIns="0">
            <a:spAutoFit/>
          </a:bodyPr>
          <a:lstStyle/>
          <a:p>
            <a:pPr indent="0" lvl="0" marL="0" marR="0" rtl="0" algn="just">
              <a:lnSpc>
                <a:spcPct val="150020"/>
              </a:lnSpc>
              <a:spcBef>
                <a:spcPts val="0"/>
              </a:spcBef>
              <a:spcAft>
                <a:spcPts val="0"/>
              </a:spcAft>
              <a:buClr>
                <a:srgbClr val="000000"/>
              </a:buClr>
              <a:buSzPts val="2467"/>
              <a:buFont typeface="Arial"/>
              <a:buNone/>
            </a:pPr>
            <a:r>
              <a:rPr b="0" i="0" lang="en-US" sz="2467" u="none" cap="none" strike="noStrike">
                <a:solidFill>
                  <a:srgbClr val="000000"/>
                </a:solidFill>
                <a:latin typeface="Poppins"/>
                <a:ea typeface="Poppins"/>
                <a:cs typeface="Poppins"/>
                <a:sym typeface="Poppins"/>
              </a:rPr>
              <a:t>Esto ayuda a evitar el desperdicio de direcciones IP y permite una administración más precisa de las direcciones IP en la red.</a:t>
            </a:r>
            <a:endParaRPr b="0" i="0" sz="1400" u="none" cap="none" strike="noStrike">
              <a:solidFill>
                <a:srgbClr val="000000"/>
              </a:solidFill>
              <a:latin typeface="Arial"/>
              <a:ea typeface="Arial"/>
              <a:cs typeface="Arial"/>
              <a:sym typeface="Arial"/>
            </a:endParaRPr>
          </a:p>
          <a:p>
            <a:pPr indent="0" lvl="0" marL="0" marR="0" rtl="0" algn="just">
              <a:lnSpc>
                <a:spcPct val="150020"/>
              </a:lnSpc>
              <a:spcBef>
                <a:spcPts val="0"/>
              </a:spcBef>
              <a:spcAft>
                <a:spcPts val="0"/>
              </a:spcAft>
              <a:buClr>
                <a:srgbClr val="000000"/>
              </a:buClr>
              <a:buSzPts val="2467"/>
              <a:buFont typeface="Arial"/>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Clr>
                <a:srgbClr val="000000"/>
              </a:buClr>
              <a:buSzPts val="2467"/>
              <a:buFont typeface="Arial"/>
              <a:buNone/>
            </a:pPr>
            <a:r>
              <a:rPr b="0" i="0" lang="en-US" sz="2467" u="none" cap="none" strike="noStrike">
                <a:solidFill>
                  <a:srgbClr val="000000"/>
                </a:solidFill>
                <a:latin typeface="Poppins"/>
                <a:ea typeface="Poppins"/>
                <a:cs typeface="Poppins"/>
                <a:sym typeface="Poppins"/>
              </a:rPr>
              <a:t>Sin embargo, también puede ser más complejo de configurar y administrar que el FLSM, ya que implica el uso de máscaras de subred de diferentes longitudes.</a:t>
            </a:r>
            <a:endParaRPr b="0" i="0" sz="1400" u="none" cap="none" strike="noStrike">
              <a:solidFill>
                <a:srgbClr val="000000"/>
              </a:solidFill>
              <a:latin typeface="Arial"/>
              <a:ea typeface="Arial"/>
              <a:cs typeface="Arial"/>
              <a:sym typeface="Arial"/>
            </a:endParaRPr>
          </a:p>
          <a:p>
            <a:pPr indent="0" lvl="0" marL="0" marR="0" rtl="0" algn="just">
              <a:lnSpc>
                <a:spcPct val="150020"/>
              </a:lnSpc>
              <a:spcBef>
                <a:spcPts val="0"/>
              </a:spcBef>
              <a:spcAft>
                <a:spcPts val="0"/>
              </a:spcAft>
              <a:buClr>
                <a:srgbClr val="000000"/>
              </a:buClr>
              <a:buSzPts val="2467"/>
              <a:buFont typeface="Arial"/>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Clr>
                <a:srgbClr val="000000"/>
              </a:buClr>
              <a:buSzPts val="2467"/>
              <a:buFont typeface="Arial"/>
              <a:buNone/>
            </a:pPr>
            <a:r>
              <a:rPr b="0" i="0" lang="en-US" sz="2467" u="none" cap="none" strike="noStrike">
                <a:solidFill>
                  <a:srgbClr val="000000"/>
                </a:solidFill>
                <a:latin typeface="Poppins"/>
                <a:ea typeface="Poppins"/>
                <a:cs typeface="Poppins"/>
                <a:sym typeface="Poppins"/>
              </a:rPr>
              <a:t>Es importante planificar cuidadosamente la asignación de direcciones IP y las máscaras de subred en el proceso de VLSM para asegurar una configuración correcta y cumplir con los requisitos de la red.</a:t>
            </a:r>
            <a:endParaRPr b="0" i="0" sz="1400" u="none" cap="none" strike="noStrike">
              <a:solidFill>
                <a:srgbClr val="000000"/>
              </a:solidFill>
              <a:latin typeface="Arial"/>
              <a:ea typeface="Arial"/>
              <a:cs typeface="Arial"/>
              <a:sym typeface="Arial"/>
            </a:endParaRPr>
          </a:p>
        </p:txBody>
      </p:sp>
      <p:sp>
        <p:nvSpPr>
          <p:cNvPr id="353" name="Google Shape;353;p28"/>
          <p:cNvSpPr txBox="1"/>
          <p:nvPr/>
        </p:nvSpPr>
        <p:spPr>
          <a:xfrm>
            <a:off x="1028700" y="733425"/>
            <a:ext cx="15434714" cy="914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6000"/>
              <a:buFont typeface="Arial"/>
              <a:buNone/>
            </a:pPr>
            <a:r>
              <a:rPr b="0" i="0" lang="en-US" sz="6000" u="none" cap="none" strike="noStrike">
                <a:solidFill>
                  <a:srgbClr val="415AC6"/>
                </a:solidFill>
                <a:latin typeface="Arial"/>
                <a:ea typeface="Arial"/>
                <a:cs typeface="Arial"/>
                <a:sym typeface="Arial"/>
              </a:rPr>
              <a:t>VLSM - Variable Length Subnet Mask</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29"/>
          <p:cNvSpPr txBox="1"/>
          <p:nvPr/>
        </p:nvSpPr>
        <p:spPr>
          <a:xfrm>
            <a:off x="1420586" y="2043922"/>
            <a:ext cx="16230600" cy="7478352"/>
          </a:xfrm>
          <a:prstGeom prst="rect">
            <a:avLst/>
          </a:prstGeom>
          <a:noFill/>
          <a:ln>
            <a:noFill/>
          </a:ln>
        </p:spPr>
        <p:txBody>
          <a:bodyPr anchorCtr="0" anchor="t" bIns="0" lIns="0" spcFirstLastPara="1" rIns="0" wrap="square" tIns="0">
            <a:spAutoFit/>
          </a:bodyPr>
          <a:lstStyle/>
          <a:p>
            <a:pPr indent="0" lvl="0" marL="0" marR="0" rtl="0" algn="just">
              <a:lnSpc>
                <a:spcPct val="150020"/>
              </a:lnSpc>
              <a:spcBef>
                <a:spcPts val="0"/>
              </a:spcBef>
              <a:spcAft>
                <a:spcPts val="0"/>
              </a:spcAft>
              <a:buClr>
                <a:srgbClr val="000000"/>
              </a:buClr>
              <a:buSzPts val="2467"/>
              <a:buFont typeface="Arial"/>
              <a:buNone/>
            </a:pPr>
            <a:r>
              <a:rPr b="1" i="0" lang="en-US" sz="2467" u="none" cap="none" strike="noStrike">
                <a:solidFill>
                  <a:srgbClr val="000000"/>
                </a:solidFill>
                <a:latin typeface="Poppins"/>
                <a:ea typeface="Poppins"/>
                <a:cs typeface="Poppins"/>
                <a:sym typeface="Poppins"/>
              </a:rPr>
              <a:t>Identificar y definir los requisitos de las subredes:</a:t>
            </a:r>
            <a:r>
              <a:rPr b="0" i="0" lang="en-US" sz="2467" u="none" cap="none" strike="noStrike">
                <a:solidFill>
                  <a:srgbClr val="000000"/>
                </a:solidFill>
                <a:latin typeface="Poppins"/>
                <a:ea typeface="Poppins"/>
                <a:cs typeface="Poppins"/>
                <a:sym typeface="Poppins"/>
              </a:rPr>
              <a:t> Esto implica determinar la cantidad de subredes necesarias y la cantidad de hosts que se esperan en cada subred, teniendo en cuenta los requisitos de la red, por último, ordenar las redes por la cantidad de hosts, de mayor a menor.</a:t>
            </a:r>
            <a:endParaRPr b="0" i="0" sz="1400" u="none" cap="none" strike="noStrike">
              <a:solidFill>
                <a:srgbClr val="000000"/>
              </a:solidFill>
              <a:latin typeface="Arial"/>
              <a:ea typeface="Arial"/>
              <a:cs typeface="Arial"/>
              <a:sym typeface="Arial"/>
            </a:endParaRPr>
          </a:p>
          <a:p>
            <a:pPr indent="0" lvl="0" marL="0" marR="0" rtl="0" algn="just">
              <a:lnSpc>
                <a:spcPct val="150020"/>
              </a:lnSpc>
              <a:spcBef>
                <a:spcPts val="0"/>
              </a:spcBef>
              <a:spcAft>
                <a:spcPts val="0"/>
              </a:spcAft>
              <a:buClr>
                <a:srgbClr val="000000"/>
              </a:buClr>
              <a:buSzPts val="2467"/>
              <a:buFont typeface="Arial"/>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Clr>
                <a:srgbClr val="000000"/>
              </a:buClr>
              <a:buSzPts val="2467"/>
              <a:buFont typeface="Arial"/>
              <a:buNone/>
            </a:pPr>
            <a:r>
              <a:rPr b="1" i="0" lang="en-US" sz="2467" u="none" cap="none" strike="noStrike">
                <a:solidFill>
                  <a:srgbClr val="000000"/>
                </a:solidFill>
                <a:latin typeface="Poppins"/>
                <a:ea typeface="Poppins"/>
                <a:cs typeface="Poppins"/>
                <a:sym typeface="Poppins"/>
              </a:rPr>
              <a:t>Seleccionar las máscaras de subred adecuadas:</a:t>
            </a:r>
            <a:r>
              <a:rPr b="0" i="0" lang="en-US" sz="2467" u="none" cap="none" strike="noStrike">
                <a:solidFill>
                  <a:srgbClr val="000000"/>
                </a:solidFill>
                <a:latin typeface="Poppins"/>
                <a:ea typeface="Poppins"/>
                <a:cs typeface="Poppins"/>
                <a:sym typeface="Poppins"/>
              </a:rPr>
              <a:t> Seleccionar máscaras de subred de diferentes longitudes que puedan acomodar los requisitos de cada subred identificada en el paso anterior.</a:t>
            </a:r>
            <a:endParaRPr b="0" i="0" sz="1400" u="none" cap="none" strike="noStrike">
              <a:solidFill>
                <a:srgbClr val="000000"/>
              </a:solidFill>
              <a:latin typeface="Arial"/>
              <a:ea typeface="Arial"/>
              <a:cs typeface="Arial"/>
              <a:sym typeface="Arial"/>
            </a:endParaRPr>
          </a:p>
          <a:p>
            <a:pPr indent="0" lvl="0" marL="0" marR="0" rtl="0" algn="just">
              <a:lnSpc>
                <a:spcPct val="150020"/>
              </a:lnSpc>
              <a:spcBef>
                <a:spcPts val="0"/>
              </a:spcBef>
              <a:spcAft>
                <a:spcPts val="0"/>
              </a:spcAft>
              <a:buClr>
                <a:srgbClr val="000000"/>
              </a:buClr>
              <a:buSzPts val="2467"/>
              <a:buFont typeface="Arial"/>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Clr>
                <a:srgbClr val="000000"/>
              </a:buClr>
              <a:buSzPts val="2467"/>
              <a:buFont typeface="Arial"/>
              <a:buNone/>
            </a:pPr>
            <a:r>
              <a:rPr b="1" i="0" lang="en-US" sz="2467" u="none" cap="none" strike="noStrike">
                <a:solidFill>
                  <a:srgbClr val="000000"/>
                </a:solidFill>
                <a:latin typeface="Poppins"/>
                <a:ea typeface="Poppins"/>
                <a:cs typeface="Poppins"/>
                <a:sym typeface="Poppins"/>
              </a:rPr>
              <a:t>Aplicar las máscaras de subred:</a:t>
            </a:r>
            <a:r>
              <a:rPr b="0" i="0" lang="en-US" sz="2467" u="none" cap="none" strike="noStrike">
                <a:solidFill>
                  <a:srgbClr val="000000"/>
                </a:solidFill>
                <a:latin typeface="Poppins"/>
                <a:ea typeface="Poppins"/>
                <a:cs typeface="Poppins"/>
                <a:sym typeface="Poppins"/>
              </a:rPr>
              <a:t> Aplicar las máscaras de subred seleccionadas a cada subred en la red, creando subredes con diferentes capacidades de direcciones IP según sus necesidades específicas.</a:t>
            </a:r>
            <a:endParaRPr b="0" i="0" sz="1400" u="none" cap="none" strike="noStrike">
              <a:solidFill>
                <a:srgbClr val="000000"/>
              </a:solidFill>
              <a:latin typeface="Arial"/>
              <a:ea typeface="Arial"/>
              <a:cs typeface="Arial"/>
              <a:sym typeface="Arial"/>
            </a:endParaRPr>
          </a:p>
          <a:p>
            <a:pPr indent="0" lvl="0" marL="0" marR="0" rtl="0" algn="just">
              <a:lnSpc>
                <a:spcPct val="150020"/>
              </a:lnSpc>
              <a:spcBef>
                <a:spcPts val="0"/>
              </a:spcBef>
              <a:spcAft>
                <a:spcPts val="0"/>
              </a:spcAft>
              <a:buClr>
                <a:srgbClr val="000000"/>
              </a:buClr>
              <a:buSzPts val="2467"/>
              <a:buFont typeface="Arial"/>
              <a:buNone/>
            </a:pPr>
            <a:r>
              <a:t/>
            </a:r>
            <a:endParaRPr b="0" i="0" sz="2467" u="none" cap="none" strike="noStrike">
              <a:solidFill>
                <a:srgbClr val="000000"/>
              </a:solidFill>
              <a:latin typeface="Poppins"/>
              <a:ea typeface="Poppins"/>
              <a:cs typeface="Poppins"/>
              <a:sym typeface="Poppins"/>
            </a:endParaRPr>
          </a:p>
          <a:p>
            <a:pPr indent="0" lvl="0" marL="0" marR="0" rtl="0" algn="just">
              <a:lnSpc>
                <a:spcPct val="150020"/>
              </a:lnSpc>
              <a:spcBef>
                <a:spcPts val="0"/>
              </a:spcBef>
              <a:spcAft>
                <a:spcPts val="0"/>
              </a:spcAft>
              <a:buClr>
                <a:srgbClr val="000000"/>
              </a:buClr>
              <a:buSzPts val="2467"/>
              <a:buFont typeface="Arial"/>
              <a:buNone/>
            </a:pPr>
            <a:r>
              <a:rPr b="1" i="0" lang="en-US" sz="2467" u="none" cap="none" strike="noStrike">
                <a:solidFill>
                  <a:srgbClr val="000000"/>
                </a:solidFill>
                <a:latin typeface="Poppins"/>
                <a:ea typeface="Poppins"/>
                <a:cs typeface="Poppins"/>
                <a:sym typeface="Poppins"/>
              </a:rPr>
              <a:t>Configurar los dispositivos de red:</a:t>
            </a:r>
            <a:r>
              <a:rPr b="0" i="0" lang="en-US" sz="2467" u="none" cap="none" strike="noStrike">
                <a:solidFill>
                  <a:srgbClr val="000000"/>
                </a:solidFill>
                <a:latin typeface="Poppins"/>
                <a:ea typeface="Poppins"/>
                <a:cs typeface="Poppins"/>
                <a:sym typeface="Poppins"/>
              </a:rPr>
              <a:t> Configurar los dispositivos de red, como routers y switches, con las máscaras de subred adecuadas en cada interfaz que está conectada a una subred.</a:t>
            </a:r>
            <a:endParaRPr b="0" i="0" sz="1400" u="none" cap="none" strike="noStrike">
              <a:solidFill>
                <a:srgbClr val="000000"/>
              </a:solidFill>
              <a:latin typeface="Arial"/>
              <a:ea typeface="Arial"/>
              <a:cs typeface="Arial"/>
              <a:sym typeface="Arial"/>
            </a:endParaRPr>
          </a:p>
        </p:txBody>
      </p:sp>
      <p:sp>
        <p:nvSpPr>
          <p:cNvPr id="359" name="Google Shape;359;p29"/>
          <p:cNvSpPr/>
          <p:nvPr/>
        </p:nvSpPr>
        <p:spPr>
          <a:xfrm>
            <a:off x="868629" y="2198903"/>
            <a:ext cx="320143" cy="320143"/>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12A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29"/>
          <p:cNvSpPr txBox="1"/>
          <p:nvPr/>
        </p:nvSpPr>
        <p:spPr>
          <a:xfrm>
            <a:off x="915652" y="2258010"/>
            <a:ext cx="226095" cy="173353"/>
          </a:xfrm>
          <a:prstGeom prst="rect">
            <a:avLst/>
          </a:prstGeom>
          <a:noFill/>
          <a:ln>
            <a:noFill/>
          </a:ln>
        </p:spPr>
        <p:txBody>
          <a:bodyPr anchorCtr="0" anchor="t" bIns="0" lIns="0" spcFirstLastPara="1" rIns="0" wrap="square" tIns="0">
            <a:spAutoFit/>
          </a:bodyPr>
          <a:lstStyle/>
          <a:p>
            <a:pPr indent="0" lvl="0" marL="0" marR="0" rtl="0" algn="ctr">
              <a:lnSpc>
                <a:spcPct val="157082"/>
              </a:lnSpc>
              <a:spcBef>
                <a:spcPts val="0"/>
              </a:spcBef>
              <a:spcAft>
                <a:spcPts val="0"/>
              </a:spcAft>
              <a:buClr>
                <a:srgbClr val="000000"/>
              </a:buClr>
              <a:buSzPts val="953"/>
              <a:buFont typeface="Arial"/>
              <a:buNone/>
            </a:pPr>
            <a:r>
              <a:rPr b="1" i="0" lang="en-US" sz="953" u="none" cap="none" strike="noStrike">
                <a:solidFill>
                  <a:srgbClr val="FFFFFF"/>
                </a:solidFill>
                <a:latin typeface="Poppins"/>
                <a:ea typeface="Poppins"/>
                <a:cs typeface="Poppins"/>
                <a:sym typeface="Poppins"/>
              </a:rPr>
              <a:t>1</a:t>
            </a:r>
            <a:endParaRPr b="0" i="0" sz="1400" u="none" cap="none" strike="noStrike">
              <a:solidFill>
                <a:srgbClr val="000000"/>
              </a:solidFill>
              <a:latin typeface="Arial"/>
              <a:ea typeface="Arial"/>
              <a:cs typeface="Arial"/>
              <a:sym typeface="Arial"/>
            </a:endParaRPr>
          </a:p>
        </p:txBody>
      </p:sp>
      <p:sp>
        <p:nvSpPr>
          <p:cNvPr id="361" name="Google Shape;361;p29"/>
          <p:cNvSpPr/>
          <p:nvPr/>
        </p:nvSpPr>
        <p:spPr>
          <a:xfrm>
            <a:off x="868629" y="4537556"/>
            <a:ext cx="320143" cy="320143"/>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12A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29"/>
          <p:cNvSpPr txBox="1"/>
          <p:nvPr/>
        </p:nvSpPr>
        <p:spPr>
          <a:xfrm>
            <a:off x="915652" y="4596663"/>
            <a:ext cx="226095" cy="173353"/>
          </a:xfrm>
          <a:prstGeom prst="rect">
            <a:avLst/>
          </a:prstGeom>
          <a:noFill/>
          <a:ln>
            <a:noFill/>
          </a:ln>
        </p:spPr>
        <p:txBody>
          <a:bodyPr anchorCtr="0" anchor="t" bIns="0" lIns="0" spcFirstLastPara="1" rIns="0" wrap="square" tIns="0">
            <a:spAutoFit/>
          </a:bodyPr>
          <a:lstStyle/>
          <a:p>
            <a:pPr indent="0" lvl="0" marL="0" marR="0" rtl="0" algn="ctr">
              <a:lnSpc>
                <a:spcPct val="157082"/>
              </a:lnSpc>
              <a:spcBef>
                <a:spcPts val="0"/>
              </a:spcBef>
              <a:spcAft>
                <a:spcPts val="0"/>
              </a:spcAft>
              <a:buClr>
                <a:srgbClr val="000000"/>
              </a:buClr>
              <a:buSzPts val="953"/>
              <a:buFont typeface="Arial"/>
              <a:buNone/>
            </a:pPr>
            <a:r>
              <a:rPr b="1" i="0" lang="en-US" sz="953" u="none" cap="none" strike="noStrike">
                <a:solidFill>
                  <a:srgbClr val="FFFFFF"/>
                </a:solidFill>
                <a:latin typeface="Poppins"/>
                <a:ea typeface="Poppins"/>
                <a:cs typeface="Poppins"/>
                <a:sym typeface="Poppins"/>
              </a:rPr>
              <a:t>2</a:t>
            </a:r>
            <a:endParaRPr b="0" i="0" sz="1400" u="none" cap="none" strike="noStrike">
              <a:solidFill>
                <a:srgbClr val="000000"/>
              </a:solidFill>
              <a:latin typeface="Arial"/>
              <a:ea typeface="Arial"/>
              <a:cs typeface="Arial"/>
              <a:sym typeface="Arial"/>
            </a:endParaRPr>
          </a:p>
        </p:txBody>
      </p:sp>
      <p:sp>
        <p:nvSpPr>
          <p:cNvPr id="363" name="Google Shape;363;p29"/>
          <p:cNvSpPr/>
          <p:nvPr/>
        </p:nvSpPr>
        <p:spPr>
          <a:xfrm>
            <a:off x="868629" y="6383275"/>
            <a:ext cx="320143" cy="320143"/>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12A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p29"/>
          <p:cNvSpPr txBox="1"/>
          <p:nvPr/>
        </p:nvSpPr>
        <p:spPr>
          <a:xfrm>
            <a:off x="915652" y="6442383"/>
            <a:ext cx="226095" cy="173353"/>
          </a:xfrm>
          <a:prstGeom prst="rect">
            <a:avLst/>
          </a:prstGeom>
          <a:noFill/>
          <a:ln>
            <a:noFill/>
          </a:ln>
        </p:spPr>
        <p:txBody>
          <a:bodyPr anchorCtr="0" anchor="t" bIns="0" lIns="0" spcFirstLastPara="1" rIns="0" wrap="square" tIns="0">
            <a:spAutoFit/>
          </a:bodyPr>
          <a:lstStyle/>
          <a:p>
            <a:pPr indent="0" lvl="0" marL="0" marR="0" rtl="0" algn="ctr">
              <a:lnSpc>
                <a:spcPct val="157082"/>
              </a:lnSpc>
              <a:spcBef>
                <a:spcPts val="0"/>
              </a:spcBef>
              <a:spcAft>
                <a:spcPts val="0"/>
              </a:spcAft>
              <a:buClr>
                <a:srgbClr val="000000"/>
              </a:buClr>
              <a:buSzPts val="953"/>
              <a:buFont typeface="Arial"/>
              <a:buNone/>
            </a:pPr>
            <a:r>
              <a:rPr b="1" i="0" lang="en-US" sz="953" u="none" cap="none" strike="noStrike">
                <a:solidFill>
                  <a:srgbClr val="FFFFFF"/>
                </a:solidFill>
                <a:latin typeface="Poppins"/>
                <a:ea typeface="Poppins"/>
                <a:cs typeface="Poppins"/>
                <a:sym typeface="Poppins"/>
              </a:rPr>
              <a:t>3</a:t>
            </a:r>
            <a:endParaRPr b="0" i="0" sz="1400" u="none" cap="none" strike="noStrike">
              <a:solidFill>
                <a:srgbClr val="000000"/>
              </a:solidFill>
              <a:latin typeface="Arial"/>
              <a:ea typeface="Arial"/>
              <a:cs typeface="Arial"/>
              <a:sym typeface="Arial"/>
            </a:endParaRPr>
          </a:p>
        </p:txBody>
      </p:sp>
      <p:sp>
        <p:nvSpPr>
          <p:cNvPr id="365" name="Google Shape;365;p29"/>
          <p:cNvSpPr/>
          <p:nvPr/>
        </p:nvSpPr>
        <p:spPr>
          <a:xfrm>
            <a:off x="868629" y="8265508"/>
            <a:ext cx="320143" cy="320143"/>
          </a:xfrm>
          <a:custGeom>
            <a:rect b="b" l="l" r="r" t="t"/>
            <a:pathLst>
              <a:path extrusionOk="0"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12A4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 name="Google Shape;366;p29"/>
          <p:cNvSpPr txBox="1"/>
          <p:nvPr/>
        </p:nvSpPr>
        <p:spPr>
          <a:xfrm>
            <a:off x="915652" y="8324615"/>
            <a:ext cx="226095" cy="173353"/>
          </a:xfrm>
          <a:prstGeom prst="rect">
            <a:avLst/>
          </a:prstGeom>
          <a:noFill/>
          <a:ln>
            <a:noFill/>
          </a:ln>
        </p:spPr>
        <p:txBody>
          <a:bodyPr anchorCtr="0" anchor="t" bIns="0" lIns="0" spcFirstLastPara="1" rIns="0" wrap="square" tIns="0">
            <a:spAutoFit/>
          </a:bodyPr>
          <a:lstStyle/>
          <a:p>
            <a:pPr indent="0" lvl="0" marL="0" marR="0" rtl="0" algn="ctr">
              <a:lnSpc>
                <a:spcPct val="157082"/>
              </a:lnSpc>
              <a:spcBef>
                <a:spcPts val="0"/>
              </a:spcBef>
              <a:spcAft>
                <a:spcPts val="0"/>
              </a:spcAft>
              <a:buClr>
                <a:srgbClr val="000000"/>
              </a:buClr>
              <a:buSzPts val="953"/>
              <a:buFont typeface="Arial"/>
              <a:buNone/>
            </a:pPr>
            <a:r>
              <a:rPr b="1" i="0" lang="en-US" sz="953" u="none" cap="none" strike="noStrike">
                <a:solidFill>
                  <a:srgbClr val="FFFFFF"/>
                </a:solidFill>
                <a:latin typeface="Poppins"/>
                <a:ea typeface="Poppins"/>
                <a:cs typeface="Poppins"/>
                <a:sym typeface="Poppins"/>
              </a:rPr>
              <a:t>4</a:t>
            </a:r>
            <a:endParaRPr b="0" i="0" sz="1400" u="none" cap="none" strike="noStrike">
              <a:solidFill>
                <a:srgbClr val="000000"/>
              </a:solidFill>
              <a:latin typeface="Arial"/>
              <a:ea typeface="Arial"/>
              <a:cs typeface="Arial"/>
              <a:sym typeface="Arial"/>
            </a:endParaRPr>
          </a:p>
        </p:txBody>
      </p:sp>
      <p:sp>
        <p:nvSpPr>
          <p:cNvPr id="367" name="Google Shape;367;p29"/>
          <p:cNvSpPr txBox="1"/>
          <p:nvPr/>
        </p:nvSpPr>
        <p:spPr>
          <a:xfrm>
            <a:off x="1028700" y="733425"/>
            <a:ext cx="15434700" cy="923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6000"/>
              <a:buFont typeface="Arial"/>
              <a:buNone/>
            </a:pPr>
            <a:r>
              <a:rPr b="0" i="0" lang="en-US" sz="6000" u="none" cap="none" strike="noStrike">
                <a:solidFill>
                  <a:srgbClr val="415AC6"/>
                </a:solidFill>
                <a:latin typeface="Arial"/>
                <a:ea typeface="Arial"/>
                <a:cs typeface="Arial"/>
                <a:sym typeface="Arial"/>
              </a:rPr>
              <a:t>¿Cómo se implementa VLSM?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30"/>
          <p:cNvSpPr/>
          <p:nvPr/>
        </p:nvSpPr>
        <p:spPr>
          <a:xfrm>
            <a:off x="1292022" y="1028700"/>
            <a:ext cx="7315200" cy="691619"/>
          </a:xfrm>
          <a:custGeom>
            <a:rect b="b" l="l" r="r" t="t"/>
            <a:pathLst>
              <a:path extrusionOk="0" h="691619" w="7315200">
                <a:moveTo>
                  <a:pt x="0" y="0"/>
                </a:moveTo>
                <a:lnTo>
                  <a:pt x="7315200" y="0"/>
                </a:lnTo>
                <a:lnTo>
                  <a:pt x="7315200" y="691619"/>
                </a:lnTo>
                <a:lnTo>
                  <a:pt x="0" y="691619"/>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3" name="Google Shape;373;p30"/>
          <p:cNvSpPr/>
          <p:nvPr/>
        </p:nvSpPr>
        <p:spPr>
          <a:xfrm flipH="1">
            <a:off x="-120935" y="9258300"/>
            <a:ext cx="734258" cy="1187583"/>
          </a:xfrm>
          <a:custGeom>
            <a:rect b="b" l="l" r="r" t="t"/>
            <a:pathLst>
              <a:path extrusionOk="0" h="1187583" w="734258">
                <a:moveTo>
                  <a:pt x="734259" y="0"/>
                </a:moveTo>
                <a:lnTo>
                  <a:pt x="0" y="0"/>
                </a:lnTo>
                <a:lnTo>
                  <a:pt x="0" y="1187583"/>
                </a:lnTo>
                <a:lnTo>
                  <a:pt x="734259" y="1187583"/>
                </a:lnTo>
                <a:lnTo>
                  <a:pt x="734259"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4" name="Google Shape;374;p30"/>
          <p:cNvSpPr/>
          <p:nvPr/>
        </p:nvSpPr>
        <p:spPr>
          <a:xfrm>
            <a:off x="17259300" y="4168923"/>
            <a:ext cx="296510" cy="2508928"/>
          </a:xfrm>
          <a:custGeom>
            <a:rect b="b" l="l" r="r" t="t"/>
            <a:pathLst>
              <a:path extrusionOk="0" h="2508928" w="296510">
                <a:moveTo>
                  <a:pt x="0" y="0"/>
                </a:moveTo>
                <a:lnTo>
                  <a:pt x="296510" y="0"/>
                </a:lnTo>
                <a:lnTo>
                  <a:pt x="296510" y="2508928"/>
                </a:lnTo>
                <a:lnTo>
                  <a:pt x="0" y="2508928"/>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5" name="Google Shape;375;p30"/>
          <p:cNvSpPr/>
          <p:nvPr/>
        </p:nvSpPr>
        <p:spPr>
          <a:xfrm>
            <a:off x="246194" y="2825359"/>
            <a:ext cx="6053413" cy="5470084"/>
          </a:xfrm>
          <a:custGeom>
            <a:rect b="b" l="l" r="r" t="t"/>
            <a:pathLst>
              <a:path extrusionOk="0" h="5470084" w="6053413">
                <a:moveTo>
                  <a:pt x="0" y="0"/>
                </a:moveTo>
                <a:lnTo>
                  <a:pt x="6053413" y="0"/>
                </a:lnTo>
                <a:lnTo>
                  <a:pt x="6053413" y="5470084"/>
                </a:lnTo>
                <a:lnTo>
                  <a:pt x="0" y="5470084"/>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aphicFrame>
        <p:nvGraphicFramePr>
          <p:cNvPr id="376" name="Google Shape;376;p30"/>
          <p:cNvGraphicFramePr/>
          <p:nvPr/>
        </p:nvGraphicFramePr>
        <p:xfrm>
          <a:off x="6203059" y="2922242"/>
          <a:ext cx="3000000" cy="3000000"/>
        </p:xfrm>
        <a:graphic>
          <a:graphicData uri="http://schemas.openxmlformats.org/drawingml/2006/table">
            <a:tbl>
              <a:tblPr>
                <a:noFill/>
                <a:tableStyleId>{FB032081-6DBD-4FC7-8E30-CFCEDB135B0B}</a:tableStyleId>
              </a:tblPr>
              <a:tblGrid>
                <a:gridCol w="3473575"/>
                <a:gridCol w="3473575"/>
                <a:gridCol w="3473575"/>
              </a:tblGrid>
              <a:tr h="1026550">
                <a:tc>
                  <a:txBody>
                    <a:bodyPr/>
                    <a:lstStyle/>
                    <a:p>
                      <a:pPr indent="0" lvl="0" marL="0" marR="0" rtl="0" algn="ctr">
                        <a:lnSpc>
                          <a:spcPct val="140068"/>
                        </a:lnSpc>
                        <a:spcBef>
                          <a:spcPts val="0"/>
                        </a:spcBef>
                        <a:spcAft>
                          <a:spcPts val="0"/>
                        </a:spcAft>
                        <a:buClr>
                          <a:srgbClr val="000000"/>
                        </a:buClr>
                        <a:buSzPts val="1762"/>
                        <a:buFont typeface="Arial"/>
                        <a:buNone/>
                      </a:pPr>
                      <a:r>
                        <a:rPr b="1" lang="en-US" sz="1762" u="none" cap="none" strike="noStrike">
                          <a:solidFill>
                            <a:srgbClr val="000000"/>
                          </a:solidFill>
                          <a:latin typeface="Montserrat"/>
                          <a:ea typeface="Montserrat"/>
                          <a:cs typeface="Montserrat"/>
                          <a:sym typeface="Montserrat"/>
                        </a:rPr>
                        <a:t>Característica</a:t>
                      </a:r>
                      <a:endParaRPr sz="1100" u="none" cap="none" strike="noStrike"/>
                    </a:p>
                  </a:txBody>
                  <a:tcPr marT="190500" marB="190500" marR="190500" marL="190500" anchor="ctr">
                    <a:lnL cap="flat" cmpd="sng" w="38100">
                      <a:solidFill>
                        <a:srgbClr val="BB99FF"/>
                      </a:solidFill>
                      <a:prstDash val="solid"/>
                      <a:round/>
                      <a:headEnd len="sm" w="sm" type="none"/>
                      <a:tailEnd len="sm" w="sm" type="none"/>
                    </a:lnL>
                    <a:lnR cap="flat" cmpd="sng" w="38100">
                      <a:solidFill>
                        <a:srgbClr val="BB99FF"/>
                      </a:solidFill>
                      <a:prstDash val="solid"/>
                      <a:round/>
                      <a:headEnd len="sm" w="sm" type="none"/>
                      <a:tailEnd len="sm" w="sm" type="none"/>
                    </a:lnR>
                    <a:lnT cap="flat" cmpd="sng" w="38100">
                      <a:solidFill>
                        <a:srgbClr val="BB99FF"/>
                      </a:solidFill>
                      <a:prstDash val="solid"/>
                      <a:round/>
                      <a:headEnd len="sm" w="sm" type="none"/>
                      <a:tailEnd len="sm" w="sm" type="none"/>
                    </a:lnT>
                    <a:lnB cap="flat" cmpd="sng" w="38100">
                      <a:solidFill>
                        <a:srgbClr val="BB99FF"/>
                      </a:solidFill>
                      <a:prstDash val="solid"/>
                      <a:round/>
                      <a:headEnd len="sm" w="sm" type="none"/>
                      <a:tailEnd len="sm" w="sm" type="none"/>
                    </a:lnB>
                    <a:solidFill>
                      <a:srgbClr val="DECDFF"/>
                    </a:solidFill>
                  </a:tcPr>
                </a:tc>
                <a:tc>
                  <a:txBody>
                    <a:bodyPr/>
                    <a:lstStyle/>
                    <a:p>
                      <a:pPr indent="0" lvl="0" marL="0" marR="0" rtl="0" algn="ctr">
                        <a:lnSpc>
                          <a:spcPct val="140068"/>
                        </a:lnSpc>
                        <a:spcBef>
                          <a:spcPts val="0"/>
                        </a:spcBef>
                        <a:spcAft>
                          <a:spcPts val="0"/>
                        </a:spcAft>
                        <a:buClr>
                          <a:srgbClr val="000000"/>
                        </a:buClr>
                        <a:buSzPts val="1762"/>
                        <a:buFont typeface="Arial"/>
                        <a:buNone/>
                      </a:pPr>
                      <a:r>
                        <a:rPr b="1" lang="en-US" sz="1762" u="none" cap="none" strike="noStrike">
                          <a:solidFill>
                            <a:srgbClr val="000000"/>
                          </a:solidFill>
                          <a:latin typeface="Montserrat"/>
                          <a:ea typeface="Montserrat"/>
                          <a:cs typeface="Montserrat"/>
                          <a:sym typeface="Montserrat"/>
                        </a:rPr>
                        <a:t>FLSM</a:t>
                      </a:r>
                      <a:endParaRPr sz="1100" u="none" cap="none" strike="noStrike"/>
                    </a:p>
                  </a:txBody>
                  <a:tcPr marT="190500" marB="190500" marR="190500" marL="190500" anchor="ctr">
                    <a:lnL cap="flat" cmpd="sng" w="38100">
                      <a:solidFill>
                        <a:srgbClr val="BB99FF"/>
                      </a:solidFill>
                      <a:prstDash val="solid"/>
                      <a:round/>
                      <a:headEnd len="sm" w="sm" type="none"/>
                      <a:tailEnd len="sm" w="sm" type="none"/>
                    </a:lnL>
                    <a:lnR cap="flat" cmpd="sng" w="38100">
                      <a:solidFill>
                        <a:srgbClr val="BB99FF"/>
                      </a:solidFill>
                      <a:prstDash val="solid"/>
                      <a:round/>
                      <a:headEnd len="sm" w="sm" type="none"/>
                      <a:tailEnd len="sm" w="sm" type="none"/>
                    </a:lnR>
                    <a:lnT cap="flat" cmpd="sng" w="38100">
                      <a:solidFill>
                        <a:srgbClr val="BB99FF"/>
                      </a:solidFill>
                      <a:prstDash val="solid"/>
                      <a:round/>
                      <a:headEnd len="sm" w="sm" type="none"/>
                      <a:tailEnd len="sm" w="sm" type="none"/>
                    </a:lnT>
                    <a:lnB cap="flat" cmpd="sng" w="38100">
                      <a:solidFill>
                        <a:srgbClr val="BB99FF"/>
                      </a:solidFill>
                      <a:prstDash val="solid"/>
                      <a:round/>
                      <a:headEnd len="sm" w="sm" type="none"/>
                      <a:tailEnd len="sm" w="sm" type="none"/>
                    </a:lnB>
                    <a:solidFill>
                      <a:srgbClr val="DECDFF"/>
                    </a:solidFill>
                  </a:tcPr>
                </a:tc>
                <a:tc>
                  <a:txBody>
                    <a:bodyPr/>
                    <a:lstStyle/>
                    <a:p>
                      <a:pPr indent="0" lvl="0" marL="0" marR="0" rtl="0" algn="ctr">
                        <a:lnSpc>
                          <a:spcPct val="140068"/>
                        </a:lnSpc>
                        <a:spcBef>
                          <a:spcPts val="0"/>
                        </a:spcBef>
                        <a:spcAft>
                          <a:spcPts val="0"/>
                        </a:spcAft>
                        <a:buClr>
                          <a:srgbClr val="000000"/>
                        </a:buClr>
                        <a:buSzPts val="1762"/>
                        <a:buFont typeface="Arial"/>
                        <a:buNone/>
                      </a:pPr>
                      <a:r>
                        <a:rPr b="1" lang="en-US" sz="1762" u="none" cap="none" strike="noStrike">
                          <a:solidFill>
                            <a:srgbClr val="000000"/>
                          </a:solidFill>
                          <a:latin typeface="Montserrat"/>
                          <a:ea typeface="Montserrat"/>
                          <a:cs typeface="Montserrat"/>
                          <a:sym typeface="Montserrat"/>
                        </a:rPr>
                        <a:t>VLSM</a:t>
                      </a:r>
                      <a:endParaRPr sz="1100" u="none" cap="none" strike="noStrike"/>
                    </a:p>
                  </a:txBody>
                  <a:tcPr marT="190500" marB="190500" marR="190500" marL="190500" anchor="ctr">
                    <a:lnL cap="flat" cmpd="sng" w="38100">
                      <a:solidFill>
                        <a:srgbClr val="BB99FF"/>
                      </a:solidFill>
                      <a:prstDash val="solid"/>
                      <a:round/>
                      <a:headEnd len="sm" w="sm" type="none"/>
                      <a:tailEnd len="sm" w="sm" type="none"/>
                    </a:lnL>
                    <a:lnR cap="flat" cmpd="sng" w="38100">
                      <a:solidFill>
                        <a:srgbClr val="BB99FF"/>
                      </a:solidFill>
                      <a:prstDash val="solid"/>
                      <a:round/>
                      <a:headEnd len="sm" w="sm" type="none"/>
                      <a:tailEnd len="sm" w="sm" type="none"/>
                    </a:lnR>
                    <a:lnT cap="flat" cmpd="sng" w="38100">
                      <a:solidFill>
                        <a:srgbClr val="BB99FF"/>
                      </a:solidFill>
                      <a:prstDash val="solid"/>
                      <a:round/>
                      <a:headEnd len="sm" w="sm" type="none"/>
                      <a:tailEnd len="sm" w="sm" type="none"/>
                    </a:lnT>
                    <a:lnB cap="flat" cmpd="sng" w="38100">
                      <a:solidFill>
                        <a:srgbClr val="BB99FF"/>
                      </a:solidFill>
                      <a:prstDash val="solid"/>
                      <a:round/>
                      <a:headEnd len="sm" w="sm" type="none"/>
                      <a:tailEnd len="sm" w="sm" type="none"/>
                    </a:lnB>
                    <a:solidFill>
                      <a:srgbClr val="DECDFF"/>
                    </a:solidFill>
                  </a:tcPr>
                </a:tc>
              </a:tr>
              <a:tr h="1084100">
                <a:tc>
                  <a:txBody>
                    <a:bodyPr/>
                    <a:lstStyle/>
                    <a:p>
                      <a:pPr indent="0" lvl="0" marL="0" marR="0" rtl="0" algn="ctr">
                        <a:lnSpc>
                          <a:spcPct val="140068"/>
                        </a:lnSpc>
                        <a:spcBef>
                          <a:spcPts val="0"/>
                        </a:spcBef>
                        <a:spcAft>
                          <a:spcPts val="0"/>
                        </a:spcAft>
                        <a:buClr>
                          <a:srgbClr val="000000"/>
                        </a:buClr>
                        <a:buSzPts val="1762"/>
                        <a:buFont typeface="Arial"/>
                        <a:buNone/>
                      </a:pPr>
                      <a:r>
                        <a:rPr lang="en-US" sz="1762" u="none" cap="none" strike="noStrike">
                          <a:solidFill>
                            <a:srgbClr val="000000"/>
                          </a:solidFill>
                          <a:latin typeface="Montserrat"/>
                          <a:ea typeface="Montserrat"/>
                          <a:cs typeface="Montserrat"/>
                          <a:sym typeface="Montserrat"/>
                        </a:rPr>
                        <a:t>Máscara</a:t>
                      </a:r>
                      <a:endParaRPr sz="1100" u="none" cap="none" strike="noStrike"/>
                    </a:p>
                  </a:txBody>
                  <a:tcPr marT="190500" marB="190500" marR="190500" marL="190500" anchor="ctr">
                    <a:lnL cap="flat" cmpd="sng" w="38100">
                      <a:solidFill>
                        <a:srgbClr val="BB99FF"/>
                      </a:solidFill>
                      <a:prstDash val="solid"/>
                      <a:round/>
                      <a:headEnd len="sm" w="sm" type="none"/>
                      <a:tailEnd len="sm" w="sm" type="none"/>
                    </a:lnL>
                    <a:lnR cap="flat" cmpd="sng" w="38100">
                      <a:solidFill>
                        <a:srgbClr val="BB99FF"/>
                      </a:solidFill>
                      <a:prstDash val="solid"/>
                      <a:round/>
                      <a:headEnd len="sm" w="sm" type="none"/>
                      <a:tailEnd len="sm" w="sm" type="none"/>
                    </a:lnR>
                    <a:lnT cap="flat" cmpd="sng" w="38100">
                      <a:solidFill>
                        <a:srgbClr val="BB99FF"/>
                      </a:solidFill>
                      <a:prstDash val="solid"/>
                      <a:round/>
                      <a:headEnd len="sm" w="sm" type="none"/>
                      <a:tailEnd len="sm" w="sm" type="none"/>
                    </a:lnT>
                    <a:lnB cap="flat" cmpd="sng" w="38100">
                      <a:solidFill>
                        <a:srgbClr val="BB99FF"/>
                      </a:solidFill>
                      <a:prstDash val="solid"/>
                      <a:round/>
                      <a:headEnd len="sm" w="sm" type="none"/>
                      <a:tailEnd len="sm" w="sm" type="none"/>
                    </a:lnB>
                  </a:tcPr>
                </a:tc>
                <a:tc>
                  <a:txBody>
                    <a:bodyPr/>
                    <a:lstStyle/>
                    <a:p>
                      <a:pPr indent="0" lvl="0" marL="0" marR="0" rtl="0" algn="ctr">
                        <a:lnSpc>
                          <a:spcPct val="140068"/>
                        </a:lnSpc>
                        <a:spcBef>
                          <a:spcPts val="0"/>
                        </a:spcBef>
                        <a:spcAft>
                          <a:spcPts val="0"/>
                        </a:spcAft>
                        <a:buClr>
                          <a:srgbClr val="000000"/>
                        </a:buClr>
                        <a:buSzPts val="1762"/>
                        <a:buFont typeface="Arial"/>
                        <a:buNone/>
                      </a:pPr>
                      <a:r>
                        <a:rPr lang="en-US" sz="1762" u="none" cap="none" strike="noStrike">
                          <a:solidFill>
                            <a:srgbClr val="000000"/>
                          </a:solidFill>
                          <a:latin typeface="Montserrat"/>
                          <a:ea typeface="Montserrat"/>
                          <a:cs typeface="Montserrat"/>
                          <a:sym typeface="Montserrat"/>
                        </a:rPr>
                        <a:t>Fija para todas las subredes.</a:t>
                      </a:r>
                      <a:endParaRPr sz="1100" u="none" cap="none" strike="noStrike"/>
                    </a:p>
                  </a:txBody>
                  <a:tcPr marT="190500" marB="190500" marR="190500" marL="190500" anchor="ctr">
                    <a:lnL cap="flat" cmpd="sng" w="38100">
                      <a:solidFill>
                        <a:srgbClr val="BB99FF"/>
                      </a:solidFill>
                      <a:prstDash val="solid"/>
                      <a:round/>
                      <a:headEnd len="sm" w="sm" type="none"/>
                      <a:tailEnd len="sm" w="sm" type="none"/>
                    </a:lnL>
                    <a:lnR cap="flat" cmpd="sng" w="38100">
                      <a:solidFill>
                        <a:srgbClr val="BB99FF"/>
                      </a:solidFill>
                      <a:prstDash val="solid"/>
                      <a:round/>
                      <a:headEnd len="sm" w="sm" type="none"/>
                      <a:tailEnd len="sm" w="sm" type="none"/>
                    </a:lnR>
                    <a:lnT cap="flat" cmpd="sng" w="38100">
                      <a:solidFill>
                        <a:srgbClr val="BB99FF"/>
                      </a:solidFill>
                      <a:prstDash val="solid"/>
                      <a:round/>
                      <a:headEnd len="sm" w="sm" type="none"/>
                      <a:tailEnd len="sm" w="sm" type="none"/>
                    </a:lnT>
                    <a:lnB cap="flat" cmpd="sng" w="38100">
                      <a:solidFill>
                        <a:srgbClr val="BB99FF"/>
                      </a:solidFill>
                      <a:prstDash val="solid"/>
                      <a:round/>
                      <a:headEnd len="sm" w="sm" type="none"/>
                      <a:tailEnd len="sm" w="sm" type="none"/>
                    </a:lnB>
                  </a:tcPr>
                </a:tc>
                <a:tc>
                  <a:txBody>
                    <a:bodyPr/>
                    <a:lstStyle/>
                    <a:p>
                      <a:pPr indent="0" lvl="0" marL="0" marR="0" rtl="0" algn="ctr">
                        <a:lnSpc>
                          <a:spcPct val="140068"/>
                        </a:lnSpc>
                        <a:spcBef>
                          <a:spcPts val="0"/>
                        </a:spcBef>
                        <a:spcAft>
                          <a:spcPts val="0"/>
                        </a:spcAft>
                        <a:buClr>
                          <a:srgbClr val="000000"/>
                        </a:buClr>
                        <a:buSzPts val="1762"/>
                        <a:buFont typeface="Arial"/>
                        <a:buNone/>
                      </a:pPr>
                      <a:r>
                        <a:rPr lang="en-US" sz="1762" u="none" cap="none" strike="noStrike">
                          <a:solidFill>
                            <a:srgbClr val="000000"/>
                          </a:solidFill>
                          <a:latin typeface="Montserrat"/>
                          <a:ea typeface="Montserrat"/>
                          <a:cs typeface="Montserrat"/>
                          <a:sym typeface="Montserrat"/>
                        </a:rPr>
                        <a:t>Variable según necesidad.</a:t>
                      </a:r>
                      <a:endParaRPr sz="1100" u="none" cap="none" strike="noStrike"/>
                    </a:p>
                  </a:txBody>
                  <a:tcPr marT="190500" marB="190500" marR="190500" marL="190500" anchor="ctr">
                    <a:lnL cap="flat" cmpd="sng" w="38100">
                      <a:solidFill>
                        <a:srgbClr val="BB99FF"/>
                      </a:solidFill>
                      <a:prstDash val="solid"/>
                      <a:round/>
                      <a:headEnd len="sm" w="sm" type="none"/>
                      <a:tailEnd len="sm" w="sm" type="none"/>
                    </a:lnL>
                    <a:lnR cap="flat" cmpd="sng" w="38100">
                      <a:solidFill>
                        <a:srgbClr val="BB99FF"/>
                      </a:solidFill>
                      <a:prstDash val="solid"/>
                      <a:round/>
                      <a:headEnd len="sm" w="sm" type="none"/>
                      <a:tailEnd len="sm" w="sm" type="none"/>
                    </a:lnR>
                    <a:lnT cap="flat" cmpd="sng" w="38100">
                      <a:solidFill>
                        <a:srgbClr val="BB99FF"/>
                      </a:solidFill>
                      <a:prstDash val="solid"/>
                      <a:round/>
                      <a:headEnd len="sm" w="sm" type="none"/>
                      <a:tailEnd len="sm" w="sm" type="none"/>
                    </a:lnT>
                    <a:lnB cap="flat" cmpd="sng" w="38100">
                      <a:solidFill>
                        <a:srgbClr val="BB99FF"/>
                      </a:solidFill>
                      <a:prstDash val="solid"/>
                      <a:round/>
                      <a:headEnd len="sm" w="sm" type="none"/>
                      <a:tailEnd len="sm" w="sm" type="none"/>
                    </a:lnB>
                  </a:tcPr>
                </a:tc>
              </a:tr>
              <a:tr h="1084100">
                <a:tc>
                  <a:txBody>
                    <a:bodyPr/>
                    <a:lstStyle/>
                    <a:p>
                      <a:pPr indent="0" lvl="0" marL="0" marR="0" rtl="0" algn="ctr">
                        <a:lnSpc>
                          <a:spcPct val="140068"/>
                        </a:lnSpc>
                        <a:spcBef>
                          <a:spcPts val="0"/>
                        </a:spcBef>
                        <a:spcAft>
                          <a:spcPts val="0"/>
                        </a:spcAft>
                        <a:buClr>
                          <a:srgbClr val="000000"/>
                        </a:buClr>
                        <a:buSzPts val="1762"/>
                        <a:buFont typeface="Arial"/>
                        <a:buNone/>
                      </a:pPr>
                      <a:r>
                        <a:rPr lang="en-US" sz="1762" u="none" cap="none" strike="noStrike">
                          <a:solidFill>
                            <a:srgbClr val="000000"/>
                          </a:solidFill>
                          <a:latin typeface="Montserrat"/>
                          <a:ea typeface="Montserrat"/>
                          <a:cs typeface="Montserrat"/>
                          <a:sym typeface="Montserrat"/>
                        </a:rPr>
                        <a:t>Eficiencia</a:t>
                      </a:r>
                      <a:endParaRPr sz="1100" u="none" cap="none" strike="noStrike"/>
                    </a:p>
                  </a:txBody>
                  <a:tcPr marT="190500" marB="190500" marR="190500" marL="190500" anchor="ctr">
                    <a:lnL cap="flat" cmpd="sng" w="38100">
                      <a:solidFill>
                        <a:srgbClr val="BB99FF"/>
                      </a:solidFill>
                      <a:prstDash val="solid"/>
                      <a:round/>
                      <a:headEnd len="sm" w="sm" type="none"/>
                      <a:tailEnd len="sm" w="sm" type="none"/>
                    </a:lnL>
                    <a:lnR cap="flat" cmpd="sng" w="38100">
                      <a:solidFill>
                        <a:srgbClr val="BB99FF"/>
                      </a:solidFill>
                      <a:prstDash val="solid"/>
                      <a:round/>
                      <a:headEnd len="sm" w="sm" type="none"/>
                      <a:tailEnd len="sm" w="sm" type="none"/>
                    </a:lnR>
                    <a:lnT cap="flat" cmpd="sng" w="38100">
                      <a:solidFill>
                        <a:srgbClr val="BB99FF"/>
                      </a:solidFill>
                      <a:prstDash val="solid"/>
                      <a:round/>
                      <a:headEnd len="sm" w="sm" type="none"/>
                      <a:tailEnd len="sm" w="sm" type="none"/>
                    </a:lnT>
                    <a:lnB cap="flat" cmpd="sng" w="38100">
                      <a:solidFill>
                        <a:srgbClr val="BB99FF"/>
                      </a:solidFill>
                      <a:prstDash val="solid"/>
                      <a:round/>
                      <a:headEnd len="sm" w="sm" type="none"/>
                      <a:tailEnd len="sm" w="sm" type="none"/>
                    </a:lnB>
                  </a:tcPr>
                </a:tc>
                <a:tc>
                  <a:txBody>
                    <a:bodyPr/>
                    <a:lstStyle/>
                    <a:p>
                      <a:pPr indent="0" lvl="0" marL="0" marR="0" rtl="0" algn="ctr">
                        <a:lnSpc>
                          <a:spcPct val="140068"/>
                        </a:lnSpc>
                        <a:spcBef>
                          <a:spcPts val="0"/>
                        </a:spcBef>
                        <a:spcAft>
                          <a:spcPts val="0"/>
                        </a:spcAft>
                        <a:buClr>
                          <a:srgbClr val="000000"/>
                        </a:buClr>
                        <a:buSzPts val="1762"/>
                        <a:buFont typeface="Arial"/>
                        <a:buNone/>
                      </a:pPr>
                      <a:r>
                        <a:rPr lang="en-US" sz="1762" u="none" cap="none" strike="noStrike">
                          <a:solidFill>
                            <a:srgbClr val="000000"/>
                          </a:solidFill>
                          <a:latin typeface="Montserrat"/>
                          <a:ea typeface="Montserrat"/>
                          <a:cs typeface="Montserrat"/>
                          <a:sym typeface="Montserrat"/>
                        </a:rPr>
                        <a:t>Puede desperdiciar direcciones.</a:t>
                      </a:r>
                      <a:endParaRPr sz="1100" u="none" cap="none" strike="noStrike"/>
                    </a:p>
                  </a:txBody>
                  <a:tcPr marT="190500" marB="190500" marR="190500" marL="190500" anchor="ctr">
                    <a:lnL cap="flat" cmpd="sng" w="38100">
                      <a:solidFill>
                        <a:srgbClr val="BB99FF"/>
                      </a:solidFill>
                      <a:prstDash val="solid"/>
                      <a:round/>
                      <a:headEnd len="sm" w="sm" type="none"/>
                      <a:tailEnd len="sm" w="sm" type="none"/>
                    </a:lnL>
                    <a:lnR cap="flat" cmpd="sng" w="38100">
                      <a:solidFill>
                        <a:srgbClr val="BB99FF"/>
                      </a:solidFill>
                      <a:prstDash val="solid"/>
                      <a:round/>
                      <a:headEnd len="sm" w="sm" type="none"/>
                      <a:tailEnd len="sm" w="sm" type="none"/>
                    </a:lnR>
                    <a:lnT cap="flat" cmpd="sng" w="38100">
                      <a:solidFill>
                        <a:srgbClr val="BB99FF"/>
                      </a:solidFill>
                      <a:prstDash val="solid"/>
                      <a:round/>
                      <a:headEnd len="sm" w="sm" type="none"/>
                      <a:tailEnd len="sm" w="sm" type="none"/>
                    </a:lnT>
                    <a:lnB cap="flat" cmpd="sng" w="38100">
                      <a:solidFill>
                        <a:srgbClr val="BB99FF"/>
                      </a:solidFill>
                      <a:prstDash val="solid"/>
                      <a:round/>
                      <a:headEnd len="sm" w="sm" type="none"/>
                      <a:tailEnd len="sm" w="sm" type="none"/>
                    </a:lnB>
                  </a:tcPr>
                </a:tc>
                <a:tc>
                  <a:txBody>
                    <a:bodyPr/>
                    <a:lstStyle/>
                    <a:p>
                      <a:pPr indent="0" lvl="0" marL="0" marR="0" rtl="0" algn="ctr">
                        <a:lnSpc>
                          <a:spcPct val="140068"/>
                        </a:lnSpc>
                        <a:spcBef>
                          <a:spcPts val="0"/>
                        </a:spcBef>
                        <a:spcAft>
                          <a:spcPts val="0"/>
                        </a:spcAft>
                        <a:buClr>
                          <a:srgbClr val="000000"/>
                        </a:buClr>
                        <a:buSzPts val="1762"/>
                        <a:buFont typeface="Arial"/>
                        <a:buNone/>
                      </a:pPr>
                      <a:r>
                        <a:rPr lang="en-US" sz="1762" u="none" cap="none" strike="noStrike">
                          <a:solidFill>
                            <a:srgbClr val="000000"/>
                          </a:solidFill>
                          <a:latin typeface="Montserrat"/>
                          <a:ea typeface="Montserrat"/>
                          <a:cs typeface="Montserrat"/>
                          <a:sym typeface="Montserrat"/>
                        </a:rPr>
                        <a:t>Optimiza direcciones IP.</a:t>
                      </a:r>
                      <a:endParaRPr sz="1100" u="none" cap="none" strike="noStrike"/>
                    </a:p>
                  </a:txBody>
                  <a:tcPr marT="190500" marB="190500" marR="190500" marL="190500" anchor="ctr">
                    <a:lnL cap="flat" cmpd="sng" w="38100">
                      <a:solidFill>
                        <a:srgbClr val="BB99FF"/>
                      </a:solidFill>
                      <a:prstDash val="solid"/>
                      <a:round/>
                      <a:headEnd len="sm" w="sm" type="none"/>
                      <a:tailEnd len="sm" w="sm" type="none"/>
                    </a:lnL>
                    <a:lnR cap="flat" cmpd="sng" w="38100">
                      <a:solidFill>
                        <a:srgbClr val="BB99FF"/>
                      </a:solidFill>
                      <a:prstDash val="solid"/>
                      <a:round/>
                      <a:headEnd len="sm" w="sm" type="none"/>
                      <a:tailEnd len="sm" w="sm" type="none"/>
                    </a:lnR>
                    <a:lnT cap="flat" cmpd="sng" w="38100">
                      <a:solidFill>
                        <a:srgbClr val="BB99FF"/>
                      </a:solidFill>
                      <a:prstDash val="solid"/>
                      <a:round/>
                      <a:headEnd len="sm" w="sm" type="none"/>
                      <a:tailEnd len="sm" w="sm" type="none"/>
                    </a:lnT>
                    <a:lnB cap="flat" cmpd="sng" w="38100">
                      <a:solidFill>
                        <a:srgbClr val="BB99FF"/>
                      </a:solidFill>
                      <a:prstDash val="solid"/>
                      <a:round/>
                      <a:headEnd len="sm" w="sm" type="none"/>
                      <a:tailEnd len="sm" w="sm" type="none"/>
                    </a:lnB>
                  </a:tcPr>
                </a:tc>
              </a:tr>
              <a:tr h="1026550">
                <a:tc>
                  <a:txBody>
                    <a:bodyPr/>
                    <a:lstStyle/>
                    <a:p>
                      <a:pPr indent="0" lvl="0" marL="0" marR="0" rtl="0" algn="ctr">
                        <a:lnSpc>
                          <a:spcPct val="140068"/>
                        </a:lnSpc>
                        <a:spcBef>
                          <a:spcPts val="0"/>
                        </a:spcBef>
                        <a:spcAft>
                          <a:spcPts val="0"/>
                        </a:spcAft>
                        <a:buClr>
                          <a:srgbClr val="000000"/>
                        </a:buClr>
                        <a:buSzPts val="1762"/>
                        <a:buFont typeface="Arial"/>
                        <a:buNone/>
                      </a:pPr>
                      <a:r>
                        <a:rPr lang="en-US" sz="1762" u="none" cap="none" strike="noStrike">
                          <a:solidFill>
                            <a:srgbClr val="000000"/>
                          </a:solidFill>
                          <a:latin typeface="Montserrat"/>
                          <a:ea typeface="Montserrat"/>
                          <a:cs typeface="Montserrat"/>
                          <a:sym typeface="Montserrat"/>
                        </a:rPr>
                        <a:t>Flexibilidad</a:t>
                      </a:r>
                      <a:endParaRPr sz="1100" u="none" cap="none" strike="noStrike"/>
                    </a:p>
                  </a:txBody>
                  <a:tcPr marT="190500" marB="190500" marR="190500" marL="190500" anchor="ctr">
                    <a:lnL cap="flat" cmpd="sng" w="38100">
                      <a:solidFill>
                        <a:srgbClr val="BB99FF"/>
                      </a:solidFill>
                      <a:prstDash val="solid"/>
                      <a:round/>
                      <a:headEnd len="sm" w="sm" type="none"/>
                      <a:tailEnd len="sm" w="sm" type="none"/>
                    </a:lnL>
                    <a:lnR cap="flat" cmpd="sng" w="38100">
                      <a:solidFill>
                        <a:srgbClr val="BB99FF"/>
                      </a:solidFill>
                      <a:prstDash val="solid"/>
                      <a:round/>
                      <a:headEnd len="sm" w="sm" type="none"/>
                      <a:tailEnd len="sm" w="sm" type="none"/>
                    </a:lnR>
                    <a:lnT cap="flat" cmpd="sng" w="38100">
                      <a:solidFill>
                        <a:srgbClr val="BB99FF"/>
                      </a:solidFill>
                      <a:prstDash val="solid"/>
                      <a:round/>
                      <a:headEnd len="sm" w="sm" type="none"/>
                      <a:tailEnd len="sm" w="sm" type="none"/>
                    </a:lnT>
                    <a:lnB cap="flat" cmpd="sng" w="38100">
                      <a:solidFill>
                        <a:srgbClr val="BB99FF"/>
                      </a:solidFill>
                      <a:prstDash val="solid"/>
                      <a:round/>
                      <a:headEnd len="sm" w="sm" type="none"/>
                      <a:tailEnd len="sm" w="sm" type="none"/>
                    </a:lnB>
                  </a:tcPr>
                </a:tc>
                <a:tc>
                  <a:txBody>
                    <a:bodyPr/>
                    <a:lstStyle/>
                    <a:p>
                      <a:pPr indent="0" lvl="0" marL="0" marR="0" rtl="0" algn="ctr">
                        <a:lnSpc>
                          <a:spcPct val="140068"/>
                        </a:lnSpc>
                        <a:spcBef>
                          <a:spcPts val="0"/>
                        </a:spcBef>
                        <a:spcAft>
                          <a:spcPts val="0"/>
                        </a:spcAft>
                        <a:buClr>
                          <a:srgbClr val="000000"/>
                        </a:buClr>
                        <a:buSzPts val="1762"/>
                        <a:buFont typeface="Arial"/>
                        <a:buNone/>
                      </a:pPr>
                      <a:r>
                        <a:rPr lang="en-US" sz="1762" u="none" cap="none" strike="noStrike">
                          <a:solidFill>
                            <a:srgbClr val="000000"/>
                          </a:solidFill>
                          <a:latin typeface="Montserrat"/>
                          <a:ea typeface="Montserrat"/>
                          <a:cs typeface="Montserrat"/>
                          <a:sym typeface="Montserrat"/>
                        </a:rPr>
                        <a:t>Baja.</a:t>
                      </a:r>
                      <a:endParaRPr sz="1100" u="none" cap="none" strike="noStrike"/>
                    </a:p>
                  </a:txBody>
                  <a:tcPr marT="190500" marB="190500" marR="190500" marL="190500" anchor="ctr">
                    <a:lnL cap="flat" cmpd="sng" w="38100">
                      <a:solidFill>
                        <a:srgbClr val="BB99FF"/>
                      </a:solidFill>
                      <a:prstDash val="solid"/>
                      <a:round/>
                      <a:headEnd len="sm" w="sm" type="none"/>
                      <a:tailEnd len="sm" w="sm" type="none"/>
                    </a:lnL>
                    <a:lnR cap="flat" cmpd="sng" w="38100">
                      <a:solidFill>
                        <a:srgbClr val="BB99FF"/>
                      </a:solidFill>
                      <a:prstDash val="solid"/>
                      <a:round/>
                      <a:headEnd len="sm" w="sm" type="none"/>
                      <a:tailEnd len="sm" w="sm" type="none"/>
                    </a:lnR>
                    <a:lnT cap="flat" cmpd="sng" w="38100">
                      <a:solidFill>
                        <a:srgbClr val="BB99FF"/>
                      </a:solidFill>
                      <a:prstDash val="solid"/>
                      <a:round/>
                      <a:headEnd len="sm" w="sm" type="none"/>
                      <a:tailEnd len="sm" w="sm" type="none"/>
                    </a:lnT>
                    <a:lnB cap="flat" cmpd="sng" w="38100">
                      <a:solidFill>
                        <a:srgbClr val="BB99FF"/>
                      </a:solidFill>
                      <a:prstDash val="solid"/>
                      <a:round/>
                      <a:headEnd len="sm" w="sm" type="none"/>
                      <a:tailEnd len="sm" w="sm" type="none"/>
                    </a:lnB>
                  </a:tcPr>
                </a:tc>
                <a:tc>
                  <a:txBody>
                    <a:bodyPr/>
                    <a:lstStyle/>
                    <a:p>
                      <a:pPr indent="0" lvl="0" marL="0" marR="0" rtl="0" algn="ctr">
                        <a:lnSpc>
                          <a:spcPct val="140068"/>
                        </a:lnSpc>
                        <a:spcBef>
                          <a:spcPts val="0"/>
                        </a:spcBef>
                        <a:spcAft>
                          <a:spcPts val="0"/>
                        </a:spcAft>
                        <a:buClr>
                          <a:srgbClr val="000000"/>
                        </a:buClr>
                        <a:buSzPts val="1762"/>
                        <a:buFont typeface="Arial"/>
                        <a:buNone/>
                      </a:pPr>
                      <a:r>
                        <a:rPr lang="en-US" sz="1762" u="none" cap="none" strike="noStrike">
                          <a:solidFill>
                            <a:srgbClr val="000000"/>
                          </a:solidFill>
                          <a:latin typeface="Montserrat"/>
                          <a:ea typeface="Montserrat"/>
                          <a:cs typeface="Montserrat"/>
                          <a:sym typeface="Montserrat"/>
                        </a:rPr>
                        <a:t>Alta.</a:t>
                      </a:r>
                      <a:endParaRPr sz="1100" u="none" cap="none" strike="noStrike"/>
                    </a:p>
                  </a:txBody>
                  <a:tcPr marT="190500" marB="190500" marR="190500" marL="190500" anchor="ctr">
                    <a:lnL cap="flat" cmpd="sng" w="38100">
                      <a:solidFill>
                        <a:srgbClr val="BB99FF"/>
                      </a:solidFill>
                      <a:prstDash val="solid"/>
                      <a:round/>
                      <a:headEnd len="sm" w="sm" type="none"/>
                      <a:tailEnd len="sm" w="sm" type="none"/>
                    </a:lnL>
                    <a:lnR cap="flat" cmpd="sng" w="38100">
                      <a:solidFill>
                        <a:srgbClr val="BB99FF"/>
                      </a:solidFill>
                      <a:prstDash val="solid"/>
                      <a:round/>
                      <a:headEnd len="sm" w="sm" type="none"/>
                      <a:tailEnd len="sm" w="sm" type="none"/>
                    </a:lnR>
                    <a:lnT cap="flat" cmpd="sng" w="38100">
                      <a:solidFill>
                        <a:srgbClr val="BB99FF"/>
                      </a:solidFill>
                      <a:prstDash val="solid"/>
                      <a:round/>
                      <a:headEnd len="sm" w="sm" type="none"/>
                      <a:tailEnd len="sm" w="sm" type="none"/>
                    </a:lnT>
                    <a:lnB cap="flat" cmpd="sng" w="38100">
                      <a:solidFill>
                        <a:srgbClr val="BB99FF"/>
                      </a:solidFill>
                      <a:prstDash val="solid"/>
                      <a:round/>
                      <a:headEnd len="sm" w="sm" type="none"/>
                      <a:tailEnd len="sm" w="sm" type="none"/>
                    </a:lnB>
                  </a:tcPr>
                </a:tc>
              </a:tr>
              <a:tr h="1084100">
                <a:tc>
                  <a:txBody>
                    <a:bodyPr/>
                    <a:lstStyle/>
                    <a:p>
                      <a:pPr indent="0" lvl="0" marL="0" marR="0" rtl="0" algn="ctr">
                        <a:lnSpc>
                          <a:spcPct val="140068"/>
                        </a:lnSpc>
                        <a:spcBef>
                          <a:spcPts val="0"/>
                        </a:spcBef>
                        <a:spcAft>
                          <a:spcPts val="0"/>
                        </a:spcAft>
                        <a:buClr>
                          <a:srgbClr val="000000"/>
                        </a:buClr>
                        <a:buSzPts val="1762"/>
                        <a:buFont typeface="Arial"/>
                        <a:buNone/>
                      </a:pPr>
                      <a:r>
                        <a:rPr lang="en-US" sz="1762" u="none" cap="none" strike="noStrike">
                          <a:solidFill>
                            <a:srgbClr val="000000"/>
                          </a:solidFill>
                          <a:latin typeface="Montserrat"/>
                          <a:ea typeface="Montserrat"/>
                          <a:cs typeface="Montserrat"/>
                          <a:sym typeface="Montserrat"/>
                        </a:rPr>
                        <a:t>Uso recomendado</a:t>
                      </a:r>
                      <a:endParaRPr sz="1100" u="none" cap="none" strike="noStrike"/>
                    </a:p>
                  </a:txBody>
                  <a:tcPr marT="190500" marB="190500" marR="190500" marL="190500" anchor="ctr">
                    <a:lnL cap="flat" cmpd="sng" w="38100">
                      <a:solidFill>
                        <a:srgbClr val="BB99FF"/>
                      </a:solidFill>
                      <a:prstDash val="solid"/>
                      <a:round/>
                      <a:headEnd len="sm" w="sm" type="none"/>
                      <a:tailEnd len="sm" w="sm" type="none"/>
                    </a:lnL>
                    <a:lnR cap="flat" cmpd="sng" w="38100">
                      <a:solidFill>
                        <a:srgbClr val="BB99FF"/>
                      </a:solidFill>
                      <a:prstDash val="solid"/>
                      <a:round/>
                      <a:headEnd len="sm" w="sm" type="none"/>
                      <a:tailEnd len="sm" w="sm" type="none"/>
                    </a:lnR>
                    <a:lnT cap="flat" cmpd="sng" w="38100">
                      <a:solidFill>
                        <a:srgbClr val="BB99FF"/>
                      </a:solidFill>
                      <a:prstDash val="solid"/>
                      <a:round/>
                      <a:headEnd len="sm" w="sm" type="none"/>
                      <a:tailEnd len="sm" w="sm" type="none"/>
                    </a:lnT>
                    <a:lnB cap="flat" cmpd="sng" w="38100">
                      <a:solidFill>
                        <a:srgbClr val="BB99FF"/>
                      </a:solidFill>
                      <a:prstDash val="solid"/>
                      <a:round/>
                      <a:headEnd len="sm" w="sm" type="none"/>
                      <a:tailEnd len="sm" w="sm" type="none"/>
                    </a:lnB>
                  </a:tcPr>
                </a:tc>
                <a:tc>
                  <a:txBody>
                    <a:bodyPr/>
                    <a:lstStyle/>
                    <a:p>
                      <a:pPr indent="0" lvl="0" marL="0" marR="0" rtl="0" algn="ctr">
                        <a:lnSpc>
                          <a:spcPct val="140068"/>
                        </a:lnSpc>
                        <a:spcBef>
                          <a:spcPts val="0"/>
                        </a:spcBef>
                        <a:spcAft>
                          <a:spcPts val="0"/>
                        </a:spcAft>
                        <a:buClr>
                          <a:srgbClr val="000000"/>
                        </a:buClr>
                        <a:buSzPts val="1762"/>
                        <a:buFont typeface="Arial"/>
                        <a:buNone/>
                      </a:pPr>
                      <a:r>
                        <a:rPr lang="en-US" sz="1762" u="none" cap="none" strike="noStrike">
                          <a:solidFill>
                            <a:srgbClr val="000000"/>
                          </a:solidFill>
                          <a:latin typeface="Montserrat"/>
                          <a:ea typeface="Montserrat"/>
                          <a:cs typeface="Montserrat"/>
                          <a:sym typeface="Montserrat"/>
                        </a:rPr>
                        <a:t>Redes simples y fáciles de administrar.</a:t>
                      </a:r>
                      <a:endParaRPr sz="1100" u="none" cap="none" strike="noStrike"/>
                    </a:p>
                  </a:txBody>
                  <a:tcPr marT="190500" marB="190500" marR="190500" marL="190500" anchor="ctr">
                    <a:lnL cap="flat" cmpd="sng" w="38100">
                      <a:solidFill>
                        <a:srgbClr val="BB99FF"/>
                      </a:solidFill>
                      <a:prstDash val="solid"/>
                      <a:round/>
                      <a:headEnd len="sm" w="sm" type="none"/>
                      <a:tailEnd len="sm" w="sm" type="none"/>
                    </a:lnL>
                    <a:lnR cap="flat" cmpd="sng" w="38100">
                      <a:solidFill>
                        <a:srgbClr val="BB99FF"/>
                      </a:solidFill>
                      <a:prstDash val="solid"/>
                      <a:round/>
                      <a:headEnd len="sm" w="sm" type="none"/>
                      <a:tailEnd len="sm" w="sm" type="none"/>
                    </a:lnR>
                    <a:lnT cap="flat" cmpd="sng" w="38100">
                      <a:solidFill>
                        <a:srgbClr val="BB99FF"/>
                      </a:solidFill>
                      <a:prstDash val="solid"/>
                      <a:round/>
                      <a:headEnd len="sm" w="sm" type="none"/>
                      <a:tailEnd len="sm" w="sm" type="none"/>
                    </a:lnT>
                    <a:lnB cap="flat" cmpd="sng" w="38100">
                      <a:solidFill>
                        <a:srgbClr val="BB99FF"/>
                      </a:solidFill>
                      <a:prstDash val="solid"/>
                      <a:round/>
                      <a:headEnd len="sm" w="sm" type="none"/>
                      <a:tailEnd len="sm" w="sm" type="none"/>
                    </a:lnB>
                  </a:tcPr>
                </a:tc>
                <a:tc>
                  <a:txBody>
                    <a:bodyPr/>
                    <a:lstStyle/>
                    <a:p>
                      <a:pPr indent="0" lvl="0" marL="0" marR="0" rtl="0" algn="ctr">
                        <a:lnSpc>
                          <a:spcPct val="140068"/>
                        </a:lnSpc>
                        <a:spcBef>
                          <a:spcPts val="0"/>
                        </a:spcBef>
                        <a:spcAft>
                          <a:spcPts val="0"/>
                        </a:spcAft>
                        <a:buClr>
                          <a:srgbClr val="000000"/>
                        </a:buClr>
                        <a:buSzPts val="1762"/>
                        <a:buFont typeface="Arial"/>
                        <a:buNone/>
                      </a:pPr>
                      <a:r>
                        <a:rPr lang="en-US" sz="1762" u="none" cap="none" strike="noStrike">
                          <a:solidFill>
                            <a:srgbClr val="000000"/>
                          </a:solidFill>
                          <a:latin typeface="Montserrat"/>
                          <a:ea typeface="Montserrat"/>
                          <a:cs typeface="Montserrat"/>
                          <a:sym typeface="Montserrat"/>
                        </a:rPr>
                        <a:t>Redes grandes y escalables.</a:t>
                      </a:r>
                      <a:endParaRPr sz="1100" u="none" cap="none" strike="noStrike"/>
                    </a:p>
                  </a:txBody>
                  <a:tcPr marT="190500" marB="190500" marR="190500" marL="190500" anchor="ctr">
                    <a:lnL cap="flat" cmpd="sng" w="38100">
                      <a:solidFill>
                        <a:srgbClr val="BB99FF"/>
                      </a:solidFill>
                      <a:prstDash val="solid"/>
                      <a:round/>
                      <a:headEnd len="sm" w="sm" type="none"/>
                      <a:tailEnd len="sm" w="sm" type="none"/>
                    </a:lnL>
                    <a:lnR cap="flat" cmpd="sng" w="38100">
                      <a:solidFill>
                        <a:srgbClr val="BB99FF"/>
                      </a:solidFill>
                      <a:prstDash val="solid"/>
                      <a:round/>
                      <a:headEnd len="sm" w="sm" type="none"/>
                      <a:tailEnd len="sm" w="sm" type="none"/>
                    </a:lnR>
                    <a:lnT cap="flat" cmpd="sng" w="38100">
                      <a:solidFill>
                        <a:srgbClr val="BB99FF"/>
                      </a:solidFill>
                      <a:prstDash val="solid"/>
                      <a:round/>
                      <a:headEnd len="sm" w="sm" type="none"/>
                      <a:tailEnd len="sm" w="sm" type="none"/>
                    </a:lnT>
                    <a:lnB cap="flat" cmpd="sng" w="38100">
                      <a:solidFill>
                        <a:srgbClr val="BB99FF"/>
                      </a:solidFill>
                      <a:prstDash val="solid"/>
                      <a:round/>
                      <a:headEnd len="sm" w="sm" type="none"/>
                      <a:tailEnd len="sm" w="sm" type="none"/>
                    </a:lnB>
                  </a:tcPr>
                </a:tc>
              </a:tr>
            </a:tbl>
          </a:graphicData>
        </a:graphic>
      </p:graphicFrame>
      <p:sp>
        <p:nvSpPr>
          <p:cNvPr id="377" name="Google Shape;377;p30"/>
          <p:cNvSpPr txBox="1"/>
          <p:nvPr/>
        </p:nvSpPr>
        <p:spPr>
          <a:xfrm>
            <a:off x="2383392" y="1280665"/>
            <a:ext cx="2391841" cy="225790"/>
          </a:xfrm>
          <a:prstGeom prst="rect">
            <a:avLst/>
          </a:prstGeom>
          <a:noFill/>
          <a:ln>
            <a:noFill/>
          </a:ln>
        </p:spPr>
        <p:txBody>
          <a:bodyPr anchorCtr="0" anchor="t" bIns="0" lIns="0" spcFirstLastPara="1" rIns="0" wrap="square" tIns="0">
            <a:spAutoFit/>
          </a:bodyPr>
          <a:lstStyle/>
          <a:p>
            <a:pPr indent="0" lvl="0" marL="0" marR="0" rtl="0" algn="l">
              <a:lnSpc>
                <a:spcPct val="100056"/>
              </a:lnSpc>
              <a:spcBef>
                <a:spcPts val="0"/>
              </a:spcBef>
              <a:spcAft>
                <a:spcPts val="0"/>
              </a:spcAft>
              <a:buClr>
                <a:srgbClr val="000000"/>
              </a:buClr>
              <a:buSzPts val="1762"/>
              <a:buFont typeface="Arial"/>
              <a:buNone/>
            </a:pPr>
            <a:r>
              <a:rPr b="1" i="0" lang="en-US" sz="1762" u="none" cap="none" strike="noStrike">
                <a:solidFill>
                  <a:srgbClr val="FFFFFF"/>
                </a:solidFill>
                <a:latin typeface="Montserrat"/>
                <a:ea typeface="Montserrat"/>
                <a:cs typeface="Montserrat"/>
                <a:sym typeface="Montserrat"/>
              </a:rPr>
              <a:t>STUDIO SHODWE</a:t>
            </a:r>
            <a:endParaRPr b="0" i="0" sz="1400" u="none" cap="none" strike="noStrike">
              <a:solidFill>
                <a:srgbClr val="000000"/>
              </a:solidFill>
              <a:latin typeface="Arial"/>
              <a:ea typeface="Arial"/>
              <a:cs typeface="Arial"/>
              <a:sym typeface="Arial"/>
            </a:endParaRPr>
          </a:p>
        </p:txBody>
      </p:sp>
      <p:sp>
        <p:nvSpPr>
          <p:cNvPr id="378" name="Google Shape;378;p30"/>
          <p:cNvSpPr txBox="1"/>
          <p:nvPr/>
        </p:nvSpPr>
        <p:spPr>
          <a:xfrm>
            <a:off x="9008073" y="239629"/>
            <a:ext cx="8251227" cy="25241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5500"/>
              <a:buFont typeface="Arial"/>
              <a:buNone/>
            </a:pPr>
            <a:r>
              <a:rPr b="0" i="0" lang="en-US" sz="5500" u="none" cap="none" strike="noStrike">
                <a:solidFill>
                  <a:srgbClr val="415AC6"/>
                </a:solidFill>
                <a:latin typeface="Arial"/>
                <a:ea typeface="Arial"/>
                <a:cs typeface="Arial"/>
                <a:sym typeface="Arial"/>
              </a:rPr>
              <a:t>Diferencias y Establecimiento de Redes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3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962" l="0" r="0" t="-996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4" name="Google Shape;384;p36"/>
          <p:cNvSpPr/>
          <p:nvPr/>
        </p:nvSpPr>
        <p:spPr>
          <a:xfrm rot="-1508563">
            <a:off x="7042952" y="1987343"/>
            <a:ext cx="4555195" cy="6023399"/>
          </a:xfrm>
          <a:custGeom>
            <a:rect b="b" l="l" r="r" t="t"/>
            <a:pathLst>
              <a:path extrusionOk="0" h="6023399" w="4555195">
                <a:moveTo>
                  <a:pt x="0" y="0"/>
                </a:moveTo>
                <a:lnTo>
                  <a:pt x="4555195" y="0"/>
                </a:lnTo>
                <a:lnTo>
                  <a:pt x="4555195" y="6023398"/>
                </a:lnTo>
                <a:lnTo>
                  <a:pt x="0" y="6023398"/>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5" name="Google Shape;385;p36"/>
          <p:cNvSpPr/>
          <p:nvPr/>
        </p:nvSpPr>
        <p:spPr>
          <a:xfrm>
            <a:off x="12661944" y="1497972"/>
            <a:ext cx="4090367" cy="1294043"/>
          </a:xfrm>
          <a:custGeom>
            <a:rect b="b" l="l" r="r" t="t"/>
            <a:pathLst>
              <a:path extrusionOk="0" h="1294043" w="4090367">
                <a:moveTo>
                  <a:pt x="0" y="0"/>
                </a:moveTo>
                <a:lnTo>
                  <a:pt x="4090367" y="0"/>
                </a:lnTo>
                <a:lnTo>
                  <a:pt x="4090367" y="1294044"/>
                </a:lnTo>
                <a:lnTo>
                  <a:pt x="0" y="1294044"/>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6" name="Google Shape;386;p36"/>
          <p:cNvSpPr/>
          <p:nvPr/>
        </p:nvSpPr>
        <p:spPr>
          <a:xfrm>
            <a:off x="1604622" y="1497972"/>
            <a:ext cx="4090367" cy="1294043"/>
          </a:xfrm>
          <a:custGeom>
            <a:rect b="b" l="l" r="r" t="t"/>
            <a:pathLst>
              <a:path extrusionOk="0" h="1294043" w="4090367">
                <a:moveTo>
                  <a:pt x="0" y="0"/>
                </a:moveTo>
                <a:lnTo>
                  <a:pt x="4090367" y="0"/>
                </a:lnTo>
                <a:lnTo>
                  <a:pt x="4090367" y="1294044"/>
                </a:lnTo>
                <a:lnTo>
                  <a:pt x="0" y="1294044"/>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7" name="Google Shape;387;p36"/>
          <p:cNvSpPr/>
          <p:nvPr/>
        </p:nvSpPr>
        <p:spPr>
          <a:xfrm>
            <a:off x="12661944" y="6134001"/>
            <a:ext cx="4090367" cy="1294043"/>
          </a:xfrm>
          <a:custGeom>
            <a:rect b="b" l="l" r="r" t="t"/>
            <a:pathLst>
              <a:path extrusionOk="0" h="1294043" w="4090367">
                <a:moveTo>
                  <a:pt x="0" y="0"/>
                </a:moveTo>
                <a:lnTo>
                  <a:pt x="4090367" y="0"/>
                </a:lnTo>
                <a:lnTo>
                  <a:pt x="4090367" y="1294043"/>
                </a:lnTo>
                <a:lnTo>
                  <a:pt x="0" y="1294043"/>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8" name="Google Shape;388;p36"/>
          <p:cNvSpPr/>
          <p:nvPr/>
        </p:nvSpPr>
        <p:spPr>
          <a:xfrm>
            <a:off x="1604622" y="6134001"/>
            <a:ext cx="4090367" cy="1294043"/>
          </a:xfrm>
          <a:custGeom>
            <a:rect b="b" l="l" r="r" t="t"/>
            <a:pathLst>
              <a:path extrusionOk="0" h="1294043" w="4090367">
                <a:moveTo>
                  <a:pt x="0" y="0"/>
                </a:moveTo>
                <a:lnTo>
                  <a:pt x="4090367" y="0"/>
                </a:lnTo>
                <a:lnTo>
                  <a:pt x="4090367" y="1294043"/>
                </a:lnTo>
                <a:lnTo>
                  <a:pt x="0" y="1294043"/>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9" name="Google Shape;389;p36"/>
          <p:cNvSpPr txBox="1"/>
          <p:nvPr/>
        </p:nvSpPr>
        <p:spPr>
          <a:xfrm>
            <a:off x="12593011" y="3144594"/>
            <a:ext cx="3827048" cy="1201481"/>
          </a:xfrm>
          <a:prstGeom prst="rect">
            <a:avLst/>
          </a:prstGeom>
          <a:noFill/>
          <a:ln>
            <a:noFill/>
          </a:ln>
        </p:spPr>
        <p:txBody>
          <a:bodyPr anchorCtr="0" anchor="t" bIns="0" lIns="0" spcFirstLastPara="1" rIns="0" wrap="square" tIns="0">
            <a:spAutoFit/>
          </a:bodyPr>
          <a:lstStyle/>
          <a:p>
            <a:pPr indent="-189632" lvl="1" marL="379264" marR="0" rtl="0" algn="ctr">
              <a:lnSpc>
                <a:spcPct val="140034"/>
              </a:lnSpc>
              <a:spcBef>
                <a:spcPts val="0"/>
              </a:spcBef>
              <a:spcAft>
                <a:spcPts val="0"/>
              </a:spcAft>
              <a:buClr>
                <a:srgbClr val="FFFFFF"/>
              </a:buClr>
              <a:buSzPts val="1756"/>
              <a:buFont typeface="Arial"/>
              <a:buChar char="•"/>
            </a:pPr>
            <a:r>
              <a:rPr b="0" i="0" lang="en-US" sz="1756" u="none" cap="none" strike="noStrike">
                <a:solidFill>
                  <a:srgbClr val="FFFFFF"/>
                </a:solidFill>
                <a:latin typeface="Sniglet"/>
                <a:ea typeface="Sniglet"/>
                <a:cs typeface="Sniglet"/>
                <a:sym typeface="Sniglet"/>
              </a:rPr>
              <a:t>Define cuántos bits son de red y cuántos de host.</a:t>
            </a:r>
            <a:endParaRPr b="0" i="0" sz="1400" u="none" cap="none" strike="noStrike">
              <a:solidFill>
                <a:srgbClr val="000000"/>
              </a:solidFill>
              <a:latin typeface="Arial"/>
              <a:ea typeface="Arial"/>
              <a:cs typeface="Arial"/>
              <a:sym typeface="Arial"/>
            </a:endParaRPr>
          </a:p>
          <a:p>
            <a:pPr indent="-189632" lvl="1" marL="379264" marR="0" rtl="0" algn="ctr">
              <a:lnSpc>
                <a:spcPct val="140034"/>
              </a:lnSpc>
              <a:spcBef>
                <a:spcPts val="0"/>
              </a:spcBef>
              <a:spcAft>
                <a:spcPts val="0"/>
              </a:spcAft>
              <a:buClr>
                <a:srgbClr val="FFFFFF"/>
              </a:buClr>
              <a:buSzPts val="1756"/>
              <a:buFont typeface="Arial"/>
              <a:buChar char="•"/>
            </a:pPr>
            <a:r>
              <a:rPr b="0" i="0" lang="en-US" sz="1756" u="none" cap="none" strike="noStrike">
                <a:solidFill>
                  <a:srgbClr val="FFFFFF"/>
                </a:solidFill>
                <a:latin typeface="Sniglet"/>
                <a:ea typeface="Sniglet"/>
                <a:cs typeface="Sniglet"/>
                <a:sym typeface="Sniglet"/>
              </a:rPr>
              <a:t>Ejemplo: 255.255.255.0 → /24.</a:t>
            </a:r>
            <a:endParaRPr b="0" i="0" sz="1400" u="none" cap="none" strike="noStrike">
              <a:solidFill>
                <a:srgbClr val="000000"/>
              </a:solidFill>
              <a:latin typeface="Arial"/>
              <a:ea typeface="Arial"/>
              <a:cs typeface="Arial"/>
              <a:sym typeface="Arial"/>
            </a:endParaRPr>
          </a:p>
          <a:p>
            <a:pPr indent="0" lvl="0" marL="0" marR="0" rtl="0" algn="ctr">
              <a:lnSpc>
                <a:spcPct val="140034"/>
              </a:lnSpc>
              <a:spcBef>
                <a:spcPts val="0"/>
              </a:spcBef>
              <a:spcAft>
                <a:spcPts val="0"/>
              </a:spcAft>
              <a:buClr>
                <a:srgbClr val="000000"/>
              </a:buClr>
              <a:buSzPts val="1756"/>
              <a:buFont typeface="Arial"/>
              <a:buNone/>
            </a:pPr>
            <a:r>
              <a:t/>
            </a:r>
            <a:endParaRPr b="0" i="0" sz="1756" u="none" cap="none" strike="noStrike">
              <a:solidFill>
                <a:srgbClr val="FFFFFF"/>
              </a:solidFill>
              <a:latin typeface="Sniglet"/>
              <a:ea typeface="Sniglet"/>
              <a:cs typeface="Sniglet"/>
              <a:sym typeface="Sniglet"/>
            </a:endParaRPr>
          </a:p>
        </p:txBody>
      </p:sp>
      <p:sp>
        <p:nvSpPr>
          <p:cNvPr id="390" name="Google Shape;390;p36"/>
          <p:cNvSpPr txBox="1"/>
          <p:nvPr/>
        </p:nvSpPr>
        <p:spPr>
          <a:xfrm>
            <a:off x="1085329" y="3144594"/>
            <a:ext cx="4727767" cy="2114625"/>
          </a:xfrm>
          <a:prstGeom prst="rect">
            <a:avLst/>
          </a:prstGeom>
          <a:noFill/>
          <a:ln>
            <a:noFill/>
          </a:ln>
        </p:spPr>
        <p:txBody>
          <a:bodyPr anchorCtr="0" anchor="t" bIns="0" lIns="0" spcFirstLastPara="1" rIns="0" wrap="square" tIns="0">
            <a:spAutoFit/>
          </a:bodyPr>
          <a:lstStyle/>
          <a:p>
            <a:pPr indent="-189632" lvl="1" marL="379264" marR="0" rtl="0" algn="ctr">
              <a:lnSpc>
                <a:spcPct val="140034"/>
              </a:lnSpc>
              <a:spcBef>
                <a:spcPts val="0"/>
              </a:spcBef>
              <a:spcAft>
                <a:spcPts val="0"/>
              </a:spcAft>
              <a:buClr>
                <a:srgbClr val="FFFFFF"/>
              </a:buClr>
              <a:buSzPts val="1756"/>
              <a:buFont typeface="Arial"/>
              <a:buChar char="•"/>
            </a:pPr>
            <a:r>
              <a:rPr b="0" i="0" lang="en-US" sz="1756" u="none" cap="none" strike="noStrike">
                <a:solidFill>
                  <a:srgbClr val="FFFFFF"/>
                </a:solidFill>
                <a:latin typeface="Sniglet"/>
                <a:ea typeface="Sniglet"/>
                <a:cs typeface="Sniglet"/>
                <a:sym typeface="Sniglet"/>
              </a:rPr>
              <a:t>Identifican dispositivos en la red.</a:t>
            </a:r>
            <a:endParaRPr b="0" i="0" sz="1400" u="none" cap="none" strike="noStrike">
              <a:solidFill>
                <a:srgbClr val="000000"/>
              </a:solidFill>
              <a:latin typeface="Arial"/>
              <a:ea typeface="Arial"/>
              <a:cs typeface="Arial"/>
              <a:sym typeface="Arial"/>
            </a:endParaRPr>
          </a:p>
          <a:p>
            <a:pPr indent="-189632" lvl="1" marL="379264" marR="0" rtl="0" algn="ctr">
              <a:lnSpc>
                <a:spcPct val="140034"/>
              </a:lnSpc>
              <a:spcBef>
                <a:spcPts val="0"/>
              </a:spcBef>
              <a:spcAft>
                <a:spcPts val="0"/>
              </a:spcAft>
              <a:buClr>
                <a:srgbClr val="FFFFFF"/>
              </a:buClr>
              <a:buSzPts val="1756"/>
              <a:buFont typeface="Arial"/>
              <a:buChar char="•"/>
            </a:pPr>
            <a:r>
              <a:rPr b="0" i="0" lang="en-US" sz="1756" u="none" cap="none" strike="noStrike">
                <a:solidFill>
                  <a:srgbClr val="FFFFFF"/>
                </a:solidFill>
                <a:latin typeface="Sniglet"/>
                <a:ea typeface="Sniglet"/>
                <a:cs typeface="Sniglet"/>
                <a:sym typeface="Sniglet"/>
              </a:rPr>
              <a:t>Operan en la Capa 3 del modelo OSI.</a:t>
            </a:r>
            <a:endParaRPr b="0" i="0" sz="1400" u="none" cap="none" strike="noStrike">
              <a:solidFill>
                <a:srgbClr val="000000"/>
              </a:solidFill>
              <a:latin typeface="Arial"/>
              <a:ea typeface="Arial"/>
              <a:cs typeface="Arial"/>
              <a:sym typeface="Arial"/>
            </a:endParaRPr>
          </a:p>
          <a:p>
            <a:pPr indent="-189632" lvl="1" marL="379264" marR="0" rtl="0" algn="ctr">
              <a:lnSpc>
                <a:spcPct val="140034"/>
              </a:lnSpc>
              <a:spcBef>
                <a:spcPts val="0"/>
              </a:spcBef>
              <a:spcAft>
                <a:spcPts val="0"/>
              </a:spcAft>
              <a:buClr>
                <a:srgbClr val="FFFFFF"/>
              </a:buClr>
              <a:buSzPts val="1756"/>
              <a:buFont typeface="Arial"/>
              <a:buChar char="•"/>
            </a:pPr>
            <a:r>
              <a:rPr b="0" i="0" lang="en-US" sz="1756" u="none" cap="none" strike="noStrike">
                <a:solidFill>
                  <a:srgbClr val="FFFFFF"/>
                </a:solidFill>
                <a:latin typeface="Sniglet"/>
                <a:ea typeface="Sniglet"/>
                <a:cs typeface="Sniglet"/>
                <a:sym typeface="Sniglet"/>
              </a:rPr>
              <a:t>Dos versiones: IPv4 (32 bits) y IPv6 (128 bits).</a:t>
            </a:r>
            <a:endParaRPr b="0" i="0" sz="1400" u="none" cap="none" strike="noStrike">
              <a:solidFill>
                <a:srgbClr val="000000"/>
              </a:solidFill>
              <a:latin typeface="Arial"/>
              <a:ea typeface="Arial"/>
              <a:cs typeface="Arial"/>
              <a:sym typeface="Arial"/>
            </a:endParaRPr>
          </a:p>
          <a:p>
            <a:pPr indent="-189632" lvl="1" marL="379264" marR="0" rtl="0" algn="ctr">
              <a:lnSpc>
                <a:spcPct val="140034"/>
              </a:lnSpc>
              <a:spcBef>
                <a:spcPts val="0"/>
              </a:spcBef>
              <a:spcAft>
                <a:spcPts val="0"/>
              </a:spcAft>
              <a:buClr>
                <a:srgbClr val="FFFFFF"/>
              </a:buClr>
              <a:buSzPts val="1756"/>
              <a:buFont typeface="Arial"/>
              <a:buChar char="•"/>
            </a:pPr>
            <a:r>
              <a:rPr b="0" i="0" lang="en-US" sz="1756" u="none" cap="none" strike="noStrike">
                <a:solidFill>
                  <a:srgbClr val="FFFFFF"/>
                </a:solidFill>
                <a:latin typeface="Sniglet"/>
                <a:ea typeface="Sniglet"/>
                <a:cs typeface="Sniglet"/>
                <a:sym typeface="Sniglet"/>
              </a:rPr>
              <a:t>Asignación: DHCP (dinámica) o manual (estática).</a:t>
            </a:r>
            <a:endParaRPr b="0" i="0" sz="1400" u="none" cap="none" strike="noStrike">
              <a:solidFill>
                <a:srgbClr val="000000"/>
              </a:solidFill>
              <a:latin typeface="Arial"/>
              <a:ea typeface="Arial"/>
              <a:cs typeface="Arial"/>
              <a:sym typeface="Arial"/>
            </a:endParaRPr>
          </a:p>
          <a:p>
            <a:pPr indent="0" lvl="0" marL="0" marR="0" rtl="0" algn="ctr">
              <a:lnSpc>
                <a:spcPct val="140034"/>
              </a:lnSpc>
              <a:spcBef>
                <a:spcPts val="0"/>
              </a:spcBef>
              <a:spcAft>
                <a:spcPts val="0"/>
              </a:spcAft>
              <a:buClr>
                <a:srgbClr val="000000"/>
              </a:buClr>
              <a:buSzPts val="1756"/>
              <a:buFont typeface="Arial"/>
              <a:buNone/>
            </a:pPr>
            <a:r>
              <a:t/>
            </a:r>
            <a:endParaRPr b="0" i="0" sz="1756" u="none" cap="none" strike="noStrike">
              <a:solidFill>
                <a:srgbClr val="FFFFFF"/>
              </a:solidFill>
              <a:latin typeface="Sniglet"/>
              <a:ea typeface="Sniglet"/>
              <a:cs typeface="Sniglet"/>
              <a:sym typeface="Sniglet"/>
            </a:endParaRPr>
          </a:p>
          <a:p>
            <a:pPr indent="0" lvl="0" marL="0" marR="0" rtl="0" algn="ctr">
              <a:lnSpc>
                <a:spcPct val="140034"/>
              </a:lnSpc>
              <a:spcBef>
                <a:spcPts val="0"/>
              </a:spcBef>
              <a:spcAft>
                <a:spcPts val="0"/>
              </a:spcAft>
              <a:buClr>
                <a:srgbClr val="000000"/>
              </a:buClr>
              <a:buSzPts val="1756"/>
              <a:buFont typeface="Arial"/>
              <a:buNone/>
            </a:pPr>
            <a:r>
              <a:t/>
            </a:r>
            <a:endParaRPr b="0" i="0" sz="1756" u="none" cap="none" strike="noStrike">
              <a:solidFill>
                <a:srgbClr val="FFFFFF"/>
              </a:solidFill>
              <a:latin typeface="Sniglet"/>
              <a:ea typeface="Sniglet"/>
              <a:cs typeface="Sniglet"/>
              <a:sym typeface="Sniglet"/>
            </a:endParaRPr>
          </a:p>
        </p:txBody>
      </p:sp>
      <p:sp>
        <p:nvSpPr>
          <p:cNvPr id="391" name="Google Shape;391;p36"/>
          <p:cNvSpPr txBox="1"/>
          <p:nvPr/>
        </p:nvSpPr>
        <p:spPr>
          <a:xfrm>
            <a:off x="12593011" y="7780623"/>
            <a:ext cx="3827048" cy="1505862"/>
          </a:xfrm>
          <a:prstGeom prst="rect">
            <a:avLst/>
          </a:prstGeom>
          <a:noFill/>
          <a:ln>
            <a:noFill/>
          </a:ln>
        </p:spPr>
        <p:txBody>
          <a:bodyPr anchorCtr="0" anchor="t" bIns="0" lIns="0" spcFirstLastPara="1" rIns="0" wrap="square" tIns="0">
            <a:spAutoFit/>
          </a:bodyPr>
          <a:lstStyle/>
          <a:p>
            <a:pPr indent="-189632" lvl="1" marL="379264" marR="0" rtl="0" algn="ctr">
              <a:lnSpc>
                <a:spcPct val="140034"/>
              </a:lnSpc>
              <a:spcBef>
                <a:spcPts val="0"/>
              </a:spcBef>
              <a:spcAft>
                <a:spcPts val="0"/>
              </a:spcAft>
              <a:buClr>
                <a:srgbClr val="FFFFFF"/>
              </a:buClr>
              <a:buSzPts val="1756"/>
              <a:buFont typeface="Arial"/>
              <a:buChar char="•"/>
            </a:pPr>
            <a:r>
              <a:rPr b="0" i="0" lang="en-US" sz="1756" u="none" cap="none" strike="noStrike">
                <a:solidFill>
                  <a:srgbClr val="FFFFFF"/>
                </a:solidFill>
                <a:latin typeface="Sniglet"/>
                <a:ea typeface="Sniglet"/>
                <a:cs typeface="Sniglet"/>
                <a:sym typeface="Sniglet"/>
              </a:rPr>
              <a:t>Tamaño de subred según necesidad.</a:t>
            </a:r>
            <a:endParaRPr b="0" i="0" sz="1400" u="none" cap="none" strike="noStrike">
              <a:solidFill>
                <a:srgbClr val="000000"/>
              </a:solidFill>
              <a:latin typeface="Arial"/>
              <a:ea typeface="Arial"/>
              <a:cs typeface="Arial"/>
              <a:sym typeface="Arial"/>
            </a:endParaRPr>
          </a:p>
          <a:p>
            <a:pPr indent="-189632" lvl="1" marL="379264" marR="0" rtl="0" algn="ctr">
              <a:lnSpc>
                <a:spcPct val="140034"/>
              </a:lnSpc>
              <a:spcBef>
                <a:spcPts val="0"/>
              </a:spcBef>
              <a:spcAft>
                <a:spcPts val="0"/>
              </a:spcAft>
              <a:buClr>
                <a:srgbClr val="FFFFFF"/>
              </a:buClr>
              <a:buSzPts val="1756"/>
              <a:buFont typeface="Arial"/>
              <a:buChar char="•"/>
            </a:pPr>
            <a:r>
              <a:rPr b="0" i="0" lang="en-US" sz="1756" u="none" cap="none" strike="noStrike">
                <a:solidFill>
                  <a:srgbClr val="FFFFFF"/>
                </a:solidFill>
                <a:latin typeface="Sniglet"/>
                <a:ea typeface="Sniglet"/>
                <a:cs typeface="Sniglet"/>
                <a:sym typeface="Sniglet"/>
              </a:rPr>
              <a:t>Más eficiente y flexible, pero complejo de administrar.</a:t>
            </a:r>
            <a:endParaRPr b="0" i="0" sz="1400" u="none" cap="none" strike="noStrike">
              <a:solidFill>
                <a:srgbClr val="000000"/>
              </a:solidFill>
              <a:latin typeface="Arial"/>
              <a:ea typeface="Arial"/>
              <a:cs typeface="Arial"/>
              <a:sym typeface="Arial"/>
            </a:endParaRPr>
          </a:p>
          <a:p>
            <a:pPr indent="0" lvl="0" marL="0" marR="0" rtl="0" algn="ctr">
              <a:lnSpc>
                <a:spcPct val="140034"/>
              </a:lnSpc>
              <a:spcBef>
                <a:spcPts val="0"/>
              </a:spcBef>
              <a:spcAft>
                <a:spcPts val="0"/>
              </a:spcAft>
              <a:buClr>
                <a:srgbClr val="000000"/>
              </a:buClr>
              <a:buSzPts val="1756"/>
              <a:buFont typeface="Arial"/>
              <a:buNone/>
            </a:pPr>
            <a:r>
              <a:t/>
            </a:r>
            <a:endParaRPr b="0" i="0" sz="1756" u="none" cap="none" strike="noStrike">
              <a:solidFill>
                <a:srgbClr val="FFFFFF"/>
              </a:solidFill>
              <a:latin typeface="Sniglet"/>
              <a:ea typeface="Sniglet"/>
              <a:cs typeface="Sniglet"/>
              <a:sym typeface="Sniglet"/>
            </a:endParaRPr>
          </a:p>
        </p:txBody>
      </p:sp>
      <p:sp>
        <p:nvSpPr>
          <p:cNvPr id="392" name="Google Shape;392;p36"/>
          <p:cNvSpPr txBox="1"/>
          <p:nvPr/>
        </p:nvSpPr>
        <p:spPr>
          <a:xfrm>
            <a:off x="1535689" y="7780623"/>
            <a:ext cx="3827048" cy="1505862"/>
          </a:xfrm>
          <a:prstGeom prst="rect">
            <a:avLst/>
          </a:prstGeom>
          <a:noFill/>
          <a:ln>
            <a:noFill/>
          </a:ln>
        </p:spPr>
        <p:txBody>
          <a:bodyPr anchorCtr="0" anchor="t" bIns="0" lIns="0" spcFirstLastPara="1" rIns="0" wrap="square" tIns="0">
            <a:spAutoFit/>
          </a:bodyPr>
          <a:lstStyle/>
          <a:p>
            <a:pPr indent="-189632" lvl="1" marL="379264" marR="0" rtl="0" algn="ctr">
              <a:lnSpc>
                <a:spcPct val="140034"/>
              </a:lnSpc>
              <a:spcBef>
                <a:spcPts val="0"/>
              </a:spcBef>
              <a:spcAft>
                <a:spcPts val="0"/>
              </a:spcAft>
              <a:buClr>
                <a:srgbClr val="FFFFFF"/>
              </a:buClr>
              <a:buSzPts val="1756"/>
              <a:buFont typeface="Arial"/>
              <a:buChar char="•"/>
            </a:pPr>
            <a:r>
              <a:rPr b="0" i="0" lang="en-US" sz="1756" u="none" cap="none" strike="noStrike">
                <a:solidFill>
                  <a:srgbClr val="FFFFFF"/>
                </a:solidFill>
                <a:latin typeface="Sniglet"/>
                <a:ea typeface="Sniglet"/>
                <a:cs typeface="Sniglet"/>
                <a:sym typeface="Sniglet"/>
              </a:rPr>
              <a:t>Misma cantidad de hosts por subred.</a:t>
            </a:r>
            <a:endParaRPr b="0" i="0" sz="1400" u="none" cap="none" strike="noStrike">
              <a:solidFill>
                <a:srgbClr val="000000"/>
              </a:solidFill>
              <a:latin typeface="Arial"/>
              <a:ea typeface="Arial"/>
              <a:cs typeface="Arial"/>
              <a:sym typeface="Arial"/>
            </a:endParaRPr>
          </a:p>
          <a:p>
            <a:pPr indent="-189632" lvl="1" marL="379264" marR="0" rtl="0" algn="ctr">
              <a:lnSpc>
                <a:spcPct val="140034"/>
              </a:lnSpc>
              <a:spcBef>
                <a:spcPts val="0"/>
              </a:spcBef>
              <a:spcAft>
                <a:spcPts val="0"/>
              </a:spcAft>
              <a:buClr>
                <a:srgbClr val="FFFFFF"/>
              </a:buClr>
              <a:buSzPts val="1756"/>
              <a:buFont typeface="Arial"/>
              <a:buChar char="•"/>
            </a:pPr>
            <a:r>
              <a:rPr b="0" i="0" lang="en-US" sz="1756" u="none" cap="none" strike="noStrike">
                <a:solidFill>
                  <a:srgbClr val="FFFFFF"/>
                </a:solidFill>
                <a:latin typeface="Sniglet"/>
                <a:ea typeface="Sniglet"/>
                <a:cs typeface="Sniglet"/>
                <a:sym typeface="Sniglet"/>
              </a:rPr>
              <a:t>Simple, pero puede desperdiciar direcciones IP.</a:t>
            </a:r>
            <a:endParaRPr b="0" i="0" sz="1400" u="none" cap="none" strike="noStrike">
              <a:solidFill>
                <a:srgbClr val="000000"/>
              </a:solidFill>
              <a:latin typeface="Arial"/>
              <a:ea typeface="Arial"/>
              <a:cs typeface="Arial"/>
              <a:sym typeface="Arial"/>
            </a:endParaRPr>
          </a:p>
          <a:p>
            <a:pPr indent="0" lvl="0" marL="0" marR="0" rtl="0" algn="ctr">
              <a:lnSpc>
                <a:spcPct val="140034"/>
              </a:lnSpc>
              <a:spcBef>
                <a:spcPts val="0"/>
              </a:spcBef>
              <a:spcAft>
                <a:spcPts val="0"/>
              </a:spcAft>
              <a:buClr>
                <a:srgbClr val="000000"/>
              </a:buClr>
              <a:buSzPts val="1756"/>
              <a:buFont typeface="Arial"/>
              <a:buNone/>
            </a:pPr>
            <a:r>
              <a:t/>
            </a:r>
            <a:endParaRPr b="0" i="0" sz="1756" u="none" cap="none" strike="noStrike">
              <a:solidFill>
                <a:srgbClr val="FFFFFF"/>
              </a:solidFill>
              <a:latin typeface="Sniglet"/>
              <a:ea typeface="Sniglet"/>
              <a:cs typeface="Sniglet"/>
              <a:sym typeface="Sniglet"/>
            </a:endParaRPr>
          </a:p>
        </p:txBody>
      </p:sp>
      <p:sp>
        <p:nvSpPr>
          <p:cNvPr id="393" name="Google Shape;393;p36"/>
          <p:cNvSpPr txBox="1"/>
          <p:nvPr/>
        </p:nvSpPr>
        <p:spPr>
          <a:xfrm>
            <a:off x="13237777" y="1893073"/>
            <a:ext cx="2938699" cy="581506"/>
          </a:xfrm>
          <a:prstGeom prst="rect">
            <a:avLst/>
          </a:prstGeom>
          <a:noFill/>
          <a:ln>
            <a:noFill/>
          </a:ln>
        </p:spPr>
        <p:txBody>
          <a:bodyPr anchorCtr="0" anchor="t" bIns="0" lIns="0" spcFirstLastPara="1" rIns="0" wrap="square" tIns="0">
            <a:spAutoFit/>
          </a:bodyPr>
          <a:lstStyle/>
          <a:p>
            <a:pPr indent="0" lvl="0" marL="0" marR="0" rtl="0" algn="ctr">
              <a:lnSpc>
                <a:spcPct val="140012"/>
              </a:lnSpc>
              <a:spcBef>
                <a:spcPts val="0"/>
              </a:spcBef>
              <a:spcAft>
                <a:spcPts val="0"/>
              </a:spcAft>
              <a:buClr>
                <a:srgbClr val="000000"/>
              </a:buClr>
              <a:buSzPts val="2699"/>
              <a:buFont typeface="Arial"/>
              <a:buNone/>
            </a:pPr>
            <a:r>
              <a:rPr b="0" i="0" lang="en-US" sz="2699" u="none" cap="none" strike="noStrike">
                <a:solidFill>
                  <a:srgbClr val="FFFFFF"/>
                </a:solidFill>
                <a:latin typeface="Shadows Into Light"/>
                <a:ea typeface="Shadows Into Light"/>
                <a:cs typeface="Shadows Into Light"/>
                <a:sym typeface="Shadows Into Light"/>
              </a:rPr>
              <a:t>MÁSCARA DE SUBRED</a:t>
            </a:r>
            <a:endParaRPr b="0" i="0" sz="900" u="none" cap="none" strike="noStrike">
              <a:solidFill>
                <a:srgbClr val="000000"/>
              </a:solidFill>
              <a:latin typeface="Arial"/>
              <a:ea typeface="Arial"/>
              <a:cs typeface="Arial"/>
              <a:sym typeface="Arial"/>
            </a:endParaRPr>
          </a:p>
        </p:txBody>
      </p:sp>
      <p:sp>
        <p:nvSpPr>
          <p:cNvPr id="394" name="Google Shape;394;p36"/>
          <p:cNvSpPr txBox="1"/>
          <p:nvPr/>
        </p:nvSpPr>
        <p:spPr>
          <a:xfrm>
            <a:off x="2331163" y="1757099"/>
            <a:ext cx="2637300" cy="554100"/>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Clr>
                <a:srgbClr val="000000"/>
              </a:buClr>
              <a:buSzPts val="3499"/>
              <a:buFont typeface="Arial"/>
              <a:buNone/>
            </a:pPr>
            <a:r>
              <a:rPr b="0" i="0" lang="en-US" sz="3499" u="none" cap="none" strike="noStrike">
                <a:solidFill>
                  <a:srgbClr val="FFFFFF"/>
                </a:solidFill>
                <a:latin typeface="Shadows Into Light"/>
                <a:ea typeface="Shadows Into Light"/>
                <a:cs typeface="Shadows Into Light"/>
                <a:sym typeface="Shadows Into Light"/>
              </a:rPr>
              <a:t>DIRECCIONES </a:t>
            </a:r>
            <a:r>
              <a:rPr b="0" i="0" lang="en-US" sz="3599" u="none" cap="none" strike="noStrike">
                <a:solidFill>
                  <a:srgbClr val="FFFFFF"/>
                </a:solidFill>
                <a:latin typeface="Shadows Into Light"/>
                <a:ea typeface="Shadows Into Light"/>
                <a:cs typeface="Shadows Into Light"/>
                <a:sym typeface="Shadows Into Light"/>
              </a:rPr>
              <a:t>IP</a:t>
            </a:r>
            <a:endParaRPr b="0" i="0" sz="1000" u="none" cap="none" strike="noStrike">
              <a:solidFill>
                <a:srgbClr val="000000"/>
              </a:solidFill>
              <a:latin typeface="Arial"/>
              <a:ea typeface="Arial"/>
              <a:cs typeface="Arial"/>
              <a:sym typeface="Arial"/>
            </a:endParaRPr>
          </a:p>
        </p:txBody>
      </p:sp>
      <p:sp>
        <p:nvSpPr>
          <p:cNvPr id="395" name="Google Shape;395;p36"/>
          <p:cNvSpPr txBox="1"/>
          <p:nvPr/>
        </p:nvSpPr>
        <p:spPr>
          <a:xfrm>
            <a:off x="13388486" y="6297113"/>
            <a:ext cx="2637300" cy="775500"/>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Clr>
                <a:srgbClr val="000000"/>
              </a:buClr>
              <a:buSzPts val="2099"/>
              <a:buFont typeface="Arial"/>
              <a:buNone/>
            </a:pPr>
            <a:r>
              <a:rPr b="0" i="0" lang="en-US" sz="2099" u="none" cap="none" strike="noStrike">
                <a:solidFill>
                  <a:srgbClr val="FFFFFF"/>
                </a:solidFill>
                <a:latin typeface="Shadows Into Light"/>
                <a:ea typeface="Shadows Into Light"/>
                <a:cs typeface="Shadows Into Light"/>
                <a:sym typeface="Shadows Into Light"/>
              </a:rPr>
              <a:t>VLSM (VARIABLE LENGTH SUBNET MASK)</a:t>
            </a:r>
            <a:endParaRPr b="0" i="0" sz="600" u="none" cap="none" strike="noStrike">
              <a:solidFill>
                <a:srgbClr val="000000"/>
              </a:solidFill>
              <a:latin typeface="Arial"/>
              <a:ea typeface="Arial"/>
              <a:cs typeface="Arial"/>
              <a:sym typeface="Arial"/>
            </a:endParaRPr>
          </a:p>
        </p:txBody>
      </p:sp>
      <p:sp>
        <p:nvSpPr>
          <p:cNvPr id="396" name="Google Shape;396;p36"/>
          <p:cNvSpPr txBox="1"/>
          <p:nvPr/>
        </p:nvSpPr>
        <p:spPr>
          <a:xfrm>
            <a:off x="2331163" y="6297113"/>
            <a:ext cx="2637300" cy="886200"/>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Clr>
                <a:srgbClr val="000000"/>
              </a:buClr>
              <a:buSzPts val="2399"/>
              <a:buFont typeface="Arial"/>
              <a:buNone/>
            </a:pPr>
            <a:r>
              <a:rPr b="0" i="0" lang="en-US" sz="2399" u="none" cap="none" strike="noStrike">
                <a:solidFill>
                  <a:srgbClr val="FFFFFF"/>
                </a:solidFill>
                <a:latin typeface="Shadows Into Light"/>
                <a:ea typeface="Shadows Into Light"/>
                <a:cs typeface="Shadows Into Light"/>
                <a:sym typeface="Shadows Into Light"/>
              </a:rPr>
              <a:t>FLSM (FIXED LENGTH SUBNET MASK)</a:t>
            </a:r>
            <a:endParaRPr b="0" i="0" sz="900" u="none" cap="none" strike="noStrike">
              <a:solidFill>
                <a:srgbClr val="000000"/>
              </a:solidFill>
              <a:latin typeface="Arial"/>
              <a:ea typeface="Arial"/>
              <a:cs typeface="Arial"/>
              <a:sym typeface="Arial"/>
            </a:endParaRPr>
          </a:p>
        </p:txBody>
      </p:sp>
      <p:sp>
        <p:nvSpPr>
          <p:cNvPr id="397" name="Google Shape;397;p36"/>
          <p:cNvSpPr/>
          <p:nvPr/>
        </p:nvSpPr>
        <p:spPr>
          <a:xfrm rot="577984">
            <a:off x="10475096" y="1452402"/>
            <a:ext cx="1827509" cy="780845"/>
          </a:xfrm>
          <a:custGeom>
            <a:rect b="b" l="l" r="r" t="t"/>
            <a:pathLst>
              <a:path extrusionOk="0" h="780845" w="1827509">
                <a:moveTo>
                  <a:pt x="0" y="0"/>
                </a:moveTo>
                <a:lnTo>
                  <a:pt x="1827509" y="0"/>
                </a:lnTo>
                <a:lnTo>
                  <a:pt x="1827509" y="780844"/>
                </a:lnTo>
                <a:lnTo>
                  <a:pt x="0" y="780844"/>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8" name="Google Shape;398;p36"/>
          <p:cNvSpPr/>
          <p:nvPr/>
        </p:nvSpPr>
        <p:spPr>
          <a:xfrm flipH="1" rot="-565549">
            <a:off x="6081248" y="1452402"/>
            <a:ext cx="1827509" cy="780845"/>
          </a:xfrm>
          <a:custGeom>
            <a:rect b="b" l="l" r="r" t="t"/>
            <a:pathLst>
              <a:path extrusionOk="0" h="780845" w="1827509">
                <a:moveTo>
                  <a:pt x="1827509" y="0"/>
                </a:moveTo>
                <a:lnTo>
                  <a:pt x="0" y="0"/>
                </a:lnTo>
                <a:lnTo>
                  <a:pt x="0" y="780844"/>
                </a:lnTo>
                <a:lnTo>
                  <a:pt x="1827509" y="780844"/>
                </a:lnTo>
                <a:lnTo>
                  <a:pt x="1827509"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9" name="Google Shape;399;p36"/>
          <p:cNvSpPr/>
          <p:nvPr/>
        </p:nvSpPr>
        <p:spPr>
          <a:xfrm rot="-10222015">
            <a:off x="5747437" y="6928423"/>
            <a:ext cx="1827509" cy="780845"/>
          </a:xfrm>
          <a:custGeom>
            <a:rect b="b" l="l" r="r" t="t"/>
            <a:pathLst>
              <a:path extrusionOk="0" h="780845" w="1827509">
                <a:moveTo>
                  <a:pt x="0" y="0"/>
                </a:moveTo>
                <a:lnTo>
                  <a:pt x="1827509" y="0"/>
                </a:lnTo>
                <a:lnTo>
                  <a:pt x="1827509" y="780845"/>
                </a:lnTo>
                <a:lnTo>
                  <a:pt x="0" y="780845"/>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0" name="Google Shape;400;p36"/>
          <p:cNvSpPr/>
          <p:nvPr/>
        </p:nvSpPr>
        <p:spPr>
          <a:xfrm flipH="1" rot="10234450">
            <a:off x="10810598" y="6928423"/>
            <a:ext cx="1827509" cy="780845"/>
          </a:xfrm>
          <a:custGeom>
            <a:rect b="b" l="l" r="r" t="t"/>
            <a:pathLst>
              <a:path extrusionOk="0" h="780845" w="1827509">
                <a:moveTo>
                  <a:pt x="1827509" y="0"/>
                </a:moveTo>
                <a:lnTo>
                  <a:pt x="0" y="0"/>
                </a:lnTo>
                <a:lnTo>
                  <a:pt x="0" y="780845"/>
                </a:lnTo>
                <a:lnTo>
                  <a:pt x="1827509" y="780845"/>
                </a:lnTo>
                <a:lnTo>
                  <a:pt x="1827509"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1" name="Google Shape;401;p36"/>
          <p:cNvSpPr/>
          <p:nvPr/>
        </p:nvSpPr>
        <p:spPr>
          <a:xfrm rot="-2492452">
            <a:off x="14302266" y="9037716"/>
            <a:ext cx="5782005" cy="1576910"/>
          </a:xfrm>
          <a:custGeom>
            <a:rect b="b" l="l" r="r" t="t"/>
            <a:pathLst>
              <a:path extrusionOk="0" h="1576910" w="5782005">
                <a:moveTo>
                  <a:pt x="0" y="0"/>
                </a:moveTo>
                <a:lnTo>
                  <a:pt x="5782005" y="0"/>
                </a:lnTo>
                <a:lnTo>
                  <a:pt x="5782005" y="1576911"/>
                </a:lnTo>
                <a:lnTo>
                  <a:pt x="0" y="1576911"/>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2" name="Google Shape;402;p36"/>
          <p:cNvSpPr/>
          <p:nvPr/>
        </p:nvSpPr>
        <p:spPr>
          <a:xfrm rot="-2492452">
            <a:off x="-1862303" y="240245"/>
            <a:ext cx="5782005" cy="1576910"/>
          </a:xfrm>
          <a:custGeom>
            <a:rect b="b" l="l" r="r" t="t"/>
            <a:pathLst>
              <a:path extrusionOk="0" h="1576910" w="5782005">
                <a:moveTo>
                  <a:pt x="0" y="0"/>
                </a:moveTo>
                <a:lnTo>
                  <a:pt x="5782006" y="0"/>
                </a:lnTo>
                <a:lnTo>
                  <a:pt x="5782006" y="1576910"/>
                </a:lnTo>
                <a:lnTo>
                  <a:pt x="0" y="1576910"/>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3" name="Google Shape;403;p36"/>
          <p:cNvSpPr/>
          <p:nvPr/>
        </p:nvSpPr>
        <p:spPr>
          <a:xfrm rot="1154987">
            <a:off x="16944349" y="965348"/>
            <a:ext cx="629902" cy="679306"/>
          </a:xfrm>
          <a:custGeom>
            <a:rect b="b" l="l" r="r" t="t"/>
            <a:pathLst>
              <a:path extrusionOk="0" h="679306" w="629902">
                <a:moveTo>
                  <a:pt x="0" y="0"/>
                </a:moveTo>
                <a:lnTo>
                  <a:pt x="629902" y="0"/>
                </a:lnTo>
                <a:lnTo>
                  <a:pt x="629902" y="679306"/>
                </a:lnTo>
                <a:lnTo>
                  <a:pt x="0" y="679306"/>
                </a:lnTo>
                <a:lnTo>
                  <a:pt x="0" y="0"/>
                </a:lnTo>
                <a:close/>
              </a:path>
            </a:pathLst>
          </a:cu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4" name="Google Shape;404;p36"/>
          <p:cNvSpPr/>
          <p:nvPr/>
        </p:nvSpPr>
        <p:spPr>
          <a:xfrm rot="1385658">
            <a:off x="15712626" y="5003442"/>
            <a:ext cx="629902" cy="679306"/>
          </a:xfrm>
          <a:custGeom>
            <a:rect b="b" l="l" r="r" t="t"/>
            <a:pathLst>
              <a:path extrusionOk="0" h="679306" w="629902">
                <a:moveTo>
                  <a:pt x="0" y="0"/>
                </a:moveTo>
                <a:lnTo>
                  <a:pt x="629902" y="0"/>
                </a:lnTo>
                <a:lnTo>
                  <a:pt x="629902" y="679306"/>
                </a:lnTo>
                <a:lnTo>
                  <a:pt x="0" y="679306"/>
                </a:lnTo>
                <a:lnTo>
                  <a:pt x="0" y="0"/>
                </a:lnTo>
                <a:close/>
              </a:path>
            </a:pathLst>
          </a:cu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5" name="Google Shape;405;p36"/>
          <p:cNvSpPr/>
          <p:nvPr/>
        </p:nvSpPr>
        <p:spPr>
          <a:xfrm rot="-904948">
            <a:off x="16878317" y="4249483"/>
            <a:ext cx="629902" cy="679306"/>
          </a:xfrm>
          <a:custGeom>
            <a:rect b="b" l="l" r="r" t="t"/>
            <a:pathLst>
              <a:path extrusionOk="0" h="679306" w="629902">
                <a:moveTo>
                  <a:pt x="0" y="0"/>
                </a:moveTo>
                <a:lnTo>
                  <a:pt x="629902" y="0"/>
                </a:lnTo>
                <a:lnTo>
                  <a:pt x="629902" y="679306"/>
                </a:lnTo>
                <a:lnTo>
                  <a:pt x="0" y="679306"/>
                </a:lnTo>
                <a:lnTo>
                  <a:pt x="0" y="0"/>
                </a:lnTo>
                <a:close/>
              </a:path>
            </a:pathLst>
          </a:cu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6" name="Google Shape;406;p36"/>
          <p:cNvSpPr/>
          <p:nvPr/>
        </p:nvSpPr>
        <p:spPr>
          <a:xfrm rot="-1101707">
            <a:off x="5712992" y="4405405"/>
            <a:ext cx="1100927" cy="1187274"/>
          </a:xfrm>
          <a:custGeom>
            <a:rect b="b" l="l" r="r" t="t"/>
            <a:pathLst>
              <a:path extrusionOk="0" h="1187274" w="1100927">
                <a:moveTo>
                  <a:pt x="0" y="0"/>
                </a:moveTo>
                <a:lnTo>
                  <a:pt x="1100927" y="0"/>
                </a:lnTo>
                <a:lnTo>
                  <a:pt x="1100927" y="1187274"/>
                </a:lnTo>
                <a:lnTo>
                  <a:pt x="0" y="1187274"/>
                </a:lnTo>
                <a:lnTo>
                  <a:pt x="0" y="0"/>
                </a:lnTo>
                <a:close/>
              </a:path>
            </a:pathLst>
          </a:cu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7" name="Google Shape;407;p36"/>
          <p:cNvSpPr/>
          <p:nvPr/>
        </p:nvSpPr>
        <p:spPr>
          <a:xfrm>
            <a:off x="8649480" y="1201050"/>
            <a:ext cx="1342139" cy="471300"/>
          </a:xfrm>
          <a:custGeom>
            <a:rect b="b" l="l" r="r" t="t"/>
            <a:pathLst>
              <a:path extrusionOk="0" h="471300" w="1342139">
                <a:moveTo>
                  <a:pt x="0" y="0"/>
                </a:moveTo>
                <a:lnTo>
                  <a:pt x="1342139" y="0"/>
                </a:lnTo>
                <a:lnTo>
                  <a:pt x="1342139" y="471300"/>
                </a:lnTo>
                <a:lnTo>
                  <a:pt x="0" y="471300"/>
                </a:lnTo>
                <a:lnTo>
                  <a:pt x="0" y="0"/>
                </a:lnTo>
                <a:close/>
              </a:path>
            </a:pathLst>
          </a:custGeom>
          <a:blipFill rotWithShape="1">
            <a:blip r:embed="rId9">
              <a:alphaModFix/>
            </a:blip>
            <a:stretch>
              <a:fillRect b="-33514" l="-13705" r="-15226"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8" name="Google Shape;408;p36"/>
          <p:cNvSpPr/>
          <p:nvPr/>
        </p:nvSpPr>
        <p:spPr>
          <a:xfrm rot="-514891">
            <a:off x="811416" y="5228345"/>
            <a:ext cx="629902" cy="679306"/>
          </a:xfrm>
          <a:custGeom>
            <a:rect b="b" l="l" r="r" t="t"/>
            <a:pathLst>
              <a:path extrusionOk="0" h="679306" w="629902">
                <a:moveTo>
                  <a:pt x="0" y="0"/>
                </a:moveTo>
                <a:lnTo>
                  <a:pt x="629902" y="0"/>
                </a:lnTo>
                <a:lnTo>
                  <a:pt x="629902" y="679307"/>
                </a:lnTo>
                <a:lnTo>
                  <a:pt x="0" y="679307"/>
                </a:lnTo>
                <a:lnTo>
                  <a:pt x="0" y="0"/>
                </a:lnTo>
                <a:close/>
              </a:path>
            </a:pathLst>
          </a:cu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9" name="Google Shape;409;p36"/>
          <p:cNvSpPr txBox="1"/>
          <p:nvPr/>
        </p:nvSpPr>
        <p:spPr>
          <a:xfrm>
            <a:off x="6197100" y="8235734"/>
            <a:ext cx="5893800" cy="1772700"/>
          </a:xfrm>
          <a:prstGeom prst="rect">
            <a:avLst/>
          </a:prstGeom>
          <a:noFill/>
          <a:ln>
            <a:noFill/>
          </a:ln>
        </p:spPr>
        <p:txBody>
          <a:bodyPr anchorCtr="0" anchor="t" bIns="0" lIns="0" spcFirstLastPara="1" rIns="0" wrap="square" tIns="0">
            <a:spAutoFit/>
          </a:bodyPr>
          <a:lstStyle/>
          <a:p>
            <a:pPr indent="0" lvl="0" marL="0" marR="0" rtl="0" algn="ctr">
              <a:lnSpc>
                <a:spcPct val="139987"/>
              </a:lnSpc>
              <a:spcBef>
                <a:spcPts val="0"/>
              </a:spcBef>
              <a:spcAft>
                <a:spcPts val="0"/>
              </a:spcAft>
              <a:buClr>
                <a:srgbClr val="000000"/>
              </a:buClr>
              <a:buSzPts val="4799"/>
              <a:buFont typeface="Arial"/>
              <a:buNone/>
            </a:pPr>
            <a:r>
              <a:rPr b="0" i="0" lang="en-US" sz="4799" u="none" cap="none" strike="noStrike">
                <a:solidFill>
                  <a:srgbClr val="FFFFFF"/>
                </a:solidFill>
                <a:latin typeface="Shadows Into Light"/>
                <a:ea typeface="Shadows Into Light"/>
                <a:cs typeface="Shadows Into Light"/>
                <a:sym typeface="Shadows Into Light"/>
              </a:rPr>
              <a:t>CONCEPTOS CLAVE APRENDIDOS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3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962" l="0" r="0" t="-996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5" name="Google Shape;415;p37"/>
          <p:cNvSpPr/>
          <p:nvPr/>
        </p:nvSpPr>
        <p:spPr>
          <a:xfrm rot="1893254">
            <a:off x="1117064" y="3376625"/>
            <a:ext cx="1946964" cy="3254802"/>
          </a:xfrm>
          <a:custGeom>
            <a:rect b="b" l="l" r="r" t="t"/>
            <a:pathLst>
              <a:path extrusionOk="0" h="3254802" w="1946964">
                <a:moveTo>
                  <a:pt x="0" y="0"/>
                </a:moveTo>
                <a:lnTo>
                  <a:pt x="1946964" y="0"/>
                </a:lnTo>
                <a:lnTo>
                  <a:pt x="1946964" y="3254803"/>
                </a:lnTo>
                <a:lnTo>
                  <a:pt x="0" y="3254803"/>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6" name="Google Shape;416;p37"/>
          <p:cNvSpPr/>
          <p:nvPr/>
        </p:nvSpPr>
        <p:spPr>
          <a:xfrm rot="9268304">
            <a:off x="14672063" y="2090200"/>
            <a:ext cx="4321366" cy="1532121"/>
          </a:xfrm>
          <a:custGeom>
            <a:rect b="b" l="l" r="r" t="t"/>
            <a:pathLst>
              <a:path extrusionOk="0" h="1532121" w="4321366">
                <a:moveTo>
                  <a:pt x="0" y="0"/>
                </a:moveTo>
                <a:lnTo>
                  <a:pt x="4321366" y="0"/>
                </a:lnTo>
                <a:lnTo>
                  <a:pt x="4321366" y="1532121"/>
                </a:lnTo>
                <a:lnTo>
                  <a:pt x="0" y="1532121"/>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7" name="Google Shape;417;p37"/>
          <p:cNvSpPr/>
          <p:nvPr/>
        </p:nvSpPr>
        <p:spPr>
          <a:xfrm flipH="1" rot="-5400000">
            <a:off x="4523789" y="-1174738"/>
            <a:ext cx="9240423" cy="12636476"/>
          </a:xfrm>
          <a:custGeom>
            <a:rect b="b" l="l" r="r" t="t"/>
            <a:pathLst>
              <a:path extrusionOk="0" h="12636476" w="9240423">
                <a:moveTo>
                  <a:pt x="0" y="12636476"/>
                </a:moveTo>
                <a:lnTo>
                  <a:pt x="9240422" y="12636476"/>
                </a:lnTo>
                <a:lnTo>
                  <a:pt x="9240422" y="0"/>
                </a:lnTo>
                <a:lnTo>
                  <a:pt x="0" y="0"/>
                </a:lnTo>
                <a:lnTo>
                  <a:pt x="0" y="12636476"/>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8" name="Google Shape;418;p37"/>
          <p:cNvSpPr txBox="1"/>
          <p:nvPr/>
        </p:nvSpPr>
        <p:spPr>
          <a:xfrm>
            <a:off x="4077853" y="4248473"/>
            <a:ext cx="10685281" cy="4059958"/>
          </a:xfrm>
          <a:prstGeom prst="rect">
            <a:avLst/>
          </a:prstGeom>
          <a:noFill/>
          <a:ln>
            <a:noFill/>
          </a:ln>
        </p:spPr>
        <p:txBody>
          <a:bodyPr anchorCtr="0" anchor="t" bIns="0" lIns="0" spcFirstLastPara="1" rIns="0" wrap="square" tIns="0">
            <a:spAutoFit/>
          </a:bodyPr>
          <a:lstStyle/>
          <a:p>
            <a:pPr indent="0" lvl="0" marL="0" marR="0" rtl="0" algn="ctr">
              <a:lnSpc>
                <a:spcPct val="140019"/>
              </a:lnSpc>
              <a:spcBef>
                <a:spcPts val="0"/>
              </a:spcBef>
              <a:spcAft>
                <a:spcPts val="0"/>
              </a:spcAft>
              <a:buNone/>
            </a:pPr>
            <a:r>
              <a:rPr b="0" i="0" lang="en-US" sz="3141" u="none" cap="none" strike="noStrike">
                <a:solidFill>
                  <a:srgbClr val="323232"/>
                </a:solidFill>
                <a:latin typeface="Sniglet"/>
                <a:ea typeface="Sniglet"/>
                <a:cs typeface="Sniglet"/>
                <a:sym typeface="Sniglet"/>
              </a:rPr>
              <a:t>Pensamiento Lógico</a:t>
            </a:r>
            <a:endParaRPr b="0" i="0" sz="3141" u="none" cap="none" strike="noStrike">
              <a:solidFill>
                <a:srgbClr val="323232"/>
              </a:solidFill>
              <a:latin typeface="Sniglet"/>
              <a:ea typeface="Sniglet"/>
              <a:cs typeface="Sniglet"/>
              <a:sym typeface="Sniglet"/>
            </a:endParaRPr>
          </a:p>
          <a:p>
            <a:pPr indent="0" lvl="0" marL="0" marR="0" rtl="0" algn="ctr">
              <a:lnSpc>
                <a:spcPct val="140019"/>
              </a:lnSpc>
              <a:spcBef>
                <a:spcPts val="0"/>
              </a:spcBef>
              <a:spcAft>
                <a:spcPts val="0"/>
              </a:spcAft>
              <a:buNone/>
            </a:pPr>
            <a:r>
              <a:rPr b="0" i="0" lang="en-US" sz="3141" u="none" cap="none" strike="noStrike">
                <a:solidFill>
                  <a:srgbClr val="323232"/>
                </a:solidFill>
                <a:latin typeface="Sniglet"/>
                <a:ea typeface="Sniglet"/>
                <a:cs typeface="Sniglet"/>
                <a:sym typeface="Sniglet"/>
              </a:rPr>
              <a:t>Permite aplicar reglas y secuencias claras en el cálculo de direcciones IP, máscaras y subredes, facilitando decisiones correctas en el subneteo fijo y variable. Se aplica al resolver ejercicios, optimizar recursos y validar configuraciones en laboratorio mediante pruebas de conectividad.</a:t>
            </a:r>
            <a:endParaRPr b="0" i="0" sz="3141" u="none" cap="none" strike="noStrike">
              <a:solidFill>
                <a:srgbClr val="323232"/>
              </a:solidFill>
              <a:latin typeface="Sniglet"/>
              <a:ea typeface="Sniglet"/>
              <a:cs typeface="Sniglet"/>
              <a:sym typeface="Sniglet"/>
            </a:endParaRPr>
          </a:p>
        </p:txBody>
      </p:sp>
      <p:sp>
        <p:nvSpPr>
          <p:cNvPr id="419" name="Google Shape;419;p37"/>
          <p:cNvSpPr txBox="1"/>
          <p:nvPr/>
        </p:nvSpPr>
        <p:spPr>
          <a:xfrm>
            <a:off x="6561255" y="2323047"/>
            <a:ext cx="6052887" cy="1442513"/>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Clr>
                <a:srgbClr val="000000"/>
              </a:buClr>
              <a:buSzPts val="9152"/>
              <a:buFont typeface="Arial"/>
              <a:buNone/>
            </a:pPr>
            <a:r>
              <a:rPr b="0" i="0" lang="en-US" sz="9152" u="none" cap="none" strike="noStrike">
                <a:solidFill>
                  <a:srgbClr val="009B96"/>
                </a:solidFill>
                <a:latin typeface="Arial"/>
                <a:ea typeface="Arial"/>
                <a:cs typeface="Arial"/>
                <a:sym typeface="Arial"/>
              </a:rPr>
              <a:t>Valores</a:t>
            </a:r>
            <a:endParaRPr b="0" i="0" sz="1400" u="none" cap="none" strike="noStrike">
              <a:solidFill>
                <a:srgbClr val="000000"/>
              </a:solidFill>
              <a:latin typeface="Arial"/>
              <a:ea typeface="Arial"/>
              <a:cs typeface="Arial"/>
              <a:sym typeface="Arial"/>
            </a:endParaRPr>
          </a:p>
        </p:txBody>
      </p:sp>
      <p:sp>
        <p:nvSpPr>
          <p:cNvPr id="420" name="Google Shape;420;p37"/>
          <p:cNvSpPr/>
          <p:nvPr/>
        </p:nvSpPr>
        <p:spPr>
          <a:xfrm>
            <a:off x="6262493" y="2528529"/>
            <a:ext cx="597525" cy="1088654"/>
          </a:xfrm>
          <a:custGeom>
            <a:rect b="b" l="l" r="r" t="t"/>
            <a:pathLst>
              <a:path extrusionOk="0" h="1088654" w="597525">
                <a:moveTo>
                  <a:pt x="0" y="0"/>
                </a:moveTo>
                <a:lnTo>
                  <a:pt x="597525" y="0"/>
                </a:lnTo>
                <a:lnTo>
                  <a:pt x="597525" y="1088653"/>
                </a:lnTo>
                <a:lnTo>
                  <a:pt x="0" y="1088653"/>
                </a:lnTo>
                <a:lnTo>
                  <a:pt x="0" y="0"/>
                </a:lnTo>
                <a:close/>
              </a:path>
            </a:pathLst>
          </a:custGeom>
          <a:blipFill rotWithShape="1">
            <a:blip r:embed="rId7">
              <a:alphaModFix/>
            </a:blip>
            <a:stretch>
              <a:fillRect b="-96014" l="0" r="-370721" t="-54355"/>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1" name="Google Shape;421;p37"/>
          <p:cNvSpPr/>
          <p:nvPr/>
        </p:nvSpPr>
        <p:spPr>
          <a:xfrm rot="10800000">
            <a:off x="12315380" y="2528529"/>
            <a:ext cx="597525" cy="1088654"/>
          </a:xfrm>
          <a:custGeom>
            <a:rect b="b" l="l" r="r" t="t"/>
            <a:pathLst>
              <a:path extrusionOk="0" h="1088654" w="597525">
                <a:moveTo>
                  <a:pt x="597524" y="1088653"/>
                </a:moveTo>
                <a:lnTo>
                  <a:pt x="0" y="1088653"/>
                </a:lnTo>
                <a:lnTo>
                  <a:pt x="0" y="0"/>
                </a:lnTo>
                <a:lnTo>
                  <a:pt x="597524" y="0"/>
                </a:lnTo>
                <a:lnTo>
                  <a:pt x="597524" y="1088653"/>
                </a:lnTo>
                <a:close/>
              </a:path>
            </a:pathLst>
          </a:custGeom>
          <a:blipFill rotWithShape="1">
            <a:blip r:embed="rId7">
              <a:alphaModFix/>
            </a:blip>
            <a:stretch>
              <a:fillRect b="-96014" l="0" r="-370721" t="-54355"/>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2" name="Google Shape;422;p37"/>
          <p:cNvSpPr/>
          <p:nvPr/>
        </p:nvSpPr>
        <p:spPr>
          <a:xfrm rot="-2492452">
            <a:off x="-1862303" y="240245"/>
            <a:ext cx="5782005" cy="1576910"/>
          </a:xfrm>
          <a:custGeom>
            <a:rect b="b" l="l" r="r" t="t"/>
            <a:pathLst>
              <a:path extrusionOk="0" h="1576910" w="5782005">
                <a:moveTo>
                  <a:pt x="0" y="0"/>
                </a:moveTo>
                <a:lnTo>
                  <a:pt x="5782006" y="0"/>
                </a:lnTo>
                <a:lnTo>
                  <a:pt x="5782006" y="1576910"/>
                </a:lnTo>
                <a:lnTo>
                  <a:pt x="0" y="1576910"/>
                </a:lnTo>
                <a:lnTo>
                  <a:pt x="0" y="0"/>
                </a:lnTo>
                <a:close/>
              </a:path>
            </a:pathLst>
          </a:cu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3" name="Google Shape;423;p37"/>
          <p:cNvSpPr/>
          <p:nvPr/>
        </p:nvSpPr>
        <p:spPr>
          <a:xfrm rot="-1307921">
            <a:off x="808536" y="2047696"/>
            <a:ext cx="1100927" cy="1187274"/>
          </a:xfrm>
          <a:custGeom>
            <a:rect b="b" l="l" r="r" t="t"/>
            <a:pathLst>
              <a:path extrusionOk="0" h="1187274" w="1100927">
                <a:moveTo>
                  <a:pt x="0" y="0"/>
                </a:moveTo>
                <a:lnTo>
                  <a:pt x="1100926" y="0"/>
                </a:lnTo>
                <a:lnTo>
                  <a:pt x="1100926" y="1187274"/>
                </a:lnTo>
                <a:lnTo>
                  <a:pt x="0" y="1187274"/>
                </a:lnTo>
                <a:lnTo>
                  <a:pt x="0" y="0"/>
                </a:lnTo>
                <a:close/>
              </a:path>
            </a:pathLst>
          </a:cu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4" name="Google Shape;424;p37"/>
          <p:cNvSpPr/>
          <p:nvPr/>
        </p:nvSpPr>
        <p:spPr>
          <a:xfrm rot="2700000">
            <a:off x="16679382" y="7323552"/>
            <a:ext cx="969336" cy="969336"/>
          </a:xfrm>
          <a:custGeom>
            <a:rect b="b" l="l" r="r" t="t"/>
            <a:pathLst>
              <a:path extrusionOk="0" h="969336" w="969336">
                <a:moveTo>
                  <a:pt x="0" y="0"/>
                </a:moveTo>
                <a:lnTo>
                  <a:pt x="969336" y="0"/>
                </a:lnTo>
                <a:lnTo>
                  <a:pt x="969336" y="969336"/>
                </a:lnTo>
                <a:lnTo>
                  <a:pt x="0" y="969336"/>
                </a:lnTo>
                <a:lnTo>
                  <a:pt x="0" y="0"/>
                </a:lnTo>
                <a:close/>
              </a:path>
            </a:pathLst>
          </a:custGeom>
          <a:blipFill rotWithShape="1">
            <a:blip r:embed="rId10">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5" name="Google Shape;425;p37"/>
          <p:cNvSpPr/>
          <p:nvPr/>
        </p:nvSpPr>
        <p:spPr>
          <a:xfrm rot="1216371">
            <a:off x="16944349" y="4491027"/>
            <a:ext cx="629902" cy="679306"/>
          </a:xfrm>
          <a:custGeom>
            <a:rect b="b" l="l" r="r" t="t"/>
            <a:pathLst>
              <a:path extrusionOk="0" h="679306" w="629902">
                <a:moveTo>
                  <a:pt x="0" y="0"/>
                </a:moveTo>
                <a:lnTo>
                  <a:pt x="629902" y="0"/>
                </a:lnTo>
                <a:lnTo>
                  <a:pt x="629902" y="679306"/>
                </a:lnTo>
                <a:lnTo>
                  <a:pt x="0" y="679306"/>
                </a:lnTo>
                <a:lnTo>
                  <a:pt x="0" y="0"/>
                </a:lnTo>
                <a:close/>
              </a:path>
            </a:pathLst>
          </a:cu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6" name="Google Shape;426;p37"/>
          <p:cNvSpPr/>
          <p:nvPr/>
        </p:nvSpPr>
        <p:spPr>
          <a:xfrm rot="3198342">
            <a:off x="16298361" y="741385"/>
            <a:ext cx="360530" cy="984887"/>
          </a:xfrm>
          <a:custGeom>
            <a:rect b="b" l="l" r="r" t="t"/>
            <a:pathLst>
              <a:path extrusionOk="0" h="984887" w="360530">
                <a:moveTo>
                  <a:pt x="0" y="0"/>
                </a:moveTo>
                <a:lnTo>
                  <a:pt x="360530" y="0"/>
                </a:lnTo>
                <a:lnTo>
                  <a:pt x="360530" y="984888"/>
                </a:lnTo>
                <a:lnTo>
                  <a:pt x="0" y="984888"/>
                </a:lnTo>
                <a:lnTo>
                  <a:pt x="0" y="0"/>
                </a:lnTo>
                <a:close/>
              </a:path>
            </a:pathLst>
          </a:custGeom>
          <a:blipFill rotWithShape="1">
            <a:blip r:embed="rId11">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3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962" l="0" r="0" t="-996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2" name="Google Shape;432;p38"/>
          <p:cNvSpPr/>
          <p:nvPr/>
        </p:nvSpPr>
        <p:spPr>
          <a:xfrm rot="2538291">
            <a:off x="-722791" y="3739630"/>
            <a:ext cx="4321366" cy="1532121"/>
          </a:xfrm>
          <a:custGeom>
            <a:rect b="b" l="l" r="r" t="t"/>
            <a:pathLst>
              <a:path extrusionOk="0" h="1532121" w="4321366">
                <a:moveTo>
                  <a:pt x="0" y="0"/>
                </a:moveTo>
                <a:lnTo>
                  <a:pt x="4321367" y="0"/>
                </a:lnTo>
                <a:lnTo>
                  <a:pt x="4321367" y="1532121"/>
                </a:lnTo>
                <a:lnTo>
                  <a:pt x="0" y="1532121"/>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3" name="Google Shape;433;p38"/>
          <p:cNvSpPr/>
          <p:nvPr/>
        </p:nvSpPr>
        <p:spPr>
          <a:xfrm flipH="1">
            <a:off x="14488756" y="6526551"/>
            <a:ext cx="1946964" cy="3254802"/>
          </a:xfrm>
          <a:custGeom>
            <a:rect b="b" l="l" r="r" t="t"/>
            <a:pathLst>
              <a:path extrusionOk="0" h="3254802" w="1946964">
                <a:moveTo>
                  <a:pt x="1946964" y="0"/>
                </a:moveTo>
                <a:lnTo>
                  <a:pt x="0" y="0"/>
                </a:lnTo>
                <a:lnTo>
                  <a:pt x="0" y="3254803"/>
                </a:lnTo>
                <a:lnTo>
                  <a:pt x="1946964" y="3254803"/>
                </a:lnTo>
                <a:lnTo>
                  <a:pt x="1946964"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4" name="Google Shape;434;p38"/>
          <p:cNvSpPr/>
          <p:nvPr/>
        </p:nvSpPr>
        <p:spPr>
          <a:xfrm flipH="1" rot="-5400000">
            <a:off x="4523789" y="-1174738"/>
            <a:ext cx="9240423" cy="12636476"/>
          </a:xfrm>
          <a:custGeom>
            <a:rect b="b" l="l" r="r" t="t"/>
            <a:pathLst>
              <a:path extrusionOk="0" h="12636476" w="9240423">
                <a:moveTo>
                  <a:pt x="0" y="12636476"/>
                </a:moveTo>
                <a:lnTo>
                  <a:pt x="9240422" y="12636476"/>
                </a:lnTo>
                <a:lnTo>
                  <a:pt x="9240422" y="0"/>
                </a:lnTo>
                <a:lnTo>
                  <a:pt x="0" y="0"/>
                </a:lnTo>
                <a:lnTo>
                  <a:pt x="0" y="12636476"/>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5" name="Google Shape;435;p38"/>
          <p:cNvSpPr/>
          <p:nvPr/>
        </p:nvSpPr>
        <p:spPr>
          <a:xfrm rot="2437967">
            <a:off x="14368297" y="424173"/>
            <a:ext cx="5782005" cy="1576910"/>
          </a:xfrm>
          <a:custGeom>
            <a:rect b="b" l="l" r="r" t="t"/>
            <a:pathLst>
              <a:path extrusionOk="0" h="1576910" w="5782005">
                <a:moveTo>
                  <a:pt x="0" y="0"/>
                </a:moveTo>
                <a:lnTo>
                  <a:pt x="5782006" y="0"/>
                </a:lnTo>
                <a:lnTo>
                  <a:pt x="5782006" y="1576910"/>
                </a:lnTo>
                <a:lnTo>
                  <a:pt x="0" y="1576910"/>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6" name="Google Shape;436;p38"/>
          <p:cNvSpPr/>
          <p:nvPr/>
        </p:nvSpPr>
        <p:spPr>
          <a:xfrm rot="-1307921">
            <a:off x="15827397" y="1938645"/>
            <a:ext cx="1100927" cy="1187274"/>
          </a:xfrm>
          <a:custGeom>
            <a:rect b="b" l="l" r="r" t="t"/>
            <a:pathLst>
              <a:path extrusionOk="0" h="1187274" w="1100927">
                <a:moveTo>
                  <a:pt x="0" y="0"/>
                </a:moveTo>
                <a:lnTo>
                  <a:pt x="1100927" y="0"/>
                </a:lnTo>
                <a:lnTo>
                  <a:pt x="1100927" y="1187273"/>
                </a:lnTo>
                <a:lnTo>
                  <a:pt x="0" y="1187273"/>
                </a:lnTo>
                <a:lnTo>
                  <a:pt x="0" y="0"/>
                </a:lnTo>
                <a:close/>
              </a:path>
            </a:pathLst>
          </a:cu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7" name="Google Shape;437;p38"/>
          <p:cNvSpPr/>
          <p:nvPr/>
        </p:nvSpPr>
        <p:spPr>
          <a:xfrm rot="137640">
            <a:off x="16581881" y="3574646"/>
            <a:ext cx="629902" cy="679306"/>
          </a:xfrm>
          <a:custGeom>
            <a:rect b="b" l="l" r="r" t="t"/>
            <a:pathLst>
              <a:path extrusionOk="0" h="679306" w="629902">
                <a:moveTo>
                  <a:pt x="0" y="0"/>
                </a:moveTo>
                <a:lnTo>
                  <a:pt x="629902" y="0"/>
                </a:lnTo>
                <a:lnTo>
                  <a:pt x="629902" y="679307"/>
                </a:lnTo>
                <a:lnTo>
                  <a:pt x="0" y="679307"/>
                </a:lnTo>
                <a:lnTo>
                  <a:pt x="0" y="0"/>
                </a:lnTo>
                <a:close/>
              </a:path>
            </a:pathLst>
          </a:cu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8" name="Google Shape;438;p38"/>
          <p:cNvSpPr/>
          <p:nvPr/>
        </p:nvSpPr>
        <p:spPr>
          <a:xfrm rot="-1822635">
            <a:off x="1182208" y="1182208"/>
            <a:ext cx="969336" cy="969336"/>
          </a:xfrm>
          <a:custGeom>
            <a:rect b="b" l="l" r="r" t="t"/>
            <a:pathLst>
              <a:path extrusionOk="0" h="969336" w="969336">
                <a:moveTo>
                  <a:pt x="0" y="0"/>
                </a:moveTo>
                <a:lnTo>
                  <a:pt x="969335" y="0"/>
                </a:lnTo>
                <a:lnTo>
                  <a:pt x="969335" y="969335"/>
                </a:lnTo>
                <a:lnTo>
                  <a:pt x="0" y="969335"/>
                </a:lnTo>
                <a:lnTo>
                  <a:pt x="0" y="0"/>
                </a:lnTo>
                <a:close/>
              </a:path>
            </a:pathLst>
          </a:cu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9" name="Google Shape;439;p38"/>
          <p:cNvSpPr txBox="1"/>
          <p:nvPr/>
        </p:nvSpPr>
        <p:spPr>
          <a:xfrm>
            <a:off x="4864067" y="2964334"/>
            <a:ext cx="8913908" cy="4342302"/>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Clr>
                <a:srgbClr val="000000"/>
              </a:buClr>
              <a:buSzPts val="3117"/>
              <a:buFont typeface="Arial"/>
              <a:buNone/>
            </a:pPr>
            <a:r>
              <a:rPr b="0" i="0" lang="en-US" sz="3117" u="none" cap="none" strike="noStrike">
                <a:solidFill>
                  <a:srgbClr val="0D0D0D"/>
                </a:solidFill>
                <a:latin typeface="Sniglet"/>
                <a:ea typeface="Sniglet"/>
                <a:cs typeface="Sniglet"/>
                <a:sym typeface="Sniglet"/>
              </a:rPr>
              <a:t>https://www.fortinet.com/lat/resources/cyberglossary/what-is-ip-address#:~:text=Una%20direcci%C3%B3n%20de%20protocolo%20de,que%20utilizan%20Internet%20para%20comunicarse. </a:t>
            </a:r>
            <a:endParaRPr b="0" i="0" sz="1400" u="none" cap="none" strike="noStrike">
              <a:solidFill>
                <a:srgbClr val="000000"/>
              </a:solidFill>
              <a:latin typeface="Arial"/>
              <a:ea typeface="Arial"/>
              <a:cs typeface="Arial"/>
              <a:sym typeface="Arial"/>
            </a:endParaRPr>
          </a:p>
          <a:p>
            <a:pPr indent="0" lvl="0" marL="0" marR="0" rtl="0" algn="ctr">
              <a:lnSpc>
                <a:spcPct val="140006"/>
              </a:lnSpc>
              <a:spcBef>
                <a:spcPts val="0"/>
              </a:spcBef>
              <a:spcAft>
                <a:spcPts val="0"/>
              </a:spcAft>
              <a:buClr>
                <a:srgbClr val="000000"/>
              </a:buClr>
              <a:buSzPts val="3117"/>
              <a:buFont typeface="Arial"/>
              <a:buNone/>
            </a:pPr>
            <a:r>
              <a:t/>
            </a:r>
            <a:endParaRPr b="0" i="0" sz="3117" u="none" cap="none" strike="noStrike">
              <a:solidFill>
                <a:srgbClr val="0D0D0D"/>
              </a:solidFill>
              <a:latin typeface="Sniglet"/>
              <a:ea typeface="Sniglet"/>
              <a:cs typeface="Sniglet"/>
              <a:sym typeface="Sniglet"/>
            </a:endParaRPr>
          </a:p>
          <a:p>
            <a:pPr indent="0" lvl="0" marL="0" marR="0" rtl="0" algn="ctr">
              <a:lnSpc>
                <a:spcPct val="140006"/>
              </a:lnSpc>
              <a:spcBef>
                <a:spcPts val="0"/>
              </a:spcBef>
              <a:spcAft>
                <a:spcPts val="0"/>
              </a:spcAft>
              <a:buClr>
                <a:srgbClr val="000000"/>
              </a:buClr>
              <a:buSzPts val="3117"/>
              <a:buFont typeface="Arial"/>
              <a:buNone/>
            </a:pPr>
            <a:r>
              <a:rPr b="0" i="0" lang="en-US" sz="3117" u="none" cap="none" strike="noStrike">
                <a:solidFill>
                  <a:srgbClr val="0D0D0D"/>
                </a:solidFill>
                <a:latin typeface="Sniglet"/>
                <a:ea typeface="Sniglet"/>
                <a:cs typeface="Sniglet"/>
                <a:sym typeface="Sniglet"/>
              </a:rPr>
              <a:t>https://www.geeksforgeeks.org/introduction-of-variable-length-subnet-mask-vlsm/</a:t>
            </a:r>
            <a:endParaRPr b="0" i="0" sz="1400" u="none" cap="none" strike="noStrike">
              <a:solidFill>
                <a:srgbClr val="000000"/>
              </a:solidFill>
              <a:latin typeface="Arial"/>
              <a:ea typeface="Arial"/>
              <a:cs typeface="Arial"/>
              <a:sym typeface="Arial"/>
            </a:endParaRPr>
          </a:p>
        </p:txBody>
      </p:sp>
      <p:sp>
        <p:nvSpPr>
          <p:cNvPr id="440" name="Google Shape;440;p38"/>
          <p:cNvSpPr txBox="1"/>
          <p:nvPr/>
        </p:nvSpPr>
        <p:spPr>
          <a:xfrm>
            <a:off x="5597572" y="1877059"/>
            <a:ext cx="7092857" cy="834547"/>
          </a:xfrm>
          <a:prstGeom prst="rect">
            <a:avLst/>
          </a:prstGeom>
          <a:noFill/>
          <a:ln>
            <a:noFill/>
          </a:ln>
        </p:spPr>
        <p:txBody>
          <a:bodyPr anchorCtr="0" anchor="t" bIns="0" lIns="0" spcFirstLastPara="1" rIns="0" wrap="square" tIns="0">
            <a:spAutoFit/>
          </a:bodyPr>
          <a:lstStyle/>
          <a:p>
            <a:pPr indent="0" lvl="0" marL="0" marR="0" rtl="0" algn="ctr">
              <a:lnSpc>
                <a:spcPct val="125009"/>
              </a:lnSpc>
              <a:spcBef>
                <a:spcPts val="0"/>
              </a:spcBef>
              <a:spcAft>
                <a:spcPts val="0"/>
              </a:spcAft>
              <a:buClr>
                <a:srgbClr val="000000"/>
              </a:buClr>
              <a:buSzPts val="5314"/>
              <a:buFont typeface="Arial"/>
              <a:buNone/>
            </a:pPr>
            <a:r>
              <a:rPr b="0" i="0" lang="en-US" sz="5314" u="none" cap="none" strike="noStrike">
                <a:solidFill>
                  <a:srgbClr val="F15D54"/>
                </a:solidFill>
                <a:latin typeface="Shadows Into Light"/>
                <a:ea typeface="Shadows Into Light"/>
                <a:cs typeface="Shadows Into Light"/>
                <a:sym typeface="Shadows Into Light"/>
              </a:rPr>
              <a:t>REFERENCIAS</a:t>
            </a:r>
            <a:endParaRPr b="0" i="0" sz="1400" u="none" cap="none" strike="noStrike">
              <a:solidFill>
                <a:srgbClr val="000000"/>
              </a:solidFill>
              <a:latin typeface="Arial"/>
              <a:ea typeface="Arial"/>
              <a:cs typeface="Arial"/>
              <a:sym typeface="Arial"/>
            </a:endParaRPr>
          </a:p>
        </p:txBody>
      </p:sp>
      <p:sp>
        <p:nvSpPr>
          <p:cNvPr id="441" name="Google Shape;441;p38"/>
          <p:cNvSpPr txBox="1"/>
          <p:nvPr/>
        </p:nvSpPr>
        <p:spPr>
          <a:xfrm rot="1546052">
            <a:off x="10738347" y="9022185"/>
            <a:ext cx="2713609" cy="548919"/>
          </a:xfrm>
          <a:prstGeom prst="rect">
            <a:avLst/>
          </a:prstGeom>
          <a:noFill/>
          <a:ln>
            <a:noFill/>
          </a:ln>
        </p:spPr>
        <p:txBody>
          <a:bodyPr anchorCtr="0" anchor="t" bIns="0" lIns="0" spcFirstLastPara="1" rIns="0" wrap="square" tIns="0">
            <a:spAutoFit/>
          </a:bodyPr>
          <a:lstStyle/>
          <a:p>
            <a:pPr indent="0" lvl="0" marL="0" marR="0" rtl="0" algn="ctr">
              <a:lnSpc>
                <a:spcPct val="125014"/>
              </a:lnSpc>
              <a:spcBef>
                <a:spcPts val="0"/>
              </a:spcBef>
              <a:spcAft>
                <a:spcPts val="0"/>
              </a:spcAft>
              <a:buClr>
                <a:srgbClr val="000000"/>
              </a:buClr>
              <a:buSzPts val="3446"/>
              <a:buFont typeface="Arial"/>
              <a:buNone/>
            </a:pPr>
            <a:r>
              <a:rPr b="0" i="0" lang="en-US" sz="3446" u="none" cap="none" strike="noStrike">
                <a:solidFill>
                  <a:srgbClr val="323232"/>
                </a:solidFill>
                <a:latin typeface="Shadows Into Light"/>
                <a:ea typeface="Shadows Into Light"/>
                <a:cs typeface="Shadows Into Light"/>
                <a:sym typeface="Shadows Into Light"/>
              </a:rPr>
              <a:t>REFERENCIA</a:t>
            </a:r>
            <a:endParaRPr b="0" i="0" sz="1400" u="none" cap="none" strike="noStrike">
              <a:solidFill>
                <a:srgbClr val="000000"/>
              </a:solidFill>
              <a:latin typeface="Arial"/>
              <a:ea typeface="Arial"/>
              <a:cs typeface="Arial"/>
              <a:sym typeface="Arial"/>
            </a:endParaRPr>
          </a:p>
        </p:txBody>
      </p:sp>
      <p:sp>
        <p:nvSpPr>
          <p:cNvPr id="442" name="Google Shape;442;p38"/>
          <p:cNvSpPr/>
          <p:nvPr/>
        </p:nvSpPr>
        <p:spPr>
          <a:xfrm rot="849770">
            <a:off x="17292512" y="4884286"/>
            <a:ext cx="360530" cy="984887"/>
          </a:xfrm>
          <a:custGeom>
            <a:rect b="b" l="l" r="r" t="t"/>
            <a:pathLst>
              <a:path extrusionOk="0" h="984887" w="360530">
                <a:moveTo>
                  <a:pt x="0" y="0"/>
                </a:moveTo>
                <a:lnTo>
                  <a:pt x="360530" y="0"/>
                </a:lnTo>
                <a:lnTo>
                  <a:pt x="360530" y="984887"/>
                </a:lnTo>
                <a:lnTo>
                  <a:pt x="0" y="984887"/>
                </a:lnTo>
                <a:lnTo>
                  <a:pt x="0" y="0"/>
                </a:lnTo>
                <a:close/>
              </a:path>
            </a:pathLst>
          </a:custGeom>
          <a:blipFill rotWithShape="1">
            <a:blip r:embed="rId10">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6" name="Shape 446"/>
        <p:cNvGrpSpPr/>
        <p:nvPr/>
      </p:nvGrpSpPr>
      <p:grpSpPr>
        <a:xfrm>
          <a:off x="0" y="0"/>
          <a:ext cx="0" cy="0"/>
          <a:chOff x="0" y="0"/>
          <a:chExt cx="0" cy="0"/>
        </a:xfrm>
      </p:grpSpPr>
      <p:sp>
        <p:nvSpPr>
          <p:cNvPr id="447" name="Google Shape;447;p52"/>
          <p:cNvSpPr/>
          <p:nvPr/>
        </p:nvSpPr>
        <p:spPr>
          <a:xfrm>
            <a:off x="0" y="0"/>
            <a:ext cx="18283428" cy="10287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48" name="Google Shape;448;p52"/>
          <p:cNvSpPr/>
          <p:nvPr/>
        </p:nvSpPr>
        <p:spPr>
          <a:xfrm flipH="1">
            <a:off x="0" y="0"/>
            <a:ext cx="8944177" cy="10287000"/>
          </a:xfrm>
          <a:custGeom>
            <a:rect b="b" l="l" r="r" t="t"/>
            <a:pathLst>
              <a:path extrusionOk="0" h="6858000" w="5962785">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dk2">
              <a:alpha val="4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9" name="Google Shape;449;p52"/>
          <p:cNvSpPr txBox="1"/>
          <p:nvPr/>
        </p:nvSpPr>
        <p:spPr>
          <a:xfrm>
            <a:off x="965202" y="965200"/>
            <a:ext cx="6930876" cy="6850706"/>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600"/>
              </a:spcAft>
              <a:buNone/>
            </a:pPr>
            <a:r>
              <a:rPr b="0" i="0" lang="en-US" sz="6600" u="none" cap="none" strike="noStrike">
                <a:solidFill>
                  <a:schemeClr val="dk1"/>
                </a:solidFill>
                <a:latin typeface="Arial"/>
                <a:ea typeface="Arial"/>
                <a:cs typeface="Arial"/>
                <a:sym typeface="Arial"/>
              </a:rPr>
              <a:t>Ejemplo práctico</a:t>
            </a:r>
            <a:endParaRPr/>
          </a:p>
        </p:txBody>
      </p:sp>
      <p:pic>
        <p:nvPicPr>
          <p:cNvPr descr="Logotipo&#10;&#10;El contenido generado por IA puede ser incorrecto." id="450" name="Google Shape;450;p52"/>
          <p:cNvPicPr preferRelativeResize="0"/>
          <p:nvPr/>
        </p:nvPicPr>
        <p:blipFill rotWithShape="1">
          <a:blip r:embed="rId3">
            <a:alphaModFix/>
          </a:blip>
          <a:srcRect b="23606" l="0" r="0" t="17426"/>
          <a:stretch/>
        </p:blipFill>
        <p:spPr>
          <a:xfrm>
            <a:off x="9909379" y="2149291"/>
            <a:ext cx="7413420" cy="5988417"/>
          </a:xfrm>
          <a:prstGeom prst="rect">
            <a:avLst/>
          </a:prstGeom>
          <a:noFill/>
          <a:ln>
            <a:noFill/>
          </a:ln>
        </p:spPr>
      </p:pic>
    </p:spTree>
  </p:cSld>
  <p:clrMapOvr>
    <a:masterClrMapping/>
  </p:clrMapOvr>
  <p:transition spd="slow">
    <p:push/>
  </p:transition>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54" name="Shape 454"/>
        <p:cNvGrpSpPr/>
        <p:nvPr/>
      </p:nvGrpSpPr>
      <p:grpSpPr>
        <a:xfrm>
          <a:off x="0" y="0"/>
          <a:ext cx="0" cy="0"/>
          <a:chOff x="0" y="0"/>
          <a:chExt cx="0" cy="0"/>
        </a:xfrm>
      </p:grpSpPr>
      <p:sp>
        <p:nvSpPr>
          <p:cNvPr id="455" name="Google Shape;455;p53"/>
          <p:cNvSpPr/>
          <p:nvPr/>
        </p:nvSpPr>
        <p:spPr>
          <a:xfrm>
            <a:off x="0" y="3"/>
            <a:ext cx="18288000" cy="1028699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56" name="Google Shape;456;p53"/>
          <p:cNvSpPr txBox="1"/>
          <p:nvPr/>
        </p:nvSpPr>
        <p:spPr>
          <a:xfrm>
            <a:off x="1473958" y="1518804"/>
            <a:ext cx="6919950" cy="4744836"/>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600"/>
              </a:spcAft>
              <a:buNone/>
            </a:pPr>
            <a:r>
              <a:rPr b="0" i="0" lang="en-US" sz="7200" u="none" cap="none" strike="noStrike">
                <a:solidFill>
                  <a:schemeClr val="dk1"/>
                </a:solidFill>
                <a:latin typeface="Arial"/>
                <a:ea typeface="Arial"/>
                <a:cs typeface="Arial"/>
                <a:sym typeface="Arial"/>
              </a:rPr>
              <a:t>Practiquemos lo aprendido</a:t>
            </a:r>
            <a:endParaRPr b="0" i="0" sz="7200" u="none" cap="none" strike="noStrike">
              <a:solidFill>
                <a:schemeClr val="dk1"/>
              </a:solidFill>
              <a:latin typeface="Arial"/>
              <a:ea typeface="Arial"/>
              <a:cs typeface="Arial"/>
              <a:sym typeface="Arial"/>
            </a:endParaRPr>
          </a:p>
        </p:txBody>
      </p:sp>
      <p:sp>
        <p:nvSpPr>
          <p:cNvPr id="457" name="Google Shape;457;p53"/>
          <p:cNvSpPr txBox="1"/>
          <p:nvPr/>
        </p:nvSpPr>
        <p:spPr>
          <a:xfrm>
            <a:off x="1473957" y="6583680"/>
            <a:ext cx="6612342" cy="1789222"/>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1000"/>
              </a:spcBef>
              <a:spcAft>
                <a:spcPts val="600"/>
              </a:spcAft>
              <a:buNone/>
            </a:pPr>
            <a:r>
              <a:rPr b="0" i="0" lang="en-US" sz="2400" u="none" cap="none" strike="noStrike">
                <a:solidFill>
                  <a:schemeClr val="dk1"/>
                </a:solidFill>
                <a:latin typeface="Arial"/>
                <a:ea typeface="Arial"/>
                <a:cs typeface="Arial"/>
                <a:sym typeface="Arial"/>
              </a:rPr>
              <a:t>Ejercicio Práctico 6</a:t>
            </a:r>
            <a:endParaRPr b="0" i="0" sz="2400" u="none" cap="none" strike="noStrike">
              <a:solidFill>
                <a:schemeClr val="dk1"/>
              </a:solidFill>
              <a:latin typeface="Arial"/>
              <a:ea typeface="Arial"/>
              <a:cs typeface="Arial"/>
              <a:sym typeface="Arial"/>
            </a:endParaRPr>
          </a:p>
        </p:txBody>
      </p:sp>
      <p:sp>
        <p:nvSpPr>
          <p:cNvPr id="458" name="Google Shape;458;p53"/>
          <p:cNvSpPr/>
          <p:nvPr/>
        </p:nvSpPr>
        <p:spPr>
          <a:xfrm flipH="1">
            <a:off x="12185004" y="-4"/>
            <a:ext cx="6102996" cy="10286999"/>
          </a:xfrm>
          <a:prstGeom prst="rect">
            <a:avLst/>
          </a:prstGeom>
          <a:gradFill>
            <a:gsLst>
              <a:gs pos="0">
                <a:srgbClr val="000000"/>
              </a:gs>
              <a:gs pos="26000">
                <a:srgbClr val="000000"/>
              </a:gs>
              <a:gs pos="100000">
                <a:schemeClr val="accent1"/>
              </a:gs>
            </a:gsLst>
            <a:lin ang="9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59" name="Google Shape;459;p53"/>
          <p:cNvSpPr/>
          <p:nvPr/>
        </p:nvSpPr>
        <p:spPr>
          <a:xfrm flipH="1">
            <a:off x="12185004" y="-4"/>
            <a:ext cx="5417194" cy="10286999"/>
          </a:xfrm>
          <a:prstGeom prst="rect">
            <a:avLst/>
          </a:prstGeom>
          <a:gradFill>
            <a:gsLst>
              <a:gs pos="0">
                <a:srgbClr val="366092">
                  <a:alpha val="55686"/>
                </a:srgbClr>
              </a:gs>
              <a:gs pos="100000">
                <a:srgbClr val="000000">
                  <a:alpha val="51764"/>
                </a:srgbClr>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60" name="Google Shape;460;p53"/>
          <p:cNvSpPr/>
          <p:nvPr/>
        </p:nvSpPr>
        <p:spPr>
          <a:xfrm rot="5400000">
            <a:off x="12346082" y="-161085"/>
            <a:ext cx="5780835" cy="6102998"/>
          </a:xfrm>
          <a:prstGeom prst="rect">
            <a:avLst/>
          </a:prstGeom>
          <a:gradFill>
            <a:gsLst>
              <a:gs pos="0">
                <a:srgbClr val="000000">
                  <a:alpha val="33725"/>
                </a:srgbClr>
              </a:gs>
              <a:gs pos="96000">
                <a:srgbClr val="4F81BD">
                  <a:alpha val="0"/>
                </a:srgbClr>
              </a:gs>
              <a:gs pos="100000">
                <a:srgbClr val="4F81BD">
                  <a:alpha val="0"/>
                </a:srgbClr>
              </a:gs>
            </a:gsLst>
            <a:lin ang="8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461" name="Google Shape;461;p53"/>
          <p:cNvPicPr preferRelativeResize="0"/>
          <p:nvPr/>
        </p:nvPicPr>
        <p:blipFill rotWithShape="1">
          <a:blip r:embed="rId3">
            <a:alphaModFix/>
          </a:blip>
          <a:srcRect b="2" l="0" r="2" t="0"/>
          <a:stretch/>
        </p:blipFill>
        <p:spPr>
          <a:xfrm>
            <a:off x="9144000" y="1518804"/>
            <a:ext cx="7134243" cy="7134243"/>
          </a:xfrm>
          <a:custGeom>
            <a:rect b="b" l="l" r="r" t="t"/>
            <a:pathLst>
              <a:path extrusionOk="0" h="5031136" w="5031136">
                <a:moveTo>
                  <a:pt x="2515568" y="0"/>
                </a:moveTo>
                <a:cubicBezTo>
                  <a:pt x="3904878" y="0"/>
                  <a:pt x="5031136" y="1126258"/>
                  <a:pt x="5031136" y="2515568"/>
                </a:cubicBezTo>
                <a:cubicBezTo>
                  <a:pt x="5031136" y="3904878"/>
                  <a:pt x="3904878" y="5031136"/>
                  <a:pt x="2515568" y="5031136"/>
                </a:cubicBezTo>
                <a:cubicBezTo>
                  <a:pt x="1126258" y="5031136"/>
                  <a:pt x="0" y="3904878"/>
                  <a:pt x="0" y="2515568"/>
                </a:cubicBezTo>
                <a:cubicBezTo>
                  <a:pt x="0" y="1126258"/>
                  <a:pt x="1126258" y="0"/>
                  <a:pt x="2515568" y="0"/>
                </a:cubicBezTo>
                <a:close/>
              </a:path>
            </a:pathLst>
          </a:custGeom>
          <a:noFill/>
          <a:ln>
            <a:noFill/>
          </a:ln>
        </p:spPr>
      </p:pic>
    </p:spTree>
  </p:cSld>
  <p:clrMapOvr>
    <a:masterClrMapping/>
  </p:clrMapOvr>
  <p:transition spd="slow">
    <p:push/>
  </p:transition>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pic>
        <p:nvPicPr>
          <p:cNvPr id="466" name="Google Shape;466;p54"/>
          <p:cNvPicPr preferRelativeResize="0"/>
          <p:nvPr/>
        </p:nvPicPr>
        <p:blipFill rotWithShape="1">
          <a:blip r:embed="rId3">
            <a:alphaModFix amt="62000"/>
          </a:blip>
          <a:srcRect b="0" l="0" r="0" t="0"/>
          <a:stretch/>
        </p:blipFill>
        <p:spPr>
          <a:xfrm>
            <a:off x="16902" y="0"/>
            <a:ext cx="18254198" cy="10287001"/>
          </a:xfrm>
          <a:prstGeom prst="rect">
            <a:avLst/>
          </a:prstGeom>
          <a:noFill/>
          <a:ln>
            <a:noFill/>
          </a:ln>
        </p:spPr>
      </p:pic>
      <p:graphicFrame>
        <p:nvGraphicFramePr>
          <p:cNvPr id="467" name="Google Shape;467;p54"/>
          <p:cNvGraphicFramePr/>
          <p:nvPr/>
        </p:nvGraphicFramePr>
        <p:xfrm>
          <a:off x="16900" y="1507250"/>
          <a:ext cx="3000000" cy="3000000"/>
        </p:xfrm>
        <a:graphic>
          <a:graphicData uri="http://schemas.openxmlformats.org/drawingml/2006/table">
            <a:tbl>
              <a:tblPr>
                <a:noFill/>
                <a:tableStyleId>{60719337-636B-44A8-A5A5-AEE334630C88}</a:tableStyleId>
              </a:tblPr>
              <a:tblGrid>
                <a:gridCol w="5533100"/>
                <a:gridCol w="4926650"/>
              </a:tblGrid>
              <a:tr h="6449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Nombre de la actividad:</a:t>
                      </a:r>
                      <a:endParaRPr b="1" sz="2800" u="none" cap="none" strike="noStrike">
                        <a:solidFill>
                          <a:schemeClr val="dk1"/>
                        </a:solidFill>
                      </a:endParaRPr>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726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Cantidad de participantes:</a:t>
                      </a:r>
                      <a:endParaRPr b="1" sz="2800" u="none" cap="none" strike="noStrike">
                        <a:solidFill>
                          <a:schemeClr val="dk1"/>
                        </a:solidFill>
                      </a:endParaRPr>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657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Doy fe que esta actividad está planificada en dtt (Sí/No):</a:t>
                      </a:r>
                      <a:endParaRPr b="1" sz="2800" u="none" cap="none" strike="noStrike">
                        <a:solidFill>
                          <a:schemeClr val="dk1"/>
                        </a:solidFill>
                      </a:endParaRPr>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468" name="Google Shape;468;p54"/>
          <p:cNvSpPr txBox="1"/>
          <p:nvPr/>
        </p:nvSpPr>
        <p:spPr>
          <a:xfrm>
            <a:off x="0" y="4281900"/>
            <a:ext cx="18037800" cy="8004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Arial"/>
                <a:ea typeface="Arial"/>
                <a:cs typeface="Arial"/>
                <a:sym typeface="Arial"/>
              </a:rPr>
              <a:t>Participantes: llenar las siguientes cajas de texto (tomar información del chat del meet)</a:t>
            </a:r>
            <a:endParaRPr b="1" i="0" sz="2800" u="none" cap="none" strike="noStrike">
              <a:solidFill>
                <a:srgbClr val="000000"/>
              </a:solidFill>
              <a:latin typeface="Arial"/>
              <a:ea typeface="Arial"/>
              <a:cs typeface="Arial"/>
              <a:sym typeface="Arial"/>
            </a:endParaRPr>
          </a:p>
        </p:txBody>
      </p:sp>
      <p:sp>
        <p:nvSpPr>
          <p:cNvPr id="469" name="Google Shape;469;p54"/>
          <p:cNvSpPr txBox="1"/>
          <p:nvPr/>
        </p:nvSpPr>
        <p:spPr>
          <a:xfrm>
            <a:off x="16900" y="4955800"/>
            <a:ext cx="6167400" cy="738900"/>
          </a:xfrm>
          <a:prstGeom prst="rect">
            <a:avLst/>
          </a:prstGeom>
          <a:noFill/>
          <a:ln cap="flat" cmpd="sng" w="19050">
            <a:solidFill>
              <a:schemeClr val="dk1"/>
            </a:solidFill>
            <a:prstDash val="solid"/>
            <a:round/>
            <a:headEnd len="sm" w="sm" type="none"/>
            <a:tailEnd len="sm" w="sm" type="none"/>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graphicFrame>
        <p:nvGraphicFramePr>
          <p:cNvPr id="470" name="Google Shape;470;p54"/>
          <p:cNvGraphicFramePr/>
          <p:nvPr/>
        </p:nvGraphicFramePr>
        <p:xfrm>
          <a:off x="10656400" y="1940050"/>
          <a:ext cx="3000000" cy="3000000"/>
        </p:xfrm>
        <a:graphic>
          <a:graphicData uri="http://schemas.openxmlformats.org/drawingml/2006/table">
            <a:tbl>
              <a:tblPr>
                <a:noFill/>
                <a:tableStyleId>{60719337-636B-44A8-A5A5-AEE334630C88}</a:tableStyleId>
              </a:tblPr>
              <a:tblGrid>
                <a:gridCol w="3036400"/>
                <a:gridCol w="4344750"/>
              </a:tblGrid>
              <a:tr h="6449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Hora de inicio:</a:t>
                      </a:r>
                      <a:endParaRPr b="1" sz="2800" u="none" cap="none" strike="noStrike">
                        <a:solidFill>
                          <a:schemeClr val="dk1"/>
                        </a:solidFill>
                      </a:endParaRPr>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726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Hora de fin:</a:t>
                      </a:r>
                      <a:endParaRPr b="1" sz="2800" u="none" cap="none" strike="noStrike">
                        <a:solidFill>
                          <a:schemeClr val="dk1"/>
                        </a:solidFill>
                      </a:endParaRPr>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657200">
                <a:tc>
                  <a:txBody>
                    <a:bodyPr/>
                    <a:lstStyle/>
                    <a:p>
                      <a:pPr indent="0" lvl="0" marL="0" marR="0" rtl="0" algn="l">
                        <a:lnSpc>
                          <a:spcPct val="100000"/>
                        </a:lnSpc>
                        <a:spcBef>
                          <a:spcPts val="0"/>
                        </a:spcBef>
                        <a:spcAft>
                          <a:spcPts val="0"/>
                        </a:spcAft>
                        <a:buClr>
                          <a:schemeClr val="dk1"/>
                        </a:buClr>
                        <a:buSzPts val="2000"/>
                        <a:buFont typeface="Arial"/>
                        <a:buNone/>
                      </a:pPr>
                      <a:r>
                        <a:rPr b="1" lang="en-US" sz="2800" u="none" cap="none" strike="noStrike">
                          <a:solidFill>
                            <a:schemeClr val="dk1"/>
                          </a:solidFill>
                        </a:rPr>
                        <a:t>Duración (min):</a:t>
                      </a:r>
                      <a:endParaRPr b="1" sz="10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471" name="Google Shape;471;p54"/>
          <p:cNvSpPr txBox="1"/>
          <p:nvPr/>
        </p:nvSpPr>
        <p:spPr>
          <a:xfrm>
            <a:off x="6261600" y="4955800"/>
            <a:ext cx="6167400" cy="738900"/>
          </a:xfrm>
          <a:prstGeom prst="rect">
            <a:avLst/>
          </a:prstGeom>
          <a:noFill/>
          <a:ln cap="flat" cmpd="sng" w="19050">
            <a:solidFill>
              <a:schemeClr val="dk1"/>
            </a:solidFill>
            <a:prstDash val="solid"/>
            <a:round/>
            <a:headEnd len="sm" w="sm" type="none"/>
            <a:tailEnd len="sm" w="sm" type="none"/>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p:txBody>
      </p:sp>
      <p:sp>
        <p:nvSpPr>
          <p:cNvPr id="472" name="Google Shape;472;p54"/>
          <p:cNvSpPr txBox="1"/>
          <p:nvPr/>
        </p:nvSpPr>
        <p:spPr>
          <a:xfrm>
            <a:off x="12506300" y="4955800"/>
            <a:ext cx="5764800" cy="738900"/>
          </a:xfrm>
          <a:prstGeom prst="rect">
            <a:avLst/>
          </a:prstGeom>
          <a:noFill/>
          <a:ln cap="flat" cmpd="sng" w="19050">
            <a:solidFill>
              <a:schemeClr val="dk1"/>
            </a:solidFill>
            <a:prstDash val="solid"/>
            <a:round/>
            <a:headEnd len="sm" w="sm" type="none"/>
            <a:tailEnd len="sm" w="sm" type="none"/>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76" name="Shape 476"/>
        <p:cNvGrpSpPr/>
        <p:nvPr/>
      </p:nvGrpSpPr>
      <p:grpSpPr>
        <a:xfrm>
          <a:off x="0" y="0"/>
          <a:ext cx="0" cy="0"/>
          <a:chOff x="0" y="0"/>
          <a:chExt cx="0" cy="0"/>
        </a:xfrm>
      </p:grpSpPr>
      <p:sp>
        <p:nvSpPr>
          <p:cNvPr id="477" name="Google Shape;477;p55"/>
          <p:cNvSpPr/>
          <p:nvPr/>
        </p:nvSpPr>
        <p:spPr>
          <a:xfrm rot="-5400000">
            <a:off x="1200150" y="2237015"/>
            <a:ext cx="5000624" cy="5248655"/>
          </a:xfrm>
          <a:prstGeom prst="downArrow">
            <a:avLst>
              <a:gd fmla="val 100000" name="adj1"/>
              <a:gd fmla="val 15788" name="adj2"/>
            </a:avLst>
          </a:prstGeom>
          <a:solidFill>
            <a:srgbClr val="4040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78" name="Google Shape;478;p55"/>
          <p:cNvSpPr txBox="1"/>
          <p:nvPr/>
        </p:nvSpPr>
        <p:spPr>
          <a:xfrm>
            <a:off x="1543050" y="2950899"/>
            <a:ext cx="3943350" cy="3820885"/>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600"/>
              </a:spcAft>
              <a:buNone/>
            </a:pPr>
            <a:r>
              <a:rPr b="0" i="0" lang="en-US" sz="5400" u="none" cap="none" strike="noStrike">
                <a:solidFill>
                  <a:srgbClr val="FFFFFF"/>
                </a:solidFill>
                <a:latin typeface="Arial"/>
                <a:ea typeface="Arial"/>
                <a:cs typeface="Arial"/>
                <a:sym typeface="Arial"/>
              </a:rPr>
              <a:t>¿DUDAS?</a:t>
            </a:r>
            <a:endParaRPr b="0" i="0" sz="5400" u="none" cap="none" strike="noStrike">
              <a:solidFill>
                <a:srgbClr val="FFFFFF"/>
              </a:solidFill>
              <a:latin typeface="Arial"/>
              <a:ea typeface="Arial"/>
              <a:cs typeface="Arial"/>
              <a:sym typeface="Arial"/>
            </a:endParaRPr>
          </a:p>
        </p:txBody>
      </p:sp>
      <p:pic>
        <p:nvPicPr>
          <p:cNvPr id="479" name="Google Shape;479;p55"/>
          <p:cNvPicPr preferRelativeResize="0"/>
          <p:nvPr/>
        </p:nvPicPr>
        <p:blipFill rotWithShape="1">
          <a:blip r:embed="rId3">
            <a:alphaModFix/>
          </a:blip>
          <a:srcRect b="0" l="0" r="0" t="0"/>
          <a:stretch/>
        </p:blipFill>
        <p:spPr>
          <a:xfrm>
            <a:off x="7165974" y="1976014"/>
            <a:ext cx="10171050" cy="6331478"/>
          </a:xfrm>
          <a:prstGeom prst="rect">
            <a:avLst/>
          </a:prstGeom>
          <a:noFill/>
          <a:ln>
            <a:noFill/>
          </a:ln>
        </p:spPr>
      </p:pic>
    </p:spTree>
  </p:cSld>
  <p:clrMapOvr>
    <a:masterClrMapping/>
  </p:clrMapOvr>
  <p:transition spd="slow">
    <p:push/>
  </p:transition>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3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962" l="0" r="0" t="-996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5" name="Google Shape;485;p39"/>
          <p:cNvSpPr/>
          <p:nvPr/>
        </p:nvSpPr>
        <p:spPr>
          <a:xfrm>
            <a:off x="1028700" y="915918"/>
            <a:ext cx="3046091" cy="2436873"/>
          </a:xfrm>
          <a:custGeom>
            <a:rect b="b" l="l" r="r" t="t"/>
            <a:pathLst>
              <a:path extrusionOk="0" h="2436873" w="3046091">
                <a:moveTo>
                  <a:pt x="0" y="0"/>
                </a:moveTo>
                <a:lnTo>
                  <a:pt x="3046091" y="0"/>
                </a:lnTo>
                <a:lnTo>
                  <a:pt x="3046091" y="2436872"/>
                </a:lnTo>
                <a:lnTo>
                  <a:pt x="0" y="243687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6" name="Google Shape;486;p39"/>
          <p:cNvSpPr/>
          <p:nvPr/>
        </p:nvSpPr>
        <p:spPr>
          <a:xfrm rot="10800000">
            <a:off x="14213209" y="6934210"/>
            <a:ext cx="3046091" cy="2436873"/>
          </a:xfrm>
          <a:custGeom>
            <a:rect b="b" l="l" r="r" t="t"/>
            <a:pathLst>
              <a:path extrusionOk="0" h="2436873" w="3046091">
                <a:moveTo>
                  <a:pt x="0" y="0"/>
                </a:moveTo>
                <a:lnTo>
                  <a:pt x="3046091" y="0"/>
                </a:lnTo>
                <a:lnTo>
                  <a:pt x="3046091" y="2436872"/>
                </a:lnTo>
                <a:lnTo>
                  <a:pt x="0" y="2436872"/>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7" name="Google Shape;487;p39"/>
          <p:cNvSpPr/>
          <p:nvPr/>
        </p:nvSpPr>
        <p:spPr>
          <a:xfrm flipH="1">
            <a:off x="14213209" y="914565"/>
            <a:ext cx="3046091" cy="2436873"/>
          </a:xfrm>
          <a:custGeom>
            <a:rect b="b" l="l" r="r" t="t"/>
            <a:pathLst>
              <a:path extrusionOk="0" h="2436873" w="3046091">
                <a:moveTo>
                  <a:pt x="3046091" y="0"/>
                </a:moveTo>
                <a:lnTo>
                  <a:pt x="0" y="0"/>
                </a:lnTo>
                <a:lnTo>
                  <a:pt x="0" y="2436873"/>
                </a:lnTo>
                <a:lnTo>
                  <a:pt x="3046091" y="2436873"/>
                </a:lnTo>
                <a:lnTo>
                  <a:pt x="3046091"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8" name="Google Shape;488;p39"/>
          <p:cNvSpPr/>
          <p:nvPr/>
        </p:nvSpPr>
        <p:spPr>
          <a:xfrm flipH="1" rot="10800000">
            <a:off x="1028700" y="6935562"/>
            <a:ext cx="3046091" cy="2436873"/>
          </a:xfrm>
          <a:custGeom>
            <a:rect b="b" l="l" r="r" t="t"/>
            <a:pathLst>
              <a:path extrusionOk="0" h="2436873" w="3046091">
                <a:moveTo>
                  <a:pt x="3046091" y="0"/>
                </a:moveTo>
                <a:lnTo>
                  <a:pt x="0" y="0"/>
                </a:lnTo>
                <a:lnTo>
                  <a:pt x="0" y="2436873"/>
                </a:lnTo>
                <a:lnTo>
                  <a:pt x="3046091" y="2436873"/>
                </a:lnTo>
                <a:lnTo>
                  <a:pt x="3046091"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9" name="Google Shape;489;p39"/>
          <p:cNvSpPr/>
          <p:nvPr/>
        </p:nvSpPr>
        <p:spPr>
          <a:xfrm rot="-701283">
            <a:off x="6252997" y="5750146"/>
            <a:ext cx="5782005" cy="1576910"/>
          </a:xfrm>
          <a:custGeom>
            <a:rect b="b" l="l" r="r" t="t"/>
            <a:pathLst>
              <a:path extrusionOk="0" h="1576910" w="5782005">
                <a:moveTo>
                  <a:pt x="0" y="0"/>
                </a:moveTo>
                <a:lnTo>
                  <a:pt x="5782006" y="0"/>
                </a:lnTo>
                <a:lnTo>
                  <a:pt x="5782006" y="1576910"/>
                </a:lnTo>
                <a:lnTo>
                  <a:pt x="0" y="157691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0" name="Google Shape;490;p39"/>
          <p:cNvSpPr txBox="1"/>
          <p:nvPr/>
        </p:nvSpPr>
        <p:spPr>
          <a:xfrm>
            <a:off x="5016732" y="3818965"/>
            <a:ext cx="8252100" cy="4559700"/>
          </a:xfrm>
          <a:prstGeom prst="rect">
            <a:avLst/>
          </a:prstGeom>
          <a:noFill/>
          <a:ln>
            <a:noFill/>
          </a:ln>
        </p:spPr>
        <p:txBody>
          <a:bodyPr anchorCtr="0" anchor="t" bIns="0" lIns="0" spcFirstLastPara="1" rIns="0" wrap="square" tIns="0">
            <a:spAutoFit/>
          </a:bodyPr>
          <a:lstStyle/>
          <a:p>
            <a:pPr indent="0" lvl="0" marL="0" marR="0" rtl="0" algn="ctr">
              <a:lnSpc>
                <a:spcPct val="139998"/>
              </a:lnSpc>
              <a:spcBef>
                <a:spcPts val="0"/>
              </a:spcBef>
              <a:spcAft>
                <a:spcPts val="0"/>
              </a:spcAft>
              <a:buClr>
                <a:srgbClr val="000000"/>
              </a:buClr>
              <a:buSzPts val="11843"/>
              <a:buFont typeface="Arial"/>
              <a:buNone/>
            </a:pPr>
            <a:r>
              <a:rPr b="0" i="0" lang="en-US" sz="11843" u="none" cap="none" strike="noStrike">
                <a:solidFill>
                  <a:srgbClr val="F15D54"/>
                </a:solidFill>
                <a:latin typeface="Arial"/>
                <a:ea typeface="Arial"/>
                <a:cs typeface="Arial"/>
                <a:sym typeface="Arial"/>
              </a:rPr>
              <a:t>ATENCIÓN</a:t>
            </a:r>
            <a:r>
              <a:rPr b="0" i="0" lang="en-US" sz="12343" u="none" cap="none" strike="noStrike">
                <a:solidFill>
                  <a:srgbClr val="F15D54"/>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ctr">
              <a:lnSpc>
                <a:spcPct val="189273"/>
              </a:lnSpc>
              <a:spcBef>
                <a:spcPts val="0"/>
              </a:spcBef>
              <a:spcAft>
                <a:spcPts val="0"/>
              </a:spcAft>
              <a:buClr>
                <a:srgbClr val="000000"/>
              </a:buClr>
              <a:buSzPts val="12343"/>
              <a:buFont typeface="Arial"/>
              <a:buNone/>
            </a:pPr>
            <a:r>
              <a:t/>
            </a:r>
            <a:endParaRPr b="0" i="0" sz="12343" u="none" cap="none" strike="noStrike">
              <a:solidFill>
                <a:srgbClr val="F15D54"/>
              </a:solidFill>
              <a:latin typeface="Arial"/>
              <a:ea typeface="Arial"/>
              <a:cs typeface="Arial"/>
              <a:sym typeface="Arial"/>
            </a:endParaRPr>
          </a:p>
        </p:txBody>
      </p:sp>
      <p:sp>
        <p:nvSpPr>
          <p:cNvPr id="491" name="Google Shape;491;p39"/>
          <p:cNvSpPr/>
          <p:nvPr/>
        </p:nvSpPr>
        <p:spPr>
          <a:xfrm rot="577984">
            <a:off x="2761902" y="3388477"/>
            <a:ext cx="2500403" cy="1068354"/>
          </a:xfrm>
          <a:custGeom>
            <a:rect b="b" l="l" r="r" t="t"/>
            <a:pathLst>
              <a:path extrusionOk="0" h="1068354" w="2500403">
                <a:moveTo>
                  <a:pt x="0" y="0"/>
                </a:moveTo>
                <a:lnTo>
                  <a:pt x="2500403" y="0"/>
                </a:lnTo>
                <a:lnTo>
                  <a:pt x="2500403" y="1068354"/>
                </a:lnTo>
                <a:lnTo>
                  <a:pt x="0" y="1068354"/>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2" name="Google Shape;492;p39"/>
          <p:cNvSpPr/>
          <p:nvPr/>
        </p:nvSpPr>
        <p:spPr>
          <a:xfrm>
            <a:off x="8350165" y="1855594"/>
            <a:ext cx="1587670" cy="557519"/>
          </a:xfrm>
          <a:custGeom>
            <a:rect b="b" l="l" r="r" t="t"/>
            <a:pathLst>
              <a:path extrusionOk="0" h="557519" w="1587670">
                <a:moveTo>
                  <a:pt x="0" y="0"/>
                </a:moveTo>
                <a:lnTo>
                  <a:pt x="1587670" y="0"/>
                </a:lnTo>
                <a:lnTo>
                  <a:pt x="1587670" y="557520"/>
                </a:lnTo>
                <a:lnTo>
                  <a:pt x="0" y="557520"/>
                </a:lnTo>
                <a:lnTo>
                  <a:pt x="0" y="0"/>
                </a:lnTo>
                <a:close/>
              </a:path>
            </a:pathLst>
          </a:custGeom>
          <a:blipFill rotWithShape="1">
            <a:blip r:embed="rId7">
              <a:alphaModFix/>
            </a:blip>
            <a:stretch>
              <a:fillRect b="-33514" l="-13705" r="-15226"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3" name="Google Shape;493;p39"/>
          <p:cNvSpPr/>
          <p:nvPr/>
        </p:nvSpPr>
        <p:spPr>
          <a:xfrm rot="-1307921">
            <a:off x="12242049" y="1307785"/>
            <a:ext cx="1100927" cy="1187274"/>
          </a:xfrm>
          <a:custGeom>
            <a:rect b="b" l="l" r="r" t="t"/>
            <a:pathLst>
              <a:path extrusionOk="0" h="1187274" w="1100927">
                <a:moveTo>
                  <a:pt x="0" y="0"/>
                </a:moveTo>
                <a:lnTo>
                  <a:pt x="1100926" y="0"/>
                </a:lnTo>
                <a:lnTo>
                  <a:pt x="1100926" y="1187274"/>
                </a:lnTo>
                <a:lnTo>
                  <a:pt x="0" y="1187274"/>
                </a:lnTo>
                <a:lnTo>
                  <a:pt x="0" y="0"/>
                </a:lnTo>
                <a:close/>
              </a:path>
            </a:pathLst>
          </a:cu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4" name="Google Shape;494;p39"/>
          <p:cNvSpPr/>
          <p:nvPr/>
        </p:nvSpPr>
        <p:spPr>
          <a:xfrm rot="137640">
            <a:off x="12996532" y="2943787"/>
            <a:ext cx="629902" cy="679306"/>
          </a:xfrm>
          <a:custGeom>
            <a:rect b="b" l="l" r="r" t="t"/>
            <a:pathLst>
              <a:path extrusionOk="0" h="679306" w="629902">
                <a:moveTo>
                  <a:pt x="0" y="0"/>
                </a:moveTo>
                <a:lnTo>
                  <a:pt x="629902" y="0"/>
                </a:lnTo>
                <a:lnTo>
                  <a:pt x="629902" y="679306"/>
                </a:lnTo>
                <a:lnTo>
                  <a:pt x="0" y="679306"/>
                </a:lnTo>
                <a:lnTo>
                  <a:pt x="0" y="0"/>
                </a:lnTo>
                <a:close/>
              </a:path>
            </a:pathLst>
          </a:cu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5" name="Google Shape;495;p39"/>
          <p:cNvSpPr/>
          <p:nvPr/>
        </p:nvSpPr>
        <p:spPr>
          <a:xfrm rot="-1315429">
            <a:off x="2687648" y="6130320"/>
            <a:ext cx="1646701" cy="1607779"/>
          </a:xfrm>
          <a:custGeom>
            <a:rect b="b" l="l" r="r" t="t"/>
            <a:pathLst>
              <a:path extrusionOk="0" h="1607779" w="1646701">
                <a:moveTo>
                  <a:pt x="0" y="0"/>
                </a:moveTo>
                <a:lnTo>
                  <a:pt x="1646701" y="0"/>
                </a:lnTo>
                <a:lnTo>
                  <a:pt x="1646701" y="1607779"/>
                </a:lnTo>
                <a:lnTo>
                  <a:pt x="0" y="1607779"/>
                </a:lnTo>
                <a:lnTo>
                  <a:pt x="0" y="0"/>
                </a:lnTo>
                <a:close/>
              </a:path>
            </a:pathLst>
          </a:cu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6" name="Google Shape;496;p39"/>
          <p:cNvSpPr/>
          <p:nvPr/>
        </p:nvSpPr>
        <p:spPr>
          <a:xfrm rot="3198342">
            <a:off x="14032944" y="7069153"/>
            <a:ext cx="360530" cy="984887"/>
          </a:xfrm>
          <a:custGeom>
            <a:rect b="b" l="l" r="r" t="t"/>
            <a:pathLst>
              <a:path extrusionOk="0" h="984887" w="360530">
                <a:moveTo>
                  <a:pt x="0" y="0"/>
                </a:moveTo>
                <a:lnTo>
                  <a:pt x="360530" y="0"/>
                </a:lnTo>
                <a:lnTo>
                  <a:pt x="360530" y="984887"/>
                </a:lnTo>
                <a:lnTo>
                  <a:pt x="0" y="984887"/>
                </a:lnTo>
                <a:lnTo>
                  <a:pt x="0" y="0"/>
                </a:lnTo>
                <a:close/>
              </a:path>
            </a:pathLst>
          </a:custGeom>
          <a:blipFill rotWithShape="1">
            <a:blip r:embed="rId10">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7" name="Google Shape;497;p39"/>
          <p:cNvSpPr/>
          <p:nvPr/>
        </p:nvSpPr>
        <p:spPr>
          <a:xfrm rot="2700000">
            <a:off x="5260101" y="1562895"/>
            <a:ext cx="969336" cy="969336"/>
          </a:xfrm>
          <a:custGeom>
            <a:rect b="b" l="l" r="r" t="t"/>
            <a:pathLst>
              <a:path extrusionOk="0" h="969336" w="969336">
                <a:moveTo>
                  <a:pt x="0" y="0"/>
                </a:moveTo>
                <a:lnTo>
                  <a:pt x="969335" y="0"/>
                </a:lnTo>
                <a:lnTo>
                  <a:pt x="969335" y="969336"/>
                </a:lnTo>
                <a:lnTo>
                  <a:pt x="0" y="969336"/>
                </a:lnTo>
                <a:lnTo>
                  <a:pt x="0" y="0"/>
                </a:lnTo>
                <a:close/>
              </a:path>
            </a:pathLst>
          </a:custGeom>
          <a:blipFill rotWithShape="1">
            <a:blip r:embed="rId11">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8" name="Google Shape;498;p39"/>
          <p:cNvSpPr/>
          <p:nvPr/>
        </p:nvSpPr>
        <p:spPr>
          <a:xfrm rot="-1764908">
            <a:off x="15555990" y="5810882"/>
            <a:ext cx="360530" cy="984887"/>
          </a:xfrm>
          <a:custGeom>
            <a:rect b="b" l="l" r="r" t="t"/>
            <a:pathLst>
              <a:path extrusionOk="0" h="984887" w="360530">
                <a:moveTo>
                  <a:pt x="0" y="0"/>
                </a:moveTo>
                <a:lnTo>
                  <a:pt x="360529" y="0"/>
                </a:lnTo>
                <a:lnTo>
                  <a:pt x="360529" y="984887"/>
                </a:lnTo>
                <a:lnTo>
                  <a:pt x="0" y="984887"/>
                </a:lnTo>
                <a:lnTo>
                  <a:pt x="0" y="0"/>
                </a:lnTo>
                <a:close/>
              </a:path>
            </a:pathLst>
          </a:custGeom>
          <a:blipFill rotWithShape="1">
            <a:blip r:embed="rId10">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9" name="Google Shape;499;p39"/>
          <p:cNvSpPr/>
          <p:nvPr/>
        </p:nvSpPr>
        <p:spPr>
          <a:xfrm rot="1418040">
            <a:off x="14729127" y="2145336"/>
            <a:ext cx="629902" cy="679306"/>
          </a:xfrm>
          <a:custGeom>
            <a:rect b="b" l="l" r="r" t="t"/>
            <a:pathLst>
              <a:path extrusionOk="0" h="679306" w="629902">
                <a:moveTo>
                  <a:pt x="0" y="0"/>
                </a:moveTo>
                <a:lnTo>
                  <a:pt x="629902" y="0"/>
                </a:lnTo>
                <a:lnTo>
                  <a:pt x="629902" y="679306"/>
                </a:lnTo>
                <a:lnTo>
                  <a:pt x="0" y="679306"/>
                </a:lnTo>
                <a:lnTo>
                  <a:pt x="0" y="0"/>
                </a:lnTo>
                <a:close/>
              </a:path>
            </a:pathLst>
          </a:cu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0" name="Google Shape;500;p39"/>
          <p:cNvSpPr/>
          <p:nvPr/>
        </p:nvSpPr>
        <p:spPr>
          <a:xfrm rot="-1172371">
            <a:off x="1826382" y="4804523"/>
            <a:ext cx="629902" cy="679306"/>
          </a:xfrm>
          <a:custGeom>
            <a:rect b="b" l="l" r="r" t="t"/>
            <a:pathLst>
              <a:path extrusionOk="0" h="679306" w="629902">
                <a:moveTo>
                  <a:pt x="0" y="0"/>
                </a:moveTo>
                <a:lnTo>
                  <a:pt x="629902" y="0"/>
                </a:lnTo>
                <a:lnTo>
                  <a:pt x="629902" y="679306"/>
                </a:lnTo>
                <a:lnTo>
                  <a:pt x="0" y="679306"/>
                </a:lnTo>
                <a:lnTo>
                  <a:pt x="0" y="0"/>
                </a:lnTo>
                <a:close/>
              </a:path>
            </a:pathLst>
          </a:cu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1" name="Google Shape;501;p39"/>
          <p:cNvSpPr/>
          <p:nvPr/>
        </p:nvSpPr>
        <p:spPr>
          <a:xfrm>
            <a:off x="12983189" y="6538601"/>
            <a:ext cx="2666990" cy="3646460"/>
          </a:xfrm>
          <a:custGeom>
            <a:rect b="b" l="l" r="r" t="t"/>
            <a:pathLst>
              <a:path extrusionOk="0" h="3646460" w="2666990">
                <a:moveTo>
                  <a:pt x="0" y="0"/>
                </a:moveTo>
                <a:lnTo>
                  <a:pt x="2666991" y="0"/>
                </a:lnTo>
                <a:lnTo>
                  <a:pt x="2666991" y="3646460"/>
                </a:lnTo>
                <a:lnTo>
                  <a:pt x="0" y="3646460"/>
                </a:lnTo>
                <a:lnTo>
                  <a:pt x="0" y="0"/>
                </a:lnTo>
                <a:close/>
              </a:path>
            </a:pathLst>
          </a:custGeom>
          <a:blipFill rotWithShape="1">
            <a:blip r:embed="rId12">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2" name="Google Shape;502;p39"/>
          <p:cNvSpPr txBox="1"/>
          <p:nvPr/>
        </p:nvSpPr>
        <p:spPr>
          <a:xfrm>
            <a:off x="6102991" y="2750966"/>
            <a:ext cx="5766300" cy="1050000"/>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Clr>
                <a:srgbClr val="000000"/>
              </a:buClr>
              <a:buSzPts val="6821"/>
              <a:buFont typeface="Arial"/>
              <a:buNone/>
            </a:pPr>
            <a:r>
              <a:rPr b="0" i="0" lang="en-US" sz="6821" u="none" cap="none" strike="noStrike">
                <a:solidFill>
                  <a:srgbClr val="009B96"/>
                </a:solidFill>
                <a:latin typeface="Shadows Into Light"/>
                <a:ea typeface="Shadows Into Light"/>
                <a:cs typeface="Shadows Into Light"/>
                <a:sym typeface="Shadows Into Light"/>
              </a:rPr>
              <a:t>¡GRACIAS POR SU </a:t>
            </a:r>
            <a:endParaRPr b="0" i="0" sz="200" u="none" cap="none" strike="noStrike">
              <a:solidFill>
                <a:srgbClr val="000000"/>
              </a:solidFill>
              <a:latin typeface="Arial"/>
              <a:ea typeface="Arial"/>
              <a:cs typeface="Arial"/>
              <a:sym typeface="Arial"/>
            </a:endParaRPr>
          </a:p>
        </p:txBody>
      </p:sp>
      <p:sp>
        <p:nvSpPr>
          <p:cNvPr id="503" name="Google Shape;503;p39"/>
          <p:cNvSpPr txBox="1"/>
          <p:nvPr/>
        </p:nvSpPr>
        <p:spPr>
          <a:xfrm>
            <a:off x="4270072" y="7390256"/>
            <a:ext cx="8271315" cy="2150350"/>
          </a:xfrm>
          <a:prstGeom prst="rect">
            <a:avLst/>
          </a:prstGeom>
          <a:noFill/>
          <a:ln>
            <a:noFill/>
          </a:ln>
        </p:spPr>
        <p:txBody>
          <a:bodyPr anchorCtr="0" anchor="t" bIns="0" lIns="0" spcFirstLastPara="1" rIns="0" wrap="square" tIns="0">
            <a:spAutoFit/>
          </a:bodyPr>
          <a:lstStyle/>
          <a:p>
            <a:pPr indent="0" lvl="0" marL="0" marR="0" rtl="0" algn="ctr">
              <a:lnSpc>
                <a:spcPct val="139993"/>
              </a:lnSpc>
              <a:spcBef>
                <a:spcPts val="0"/>
              </a:spcBef>
              <a:spcAft>
                <a:spcPts val="0"/>
              </a:spcAft>
              <a:buClr>
                <a:srgbClr val="000000"/>
              </a:buClr>
              <a:buSzPts val="3073"/>
              <a:buFont typeface="Arial"/>
              <a:buNone/>
            </a:pPr>
            <a:r>
              <a:rPr b="0" i="0" lang="en-US" sz="3073" u="none" cap="none" strike="noStrike">
                <a:solidFill>
                  <a:srgbClr val="FFFFFF"/>
                </a:solidFill>
                <a:latin typeface="Sniglet"/>
                <a:ea typeface="Sniglet"/>
                <a:cs typeface="Sniglet"/>
                <a:sym typeface="Sniglet"/>
              </a:rPr>
              <a:t>RECUERDA QUE TENEMOS NUESTRO FORO SEMANAL DONDE PUEDES CONSULTAR CUALQUIER DUDA QUE TE SURJA EN LA SEMANA</a:t>
            </a:r>
            <a:endParaRPr b="0" i="0" sz="1400" u="none" cap="none" strike="noStrike">
              <a:solidFill>
                <a:srgbClr val="000000"/>
              </a:solidFill>
              <a:latin typeface="Arial"/>
              <a:ea typeface="Arial"/>
              <a:cs typeface="Arial"/>
              <a:sym typeface="Arial"/>
            </a:endParaRPr>
          </a:p>
          <a:p>
            <a:pPr indent="0" lvl="0" marL="0" marR="0" rtl="0" algn="ctr">
              <a:lnSpc>
                <a:spcPct val="139993"/>
              </a:lnSpc>
              <a:spcBef>
                <a:spcPts val="0"/>
              </a:spcBef>
              <a:spcAft>
                <a:spcPts val="0"/>
              </a:spcAft>
              <a:buClr>
                <a:srgbClr val="000000"/>
              </a:buClr>
              <a:buSzPts val="3073"/>
              <a:buFont typeface="Arial"/>
              <a:buNone/>
            </a:pPr>
            <a:r>
              <a:t/>
            </a:r>
            <a:endParaRPr b="0" i="0" sz="3073" u="none" cap="none" strike="noStrike">
              <a:solidFill>
                <a:srgbClr val="FFFFFF"/>
              </a:solidFill>
              <a:latin typeface="Sniglet"/>
              <a:ea typeface="Sniglet"/>
              <a:cs typeface="Sniglet"/>
              <a:sym typeface="Snigle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