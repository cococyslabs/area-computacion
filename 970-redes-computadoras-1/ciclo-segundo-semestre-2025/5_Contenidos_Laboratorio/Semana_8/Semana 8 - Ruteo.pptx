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Lst>
  <p:sldSz cy="10287000" cx="18288000"/>
  <p:notesSz cx="6858000" cy="9144000"/>
  <p:embeddedFontLst>
    <p:embeddedFont>
      <p:font typeface="Roboto"/>
      <p:bold r:id="rId35"/>
      <p:boldItalic r:id="rId36"/>
    </p:embeddedFont>
    <p:embeddedFont>
      <p:font typeface="Arimo"/>
      <p:regular r:id="rId37"/>
      <p:bold r:id="rId38"/>
      <p:italic r:id="rId39"/>
      <p:boldItalic r:id="rId40"/>
    </p:embeddedFont>
    <p:embeddedFont>
      <p:font typeface="Nunito"/>
      <p:regular r:id="rId41"/>
      <p:bold r:id="rId42"/>
      <p:italic r:id="rId43"/>
      <p:boldItalic r:id="rId44"/>
    </p:embeddedFont>
    <p:embeddedFont>
      <p:font typeface="Open Sans"/>
      <p:bold r:id="rId45"/>
      <p:boldItalic r:id="rId4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47" roundtripDataSignature="AMtx7mhrpPPkS+z0qH5wUYd5AqZzfqhgH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948FDB62-F542-48AB-A865-F25770A64DC8}">
  <a:tblStyle styleId="{948FDB62-F542-48AB-A865-F25770A64DC8}"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Arimo-boldItalic.fntdata"/><Relationship Id="rId20" Type="http://schemas.openxmlformats.org/officeDocument/2006/relationships/slide" Target="slides/slide14.xml"/><Relationship Id="rId42" Type="http://schemas.openxmlformats.org/officeDocument/2006/relationships/font" Target="fonts/Nunito-bold.fntdata"/><Relationship Id="rId41" Type="http://schemas.openxmlformats.org/officeDocument/2006/relationships/font" Target="fonts/Nunito-regular.fntdata"/><Relationship Id="rId22" Type="http://schemas.openxmlformats.org/officeDocument/2006/relationships/slide" Target="slides/slide16.xml"/><Relationship Id="rId44" Type="http://schemas.openxmlformats.org/officeDocument/2006/relationships/font" Target="fonts/Nunito-boldItalic.fntdata"/><Relationship Id="rId21" Type="http://schemas.openxmlformats.org/officeDocument/2006/relationships/slide" Target="slides/slide15.xml"/><Relationship Id="rId43" Type="http://schemas.openxmlformats.org/officeDocument/2006/relationships/font" Target="fonts/Nunito-italic.fntdata"/><Relationship Id="rId24" Type="http://schemas.openxmlformats.org/officeDocument/2006/relationships/slide" Target="slides/slide18.xml"/><Relationship Id="rId46" Type="http://schemas.openxmlformats.org/officeDocument/2006/relationships/font" Target="fonts/OpenSans-boldItalic.fntdata"/><Relationship Id="rId23" Type="http://schemas.openxmlformats.org/officeDocument/2006/relationships/slide" Target="slides/slide17.xml"/><Relationship Id="rId45" Type="http://schemas.openxmlformats.org/officeDocument/2006/relationships/font" Target="fonts/OpenSans-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47" Type="http://customschemas.google.com/relationships/presentationmetadata" Target="metadata"/><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font" Target="fonts/Roboto-bold.fntdata"/><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37" Type="http://schemas.openxmlformats.org/officeDocument/2006/relationships/font" Target="fonts/Arimo-regular.fntdata"/><Relationship Id="rId14" Type="http://schemas.openxmlformats.org/officeDocument/2006/relationships/slide" Target="slides/slide8.xml"/><Relationship Id="rId36" Type="http://schemas.openxmlformats.org/officeDocument/2006/relationships/font" Target="fonts/Roboto-boldItalic.fntdata"/><Relationship Id="rId17" Type="http://schemas.openxmlformats.org/officeDocument/2006/relationships/slide" Target="slides/slide11.xml"/><Relationship Id="rId39" Type="http://schemas.openxmlformats.org/officeDocument/2006/relationships/font" Target="fonts/Arimo-italic.fntdata"/><Relationship Id="rId16" Type="http://schemas.openxmlformats.org/officeDocument/2006/relationships/slide" Target="slides/slide10.xml"/><Relationship Id="rId38" Type="http://schemas.openxmlformats.org/officeDocument/2006/relationships/font" Target="fonts/Arimo-bold.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86" name="Google Shape;86;p1: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87" name="Google Shape;87;p1: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8" name="Google Shape;88;p1: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1.7.2013</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t>
            </a:r>
            <a:endParaRPr/>
          </a:p>
        </p:txBody>
      </p:sp>
      <p:sp>
        <p:nvSpPr>
          <p:cNvPr id="89" name="Google Shape;89;p1: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90" name="Google Shape;90;p1: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2: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98" name="Google Shape;98;p2: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99" name="Google Shape;99;p2: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0" name="Google Shape;100;p2: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1.7.2013</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t>
            </a:r>
            <a:endParaRPr/>
          </a:p>
        </p:txBody>
      </p:sp>
      <p:sp>
        <p:nvSpPr>
          <p:cNvPr id="101" name="Google Shape;101;p2: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102" name="Google Shape;102;p2: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3: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125" name="Google Shape;125;p3: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126" name="Google Shape;126;p3: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7" name="Google Shape;127;p3: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1.7.2013</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t>
            </a:r>
            <a:endParaRPr/>
          </a:p>
        </p:txBody>
      </p:sp>
      <p:sp>
        <p:nvSpPr>
          <p:cNvPr id="128" name="Google Shape;128;p3: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129" name="Google Shape;129;p3: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4: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166" name="Google Shape;166;p4: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167" name="Google Shape;167;p4: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8" name="Google Shape;168;p4: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1.7.2013</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t>
            </a:r>
            <a:endParaRPr/>
          </a:p>
        </p:txBody>
      </p:sp>
      <p:sp>
        <p:nvSpPr>
          <p:cNvPr id="169" name="Google Shape;169;p4: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170" name="Google Shape;170;p4: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p5: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177" name="Google Shape;177;p5: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178" name="Google Shape;178;p5: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9" name="Google Shape;179;p5: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1.7.2013</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t>
            </a:r>
            <a:endParaRPr/>
          </a:p>
        </p:txBody>
      </p:sp>
      <p:sp>
        <p:nvSpPr>
          <p:cNvPr id="180" name="Google Shape;180;p5: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181" name="Google Shape;181;p5: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6: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199" name="Google Shape;199;p6: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200" name="Google Shape;200;p6: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1" name="Google Shape;201;p6: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1.7.2013</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t>
            </a:r>
            <a:endParaRPr/>
          </a:p>
        </p:txBody>
      </p:sp>
      <p:sp>
        <p:nvSpPr>
          <p:cNvPr id="202" name="Google Shape;202;p6: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203" name="Google Shape;203;p6: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7: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211" name="Google Shape;211;p7: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212" name="Google Shape;212;p7: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3" name="Google Shape;213;p7: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1.7.2013</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t>
            </a:r>
            <a:endParaRPr/>
          </a:p>
        </p:txBody>
      </p:sp>
      <p:sp>
        <p:nvSpPr>
          <p:cNvPr id="214" name="Google Shape;214;p7: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215" name="Google Shape;215;p7: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p8: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225" name="Google Shape;225;p8: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226" name="Google Shape;226;p8: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7" name="Google Shape;227;p8: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1.7.2013</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t>
            </a:r>
            <a:endParaRPr/>
          </a:p>
        </p:txBody>
      </p:sp>
      <p:sp>
        <p:nvSpPr>
          <p:cNvPr id="228" name="Google Shape;228;p8: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229" name="Google Shape;229;p8: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p9: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238" name="Google Shape;238;p9: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239" name="Google Shape;239;p9: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0" name="Google Shape;240;p9: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1.7.2013</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t>
            </a:r>
            <a:endParaRPr/>
          </a:p>
        </p:txBody>
      </p:sp>
      <p:sp>
        <p:nvSpPr>
          <p:cNvPr id="241" name="Google Shape;241;p9: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242" name="Google Shape;242;p9: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p10: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253" name="Google Shape;253;p10: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254" name="Google Shape;254;p10: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5" name="Google Shape;255;p10: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1.7.2013</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t>
            </a:r>
            <a:endParaRPr/>
          </a:p>
        </p:txBody>
      </p:sp>
      <p:sp>
        <p:nvSpPr>
          <p:cNvPr id="256" name="Google Shape;256;p10: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257" name="Google Shape;257;p10: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p11: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275" name="Google Shape;275;p11: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276" name="Google Shape;276;p11: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7" name="Google Shape;277;p11: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1.7.2013</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t>
            </a:r>
            <a:endParaRPr/>
          </a:p>
        </p:txBody>
      </p:sp>
      <p:sp>
        <p:nvSpPr>
          <p:cNvPr id="278" name="Google Shape;278;p11: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279" name="Google Shape;279;p11: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p12: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288" name="Google Shape;288;p12: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289" name="Google Shape;289;p12: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0" name="Google Shape;290;p12: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1.7.2013</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t>
            </a:r>
            <a:endParaRPr/>
          </a:p>
        </p:txBody>
      </p:sp>
      <p:sp>
        <p:nvSpPr>
          <p:cNvPr id="291" name="Google Shape;291;p12: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292" name="Google Shape;292;p12: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p13: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310" name="Google Shape;310;p13: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311" name="Google Shape;311;p13: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2" name="Google Shape;312;p13: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1.7.2013</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t>
            </a:r>
            <a:endParaRPr/>
          </a:p>
        </p:txBody>
      </p:sp>
      <p:sp>
        <p:nvSpPr>
          <p:cNvPr id="313" name="Google Shape;313;p13: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314" name="Google Shape;314;p13: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p14: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332" name="Google Shape;332;p14: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333" name="Google Shape;333;p14: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4" name="Google Shape;334;p14: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1.7.2013</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t>
            </a:r>
            <a:endParaRPr/>
          </a:p>
        </p:txBody>
      </p:sp>
      <p:sp>
        <p:nvSpPr>
          <p:cNvPr id="335" name="Google Shape;335;p14: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336" name="Google Shape;336;p14: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p15: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345" name="Google Shape;345;p15: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346" name="Google Shape;346;p15: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7" name="Google Shape;347;p15: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1.7.2013</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t>
            </a:r>
            <a:endParaRPr/>
          </a:p>
        </p:txBody>
      </p:sp>
      <p:sp>
        <p:nvSpPr>
          <p:cNvPr id="348" name="Google Shape;348;p15: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349" name="Google Shape;349;p15: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p16: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358" name="Google Shape;358;p16: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359" name="Google Shape;359;p16: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0" name="Google Shape;360;p16: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1.7.2013</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t>
            </a:r>
            <a:endParaRPr/>
          </a:p>
        </p:txBody>
      </p:sp>
      <p:sp>
        <p:nvSpPr>
          <p:cNvPr id="361" name="Google Shape;361;p16: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362" name="Google Shape;362;p16: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 name="Shape 378"/>
        <p:cNvGrpSpPr/>
        <p:nvPr/>
      </p:nvGrpSpPr>
      <p:grpSpPr>
        <a:xfrm>
          <a:off x="0" y="0"/>
          <a:ext cx="0" cy="0"/>
          <a:chOff x="0" y="0"/>
          <a:chExt cx="0" cy="0"/>
        </a:xfrm>
      </p:grpSpPr>
      <p:sp>
        <p:nvSpPr>
          <p:cNvPr id="379" name="Google Shape;379;p17: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380" name="Google Shape;380;p17: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381" name="Google Shape;381;p17: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2" name="Google Shape;382;p17: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1.7.2013</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t>
            </a:r>
            <a:endParaRPr/>
          </a:p>
        </p:txBody>
      </p:sp>
      <p:sp>
        <p:nvSpPr>
          <p:cNvPr id="383" name="Google Shape;383;p17: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384" name="Google Shape;384;p17: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 name="Shape 391"/>
        <p:cNvGrpSpPr/>
        <p:nvPr/>
      </p:nvGrpSpPr>
      <p:grpSpPr>
        <a:xfrm>
          <a:off x="0" y="0"/>
          <a:ext cx="0" cy="0"/>
          <a:chOff x="0" y="0"/>
          <a:chExt cx="0" cy="0"/>
        </a:xfrm>
      </p:grpSpPr>
      <p:sp>
        <p:nvSpPr>
          <p:cNvPr id="392" name="Google Shape;392;p18: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393" name="Google Shape;393;p18: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394" name="Google Shape;394;p18: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5" name="Google Shape;395;p18: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1.7.2013</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t>
            </a:r>
            <a:endParaRPr/>
          </a:p>
        </p:txBody>
      </p:sp>
      <p:sp>
        <p:nvSpPr>
          <p:cNvPr id="396" name="Google Shape;396;p18: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397" name="Google Shape;397;p18: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p19: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406" name="Google Shape;406;p19: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407" name="Google Shape;407;p19: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8" name="Google Shape;408;p19: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1.7.2013</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t>
            </a:r>
            <a:endParaRPr/>
          </a:p>
        </p:txBody>
      </p:sp>
      <p:sp>
        <p:nvSpPr>
          <p:cNvPr id="409" name="Google Shape;409;p19: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410" name="Google Shape;410;p19: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7" name="Shape 417"/>
        <p:cNvGrpSpPr/>
        <p:nvPr/>
      </p:nvGrpSpPr>
      <p:grpSpPr>
        <a:xfrm>
          <a:off x="0" y="0"/>
          <a:ext cx="0" cy="0"/>
          <a:chOff x="0" y="0"/>
          <a:chExt cx="0" cy="0"/>
        </a:xfrm>
      </p:grpSpPr>
      <p:sp>
        <p:nvSpPr>
          <p:cNvPr id="418" name="Google Shape;418;p20: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419" name="Google Shape;419;p20: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420" name="Google Shape;420;p20: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1" name="Google Shape;421;p20: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1.7.2013</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t>
            </a:r>
            <a:endParaRPr/>
          </a:p>
        </p:txBody>
      </p:sp>
      <p:sp>
        <p:nvSpPr>
          <p:cNvPr id="422" name="Google Shape;422;p20: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423" name="Google Shape;423;p20: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0" name="Shape 430"/>
        <p:cNvGrpSpPr/>
        <p:nvPr/>
      </p:nvGrpSpPr>
      <p:grpSpPr>
        <a:xfrm>
          <a:off x="0" y="0"/>
          <a:ext cx="0" cy="0"/>
          <a:chOff x="0" y="0"/>
          <a:chExt cx="0" cy="0"/>
        </a:xfrm>
      </p:grpSpPr>
      <p:sp>
        <p:nvSpPr>
          <p:cNvPr id="431" name="Google Shape;431;p21: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432" name="Google Shape;432;p21: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433" name="Google Shape;433;p21: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4" name="Google Shape;434;p21: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1.7.2013</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t>
            </a:r>
            <a:endParaRPr/>
          </a:p>
        </p:txBody>
      </p:sp>
      <p:sp>
        <p:nvSpPr>
          <p:cNvPr id="435" name="Google Shape;435;p21: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436" name="Google Shape;436;p21: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p22: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446" name="Google Shape;446;p22: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447" name="Google Shape;447;p22: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8" name="Google Shape;448;p22: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1.7.2013</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t>
            </a:r>
            <a:endParaRPr/>
          </a:p>
        </p:txBody>
      </p:sp>
      <p:sp>
        <p:nvSpPr>
          <p:cNvPr id="449" name="Google Shape;449;p22: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450" name="Google Shape;450;p22: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8" name="Shape 458"/>
        <p:cNvGrpSpPr/>
        <p:nvPr/>
      </p:nvGrpSpPr>
      <p:grpSpPr>
        <a:xfrm>
          <a:off x="0" y="0"/>
          <a:ext cx="0" cy="0"/>
          <a:chOff x="0" y="0"/>
          <a:chExt cx="0" cy="0"/>
        </a:xfrm>
      </p:grpSpPr>
      <p:sp>
        <p:nvSpPr>
          <p:cNvPr id="459" name="Google Shape;459;p23: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460" name="Google Shape;460;p23: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461" name="Google Shape;461;p23: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2" name="Google Shape;462;p23: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1.7.2013</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t>
            </a:r>
            <a:endParaRPr/>
          </a:p>
        </p:txBody>
      </p:sp>
      <p:sp>
        <p:nvSpPr>
          <p:cNvPr id="463" name="Google Shape;463;p23: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464" name="Google Shape;464;p23: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2" name="Shape 472"/>
        <p:cNvGrpSpPr/>
        <p:nvPr/>
      </p:nvGrpSpPr>
      <p:grpSpPr>
        <a:xfrm>
          <a:off x="0" y="0"/>
          <a:ext cx="0" cy="0"/>
          <a:chOff x="0" y="0"/>
          <a:chExt cx="0" cy="0"/>
        </a:xfrm>
      </p:grpSpPr>
      <p:sp>
        <p:nvSpPr>
          <p:cNvPr id="473" name="Google Shape;473;p24: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474" name="Google Shape;474;p24: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475" name="Google Shape;475;p24: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6" name="Google Shape;476;p24: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1.7.2013</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t>
            </a:r>
            <a:endParaRPr/>
          </a:p>
        </p:txBody>
      </p:sp>
      <p:sp>
        <p:nvSpPr>
          <p:cNvPr id="477" name="Google Shape;477;p24: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478" name="Google Shape;478;p24: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6" name="Shape 486"/>
        <p:cNvGrpSpPr/>
        <p:nvPr/>
      </p:nvGrpSpPr>
      <p:grpSpPr>
        <a:xfrm>
          <a:off x="0" y="0"/>
          <a:ext cx="0" cy="0"/>
          <a:chOff x="0" y="0"/>
          <a:chExt cx="0" cy="0"/>
        </a:xfrm>
      </p:grpSpPr>
      <p:sp>
        <p:nvSpPr>
          <p:cNvPr id="487" name="Google Shape;487;p25: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488" name="Google Shape;488;p25: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489" name="Google Shape;489;p25: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0" name="Google Shape;490;p25: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1.7.2013</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t>
            </a:r>
            <a:endParaRPr/>
          </a:p>
        </p:txBody>
      </p:sp>
      <p:sp>
        <p:nvSpPr>
          <p:cNvPr id="491" name="Google Shape;491;p25: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492" name="Google Shape;492;p25: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0" name="Shape 500"/>
        <p:cNvGrpSpPr/>
        <p:nvPr/>
      </p:nvGrpSpPr>
      <p:grpSpPr>
        <a:xfrm>
          <a:off x="0" y="0"/>
          <a:ext cx="0" cy="0"/>
          <a:chOff x="0" y="0"/>
          <a:chExt cx="0" cy="0"/>
        </a:xfrm>
      </p:grpSpPr>
      <p:sp>
        <p:nvSpPr>
          <p:cNvPr id="501" name="Google Shape;501;p26: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502" name="Google Shape;502;p26: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503" name="Google Shape;503;p26: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4" name="Google Shape;504;p26: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1.7.2013</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t>
            </a:r>
            <a:endParaRPr/>
          </a:p>
        </p:txBody>
      </p:sp>
      <p:sp>
        <p:nvSpPr>
          <p:cNvPr id="505" name="Google Shape;505;p26: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506" name="Google Shape;506;p26: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4" name="Shape 514"/>
        <p:cNvGrpSpPr/>
        <p:nvPr/>
      </p:nvGrpSpPr>
      <p:grpSpPr>
        <a:xfrm>
          <a:off x="0" y="0"/>
          <a:ext cx="0" cy="0"/>
          <a:chOff x="0" y="0"/>
          <a:chExt cx="0" cy="0"/>
        </a:xfrm>
      </p:grpSpPr>
      <p:sp>
        <p:nvSpPr>
          <p:cNvPr id="515" name="Google Shape;515;p27: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516" name="Google Shape;516;p27: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517" name="Google Shape;517;p27: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8" name="Google Shape;518;p27: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1.7.2013</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t>
            </a:r>
            <a:endParaRPr/>
          </a:p>
        </p:txBody>
      </p:sp>
      <p:sp>
        <p:nvSpPr>
          <p:cNvPr id="519" name="Google Shape;519;p27: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520" name="Google Shape;520;p27: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9" name="Shape 529"/>
        <p:cNvGrpSpPr/>
        <p:nvPr/>
      </p:nvGrpSpPr>
      <p:grpSpPr>
        <a:xfrm>
          <a:off x="0" y="0"/>
          <a:ext cx="0" cy="0"/>
          <a:chOff x="0" y="0"/>
          <a:chExt cx="0" cy="0"/>
        </a:xfrm>
      </p:grpSpPr>
      <p:sp>
        <p:nvSpPr>
          <p:cNvPr id="530" name="Google Shape;530;p28: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531" name="Google Shape;531;p28: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532" name="Google Shape;532;p28: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3" name="Google Shape;533;p28: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1.7.2013</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t>
            </a:r>
            <a:endParaRPr/>
          </a:p>
        </p:txBody>
      </p:sp>
      <p:sp>
        <p:nvSpPr>
          <p:cNvPr id="534" name="Google Shape;534;p28: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535" name="Google Shape;535;p28: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 name="Shape 15"/>
        <p:cNvGrpSpPr/>
        <p:nvPr/>
      </p:nvGrpSpPr>
      <p:grpSpPr>
        <a:xfrm>
          <a:off x="0" y="0"/>
          <a:ext cx="0" cy="0"/>
          <a:chOff x="0" y="0"/>
          <a:chExt cx="0" cy="0"/>
        </a:xfrm>
      </p:grpSpPr>
      <p:sp>
        <p:nvSpPr>
          <p:cNvPr id="16" name="Google Shape;16;p3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 name="Google Shape;17;p3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 name="Google Shape;18;p3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9" name="Shape 19"/>
        <p:cNvGrpSpPr/>
        <p:nvPr/>
      </p:nvGrpSpPr>
      <p:grpSpPr>
        <a:xfrm>
          <a:off x="0" y="0"/>
          <a:ext cx="0" cy="0"/>
          <a:chOff x="0" y="0"/>
          <a:chExt cx="0" cy="0"/>
        </a:xfrm>
      </p:grpSpPr>
      <p:sp>
        <p:nvSpPr>
          <p:cNvPr id="20" name="Google Shape;20;p31"/>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 name="Google Shape;21;p31"/>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22" name="Google Shape;22;p3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 name="Google Shape;23;p3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3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5" name="Shape 25"/>
        <p:cNvGrpSpPr/>
        <p:nvPr/>
      </p:nvGrpSpPr>
      <p:grpSpPr>
        <a:xfrm>
          <a:off x="0" y="0"/>
          <a:ext cx="0" cy="0"/>
          <a:chOff x="0" y="0"/>
          <a:chExt cx="0" cy="0"/>
        </a:xfrm>
      </p:grpSpPr>
      <p:sp>
        <p:nvSpPr>
          <p:cNvPr id="26" name="Google Shape;26;p3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 name="Google Shape;27;p32"/>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8" name="Google Shape;28;p3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3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3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1" name="Shape 31"/>
        <p:cNvGrpSpPr/>
        <p:nvPr/>
      </p:nvGrpSpPr>
      <p:grpSpPr>
        <a:xfrm>
          <a:off x="0" y="0"/>
          <a:ext cx="0" cy="0"/>
          <a:chOff x="0" y="0"/>
          <a:chExt cx="0" cy="0"/>
        </a:xfrm>
      </p:grpSpPr>
      <p:sp>
        <p:nvSpPr>
          <p:cNvPr id="32" name="Google Shape;32;p33"/>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 name="Google Shape;33;p33"/>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4" name="Google Shape;34;p3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3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3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7" name="Shape 37"/>
        <p:cNvGrpSpPr/>
        <p:nvPr/>
      </p:nvGrpSpPr>
      <p:grpSpPr>
        <a:xfrm>
          <a:off x="0" y="0"/>
          <a:ext cx="0" cy="0"/>
          <a:chOff x="0" y="0"/>
          <a:chExt cx="0" cy="0"/>
        </a:xfrm>
      </p:grpSpPr>
      <p:sp>
        <p:nvSpPr>
          <p:cNvPr id="38" name="Google Shape;38;p3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34"/>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40" name="Google Shape;40;p34"/>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41" name="Google Shape;41;p3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3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3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4" name="Shape 44"/>
        <p:cNvGrpSpPr/>
        <p:nvPr/>
      </p:nvGrpSpPr>
      <p:grpSpPr>
        <a:xfrm>
          <a:off x="0" y="0"/>
          <a:ext cx="0" cy="0"/>
          <a:chOff x="0" y="0"/>
          <a:chExt cx="0" cy="0"/>
        </a:xfrm>
      </p:grpSpPr>
      <p:sp>
        <p:nvSpPr>
          <p:cNvPr id="45" name="Google Shape;45;p3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6" name="Google Shape;46;p35"/>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7" name="Google Shape;47;p35"/>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8" name="Google Shape;48;p35"/>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9" name="Google Shape;49;p35"/>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50" name="Google Shape;50;p3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3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3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3" name="Shape 53"/>
        <p:cNvGrpSpPr/>
        <p:nvPr/>
      </p:nvGrpSpPr>
      <p:grpSpPr>
        <a:xfrm>
          <a:off x="0" y="0"/>
          <a:ext cx="0" cy="0"/>
          <a:chOff x="0" y="0"/>
          <a:chExt cx="0" cy="0"/>
        </a:xfrm>
      </p:grpSpPr>
      <p:sp>
        <p:nvSpPr>
          <p:cNvPr id="54" name="Google Shape;54;p3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5" name="Google Shape;55;p3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3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3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37"/>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37"/>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61" name="Google Shape;61;p37"/>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2" name="Google Shape;62;p3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3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3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38"/>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38"/>
          <p:cNvSpPr/>
          <p:nvPr>
            <p:ph idx="2" type="pic"/>
          </p:nvPr>
        </p:nvSpPr>
        <p:spPr>
          <a:xfrm>
            <a:off x="1792288" y="612775"/>
            <a:ext cx="5486400" cy="4114800"/>
          </a:xfrm>
          <a:prstGeom prst="rect">
            <a:avLst/>
          </a:prstGeom>
          <a:noFill/>
          <a:ln>
            <a:noFill/>
          </a:ln>
        </p:spPr>
      </p:sp>
      <p:sp>
        <p:nvSpPr>
          <p:cNvPr id="68" name="Google Shape;68;p38"/>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9" name="Google Shape;69;p3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3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3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3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39"/>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5" name="Google Shape;75;p3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3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3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40"/>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40"/>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1" name="Google Shape;81;p4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4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4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29"/>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2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2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2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1" Type="http://schemas.openxmlformats.org/officeDocument/2006/relationships/image" Target="../media/image13.png"/><Relationship Id="rId10" Type="http://schemas.openxmlformats.org/officeDocument/2006/relationships/image" Target="../media/image15.png"/><Relationship Id="rId13" Type="http://schemas.openxmlformats.org/officeDocument/2006/relationships/image" Target="../media/image35.png"/><Relationship Id="rId12" Type="http://schemas.openxmlformats.org/officeDocument/2006/relationships/image" Target="../media/image8.png"/><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57.png"/><Relationship Id="rId9" Type="http://schemas.openxmlformats.org/officeDocument/2006/relationships/image" Target="../media/image3.png"/><Relationship Id="rId5" Type="http://schemas.openxmlformats.org/officeDocument/2006/relationships/image" Target="../media/image18.png"/><Relationship Id="rId6" Type="http://schemas.openxmlformats.org/officeDocument/2006/relationships/image" Target="../media/image16.png"/><Relationship Id="rId7" Type="http://schemas.openxmlformats.org/officeDocument/2006/relationships/image" Target="../media/image9.png"/><Relationship Id="rId8" Type="http://schemas.openxmlformats.org/officeDocument/2006/relationships/image" Target="../media/image5.png"/></Relationships>
</file>

<file path=ppt/slides/_rels/slide3.xml.rels><?xml version="1.0" encoding="UTF-8" standalone="yes"?><Relationships xmlns="http://schemas.openxmlformats.org/package/2006/relationships"><Relationship Id="rId11" Type="http://schemas.openxmlformats.org/officeDocument/2006/relationships/image" Target="../media/image21.png"/><Relationship Id="rId10" Type="http://schemas.openxmlformats.org/officeDocument/2006/relationships/image" Target="../media/image26.png"/><Relationship Id="rId13" Type="http://schemas.openxmlformats.org/officeDocument/2006/relationships/image" Target="../media/image17.png"/><Relationship Id="rId12" Type="http://schemas.openxmlformats.org/officeDocument/2006/relationships/image" Target="../media/image20.png"/><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31.png"/><Relationship Id="rId4" Type="http://schemas.openxmlformats.org/officeDocument/2006/relationships/image" Target="../media/image11.png"/><Relationship Id="rId9" Type="http://schemas.openxmlformats.org/officeDocument/2006/relationships/image" Target="../media/image29.png"/><Relationship Id="rId15" Type="http://schemas.openxmlformats.org/officeDocument/2006/relationships/image" Target="../media/image27.png"/><Relationship Id="rId14" Type="http://schemas.openxmlformats.org/officeDocument/2006/relationships/image" Target="../media/image43.png"/><Relationship Id="rId5" Type="http://schemas.openxmlformats.org/officeDocument/2006/relationships/image" Target="../media/image12.png"/><Relationship Id="rId6" Type="http://schemas.openxmlformats.org/officeDocument/2006/relationships/image" Target="../media/image24.png"/><Relationship Id="rId7" Type="http://schemas.openxmlformats.org/officeDocument/2006/relationships/image" Target="../media/image7.png"/><Relationship Id="rId8" Type="http://schemas.openxmlformats.org/officeDocument/2006/relationships/image" Target="../media/image1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30.png"/></Relationships>
</file>

<file path=ppt/slides/_rels/slide5.xml.rels><?xml version="1.0" encoding="UTF-8" standalone="yes"?><Relationships xmlns="http://schemas.openxmlformats.org/package/2006/relationships"><Relationship Id="rId11" Type="http://schemas.openxmlformats.org/officeDocument/2006/relationships/image" Target="../media/image13.png"/><Relationship Id="rId10" Type="http://schemas.openxmlformats.org/officeDocument/2006/relationships/image" Target="../media/image15.png"/><Relationship Id="rId12" Type="http://schemas.openxmlformats.org/officeDocument/2006/relationships/image" Target="../media/image8.png"/><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png"/><Relationship Id="rId4" Type="http://schemas.openxmlformats.org/officeDocument/2006/relationships/image" Target="../media/image57.png"/><Relationship Id="rId9" Type="http://schemas.openxmlformats.org/officeDocument/2006/relationships/image" Target="../media/image3.png"/><Relationship Id="rId5" Type="http://schemas.openxmlformats.org/officeDocument/2006/relationships/image" Target="../media/image18.png"/><Relationship Id="rId6" Type="http://schemas.openxmlformats.org/officeDocument/2006/relationships/image" Target="../media/image16.png"/><Relationship Id="rId7" Type="http://schemas.openxmlformats.org/officeDocument/2006/relationships/image" Target="../media/image9.png"/><Relationship Id="rId8"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33.png"/><Relationship Id="rId4" Type="http://schemas.openxmlformats.org/officeDocument/2006/relationships/image" Target="../media/image4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6.png"/><Relationship Id="rId4" Type="http://schemas.openxmlformats.org/officeDocument/2006/relationships/image" Target="../media/image36.png"/><Relationship Id="rId5" Type="http://schemas.openxmlformats.org/officeDocument/2006/relationships/image" Target="../media/image3.png"/><Relationship Id="rId6" Type="http://schemas.openxmlformats.org/officeDocument/2006/relationships/image" Target="../media/image3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6.png"/><Relationship Id="rId4" Type="http://schemas.openxmlformats.org/officeDocument/2006/relationships/image" Target="../media/image36.png"/><Relationship Id="rId5"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39.png"/><Relationship Id="rId4" Type="http://schemas.openxmlformats.org/officeDocument/2006/relationships/image" Target="../media/image34.png"/></Relationships>
</file>

<file path=ppt/slides/_rels/slide10.xml.rels><?xml version="1.0" encoding="UTF-8" standalone="yes"?><Relationships xmlns="http://schemas.openxmlformats.org/package/2006/relationships"><Relationship Id="rId11" Type="http://schemas.openxmlformats.org/officeDocument/2006/relationships/image" Target="../media/image13.png"/><Relationship Id="rId10" Type="http://schemas.openxmlformats.org/officeDocument/2006/relationships/image" Target="../media/image15.png"/><Relationship Id="rId12" Type="http://schemas.openxmlformats.org/officeDocument/2006/relationships/image" Target="../media/image8.png"/><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png"/><Relationship Id="rId4" Type="http://schemas.openxmlformats.org/officeDocument/2006/relationships/image" Target="../media/image57.png"/><Relationship Id="rId9" Type="http://schemas.openxmlformats.org/officeDocument/2006/relationships/image" Target="../media/image3.png"/><Relationship Id="rId5" Type="http://schemas.openxmlformats.org/officeDocument/2006/relationships/image" Target="../media/image18.png"/><Relationship Id="rId6" Type="http://schemas.openxmlformats.org/officeDocument/2006/relationships/image" Target="../media/image16.png"/><Relationship Id="rId7" Type="http://schemas.openxmlformats.org/officeDocument/2006/relationships/image" Target="../media/image9.png"/><Relationship Id="rId8"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6.png"/><Relationship Id="rId4" Type="http://schemas.openxmlformats.org/officeDocument/2006/relationships/image" Target="../media/image36.png"/><Relationship Id="rId5"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44.png"/><Relationship Id="rId4" Type="http://schemas.openxmlformats.org/officeDocument/2006/relationships/image" Target="../media/image40.png"/><Relationship Id="rId5" Type="http://schemas.openxmlformats.org/officeDocument/2006/relationships/image" Target="../media/image38.png"/><Relationship Id="rId6" Type="http://schemas.openxmlformats.org/officeDocument/2006/relationships/image" Target="../media/image46.png"/><Relationship Id="rId7" Type="http://schemas.openxmlformats.org/officeDocument/2006/relationships/image" Target="../media/image45.png"/><Relationship Id="rId8" Type="http://schemas.openxmlformats.org/officeDocument/2006/relationships/image" Target="../media/image4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44.png"/><Relationship Id="rId4" Type="http://schemas.openxmlformats.org/officeDocument/2006/relationships/image" Target="../media/image40.png"/><Relationship Id="rId5" Type="http://schemas.openxmlformats.org/officeDocument/2006/relationships/image" Target="../media/image38.png"/><Relationship Id="rId6" Type="http://schemas.openxmlformats.org/officeDocument/2006/relationships/image" Target="../media/image46.png"/><Relationship Id="rId7" Type="http://schemas.openxmlformats.org/officeDocument/2006/relationships/image" Target="../media/image45.png"/><Relationship Id="rId8" Type="http://schemas.openxmlformats.org/officeDocument/2006/relationships/image" Target="../media/image4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6.png"/><Relationship Id="rId4" Type="http://schemas.openxmlformats.org/officeDocument/2006/relationships/image" Target="../media/image36.png"/><Relationship Id="rId5"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2.png"/><Relationship Id="rId4" Type="http://schemas.openxmlformats.org/officeDocument/2006/relationships/image" Target="../media/image5.png"/><Relationship Id="rId5" Type="http://schemas.openxmlformats.org/officeDocument/2006/relationships/image" Target="../media/image52.png"/></Relationships>
</file>

<file path=ppt/slides/_rels/slide16.xml.rels><?xml version="1.0" encoding="UTF-8" standalone="yes"?><Relationships xmlns="http://schemas.openxmlformats.org/package/2006/relationships"><Relationship Id="rId11" Type="http://schemas.openxmlformats.org/officeDocument/2006/relationships/image" Target="../media/image13.png"/><Relationship Id="rId10" Type="http://schemas.openxmlformats.org/officeDocument/2006/relationships/image" Target="../media/image15.png"/><Relationship Id="rId12" Type="http://schemas.openxmlformats.org/officeDocument/2006/relationships/image" Target="../media/image8.png"/><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2.png"/><Relationship Id="rId4" Type="http://schemas.openxmlformats.org/officeDocument/2006/relationships/image" Target="../media/image57.png"/><Relationship Id="rId9" Type="http://schemas.openxmlformats.org/officeDocument/2006/relationships/image" Target="../media/image3.png"/><Relationship Id="rId5" Type="http://schemas.openxmlformats.org/officeDocument/2006/relationships/image" Target="../media/image18.png"/><Relationship Id="rId6" Type="http://schemas.openxmlformats.org/officeDocument/2006/relationships/image" Target="../media/image16.png"/><Relationship Id="rId7" Type="http://schemas.openxmlformats.org/officeDocument/2006/relationships/image" Target="../media/image9.png"/><Relationship Id="rId8" Type="http://schemas.openxmlformats.org/officeDocument/2006/relationships/image" Target="../media/image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6.png"/><Relationship Id="rId4" Type="http://schemas.openxmlformats.org/officeDocument/2006/relationships/image" Target="../media/image36.png"/><Relationship Id="rId5" Type="http://schemas.openxmlformats.org/officeDocument/2006/relationships/image" Target="../media/image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2.png"/><Relationship Id="rId4" Type="http://schemas.openxmlformats.org/officeDocument/2006/relationships/image" Target="../media/image5.png"/><Relationship Id="rId5" Type="http://schemas.openxmlformats.org/officeDocument/2006/relationships/image" Target="../media/image5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2.png"/><Relationship Id="rId4" Type="http://schemas.openxmlformats.org/officeDocument/2006/relationships/image" Target="../media/image5.png"/><Relationship Id="rId5" Type="http://schemas.openxmlformats.org/officeDocument/2006/relationships/image" Target="../media/image5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6.png"/><Relationship Id="rId4" Type="http://schemas.openxmlformats.org/officeDocument/2006/relationships/image" Target="../media/image36.png"/><Relationship Id="rId5" Type="http://schemas.openxmlformats.org/officeDocument/2006/relationships/image" Target="../media/image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5.png"/><Relationship Id="rId4" Type="http://schemas.openxmlformats.org/officeDocument/2006/relationships/image" Target="../media/image2.png"/><Relationship Id="rId5" Type="http://schemas.openxmlformats.org/officeDocument/2006/relationships/image" Target="../media/image53.png"/><Relationship Id="rId6" Type="http://schemas.openxmlformats.org/officeDocument/2006/relationships/image" Target="../media/image5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5.png"/><Relationship Id="rId4" Type="http://schemas.openxmlformats.org/officeDocument/2006/relationships/image" Target="../media/image2.png"/><Relationship Id="rId5" Type="http://schemas.openxmlformats.org/officeDocument/2006/relationships/image" Target="../media/image53.png"/><Relationship Id="rId6" Type="http://schemas.openxmlformats.org/officeDocument/2006/relationships/image" Target="../media/image5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5.png"/><Relationship Id="rId4" Type="http://schemas.openxmlformats.org/officeDocument/2006/relationships/image" Target="../media/image2.png"/><Relationship Id="rId5" Type="http://schemas.openxmlformats.org/officeDocument/2006/relationships/image" Target="../media/image53.png"/><Relationship Id="rId6" Type="http://schemas.openxmlformats.org/officeDocument/2006/relationships/image" Target="../media/image5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5.png"/><Relationship Id="rId4" Type="http://schemas.openxmlformats.org/officeDocument/2006/relationships/image" Target="../media/image2.png"/><Relationship Id="rId5" Type="http://schemas.openxmlformats.org/officeDocument/2006/relationships/image" Target="../media/image53.png"/><Relationship Id="rId6" Type="http://schemas.openxmlformats.org/officeDocument/2006/relationships/image" Target="../media/image5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5.png"/><Relationship Id="rId4" Type="http://schemas.openxmlformats.org/officeDocument/2006/relationships/image" Target="../media/image2.png"/><Relationship Id="rId5" Type="http://schemas.openxmlformats.org/officeDocument/2006/relationships/image" Target="../media/image53.png"/><Relationship Id="rId6" Type="http://schemas.openxmlformats.org/officeDocument/2006/relationships/image" Target="../media/image54.png"/><Relationship Id="rId7" Type="http://schemas.openxmlformats.org/officeDocument/2006/relationships/image" Target="../media/image16.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5.png"/><Relationship Id="rId4" Type="http://schemas.openxmlformats.org/officeDocument/2006/relationships/image" Target="../media/image2.png"/><Relationship Id="rId5" Type="http://schemas.openxmlformats.org/officeDocument/2006/relationships/image" Target="../media/image53.png"/><Relationship Id="rId6" Type="http://schemas.openxmlformats.org/officeDocument/2006/relationships/image" Target="../media/image54.png"/><Relationship Id="rId7" Type="http://schemas.openxmlformats.org/officeDocument/2006/relationships/image" Target="../media/image1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2.png"/><Relationship Id="rId4" Type="http://schemas.openxmlformats.org/officeDocument/2006/relationships/image" Target="../media/image57.png"/><Relationship Id="rId5" Type="http://schemas.openxmlformats.org/officeDocument/2006/relationships/image" Target="../media/image61.png"/><Relationship Id="rId6" Type="http://schemas.openxmlformats.org/officeDocument/2006/relationships/image" Target="../media/image52.png"/><Relationship Id="rId7" Type="http://schemas.openxmlformats.org/officeDocument/2006/relationships/image" Target="../media/image16.png"/><Relationship Id="rId8" Type="http://schemas.openxmlformats.org/officeDocument/2006/relationships/image" Target="../media/image15.png"/></Relationships>
</file>

<file path=ppt/slides/_rels/slide28.xml.rels><?xml version="1.0" encoding="UTF-8" standalone="yes"?><Relationships xmlns="http://schemas.openxmlformats.org/package/2006/relationships"><Relationship Id="rId11" Type="http://schemas.openxmlformats.org/officeDocument/2006/relationships/image" Target="../media/image13.png"/><Relationship Id="rId10" Type="http://schemas.openxmlformats.org/officeDocument/2006/relationships/image" Target="../media/image15.png"/><Relationship Id="rId13" Type="http://schemas.openxmlformats.org/officeDocument/2006/relationships/image" Target="../media/image62.png"/><Relationship Id="rId12" Type="http://schemas.openxmlformats.org/officeDocument/2006/relationships/image" Target="../media/image8.png"/><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2.png"/><Relationship Id="rId4" Type="http://schemas.openxmlformats.org/officeDocument/2006/relationships/image" Target="../media/image57.png"/><Relationship Id="rId9" Type="http://schemas.openxmlformats.org/officeDocument/2006/relationships/image" Target="../media/image3.png"/><Relationship Id="rId5" Type="http://schemas.openxmlformats.org/officeDocument/2006/relationships/image" Target="../media/image18.png"/><Relationship Id="rId6" Type="http://schemas.openxmlformats.org/officeDocument/2006/relationships/image" Target="../media/image16.png"/><Relationship Id="rId7" Type="http://schemas.openxmlformats.org/officeDocument/2006/relationships/image" Target="../media/image9.png"/><Relationship Id="rId8"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
          <p:cNvSpPr/>
          <p:nvPr/>
        </p:nvSpPr>
        <p:spPr>
          <a:xfrm>
            <a:off x="16560" y="0"/>
            <a:ext cx="18253424" cy="10286619"/>
          </a:xfrm>
          <a:custGeom>
            <a:rect b="b" l="l" r="r" t="t"/>
            <a:pathLst>
              <a:path extrusionOk="0" h="13715492" w="24337899">
                <a:moveTo>
                  <a:pt x="0" y="0"/>
                </a:moveTo>
                <a:lnTo>
                  <a:pt x="24337899" y="0"/>
                </a:lnTo>
                <a:lnTo>
                  <a:pt x="24337899" y="13715492"/>
                </a:lnTo>
                <a:lnTo>
                  <a:pt x="0" y="13715492"/>
                </a:lnTo>
                <a:lnTo>
                  <a:pt x="0" y="0"/>
                </a:lnTo>
                <a:close/>
              </a:path>
            </a:pathLst>
          </a:custGeom>
          <a:blipFill rotWithShape="1">
            <a:blip r:embed="rId3">
              <a:alphaModFix amt="62000"/>
            </a:blip>
            <a:stretch>
              <a:fillRect b="0" l="0" r="0" t="0"/>
            </a:stretch>
          </a:blipFill>
          <a:ln>
            <a:noFill/>
          </a:ln>
        </p:spPr>
      </p:sp>
      <p:graphicFrame>
        <p:nvGraphicFramePr>
          <p:cNvPr id="93" name="Google Shape;93;p1"/>
          <p:cNvGraphicFramePr/>
          <p:nvPr/>
        </p:nvGraphicFramePr>
        <p:xfrm>
          <a:off x="10656720" y="1940400"/>
          <a:ext cx="3000000" cy="3000000"/>
        </p:xfrm>
        <a:graphic>
          <a:graphicData uri="http://schemas.openxmlformats.org/drawingml/2006/table">
            <a:tbl>
              <a:tblPr>
                <a:noFill/>
                <a:tableStyleId>{948FDB62-F542-48AB-A865-F25770A64DC8}</a:tableStyleId>
              </a:tblPr>
              <a:tblGrid>
                <a:gridCol w="3032900"/>
                <a:gridCol w="4307700"/>
              </a:tblGrid>
              <a:tr h="804725">
                <a:tc>
                  <a:txBody>
                    <a:bodyPr/>
                    <a:lstStyle/>
                    <a:p>
                      <a:pPr indent="0" lvl="0" marL="0" marR="0" rtl="0" algn="l">
                        <a:lnSpc>
                          <a:spcPct val="143943"/>
                        </a:lnSpc>
                        <a:spcBef>
                          <a:spcPts val="0"/>
                        </a:spcBef>
                        <a:spcAft>
                          <a:spcPts val="0"/>
                        </a:spcAft>
                        <a:buNone/>
                      </a:pPr>
                      <a:r>
                        <a:rPr b="1" lang="en-US" sz="2840" u="none" cap="none" strike="noStrike">
                          <a:solidFill>
                            <a:srgbClr val="000000"/>
                          </a:solidFill>
                          <a:latin typeface="Arial"/>
                          <a:ea typeface="Arial"/>
                          <a:cs typeface="Arial"/>
                          <a:sym typeface="Arial"/>
                        </a:rPr>
                        <a:t>Día, Fecha:</a:t>
                      </a:r>
                      <a:endParaRPr sz="1100" u="none" cap="none" strike="noStrike"/>
                    </a:p>
                  </a:txBody>
                  <a:tcPr marT="91075" marB="91075" marR="91075" marL="910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40013"/>
                        </a:lnSpc>
                        <a:spcBef>
                          <a:spcPts val="0"/>
                        </a:spcBef>
                        <a:spcAft>
                          <a:spcPts val="0"/>
                        </a:spcAft>
                        <a:buNone/>
                      </a:pPr>
                      <a:r>
                        <a:rPr lang="en-US" sz="2999" u="none" cap="none" strike="noStrike">
                          <a:solidFill>
                            <a:srgbClr val="000000"/>
                          </a:solidFill>
                          <a:latin typeface="Arimo"/>
                          <a:ea typeface="Arimo"/>
                          <a:cs typeface="Arimo"/>
                          <a:sym typeface="Arimo"/>
                        </a:rPr>
                        <a:t>día, DD/MM/2026</a:t>
                      </a:r>
                      <a:endParaRPr sz="1100" u="none" cap="none" strike="noStrike"/>
                    </a:p>
                  </a:txBody>
                  <a:tcPr marT="91075" marB="91075" marR="91075" marL="910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852625">
                <a:tc>
                  <a:txBody>
                    <a:bodyPr/>
                    <a:lstStyle/>
                    <a:p>
                      <a:pPr indent="0" lvl="0" marL="0" marR="0" rtl="0" algn="l">
                        <a:lnSpc>
                          <a:spcPct val="143943"/>
                        </a:lnSpc>
                        <a:spcBef>
                          <a:spcPts val="0"/>
                        </a:spcBef>
                        <a:spcAft>
                          <a:spcPts val="0"/>
                        </a:spcAft>
                        <a:buNone/>
                      </a:pPr>
                      <a:r>
                        <a:rPr b="1" lang="en-US" sz="2840" u="none" cap="none" strike="noStrike">
                          <a:solidFill>
                            <a:srgbClr val="000000"/>
                          </a:solidFill>
                          <a:latin typeface="Arial"/>
                          <a:ea typeface="Arial"/>
                          <a:cs typeface="Arial"/>
                          <a:sym typeface="Arial"/>
                        </a:rPr>
                        <a:t>Hora de inicio:</a:t>
                      </a:r>
                      <a:endParaRPr sz="1100" u="none" cap="none" strike="noStrike"/>
                    </a:p>
                  </a:txBody>
                  <a:tcPr marT="91075" marB="91075" marR="91075" marL="910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40012"/>
                        </a:lnSpc>
                        <a:spcBef>
                          <a:spcPts val="0"/>
                        </a:spcBef>
                        <a:spcAft>
                          <a:spcPts val="0"/>
                        </a:spcAft>
                        <a:buNone/>
                      </a:pPr>
                      <a:r>
                        <a:rPr lang="en-US" sz="3199" u="none" cap="none" strike="noStrike">
                          <a:solidFill>
                            <a:srgbClr val="000000"/>
                          </a:solidFill>
                          <a:latin typeface="Arimo"/>
                          <a:ea typeface="Arimo"/>
                          <a:cs typeface="Arimo"/>
                          <a:sym typeface="Arimo"/>
                        </a:rPr>
                        <a:t>HH:MM hrs</a:t>
                      </a:r>
                      <a:endParaRPr sz="1100" u="none" cap="none" strike="noStrike"/>
                    </a:p>
                  </a:txBody>
                  <a:tcPr marT="91075" marB="91075" marR="91075" marL="910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
        <p:nvSpPr>
          <p:cNvPr id="94" name="Google Shape;94;p1"/>
          <p:cNvSpPr txBox="1"/>
          <p:nvPr/>
        </p:nvSpPr>
        <p:spPr>
          <a:xfrm>
            <a:off x="1536384" y="4160325"/>
            <a:ext cx="15722916" cy="887498"/>
          </a:xfrm>
          <a:prstGeom prst="rect">
            <a:avLst/>
          </a:prstGeom>
          <a:noFill/>
          <a:ln>
            <a:noFill/>
          </a:ln>
        </p:spPr>
        <p:txBody>
          <a:bodyPr anchorCtr="0" anchor="t" bIns="0" lIns="0" spcFirstLastPara="1" rIns="0" wrap="square" tIns="0">
            <a:spAutoFit/>
          </a:bodyPr>
          <a:lstStyle/>
          <a:p>
            <a:pPr indent="0" lvl="0" marL="0" marR="0" rtl="0" algn="l">
              <a:lnSpc>
                <a:spcPct val="143986"/>
              </a:lnSpc>
              <a:spcBef>
                <a:spcPts val="0"/>
              </a:spcBef>
              <a:spcAft>
                <a:spcPts val="0"/>
              </a:spcAft>
              <a:buNone/>
            </a:pPr>
            <a:r>
              <a:rPr b="0" i="0" lang="en-US" sz="4947" u="none" cap="none" strike="noStrike">
                <a:solidFill>
                  <a:srgbClr val="000000"/>
                </a:solidFill>
                <a:latin typeface="Arial"/>
                <a:ea typeface="Arial"/>
                <a:cs typeface="Arial"/>
                <a:sym typeface="Arial"/>
              </a:rPr>
              <a:t>Laboratorio de Redes de Computadoras 1 [SECCION]</a:t>
            </a:r>
            <a:endParaRPr/>
          </a:p>
        </p:txBody>
      </p:sp>
      <p:sp>
        <p:nvSpPr>
          <p:cNvPr id="95" name="Google Shape;95;p1"/>
          <p:cNvSpPr txBox="1"/>
          <p:nvPr/>
        </p:nvSpPr>
        <p:spPr>
          <a:xfrm>
            <a:off x="3965057" y="5580602"/>
            <a:ext cx="10356430" cy="1007728"/>
          </a:xfrm>
          <a:prstGeom prst="rect">
            <a:avLst/>
          </a:prstGeom>
          <a:noFill/>
          <a:ln>
            <a:noFill/>
          </a:ln>
        </p:spPr>
        <p:txBody>
          <a:bodyPr anchorCtr="0" anchor="t" bIns="0" lIns="0" spcFirstLastPara="1" rIns="0" wrap="square" tIns="0">
            <a:spAutoFit/>
          </a:bodyPr>
          <a:lstStyle/>
          <a:p>
            <a:pPr indent="0" lvl="0" marL="0" marR="0" rtl="0" algn="l">
              <a:lnSpc>
                <a:spcPct val="143963"/>
              </a:lnSpc>
              <a:spcBef>
                <a:spcPts val="0"/>
              </a:spcBef>
              <a:spcAft>
                <a:spcPts val="0"/>
              </a:spcAft>
              <a:buNone/>
            </a:pPr>
            <a:r>
              <a:rPr b="0" i="0" lang="en-US" sz="5682" u="none" cap="none" strike="noStrike">
                <a:solidFill>
                  <a:srgbClr val="000000"/>
                </a:solidFill>
                <a:latin typeface="Arial"/>
                <a:ea typeface="Arial"/>
                <a:cs typeface="Arial"/>
                <a:sym typeface="Arial"/>
              </a:rPr>
              <a:t>Nombre Tutor</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DFD"/>
        </a:solidFill>
      </p:bgPr>
    </p:bg>
    <p:spTree>
      <p:nvGrpSpPr>
        <p:cNvPr id="103" name="Shape 103"/>
        <p:cNvGrpSpPr/>
        <p:nvPr/>
      </p:nvGrpSpPr>
      <p:grpSpPr>
        <a:xfrm>
          <a:off x="0" y="0"/>
          <a:ext cx="0" cy="0"/>
          <a:chOff x="0" y="0"/>
          <a:chExt cx="0" cy="0"/>
        </a:xfrm>
      </p:grpSpPr>
      <p:sp>
        <p:nvSpPr>
          <p:cNvPr id="104" name="Google Shape;104;p2"/>
          <p:cNvSpPr/>
          <p:nvPr/>
        </p:nvSpPr>
        <p:spPr>
          <a:xfrm>
            <a:off x="16628867" y="7543299"/>
            <a:ext cx="3699224" cy="4195000"/>
          </a:xfrm>
          <a:custGeom>
            <a:rect b="b" l="l" r="r" t="t"/>
            <a:pathLst>
              <a:path extrusionOk="0" h="5593334" w="4932299">
                <a:moveTo>
                  <a:pt x="0" y="0"/>
                </a:moveTo>
                <a:lnTo>
                  <a:pt x="4932299" y="0"/>
                </a:lnTo>
                <a:lnTo>
                  <a:pt x="4932299" y="5593334"/>
                </a:lnTo>
                <a:lnTo>
                  <a:pt x="0" y="5593334"/>
                </a:lnTo>
                <a:lnTo>
                  <a:pt x="0" y="0"/>
                </a:lnTo>
                <a:close/>
              </a:path>
            </a:pathLst>
          </a:custGeom>
          <a:blipFill rotWithShape="1">
            <a:blip r:embed="rId3">
              <a:alphaModFix/>
            </a:blip>
            <a:stretch>
              <a:fillRect b="0" l="-22" r="-22" t="0"/>
            </a:stretch>
          </a:blipFill>
          <a:ln>
            <a:noFill/>
          </a:ln>
        </p:spPr>
      </p:sp>
      <p:sp>
        <p:nvSpPr>
          <p:cNvPr id="105" name="Google Shape;105;p2"/>
          <p:cNvSpPr/>
          <p:nvPr/>
        </p:nvSpPr>
        <p:spPr>
          <a:xfrm>
            <a:off x="4123074" y="-2591505"/>
            <a:ext cx="4089178" cy="3747230"/>
          </a:xfrm>
          <a:custGeom>
            <a:rect b="b" l="l" r="r" t="t"/>
            <a:pathLst>
              <a:path extrusionOk="0" h="4996307" w="5452237">
                <a:moveTo>
                  <a:pt x="0" y="0"/>
                </a:moveTo>
                <a:lnTo>
                  <a:pt x="5452237" y="0"/>
                </a:lnTo>
                <a:lnTo>
                  <a:pt x="5452237" y="4996307"/>
                </a:lnTo>
                <a:lnTo>
                  <a:pt x="0" y="4996307"/>
                </a:lnTo>
                <a:lnTo>
                  <a:pt x="0" y="0"/>
                </a:lnTo>
                <a:close/>
              </a:path>
            </a:pathLst>
          </a:custGeom>
          <a:blipFill rotWithShape="1">
            <a:blip r:embed="rId4">
              <a:alphaModFix/>
            </a:blip>
            <a:stretch>
              <a:fillRect b="-80" l="0" r="0" t="-80"/>
            </a:stretch>
          </a:blipFill>
          <a:ln>
            <a:noFill/>
          </a:ln>
        </p:spPr>
      </p:sp>
      <p:sp>
        <p:nvSpPr>
          <p:cNvPr id="106" name="Google Shape;106;p2"/>
          <p:cNvSpPr/>
          <p:nvPr/>
        </p:nvSpPr>
        <p:spPr>
          <a:xfrm rot="-1780974">
            <a:off x="-2178018" y="4841040"/>
            <a:ext cx="3585401" cy="4186714"/>
          </a:xfrm>
          <a:custGeom>
            <a:rect b="b" l="l" r="r" t="t"/>
            <a:pathLst>
              <a:path extrusionOk="0" h="5582285" w="4780534">
                <a:moveTo>
                  <a:pt x="0" y="0"/>
                </a:moveTo>
                <a:lnTo>
                  <a:pt x="4780534" y="0"/>
                </a:lnTo>
                <a:lnTo>
                  <a:pt x="4780534" y="5582285"/>
                </a:lnTo>
                <a:lnTo>
                  <a:pt x="0" y="5582285"/>
                </a:lnTo>
                <a:lnTo>
                  <a:pt x="0" y="0"/>
                </a:lnTo>
                <a:close/>
              </a:path>
            </a:pathLst>
          </a:custGeom>
          <a:blipFill rotWithShape="1">
            <a:blip r:embed="rId5">
              <a:alphaModFix/>
            </a:blip>
            <a:stretch>
              <a:fillRect b="0" l="-43" r="-43" t="0"/>
            </a:stretch>
          </a:blipFill>
          <a:ln>
            <a:noFill/>
          </a:ln>
        </p:spPr>
      </p:sp>
      <p:sp>
        <p:nvSpPr>
          <p:cNvPr id="107" name="Google Shape;107;p2"/>
          <p:cNvSpPr/>
          <p:nvPr/>
        </p:nvSpPr>
        <p:spPr>
          <a:xfrm rot="5400000">
            <a:off x="-547910" y="8993254"/>
            <a:ext cx="3603689" cy="3956209"/>
          </a:xfrm>
          <a:custGeom>
            <a:rect b="b" l="l" r="r" t="t"/>
            <a:pathLst>
              <a:path extrusionOk="0" h="5274945" w="4804918">
                <a:moveTo>
                  <a:pt x="0" y="0"/>
                </a:moveTo>
                <a:lnTo>
                  <a:pt x="4804918" y="0"/>
                </a:lnTo>
                <a:lnTo>
                  <a:pt x="4804918" y="5274945"/>
                </a:lnTo>
                <a:lnTo>
                  <a:pt x="0" y="5274945"/>
                </a:lnTo>
                <a:lnTo>
                  <a:pt x="0" y="0"/>
                </a:lnTo>
                <a:close/>
              </a:path>
            </a:pathLst>
          </a:custGeom>
          <a:blipFill rotWithShape="1">
            <a:blip r:embed="rId6">
              <a:alphaModFix/>
            </a:blip>
            <a:stretch>
              <a:fillRect b="0" l="-61" r="-61" t="0"/>
            </a:stretch>
          </a:blipFill>
          <a:ln>
            <a:noFill/>
          </a:ln>
        </p:spPr>
      </p:sp>
      <p:sp>
        <p:nvSpPr>
          <p:cNvPr id="108" name="Google Shape;108;p2"/>
          <p:cNvSpPr/>
          <p:nvPr/>
        </p:nvSpPr>
        <p:spPr>
          <a:xfrm>
            <a:off x="3336814" y="9169514"/>
            <a:ext cx="3360801" cy="3416713"/>
          </a:xfrm>
          <a:custGeom>
            <a:rect b="b" l="l" r="r" t="t"/>
            <a:pathLst>
              <a:path extrusionOk="0" h="4555617" w="4481068">
                <a:moveTo>
                  <a:pt x="0" y="0"/>
                </a:moveTo>
                <a:lnTo>
                  <a:pt x="4481068" y="0"/>
                </a:lnTo>
                <a:lnTo>
                  <a:pt x="4481068" y="4555617"/>
                </a:lnTo>
                <a:lnTo>
                  <a:pt x="0" y="4555617"/>
                </a:lnTo>
                <a:lnTo>
                  <a:pt x="0" y="0"/>
                </a:lnTo>
                <a:close/>
              </a:path>
            </a:pathLst>
          </a:custGeom>
          <a:blipFill rotWithShape="1">
            <a:blip r:embed="rId7">
              <a:alphaModFix/>
            </a:blip>
            <a:stretch>
              <a:fillRect b="0" l="-1" r="-1" t="0"/>
            </a:stretch>
          </a:blipFill>
          <a:ln>
            <a:noFill/>
          </a:ln>
        </p:spPr>
      </p:sp>
      <p:sp>
        <p:nvSpPr>
          <p:cNvPr id="109" name="Google Shape;109;p2"/>
          <p:cNvSpPr/>
          <p:nvPr/>
        </p:nvSpPr>
        <p:spPr>
          <a:xfrm>
            <a:off x="17381308" y="3942256"/>
            <a:ext cx="3290887" cy="3189160"/>
          </a:xfrm>
          <a:custGeom>
            <a:rect b="b" l="l" r="r" t="t"/>
            <a:pathLst>
              <a:path extrusionOk="0" h="4252214" w="4387850">
                <a:moveTo>
                  <a:pt x="0" y="0"/>
                </a:moveTo>
                <a:lnTo>
                  <a:pt x="4387850" y="0"/>
                </a:lnTo>
                <a:lnTo>
                  <a:pt x="4387850" y="4252214"/>
                </a:lnTo>
                <a:lnTo>
                  <a:pt x="0" y="4252214"/>
                </a:lnTo>
                <a:lnTo>
                  <a:pt x="0" y="0"/>
                </a:lnTo>
                <a:close/>
              </a:path>
            </a:pathLst>
          </a:custGeom>
          <a:blipFill rotWithShape="1">
            <a:blip r:embed="rId8">
              <a:alphaModFix/>
            </a:blip>
            <a:stretch>
              <a:fillRect b="-6" l="0" r="0" t="-6"/>
            </a:stretch>
          </a:blipFill>
          <a:ln>
            <a:noFill/>
          </a:ln>
        </p:spPr>
      </p:sp>
      <p:sp>
        <p:nvSpPr>
          <p:cNvPr id="110" name="Google Shape;110;p2"/>
          <p:cNvSpPr/>
          <p:nvPr/>
        </p:nvSpPr>
        <p:spPr>
          <a:xfrm>
            <a:off x="12756325" y="-2994024"/>
            <a:ext cx="4101751" cy="4034694"/>
          </a:xfrm>
          <a:custGeom>
            <a:rect b="b" l="l" r="r" t="t"/>
            <a:pathLst>
              <a:path extrusionOk="0" h="5379593" w="5469001">
                <a:moveTo>
                  <a:pt x="0" y="0"/>
                </a:moveTo>
                <a:lnTo>
                  <a:pt x="5469001" y="0"/>
                </a:lnTo>
                <a:lnTo>
                  <a:pt x="5469001" y="5379593"/>
                </a:lnTo>
                <a:lnTo>
                  <a:pt x="0" y="5379593"/>
                </a:lnTo>
                <a:lnTo>
                  <a:pt x="0" y="0"/>
                </a:lnTo>
                <a:close/>
              </a:path>
            </a:pathLst>
          </a:custGeom>
          <a:blipFill rotWithShape="1">
            <a:blip r:embed="rId9">
              <a:alphaModFix/>
            </a:blip>
            <a:stretch>
              <a:fillRect b="-87" l="0" r="0" t="-87"/>
            </a:stretch>
          </a:blipFill>
          <a:ln>
            <a:noFill/>
          </a:ln>
        </p:spPr>
      </p:sp>
      <p:sp>
        <p:nvSpPr>
          <p:cNvPr id="111" name="Google Shape;111;p2"/>
          <p:cNvSpPr/>
          <p:nvPr/>
        </p:nvSpPr>
        <p:spPr>
          <a:xfrm>
            <a:off x="17191945" y="-717905"/>
            <a:ext cx="2933033" cy="4801076"/>
          </a:xfrm>
          <a:custGeom>
            <a:rect b="b" l="l" r="r" t="t"/>
            <a:pathLst>
              <a:path extrusionOk="0" h="6401435" w="3910711">
                <a:moveTo>
                  <a:pt x="0" y="0"/>
                </a:moveTo>
                <a:lnTo>
                  <a:pt x="3910711" y="0"/>
                </a:lnTo>
                <a:lnTo>
                  <a:pt x="3910711" y="6401435"/>
                </a:lnTo>
                <a:lnTo>
                  <a:pt x="0" y="6401435"/>
                </a:lnTo>
                <a:lnTo>
                  <a:pt x="0" y="0"/>
                </a:lnTo>
                <a:close/>
              </a:path>
            </a:pathLst>
          </a:custGeom>
          <a:blipFill rotWithShape="1">
            <a:blip r:embed="rId10">
              <a:alphaModFix/>
            </a:blip>
            <a:stretch>
              <a:fillRect b="0" l="-129" r="-129" t="0"/>
            </a:stretch>
          </a:blipFill>
          <a:ln>
            <a:noFill/>
          </a:ln>
        </p:spPr>
      </p:sp>
      <p:sp>
        <p:nvSpPr>
          <p:cNvPr id="112" name="Google Shape;112;p2"/>
          <p:cNvSpPr/>
          <p:nvPr/>
        </p:nvSpPr>
        <p:spPr>
          <a:xfrm>
            <a:off x="12308650" y="9169514"/>
            <a:ext cx="3683222" cy="3522536"/>
          </a:xfrm>
          <a:custGeom>
            <a:rect b="b" l="l" r="r" t="t"/>
            <a:pathLst>
              <a:path extrusionOk="0" h="4696714" w="4910963">
                <a:moveTo>
                  <a:pt x="0" y="0"/>
                </a:moveTo>
                <a:lnTo>
                  <a:pt x="4910963" y="0"/>
                </a:lnTo>
                <a:lnTo>
                  <a:pt x="4910963" y="4696714"/>
                </a:lnTo>
                <a:lnTo>
                  <a:pt x="0" y="4696714"/>
                </a:lnTo>
                <a:lnTo>
                  <a:pt x="0" y="0"/>
                </a:lnTo>
                <a:close/>
              </a:path>
            </a:pathLst>
          </a:custGeom>
          <a:blipFill rotWithShape="1">
            <a:blip r:embed="rId11">
              <a:alphaModFix/>
            </a:blip>
            <a:stretch>
              <a:fillRect b="0" l="-39" r="-39" t="0"/>
            </a:stretch>
          </a:blipFill>
          <a:ln>
            <a:noFill/>
          </a:ln>
        </p:spPr>
      </p:sp>
      <p:sp>
        <p:nvSpPr>
          <p:cNvPr id="113" name="Google Shape;113;p2"/>
          <p:cNvSpPr/>
          <p:nvPr/>
        </p:nvSpPr>
        <p:spPr>
          <a:xfrm rot="-7064477">
            <a:off x="9010018" y="-1566420"/>
            <a:ext cx="3197637" cy="3733895"/>
          </a:xfrm>
          <a:custGeom>
            <a:rect b="b" l="l" r="r" t="t"/>
            <a:pathLst>
              <a:path extrusionOk="0" h="4978527" w="4263517">
                <a:moveTo>
                  <a:pt x="0" y="0"/>
                </a:moveTo>
                <a:lnTo>
                  <a:pt x="4263517" y="0"/>
                </a:lnTo>
                <a:lnTo>
                  <a:pt x="4263517" y="4978527"/>
                </a:lnTo>
                <a:lnTo>
                  <a:pt x="0" y="4978527"/>
                </a:lnTo>
                <a:lnTo>
                  <a:pt x="0" y="0"/>
                </a:lnTo>
                <a:close/>
              </a:path>
            </a:pathLst>
          </a:custGeom>
          <a:blipFill rotWithShape="1">
            <a:blip r:embed="rId5">
              <a:alphaModFix/>
            </a:blip>
            <a:stretch>
              <a:fillRect b="0" l="-43" r="-43" t="0"/>
            </a:stretch>
          </a:blipFill>
          <a:ln>
            <a:noFill/>
          </a:ln>
        </p:spPr>
      </p:sp>
      <p:sp>
        <p:nvSpPr>
          <p:cNvPr id="114" name="Google Shape;114;p2"/>
          <p:cNvSpPr/>
          <p:nvPr/>
        </p:nvSpPr>
        <p:spPr>
          <a:xfrm rot="5400000">
            <a:off x="-52007" y="-2848646"/>
            <a:ext cx="4319969" cy="4742497"/>
          </a:xfrm>
          <a:custGeom>
            <a:rect b="b" l="l" r="r" t="t"/>
            <a:pathLst>
              <a:path extrusionOk="0" h="6323330" w="5759958">
                <a:moveTo>
                  <a:pt x="0" y="0"/>
                </a:moveTo>
                <a:lnTo>
                  <a:pt x="5759958" y="0"/>
                </a:lnTo>
                <a:lnTo>
                  <a:pt x="5759958" y="6323330"/>
                </a:lnTo>
                <a:lnTo>
                  <a:pt x="0" y="6323330"/>
                </a:lnTo>
                <a:lnTo>
                  <a:pt x="0" y="0"/>
                </a:lnTo>
                <a:close/>
              </a:path>
            </a:pathLst>
          </a:custGeom>
          <a:blipFill rotWithShape="1">
            <a:blip r:embed="rId6">
              <a:alphaModFix/>
            </a:blip>
            <a:stretch>
              <a:fillRect b="0" l="-61" r="-61" t="0"/>
            </a:stretch>
          </a:blipFill>
          <a:ln>
            <a:noFill/>
          </a:ln>
        </p:spPr>
      </p:sp>
      <p:sp>
        <p:nvSpPr>
          <p:cNvPr id="115" name="Google Shape;115;p2"/>
          <p:cNvSpPr/>
          <p:nvPr/>
        </p:nvSpPr>
        <p:spPr>
          <a:xfrm rot="3887788">
            <a:off x="-2804939" y="803582"/>
            <a:ext cx="3200686" cy="5239131"/>
          </a:xfrm>
          <a:custGeom>
            <a:rect b="b" l="l" r="r" t="t"/>
            <a:pathLst>
              <a:path extrusionOk="0" h="6985508" w="4267581">
                <a:moveTo>
                  <a:pt x="0" y="0"/>
                </a:moveTo>
                <a:lnTo>
                  <a:pt x="4267581" y="0"/>
                </a:lnTo>
                <a:lnTo>
                  <a:pt x="4267581" y="6985508"/>
                </a:lnTo>
                <a:lnTo>
                  <a:pt x="0" y="6985508"/>
                </a:lnTo>
                <a:lnTo>
                  <a:pt x="0" y="0"/>
                </a:lnTo>
                <a:close/>
              </a:path>
            </a:pathLst>
          </a:custGeom>
          <a:blipFill rotWithShape="1">
            <a:blip r:embed="rId10">
              <a:alphaModFix/>
            </a:blip>
            <a:stretch>
              <a:fillRect b="0" l="-128" r="-128" t="0"/>
            </a:stretch>
          </a:blipFill>
          <a:ln>
            <a:noFill/>
          </a:ln>
        </p:spPr>
      </p:sp>
      <p:sp>
        <p:nvSpPr>
          <p:cNvPr id="116" name="Google Shape;116;p2"/>
          <p:cNvSpPr/>
          <p:nvPr/>
        </p:nvSpPr>
        <p:spPr>
          <a:xfrm>
            <a:off x="7135229" y="9264764"/>
            <a:ext cx="5173408" cy="5298662"/>
          </a:xfrm>
          <a:custGeom>
            <a:rect b="b" l="l" r="r" t="t"/>
            <a:pathLst>
              <a:path extrusionOk="0" h="7064883" w="6897878">
                <a:moveTo>
                  <a:pt x="0" y="0"/>
                </a:moveTo>
                <a:lnTo>
                  <a:pt x="6897878" y="0"/>
                </a:lnTo>
                <a:lnTo>
                  <a:pt x="6897878" y="7064883"/>
                </a:lnTo>
                <a:lnTo>
                  <a:pt x="0" y="7064883"/>
                </a:lnTo>
                <a:lnTo>
                  <a:pt x="0" y="0"/>
                </a:lnTo>
                <a:close/>
              </a:path>
            </a:pathLst>
          </a:custGeom>
          <a:blipFill rotWithShape="1">
            <a:blip r:embed="rId12">
              <a:alphaModFix/>
            </a:blip>
            <a:stretch>
              <a:fillRect b="0" l="-21" r="-21" t="0"/>
            </a:stretch>
          </a:blipFill>
          <a:ln>
            <a:noFill/>
          </a:ln>
        </p:spPr>
      </p:sp>
      <p:sp>
        <p:nvSpPr>
          <p:cNvPr id="117" name="Google Shape;117;p2"/>
          <p:cNvSpPr txBox="1"/>
          <p:nvPr/>
        </p:nvSpPr>
        <p:spPr>
          <a:xfrm>
            <a:off x="1751808" y="2575077"/>
            <a:ext cx="13399404" cy="3597275"/>
          </a:xfrm>
          <a:prstGeom prst="rect">
            <a:avLst/>
          </a:prstGeom>
          <a:noFill/>
          <a:ln>
            <a:noFill/>
          </a:ln>
        </p:spPr>
        <p:txBody>
          <a:bodyPr anchorCtr="0" anchor="t" bIns="0" lIns="0" spcFirstLastPara="1" rIns="0" wrap="square" tIns="0">
            <a:spAutoFit/>
          </a:bodyPr>
          <a:lstStyle/>
          <a:p>
            <a:pPr indent="0" lvl="0" marL="0" marR="0" rtl="0" algn="ctr">
              <a:lnSpc>
                <a:spcPct val="120005"/>
              </a:lnSpc>
              <a:spcBef>
                <a:spcPts val="0"/>
              </a:spcBef>
              <a:spcAft>
                <a:spcPts val="0"/>
              </a:spcAft>
              <a:buNone/>
            </a:pPr>
            <a:r>
              <a:rPr b="1" i="0" lang="en-US" sz="6998" u="none" cap="none" strike="noStrike">
                <a:solidFill>
                  <a:srgbClr val="3D3D3D"/>
                </a:solidFill>
                <a:latin typeface="Roboto"/>
                <a:ea typeface="Roboto"/>
                <a:cs typeface="Roboto"/>
                <a:sym typeface="Roboto"/>
              </a:rPr>
              <a:t>DISPOSITIVOS Y PROTOCOLOS EN LA CAPA 3: ENRUTAMIENTO, ALTA DISPONIBILIDAD Y SEGURIDAD</a:t>
            </a:r>
            <a:endParaRPr/>
          </a:p>
        </p:txBody>
      </p:sp>
      <p:sp>
        <p:nvSpPr>
          <p:cNvPr id="118" name="Google Shape;118;p2"/>
          <p:cNvSpPr/>
          <p:nvPr/>
        </p:nvSpPr>
        <p:spPr>
          <a:xfrm>
            <a:off x="13252947" y="1028700"/>
            <a:ext cx="3796569" cy="1129474"/>
          </a:xfrm>
          <a:custGeom>
            <a:rect b="b" l="l" r="r" t="t"/>
            <a:pathLst>
              <a:path extrusionOk="0" h="1505966" w="5062093">
                <a:moveTo>
                  <a:pt x="0" y="0"/>
                </a:moveTo>
                <a:lnTo>
                  <a:pt x="5062093" y="0"/>
                </a:lnTo>
                <a:lnTo>
                  <a:pt x="5062093" y="1505966"/>
                </a:lnTo>
                <a:lnTo>
                  <a:pt x="0" y="1505966"/>
                </a:lnTo>
                <a:lnTo>
                  <a:pt x="0" y="0"/>
                </a:lnTo>
                <a:close/>
              </a:path>
            </a:pathLst>
          </a:custGeom>
          <a:blipFill rotWithShape="1">
            <a:blip r:embed="rId13">
              <a:alphaModFix/>
            </a:blip>
            <a:stretch>
              <a:fillRect b="-419" l="0" r="0" t="-419"/>
            </a:stretch>
          </a:blipFill>
          <a:ln>
            <a:noFill/>
          </a:ln>
        </p:spPr>
      </p:sp>
      <p:sp>
        <p:nvSpPr>
          <p:cNvPr id="119" name="Google Shape;119;p2"/>
          <p:cNvSpPr txBox="1"/>
          <p:nvPr/>
        </p:nvSpPr>
        <p:spPr>
          <a:xfrm>
            <a:off x="1253955" y="7007100"/>
            <a:ext cx="4221275" cy="682318"/>
          </a:xfrm>
          <a:prstGeom prst="rect">
            <a:avLst/>
          </a:prstGeom>
          <a:noFill/>
          <a:ln>
            <a:noFill/>
          </a:ln>
        </p:spPr>
        <p:txBody>
          <a:bodyPr anchorCtr="0" anchor="t" bIns="0" lIns="0" spcFirstLastPara="1" rIns="0" wrap="square" tIns="0">
            <a:spAutoFit/>
          </a:bodyPr>
          <a:lstStyle/>
          <a:p>
            <a:pPr indent="0" lvl="0" marL="0" marR="0" rtl="0" algn="ctr">
              <a:lnSpc>
                <a:spcPct val="168040"/>
              </a:lnSpc>
              <a:spcBef>
                <a:spcPts val="0"/>
              </a:spcBef>
              <a:spcAft>
                <a:spcPts val="0"/>
              </a:spcAft>
              <a:buNone/>
            </a:pPr>
            <a:r>
              <a:rPr b="1" i="0" lang="en-US" sz="2572" u="none" cap="none" strike="noStrike">
                <a:solidFill>
                  <a:srgbClr val="3D3D3D"/>
                </a:solidFill>
                <a:latin typeface="Open Sans"/>
                <a:ea typeface="Open Sans"/>
                <a:cs typeface="Open Sans"/>
                <a:sym typeface="Open Sans"/>
              </a:rPr>
              <a:t>Redes de Computadoras 1</a:t>
            </a:r>
            <a:endParaRPr/>
          </a:p>
        </p:txBody>
      </p:sp>
      <p:sp>
        <p:nvSpPr>
          <p:cNvPr id="120" name="Google Shape;120;p2"/>
          <p:cNvSpPr txBox="1"/>
          <p:nvPr/>
        </p:nvSpPr>
        <p:spPr>
          <a:xfrm>
            <a:off x="1253955" y="7426930"/>
            <a:ext cx="6450542" cy="609268"/>
          </a:xfrm>
          <a:prstGeom prst="rect">
            <a:avLst/>
          </a:prstGeom>
          <a:noFill/>
          <a:ln>
            <a:noFill/>
          </a:ln>
        </p:spPr>
        <p:txBody>
          <a:bodyPr anchorCtr="0" anchor="t" bIns="0" lIns="0" spcFirstLastPara="1" rIns="0" wrap="square" tIns="0">
            <a:spAutoFit/>
          </a:bodyPr>
          <a:lstStyle/>
          <a:p>
            <a:pPr indent="0" lvl="0" marL="0" marR="0" rtl="0" algn="l">
              <a:lnSpc>
                <a:spcPct val="167956"/>
              </a:lnSpc>
              <a:spcBef>
                <a:spcPts val="0"/>
              </a:spcBef>
              <a:spcAft>
                <a:spcPts val="0"/>
              </a:spcAft>
              <a:buNone/>
            </a:pPr>
            <a:r>
              <a:rPr b="0" i="0" lang="en-US" sz="2456" u="none" cap="none" strike="noStrike">
                <a:solidFill>
                  <a:srgbClr val="3D3D3D"/>
                </a:solidFill>
                <a:latin typeface="Open Sans"/>
                <a:ea typeface="Open Sans"/>
                <a:cs typeface="Open Sans"/>
                <a:sym typeface="Open Sans"/>
              </a:rPr>
              <a:t>Escuela de Ingenieria de Ciencias y Sistemas</a:t>
            </a:r>
            <a:endParaRPr/>
          </a:p>
        </p:txBody>
      </p:sp>
      <p:sp>
        <p:nvSpPr>
          <p:cNvPr id="121" name="Google Shape;121;p2"/>
          <p:cNvSpPr txBox="1"/>
          <p:nvPr/>
        </p:nvSpPr>
        <p:spPr>
          <a:xfrm>
            <a:off x="1253955" y="7798074"/>
            <a:ext cx="3225271" cy="609268"/>
          </a:xfrm>
          <a:prstGeom prst="rect">
            <a:avLst/>
          </a:prstGeom>
          <a:noFill/>
          <a:ln>
            <a:noFill/>
          </a:ln>
        </p:spPr>
        <p:txBody>
          <a:bodyPr anchorCtr="0" anchor="t" bIns="0" lIns="0" spcFirstLastPara="1" rIns="0" wrap="square" tIns="0">
            <a:spAutoFit/>
          </a:bodyPr>
          <a:lstStyle/>
          <a:p>
            <a:pPr indent="0" lvl="0" marL="0" marR="0" rtl="0" algn="l">
              <a:lnSpc>
                <a:spcPct val="167956"/>
              </a:lnSpc>
              <a:spcBef>
                <a:spcPts val="0"/>
              </a:spcBef>
              <a:spcAft>
                <a:spcPts val="0"/>
              </a:spcAft>
              <a:buNone/>
            </a:pPr>
            <a:r>
              <a:rPr b="0" i="0" lang="en-US" sz="2456" u="none" cap="none" strike="noStrike">
                <a:solidFill>
                  <a:srgbClr val="3D3D3D"/>
                </a:solidFill>
                <a:latin typeface="Open Sans"/>
                <a:ea typeface="Open Sans"/>
                <a:cs typeface="Open Sans"/>
                <a:sym typeface="Open Sans"/>
              </a:rPr>
              <a:t>Facultad de Ingenieria</a:t>
            </a:r>
            <a:endParaRPr/>
          </a:p>
        </p:txBody>
      </p:sp>
      <p:sp>
        <p:nvSpPr>
          <p:cNvPr id="122" name="Google Shape;122;p2"/>
          <p:cNvSpPr txBox="1"/>
          <p:nvPr/>
        </p:nvSpPr>
        <p:spPr>
          <a:xfrm>
            <a:off x="1253955" y="8169217"/>
            <a:ext cx="5977750" cy="609268"/>
          </a:xfrm>
          <a:prstGeom prst="rect">
            <a:avLst/>
          </a:prstGeom>
          <a:noFill/>
          <a:ln>
            <a:noFill/>
          </a:ln>
        </p:spPr>
        <p:txBody>
          <a:bodyPr anchorCtr="0" anchor="t" bIns="0" lIns="0" spcFirstLastPara="1" rIns="0" wrap="square" tIns="0">
            <a:spAutoFit/>
          </a:bodyPr>
          <a:lstStyle/>
          <a:p>
            <a:pPr indent="0" lvl="0" marL="0" marR="0" rtl="0" algn="l">
              <a:lnSpc>
                <a:spcPct val="167956"/>
              </a:lnSpc>
              <a:spcBef>
                <a:spcPts val="0"/>
              </a:spcBef>
              <a:spcAft>
                <a:spcPts val="0"/>
              </a:spcAft>
              <a:buNone/>
            </a:pPr>
            <a:r>
              <a:rPr b="0" i="0" lang="en-US" sz="2456" u="none" cap="none" strike="noStrike">
                <a:solidFill>
                  <a:srgbClr val="3D3D3D"/>
                </a:solidFill>
                <a:latin typeface="Open Sans"/>
                <a:ea typeface="Open Sans"/>
                <a:cs typeface="Open Sans"/>
                <a:sym typeface="Open Sans"/>
              </a:rPr>
              <a:t>Universidad de San Carlos de Guatemala</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DFD"/>
        </a:solidFill>
      </p:bgPr>
    </p:bg>
    <p:spTree>
      <p:nvGrpSpPr>
        <p:cNvPr id="130" name="Shape 130"/>
        <p:cNvGrpSpPr/>
        <p:nvPr/>
      </p:nvGrpSpPr>
      <p:grpSpPr>
        <a:xfrm>
          <a:off x="0" y="0"/>
          <a:ext cx="0" cy="0"/>
          <a:chOff x="0" y="0"/>
          <a:chExt cx="0" cy="0"/>
        </a:xfrm>
      </p:grpSpPr>
      <p:sp>
        <p:nvSpPr>
          <p:cNvPr id="131" name="Google Shape;131;p3"/>
          <p:cNvSpPr/>
          <p:nvPr/>
        </p:nvSpPr>
        <p:spPr>
          <a:xfrm>
            <a:off x="1028700" y="2853067"/>
            <a:ext cx="815348" cy="815348"/>
          </a:xfrm>
          <a:custGeom>
            <a:rect b="b" l="l" r="r" t="t"/>
            <a:pathLst>
              <a:path extrusionOk="0" h="815348" w="815348">
                <a:moveTo>
                  <a:pt x="0" y="0"/>
                </a:moveTo>
                <a:lnTo>
                  <a:pt x="815348" y="0"/>
                </a:lnTo>
                <a:lnTo>
                  <a:pt x="815348" y="815348"/>
                </a:lnTo>
                <a:lnTo>
                  <a:pt x="0" y="815348"/>
                </a:lnTo>
                <a:lnTo>
                  <a:pt x="0" y="0"/>
                </a:lnTo>
                <a:close/>
              </a:path>
            </a:pathLst>
          </a:custGeom>
          <a:blipFill rotWithShape="1">
            <a:blip r:embed="rId3">
              <a:alphaModFix/>
            </a:blip>
            <a:stretch>
              <a:fillRect b="0" l="0" r="0" t="0"/>
            </a:stretch>
          </a:blipFill>
          <a:ln>
            <a:noFill/>
          </a:ln>
        </p:spPr>
      </p:sp>
      <p:sp>
        <p:nvSpPr>
          <p:cNvPr id="132" name="Google Shape;132;p3"/>
          <p:cNvSpPr/>
          <p:nvPr/>
        </p:nvSpPr>
        <p:spPr>
          <a:xfrm>
            <a:off x="2096427" y="2913091"/>
            <a:ext cx="3115091" cy="678848"/>
          </a:xfrm>
          <a:custGeom>
            <a:rect b="b" l="l" r="r" t="t"/>
            <a:pathLst>
              <a:path extrusionOk="0" h="678848" w="3115091">
                <a:moveTo>
                  <a:pt x="0" y="0"/>
                </a:moveTo>
                <a:lnTo>
                  <a:pt x="3115091" y="0"/>
                </a:lnTo>
                <a:lnTo>
                  <a:pt x="3115091" y="678848"/>
                </a:lnTo>
                <a:lnTo>
                  <a:pt x="0" y="678848"/>
                </a:lnTo>
                <a:lnTo>
                  <a:pt x="0" y="0"/>
                </a:lnTo>
                <a:close/>
              </a:path>
            </a:pathLst>
          </a:custGeom>
          <a:blipFill rotWithShape="1">
            <a:blip r:embed="rId4">
              <a:alphaModFix/>
            </a:blip>
            <a:stretch>
              <a:fillRect b="-364" l="0" r="0" t="-364"/>
            </a:stretch>
          </a:blipFill>
          <a:ln>
            <a:noFill/>
          </a:ln>
        </p:spPr>
      </p:sp>
      <p:sp>
        <p:nvSpPr>
          <p:cNvPr id="133" name="Google Shape;133;p3"/>
          <p:cNvSpPr/>
          <p:nvPr/>
        </p:nvSpPr>
        <p:spPr>
          <a:xfrm>
            <a:off x="1097223" y="5859056"/>
            <a:ext cx="815348" cy="815348"/>
          </a:xfrm>
          <a:custGeom>
            <a:rect b="b" l="l" r="r" t="t"/>
            <a:pathLst>
              <a:path extrusionOk="0" h="815348" w="815348">
                <a:moveTo>
                  <a:pt x="0" y="0"/>
                </a:moveTo>
                <a:lnTo>
                  <a:pt x="815348" y="0"/>
                </a:lnTo>
                <a:lnTo>
                  <a:pt x="815348" y="815348"/>
                </a:lnTo>
                <a:lnTo>
                  <a:pt x="0" y="815348"/>
                </a:lnTo>
                <a:lnTo>
                  <a:pt x="0" y="0"/>
                </a:lnTo>
                <a:close/>
              </a:path>
            </a:pathLst>
          </a:custGeom>
          <a:blipFill rotWithShape="1">
            <a:blip r:embed="rId5">
              <a:alphaModFix/>
            </a:blip>
            <a:stretch>
              <a:fillRect b="0" l="0" r="0" t="0"/>
            </a:stretch>
          </a:blipFill>
          <a:ln>
            <a:noFill/>
          </a:ln>
        </p:spPr>
      </p:sp>
      <p:sp>
        <p:nvSpPr>
          <p:cNvPr id="134" name="Google Shape;134;p3"/>
          <p:cNvSpPr/>
          <p:nvPr/>
        </p:nvSpPr>
        <p:spPr>
          <a:xfrm>
            <a:off x="5643934" y="2853067"/>
            <a:ext cx="815348" cy="815348"/>
          </a:xfrm>
          <a:custGeom>
            <a:rect b="b" l="l" r="r" t="t"/>
            <a:pathLst>
              <a:path extrusionOk="0" h="815348" w="815348">
                <a:moveTo>
                  <a:pt x="0" y="0"/>
                </a:moveTo>
                <a:lnTo>
                  <a:pt x="815348" y="0"/>
                </a:lnTo>
                <a:lnTo>
                  <a:pt x="815348" y="815348"/>
                </a:lnTo>
                <a:lnTo>
                  <a:pt x="0" y="815348"/>
                </a:lnTo>
                <a:lnTo>
                  <a:pt x="0" y="0"/>
                </a:lnTo>
                <a:close/>
              </a:path>
            </a:pathLst>
          </a:custGeom>
          <a:blipFill rotWithShape="1">
            <a:blip r:embed="rId6">
              <a:alphaModFix/>
            </a:blip>
            <a:stretch>
              <a:fillRect b="0" l="0" r="0" t="0"/>
            </a:stretch>
          </a:blipFill>
          <a:ln>
            <a:noFill/>
          </a:ln>
        </p:spPr>
      </p:sp>
      <p:sp>
        <p:nvSpPr>
          <p:cNvPr id="135" name="Google Shape;135;p3"/>
          <p:cNvSpPr/>
          <p:nvPr/>
        </p:nvSpPr>
        <p:spPr>
          <a:xfrm>
            <a:off x="2142109" y="5919080"/>
            <a:ext cx="3115091" cy="678848"/>
          </a:xfrm>
          <a:custGeom>
            <a:rect b="b" l="l" r="r" t="t"/>
            <a:pathLst>
              <a:path extrusionOk="0" h="678848" w="3115091">
                <a:moveTo>
                  <a:pt x="0" y="0"/>
                </a:moveTo>
                <a:lnTo>
                  <a:pt x="3115091" y="0"/>
                </a:lnTo>
                <a:lnTo>
                  <a:pt x="3115091" y="678848"/>
                </a:lnTo>
                <a:lnTo>
                  <a:pt x="0" y="678848"/>
                </a:lnTo>
                <a:lnTo>
                  <a:pt x="0" y="0"/>
                </a:lnTo>
                <a:close/>
              </a:path>
            </a:pathLst>
          </a:custGeom>
          <a:blipFill rotWithShape="1">
            <a:blip r:embed="rId7">
              <a:alphaModFix/>
            </a:blip>
            <a:stretch>
              <a:fillRect b="-364" l="0" r="0" t="-364"/>
            </a:stretch>
          </a:blipFill>
          <a:ln>
            <a:noFill/>
          </a:ln>
        </p:spPr>
      </p:sp>
      <p:sp>
        <p:nvSpPr>
          <p:cNvPr id="136" name="Google Shape;136;p3"/>
          <p:cNvSpPr/>
          <p:nvPr/>
        </p:nvSpPr>
        <p:spPr>
          <a:xfrm>
            <a:off x="6688820" y="2913091"/>
            <a:ext cx="3115091" cy="678848"/>
          </a:xfrm>
          <a:custGeom>
            <a:rect b="b" l="l" r="r" t="t"/>
            <a:pathLst>
              <a:path extrusionOk="0" h="678848" w="3115091">
                <a:moveTo>
                  <a:pt x="0" y="0"/>
                </a:moveTo>
                <a:lnTo>
                  <a:pt x="3115091" y="0"/>
                </a:lnTo>
                <a:lnTo>
                  <a:pt x="3115091" y="678848"/>
                </a:lnTo>
                <a:lnTo>
                  <a:pt x="0" y="678848"/>
                </a:lnTo>
                <a:lnTo>
                  <a:pt x="0" y="0"/>
                </a:lnTo>
                <a:close/>
              </a:path>
            </a:pathLst>
          </a:custGeom>
          <a:blipFill rotWithShape="1">
            <a:blip r:embed="rId8">
              <a:alphaModFix/>
            </a:blip>
            <a:stretch>
              <a:fillRect b="-364" l="0" r="0" t="-364"/>
            </a:stretch>
          </a:blipFill>
          <a:ln>
            <a:noFill/>
          </a:ln>
        </p:spPr>
      </p:sp>
      <p:sp>
        <p:nvSpPr>
          <p:cNvPr id="137" name="Google Shape;137;p3"/>
          <p:cNvSpPr/>
          <p:nvPr/>
        </p:nvSpPr>
        <p:spPr>
          <a:xfrm>
            <a:off x="5685825" y="4881783"/>
            <a:ext cx="815348" cy="815348"/>
          </a:xfrm>
          <a:custGeom>
            <a:rect b="b" l="l" r="r" t="t"/>
            <a:pathLst>
              <a:path extrusionOk="0" h="815348" w="815348">
                <a:moveTo>
                  <a:pt x="0" y="0"/>
                </a:moveTo>
                <a:lnTo>
                  <a:pt x="815348" y="0"/>
                </a:lnTo>
                <a:lnTo>
                  <a:pt x="815348" y="815348"/>
                </a:lnTo>
                <a:lnTo>
                  <a:pt x="0" y="815348"/>
                </a:lnTo>
                <a:lnTo>
                  <a:pt x="0" y="0"/>
                </a:lnTo>
                <a:close/>
              </a:path>
            </a:pathLst>
          </a:custGeom>
          <a:blipFill rotWithShape="1">
            <a:blip r:embed="rId9">
              <a:alphaModFix/>
            </a:blip>
            <a:stretch>
              <a:fillRect b="0" l="0" r="0" t="0"/>
            </a:stretch>
          </a:blipFill>
          <a:ln>
            <a:noFill/>
          </a:ln>
        </p:spPr>
      </p:sp>
      <p:sp>
        <p:nvSpPr>
          <p:cNvPr id="138" name="Google Shape;138;p3"/>
          <p:cNvSpPr/>
          <p:nvPr/>
        </p:nvSpPr>
        <p:spPr>
          <a:xfrm>
            <a:off x="6730711" y="4941807"/>
            <a:ext cx="3115091" cy="678848"/>
          </a:xfrm>
          <a:custGeom>
            <a:rect b="b" l="l" r="r" t="t"/>
            <a:pathLst>
              <a:path extrusionOk="0" h="678848" w="3115091">
                <a:moveTo>
                  <a:pt x="0" y="0"/>
                </a:moveTo>
                <a:lnTo>
                  <a:pt x="3115091" y="0"/>
                </a:lnTo>
                <a:lnTo>
                  <a:pt x="3115091" y="678848"/>
                </a:lnTo>
                <a:lnTo>
                  <a:pt x="0" y="678848"/>
                </a:lnTo>
                <a:lnTo>
                  <a:pt x="0" y="0"/>
                </a:lnTo>
                <a:close/>
              </a:path>
            </a:pathLst>
          </a:custGeom>
          <a:blipFill rotWithShape="1">
            <a:blip r:embed="rId10">
              <a:alphaModFix/>
            </a:blip>
            <a:stretch>
              <a:fillRect b="-364" l="0" r="0" t="-364"/>
            </a:stretch>
          </a:blipFill>
          <a:ln>
            <a:noFill/>
          </a:ln>
        </p:spPr>
      </p:sp>
      <p:sp>
        <p:nvSpPr>
          <p:cNvPr id="139" name="Google Shape;139;p3"/>
          <p:cNvSpPr/>
          <p:nvPr/>
        </p:nvSpPr>
        <p:spPr>
          <a:xfrm>
            <a:off x="5685825" y="5906681"/>
            <a:ext cx="815348" cy="815348"/>
          </a:xfrm>
          <a:custGeom>
            <a:rect b="b" l="l" r="r" t="t"/>
            <a:pathLst>
              <a:path extrusionOk="0" h="815348" w="815348">
                <a:moveTo>
                  <a:pt x="0" y="0"/>
                </a:moveTo>
                <a:lnTo>
                  <a:pt x="815348" y="0"/>
                </a:lnTo>
                <a:lnTo>
                  <a:pt x="815348" y="815348"/>
                </a:lnTo>
                <a:lnTo>
                  <a:pt x="0" y="815348"/>
                </a:lnTo>
                <a:lnTo>
                  <a:pt x="0" y="0"/>
                </a:lnTo>
                <a:close/>
              </a:path>
            </a:pathLst>
          </a:custGeom>
          <a:blipFill rotWithShape="1">
            <a:blip r:embed="rId11">
              <a:alphaModFix/>
            </a:blip>
            <a:stretch>
              <a:fillRect b="0" l="0" r="0" t="0"/>
            </a:stretch>
          </a:blipFill>
          <a:ln>
            <a:noFill/>
          </a:ln>
        </p:spPr>
      </p:sp>
      <p:sp>
        <p:nvSpPr>
          <p:cNvPr id="140" name="Google Shape;140;p3"/>
          <p:cNvSpPr/>
          <p:nvPr/>
        </p:nvSpPr>
        <p:spPr>
          <a:xfrm>
            <a:off x="6730711" y="5966705"/>
            <a:ext cx="3115091" cy="678848"/>
          </a:xfrm>
          <a:custGeom>
            <a:rect b="b" l="l" r="r" t="t"/>
            <a:pathLst>
              <a:path extrusionOk="0" h="678848" w="3115091">
                <a:moveTo>
                  <a:pt x="0" y="0"/>
                </a:moveTo>
                <a:lnTo>
                  <a:pt x="3115091" y="0"/>
                </a:lnTo>
                <a:lnTo>
                  <a:pt x="3115091" y="678848"/>
                </a:lnTo>
                <a:lnTo>
                  <a:pt x="0" y="678848"/>
                </a:lnTo>
                <a:lnTo>
                  <a:pt x="0" y="0"/>
                </a:lnTo>
                <a:close/>
              </a:path>
            </a:pathLst>
          </a:custGeom>
          <a:blipFill rotWithShape="1">
            <a:blip r:embed="rId12">
              <a:alphaModFix/>
            </a:blip>
            <a:stretch>
              <a:fillRect b="-364" l="0" r="0" t="-364"/>
            </a:stretch>
          </a:blipFill>
          <a:ln>
            <a:noFill/>
          </a:ln>
        </p:spPr>
      </p:sp>
      <p:sp>
        <p:nvSpPr>
          <p:cNvPr id="141" name="Google Shape;141;p3"/>
          <p:cNvSpPr/>
          <p:nvPr/>
        </p:nvSpPr>
        <p:spPr>
          <a:xfrm>
            <a:off x="5689616" y="3897015"/>
            <a:ext cx="815348" cy="815348"/>
          </a:xfrm>
          <a:custGeom>
            <a:rect b="b" l="l" r="r" t="t"/>
            <a:pathLst>
              <a:path extrusionOk="0" h="815348" w="815348">
                <a:moveTo>
                  <a:pt x="0" y="0"/>
                </a:moveTo>
                <a:lnTo>
                  <a:pt x="815348" y="0"/>
                </a:lnTo>
                <a:lnTo>
                  <a:pt x="815348" y="815348"/>
                </a:lnTo>
                <a:lnTo>
                  <a:pt x="0" y="815348"/>
                </a:lnTo>
                <a:lnTo>
                  <a:pt x="0" y="0"/>
                </a:lnTo>
                <a:close/>
              </a:path>
            </a:pathLst>
          </a:custGeom>
          <a:blipFill rotWithShape="1">
            <a:blip r:embed="rId13">
              <a:alphaModFix/>
            </a:blip>
            <a:stretch>
              <a:fillRect b="0" l="0" r="0" t="0"/>
            </a:stretch>
          </a:blipFill>
          <a:ln>
            <a:noFill/>
          </a:ln>
        </p:spPr>
      </p:sp>
      <p:sp>
        <p:nvSpPr>
          <p:cNvPr id="142" name="Google Shape;142;p3"/>
          <p:cNvSpPr/>
          <p:nvPr/>
        </p:nvSpPr>
        <p:spPr>
          <a:xfrm>
            <a:off x="6734502" y="3957039"/>
            <a:ext cx="3115091" cy="678848"/>
          </a:xfrm>
          <a:custGeom>
            <a:rect b="b" l="l" r="r" t="t"/>
            <a:pathLst>
              <a:path extrusionOk="0" h="678848" w="3115091">
                <a:moveTo>
                  <a:pt x="0" y="0"/>
                </a:moveTo>
                <a:lnTo>
                  <a:pt x="3115091" y="0"/>
                </a:lnTo>
                <a:lnTo>
                  <a:pt x="3115091" y="678848"/>
                </a:lnTo>
                <a:lnTo>
                  <a:pt x="0" y="678848"/>
                </a:lnTo>
                <a:lnTo>
                  <a:pt x="0" y="0"/>
                </a:lnTo>
                <a:close/>
              </a:path>
            </a:pathLst>
          </a:custGeom>
          <a:blipFill rotWithShape="1">
            <a:blip r:embed="rId14">
              <a:alphaModFix/>
            </a:blip>
            <a:stretch>
              <a:fillRect b="-364" l="0" r="0" t="-364"/>
            </a:stretch>
          </a:blipFill>
          <a:ln>
            <a:noFill/>
          </a:ln>
        </p:spPr>
      </p:sp>
      <p:sp>
        <p:nvSpPr>
          <p:cNvPr id="143" name="Google Shape;143;p3"/>
          <p:cNvSpPr/>
          <p:nvPr/>
        </p:nvSpPr>
        <p:spPr>
          <a:xfrm>
            <a:off x="1051541" y="3901031"/>
            <a:ext cx="815348" cy="815348"/>
          </a:xfrm>
          <a:custGeom>
            <a:rect b="b" l="l" r="r" t="t"/>
            <a:pathLst>
              <a:path extrusionOk="0" h="815348" w="815348">
                <a:moveTo>
                  <a:pt x="0" y="0"/>
                </a:moveTo>
                <a:lnTo>
                  <a:pt x="815348" y="0"/>
                </a:lnTo>
                <a:lnTo>
                  <a:pt x="815348" y="815348"/>
                </a:lnTo>
                <a:lnTo>
                  <a:pt x="0" y="815348"/>
                </a:lnTo>
                <a:lnTo>
                  <a:pt x="0" y="0"/>
                </a:lnTo>
                <a:close/>
              </a:path>
            </a:pathLst>
          </a:custGeom>
          <a:blipFill rotWithShape="1">
            <a:blip r:embed="rId3">
              <a:alphaModFix/>
            </a:blip>
            <a:stretch>
              <a:fillRect b="0" l="0" r="0" t="0"/>
            </a:stretch>
          </a:blipFill>
          <a:ln>
            <a:noFill/>
          </a:ln>
        </p:spPr>
      </p:sp>
      <p:sp>
        <p:nvSpPr>
          <p:cNvPr id="144" name="Google Shape;144;p3"/>
          <p:cNvSpPr/>
          <p:nvPr/>
        </p:nvSpPr>
        <p:spPr>
          <a:xfrm>
            <a:off x="2119268" y="3961055"/>
            <a:ext cx="3115091" cy="678848"/>
          </a:xfrm>
          <a:custGeom>
            <a:rect b="b" l="l" r="r" t="t"/>
            <a:pathLst>
              <a:path extrusionOk="0" h="678848" w="3115091">
                <a:moveTo>
                  <a:pt x="0" y="0"/>
                </a:moveTo>
                <a:lnTo>
                  <a:pt x="3115091" y="0"/>
                </a:lnTo>
                <a:lnTo>
                  <a:pt x="3115091" y="678848"/>
                </a:lnTo>
                <a:lnTo>
                  <a:pt x="0" y="678848"/>
                </a:lnTo>
                <a:lnTo>
                  <a:pt x="0" y="0"/>
                </a:lnTo>
                <a:close/>
              </a:path>
            </a:pathLst>
          </a:custGeom>
          <a:blipFill rotWithShape="1">
            <a:blip r:embed="rId4">
              <a:alphaModFix/>
            </a:blip>
            <a:stretch>
              <a:fillRect b="-364" l="0" r="0" t="-364"/>
            </a:stretch>
          </a:blipFill>
          <a:ln>
            <a:noFill/>
          </a:ln>
        </p:spPr>
      </p:sp>
      <p:sp>
        <p:nvSpPr>
          <p:cNvPr id="145" name="Google Shape;145;p3"/>
          <p:cNvSpPr/>
          <p:nvPr/>
        </p:nvSpPr>
        <p:spPr>
          <a:xfrm>
            <a:off x="1074382" y="4881783"/>
            <a:ext cx="815348" cy="815348"/>
          </a:xfrm>
          <a:custGeom>
            <a:rect b="b" l="l" r="r" t="t"/>
            <a:pathLst>
              <a:path extrusionOk="0" h="815348" w="815348">
                <a:moveTo>
                  <a:pt x="0" y="0"/>
                </a:moveTo>
                <a:lnTo>
                  <a:pt x="815348" y="0"/>
                </a:lnTo>
                <a:lnTo>
                  <a:pt x="815348" y="815348"/>
                </a:lnTo>
                <a:lnTo>
                  <a:pt x="0" y="815348"/>
                </a:lnTo>
                <a:lnTo>
                  <a:pt x="0" y="0"/>
                </a:lnTo>
                <a:close/>
              </a:path>
            </a:pathLst>
          </a:custGeom>
          <a:blipFill rotWithShape="1">
            <a:blip r:embed="rId5">
              <a:alphaModFix/>
            </a:blip>
            <a:stretch>
              <a:fillRect b="0" l="0" r="0" t="0"/>
            </a:stretch>
          </a:blipFill>
          <a:ln>
            <a:noFill/>
          </a:ln>
        </p:spPr>
      </p:sp>
      <p:sp>
        <p:nvSpPr>
          <p:cNvPr id="146" name="Google Shape;146;p3"/>
          <p:cNvSpPr/>
          <p:nvPr/>
        </p:nvSpPr>
        <p:spPr>
          <a:xfrm>
            <a:off x="2119268" y="4941807"/>
            <a:ext cx="3115091" cy="678848"/>
          </a:xfrm>
          <a:custGeom>
            <a:rect b="b" l="l" r="r" t="t"/>
            <a:pathLst>
              <a:path extrusionOk="0" h="678848" w="3115091">
                <a:moveTo>
                  <a:pt x="0" y="0"/>
                </a:moveTo>
                <a:lnTo>
                  <a:pt x="3115091" y="0"/>
                </a:lnTo>
                <a:lnTo>
                  <a:pt x="3115091" y="678848"/>
                </a:lnTo>
                <a:lnTo>
                  <a:pt x="0" y="678848"/>
                </a:lnTo>
                <a:lnTo>
                  <a:pt x="0" y="0"/>
                </a:lnTo>
                <a:close/>
              </a:path>
            </a:pathLst>
          </a:custGeom>
          <a:blipFill rotWithShape="1">
            <a:blip r:embed="rId7">
              <a:alphaModFix/>
            </a:blip>
            <a:stretch>
              <a:fillRect b="-364" l="0" r="0" t="-364"/>
            </a:stretch>
          </a:blipFill>
          <a:ln>
            <a:noFill/>
          </a:ln>
        </p:spPr>
      </p:sp>
      <p:sp>
        <p:nvSpPr>
          <p:cNvPr id="147" name="Google Shape;147;p3"/>
          <p:cNvSpPr/>
          <p:nvPr/>
        </p:nvSpPr>
        <p:spPr>
          <a:xfrm>
            <a:off x="13375604" y="3479775"/>
            <a:ext cx="1592986" cy="1115090"/>
          </a:xfrm>
          <a:custGeom>
            <a:rect b="b" l="l" r="r" t="t"/>
            <a:pathLst>
              <a:path extrusionOk="0" h="1115090" w="1592986">
                <a:moveTo>
                  <a:pt x="0" y="0"/>
                </a:moveTo>
                <a:lnTo>
                  <a:pt x="1592986" y="0"/>
                </a:lnTo>
                <a:lnTo>
                  <a:pt x="1592986" y="1115090"/>
                </a:lnTo>
                <a:lnTo>
                  <a:pt x="0" y="1115090"/>
                </a:lnTo>
                <a:lnTo>
                  <a:pt x="0" y="0"/>
                </a:lnTo>
                <a:close/>
              </a:path>
            </a:pathLst>
          </a:custGeom>
          <a:blipFill rotWithShape="1">
            <a:blip r:embed="rId15">
              <a:alphaModFix/>
            </a:blip>
            <a:stretch>
              <a:fillRect b="0" l="0" r="0" t="0"/>
            </a:stretch>
          </a:blipFill>
          <a:ln>
            <a:noFill/>
          </a:ln>
        </p:spPr>
      </p:sp>
      <p:sp>
        <p:nvSpPr>
          <p:cNvPr id="148" name="Google Shape;148;p3"/>
          <p:cNvSpPr txBox="1"/>
          <p:nvPr/>
        </p:nvSpPr>
        <p:spPr>
          <a:xfrm>
            <a:off x="1028700" y="809625"/>
            <a:ext cx="4743022" cy="1755727"/>
          </a:xfrm>
          <a:prstGeom prst="rect">
            <a:avLst/>
          </a:prstGeom>
          <a:noFill/>
          <a:ln>
            <a:noFill/>
          </a:ln>
        </p:spPr>
        <p:txBody>
          <a:bodyPr anchorCtr="0" anchor="t" bIns="0" lIns="0" spcFirstLastPara="1" rIns="0" wrap="square" tIns="0">
            <a:spAutoFit/>
          </a:bodyPr>
          <a:lstStyle/>
          <a:p>
            <a:pPr indent="0" lvl="0" marL="0" marR="0" rtl="0" algn="l">
              <a:lnSpc>
                <a:spcPct val="134388"/>
              </a:lnSpc>
              <a:spcBef>
                <a:spcPts val="0"/>
              </a:spcBef>
              <a:spcAft>
                <a:spcPts val="0"/>
              </a:spcAft>
              <a:buNone/>
            </a:pPr>
            <a:r>
              <a:rPr b="1" i="0" lang="en-US" sz="10143" u="none" cap="none" strike="noStrike">
                <a:solidFill>
                  <a:srgbClr val="3D3D3D"/>
                </a:solidFill>
                <a:latin typeface="Roboto"/>
                <a:ea typeface="Roboto"/>
                <a:cs typeface="Roboto"/>
                <a:sym typeface="Roboto"/>
              </a:rPr>
              <a:t>Agenda</a:t>
            </a:r>
            <a:endParaRPr/>
          </a:p>
        </p:txBody>
      </p:sp>
      <p:sp>
        <p:nvSpPr>
          <p:cNvPr id="149" name="Google Shape;149;p3"/>
          <p:cNvSpPr txBox="1"/>
          <p:nvPr/>
        </p:nvSpPr>
        <p:spPr>
          <a:xfrm>
            <a:off x="1051541" y="2879782"/>
            <a:ext cx="769666" cy="599993"/>
          </a:xfrm>
          <a:prstGeom prst="rect">
            <a:avLst/>
          </a:prstGeom>
          <a:noFill/>
          <a:ln>
            <a:noFill/>
          </a:ln>
        </p:spPr>
        <p:txBody>
          <a:bodyPr anchorCtr="0" anchor="t" bIns="0" lIns="0" spcFirstLastPara="1" rIns="0" wrap="square" tIns="0">
            <a:spAutoFit/>
          </a:bodyPr>
          <a:lstStyle/>
          <a:p>
            <a:pPr indent="0" lvl="0" marL="0" marR="0" rtl="0" algn="ctr">
              <a:lnSpc>
                <a:spcPct val="143977"/>
              </a:lnSpc>
              <a:spcBef>
                <a:spcPts val="0"/>
              </a:spcBef>
              <a:spcAft>
                <a:spcPts val="0"/>
              </a:spcAft>
              <a:buNone/>
            </a:pPr>
            <a:r>
              <a:rPr b="0" i="0" lang="en-US" sz="2906" u="none" cap="none" strike="noStrike">
                <a:solidFill>
                  <a:srgbClr val="3D3D3D"/>
                </a:solidFill>
                <a:latin typeface="Roboto"/>
                <a:ea typeface="Roboto"/>
                <a:cs typeface="Roboto"/>
                <a:sym typeface="Roboto"/>
              </a:rPr>
              <a:t>01</a:t>
            </a:r>
            <a:endParaRPr/>
          </a:p>
        </p:txBody>
      </p:sp>
      <p:sp>
        <p:nvSpPr>
          <p:cNvPr id="150" name="Google Shape;150;p3"/>
          <p:cNvSpPr txBox="1"/>
          <p:nvPr/>
        </p:nvSpPr>
        <p:spPr>
          <a:xfrm>
            <a:off x="1120064" y="5885771"/>
            <a:ext cx="769666" cy="511581"/>
          </a:xfrm>
          <a:prstGeom prst="rect">
            <a:avLst/>
          </a:prstGeom>
          <a:noFill/>
          <a:ln>
            <a:noFill/>
          </a:ln>
        </p:spPr>
        <p:txBody>
          <a:bodyPr anchorCtr="0" anchor="t" bIns="0" lIns="0" spcFirstLastPara="1" rIns="0" wrap="square" tIns="0">
            <a:spAutoFit/>
          </a:bodyPr>
          <a:lstStyle/>
          <a:p>
            <a:pPr indent="0" lvl="0" marL="0" marR="0" rtl="0" algn="ctr">
              <a:lnSpc>
                <a:spcPct val="143977"/>
              </a:lnSpc>
              <a:spcBef>
                <a:spcPts val="0"/>
              </a:spcBef>
              <a:spcAft>
                <a:spcPts val="0"/>
              </a:spcAft>
              <a:buNone/>
            </a:pPr>
            <a:r>
              <a:rPr b="0" i="0" lang="en-US" sz="2906" u="none" cap="none" strike="noStrike">
                <a:solidFill>
                  <a:srgbClr val="3D3D3D"/>
                </a:solidFill>
                <a:latin typeface="Roboto"/>
                <a:ea typeface="Roboto"/>
                <a:cs typeface="Roboto"/>
                <a:sym typeface="Roboto"/>
              </a:rPr>
              <a:t>04</a:t>
            </a:r>
            <a:endParaRPr/>
          </a:p>
        </p:txBody>
      </p:sp>
      <p:sp>
        <p:nvSpPr>
          <p:cNvPr id="151" name="Google Shape;151;p3"/>
          <p:cNvSpPr txBox="1"/>
          <p:nvPr/>
        </p:nvSpPr>
        <p:spPr>
          <a:xfrm>
            <a:off x="5666775" y="2879781"/>
            <a:ext cx="769666" cy="511581"/>
          </a:xfrm>
          <a:prstGeom prst="rect">
            <a:avLst/>
          </a:prstGeom>
          <a:noFill/>
          <a:ln>
            <a:noFill/>
          </a:ln>
        </p:spPr>
        <p:txBody>
          <a:bodyPr anchorCtr="0" anchor="t" bIns="0" lIns="0" spcFirstLastPara="1" rIns="0" wrap="square" tIns="0">
            <a:spAutoFit/>
          </a:bodyPr>
          <a:lstStyle/>
          <a:p>
            <a:pPr indent="0" lvl="0" marL="0" marR="0" rtl="0" algn="ctr">
              <a:lnSpc>
                <a:spcPct val="143977"/>
              </a:lnSpc>
              <a:spcBef>
                <a:spcPts val="0"/>
              </a:spcBef>
              <a:spcAft>
                <a:spcPts val="0"/>
              </a:spcAft>
              <a:buNone/>
            </a:pPr>
            <a:r>
              <a:rPr b="0" i="0" lang="en-US" sz="2906" u="none" cap="none" strike="noStrike">
                <a:solidFill>
                  <a:srgbClr val="3D3D3D"/>
                </a:solidFill>
                <a:latin typeface="Roboto"/>
                <a:ea typeface="Roboto"/>
                <a:cs typeface="Roboto"/>
                <a:sym typeface="Roboto"/>
              </a:rPr>
              <a:t>07</a:t>
            </a:r>
            <a:endParaRPr/>
          </a:p>
        </p:txBody>
      </p:sp>
      <p:sp>
        <p:nvSpPr>
          <p:cNvPr id="152" name="Google Shape;152;p3"/>
          <p:cNvSpPr txBox="1"/>
          <p:nvPr/>
        </p:nvSpPr>
        <p:spPr>
          <a:xfrm>
            <a:off x="5708666" y="4908498"/>
            <a:ext cx="769666" cy="511581"/>
          </a:xfrm>
          <a:prstGeom prst="rect">
            <a:avLst/>
          </a:prstGeom>
          <a:noFill/>
          <a:ln>
            <a:noFill/>
          </a:ln>
        </p:spPr>
        <p:txBody>
          <a:bodyPr anchorCtr="0" anchor="t" bIns="0" lIns="0" spcFirstLastPara="1" rIns="0" wrap="square" tIns="0">
            <a:spAutoFit/>
          </a:bodyPr>
          <a:lstStyle/>
          <a:p>
            <a:pPr indent="0" lvl="0" marL="0" marR="0" rtl="0" algn="ctr">
              <a:lnSpc>
                <a:spcPct val="143977"/>
              </a:lnSpc>
              <a:spcBef>
                <a:spcPts val="0"/>
              </a:spcBef>
              <a:spcAft>
                <a:spcPts val="0"/>
              </a:spcAft>
              <a:buNone/>
            </a:pPr>
            <a:r>
              <a:rPr b="0" i="0" lang="en-US" sz="2906" u="none" cap="none" strike="noStrike">
                <a:solidFill>
                  <a:srgbClr val="3D3D3D"/>
                </a:solidFill>
                <a:latin typeface="Roboto"/>
                <a:ea typeface="Roboto"/>
                <a:cs typeface="Roboto"/>
                <a:sym typeface="Roboto"/>
              </a:rPr>
              <a:t>09</a:t>
            </a:r>
            <a:endParaRPr/>
          </a:p>
        </p:txBody>
      </p:sp>
      <p:sp>
        <p:nvSpPr>
          <p:cNvPr id="153" name="Google Shape;153;p3"/>
          <p:cNvSpPr txBox="1"/>
          <p:nvPr/>
        </p:nvSpPr>
        <p:spPr>
          <a:xfrm>
            <a:off x="5708666" y="5933396"/>
            <a:ext cx="769666" cy="511581"/>
          </a:xfrm>
          <a:prstGeom prst="rect">
            <a:avLst/>
          </a:prstGeom>
          <a:noFill/>
          <a:ln>
            <a:noFill/>
          </a:ln>
        </p:spPr>
        <p:txBody>
          <a:bodyPr anchorCtr="0" anchor="t" bIns="0" lIns="0" spcFirstLastPara="1" rIns="0" wrap="square" tIns="0">
            <a:spAutoFit/>
          </a:bodyPr>
          <a:lstStyle/>
          <a:p>
            <a:pPr indent="0" lvl="0" marL="0" marR="0" rtl="0" algn="ctr">
              <a:lnSpc>
                <a:spcPct val="143977"/>
              </a:lnSpc>
              <a:spcBef>
                <a:spcPts val="0"/>
              </a:spcBef>
              <a:spcAft>
                <a:spcPts val="0"/>
              </a:spcAft>
              <a:buNone/>
            </a:pPr>
            <a:r>
              <a:rPr b="0" i="0" lang="en-US" sz="2906" u="none" cap="none" strike="noStrike">
                <a:solidFill>
                  <a:srgbClr val="3D3D3D"/>
                </a:solidFill>
                <a:latin typeface="Roboto"/>
                <a:ea typeface="Roboto"/>
                <a:cs typeface="Roboto"/>
                <a:sym typeface="Roboto"/>
              </a:rPr>
              <a:t>10</a:t>
            </a:r>
            <a:endParaRPr/>
          </a:p>
        </p:txBody>
      </p:sp>
      <p:sp>
        <p:nvSpPr>
          <p:cNvPr id="154" name="Google Shape;154;p3"/>
          <p:cNvSpPr txBox="1"/>
          <p:nvPr/>
        </p:nvSpPr>
        <p:spPr>
          <a:xfrm>
            <a:off x="5712457" y="3923729"/>
            <a:ext cx="769666" cy="511581"/>
          </a:xfrm>
          <a:prstGeom prst="rect">
            <a:avLst/>
          </a:prstGeom>
          <a:noFill/>
          <a:ln>
            <a:noFill/>
          </a:ln>
        </p:spPr>
        <p:txBody>
          <a:bodyPr anchorCtr="0" anchor="t" bIns="0" lIns="0" spcFirstLastPara="1" rIns="0" wrap="square" tIns="0">
            <a:spAutoFit/>
          </a:bodyPr>
          <a:lstStyle/>
          <a:p>
            <a:pPr indent="0" lvl="0" marL="0" marR="0" rtl="0" algn="ctr">
              <a:lnSpc>
                <a:spcPct val="143977"/>
              </a:lnSpc>
              <a:spcBef>
                <a:spcPts val="0"/>
              </a:spcBef>
              <a:spcAft>
                <a:spcPts val="0"/>
              </a:spcAft>
              <a:buNone/>
            </a:pPr>
            <a:r>
              <a:rPr b="0" i="0" lang="en-US" sz="2906" u="none" cap="none" strike="noStrike">
                <a:solidFill>
                  <a:srgbClr val="3D3D3D"/>
                </a:solidFill>
                <a:latin typeface="Roboto"/>
                <a:ea typeface="Roboto"/>
                <a:cs typeface="Roboto"/>
                <a:sym typeface="Roboto"/>
              </a:rPr>
              <a:t>08</a:t>
            </a:r>
            <a:endParaRPr/>
          </a:p>
        </p:txBody>
      </p:sp>
      <p:sp>
        <p:nvSpPr>
          <p:cNvPr id="155" name="Google Shape;155;p3"/>
          <p:cNvSpPr txBox="1"/>
          <p:nvPr/>
        </p:nvSpPr>
        <p:spPr>
          <a:xfrm>
            <a:off x="11609927" y="809625"/>
            <a:ext cx="5649373" cy="1755727"/>
          </a:xfrm>
          <a:prstGeom prst="rect">
            <a:avLst/>
          </a:prstGeom>
          <a:noFill/>
          <a:ln>
            <a:noFill/>
          </a:ln>
        </p:spPr>
        <p:txBody>
          <a:bodyPr anchorCtr="0" anchor="t" bIns="0" lIns="0" spcFirstLastPara="1" rIns="0" wrap="square" tIns="0">
            <a:spAutoFit/>
          </a:bodyPr>
          <a:lstStyle/>
          <a:p>
            <a:pPr indent="0" lvl="0" marL="0" marR="0" rtl="0" algn="l">
              <a:lnSpc>
                <a:spcPct val="134388"/>
              </a:lnSpc>
              <a:spcBef>
                <a:spcPts val="0"/>
              </a:spcBef>
              <a:spcAft>
                <a:spcPts val="0"/>
              </a:spcAft>
              <a:buNone/>
            </a:pPr>
            <a:r>
              <a:rPr b="1" i="0" lang="en-US" sz="10143" u="none" cap="none" strike="noStrike">
                <a:solidFill>
                  <a:srgbClr val="3D3D3D"/>
                </a:solidFill>
                <a:latin typeface="Roboto"/>
                <a:ea typeface="Roboto"/>
                <a:cs typeface="Roboto"/>
                <a:sym typeface="Roboto"/>
              </a:rPr>
              <a:t>Recursos</a:t>
            </a:r>
            <a:endParaRPr/>
          </a:p>
        </p:txBody>
      </p:sp>
      <p:sp>
        <p:nvSpPr>
          <p:cNvPr id="156" name="Google Shape;156;p3"/>
          <p:cNvSpPr txBox="1"/>
          <p:nvPr/>
        </p:nvSpPr>
        <p:spPr>
          <a:xfrm>
            <a:off x="1074382" y="3927746"/>
            <a:ext cx="769666" cy="511581"/>
          </a:xfrm>
          <a:prstGeom prst="rect">
            <a:avLst/>
          </a:prstGeom>
          <a:noFill/>
          <a:ln>
            <a:noFill/>
          </a:ln>
        </p:spPr>
        <p:txBody>
          <a:bodyPr anchorCtr="0" anchor="t" bIns="0" lIns="0" spcFirstLastPara="1" rIns="0" wrap="square" tIns="0">
            <a:spAutoFit/>
          </a:bodyPr>
          <a:lstStyle/>
          <a:p>
            <a:pPr indent="0" lvl="0" marL="0" marR="0" rtl="0" algn="ctr">
              <a:lnSpc>
                <a:spcPct val="143977"/>
              </a:lnSpc>
              <a:spcBef>
                <a:spcPts val="0"/>
              </a:spcBef>
              <a:spcAft>
                <a:spcPts val="0"/>
              </a:spcAft>
              <a:buNone/>
            </a:pPr>
            <a:r>
              <a:rPr b="0" i="0" lang="en-US" sz="2906" u="none" cap="none" strike="noStrike">
                <a:solidFill>
                  <a:srgbClr val="3D3D3D"/>
                </a:solidFill>
                <a:latin typeface="Roboto"/>
                <a:ea typeface="Roboto"/>
                <a:cs typeface="Roboto"/>
                <a:sym typeface="Roboto"/>
              </a:rPr>
              <a:t>02</a:t>
            </a:r>
            <a:endParaRPr/>
          </a:p>
        </p:txBody>
      </p:sp>
      <p:sp>
        <p:nvSpPr>
          <p:cNvPr id="157" name="Google Shape;157;p3"/>
          <p:cNvSpPr txBox="1"/>
          <p:nvPr/>
        </p:nvSpPr>
        <p:spPr>
          <a:xfrm>
            <a:off x="1097223" y="4908498"/>
            <a:ext cx="769666" cy="511581"/>
          </a:xfrm>
          <a:prstGeom prst="rect">
            <a:avLst/>
          </a:prstGeom>
          <a:noFill/>
          <a:ln>
            <a:noFill/>
          </a:ln>
        </p:spPr>
        <p:txBody>
          <a:bodyPr anchorCtr="0" anchor="t" bIns="0" lIns="0" spcFirstLastPara="1" rIns="0" wrap="square" tIns="0">
            <a:spAutoFit/>
          </a:bodyPr>
          <a:lstStyle/>
          <a:p>
            <a:pPr indent="0" lvl="0" marL="0" marR="0" rtl="0" algn="ctr">
              <a:lnSpc>
                <a:spcPct val="143977"/>
              </a:lnSpc>
              <a:spcBef>
                <a:spcPts val="0"/>
              </a:spcBef>
              <a:spcAft>
                <a:spcPts val="0"/>
              </a:spcAft>
              <a:buNone/>
            </a:pPr>
            <a:r>
              <a:rPr b="0" i="0" lang="en-US" sz="2906" u="none" cap="none" strike="noStrike">
                <a:solidFill>
                  <a:srgbClr val="3D3D3D"/>
                </a:solidFill>
                <a:latin typeface="Roboto"/>
                <a:ea typeface="Roboto"/>
                <a:cs typeface="Roboto"/>
                <a:sym typeface="Roboto"/>
              </a:rPr>
              <a:t>03</a:t>
            </a:r>
            <a:endParaRPr/>
          </a:p>
        </p:txBody>
      </p:sp>
      <p:sp>
        <p:nvSpPr>
          <p:cNvPr id="158" name="Google Shape;158;p3"/>
          <p:cNvSpPr/>
          <p:nvPr/>
        </p:nvSpPr>
        <p:spPr>
          <a:xfrm>
            <a:off x="1074382" y="6893479"/>
            <a:ext cx="815348" cy="815348"/>
          </a:xfrm>
          <a:custGeom>
            <a:rect b="b" l="l" r="r" t="t"/>
            <a:pathLst>
              <a:path extrusionOk="0" h="815348" w="815348">
                <a:moveTo>
                  <a:pt x="0" y="0"/>
                </a:moveTo>
                <a:lnTo>
                  <a:pt x="815348" y="0"/>
                </a:lnTo>
                <a:lnTo>
                  <a:pt x="815348" y="815348"/>
                </a:lnTo>
                <a:lnTo>
                  <a:pt x="0" y="815348"/>
                </a:lnTo>
                <a:lnTo>
                  <a:pt x="0" y="0"/>
                </a:lnTo>
                <a:close/>
              </a:path>
            </a:pathLst>
          </a:custGeom>
          <a:blipFill rotWithShape="1">
            <a:blip r:embed="rId6">
              <a:alphaModFix/>
            </a:blip>
            <a:stretch>
              <a:fillRect b="0" l="0" r="0" t="0"/>
            </a:stretch>
          </a:blipFill>
          <a:ln>
            <a:noFill/>
          </a:ln>
        </p:spPr>
      </p:sp>
      <p:sp>
        <p:nvSpPr>
          <p:cNvPr id="159" name="Google Shape;159;p3"/>
          <p:cNvSpPr/>
          <p:nvPr/>
        </p:nvSpPr>
        <p:spPr>
          <a:xfrm>
            <a:off x="2119268" y="6953503"/>
            <a:ext cx="3115091" cy="678848"/>
          </a:xfrm>
          <a:custGeom>
            <a:rect b="b" l="l" r="r" t="t"/>
            <a:pathLst>
              <a:path extrusionOk="0" h="678848" w="3115091">
                <a:moveTo>
                  <a:pt x="0" y="0"/>
                </a:moveTo>
                <a:lnTo>
                  <a:pt x="3115091" y="0"/>
                </a:lnTo>
                <a:lnTo>
                  <a:pt x="3115091" y="678848"/>
                </a:lnTo>
                <a:lnTo>
                  <a:pt x="0" y="678848"/>
                </a:lnTo>
                <a:lnTo>
                  <a:pt x="0" y="0"/>
                </a:lnTo>
                <a:close/>
              </a:path>
            </a:pathLst>
          </a:custGeom>
          <a:blipFill rotWithShape="1">
            <a:blip r:embed="rId8">
              <a:alphaModFix/>
            </a:blip>
            <a:stretch>
              <a:fillRect b="-364" l="0" r="0" t="-364"/>
            </a:stretch>
          </a:blipFill>
          <a:ln>
            <a:noFill/>
          </a:ln>
        </p:spPr>
      </p:sp>
      <p:sp>
        <p:nvSpPr>
          <p:cNvPr id="160" name="Google Shape;160;p3"/>
          <p:cNvSpPr txBox="1"/>
          <p:nvPr/>
        </p:nvSpPr>
        <p:spPr>
          <a:xfrm>
            <a:off x="1097223" y="6920193"/>
            <a:ext cx="769666" cy="511581"/>
          </a:xfrm>
          <a:prstGeom prst="rect">
            <a:avLst/>
          </a:prstGeom>
          <a:noFill/>
          <a:ln>
            <a:noFill/>
          </a:ln>
        </p:spPr>
        <p:txBody>
          <a:bodyPr anchorCtr="0" anchor="t" bIns="0" lIns="0" spcFirstLastPara="1" rIns="0" wrap="square" tIns="0">
            <a:spAutoFit/>
          </a:bodyPr>
          <a:lstStyle/>
          <a:p>
            <a:pPr indent="0" lvl="0" marL="0" marR="0" rtl="0" algn="ctr">
              <a:lnSpc>
                <a:spcPct val="143977"/>
              </a:lnSpc>
              <a:spcBef>
                <a:spcPts val="0"/>
              </a:spcBef>
              <a:spcAft>
                <a:spcPts val="0"/>
              </a:spcAft>
              <a:buNone/>
            </a:pPr>
            <a:r>
              <a:rPr b="0" i="0" lang="en-US" sz="2906" u="none" cap="none" strike="noStrike">
                <a:solidFill>
                  <a:srgbClr val="3D3D3D"/>
                </a:solidFill>
                <a:latin typeface="Roboto"/>
                <a:ea typeface="Roboto"/>
                <a:cs typeface="Roboto"/>
                <a:sym typeface="Roboto"/>
              </a:rPr>
              <a:t>05</a:t>
            </a:r>
            <a:endParaRPr/>
          </a:p>
        </p:txBody>
      </p:sp>
      <p:sp>
        <p:nvSpPr>
          <p:cNvPr id="161" name="Google Shape;161;p3"/>
          <p:cNvSpPr/>
          <p:nvPr/>
        </p:nvSpPr>
        <p:spPr>
          <a:xfrm>
            <a:off x="1097223" y="7927902"/>
            <a:ext cx="815348" cy="815348"/>
          </a:xfrm>
          <a:custGeom>
            <a:rect b="b" l="l" r="r" t="t"/>
            <a:pathLst>
              <a:path extrusionOk="0" h="815348" w="815348">
                <a:moveTo>
                  <a:pt x="0" y="0"/>
                </a:moveTo>
                <a:lnTo>
                  <a:pt x="815348" y="0"/>
                </a:lnTo>
                <a:lnTo>
                  <a:pt x="815348" y="815348"/>
                </a:lnTo>
                <a:lnTo>
                  <a:pt x="0" y="815348"/>
                </a:lnTo>
                <a:lnTo>
                  <a:pt x="0" y="0"/>
                </a:lnTo>
                <a:close/>
              </a:path>
            </a:pathLst>
          </a:custGeom>
          <a:blipFill rotWithShape="1">
            <a:blip r:embed="rId6">
              <a:alphaModFix/>
            </a:blip>
            <a:stretch>
              <a:fillRect b="0" l="0" r="0" t="0"/>
            </a:stretch>
          </a:blipFill>
          <a:ln>
            <a:noFill/>
          </a:ln>
        </p:spPr>
      </p:sp>
      <p:sp>
        <p:nvSpPr>
          <p:cNvPr id="162" name="Google Shape;162;p3"/>
          <p:cNvSpPr/>
          <p:nvPr/>
        </p:nvSpPr>
        <p:spPr>
          <a:xfrm>
            <a:off x="2142109" y="7987926"/>
            <a:ext cx="3115091" cy="678848"/>
          </a:xfrm>
          <a:custGeom>
            <a:rect b="b" l="l" r="r" t="t"/>
            <a:pathLst>
              <a:path extrusionOk="0" h="678848" w="3115091">
                <a:moveTo>
                  <a:pt x="0" y="0"/>
                </a:moveTo>
                <a:lnTo>
                  <a:pt x="3115091" y="0"/>
                </a:lnTo>
                <a:lnTo>
                  <a:pt x="3115091" y="678848"/>
                </a:lnTo>
                <a:lnTo>
                  <a:pt x="0" y="678848"/>
                </a:lnTo>
                <a:lnTo>
                  <a:pt x="0" y="0"/>
                </a:lnTo>
                <a:close/>
              </a:path>
            </a:pathLst>
          </a:custGeom>
          <a:blipFill rotWithShape="1">
            <a:blip r:embed="rId8">
              <a:alphaModFix/>
            </a:blip>
            <a:stretch>
              <a:fillRect b="-364" l="0" r="0" t="-364"/>
            </a:stretch>
          </a:blipFill>
          <a:ln>
            <a:noFill/>
          </a:ln>
        </p:spPr>
      </p:sp>
      <p:sp>
        <p:nvSpPr>
          <p:cNvPr id="163" name="Google Shape;163;p3"/>
          <p:cNvSpPr txBox="1"/>
          <p:nvPr/>
        </p:nvSpPr>
        <p:spPr>
          <a:xfrm>
            <a:off x="1120064" y="7954616"/>
            <a:ext cx="769666" cy="511581"/>
          </a:xfrm>
          <a:prstGeom prst="rect">
            <a:avLst/>
          </a:prstGeom>
          <a:noFill/>
          <a:ln>
            <a:noFill/>
          </a:ln>
        </p:spPr>
        <p:txBody>
          <a:bodyPr anchorCtr="0" anchor="t" bIns="0" lIns="0" spcFirstLastPara="1" rIns="0" wrap="square" tIns="0">
            <a:spAutoFit/>
          </a:bodyPr>
          <a:lstStyle/>
          <a:p>
            <a:pPr indent="0" lvl="0" marL="0" marR="0" rtl="0" algn="ctr">
              <a:lnSpc>
                <a:spcPct val="143977"/>
              </a:lnSpc>
              <a:spcBef>
                <a:spcPts val="0"/>
              </a:spcBef>
              <a:spcAft>
                <a:spcPts val="0"/>
              </a:spcAft>
              <a:buNone/>
            </a:pPr>
            <a:r>
              <a:rPr b="0" i="0" lang="en-US" sz="2906" u="none" cap="none" strike="noStrike">
                <a:solidFill>
                  <a:srgbClr val="3D3D3D"/>
                </a:solidFill>
                <a:latin typeface="Roboto"/>
                <a:ea typeface="Roboto"/>
                <a:cs typeface="Roboto"/>
                <a:sym typeface="Roboto"/>
              </a:rPr>
              <a:t>06</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DFD"/>
        </a:solidFill>
      </p:bgPr>
    </p:bg>
    <p:spTree>
      <p:nvGrpSpPr>
        <p:cNvPr id="171" name="Shape 171"/>
        <p:cNvGrpSpPr/>
        <p:nvPr/>
      </p:nvGrpSpPr>
      <p:grpSpPr>
        <a:xfrm>
          <a:off x="0" y="0"/>
          <a:ext cx="0" cy="0"/>
          <a:chOff x="0" y="0"/>
          <a:chExt cx="0" cy="0"/>
        </a:xfrm>
      </p:grpSpPr>
      <p:sp>
        <p:nvSpPr>
          <p:cNvPr id="172" name="Google Shape;172;p4"/>
          <p:cNvSpPr/>
          <p:nvPr/>
        </p:nvSpPr>
        <p:spPr>
          <a:xfrm>
            <a:off x="8952725" y="1399425"/>
            <a:ext cx="7830273" cy="7421463"/>
          </a:xfrm>
          <a:custGeom>
            <a:rect b="b" l="l" r="r" t="t"/>
            <a:pathLst>
              <a:path extrusionOk="0" h="7421463" w="7830273">
                <a:moveTo>
                  <a:pt x="0" y="0"/>
                </a:moveTo>
                <a:lnTo>
                  <a:pt x="7830273" y="0"/>
                </a:lnTo>
                <a:lnTo>
                  <a:pt x="7830273" y="7421463"/>
                </a:lnTo>
                <a:lnTo>
                  <a:pt x="0" y="7421463"/>
                </a:lnTo>
                <a:lnTo>
                  <a:pt x="0" y="0"/>
                </a:lnTo>
                <a:close/>
              </a:path>
            </a:pathLst>
          </a:custGeom>
          <a:blipFill rotWithShape="1">
            <a:blip r:embed="rId3">
              <a:alphaModFix/>
            </a:blip>
            <a:stretch>
              <a:fillRect b="0" l="-1" r="-1" t="0"/>
            </a:stretch>
          </a:blipFill>
          <a:ln>
            <a:noFill/>
          </a:ln>
        </p:spPr>
      </p:sp>
      <p:sp>
        <p:nvSpPr>
          <p:cNvPr id="173" name="Google Shape;173;p4"/>
          <p:cNvSpPr txBox="1"/>
          <p:nvPr/>
        </p:nvSpPr>
        <p:spPr>
          <a:xfrm>
            <a:off x="9727225" y="1771050"/>
            <a:ext cx="6666000" cy="6641400"/>
          </a:xfrm>
          <a:prstGeom prst="rect">
            <a:avLst/>
          </a:prstGeom>
          <a:noFill/>
          <a:ln>
            <a:noFill/>
          </a:ln>
        </p:spPr>
        <p:txBody>
          <a:bodyPr anchorCtr="0" anchor="t" bIns="0" lIns="0" spcFirstLastPara="1" rIns="0" wrap="square" tIns="0">
            <a:spAutoFit/>
          </a:bodyPr>
          <a:lstStyle/>
          <a:p>
            <a:pPr indent="0" lvl="0" marL="0" marR="0" rtl="0" algn="ctr">
              <a:lnSpc>
                <a:spcPct val="137986"/>
              </a:lnSpc>
              <a:spcBef>
                <a:spcPts val="0"/>
              </a:spcBef>
              <a:spcAft>
                <a:spcPts val="0"/>
              </a:spcAft>
              <a:buNone/>
            </a:pPr>
            <a:r>
              <a:rPr b="1" i="0" lang="en-US" sz="4133" u="none" cap="none" strike="noStrike">
                <a:solidFill>
                  <a:srgbClr val="3D3D3D"/>
                </a:solidFill>
                <a:latin typeface="Roboto"/>
                <a:ea typeface="Roboto"/>
                <a:cs typeface="Roboto"/>
                <a:sym typeface="Roboto"/>
              </a:rPr>
              <a:t>El estudiante asegura la conectividad entre distintas redes y subredes utilizando distintos protocolos de enrutamiento para optimizar la propagación de rutas y garantizar la eficiencia del tráfico en la red.</a:t>
            </a:r>
            <a:endParaRPr/>
          </a:p>
        </p:txBody>
      </p:sp>
      <p:sp>
        <p:nvSpPr>
          <p:cNvPr id="174" name="Google Shape;174;p4"/>
          <p:cNvSpPr txBox="1"/>
          <p:nvPr/>
        </p:nvSpPr>
        <p:spPr>
          <a:xfrm>
            <a:off x="1572511" y="4133466"/>
            <a:ext cx="6666010" cy="1886717"/>
          </a:xfrm>
          <a:prstGeom prst="rect">
            <a:avLst/>
          </a:prstGeom>
          <a:noFill/>
          <a:ln>
            <a:noFill/>
          </a:ln>
        </p:spPr>
        <p:txBody>
          <a:bodyPr anchorCtr="0" anchor="t" bIns="0" lIns="0" spcFirstLastPara="1" rIns="0" wrap="square" tIns="0">
            <a:spAutoFit/>
          </a:bodyPr>
          <a:lstStyle/>
          <a:p>
            <a:pPr indent="0" lvl="0" marL="0" marR="0" rtl="0" algn="ctr">
              <a:lnSpc>
                <a:spcPct val="134389"/>
              </a:lnSpc>
              <a:spcBef>
                <a:spcPts val="0"/>
              </a:spcBef>
              <a:spcAft>
                <a:spcPts val="0"/>
              </a:spcAft>
              <a:buNone/>
            </a:pPr>
            <a:r>
              <a:rPr b="1" i="0" lang="en-US" sz="5967" u="none" cap="none" strike="noStrike">
                <a:solidFill>
                  <a:srgbClr val="3D3D3D"/>
                </a:solidFill>
                <a:latin typeface="Roboto"/>
                <a:ea typeface="Roboto"/>
                <a:cs typeface="Roboto"/>
                <a:sym typeface="Roboto"/>
              </a:rPr>
              <a:t>Competencias que desarrollaremos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DFD"/>
        </a:solidFill>
      </p:bgPr>
    </p:bg>
    <p:spTree>
      <p:nvGrpSpPr>
        <p:cNvPr id="182" name="Shape 182"/>
        <p:cNvGrpSpPr/>
        <p:nvPr/>
      </p:nvGrpSpPr>
      <p:grpSpPr>
        <a:xfrm>
          <a:off x="0" y="0"/>
          <a:ext cx="0" cy="0"/>
          <a:chOff x="0" y="0"/>
          <a:chExt cx="0" cy="0"/>
        </a:xfrm>
      </p:grpSpPr>
      <p:sp>
        <p:nvSpPr>
          <p:cNvPr id="183" name="Google Shape;183;p5"/>
          <p:cNvSpPr/>
          <p:nvPr/>
        </p:nvSpPr>
        <p:spPr>
          <a:xfrm>
            <a:off x="16628867" y="7543299"/>
            <a:ext cx="3699224" cy="4195000"/>
          </a:xfrm>
          <a:custGeom>
            <a:rect b="b" l="l" r="r" t="t"/>
            <a:pathLst>
              <a:path extrusionOk="0" h="5593334" w="4932299">
                <a:moveTo>
                  <a:pt x="0" y="0"/>
                </a:moveTo>
                <a:lnTo>
                  <a:pt x="4932299" y="0"/>
                </a:lnTo>
                <a:lnTo>
                  <a:pt x="4932299" y="5593334"/>
                </a:lnTo>
                <a:lnTo>
                  <a:pt x="0" y="5593334"/>
                </a:lnTo>
                <a:lnTo>
                  <a:pt x="0" y="0"/>
                </a:lnTo>
                <a:close/>
              </a:path>
            </a:pathLst>
          </a:custGeom>
          <a:blipFill rotWithShape="1">
            <a:blip r:embed="rId3">
              <a:alphaModFix/>
            </a:blip>
            <a:stretch>
              <a:fillRect b="0" l="-22" r="-22" t="0"/>
            </a:stretch>
          </a:blipFill>
          <a:ln>
            <a:noFill/>
          </a:ln>
        </p:spPr>
      </p:sp>
      <p:sp>
        <p:nvSpPr>
          <p:cNvPr id="184" name="Google Shape;184;p5"/>
          <p:cNvSpPr/>
          <p:nvPr/>
        </p:nvSpPr>
        <p:spPr>
          <a:xfrm>
            <a:off x="4123074" y="-2591505"/>
            <a:ext cx="4089178" cy="3747230"/>
          </a:xfrm>
          <a:custGeom>
            <a:rect b="b" l="l" r="r" t="t"/>
            <a:pathLst>
              <a:path extrusionOk="0" h="4996307" w="5452237">
                <a:moveTo>
                  <a:pt x="0" y="0"/>
                </a:moveTo>
                <a:lnTo>
                  <a:pt x="5452237" y="0"/>
                </a:lnTo>
                <a:lnTo>
                  <a:pt x="5452237" y="4996307"/>
                </a:lnTo>
                <a:lnTo>
                  <a:pt x="0" y="4996307"/>
                </a:lnTo>
                <a:lnTo>
                  <a:pt x="0" y="0"/>
                </a:lnTo>
                <a:close/>
              </a:path>
            </a:pathLst>
          </a:custGeom>
          <a:blipFill rotWithShape="1">
            <a:blip r:embed="rId4">
              <a:alphaModFix/>
            </a:blip>
            <a:stretch>
              <a:fillRect b="-80" l="0" r="0" t="-80"/>
            </a:stretch>
          </a:blipFill>
          <a:ln>
            <a:noFill/>
          </a:ln>
        </p:spPr>
      </p:sp>
      <p:sp>
        <p:nvSpPr>
          <p:cNvPr id="185" name="Google Shape;185;p5"/>
          <p:cNvSpPr/>
          <p:nvPr/>
        </p:nvSpPr>
        <p:spPr>
          <a:xfrm rot="-1780974">
            <a:off x="-2178018" y="4841040"/>
            <a:ext cx="3585401" cy="4186714"/>
          </a:xfrm>
          <a:custGeom>
            <a:rect b="b" l="l" r="r" t="t"/>
            <a:pathLst>
              <a:path extrusionOk="0" h="5582285" w="4780534">
                <a:moveTo>
                  <a:pt x="0" y="0"/>
                </a:moveTo>
                <a:lnTo>
                  <a:pt x="4780534" y="0"/>
                </a:lnTo>
                <a:lnTo>
                  <a:pt x="4780534" y="5582285"/>
                </a:lnTo>
                <a:lnTo>
                  <a:pt x="0" y="5582285"/>
                </a:lnTo>
                <a:lnTo>
                  <a:pt x="0" y="0"/>
                </a:lnTo>
                <a:close/>
              </a:path>
            </a:pathLst>
          </a:custGeom>
          <a:blipFill rotWithShape="1">
            <a:blip r:embed="rId5">
              <a:alphaModFix/>
            </a:blip>
            <a:stretch>
              <a:fillRect b="0" l="-43" r="-43" t="0"/>
            </a:stretch>
          </a:blipFill>
          <a:ln>
            <a:noFill/>
          </a:ln>
        </p:spPr>
      </p:sp>
      <p:sp>
        <p:nvSpPr>
          <p:cNvPr id="186" name="Google Shape;186;p5"/>
          <p:cNvSpPr/>
          <p:nvPr/>
        </p:nvSpPr>
        <p:spPr>
          <a:xfrm rot="5400000">
            <a:off x="-547910" y="8993254"/>
            <a:ext cx="3603689" cy="3956209"/>
          </a:xfrm>
          <a:custGeom>
            <a:rect b="b" l="l" r="r" t="t"/>
            <a:pathLst>
              <a:path extrusionOk="0" h="5274945" w="4804918">
                <a:moveTo>
                  <a:pt x="0" y="0"/>
                </a:moveTo>
                <a:lnTo>
                  <a:pt x="4804918" y="0"/>
                </a:lnTo>
                <a:lnTo>
                  <a:pt x="4804918" y="5274945"/>
                </a:lnTo>
                <a:lnTo>
                  <a:pt x="0" y="5274945"/>
                </a:lnTo>
                <a:lnTo>
                  <a:pt x="0" y="0"/>
                </a:lnTo>
                <a:close/>
              </a:path>
            </a:pathLst>
          </a:custGeom>
          <a:blipFill rotWithShape="1">
            <a:blip r:embed="rId6">
              <a:alphaModFix/>
            </a:blip>
            <a:stretch>
              <a:fillRect b="0" l="-61" r="-61" t="0"/>
            </a:stretch>
          </a:blipFill>
          <a:ln>
            <a:noFill/>
          </a:ln>
        </p:spPr>
      </p:sp>
      <p:sp>
        <p:nvSpPr>
          <p:cNvPr id="187" name="Google Shape;187;p5"/>
          <p:cNvSpPr/>
          <p:nvPr/>
        </p:nvSpPr>
        <p:spPr>
          <a:xfrm>
            <a:off x="3336814" y="9169514"/>
            <a:ext cx="3360801" cy="3416713"/>
          </a:xfrm>
          <a:custGeom>
            <a:rect b="b" l="l" r="r" t="t"/>
            <a:pathLst>
              <a:path extrusionOk="0" h="4555617" w="4481068">
                <a:moveTo>
                  <a:pt x="0" y="0"/>
                </a:moveTo>
                <a:lnTo>
                  <a:pt x="4481068" y="0"/>
                </a:lnTo>
                <a:lnTo>
                  <a:pt x="4481068" y="4555617"/>
                </a:lnTo>
                <a:lnTo>
                  <a:pt x="0" y="4555617"/>
                </a:lnTo>
                <a:lnTo>
                  <a:pt x="0" y="0"/>
                </a:lnTo>
                <a:close/>
              </a:path>
            </a:pathLst>
          </a:custGeom>
          <a:blipFill rotWithShape="1">
            <a:blip r:embed="rId7">
              <a:alphaModFix/>
            </a:blip>
            <a:stretch>
              <a:fillRect b="0" l="-1" r="-1" t="0"/>
            </a:stretch>
          </a:blipFill>
          <a:ln>
            <a:noFill/>
          </a:ln>
        </p:spPr>
      </p:sp>
      <p:sp>
        <p:nvSpPr>
          <p:cNvPr id="188" name="Google Shape;188;p5"/>
          <p:cNvSpPr/>
          <p:nvPr/>
        </p:nvSpPr>
        <p:spPr>
          <a:xfrm>
            <a:off x="17381308" y="3942256"/>
            <a:ext cx="3290887" cy="3189160"/>
          </a:xfrm>
          <a:custGeom>
            <a:rect b="b" l="l" r="r" t="t"/>
            <a:pathLst>
              <a:path extrusionOk="0" h="4252214" w="4387850">
                <a:moveTo>
                  <a:pt x="0" y="0"/>
                </a:moveTo>
                <a:lnTo>
                  <a:pt x="4387850" y="0"/>
                </a:lnTo>
                <a:lnTo>
                  <a:pt x="4387850" y="4252214"/>
                </a:lnTo>
                <a:lnTo>
                  <a:pt x="0" y="4252214"/>
                </a:lnTo>
                <a:lnTo>
                  <a:pt x="0" y="0"/>
                </a:lnTo>
                <a:close/>
              </a:path>
            </a:pathLst>
          </a:custGeom>
          <a:blipFill rotWithShape="1">
            <a:blip r:embed="rId8">
              <a:alphaModFix/>
            </a:blip>
            <a:stretch>
              <a:fillRect b="-6" l="0" r="0" t="-6"/>
            </a:stretch>
          </a:blipFill>
          <a:ln>
            <a:noFill/>
          </a:ln>
        </p:spPr>
      </p:sp>
      <p:sp>
        <p:nvSpPr>
          <p:cNvPr id="189" name="Google Shape;189;p5"/>
          <p:cNvSpPr/>
          <p:nvPr/>
        </p:nvSpPr>
        <p:spPr>
          <a:xfrm>
            <a:off x="12756325" y="-2994024"/>
            <a:ext cx="4101751" cy="4034694"/>
          </a:xfrm>
          <a:custGeom>
            <a:rect b="b" l="l" r="r" t="t"/>
            <a:pathLst>
              <a:path extrusionOk="0" h="5379593" w="5469001">
                <a:moveTo>
                  <a:pt x="0" y="0"/>
                </a:moveTo>
                <a:lnTo>
                  <a:pt x="5469001" y="0"/>
                </a:lnTo>
                <a:lnTo>
                  <a:pt x="5469001" y="5379593"/>
                </a:lnTo>
                <a:lnTo>
                  <a:pt x="0" y="5379593"/>
                </a:lnTo>
                <a:lnTo>
                  <a:pt x="0" y="0"/>
                </a:lnTo>
                <a:close/>
              </a:path>
            </a:pathLst>
          </a:custGeom>
          <a:blipFill rotWithShape="1">
            <a:blip r:embed="rId9">
              <a:alphaModFix/>
            </a:blip>
            <a:stretch>
              <a:fillRect b="-87" l="0" r="0" t="-87"/>
            </a:stretch>
          </a:blipFill>
          <a:ln>
            <a:noFill/>
          </a:ln>
        </p:spPr>
      </p:sp>
      <p:sp>
        <p:nvSpPr>
          <p:cNvPr id="190" name="Google Shape;190;p5"/>
          <p:cNvSpPr/>
          <p:nvPr/>
        </p:nvSpPr>
        <p:spPr>
          <a:xfrm>
            <a:off x="17191945" y="-717905"/>
            <a:ext cx="2933033" cy="4801076"/>
          </a:xfrm>
          <a:custGeom>
            <a:rect b="b" l="l" r="r" t="t"/>
            <a:pathLst>
              <a:path extrusionOk="0" h="6401435" w="3910711">
                <a:moveTo>
                  <a:pt x="0" y="0"/>
                </a:moveTo>
                <a:lnTo>
                  <a:pt x="3910711" y="0"/>
                </a:lnTo>
                <a:lnTo>
                  <a:pt x="3910711" y="6401435"/>
                </a:lnTo>
                <a:lnTo>
                  <a:pt x="0" y="6401435"/>
                </a:lnTo>
                <a:lnTo>
                  <a:pt x="0" y="0"/>
                </a:lnTo>
                <a:close/>
              </a:path>
            </a:pathLst>
          </a:custGeom>
          <a:blipFill rotWithShape="1">
            <a:blip r:embed="rId10">
              <a:alphaModFix/>
            </a:blip>
            <a:stretch>
              <a:fillRect b="0" l="-129" r="-129" t="0"/>
            </a:stretch>
          </a:blipFill>
          <a:ln>
            <a:noFill/>
          </a:ln>
        </p:spPr>
      </p:sp>
      <p:sp>
        <p:nvSpPr>
          <p:cNvPr id="191" name="Google Shape;191;p5"/>
          <p:cNvSpPr/>
          <p:nvPr/>
        </p:nvSpPr>
        <p:spPr>
          <a:xfrm>
            <a:off x="12308650" y="9169514"/>
            <a:ext cx="3683222" cy="3522536"/>
          </a:xfrm>
          <a:custGeom>
            <a:rect b="b" l="l" r="r" t="t"/>
            <a:pathLst>
              <a:path extrusionOk="0" h="4696714" w="4910963">
                <a:moveTo>
                  <a:pt x="0" y="0"/>
                </a:moveTo>
                <a:lnTo>
                  <a:pt x="4910963" y="0"/>
                </a:lnTo>
                <a:lnTo>
                  <a:pt x="4910963" y="4696714"/>
                </a:lnTo>
                <a:lnTo>
                  <a:pt x="0" y="4696714"/>
                </a:lnTo>
                <a:lnTo>
                  <a:pt x="0" y="0"/>
                </a:lnTo>
                <a:close/>
              </a:path>
            </a:pathLst>
          </a:custGeom>
          <a:blipFill rotWithShape="1">
            <a:blip r:embed="rId11">
              <a:alphaModFix/>
            </a:blip>
            <a:stretch>
              <a:fillRect b="0" l="-39" r="-39" t="0"/>
            </a:stretch>
          </a:blipFill>
          <a:ln>
            <a:noFill/>
          </a:ln>
        </p:spPr>
      </p:sp>
      <p:sp>
        <p:nvSpPr>
          <p:cNvPr id="192" name="Google Shape;192;p5"/>
          <p:cNvSpPr/>
          <p:nvPr/>
        </p:nvSpPr>
        <p:spPr>
          <a:xfrm rot="-7064477">
            <a:off x="8856152" y="-2057456"/>
            <a:ext cx="3197637" cy="3733895"/>
          </a:xfrm>
          <a:custGeom>
            <a:rect b="b" l="l" r="r" t="t"/>
            <a:pathLst>
              <a:path extrusionOk="0" h="4978527" w="4263517">
                <a:moveTo>
                  <a:pt x="0" y="0"/>
                </a:moveTo>
                <a:lnTo>
                  <a:pt x="4263517" y="0"/>
                </a:lnTo>
                <a:lnTo>
                  <a:pt x="4263517" y="4978527"/>
                </a:lnTo>
                <a:lnTo>
                  <a:pt x="0" y="4978527"/>
                </a:lnTo>
                <a:lnTo>
                  <a:pt x="0" y="0"/>
                </a:lnTo>
                <a:close/>
              </a:path>
            </a:pathLst>
          </a:custGeom>
          <a:blipFill rotWithShape="1">
            <a:blip r:embed="rId5">
              <a:alphaModFix/>
            </a:blip>
            <a:stretch>
              <a:fillRect b="0" l="-43" r="-43" t="0"/>
            </a:stretch>
          </a:blipFill>
          <a:ln>
            <a:noFill/>
          </a:ln>
        </p:spPr>
      </p:sp>
      <p:sp>
        <p:nvSpPr>
          <p:cNvPr id="193" name="Google Shape;193;p5"/>
          <p:cNvSpPr/>
          <p:nvPr/>
        </p:nvSpPr>
        <p:spPr>
          <a:xfrm rot="5400000">
            <a:off x="-408159" y="-3205288"/>
            <a:ext cx="4319969" cy="4742497"/>
          </a:xfrm>
          <a:custGeom>
            <a:rect b="b" l="l" r="r" t="t"/>
            <a:pathLst>
              <a:path extrusionOk="0" h="6323330" w="5759958">
                <a:moveTo>
                  <a:pt x="0" y="0"/>
                </a:moveTo>
                <a:lnTo>
                  <a:pt x="5759958" y="0"/>
                </a:lnTo>
                <a:lnTo>
                  <a:pt x="5759958" y="6323330"/>
                </a:lnTo>
                <a:lnTo>
                  <a:pt x="0" y="6323330"/>
                </a:lnTo>
                <a:lnTo>
                  <a:pt x="0" y="0"/>
                </a:lnTo>
                <a:close/>
              </a:path>
            </a:pathLst>
          </a:custGeom>
          <a:blipFill rotWithShape="1">
            <a:blip r:embed="rId6">
              <a:alphaModFix/>
            </a:blip>
            <a:stretch>
              <a:fillRect b="0" l="-61" r="-61" t="0"/>
            </a:stretch>
          </a:blipFill>
          <a:ln>
            <a:noFill/>
          </a:ln>
        </p:spPr>
      </p:sp>
      <p:sp>
        <p:nvSpPr>
          <p:cNvPr id="194" name="Google Shape;194;p5"/>
          <p:cNvSpPr/>
          <p:nvPr/>
        </p:nvSpPr>
        <p:spPr>
          <a:xfrm rot="3887788">
            <a:off x="-2804939" y="803582"/>
            <a:ext cx="3200686" cy="5239131"/>
          </a:xfrm>
          <a:custGeom>
            <a:rect b="b" l="l" r="r" t="t"/>
            <a:pathLst>
              <a:path extrusionOk="0" h="6985508" w="4267581">
                <a:moveTo>
                  <a:pt x="0" y="0"/>
                </a:moveTo>
                <a:lnTo>
                  <a:pt x="4267581" y="0"/>
                </a:lnTo>
                <a:lnTo>
                  <a:pt x="4267581" y="6985508"/>
                </a:lnTo>
                <a:lnTo>
                  <a:pt x="0" y="6985508"/>
                </a:lnTo>
                <a:lnTo>
                  <a:pt x="0" y="0"/>
                </a:lnTo>
                <a:close/>
              </a:path>
            </a:pathLst>
          </a:custGeom>
          <a:blipFill rotWithShape="1">
            <a:blip r:embed="rId10">
              <a:alphaModFix/>
            </a:blip>
            <a:stretch>
              <a:fillRect b="0" l="-128" r="-128" t="0"/>
            </a:stretch>
          </a:blipFill>
          <a:ln>
            <a:noFill/>
          </a:ln>
        </p:spPr>
      </p:sp>
      <p:sp>
        <p:nvSpPr>
          <p:cNvPr id="195" name="Google Shape;195;p5"/>
          <p:cNvSpPr/>
          <p:nvPr/>
        </p:nvSpPr>
        <p:spPr>
          <a:xfrm>
            <a:off x="7135229" y="9264764"/>
            <a:ext cx="5173408" cy="5298662"/>
          </a:xfrm>
          <a:custGeom>
            <a:rect b="b" l="l" r="r" t="t"/>
            <a:pathLst>
              <a:path extrusionOk="0" h="7064883" w="6897878">
                <a:moveTo>
                  <a:pt x="0" y="0"/>
                </a:moveTo>
                <a:lnTo>
                  <a:pt x="6897878" y="0"/>
                </a:lnTo>
                <a:lnTo>
                  <a:pt x="6897878" y="7064883"/>
                </a:lnTo>
                <a:lnTo>
                  <a:pt x="0" y="7064883"/>
                </a:lnTo>
                <a:lnTo>
                  <a:pt x="0" y="0"/>
                </a:lnTo>
                <a:close/>
              </a:path>
            </a:pathLst>
          </a:custGeom>
          <a:blipFill rotWithShape="1">
            <a:blip r:embed="rId12">
              <a:alphaModFix/>
            </a:blip>
            <a:stretch>
              <a:fillRect b="0" l="-21" r="-21" t="0"/>
            </a:stretch>
          </a:blipFill>
          <a:ln>
            <a:noFill/>
          </a:ln>
        </p:spPr>
      </p:sp>
      <p:sp>
        <p:nvSpPr>
          <p:cNvPr id="196" name="Google Shape;196;p5"/>
          <p:cNvSpPr txBox="1"/>
          <p:nvPr/>
        </p:nvSpPr>
        <p:spPr>
          <a:xfrm>
            <a:off x="2338557" y="3581779"/>
            <a:ext cx="13610886" cy="1724477"/>
          </a:xfrm>
          <a:prstGeom prst="rect">
            <a:avLst/>
          </a:prstGeom>
          <a:noFill/>
          <a:ln>
            <a:noFill/>
          </a:ln>
        </p:spPr>
        <p:txBody>
          <a:bodyPr anchorCtr="0" anchor="t" bIns="0" lIns="0" spcFirstLastPara="1" rIns="0" wrap="square" tIns="0">
            <a:spAutoFit/>
          </a:bodyPr>
          <a:lstStyle/>
          <a:p>
            <a:pPr indent="0" lvl="0" marL="0" marR="0" rtl="0" algn="ctr">
              <a:lnSpc>
                <a:spcPct val="119993"/>
              </a:lnSpc>
              <a:spcBef>
                <a:spcPts val="0"/>
              </a:spcBef>
              <a:spcAft>
                <a:spcPts val="0"/>
              </a:spcAft>
              <a:buNone/>
            </a:pPr>
            <a:r>
              <a:rPr b="1" i="0" lang="en-US" sz="12814" u="none" cap="none" strike="noStrike">
                <a:solidFill>
                  <a:srgbClr val="3D3D3D"/>
                </a:solidFill>
                <a:latin typeface="Roboto"/>
                <a:ea typeface="Roboto"/>
                <a:cs typeface="Roboto"/>
                <a:sym typeface="Roboto"/>
              </a:rPr>
              <a:t>ENRUTAMIENTO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DFD"/>
        </a:solidFill>
      </p:bgPr>
    </p:bg>
    <p:spTree>
      <p:nvGrpSpPr>
        <p:cNvPr id="204" name="Shape 204"/>
        <p:cNvGrpSpPr/>
        <p:nvPr/>
      </p:nvGrpSpPr>
      <p:grpSpPr>
        <a:xfrm>
          <a:off x="0" y="0"/>
          <a:ext cx="0" cy="0"/>
          <a:chOff x="0" y="0"/>
          <a:chExt cx="0" cy="0"/>
        </a:xfrm>
      </p:grpSpPr>
      <p:sp>
        <p:nvSpPr>
          <p:cNvPr id="205" name="Google Shape;205;p6"/>
          <p:cNvSpPr/>
          <p:nvPr/>
        </p:nvSpPr>
        <p:spPr>
          <a:xfrm>
            <a:off x="9643538" y="1078722"/>
            <a:ext cx="7981760" cy="8129588"/>
          </a:xfrm>
          <a:custGeom>
            <a:rect b="b" l="l" r="r" t="t"/>
            <a:pathLst>
              <a:path extrusionOk="0" h="10839450" w="10642346">
                <a:moveTo>
                  <a:pt x="0" y="0"/>
                </a:moveTo>
                <a:lnTo>
                  <a:pt x="10642346" y="0"/>
                </a:lnTo>
                <a:lnTo>
                  <a:pt x="10642346" y="10839450"/>
                </a:lnTo>
                <a:lnTo>
                  <a:pt x="0" y="10839450"/>
                </a:lnTo>
                <a:lnTo>
                  <a:pt x="0" y="0"/>
                </a:lnTo>
                <a:close/>
              </a:path>
            </a:pathLst>
          </a:custGeom>
          <a:blipFill rotWithShape="1">
            <a:blip r:embed="rId3">
              <a:alphaModFix/>
            </a:blip>
            <a:stretch>
              <a:fillRect b="0" l="-70" r="-70" t="0"/>
            </a:stretch>
          </a:blipFill>
          <a:ln>
            <a:noFill/>
          </a:ln>
        </p:spPr>
      </p:sp>
      <p:sp>
        <p:nvSpPr>
          <p:cNvPr id="206" name="Google Shape;206;p6"/>
          <p:cNvSpPr/>
          <p:nvPr/>
        </p:nvSpPr>
        <p:spPr>
          <a:xfrm>
            <a:off x="10697924" y="1806890"/>
            <a:ext cx="6117241" cy="6258115"/>
          </a:xfrm>
          <a:custGeom>
            <a:rect b="b" l="l" r="r" t="t"/>
            <a:pathLst>
              <a:path extrusionOk="0" h="8344154" w="8156321">
                <a:moveTo>
                  <a:pt x="0" y="0"/>
                </a:moveTo>
                <a:lnTo>
                  <a:pt x="8156321" y="0"/>
                </a:lnTo>
                <a:lnTo>
                  <a:pt x="8156321" y="8344154"/>
                </a:lnTo>
                <a:lnTo>
                  <a:pt x="0" y="8344154"/>
                </a:lnTo>
                <a:lnTo>
                  <a:pt x="0" y="0"/>
                </a:lnTo>
                <a:close/>
              </a:path>
            </a:pathLst>
          </a:custGeom>
          <a:blipFill rotWithShape="1">
            <a:blip r:embed="rId4">
              <a:alphaModFix/>
            </a:blip>
            <a:stretch>
              <a:fillRect b="0" l="-54" r="-54" t="0"/>
            </a:stretch>
          </a:blipFill>
          <a:ln>
            <a:noFill/>
          </a:ln>
        </p:spPr>
      </p:sp>
      <p:sp>
        <p:nvSpPr>
          <p:cNvPr id="207" name="Google Shape;207;p6"/>
          <p:cNvSpPr txBox="1"/>
          <p:nvPr/>
        </p:nvSpPr>
        <p:spPr>
          <a:xfrm>
            <a:off x="1546877" y="2307676"/>
            <a:ext cx="7327261" cy="1091692"/>
          </a:xfrm>
          <a:prstGeom prst="rect">
            <a:avLst/>
          </a:prstGeom>
          <a:noFill/>
          <a:ln>
            <a:noFill/>
          </a:ln>
        </p:spPr>
        <p:txBody>
          <a:bodyPr anchorCtr="0" anchor="t" bIns="0" lIns="0" spcFirstLastPara="1" rIns="0" wrap="square" tIns="0">
            <a:spAutoFit/>
          </a:bodyPr>
          <a:lstStyle/>
          <a:p>
            <a:pPr indent="0" lvl="0" marL="0" marR="0" rtl="0" algn="l">
              <a:lnSpc>
                <a:spcPct val="134408"/>
              </a:lnSpc>
              <a:spcBef>
                <a:spcPts val="0"/>
              </a:spcBef>
              <a:spcAft>
                <a:spcPts val="0"/>
              </a:spcAft>
              <a:buNone/>
            </a:pPr>
            <a:r>
              <a:rPr b="1" i="0" lang="en-US" sz="6199" u="none" cap="none" strike="noStrike">
                <a:solidFill>
                  <a:srgbClr val="3D3D3D"/>
                </a:solidFill>
                <a:latin typeface="Roboto"/>
                <a:ea typeface="Roboto"/>
                <a:cs typeface="Roboto"/>
                <a:sym typeface="Roboto"/>
              </a:rPr>
              <a:t>Enrutamiento</a:t>
            </a:r>
            <a:endParaRPr/>
          </a:p>
        </p:txBody>
      </p:sp>
      <p:sp>
        <p:nvSpPr>
          <p:cNvPr id="208" name="Google Shape;208;p6"/>
          <p:cNvSpPr txBox="1"/>
          <p:nvPr/>
        </p:nvSpPr>
        <p:spPr>
          <a:xfrm>
            <a:off x="1546877" y="4303552"/>
            <a:ext cx="7012639" cy="3025775"/>
          </a:xfrm>
          <a:prstGeom prst="rect">
            <a:avLst/>
          </a:prstGeom>
          <a:noFill/>
          <a:ln>
            <a:noFill/>
          </a:ln>
        </p:spPr>
        <p:txBody>
          <a:bodyPr anchorCtr="0" anchor="t" bIns="0" lIns="0" spcFirstLastPara="1" rIns="0" wrap="square" tIns="0">
            <a:spAutoFit/>
          </a:bodyPr>
          <a:lstStyle/>
          <a:p>
            <a:pPr indent="0" lvl="0" marL="0" marR="0" rtl="0" algn="just">
              <a:lnSpc>
                <a:spcPct val="167984"/>
              </a:lnSpc>
              <a:spcBef>
                <a:spcPts val="0"/>
              </a:spcBef>
              <a:spcAft>
                <a:spcPts val="0"/>
              </a:spcAft>
              <a:buNone/>
            </a:pPr>
            <a:r>
              <a:rPr b="0" i="0" lang="en-US" sz="1999" u="none" cap="none" strike="noStrike">
                <a:solidFill>
                  <a:srgbClr val="3D3D3D"/>
                </a:solidFill>
                <a:latin typeface="Roboto"/>
                <a:ea typeface="Roboto"/>
                <a:cs typeface="Roboto"/>
                <a:sym typeface="Roboto"/>
              </a:rPr>
              <a:t>Es el proceso mediante el cual se establece el camino que seguirán los datos para llegar desde su origen hasta su destino a través de una red de comunicación.</a:t>
            </a:r>
            <a:endParaRPr/>
          </a:p>
          <a:p>
            <a:pPr indent="0" lvl="0" marL="0" marR="0" rtl="0" algn="just">
              <a:lnSpc>
                <a:spcPct val="117658"/>
              </a:lnSpc>
              <a:spcBef>
                <a:spcPts val="0"/>
              </a:spcBef>
              <a:spcAft>
                <a:spcPts val="0"/>
              </a:spcAft>
              <a:buNone/>
            </a:pPr>
            <a:r>
              <a:t/>
            </a:r>
            <a:endParaRPr b="0" i="0" sz="1999" u="none" cap="none" strike="noStrike">
              <a:solidFill>
                <a:srgbClr val="3D3D3D"/>
              </a:solidFill>
              <a:latin typeface="Roboto"/>
              <a:ea typeface="Roboto"/>
              <a:cs typeface="Roboto"/>
              <a:sym typeface="Roboto"/>
            </a:endParaRPr>
          </a:p>
          <a:p>
            <a:pPr indent="0" lvl="0" marL="0" marR="0" rtl="0" algn="just">
              <a:lnSpc>
                <a:spcPct val="167984"/>
              </a:lnSpc>
              <a:spcBef>
                <a:spcPts val="0"/>
              </a:spcBef>
              <a:spcAft>
                <a:spcPts val="0"/>
              </a:spcAft>
              <a:buNone/>
            </a:pPr>
            <a:r>
              <a:rPr b="0" i="0" lang="en-US" sz="1999" u="none" cap="none" strike="noStrike">
                <a:solidFill>
                  <a:srgbClr val="3D3D3D"/>
                </a:solidFill>
                <a:latin typeface="Roboto"/>
                <a:ea typeface="Roboto"/>
                <a:cs typeface="Roboto"/>
                <a:sym typeface="Roboto"/>
              </a:rPr>
              <a:t>Es esencial para que los dispositivos conectados a una red puedan comunicarse entre sí y para que los usuarios puedan acceder a los recursos y servicios de la red.</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DFD"/>
        </a:solidFill>
      </p:bgPr>
    </p:bg>
    <p:spTree>
      <p:nvGrpSpPr>
        <p:cNvPr id="216" name="Shape 216"/>
        <p:cNvGrpSpPr/>
        <p:nvPr/>
      </p:nvGrpSpPr>
      <p:grpSpPr>
        <a:xfrm>
          <a:off x="0" y="0"/>
          <a:ext cx="0" cy="0"/>
          <a:chOff x="0" y="0"/>
          <a:chExt cx="0" cy="0"/>
        </a:xfrm>
      </p:grpSpPr>
      <p:sp>
        <p:nvSpPr>
          <p:cNvPr id="217" name="Google Shape;217;p7"/>
          <p:cNvSpPr/>
          <p:nvPr/>
        </p:nvSpPr>
        <p:spPr>
          <a:xfrm rot="5400000">
            <a:off x="13923480" y="8609518"/>
            <a:ext cx="5821680" cy="6391085"/>
          </a:xfrm>
          <a:custGeom>
            <a:rect b="b" l="l" r="r" t="t"/>
            <a:pathLst>
              <a:path extrusionOk="0" h="8521446" w="7762240">
                <a:moveTo>
                  <a:pt x="0" y="0"/>
                </a:moveTo>
                <a:lnTo>
                  <a:pt x="7762240" y="0"/>
                </a:lnTo>
                <a:lnTo>
                  <a:pt x="7762240" y="8521446"/>
                </a:lnTo>
                <a:lnTo>
                  <a:pt x="0" y="8521446"/>
                </a:lnTo>
                <a:lnTo>
                  <a:pt x="0" y="0"/>
                </a:lnTo>
                <a:close/>
              </a:path>
            </a:pathLst>
          </a:custGeom>
          <a:blipFill rotWithShape="1">
            <a:blip r:embed="rId3">
              <a:alphaModFix/>
            </a:blip>
            <a:stretch>
              <a:fillRect b="0" l="-61" r="-61" t="0"/>
            </a:stretch>
          </a:blipFill>
          <a:ln>
            <a:noFill/>
          </a:ln>
        </p:spPr>
      </p:sp>
      <p:sp>
        <p:nvSpPr>
          <p:cNvPr id="218" name="Google Shape;218;p7"/>
          <p:cNvSpPr/>
          <p:nvPr/>
        </p:nvSpPr>
        <p:spPr>
          <a:xfrm rot="5400000">
            <a:off x="6635515" y="-3409276"/>
            <a:ext cx="4319969" cy="4742497"/>
          </a:xfrm>
          <a:custGeom>
            <a:rect b="b" l="l" r="r" t="t"/>
            <a:pathLst>
              <a:path extrusionOk="0" h="6323330" w="5759958">
                <a:moveTo>
                  <a:pt x="0" y="0"/>
                </a:moveTo>
                <a:lnTo>
                  <a:pt x="5759958" y="0"/>
                </a:lnTo>
                <a:lnTo>
                  <a:pt x="5759958" y="6323330"/>
                </a:lnTo>
                <a:lnTo>
                  <a:pt x="0" y="6323330"/>
                </a:lnTo>
                <a:lnTo>
                  <a:pt x="0" y="0"/>
                </a:lnTo>
                <a:close/>
              </a:path>
            </a:pathLst>
          </a:custGeom>
          <a:blipFill rotWithShape="1">
            <a:blip r:embed="rId4">
              <a:alphaModFix/>
            </a:blip>
            <a:stretch>
              <a:fillRect b="0" l="-61" r="-61" t="0"/>
            </a:stretch>
          </a:blipFill>
          <a:ln>
            <a:noFill/>
          </a:ln>
        </p:spPr>
      </p:sp>
      <p:sp>
        <p:nvSpPr>
          <p:cNvPr id="219" name="Google Shape;219;p7"/>
          <p:cNvSpPr/>
          <p:nvPr/>
        </p:nvSpPr>
        <p:spPr>
          <a:xfrm>
            <a:off x="14068478" y="-4412456"/>
            <a:ext cx="5531644" cy="5441156"/>
          </a:xfrm>
          <a:custGeom>
            <a:rect b="b" l="l" r="r" t="t"/>
            <a:pathLst>
              <a:path extrusionOk="0" h="7254875" w="7375525">
                <a:moveTo>
                  <a:pt x="0" y="0"/>
                </a:moveTo>
                <a:lnTo>
                  <a:pt x="7375525" y="0"/>
                </a:lnTo>
                <a:lnTo>
                  <a:pt x="7375525" y="7254875"/>
                </a:lnTo>
                <a:lnTo>
                  <a:pt x="0" y="7254875"/>
                </a:lnTo>
                <a:lnTo>
                  <a:pt x="0" y="0"/>
                </a:lnTo>
                <a:close/>
              </a:path>
            </a:pathLst>
          </a:custGeom>
          <a:blipFill rotWithShape="1">
            <a:blip r:embed="rId5">
              <a:alphaModFix/>
            </a:blip>
            <a:stretch>
              <a:fillRect b="-87" l="0" r="0" t="-87"/>
            </a:stretch>
          </a:blipFill>
          <a:ln>
            <a:noFill/>
          </a:ln>
        </p:spPr>
      </p:sp>
      <p:sp>
        <p:nvSpPr>
          <p:cNvPr id="220" name="Google Shape;220;p7"/>
          <p:cNvSpPr/>
          <p:nvPr/>
        </p:nvSpPr>
        <p:spPr>
          <a:xfrm>
            <a:off x="9280613" y="4475312"/>
            <a:ext cx="8218646" cy="2825115"/>
          </a:xfrm>
          <a:custGeom>
            <a:rect b="b" l="l" r="r" t="t"/>
            <a:pathLst>
              <a:path extrusionOk="0" h="3766820" w="10958195">
                <a:moveTo>
                  <a:pt x="0" y="0"/>
                </a:moveTo>
                <a:lnTo>
                  <a:pt x="10958195" y="0"/>
                </a:lnTo>
                <a:lnTo>
                  <a:pt x="10958195" y="3766820"/>
                </a:lnTo>
                <a:lnTo>
                  <a:pt x="0" y="3766820"/>
                </a:lnTo>
                <a:lnTo>
                  <a:pt x="0" y="0"/>
                </a:lnTo>
                <a:close/>
              </a:path>
            </a:pathLst>
          </a:custGeom>
          <a:blipFill rotWithShape="1">
            <a:blip r:embed="rId6">
              <a:alphaModFix/>
            </a:blip>
            <a:stretch>
              <a:fillRect b="0" l="-31" r="-31" t="0"/>
            </a:stretch>
          </a:blipFill>
          <a:ln>
            <a:noFill/>
          </a:ln>
        </p:spPr>
      </p:sp>
      <p:sp>
        <p:nvSpPr>
          <p:cNvPr id="221" name="Google Shape;221;p7"/>
          <p:cNvSpPr txBox="1"/>
          <p:nvPr/>
        </p:nvSpPr>
        <p:spPr>
          <a:xfrm>
            <a:off x="1546877" y="3717779"/>
            <a:ext cx="7012639" cy="4083050"/>
          </a:xfrm>
          <a:prstGeom prst="rect">
            <a:avLst/>
          </a:prstGeom>
          <a:noFill/>
          <a:ln>
            <a:noFill/>
          </a:ln>
        </p:spPr>
        <p:txBody>
          <a:bodyPr anchorCtr="0" anchor="t" bIns="0" lIns="0" spcFirstLastPara="1" rIns="0" wrap="square" tIns="0">
            <a:spAutoFit/>
          </a:bodyPr>
          <a:lstStyle/>
          <a:p>
            <a:pPr indent="0" lvl="0" marL="0" marR="0" rtl="0" algn="just">
              <a:lnSpc>
                <a:spcPct val="167984"/>
              </a:lnSpc>
              <a:spcBef>
                <a:spcPts val="0"/>
              </a:spcBef>
              <a:spcAft>
                <a:spcPts val="0"/>
              </a:spcAft>
              <a:buNone/>
            </a:pPr>
            <a:r>
              <a:rPr b="0" i="0" lang="en-US" sz="1999" u="none" cap="none" strike="noStrike">
                <a:solidFill>
                  <a:srgbClr val="3D3D3D"/>
                </a:solidFill>
                <a:latin typeface="Roboto"/>
                <a:ea typeface="Roboto"/>
                <a:cs typeface="Roboto"/>
                <a:sym typeface="Roboto"/>
              </a:rPr>
              <a:t>El proceso de enrutamiento implica tomar decisiones sobre la mejor ruta para enviar los paquetes de datos, teniendo en cuenta factores como la velocidad, la congestión, el costo y la disponibilidad de los enlaces de red.</a:t>
            </a:r>
            <a:endParaRPr/>
          </a:p>
          <a:p>
            <a:pPr indent="0" lvl="0" marL="0" marR="0" rtl="0" algn="just">
              <a:lnSpc>
                <a:spcPct val="117658"/>
              </a:lnSpc>
              <a:spcBef>
                <a:spcPts val="0"/>
              </a:spcBef>
              <a:spcAft>
                <a:spcPts val="0"/>
              </a:spcAft>
              <a:buNone/>
            </a:pPr>
            <a:r>
              <a:t/>
            </a:r>
            <a:endParaRPr b="0" i="0" sz="1999" u="none" cap="none" strike="noStrike">
              <a:solidFill>
                <a:srgbClr val="3D3D3D"/>
              </a:solidFill>
              <a:latin typeface="Roboto"/>
              <a:ea typeface="Roboto"/>
              <a:cs typeface="Roboto"/>
              <a:sym typeface="Roboto"/>
            </a:endParaRPr>
          </a:p>
          <a:p>
            <a:pPr indent="0" lvl="0" marL="0" marR="0" rtl="0" algn="just">
              <a:lnSpc>
                <a:spcPct val="167984"/>
              </a:lnSpc>
              <a:spcBef>
                <a:spcPts val="0"/>
              </a:spcBef>
              <a:spcAft>
                <a:spcPts val="0"/>
              </a:spcAft>
              <a:buNone/>
            </a:pPr>
            <a:r>
              <a:rPr b="0" i="0" lang="en-US" sz="1999" u="none" cap="none" strike="noStrike">
                <a:solidFill>
                  <a:srgbClr val="3D3D3D"/>
                </a:solidFill>
                <a:latin typeface="Roboto"/>
                <a:ea typeface="Roboto"/>
                <a:cs typeface="Roboto"/>
                <a:sym typeface="Roboto"/>
              </a:rPr>
              <a:t>Existen diferentes tipos de enrutamiento, tales como el enrutamiento estático y el enrutamiento dinámico, y diferentes protocolos de enrutamiento que se utilizan para implementar el enrutamiento en redes de comunicación.</a:t>
            </a:r>
            <a:endParaRPr/>
          </a:p>
        </p:txBody>
      </p:sp>
      <p:sp>
        <p:nvSpPr>
          <p:cNvPr id="222" name="Google Shape;222;p7"/>
          <p:cNvSpPr txBox="1"/>
          <p:nvPr/>
        </p:nvSpPr>
        <p:spPr>
          <a:xfrm>
            <a:off x="1546877" y="2307676"/>
            <a:ext cx="7327261" cy="1091692"/>
          </a:xfrm>
          <a:prstGeom prst="rect">
            <a:avLst/>
          </a:prstGeom>
          <a:noFill/>
          <a:ln>
            <a:noFill/>
          </a:ln>
        </p:spPr>
        <p:txBody>
          <a:bodyPr anchorCtr="0" anchor="t" bIns="0" lIns="0" spcFirstLastPara="1" rIns="0" wrap="square" tIns="0">
            <a:spAutoFit/>
          </a:bodyPr>
          <a:lstStyle/>
          <a:p>
            <a:pPr indent="0" lvl="0" marL="0" marR="0" rtl="0" algn="l">
              <a:lnSpc>
                <a:spcPct val="134408"/>
              </a:lnSpc>
              <a:spcBef>
                <a:spcPts val="0"/>
              </a:spcBef>
              <a:spcAft>
                <a:spcPts val="0"/>
              </a:spcAft>
              <a:buNone/>
            </a:pPr>
            <a:r>
              <a:rPr b="1" i="0" lang="en-US" sz="6199" u="none" cap="none" strike="noStrike">
                <a:solidFill>
                  <a:srgbClr val="3D3D3D"/>
                </a:solidFill>
                <a:latin typeface="Roboto"/>
                <a:ea typeface="Roboto"/>
                <a:cs typeface="Roboto"/>
                <a:sym typeface="Roboto"/>
              </a:rPr>
              <a:t>Enrutamiento</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DFD"/>
        </a:solidFill>
      </p:bgPr>
    </p:bg>
    <p:spTree>
      <p:nvGrpSpPr>
        <p:cNvPr id="230" name="Shape 230"/>
        <p:cNvGrpSpPr/>
        <p:nvPr/>
      </p:nvGrpSpPr>
      <p:grpSpPr>
        <a:xfrm>
          <a:off x="0" y="0"/>
          <a:ext cx="0" cy="0"/>
          <a:chOff x="0" y="0"/>
          <a:chExt cx="0" cy="0"/>
        </a:xfrm>
      </p:grpSpPr>
      <p:sp>
        <p:nvSpPr>
          <p:cNvPr id="231" name="Google Shape;231;p8"/>
          <p:cNvSpPr/>
          <p:nvPr/>
        </p:nvSpPr>
        <p:spPr>
          <a:xfrm rot="5400000">
            <a:off x="13923480" y="8609518"/>
            <a:ext cx="5821680" cy="6391085"/>
          </a:xfrm>
          <a:custGeom>
            <a:rect b="b" l="l" r="r" t="t"/>
            <a:pathLst>
              <a:path extrusionOk="0" h="8521446" w="7762240">
                <a:moveTo>
                  <a:pt x="0" y="0"/>
                </a:moveTo>
                <a:lnTo>
                  <a:pt x="7762240" y="0"/>
                </a:lnTo>
                <a:lnTo>
                  <a:pt x="7762240" y="8521446"/>
                </a:lnTo>
                <a:lnTo>
                  <a:pt x="0" y="8521446"/>
                </a:lnTo>
                <a:lnTo>
                  <a:pt x="0" y="0"/>
                </a:lnTo>
                <a:close/>
              </a:path>
            </a:pathLst>
          </a:custGeom>
          <a:blipFill rotWithShape="1">
            <a:blip r:embed="rId3">
              <a:alphaModFix/>
            </a:blip>
            <a:stretch>
              <a:fillRect b="0" l="-61" r="-61" t="0"/>
            </a:stretch>
          </a:blipFill>
          <a:ln>
            <a:noFill/>
          </a:ln>
        </p:spPr>
      </p:sp>
      <p:sp>
        <p:nvSpPr>
          <p:cNvPr id="232" name="Google Shape;232;p8"/>
          <p:cNvSpPr/>
          <p:nvPr/>
        </p:nvSpPr>
        <p:spPr>
          <a:xfrm rot="5400000">
            <a:off x="6635515" y="-3409276"/>
            <a:ext cx="4319969" cy="4742497"/>
          </a:xfrm>
          <a:custGeom>
            <a:rect b="b" l="l" r="r" t="t"/>
            <a:pathLst>
              <a:path extrusionOk="0" h="6323330" w="5759958">
                <a:moveTo>
                  <a:pt x="0" y="0"/>
                </a:moveTo>
                <a:lnTo>
                  <a:pt x="5759958" y="0"/>
                </a:lnTo>
                <a:lnTo>
                  <a:pt x="5759958" y="6323330"/>
                </a:lnTo>
                <a:lnTo>
                  <a:pt x="0" y="6323330"/>
                </a:lnTo>
                <a:lnTo>
                  <a:pt x="0" y="0"/>
                </a:lnTo>
                <a:close/>
              </a:path>
            </a:pathLst>
          </a:custGeom>
          <a:blipFill rotWithShape="1">
            <a:blip r:embed="rId4">
              <a:alphaModFix/>
            </a:blip>
            <a:stretch>
              <a:fillRect b="0" l="-61" r="-61" t="0"/>
            </a:stretch>
          </a:blipFill>
          <a:ln>
            <a:noFill/>
          </a:ln>
        </p:spPr>
      </p:sp>
      <p:sp>
        <p:nvSpPr>
          <p:cNvPr id="233" name="Google Shape;233;p8"/>
          <p:cNvSpPr/>
          <p:nvPr/>
        </p:nvSpPr>
        <p:spPr>
          <a:xfrm>
            <a:off x="14068478" y="-4412456"/>
            <a:ext cx="5531644" cy="5441156"/>
          </a:xfrm>
          <a:custGeom>
            <a:rect b="b" l="l" r="r" t="t"/>
            <a:pathLst>
              <a:path extrusionOk="0" h="7254875" w="7375525">
                <a:moveTo>
                  <a:pt x="0" y="0"/>
                </a:moveTo>
                <a:lnTo>
                  <a:pt x="7375525" y="0"/>
                </a:lnTo>
                <a:lnTo>
                  <a:pt x="7375525" y="7254875"/>
                </a:lnTo>
                <a:lnTo>
                  <a:pt x="0" y="7254875"/>
                </a:lnTo>
                <a:lnTo>
                  <a:pt x="0" y="0"/>
                </a:lnTo>
                <a:close/>
              </a:path>
            </a:pathLst>
          </a:custGeom>
          <a:blipFill rotWithShape="1">
            <a:blip r:embed="rId5">
              <a:alphaModFix/>
            </a:blip>
            <a:stretch>
              <a:fillRect b="-87" l="0" r="0" t="-87"/>
            </a:stretch>
          </a:blipFill>
          <a:ln>
            <a:noFill/>
          </a:ln>
        </p:spPr>
      </p:sp>
      <p:sp>
        <p:nvSpPr>
          <p:cNvPr id="234" name="Google Shape;234;p8"/>
          <p:cNvSpPr txBox="1"/>
          <p:nvPr/>
        </p:nvSpPr>
        <p:spPr>
          <a:xfrm>
            <a:off x="1028700" y="2407850"/>
            <a:ext cx="16555592" cy="6646581"/>
          </a:xfrm>
          <a:prstGeom prst="rect">
            <a:avLst/>
          </a:prstGeom>
          <a:noFill/>
          <a:ln>
            <a:noFill/>
          </a:ln>
        </p:spPr>
        <p:txBody>
          <a:bodyPr anchorCtr="0" anchor="t" bIns="0" lIns="0" spcFirstLastPara="1" rIns="0" wrap="square" tIns="0">
            <a:spAutoFit/>
          </a:bodyPr>
          <a:lstStyle/>
          <a:p>
            <a:pPr indent="0" lvl="0" marL="0" marR="0" rtl="0" algn="just">
              <a:lnSpc>
                <a:spcPct val="167963"/>
              </a:lnSpc>
              <a:spcBef>
                <a:spcPts val="0"/>
              </a:spcBef>
              <a:spcAft>
                <a:spcPts val="0"/>
              </a:spcAft>
              <a:buNone/>
            </a:pPr>
            <a:r>
              <a:rPr b="0" i="0" lang="en-US" sz="3265" u="none" cap="none" strike="noStrike">
                <a:solidFill>
                  <a:srgbClr val="3D3D3D"/>
                </a:solidFill>
                <a:latin typeface="Roboto"/>
                <a:ea typeface="Roboto"/>
                <a:cs typeface="Roboto"/>
                <a:sym typeface="Roboto"/>
              </a:rPr>
              <a:t>Se da en el nivel de red (capa 3) del modelo OSI y en la capa de internet (capa 3) del modelo TCP/IP.</a:t>
            </a:r>
            <a:endParaRPr/>
          </a:p>
          <a:p>
            <a:pPr indent="0" lvl="0" marL="0" marR="0" rtl="0" algn="just">
              <a:lnSpc>
                <a:spcPct val="72006"/>
              </a:lnSpc>
              <a:spcBef>
                <a:spcPts val="0"/>
              </a:spcBef>
              <a:spcAft>
                <a:spcPts val="0"/>
              </a:spcAft>
              <a:buNone/>
            </a:pPr>
            <a:r>
              <a:t/>
            </a:r>
            <a:endParaRPr b="0" i="0" sz="3265" u="none" cap="none" strike="noStrike">
              <a:solidFill>
                <a:srgbClr val="3D3D3D"/>
              </a:solidFill>
              <a:latin typeface="Roboto"/>
              <a:ea typeface="Roboto"/>
              <a:cs typeface="Roboto"/>
              <a:sym typeface="Roboto"/>
            </a:endParaRPr>
          </a:p>
          <a:p>
            <a:pPr indent="0" lvl="0" marL="0" marR="0" rtl="0" algn="just">
              <a:lnSpc>
                <a:spcPct val="167963"/>
              </a:lnSpc>
              <a:spcBef>
                <a:spcPts val="0"/>
              </a:spcBef>
              <a:spcAft>
                <a:spcPts val="0"/>
              </a:spcAft>
              <a:buNone/>
            </a:pPr>
            <a:r>
              <a:rPr b="0" i="0" lang="en-US" sz="3265" u="none" cap="none" strike="noStrike">
                <a:solidFill>
                  <a:srgbClr val="3D3D3D"/>
                </a:solidFill>
                <a:latin typeface="Roboto"/>
                <a:ea typeface="Roboto"/>
                <a:cs typeface="Roboto"/>
                <a:sym typeface="Roboto"/>
              </a:rPr>
              <a:t>El enrutamiento se basa en la información contenida en las tablas de enrutamiento. Estas tablas contienen información sobre los destinos posibles, las rutas disponibles y las métricas para seleccionar la mejor ruta.</a:t>
            </a:r>
            <a:endParaRPr/>
          </a:p>
          <a:p>
            <a:pPr indent="0" lvl="0" marL="0" marR="0" rtl="0" algn="just">
              <a:lnSpc>
                <a:spcPct val="72006"/>
              </a:lnSpc>
              <a:spcBef>
                <a:spcPts val="0"/>
              </a:spcBef>
              <a:spcAft>
                <a:spcPts val="0"/>
              </a:spcAft>
              <a:buNone/>
            </a:pPr>
            <a:r>
              <a:t/>
            </a:r>
            <a:endParaRPr b="0" i="0" sz="3265" u="none" cap="none" strike="noStrike">
              <a:solidFill>
                <a:srgbClr val="3D3D3D"/>
              </a:solidFill>
              <a:latin typeface="Roboto"/>
              <a:ea typeface="Roboto"/>
              <a:cs typeface="Roboto"/>
              <a:sym typeface="Roboto"/>
            </a:endParaRPr>
          </a:p>
          <a:p>
            <a:pPr indent="0" lvl="0" marL="0" marR="0" rtl="0" algn="just">
              <a:lnSpc>
                <a:spcPct val="167963"/>
              </a:lnSpc>
              <a:spcBef>
                <a:spcPts val="0"/>
              </a:spcBef>
              <a:spcAft>
                <a:spcPts val="0"/>
              </a:spcAft>
              <a:buNone/>
            </a:pPr>
            <a:r>
              <a:rPr b="0" i="0" lang="en-US" sz="3265" u="none" cap="none" strike="noStrike">
                <a:solidFill>
                  <a:srgbClr val="3D3D3D"/>
                </a:solidFill>
                <a:latin typeface="Roboto"/>
                <a:ea typeface="Roboto"/>
                <a:cs typeface="Roboto"/>
                <a:sym typeface="Roboto"/>
              </a:rPr>
              <a:t>Los routers son los dispositivos encargados de realizar el enrutamiento en las redes de comunicación. Estos reciben los paquetes de datos de una interfaz de red y los reenvían a través de otra interfaz, basándose en la información contenida en la tabla de enrutamiento.</a:t>
            </a:r>
            <a:endParaRPr/>
          </a:p>
        </p:txBody>
      </p:sp>
      <p:sp>
        <p:nvSpPr>
          <p:cNvPr id="235" name="Google Shape;235;p8"/>
          <p:cNvSpPr txBox="1"/>
          <p:nvPr/>
        </p:nvSpPr>
        <p:spPr>
          <a:xfrm>
            <a:off x="1072429" y="1344733"/>
            <a:ext cx="7327261" cy="1091692"/>
          </a:xfrm>
          <a:prstGeom prst="rect">
            <a:avLst/>
          </a:prstGeom>
          <a:noFill/>
          <a:ln>
            <a:noFill/>
          </a:ln>
        </p:spPr>
        <p:txBody>
          <a:bodyPr anchorCtr="0" anchor="t" bIns="0" lIns="0" spcFirstLastPara="1" rIns="0" wrap="square" tIns="0">
            <a:spAutoFit/>
          </a:bodyPr>
          <a:lstStyle/>
          <a:p>
            <a:pPr indent="0" lvl="0" marL="0" marR="0" rtl="0" algn="l">
              <a:lnSpc>
                <a:spcPct val="134408"/>
              </a:lnSpc>
              <a:spcBef>
                <a:spcPts val="0"/>
              </a:spcBef>
              <a:spcAft>
                <a:spcPts val="0"/>
              </a:spcAft>
              <a:buNone/>
            </a:pPr>
            <a:r>
              <a:rPr b="1" i="0" lang="en-US" sz="6199" u="none" cap="none" strike="noStrike">
                <a:solidFill>
                  <a:srgbClr val="3D3D3D"/>
                </a:solidFill>
                <a:latin typeface="Roboto"/>
                <a:ea typeface="Roboto"/>
                <a:cs typeface="Roboto"/>
                <a:sym typeface="Roboto"/>
              </a:rPr>
              <a:t>Enrutamiento</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DFD"/>
        </a:solidFill>
      </p:bgPr>
    </p:bg>
    <p:spTree>
      <p:nvGrpSpPr>
        <p:cNvPr id="243" name="Shape 243"/>
        <p:cNvGrpSpPr/>
        <p:nvPr/>
      </p:nvGrpSpPr>
      <p:grpSpPr>
        <a:xfrm>
          <a:off x="0" y="0"/>
          <a:ext cx="0" cy="0"/>
          <a:chOff x="0" y="0"/>
          <a:chExt cx="0" cy="0"/>
        </a:xfrm>
      </p:grpSpPr>
      <p:sp>
        <p:nvSpPr>
          <p:cNvPr id="244" name="Google Shape;244;p9"/>
          <p:cNvSpPr/>
          <p:nvPr/>
        </p:nvSpPr>
        <p:spPr>
          <a:xfrm>
            <a:off x="2498103" y="3951308"/>
            <a:ext cx="6463660" cy="4730532"/>
          </a:xfrm>
          <a:custGeom>
            <a:rect b="b" l="l" r="r" t="t"/>
            <a:pathLst>
              <a:path extrusionOk="0" h="4730532" w="6463660">
                <a:moveTo>
                  <a:pt x="0" y="0"/>
                </a:moveTo>
                <a:lnTo>
                  <a:pt x="6463660" y="0"/>
                </a:lnTo>
                <a:lnTo>
                  <a:pt x="6463660" y="4730532"/>
                </a:lnTo>
                <a:lnTo>
                  <a:pt x="0" y="4730532"/>
                </a:lnTo>
                <a:lnTo>
                  <a:pt x="0" y="0"/>
                </a:lnTo>
                <a:close/>
              </a:path>
            </a:pathLst>
          </a:custGeom>
          <a:blipFill rotWithShape="1">
            <a:blip r:embed="rId3">
              <a:alphaModFix/>
            </a:blip>
            <a:stretch>
              <a:fillRect b="-5" l="0" r="0" t="-5"/>
            </a:stretch>
          </a:blipFill>
          <a:ln>
            <a:noFill/>
          </a:ln>
        </p:spPr>
      </p:sp>
      <p:sp>
        <p:nvSpPr>
          <p:cNvPr id="245" name="Google Shape;245;p9"/>
          <p:cNvSpPr txBox="1"/>
          <p:nvPr/>
        </p:nvSpPr>
        <p:spPr>
          <a:xfrm>
            <a:off x="3166126" y="4991100"/>
            <a:ext cx="5127616" cy="1091692"/>
          </a:xfrm>
          <a:prstGeom prst="rect">
            <a:avLst/>
          </a:prstGeom>
          <a:noFill/>
          <a:ln>
            <a:noFill/>
          </a:ln>
        </p:spPr>
        <p:txBody>
          <a:bodyPr anchorCtr="0" anchor="t" bIns="0" lIns="0" spcFirstLastPara="1" rIns="0" wrap="square" tIns="0">
            <a:spAutoFit/>
          </a:bodyPr>
          <a:lstStyle/>
          <a:p>
            <a:pPr indent="0" lvl="0" marL="0" marR="0" rtl="0" algn="ctr">
              <a:lnSpc>
                <a:spcPct val="134408"/>
              </a:lnSpc>
              <a:spcBef>
                <a:spcPts val="0"/>
              </a:spcBef>
              <a:spcAft>
                <a:spcPts val="0"/>
              </a:spcAft>
              <a:buNone/>
            </a:pPr>
            <a:r>
              <a:rPr b="1" i="0" lang="en-US" sz="6199" u="none" cap="none" strike="noStrike">
                <a:solidFill>
                  <a:srgbClr val="3D3D3D"/>
                </a:solidFill>
                <a:latin typeface="Roboto"/>
                <a:ea typeface="Roboto"/>
                <a:cs typeface="Roboto"/>
                <a:sym typeface="Roboto"/>
              </a:rPr>
              <a:t>1</a:t>
            </a:r>
            <a:endParaRPr/>
          </a:p>
        </p:txBody>
      </p:sp>
      <p:sp>
        <p:nvSpPr>
          <p:cNvPr id="246" name="Google Shape;246;p9"/>
          <p:cNvSpPr txBox="1"/>
          <p:nvPr/>
        </p:nvSpPr>
        <p:spPr>
          <a:xfrm>
            <a:off x="3554298" y="5735487"/>
            <a:ext cx="4351271" cy="1558926"/>
          </a:xfrm>
          <a:prstGeom prst="rect">
            <a:avLst/>
          </a:prstGeom>
          <a:noFill/>
          <a:ln>
            <a:noFill/>
          </a:ln>
        </p:spPr>
        <p:txBody>
          <a:bodyPr anchorCtr="0" anchor="t" bIns="0" lIns="0" spcFirstLastPara="1" rIns="0" wrap="square" tIns="0">
            <a:spAutoFit/>
          </a:bodyPr>
          <a:lstStyle/>
          <a:p>
            <a:pPr indent="0" lvl="0" marL="0" marR="0" rtl="0" algn="ctr">
              <a:lnSpc>
                <a:spcPct val="167962"/>
              </a:lnSpc>
              <a:spcBef>
                <a:spcPts val="0"/>
              </a:spcBef>
              <a:spcAft>
                <a:spcPts val="0"/>
              </a:spcAft>
              <a:buNone/>
            </a:pPr>
            <a:r>
              <a:rPr b="0" i="0" lang="en-US" sz="3499" u="none" cap="none" strike="noStrike">
                <a:solidFill>
                  <a:srgbClr val="3D3D3D"/>
                </a:solidFill>
                <a:latin typeface="Roboto"/>
                <a:ea typeface="Roboto"/>
                <a:cs typeface="Roboto"/>
                <a:sym typeface="Roboto"/>
              </a:rPr>
              <a:t>Enrutamiento Estático</a:t>
            </a:r>
            <a:endParaRPr/>
          </a:p>
        </p:txBody>
      </p:sp>
      <p:sp>
        <p:nvSpPr>
          <p:cNvPr id="247" name="Google Shape;247;p9"/>
          <p:cNvSpPr/>
          <p:nvPr/>
        </p:nvSpPr>
        <p:spPr>
          <a:xfrm>
            <a:off x="9326236" y="3951308"/>
            <a:ext cx="6463660" cy="4730532"/>
          </a:xfrm>
          <a:custGeom>
            <a:rect b="b" l="l" r="r" t="t"/>
            <a:pathLst>
              <a:path extrusionOk="0" h="4730532" w="6463660">
                <a:moveTo>
                  <a:pt x="0" y="0"/>
                </a:moveTo>
                <a:lnTo>
                  <a:pt x="6463660" y="0"/>
                </a:lnTo>
                <a:lnTo>
                  <a:pt x="6463660" y="4730532"/>
                </a:lnTo>
                <a:lnTo>
                  <a:pt x="0" y="4730532"/>
                </a:lnTo>
                <a:lnTo>
                  <a:pt x="0" y="0"/>
                </a:lnTo>
                <a:close/>
              </a:path>
            </a:pathLst>
          </a:custGeom>
          <a:blipFill rotWithShape="1">
            <a:blip r:embed="rId4">
              <a:alphaModFix/>
            </a:blip>
            <a:stretch>
              <a:fillRect b="-5" l="0" r="0" t="-5"/>
            </a:stretch>
          </a:blipFill>
          <a:ln>
            <a:noFill/>
          </a:ln>
        </p:spPr>
      </p:sp>
      <p:sp>
        <p:nvSpPr>
          <p:cNvPr id="248" name="Google Shape;248;p9"/>
          <p:cNvSpPr txBox="1"/>
          <p:nvPr/>
        </p:nvSpPr>
        <p:spPr>
          <a:xfrm>
            <a:off x="9994258" y="4991100"/>
            <a:ext cx="5127616" cy="1091692"/>
          </a:xfrm>
          <a:prstGeom prst="rect">
            <a:avLst/>
          </a:prstGeom>
          <a:noFill/>
          <a:ln>
            <a:noFill/>
          </a:ln>
        </p:spPr>
        <p:txBody>
          <a:bodyPr anchorCtr="0" anchor="t" bIns="0" lIns="0" spcFirstLastPara="1" rIns="0" wrap="square" tIns="0">
            <a:spAutoFit/>
          </a:bodyPr>
          <a:lstStyle/>
          <a:p>
            <a:pPr indent="0" lvl="0" marL="0" marR="0" rtl="0" algn="ctr">
              <a:lnSpc>
                <a:spcPct val="134408"/>
              </a:lnSpc>
              <a:spcBef>
                <a:spcPts val="0"/>
              </a:spcBef>
              <a:spcAft>
                <a:spcPts val="0"/>
              </a:spcAft>
              <a:buNone/>
            </a:pPr>
            <a:r>
              <a:rPr b="1" i="0" lang="en-US" sz="6199" u="none" cap="none" strike="noStrike">
                <a:solidFill>
                  <a:srgbClr val="3D3D3D"/>
                </a:solidFill>
                <a:latin typeface="Roboto"/>
                <a:ea typeface="Roboto"/>
                <a:cs typeface="Roboto"/>
                <a:sym typeface="Roboto"/>
              </a:rPr>
              <a:t>2</a:t>
            </a:r>
            <a:endParaRPr/>
          </a:p>
        </p:txBody>
      </p:sp>
      <p:sp>
        <p:nvSpPr>
          <p:cNvPr id="249" name="Google Shape;249;p9"/>
          <p:cNvSpPr txBox="1"/>
          <p:nvPr/>
        </p:nvSpPr>
        <p:spPr>
          <a:xfrm>
            <a:off x="10382431" y="5735487"/>
            <a:ext cx="4351271" cy="1558926"/>
          </a:xfrm>
          <a:prstGeom prst="rect">
            <a:avLst/>
          </a:prstGeom>
          <a:noFill/>
          <a:ln>
            <a:noFill/>
          </a:ln>
        </p:spPr>
        <p:txBody>
          <a:bodyPr anchorCtr="0" anchor="t" bIns="0" lIns="0" spcFirstLastPara="1" rIns="0" wrap="square" tIns="0">
            <a:spAutoFit/>
          </a:bodyPr>
          <a:lstStyle/>
          <a:p>
            <a:pPr indent="0" lvl="0" marL="0" marR="0" rtl="0" algn="ctr">
              <a:lnSpc>
                <a:spcPct val="167962"/>
              </a:lnSpc>
              <a:spcBef>
                <a:spcPts val="0"/>
              </a:spcBef>
              <a:spcAft>
                <a:spcPts val="0"/>
              </a:spcAft>
              <a:buNone/>
            </a:pPr>
            <a:r>
              <a:rPr b="0" i="0" lang="en-US" sz="3499" u="none" cap="none" strike="noStrike">
                <a:solidFill>
                  <a:srgbClr val="3D3D3D"/>
                </a:solidFill>
                <a:latin typeface="Roboto"/>
                <a:ea typeface="Roboto"/>
                <a:cs typeface="Roboto"/>
                <a:sym typeface="Roboto"/>
              </a:rPr>
              <a:t>Enrutamiento Dinámico</a:t>
            </a:r>
            <a:endParaRPr/>
          </a:p>
        </p:txBody>
      </p:sp>
      <p:sp>
        <p:nvSpPr>
          <p:cNvPr id="250" name="Google Shape;250;p9"/>
          <p:cNvSpPr txBox="1"/>
          <p:nvPr/>
        </p:nvSpPr>
        <p:spPr>
          <a:xfrm>
            <a:off x="3638405" y="1452760"/>
            <a:ext cx="11011190" cy="1091692"/>
          </a:xfrm>
          <a:prstGeom prst="rect">
            <a:avLst/>
          </a:prstGeom>
          <a:noFill/>
          <a:ln>
            <a:noFill/>
          </a:ln>
        </p:spPr>
        <p:txBody>
          <a:bodyPr anchorCtr="0" anchor="t" bIns="0" lIns="0" spcFirstLastPara="1" rIns="0" wrap="square" tIns="0">
            <a:spAutoFit/>
          </a:bodyPr>
          <a:lstStyle/>
          <a:p>
            <a:pPr indent="0" lvl="0" marL="0" marR="0" rtl="0" algn="ctr">
              <a:lnSpc>
                <a:spcPct val="134408"/>
              </a:lnSpc>
              <a:spcBef>
                <a:spcPts val="0"/>
              </a:spcBef>
              <a:spcAft>
                <a:spcPts val="0"/>
              </a:spcAft>
              <a:buNone/>
            </a:pPr>
            <a:r>
              <a:rPr b="1" i="0" lang="en-US" sz="6199" u="none" cap="none" strike="noStrike">
                <a:solidFill>
                  <a:srgbClr val="3D3D3D"/>
                </a:solidFill>
                <a:latin typeface="Roboto"/>
                <a:ea typeface="Roboto"/>
                <a:cs typeface="Roboto"/>
                <a:sym typeface="Roboto"/>
              </a:rPr>
              <a:t>Tipos de Enrutamiento</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DFD"/>
        </a:solidFill>
      </p:bgPr>
    </p:bg>
    <p:spTree>
      <p:nvGrpSpPr>
        <p:cNvPr id="258" name="Shape 258"/>
        <p:cNvGrpSpPr/>
        <p:nvPr/>
      </p:nvGrpSpPr>
      <p:grpSpPr>
        <a:xfrm>
          <a:off x="0" y="0"/>
          <a:ext cx="0" cy="0"/>
          <a:chOff x="0" y="0"/>
          <a:chExt cx="0" cy="0"/>
        </a:xfrm>
      </p:grpSpPr>
      <p:sp>
        <p:nvSpPr>
          <p:cNvPr id="259" name="Google Shape;259;p10"/>
          <p:cNvSpPr/>
          <p:nvPr/>
        </p:nvSpPr>
        <p:spPr>
          <a:xfrm>
            <a:off x="16628867" y="7543299"/>
            <a:ext cx="3699224" cy="4195000"/>
          </a:xfrm>
          <a:custGeom>
            <a:rect b="b" l="l" r="r" t="t"/>
            <a:pathLst>
              <a:path extrusionOk="0" h="5593334" w="4932299">
                <a:moveTo>
                  <a:pt x="0" y="0"/>
                </a:moveTo>
                <a:lnTo>
                  <a:pt x="4932299" y="0"/>
                </a:lnTo>
                <a:lnTo>
                  <a:pt x="4932299" y="5593334"/>
                </a:lnTo>
                <a:lnTo>
                  <a:pt x="0" y="5593334"/>
                </a:lnTo>
                <a:lnTo>
                  <a:pt x="0" y="0"/>
                </a:lnTo>
                <a:close/>
              </a:path>
            </a:pathLst>
          </a:custGeom>
          <a:blipFill rotWithShape="1">
            <a:blip r:embed="rId3">
              <a:alphaModFix/>
            </a:blip>
            <a:stretch>
              <a:fillRect b="0" l="-22" r="-22" t="0"/>
            </a:stretch>
          </a:blipFill>
          <a:ln>
            <a:noFill/>
          </a:ln>
        </p:spPr>
      </p:sp>
      <p:sp>
        <p:nvSpPr>
          <p:cNvPr id="260" name="Google Shape;260;p10"/>
          <p:cNvSpPr/>
          <p:nvPr/>
        </p:nvSpPr>
        <p:spPr>
          <a:xfrm>
            <a:off x="4123074" y="-2591505"/>
            <a:ext cx="4089178" cy="3747230"/>
          </a:xfrm>
          <a:custGeom>
            <a:rect b="b" l="l" r="r" t="t"/>
            <a:pathLst>
              <a:path extrusionOk="0" h="4996307" w="5452237">
                <a:moveTo>
                  <a:pt x="0" y="0"/>
                </a:moveTo>
                <a:lnTo>
                  <a:pt x="5452237" y="0"/>
                </a:lnTo>
                <a:lnTo>
                  <a:pt x="5452237" y="4996307"/>
                </a:lnTo>
                <a:lnTo>
                  <a:pt x="0" y="4996307"/>
                </a:lnTo>
                <a:lnTo>
                  <a:pt x="0" y="0"/>
                </a:lnTo>
                <a:close/>
              </a:path>
            </a:pathLst>
          </a:custGeom>
          <a:blipFill rotWithShape="1">
            <a:blip r:embed="rId4">
              <a:alphaModFix/>
            </a:blip>
            <a:stretch>
              <a:fillRect b="-80" l="0" r="0" t="-80"/>
            </a:stretch>
          </a:blipFill>
          <a:ln>
            <a:noFill/>
          </a:ln>
        </p:spPr>
      </p:sp>
      <p:sp>
        <p:nvSpPr>
          <p:cNvPr id="261" name="Google Shape;261;p10"/>
          <p:cNvSpPr/>
          <p:nvPr/>
        </p:nvSpPr>
        <p:spPr>
          <a:xfrm rot="-1780974">
            <a:off x="-2178018" y="4841040"/>
            <a:ext cx="3585401" cy="4186714"/>
          </a:xfrm>
          <a:custGeom>
            <a:rect b="b" l="l" r="r" t="t"/>
            <a:pathLst>
              <a:path extrusionOk="0" h="5582285" w="4780534">
                <a:moveTo>
                  <a:pt x="0" y="0"/>
                </a:moveTo>
                <a:lnTo>
                  <a:pt x="4780534" y="0"/>
                </a:lnTo>
                <a:lnTo>
                  <a:pt x="4780534" y="5582285"/>
                </a:lnTo>
                <a:lnTo>
                  <a:pt x="0" y="5582285"/>
                </a:lnTo>
                <a:lnTo>
                  <a:pt x="0" y="0"/>
                </a:lnTo>
                <a:close/>
              </a:path>
            </a:pathLst>
          </a:custGeom>
          <a:blipFill rotWithShape="1">
            <a:blip r:embed="rId5">
              <a:alphaModFix/>
            </a:blip>
            <a:stretch>
              <a:fillRect b="0" l="-43" r="-43" t="0"/>
            </a:stretch>
          </a:blipFill>
          <a:ln>
            <a:noFill/>
          </a:ln>
        </p:spPr>
      </p:sp>
      <p:sp>
        <p:nvSpPr>
          <p:cNvPr id="262" name="Google Shape;262;p10"/>
          <p:cNvSpPr/>
          <p:nvPr/>
        </p:nvSpPr>
        <p:spPr>
          <a:xfrm rot="5400000">
            <a:off x="-547910" y="8993254"/>
            <a:ext cx="3603689" cy="3956209"/>
          </a:xfrm>
          <a:custGeom>
            <a:rect b="b" l="l" r="r" t="t"/>
            <a:pathLst>
              <a:path extrusionOk="0" h="5274945" w="4804918">
                <a:moveTo>
                  <a:pt x="0" y="0"/>
                </a:moveTo>
                <a:lnTo>
                  <a:pt x="4804918" y="0"/>
                </a:lnTo>
                <a:lnTo>
                  <a:pt x="4804918" y="5274945"/>
                </a:lnTo>
                <a:lnTo>
                  <a:pt x="0" y="5274945"/>
                </a:lnTo>
                <a:lnTo>
                  <a:pt x="0" y="0"/>
                </a:lnTo>
                <a:close/>
              </a:path>
            </a:pathLst>
          </a:custGeom>
          <a:blipFill rotWithShape="1">
            <a:blip r:embed="rId6">
              <a:alphaModFix/>
            </a:blip>
            <a:stretch>
              <a:fillRect b="0" l="-61" r="-61" t="0"/>
            </a:stretch>
          </a:blipFill>
          <a:ln>
            <a:noFill/>
          </a:ln>
        </p:spPr>
      </p:sp>
      <p:sp>
        <p:nvSpPr>
          <p:cNvPr id="263" name="Google Shape;263;p10"/>
          <p:cNvSpPr/>
          <p:nvPr/>
        </p:nvSpPr>
        <p:spPr>
          <a:xfrm>
            <a:off x="3336814" y="9169514"/>
            <a:ext cx="3360801" cy="3416713"/>
          </a:xfrm>
          <a:custGeom>
            <a:rect b="b" l="l" r="r" t="t"/>
            <a:pathLst>
              <a:path extrusionOk="0" h="4555617" w="4481068">
                <a:moveTo>
                  <a:pt x="0" y="0"/>
                </a:moveTo>
                <a:lnTo>
                  <a:pt x="4481068" y="0"/>
                </a:lnTo>
                <a:lnTo>
                  <a:pt x="4481068" y="4555617"/>
                </a:lnTo>
                <a:lnTo>
                  <a:pt x="0" y="4555617"/>
                </a:lnTo>
                <a:lnTo>
                  <a:pt x="0" y="0"/>
                </a:lnTo>
                <a:close/>
              </a:path>
            </a:pathLst>
          </a:custGeom>
          <a:blipFill rotWithShape="1">
            <a:blip r:embed="rId7">
              <a:alphaModFix/>
            </a:blip>
            <a:stretch>
              <a:fillRect b="0" l="-1" r="-1" t="0"/>
            </a:stretch>
          </a:blipFill>
          <a:ln>
            <a:noFill/>
          </a:ln>
        </p:spPr>
      </p:sp>
      <p:sp>
        <p:nvSpPr>
          <p:cNvPr id="264" name="Google Shape;264;p10"/>
          <p:cNvSpPr/>
          <p:nvPr/>
        </p:nvSpPr>
        <p:spPr>
          <a:xfrm>
            <a:off x="17381308" y="3942256"/>
            <a:ext cx="3290887" cy="3189160"/>
          </a:xfrm>
          <a:custGeom>
            <a:rect b="b" l="l" r="r" t="t"/>
            <a:pathLst>
              <a:path extrusionOk="0" h="4252214" w="4387850">
                <a:moveTo>
                  <a:pt x="0" y="0"/>
                </a:moveTo>
                <a:lnTo>
                  <a:pt x="4387850" y="0"/>
                </a:lnTo>
                <a:lnTo>
                  <a:pt x="4387850" y="4252214"/>
                </a:lnTo>
                <a:lnTo>
                  <a:pt x="0" y="4252214"/>
                </a:lnTo>
                <a:lnTo>
                  <a:pt x="0" y="0"/>
                </a:lnTo>
                <a:close/>
              </a:path>
            </a:pathLst>
          </a:custGeom>
          <a:blipFill rotWithShape="1">
            <a:blip r:embed="rId8">
              <a:alphaModFix/>
            </a:blip>
            <a:stretch>
              <a:fillRect b="-6" l="0" r="0" t="-6"/>
            </a:stretch>
          </a:blipFill>
          <a:ln>
            <a:noFill/>
          </a:ln>
        </p:spPr>
      </p:sp>
      <p:sp>
        <p:nvSpPr>
          <p:cNvPr id="265" name="Google Shape;265;p10"/>
          <p:cNvSpPr/>
          <p:nvPr/>
        </p:nvSpPr>
        <p:spPr>
          <a:xfrm>
            <a:off x="12756325" y="-2994024"/>
            <a:ext cx="4101751" cy="4034694"/>
          </a:xfrm>
          <a:custGeom>
            <a:rect b="b" l="l" r="r" t="t"/>
            <a:pathLst>
              <a:path extrusionOk="0" h="5379593" w="5469001">
                <a:moveTo>
                  <a:pt x="0" y="0"/>
                </a:moveTo>
                <a:lnTo>
                  <a:pt x="5469001" y="0"/>
                </a:lnTo>
                <a:lnTo>
                  <a:pt x="5469001" y="5379593"/>
                </a:lnTo>
                <a:lnTo>
                  <a:pt x="0" y="5379593"/>
                </a:lnTo>
                <a:lnTo>
                  <a:pt x="0" y="0"/>
                </a:lnTo>
                <a:close/>
              </a:path>
            </a:pathLst>
          </a:custGeom>
          <a:blipFill rotWithShape="1">
            <a:blip r:embed="rId9">
              <a:alphaModFix/>
            </a:blip>
            <a:stretch>
              <a:fillRect b="-87" l="0" r="0" t="-87"/>
            </a:stretch>
          </a:blipFill>
          <a:ln>
            <a:noFill/>
          </a:ln>
        </p:spPr>
      </p:sp>
      <p:sp>
        <p:nvSpPr>
          <p:cNvPr id="266" name="Google Shape;266;p10"/>
          <p:cNvSpPr/>
          <p:nvPr/>
        </p:nvSpPr>
        <p:spPr>
          <a:xfrm>
            <a:off x="17191945" y="-717905"/>
            <a:ext cx="2933033" cy="4801076"/>
          </a:xfrm>
          <a:custGeom>
            <a:rect b="b" l="l" r="r" t="t"/>
            <a:pathLst>
              <a:path extrusionOk="0" h="6401435" w="3910711">
                <a:moveTo>
                  <a:pt x="0" y="0"/>
                </a:moveTo>
                <a:lnTo>
                  <a:pt x="3910711" y="0"/>
                </a:lnTo>
                <a:lnTo>
                  <a:pt x="3910711" y="6401435"/>
                </a:lnTo>
                <a:lnTo>
                  <a:pt x="0" y="6401435"/>
                </a:lnTo>
                <a:lnTo>
                  <a:pt x="0" y="0"/>
                </a:lnTo>
                <a:close/>
              </a:path>
            </a:pathLst>
          </a:custGeom>
          <a:blipFill rotWithShape="1">
            <a:blip r:embed="rId10">
              <a:alphaModFix/>
            </a:blip>
            <a:stretch>
              <a:fillRect b="0" l="-129" r="-129" t="0"/>
            </a:stretch>
          </a:blipFill>
          <a:ln>
            <a:noFill/>
          </a:ln>
        </p:spPr>
      </p:sp>
      <p:sp>
        <p:nvSpPr>
          <p:cNvPr id="267" name="Google Shape;267;p10"/>
          <p:cNvSpPr/>
          <p:nvPr/>
        </p:nvSpPr>
        <p:spPr>
          <a:xfrm>
            <a:off x="12308650" y="9169514"/>
            <a:ext cx="3683222" cy="3522536"/>
          </a:xfrm>
          <a:custGeom>
            <a:rect b="b" l="l" r="r" t="t"/>
            <a:pathLst>
              <a:path extrusionOk="0" h="4696714" w="4910963">
                <a:moveTo>
                  <a:pt x="0" y="0"/>
                </a:moveTo>
                <a:lnTo>
                  <a:pt x="4910963" y="0"/>
                </a:lnTo>
                <a:lnTo>
                  <a:pt x="4910963" y="4696714"/>
                </a:lnTo>
                <a:lnTo>
                  <a:pt x="0" y="4696714"/>
                </a:lnTo>
                <a:lnTo>
                  <a:pt x="0" y="0"/>
                </a:lnTo>
                <a:close/>
              </a:path>
            </a:pathLst>
          </a:custGeom>
          <a:blipFill rotWithShape="1">
            <a:blip r:embed="rId11">
              <a:alphaModFix/>
            </a:blip>
            <a:stretch>
              <a:fillRect b="0" l="-39" r="-39" t="0"/>
            </a:stretch>
          </a:blipFill>
          <a:ln>
            <a:noFill/>
          </a:ln>
        </p:spPr>
      </p:sp>
      <p:sp>
        <p:nvSpPr>
          <p:cNvPr id="268" name="Google Shape;268;p10"/>
          <p:cNvSpPr/>
          <p:nvPr/>
        </p:nvSpPr>
        <p:spPr>
          <a:xfrm rot="-7064477">
            <a:off x="8856152" y="-2057456"/>
            <a:ext cx="3197637" cy="3733895"/>
          </a:xfrm>
          <a:custGeom>
            <a:rect b="b" l="l" r="r" t="t"/>
            <a:pathLst>
              <a:path extrusionOk="0" h="4978527" w="4263517">
                <a:moveTo>
                  <a:pt x="0" y="0"/>
                </a:moveTo>
                <a:lnTo>
                  <a:pt x="4263517" y="0"/>
                </a:lnTo>
                <a:lnTo>
                  <a:pt x="4263517" y="4978527"/>
                </a:lnTo>
                <a:lnTo>
                  <a:pt x="0" y="4978527"/>
                </a:lnTo>
                <a:lnTo>
                  <a:pt x="0" y="0"/>
                </a:lnTo>
                <a:close/>
              </a:path>
            </a:pathLst>
          </a:custGeom>
          <a:blipFill rotWithShape="1">
            <a:blip r:embed="rId5">
              <a:alphaModFix/>
            </a:blip>
            <a:stretch>
              <a:fillRect b="0" l="-43" r="-43" t="0"/>
            </a:stretch>
          </a:blipFill>
          <a:ln>
            <a:noFill/>
          </a:ln>
        </p:spPr>
      </p:sp>
      <p:sp>
        <p:nvSpPr>
          <p:cNvPr id="269" name="Google Shape;269;p10"/>
          <p:cNvSpPr/>
          <p:nvPr/>
        </p:nvSpPr>
        <p:spPr>
          <a:xfrm rot="5400000">
            <a:off x="-408159" y="-3205288"/>
            <a:ext cx="4319969" cy="4742497"/>
          </a:xfrm>
          <a:custGeom>
            <a:rect b="b" l="l" r="r" t="t"/>
            <a:pathLst>
              <a:path extrusionOk="0" h="6323330" w="5759958">
                <a:moveTo>
                  <a:pt x="0" y="0"/>
                </a:moveTo>
                <a:lnTo>
                  <a:pt x="5759958" y="0"/>
                </a:lnTo>
                <a:lnTo>
                  <a:pt x="5759958" y="6323330"/>
                </a:lnTo>
                <a:lnTo>
                  <a:pt x="0" y="6323330"/>
                </a:lnTo>
                <a:lnTo>
                  <a:pt x="0" y="0"/>
                </a:lnTo>
                <a:close/>
              </a:path>
            </a:pathLst>
          </a:custGeom>
          <a:blipFill rotWithShape="1">
            <a:blip r:embed="rId6">
              <a:alphaModFix/>
            </a:blip>
            <a:stretch>
              <a:fillRect b="0" l="-61" r="-61" t="0"/>
            </a:stretch>
          </a:blipFill>
          <a:ln>
            <a:noFill/>
          </a:ln>
        </p:spPr>
      </p:sp>
      <p:sp>
        <p:nvSpPr>
          <p:cNvPr id="270" name="Google Shape;270;p10"/>
          <p:cNvSpPr/>
          <p:nvPr/>
        </p:nvSpPr>
        <p:spPr>
          <a:xfrm rot="3887788">
            <a:off x="-2804939" y="803582"/>
            <a:ext cx="3200686" cy="5239131"/>
          </a:xfrm>
          <a:custGeom>
            <a:rect b="b" l="l" r="r" t="t"/>
            <a:pathLst>
              <a:path extrusionOk="0" h="6985508" w="4267581">
                <a:moveTo>
                  <a:pt x="0" y="0"/>
                </a:moveTo>
                <a:lnTo>
                  <a:pt x="4267581" y="0"/>
                </a:lnTo>
                <a:lnTo>
                  <a:pt x="4267581" y="6985508"/>
                </a:lnTo>
                <a:lnTo>
                  <a:pt x="0" y="6985508"/>
                </a:lnTo>
                <a:lnTo>
                  <a:pt x="0" y="0"/>
                </a:lnTo>
                <a:close/>
              </a:path>
            </a:pathLst>
          </a:custGeom>
          <a:blipFill rotWithShape="1">
            <a:blip r:embed="rId10">
              <a:alphaModFix/>
            </a:blip>
            <a:stretch>
              <a:fillRect b="0" l="-128" r="-128" t="0"/>
            </a:stretch>
          </a:blipFill>
          <a:ln>
            <a:noFill/>
          </a:ln>
        </p:spPr>
      </p:sp>
      <p:sp>
        <p:nvSpPr>
          <p:cNvPr id="271" name="Google Shape;271;p10"/>
          <p:cNvSpPr/>
          <p:nvPr/>
        </p:nvSpPr>
        <p:spPr>
          <a:xfrm>
            <a:off x="7135229" y="9264764"/>
            <a:ext cx="5173408" cy="5298662"/>
          </a:xfrm>
          <a:custGeom>
            <a:rect b="b" l="l" r="r" t="t"/>
            <a:pathLst>
              <a:path extrusionOk="0" h="7064883" w="6897878">
                <a:moveTo>
                  <a:pt x="0" y="0"/>
                </a:moveTo>
                <a:lnTo>
                  <a:pt x="6897878" y="0"/>
                </a:lnTo>
                <a:lnTo>
                  <a:pt x="6897878" y="7064883"/>
                </a:lnTo>
                <a:lnTo>
                  <a:pt x="0" y="7064883"/>
                </a:lnTo>
                <a:lnTo>
                  <a:pt x="0" y="0"/>
                </a:lnTo>
                <a:close/>
              </a:path>
            </a:pathLst>
          </a:custGeom>
          <a:blipFill rotWithShape="1">
            <a:blip r:embed="rId12">
              <a:alphaModFix/>
            </a:blip>
            <a:stretch>
              <a:fillRect b="0" l="-21" r="-21" t="0"/>
            </a:stretch>
          </a:blipFill>
          <a:ln>
            <a:noFill/>
          </a:ln>
        </p:spPr>
      </p:sp>
      <p:sp>
        <p:nvSpPr>
          <p:cNvPr id="272" name="Google Shape;272;p10"/>
          <p:cNvSpPr txBox="1"/>
          <p:nvPr/>
        </p:nvSpPr>
        <p:spPr>
          <a:xfrm>
            <a:off x="2338557" y="3581779"/>
            <a:ext cx="13610886" cy="3352042"/>
          </a:xfrm>
          <a:prstGeom prst="rect">
            <a:avLst/>
          </a:prstGeom>
          <a:noFill/>
          <a:ln>
            <a:noFill/>
          </a:ln>
        </p:spPr>
        <p:txBody>
          <a:bodyPr anchorCtr="0" anchor="t" bIns="0" lIns="0" spcFirstLastPara="1" rIns="0" wrap="square" tIns="0">
            <a:spAutoFit/>
          </a:bodyPr>
          <a:lstStyle/>
          <a:p>
            <a:pPr indent="0" lvl="0" marL="0" marR="0" rtl="0" algn="ctr">
              <a:lnSpc>
                <a:spcPct val="119993"/>
              </a:lnSpc>
              <a:spcBef>
                <a:spcPts val="0"/>
              </a:spcBef>
              <a:spcAft>
                <a:spcPts val="0"/>
              </a:spcAft>
              <a:buNone/>
            </a:pPr>
            <a:r>
              <a:rPr b="1" i="0" lang="en-US" sz="12814" u="none" cap="none" strike="noStrike">
                <a:solidFill>
                  <a:srgbClr val="3D3D3D"/>
                </a:solidFill>
                <a:latin typeface="Roboto"/>
                <a:ea typeface="Roboto"/>
                <a:cs typeface="Roboto"/>
                <a:sym typeface="Roboto"/>
              </a:rPr>
              <a:t>ENRUTAMIENTO ESTÁTICO</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DFD"/>
        </a:solidFill>
      </p:bgPr>
    </p:bg>
    <p:spTree>
      <p:nvGrpSpPr>
        <p:cNvPr id="280" name="Shape 280"/>
        <p:cNvGrpSpPr/>
        <p:nvPr/>
      </p:nvGrpSpPr>
      <p:grpSpPr>
        <a:xfrm>
          <a:off x="0" y="0"/>
          <a:ext cx="0" cy="0"/>
          <a:chOff x="0" y="0"/>
          <a:chExt cx="0" cy="0"/>
        </a:xfrm>
      </p:grpSpPr>
      <p:sp>
        <p:nvSpPr>
          <p:cNvPr id="281" name="Google Shape;281;p11"/>
          <p:cNvSpPr/>
          <p:nvPr/>
        </p:nvSpPr>
        <p:spPr>
          <a:xfrm rot="5400000">
            <a:off x="13923480" y="8609518"/>
            <a:ext cx="5821680" cy="6391085"/>
          </a:xfrm>
          <a:custGeom>
            <a:rect b="b" l="l" r="r" t="t"/>
            <a:pathLst>
              <a:path extrusionOk="0" h="8521446" w="7762240">
                <a:moveTo>
                  <a:pt x="0" y="0"/>
                </a:moveTo>
                <a:lnTo>
                  <a:pt x="7762240" y="0"/>
                </a:lnTo>
                <a:lnTo>
                  <a:pt x="7762240" y="8521446"/>
                </a:lnTo>
                <a:lnTo>
                  <a:pt x="0" y="8521446"/>
                </a:lnTo>
                <a:lnTo>
                  <a:pt x="0" y="0"/>
                </a:lnTo>
                <a:close/>
              </a:path>
            </a:pathLst>
          </a:custGeom>
          <a:blipFill rotWithShape="1">
            <a:blip r:embed="rId3">
              <a:alphaModFix/>
            </a:blip>
            <a:stretch>
              <a:fillRect b="0" l="-61" r="-61" t="0"/>
            </a:stretch>
          </a:blipFill>
          <a:ln>
            <a:noFill/>
          </a:ln>
        </p:spPr>
      </p:sp>
      <p:sp>
        <p:nvSpPr>
          <p:cNvPr id="282" name="Google Shape;282;p11"/>
          <p:cNvSpPr/>
          <p:nvPr/>
        </p:nvSpPr>
        <p:spPr>
          <a:xfrm rot="5400000">
            <a:off x="6635515" y="-3409276"/>
            <a:ext cx="4319969" cy="4742497"/>
          </a:xfrm>
          <a:custGeom>
            <a:rect b="b" l="l" r="r" t="t"/>
            <a:pathLst>
              <a:path extrusionOk="0" h="6323330" w="5759958">
                <a:moveTo>
                  <a:pt x="0" y="0"/>
                </a:moveTo>
                <a:lnTo>
                  <a:pt x="5759958" y="0"/>
                </a:lnTo>
                <a:lnTo>
                  <a:pt x="5759958" y="6323330"/>
                </a:lnTo>
                <a:lnTo>
                  <a:pt x="0" y="6323330"/>
                </a:lnTo>
                <a:lnTo>
                  <a:pt x="0" y="0"/>
                </a:lnTo>
                <a:close/>
              </a:path>
            </a:pathLst>
          </a:custGeom>
          <a:blipFill rotWithShape="1">
            <a:blip r:embed="rId4">
              <a:alphaModFix/>
            </a:blip>
            <a:stretch>
              <a:fillRect b="0" l="-61" r="-61" t="0"/>
            </a:stretch>
          </a:blipFill>
          <a:ln>
            <a:noFill/>
          </a:ln>
        </p:spPr>
      </p:sp>
      <p:sp>
        <p:nvSpPr>
          <p:cNvPr id="283" name="Google Shape;283;p11"/>
          <p:cNvSpPr/>
          <p:nvPr/>
        </p:nvSpPr>
        <p:spPr>
          <a:xfrm>
            <a:off x="14068478" y="-4412456"/>
            <a:ext cx="5531644" cy="5441156"/>
          </a:xfrm>
          <a:custGeom>
            <a:rect b="b" l="l" r="r" t="t"/>
            <a:pathLst>
              <a:path extrusionOk="0" h="7254875" w="7375525">
                <a:moveTo>
                  <a:pt x="0" y="0"/>
                </a:moveTo>
                <a:lnTo>
                  <a:pt x="7375525" y="0"/>
                </a:lnTo>
                <a:lnTo>
                  <a:pt x="7375525" y="7254875"/>
                </a:lnTo>
                <a:lnTo>
                  <a:pt x="0" y="7254875"/>
                </a:lnTo>
                <a:lnTo>
                  <a:pt x="0" y="0"/>
                </a:lnTo>
                <a:close/>
              </a:path>
            </a:pathLst>
          </a:custGeom>
          <a:blipFill rotWithShape="1">
            <a:blip r:embed="rId5">
              <a:alphaModFix/>
            </a:blip>
            <a:stretch>
              <a:fillRect b="-87" l="0" r="0" t="-87"/>
            </a:stretch>
          </a:blipFill>
          <a:ln>
            <a:noFill/>
          </a:ln>
        </p:spPr>
      </p:sp>
      <p:sp>
        <p:nvSpPr>
          <p:cNvPr id="284" name="Google Shape;284;p11"/>
          <p:cNvSpPr txBox="1"/>
          <p:nvPr/>
        </p:nvSpPr>
        <p:spPr>
          <a:xfrm>
            <a:off x="1546877" y="2729785"/>
            <a:ext cx="8953162" cy="1091692"/>
          </a:xfrm>
          <a:prstGeom prst="rect">
            <a:avLst/>
          </a:prstGeom>
          <a:noFill/>
          <a:ln>
            <a:noFill/>
          </a:ln>
        </p:spPr>
        <p:txBody>
          <a:bodyPr anchorCtr="0" anchor="t" bIns="0" lIns="0" spcFirstLastPara="1" rIns="0" wrap="square" tIns="0">
            <a:spAutoFit/>
          </a:bodyPr>
          <a:lstStyle/>
          <a:p>
            <a:pPr indent="0" lvl="0" marL="0" marR="0" rtl="0" algn="l">
              <a:lnSpc>
                <a:spcPct val="134408"/>
              </a:lnSpc>
              <a:spcBef>
                <a:spcPts val="0"/>
              </a:spcBef>
              <a:spcAft>
                <a:spcPts val="0"/>
              </a:spcAft>
              <a:buNone/>
            </a:pPr>
            <a:r>
              <a:rPr b="1" i="0" lang="en-US" sz="6199" u="none" cap="none" strike="noStrike">
                <a:solidFill>
                  <a:srgbClr val="3D3D3D"/>
                </a:solidFill>
                <a:latin typeface="Roboto"/>
                <a:ea typeface="Roboto"/>
                <a:cs typeface="Roboto"/>
                <a:sym typeface="Roboto"/>
              </a:rPr>
              <a:t>Enrutamiento estático</a:t>
            </a:r>
            <a:endParaRPr/>
          </a:p>
        </p:txBody>
      </p:sp>
      <p:sp>
        <p:nvSpPr>
          <p:cNvPr id="285" name="Google Shape;285;p11"/>
          <p:cNvSpPr txBox="1"/>
          <p:nvPr/>
        </p:nvSpPr>
        <p:spPr>
          <a:xfrm>
            <a:off x="1546877" y="4228823"/>
            <a:ext cx="15830026" cy="2320925"/>
          </a:xfrm>
          <a:prstGeom prst="rect">
            <a:avLst/>
          </a:prstGeom>
          <a:noFill/>
          <a:ln>
            <a:noFill/>
          </a:ln>
        </p:spPr>
        <p:txBody>
          <a:bodyPr anchorCtr="0" anchor="t" bIns="0" lIns="0" spcFirstLastPara="1" rIns="0" wrap="square" tIns="0">
            <a:spAutoFit/>
          </a:bodyPr>
          <a:lstStyle/>
          <a:p>
            <a:pPr indent="0" lvl="0" marL="0" marR="0" rtl="0" algn="just">
              <a:lnSpc>
                <a:spcPct val="167984"/>
              </a:lnSpc>
              <a:spcBef>
                <a:spcPts val="0"/>
              </a:spcBef>
              <a:spcAft>
                <a:spcPts val="0"/>
              </a:spcAft>
              <a:buNone/>
            </a:pPr>
            <a:r>
              <a:rPr b="0" i="0" lang="en-US" sz="1999" u="none" cap="none" strike="noStrike">
                <a:solidFill>
                  <a:srgbClr val="3D3D3D"/>
                </a:solidFill>
                <a:latin typeface="Roboto"/>
                <a:ea typeface="Roboto"/>
                <a:cs typeface="Roboto"/>
                <a:sym typeface="Roboto"/>
              </a:rPr>
              <a:t>Es un método de enrutamiento en el que las rutas a través de la red se configuran manualmente en cada dispositivo de red.</a:t>
            </a:r>
            <a:endParaRPr/>
          </a:p>
          <a:p>
            <a:pPr indent="0" lvl="0" marL="0" marR="0" rtl="0" algn="just">
              <a:lnSpc>
                <a:spcPct val="117658"/>
              </a:lnSpc>
              <a:spcBef>
                <a:spcPts val="0"/>
              </a:spcBef>
              <a:spcAft>
                <a:spcPts val="0"/>
              </a:spcAft>
              <a:buNone/>
            </a:pPr>
            <a:r>
              <a:t/>
            </a:r>
            <a:endParaRPr b="0" i="0" sz="1999" u="none" cap="none" strike="noStrike">
              <a:solidFill>
                <a:srgbClr val="3D3D3D"/>
              </a:solidFill>
              <a:latin typeface="Roboto"/>
              <a:ea typeface="Roboto"/>
              <a:cs typeface="Roboto"/>
              <a:sym typeface="Roboto"/>
            </a:endParaRPr>
          </a:p>
          <a:p>
            <a:pPr indent="0" lvl="0" marL="0" marR="0" rtl="0" algn="just">
              <a:lnSpc>
                <a:spcPct val="167984"/>
              </a:lnSpc>
              <a:spcBef>
                <a:spcPts val="0"/>
              </a:spcBef>
              <a:spcAft>
                <a:spcPts val="0"/>
              </a:spcAft>
              <a:buNone/>
            </a:pPr>
            <a:r>
              <a:rPr b="0" i="0" lang="en-US" sz="1999" u="none" cap="none" strike="noStrike">
                <a:solidFill>
                  <a:srgbClr val="3D3D3D"/>
                </a:solidFill>
                <a:latin typeface="Roboto"/>
                <a:ea typeface="Roboto"/>
                <a:cs typeface="Roboto"/>
                <a:sym typeface="Roboto"/>
              </a:rPr>
              <a:t>Las rutas son configuradas por el administrador de red y no cambian a menos que se modifiquen manualmente.</a:t>
            </a:r>
            <a:endParaRPr/>
          </a:p>
          <a:p>
            <a:pPr indent="0" lvl="0" marL="0" marR="0" rtl="0" algn="just">
              <a:lnSpc>
                <a:spcPct val="117658"/>
              </a:lnSpc>
              <a:spcBef>
                <a:spcPts val="0"/>
              </a:spcBef>
              <a:spcAft>
                <a:spcPts val="0"/>
              </a:spcAft>
              <a:buNone/>
            </a:pPr>
            <a:r>
              <a:t/>
            </a:r>
            <a:endParaRPr b="0" i="0" sz="1999" u="none" cap="none" strike="noStrike">
              <a:solidFill>
                <a:srgbClr val="3D3D3D"/>
              </a:solidFill>
              <a:latin typeface="Roboto"/>
              <a:ea typeface="Roboto"/>
              <a:cs typeface="Roboto"/>
              <a:sym typeface="Roboto"/>
            </a:endParaRPr>
          </a:p>
          <a:p>
            <a:pPr indent="0" lvl="0" marL="0" marR="0" rtl="0" algn="just">
              <a:lnSpc>
                <a:spcPct val="167984"/>
              </a:lnSpc>
              <a:spcBef>
                <a:spcPts val="0"/>
              </a:spcBef>
              <a:spcAft>
                <a:spcPts val="0"/>
              </a:spcAft>
              <a:buNone/>
            </a:pPr>
            <a:r>
              <a:rPr b="0" i="0" lang="en-US" sz="1999" u="none" cap="none" strike="noStrike">
                <a:solidFill>
                  <a:srgbClr val="3D3D3D"/>
                </a:solidFill>
                <a:latin typeface="Roboto"/>
                <a:ea typeface="Roboto"/>
                <a:cs typeface="Roboto"/>
                <a:sym typeface="Roboto"/>
              </a:rPr>
              <a:t>Las rutas estáticas se utilizan a menudo para redes pequeñas y simples que no cambian con frecuencia, pero puede ser tedioso y propenso a errores en redes más grandes y complejas.</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DFD"/>
        </a:solidFill>
      </p:bgPr>
    </p:bg>
    <p:spTree>
      <p:nvGrpSpPr>
        <p:cNvPr id="293" name="Shape 293"/>
        <p:cNvGrpSpPr/>
        <p:nvPr/>
      </p:nvGrpSpPr>
      <p:grpSpPr>
        <a:xfrm>
          <a:off x="0" y="0"/>
          <a:ext cx="0" cy="0"/>
          <a:chOff x="0" y="0"/>
          <a:chExt cx="0" cy="0"/>
        </a:xfrm>
      </p:grpSpPr>
      <p:sp>
        <p:nvSpPr>
          <p:cNvPr id="294" name="Google Shape;294;p12"/>
          <p:cNvSpPr txBox="1"/>
          <p:nvPr/>
        </p:nvSpPr>
        <p:spPr>
          <a:xfrm>
            <a:off x="1546877" y="2167979"/>
            <a:ext cx="6068774" cy="2844292"/>
          </a:xfrm>
          <a:prstGeom prst="rect">
            <a:avLst/>
          </a:prstGeom>
          <a:noFill/>
          <a:ln>
            <a:noFill/>
          </a:ln>
        </p:spPr>
        <p:txBody>
          <a:bodyPr anchorCtr="0" anchor="t" bIns="0" lIns="0" spcFirstLastPara="1" rIns="0" wrap="square" tIns="0">
            <a:spAutoFit/>
          </a:bodyPr>
          <a:lstStyle/>
          <a:p>
            <a:pPr indent="0" lvl="0" marL="0" marR="0" rtl="0" algn="l">
              <a:lnSpc>
                <a:spcPct val="134408"/>
              </a:lnSpc>
              <a:spcBef>
                <a:spcPts val="0"/>
              </a:spcBef>
              <a:spcAft>
                <a:spcPts val="0"/>
              </a:spcAft>
              <a:buNone/>
            </a:pPr>
            <a:r>
              <a:rPr b="1" i="0" lang="en-US" sz="6199" u="none" cap="none" strike="noStrike">
                <a:solidFill>
                  <a:srgbClr val="3D3D3D"/>
                </a:solidFill>
                <a:latin typeface="Roboto"/>
                <a:ea typeface="Roboto"/>
                <a:cs typeface="Roboto"/>
                <a:sym typeface="Roboto"/>
              </a:rPr>
              <a:t>Ventajas del enrutamiento estático</a:t>
            </a:r>
            <a:endParaRPr/>
          </a:p>
        </p:txBody>
      </p:sp>
      <p:sp>
        <p:nvSpPr>
          <p:cNvPr id="295" name="Google Shape;295;p12"/>
          <p:cNvSpPr txBox="1"/>
          <p:nvPr/>
        </p:nvSpPr>
        <p:spPr>
          <a:xfrm>
            <a:off x="1546877" y="5555147"/>
            <a:ext cx="6540707" cy="558800"/>
          </a:xfrm>
          <a:prstGeom prst="rect">
            <a:avLst/>
          </a:prstGeom>
          <a:noFill/>
          <a:ln>
            <a:noFill/>
          </a:ln>
        </p:spPr>
        <p:txBody>
          <a:bodyPr anchorCtr="0" anchor="t" bIns="0" lIns="0" spcFirstLastPara="1" rIns="0" wrap="square" tIns="0">
            <a:spAutoFit/>
          </a:bodyPr>
          <a:lstStyle/>
          <a:p>
            <a:pPr indent="0" lvl="0" marL="0" marR="0" rtl="0" algn="l">
              <a:lnSpc>
                <a:spcPct val="167984"/>
              </a:lnSpc>
              <a:spcBef>
                <a:spcPts val="0"/>
              </a:spcBef>
              <a:spcAft>
                <a:spcPts val="0"/>
              </a:spcAft>
              <a:buNone/>
            </a:pPr>
            <a:r>
              <a:rPr b="0" i="0" lang="en-US" sz="1999" u="none" cap="none" strike="noStrike">
                <a:solidFill>
                  <a:srgbClr val="3D3D3D"/>
                </a:solidFill>
                <a:latin typeface="Roboto"/>
                <a:ea typeface="Roboto"/>
                <a:cs typeface="Roboto"/>
                <a:sym typeface="Roboto"/>
              </a:rPr>
              <a:t>Las ventajas del enrutamiento estático incluyen:</a:t>
            </a:r>
            <a:endParaRPr/>
          </a:p>
        </p:txBody>
      </p:sp>
      <p:sp>
        <p:nvSpPr>
          <p:cNvPr id="296" name="Google Shape;296;p12"/>
          <p:cNvSpPr/>
          <p:nvPr/>
        </p:nvSpPr>
        <p:spPr>
          <a:xfrm>
            <a:off x="9377942" y="1894705"/>
            <a:ext cx="1489174" cy="1489174"/>
          </a:xfrm>
          <a:custGeom>
            <a:rect b="b" l="l" r="r" t="t"/>
            <a:pathLst>
              <a:path extrusionOk="0" h="1489174" w="1489174">
                <a:moveTo>
                  <a:pt x="0" y="0"/>
                </a:moveTo>
                <a:lnTo>
                  <a:pt x="1489174" y="0"/>
                </a:lnTo>
                <a:lnTo>
                  <a:pt x="1489174" y="1489174"/>
                </a:lnTo>
                <a:lnTo>
                  <a:pt x="0" y="1489174"/>
                </a:lnTo>
                <a:lnTo>
                  <a:pt x="0" y="0"/>
                </a:lnTo>
                <a:close/>
              </a:path>
            </a:pathLst>
          </a:custGeom>
          <a:blipFill rotWithShape="1">
            <a:blip r:embed="rId3">
              <a:alphaModFix/>
            </a:blip>
            <a:stretch>
              <a:fillRect b="0" l="0" r="0" t="0"/>
            </a:stretch>
          </a:blipFill>
          <a:ln>
            <a:noFill/>
          </a:ln>
        </p:spPr>
      </p:sp>
      <p:sp>
        <p:nvSpPr>
          <p:cNvPr id="297" name="Google Shape;297;p12"/>
          <p:cNvSpPr/>
          <p:nvPr/>
        </p:nvSpPr>
        <p:spPr>
          <a:xfrm>
            <a:off x="11093562" y="1399426"/>
            <a:ext cx="5689488" cy="2449684"/>
          </a:xfrm>
          <a:custGeom>
            <a:rect b="b" l="l" r="r" t="t"/>
            <a:pathLst>
              <a:path extrusionOk="0" h="2449684" w="5689488">
                <a:moveTo>
                  <a:pt x="0" y="0"/>
                </a:moveTo>
                <a:lnTo>
                  <a:pt x="5689488" y="0"/>
                </a:lnTo>
                <a:lnTo>
                  <a:pt x="5689488" y="2449684"/>
                </a:lnTo>
                <a:lnTo>
                  <a:pt x="0" y="2449684"/>
                </a:lnTo>
                <a:lnTo>
                  <a:pt x="0" y="0"/>
                </a:lnTo>
                <a:close/>
              </a:path>
            </a:pathLst>
          </a:custGeom>
          <a:blipFill rotWithShape="1">
            <a:blip r:embed="rId4">
              <a:alphaModFix/>
            </a:blip>
            <a:stretch>
              <a:fillRect b="-100" l="0" r="0" t="-100"/>
            </a:stretch>
          </a:blipFill>
          <a:ln>
            <a:noFill/>
          </a:ln>
        </p:spPr>
      </p:sp>
      <p:sp>
        <p:nvSpPr>
          <p:cNvPr id="298" name="Google Shape;298;p12"/>
          <p:cNvSpPr txBox="1"/>
          <p:nvPr/>
        </p:nvSpPr>
        <p:spPr>
          <a:xfrm>
            <a:off x="11597594" y="1785754"/>
            <a:ext cx="4681424" cy="1364175"/>
          </a:xfrm>
          <a:prstGeom prst="rect">
            <a:avLst/>
          </a:prstGeom>
          <a:noFill/>
          <a:ln>
            <a:noFill/>
          </a:ln>
        </p:spPr>
        <p:txBody>
          <a:bodyPr anchorCtr="0" anchor="t" bIns="0" lIns="0" spcFirstLastPara="1" rIns="0" wrap="square" tIns="0">
            <a:spAutoFit/>
          </a:bodyPr>
          <a:lstStyle/>
          <a:p>
            <a:pPr indent="0" lvl="0" marL="0" marR="0" rtl="0" algn="ctr">
              <a:lnSpc>
                <a:spcPct val="191980"/>
              </a:lnSpc>
              <a:spcBef>
                <a:spcPts val="0"/>
              </a:spcBef>
              <a:spcAft>
                <a:spcPts val="0"/>
              </a:spcAft>
              <a:buNone/>
            </a:pPr>
            <a:r>
              <a:rPr b="1" i="0" lang="en-US" sz="1833" u="none" cap="none" strike="noStrike">
                <a:solidFill>
                  <a:srgbClr val="3D3D3D"/>
                </a:solidFill>
                <a:latin typeface="Roboto"/>
                <a:ea typeface="Roboto"/>
                <a:cs typeface="Roboto"/>
                <a:sym typeface="Roboto"/>
              </a:rPr>
              <a:t>La simplicidad de configuración y mantenimiento, ya que no se requiere un</a:t>
            </a:r>
            <a:endParaRPr/>
          </a:p>
          <a:p>
            <a:pPr indent="0" lvl="0" marL="0" marR="0" rtl="0" algn="ctr">
              <a:lnSpc>
                <a:spcPct val="191980"/>
              </a:lnSpc>
              <a:spcBef>
                <a:spcPts val="0"/>
              </a:spcBef>
              <a:spcAft>
                <a:spcPts val="0"/>
              </a:spcAft>
              <a:buNone/>
            </a:pPr>
            <a:r>
              <a:rPr b="1" i="0" lang="en-US" sz="1833" u="none" cap="none" strike="noStrike">
                <a:solidFill>
                  <a:srgbClr val="3D3D3D"/>
                </a:solidFill>
                <a:latin typeface="Roboto"/>
                <a:ea typeface="Roboto"/>
                <a:cs typeface="Roboto"/>
                <a:sym typeface="Roboto"/>
              </a:rPr>
              <a:t>protocolo de enrutamiento dinámico.</a:t>
            </a:r>
            <a:endParaRPr/>
          </a:p>
        </p:txBody>
      </p:sp>
      <p:sp>
        <p:nvSpPr>
          <p:cNvPr id="299" name="Google Shape;299;p12"/>
          <p:cNvSpPr txBox="1"/>
          <p:nvPr/>
        </p:nvSpPr>
        <p:spPr>
          <a:xfrm>
            <a:off x="9419659" y="1963017"/>
            <a:ext cx="1405739" cy="1076325"/>
          </a:xfrm>
          <a:prstGeom prst="rect">
            <a:avLst/>
          </a:prstGeom>
          <a:noFill/>
          <a:ln>
            <a:noFill/>
          </a:ln>
        </p:spPr>
        <p:txBody>
          <a:bodyPr anchorCtr="0" anchor="t" bIns="0" lIns="0" spcFirstLastPara="1" rIns="0" wrap="square" tIns="0">
            <a:spAutoFit/>
          </a:bodyPr>
          <a:lstStyle/>
          <a:p>
            <a:pPr indent="0" lvl="0" marL="0" marR="0" rtl="0" algn="ctr">
              <a:lnSpc>
                <a:spcPct val="144025"/>
              </a:lnSpc>
              <a:spcBef>
                <a:spcPts val="0"/>
              </a:spcBef>
              <a:spcAft>
                <a:spcPts val="0"/>
              </a:spcAft>
              <a:buNone/>
            </a:pPr>
            <a:r>
              <a:rPr b="0" i="0" lang="en-US" sz="5306" u="none" cap="none" strike="noStrike">
                <a:solidFill>
                  <a:srgbClr val="3D3D3D"/>
                </a:solidFill>
                <a:latin typeface="Roboto"/>
                <a:ea typeface="Roboto"/>
                <a:cs typeface="Roboto"/>
                <a:sym typeface="Roboto"/>
              </a:rPr>
              <a:t>01</a:t>
            </a:r>
            <a:endParaRPr/>
          </a:p>
        </p:txBody>
      </p:sp>
      <p:sp>
        <p:nvSpPr>
          <p:cNvPr id="300" name="Google Shape;300;p12"/>
          <p:cNvSpPr/>
          <p:nvPr/>
        </p:nvSpPr>
        <p:spPr>
          <a:xfrm>
            <a:off x="9377942" y="4397761"/>
            <a:ext cx="1489174" cy="1489174"/>
          </a:xfrm>
          <a:custGeom>
            <a:rect b="b" l="l" r="r" t="t"/>
            <a:pathLst>
              <a:path extrusionOk="0" h="1489174" w="1489174">
                <a:moveTo>
                  <a:pt x="0" y="0"/>
                </a:moveTo>
                <a:lnTo>
                  <a:pt x="1489174" y="0"/>
                </a:lnTo>
                <a:lnTo>
                  <a:pt x="1489174" y="1489174"/>
                </a:lnTo>
                <a:lnTo>
                  <a:pt x="0" y="1489174"/>
                </a:lnTo>
                <a:lnTo>
                  <a:pt x="0" y="0"/>
                </a:lnTo>
                <a:close/>
              </a:path>
            </a:pathLst>
          </a:custGeom>
          <a:blipFill rotWithShape="1">
            <a:blip r:embed="rId5">
              <a:alphaModFix/>
            </a:blip>
            <a:stretch>
              <a:fillRect b="0" l="0" r="0" t="0"/>
            </a:stretch>
          </a:blipFill>
          <a:ln>
            <a:noFill/>
          </a:ln>
        </p:spPr>
      </p:sp>
      <p:sp>
        <p:nvSpPr>
          <p:cNvPr id="301" name="Google Shape;301;p12"/>
          <p:cNvSpPr/>
          <p:nvPr/>
        </p:nvSpPr>
        <p:spPr>
          <a:xfrm>
            <a:off x="11093562" y="3902482"/>
            <a:ext cx="5689488" cy="2449684"/>
          </a:xfrm>
          <a:custGeom>
            <a:rect b="b" l="l" r="r" t="t"/>
            <a:pathLst>
              <a:path extrusionOk="0" h="2449684" w="5689488">
                <a:moveTo>
                  <a:pt x="0" y="0"/>
                </a:moveTo>
                <a:lnTo>
                  <a:pt x="5689488" y="0"/>
                </a:lnTo>
                <a:lnTo>
                  <a:pt x="5689488" y="2449684"/>
                </a:lnTo>
                <a:lnTo>
                  <a:pt x="0" y="2449684"/>
                </a:lnTo>
                <a:lnTo>
                  <a:pt x="0" y="0"/>
                </a:lnTo>
                <a:close/>
              </a:path>
            </a:pathLst>
          </a:custGeom>
          <a:blipFill rotWithShape="1">
            <a:blip r:embed="rId6">
              <a:alphaModFix/>
            </a:blip>
            <a:stretch>
              <a:fillRect b="-100" l="0" r="0" t="-100"/>
            </a:stretch>
          </a:blipFill>
          <a:ln>
            <a:noFill/>
          </a:ln>
        </p:spPr>
      </p:sp>
      <p:sp>
        <p:nvSpPr>
          <p:cNvPr id="302" name="Google Shape;302;p12"/>
          <p:cNvSpPr txBox="1"/>
          <p:nvPr/>
        </p:nvSpPr>
        <p:spPr>
          <a:xfrm>
            <a:off x="11597594" y="4288810"/>
            <a:ext cx="4681424" cy="1364175"/>
          </a:xfrm>
          <a:prstGeom prst="rect">
            <a:avLst/>
          </a:prstGeom>
          <a:noFill/>
          <a:ln>
            <a:noFill/>
          </a:ln>
        </p:spPr>
        <p:txBody>
          <a:bodyPr anchorCtr="0" anchor="t" bIns="0" lIns="0" spcFirstLastPara="1" rIns="0" wrap="square" tIns="0">
            <a:spAutoFit/>
          </a:bodyPr>
          <a:lstStyle/>
          <a:p>
            <a:pPr indent="0" lvl="0" marL="0" marR="0" rtl="0" algn="ctr">
              <a:lnSpc>
                <a:spcPct val="191980"/>
              </a:lnSpc>
              <a:spcBef>
                <a:spcPts val="0"/>
              </a:spcBef>
              <a:spcAft>
                <a:spcPts val="0"/>
              </a:spcAft>
              <a:buNone/>
            </a:pPr>
            <a:r>
              <a:rPr b="1" i="0" lang="en-US" sz="1833" u="none" cap="none" strike="noStrike">
                <a:solidFill>
                  <a:srgbClr val="3D3D3D"/>
                </a:solidFill>
                <a:latin typeface="Roboto"/>
                <a:ea typeface="Roboto"/>
                <a:cs typeface="Roboto"/>
                <a:sym typeface="Roboto"/>
              </a:rPr>
              <a:t>La estabilidad de las rutas, ya que no cambian a menos que se modifiquen</a:t>
            </a:r>
            <a:endParaRPr/>
          </a:p>
          <a:p>
            <a:pPr indent="0" lvl="0" marL="0" marR="0" rtl="0" algn="ctr">
              <a:lnSpc>
                <a:spcPct val="191980"/>
              </a:lnSpc>
              <a:spcBef>
                <a:spcPts val="0"/>
              </a:spcBef>
              <a:spcAft>
                <a:spcPts val="0"/>
              </a:spcAft>
              <a:buNone/>
            </a:pPr>
            <a:r>
              <a:rPr b="1" i="0" lang="en-US" sz="1833" u="none" cap="none" strike="noStrike">
                <a:solidFill>
                  <a:srgbClr val="3D3D3D"/>
                </a:solidFill>
                <a:latin typeface="Roboto"/>
                <a:ea typeface="Roboto"/>
                <a:cs typeface="Roboto"/>
                <a:sym typeface="Roboto"/>
              </a:rPr>
              <a:t>manualmente.</a:t>
            </a:r>
            <a:endParaRPr/>
          </a:p>
        </p:txBody>
      </p:sp>
      <p:sp>
        <p:nvSpPr>
          <p:cNvPr id="303" name="Google Shape;303;p12"/>
          <p:cNvSpPr txBox="1"/>
          <p:nvPr/>
        </p:nvSpPr>
        <p:spPr>
          <a:xfrm>
            <a:off x="9419659" y="4466073"/>
            <a:ext cx="1405739" cy="1076325"/>
          </a:xfrm>
          <a:prstGeom prst="rect">
            <a:avLst/>
          </a:prstGeom>
          <a:noFill/>
          <a:ln>
            <a:noFill/>
          </a:ln>
        </p:spPr>
        <p:txBody>
          <a:bodyPr anchorCtr="0" anchor="t" bIns="0" lIns="0" spcFirstLastPara="1" rIns="0" wrap="square" tIns="0">
            <a:spAutoFit/>
          </a:bodyPr>
          <a:lstStyle/>
          <a:p>
            <a:pPr indent="0" lvl="0" marL="0" marR="0" rtl="0" algn="ctr">
              <a:lnSpc>
                <a:spcPct val="144025"/>
              </a:lnSpc>
              <a:spcBef>
                <a:spcPts val="0"/>
              </a:spcBef>
              <a:spcAft>
                <a:spcPts val="0"/>
              </a:spcAft>
              <a:buNone/>
            </a:pPr>
            <a:r>
              <a:rPr b="0" i="0" lang="en-US" sz="5306" u="none" cap="none" strike="noStrike">
                <a:solidFill>
                  <a:srgbClr val="3D3D3D"/>
                </a:solidFill>
                <a:latin typeface="Roboto"/>
                <a:ea typeface="Roboto"/>
                <a:cs typeface="Roboto"/>
                <a:sym typeface="Roboto"/>
              </a:rPr>
              <a:t>02</a:t>
            </a:r>
            <a:endParaRPr/>
          </a:p>
        </p:txBody>
      </p:sp>
      <p:sp>
        <p:nvSpPr>
          <p:cNvPr id="304" name="Google Shape;304;p12"/>
          <p:cNvSpPr/>
          <p:nvPr/>
        </p:nvSpPr>
        <p:spPr>
          <a:xfrm>
            <a:off x="9377942" y="6903122"/>
            <a:ext cx="1489174" cy="1489174"/>
          </a:xfrm>
          <a:custGeom>
            <a:rect b="b" l="l" r="r" t="t"/>
            <a:pathLst>
              <a:path extrusionOk="0" h="1489174" w="1489174">
                <a:moveTo>
                  <a:pt x="0" y="0"/>
                </a:moveTo>
                <a:lnTo>
                  <a:pt x="1489174" y="0"/>
                </a:lnTo>
                <a:lnTo>
                  <a:pt x="1489174" y="1489174"/>
                </a:lnTo>
                <a:lnTo>
                  <a:pt x="0" y="1489174"/>
                </a:lnTo>
                <a:lnTo>
                  <a:pt x="0" y="0"/>
                </a:lnTo>
                <a:close/>
              </a:path>
            </a:pathLst>
          </a:custGeom>
          <a:blipFill rotWithShape="1">
            <a:blip r:embed="rId7">
              <a:alphaModFix/>
            </a:blip>
            <a:stretch>
              <a:fillRect b="0" l="0" r="0" t="0"/>
            </a:stretch>
          </a:blipFill>
          <a:ln>
            <a:noFill/>
          </a:ln>
        </p:spPr>
      </p:sp>
      <p:sp>
        <p:nvSpPr>
          <p:cNvPr id="305" name="Google Shape;305;p12"/>
          <p:cNvSpPr/>
          <p:nvPr/>
        </p:nvSpPr>
        <p:spPr>
          <a:xfrm>
            <a:off x="11093562" y="6407843"/>
            <a:ext cx="5689488" cy="2449684"/>
          </a:xfrm>
          <a:custGeom>
            <a:rect b="b" l="l" r="r" t="t"/>
            <a:pathLst>
              <a:path extrusionOk="0" h="2449684" w="5689488">
                <a:moveTo>
                  <a:pt x="0" y="0"/>
                </a:moveTo>
                <a:lnTo>
                  <a:pt x="5689488" y="0"/>
                </a:lnTo>
                <a:lnTo>
                  <a:pt x="5689488" y="2449684"/>
                </a:lnTo>
                <a:lnTo>
                  <a:pt x="0" y="2449684"/>
                </a:lnTo>
                <a:lnTo>
                  <a:pt x="0" y="0"/>
                </a:lnTo>
                <a:close/>
              </a:path>
            </a:pathLst>
          </a:custGeom>
          <a:blipFill rotWithShape="1">
            <a:blip r:embed="rId8">
              <a:alphaModFix/>
            </a:blip>
            <a:stretch>
              <a:fillRect b="-100" l="0" r="0" t="-100"/>
            </a:stretch>
          </a:blipFill>
          <a:ln>
            <a:noFill/>
          </a:ln>
        </p:spPr>
      </p:sp>
      <p:sp>
        <p:nvSpPr>
          <p:cNvPr id="306" name="Google Shape;306;p12"/>
          <p:cNvSpPr txBox="1"/>
          <p:nvPr/>
        </p:nvSpPr>
        <p:spPr>
          <a:xfrm>
            <a:off x="11597594" y="6971291"/>
            <a:ext cx="4681424" cy="992700"/>
          </a:xfrm>
          <a:prstGeom prst="rect">
            <a:avLst/>
          </a:prstGeom>
          <a:noFill/>
          <a:ln>
            <a:noFill/>
          </a:ln>
        </p:spPr>
        <p:txBody>
          <a:bodyPr anchorCtr="0" anchor="t" bIns="0" lIns="0" spcFirstLastPara="1" rIns="0" wrap="square" tIns="0">
            <a:spAutoFit/>
          </a:bodyPr>
          <a:lstStyle/>
          <a:p>
            <a:pPr indent="0" lvl="0" marL="0" marR="0" rtl="0" algn="ctr">
              <a:lnSpc>
                <a:spcPct val="191980"/>
              </a:lnSpc>
              <a:spcBef>
                <a:spcPts val="0"/>
              </a:spcBef>
              <a:spcAft>
                <a:spcPts val="0"/>
              </a:spcAft>
              <a:buNone/>
            </a:pPr>
            <a:r>
              <a:rPr b="1" i="0" lang="en-US" sz="1833" u="none" cap="none" strike="noStrike">
                <a:solidFill>
                  <a:srgbClr val="3D3D3D"/>
                </a:solidFill>
                <a:latin typeface="Roboto"/>
                <a:ea typeface="Roboto"/>
                <a:cs typeface="Roboto"/>
                <a:sym typeface="Roboto"/>
              </a:rPr>
              <a:t>El control total del administrador de red sobre las rutas.</a:t>
            </a:r>
            <a:endParaRPr/>
          </a:p>
        </p:txBody>
      </p:sp>
      <p:sp>
        <p:nvSpPr>
          <p:cNvPr id="307" name="Google Shape;307;p12"/>
          <p:cNvSpPr txBox="1"/>
          <p:nvPr/>
        </p:nvSpPr>
        <p:spPr>
          <a:xfrm>
            <a:off x="9419659" y="6971433"/>
            <a:ext cx="1405739" cy="1076325"/>
          </a:xfrm>
          <a:prstGeom prst="rect">
            <a:avLst/>
          </a:prstGeom>
          <a:noFill/>
          <a:ln>
            <a:noFill/>
          </a:ln>
        </p:spPr>
        <p:txBody>
          <a:bodyPr anchorCtr="0" anchor="t" bIns="0" lIns="0" spcFirstLastPara="1" rIns="0" wrap="square" tIns="0">
            <a:spAutoFit/>
          </a:bodyPr>
          <a:lstStyle/>
          <a:p>
            <a:pPr indent="0" lvl="0" marL="0" marR="0" rtl="0" algn="ctr">
              <a:lnSpc>
                <a:spcPct val="144025"/>
              </a:lnSpc>
              <a:spcBef>
                <a:spcPts val="0"/>
              </a:spcBef>
              <a:spcAft>
                <a:spcPts val="0"/>
              </a:spcAft>
              <a:buNone/>
            </a:pPr>
            <a:r>
              <a:rPr b="0" i="0" lang="en-US" sz="5306" u="none" cap="none" strike="noStrike">
                <a:solidFill>
                  <a:srgbClr val="3D3D3D"/>
                </a:solidFill>
                <a:latin typeface="Roboto"/>
                <a:ea typeface="Roboto"/>
                <a:cs typeface="Roboto"/>
                <a:sym typeface="Roboto"/>
              </a:rPr>
              <a:t>03</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DFD"/>
        </a:solidFill>
      </p:bgPr>
    </p:bg>
    <p:spTree>
      <p:nvGrpSpPr>
        <p:cNvPr id="315" name="Shape 315"/>
        <p:cNvGrpSpPr/>
        <p:nvPr/>
      </p:nvGrpSpPr>
      <p:grpSpPr>
        <a:xfrm>
          <a:off x="0" y="0"/>
          <a:ext cx="0" cy="0"/>
          <a:chOff x="0" y="0"/>
          <a:chExt cx="0" cy="0"/>
        </a:xfrm>
      </p:grpSpPr>
      <p:sp>
        <p:nvSpPr>
          <p:cNvPr id="316" name="Google Shape;316;p13"/>
          <p:cNvSpPr txBox="1"/>
          <p:nvPr/>
        </p:nvSpPr>
        <p:spPr>
          <a:xfrm>
            <a:off x="1546877" y="2167979"/>
            <a:ext cx="6068774" cy="2844292"/>
          </a:xfrm>
          <a:prstGeom prst="rect">
            <a:avLst/>
          </a:prstGeom>
          <a:noFill/>
          <a:ln>
            <a:noFill/>
          </a:ln>
        </p:spPr>
        <p:txBody>
          <a:bodyPr anchorCtr="0" anchor="t" bIns="0" lIns="0" spcFirstLastPara="1" rIns="0" wrap="square" tIns="0">
            <a:spAutoFit/>
          </a:bodyPr>
          <a:lstStyle/>
          <a:p>
            <a:pPr indent="0" lvl="0" marL="0" marR="0" rtl="0" algn="l">
              <a:lnSpc>
                <a:spcPct val="134408"/>
              </a:lnSpc>
              <a:spcBef>
                <a:spcPts val="0"/>
              </a:spcBef>
              <a:spcAft>
                <a:spcPts val="0"/>
              </a:spcAft>
              <a:buNone/>
            </a:pPr>
            <a:r>
              <a:rPr b="1" i="0" lang="en-US" sz="6199" u="none" cap="none" strike="noStrike">
                <a:solidFill>
                  <a:srgbClr val="3D3D3D"/>
                </a:solidFill>
                <a:latin typeface="Roboto"/>
                <a:ea typeface="Roboto"/>
                <a:cs typeface="Roboto"/>
                <a:sym typeface="Roboto"/>
              </a:rPr>
              <a:t>Desventajas del enrutamiento estático</a:t>
            </a:r>
            <a:endParaRPr/>
          </a:p>
        </p:txBody>
      </p:sp>
      <p:sp>
        <p:nvSpPr>
          <p:cNvPr id="317" name="Google Shape;317;p13"/>
          <p:cNvSpPr txBox="1"/>
          <p:nvPr/>
        </p:nvSpPr>
        <p:spPr>
          <a:xfrm>
            <a:off x="1546877" y="5437623"/>
            <a:ext cx="6540707" cy="911225"/>
          </a:xfrm>
          <a:prstGeom prst="rect">
            <a:avLst/>
          </a:prstGeom>
          <a:noFill/>
          <a:ln>
            <a:noFill/>
          </a:ln>
        </p:spPr>
        <p:txBody>
          <a:bodyPr anchorCtr="0" anchor="t" bIns="0" lIns="0" spcFirstLastPara="1" rIns="0" wrap="square" tIns="0">
            <a:spAutoFit/>
          </a:bodyPr>
          <a:lstStyle/>
          <a:p>
            <a:pPr indent="0" lvl="0" marL="0" marR="0" rtl="0" algn="l">
              <a:lnSpc>
                <a:spcPct val="167984"/>
              </a:lnSpc>
              <a:spcBef>
                <a:spcPts val="0"/>
              </a:spcBef>
              <a:spcAft>
                <a:spcPts val="0"/>
              </a:spcAft>
              <a:buNone/>
            </a:pPr>
            <a:r>
              <a:rPr b="0" i="0" lang="en-US" sz="1999" u="none" cap="none" strike="noStrike">
                <a:solidFill>
                  <a:srgbClr val="3D3D3D"/>
                </a:solidFill>
                <a:latin typeface="Roboto"/>
                <a:ea typeface="Roboto"/>
                <a:cs typeface="Roboto"/>
                <a:sym typeface="Roboto"/>
              </a:rPr>
              <a:t>Sin embargo, el enrutamiento estático también tiene algunas limitaciones:</a:t>
            </a:r>
            <a:endParaRPr/>
          </a:p>
        </p:txBody>
      </p:sp>
      <p:sp>
        <p:nvSpPr>
          <p:cNvPr id="318" name="Google Shape;318;p13"/>
          <p:cNvSpPr/>
          <p:nvPr/>
        </p:nvSpPr>
        <p:spPr>
          <a:xfrm>
            <a:off x="9377942" y="1894705"/>
            <a:ext cx="1489174" cy="1489174"/>
          </a:xfrm>
          <a:custGeom>
            <a:rect b="b" l="l" r="r" t="t"/>
            <a:pathLst>
              <a:path extrusionOk="0" h="1489174" w="1489174">
                <a:moveTo>
                  <a:pt x="0" y="0"/>
                </a:moveTo>
                <a:lnTo>
                  <a:pt x="1489174" y="0"/>
                </a:lnTo>
                <a:lnTo>
                  <a:pt x="1489174" y="1489174"/>
                </a:lnTo>
                <a:lnTo>
                  <a:pt x="0" y="1489174"/>
                </a:lnTo>
                <a:lnTo>
                  <a:pt x="0" y="0"/>
                </a:lnTo>
                <a:close/>
              </a:path>
            </a:pathLst>
          </a:custGeom>
          <a:blipFill rotWithShape="1">
            <a:blip r:embed="rId3">
              <a:alphaModFix/>
            </a:blip>
            <a:stretch>
              <a:fillRect b="0" l="0" r="0" t="0"/>
            </a:stretch>
          </a:blipFill>
          <a:ln>
            <a:noFill/>
          </a:ln>
        </p:spPr>
      </p:sp>
      <p:sp>
        <p:nvSpPr>
          <p:cNvPr id="319" name="Google Shape;319;p13"/>
          <p:cNvSpPr/>
          <p:nvPr/>
        </p:nvSpPr>
        <p:spPr>
          <a:xfrm>
            <a:off x="11093562" y="1399426"/>
            <a:ext cx="5689488" cy="2449684"/>
          </a:xfrm>
          <a:custGeom>
            <a:rect b="b" l="l" r="r" t="t"/>
            <a:pathLst>
              <a:path extrusionOk="0" h="2449684" w="5689488">
                <a:moveTo>
                  <a:pt x="0" y="0"/>
                </a:moveTo>
                <a:lnTo>
                  <a:pt x="5689488" y="0"/>
                </a:lnTo>
                <a:lnTo>
                  <a:pt x="5689488" y="2449684"/>
                </a:lnTo>
                <a:lnTo>
                  <a:pt x="0" y="2449684"/>
                </a:lnTo>
                <a:lnTo>
                  <a:pt x="0" y="0"/>
                </a:lnTo>
                <a:close/>
              </a:path>
            </a:pathLst>
          </a:custGeom>
          <a:blipFill rotWithShape="1">
            <a:blip r:embed="rId4">
              <a:alphaModFix/>
            </a:blip>
            <a:stretch>
              <a:fillRect b="-100" l="0" r="0" t="-100"/>
            </a:stretch>
          </a:blipFill>
          <a:ln>
            <a:noFill/>
          </a:ln>
        </p:spPr>
      </p:sp>
      <p:sp>
        <p:nvSpPr>
          <p:cNvPr id="320" name="Google Shape;320;p13"/>
          <p:cNvSpPr txBox="1"/>
          <p:nvPr/>
        </p:nvSpPr>
        <p:spPr>
          <a:xfrm>
            <a:off x="11597594" y="1971491"/>
            <a:ext cx="4681424" cy="992700"/>
          </a:xfrm>
          <a:prstGeom prst="rect">
            <a:avLst/>
          </a:prstGeom>
          <a:noFill/>
          <a:ln>
            <a:noFill/>
          </a:ln>
        </p:spPr>
        <p:txBody>
          <a:bodyPr anchorCtr="0" anchor="t" bIns="0" lIns="0" spcFirstLastPara="1" rIns="0" wrap="square" tIns="0">
            <a:spAutoFit/>
          </a:bodyPr>
          <a:lstStyle/>
          <a:p>
            <a:pPr indent="0" lvl="0" marL="0" marR="0" rtl="0" algn="ctr">
              <a:lnSpc>
                <a:spcPct val="191980"/>
              </a:lnSpc>
              <a:spcBef>
                <a:spcPts val="0"/>
              </a:spcBef>
              <a:spcAft>
                <a:spcPts val="0"/>
              </a:spcAft>
              <a:buNone/>
            </a:pPr>
            <a:r>
              <a:rPr b="1" i="0" lang="en-US" sz="1833" u="none" cap="none" strike="noStrike">
                <a:solidFill>
                  <a:srgbClr val="3D3D3D"/>
                </a:solidFill>
                <a:latin typeface="Roboto"/>
                <a:ea typeface="Roboto"/>
                <a:cs typeface="Roboto"/>
                <a:sym typeface="Roboto"/>
              </a:rPr>
              <a:t>La falta de escalabilidad para redes grandes y complejas.</a:t>
            </a:r>
            <a:endParaRPr/>
          </a:p>
        </p:txBody>
      </p:sp>
      <p:sp>
        <p:nvSpPr>
          <p:cNvPr id="321" name="Google Shape;321;p13"/>
          <p:cNvSpPr txBox="1"/>
          <p:nvPr/>
        </p:nvSpPr>
        <p:spPr>
          <a:xfrm>
            <a:off x="9419659" y="1963017"/>
            <a:ext cx="1405739" cy="1076325"/>
          </a:xfrm>
          <a:prstGeom prst="rect">
            <a:avLst/>
          </a:prstGeom>
          <a:noFill/>
          <a:ln>
            <a:noFill/>
          </a:ln>
        </p:spPr>
        <p:txBody>
          <a:bodyPr anchorCtr="0" anchor="t" bIns="0" lIns="0" spcFirstLastPara="1" rIns="0" wrap="square" tIns="0">
            <a:spAutoFit/>
          </a:bodyPr>
          <a:lstStyle/>
          <a:p>
            <a:pPr indent="0" lvl="0" marL="0" marR="0" rtl="0" algn="ctr">
              <a:lnSpc>
                <a:spcPct val="144025"/>
              </a:lnSpc>
              <a:spcBef>
                <a:spcPts val="0"/>
              </a:spcBef>
              <a:spcAft>
                <a:spcPts val="0"/>
              </a:spcAft>
              <a:buNone/>
            </a:pPr>
            <a:r>
              <a:rPr b="0" i="0" lang="en-US" sz="5306" u="none" cap="none" strike="noStrike">
                <a:solidFill>
                  <a:srgbClr val="3D3D3D"/>
                </a:solidFill>
                <a:latin typeface="Roboto"/>
                <a:ea typeface="Roboto"/>
                <a:cs typeface="Roboto"/>
                <a:sym typeface="Roboto"/>
              </a:rPr>
              <a:t>01</a:t>
            </a:r>
            <a:endParaRPr/>
          </a:p>
        </p:txBody>
      </p:sp>
      <p:sp>
        <p:nvSpPr>
          <p:cNvPr id="322" name="Google Shape;322;p13"/>
          <p:cNvSpPr/>
          <p:nvPr/>
        </p:nvSpPr>
        <p:spPr>
          <a:xfrm>
            <a:off x="9377942" y="4397761"/>
            <a:ext cx="1489174" cy="1489174"/>
          </a:xfrm>
          <a:custGeom>
            <a:rect b="b" l="l" r="r" t="t"/>
            <a:pathLst>
              <a:path extrusionOk="0" h="1489174" w="1489174">
                <a:moveTo>
                  <a:pt x="0" y="0"/>
                </a:moveTo>
                <a:lnTo>
                  <a:pt x="1489174" y="0"/>
                </a:lnTo>
                <a:lnTo>
                  <a:pt x="1489174" y="1489174"/>
                </a:lnTo>
                <a:lnTo>
                  <a:pt x="0" y="1489174"/>
                </a:lnTo>
                <a:lnTo>
                  <a:pt x="0" y="0"/>
                </a:lnTo>
                <a:close/>
              </a:path>
            </a:pathLst>
          </a:custGeom>
          <a:blipFill rotWithShape="1">
            <a:blip r:embed="rId5">
              <a:alphaModFix/>
            </a:blip>
            <a:stretch>
              <a:fillRect b="0" l="0" r="0" t="0"/>
            </a:stretch>
          </a:blipFill>
          <a:ln>
            <a:noFill/>
          </a:ln>
        </p:spPr>
      </p:sp>
      <p:sp>
        <p:nvSpPr>
          <p:cNvPr id="323" name="Google Shape;323;p13"/>
          <p:cNvSpPr/>
          <p:nvPr/>
        </p:nvSpPr>
        <p:spPr>
          <a:xfrm>
            <a:off x="11093562" y="3902482"/>
            <a:ext cx="5689488" cy="2449684"/>
          </a:xfrm>
          <a:custGeom>
            <a:rect b="b" l="l" r="r" t="t"/>
            <a:pathLst>
              <a:path extrusionOk="0" h="2449684" w="5689488">
                <a:moveTo>
                  <a:pt x="0" y="0"/>
                </a:moveTo>
                <a:lnTo>
                  <a:pt x="5689488" y="0"/>
                </a:lnTo>
                <a:lnTo>
                  <a:pt x="5689488" y="2449684"/>
                </a:lnTo>
                <a:lnTo>
                  <a:pt x="0" y="2449684"/>
                </a:lnTo>
                <a:lnTo>
                  <a:pt x="0" y="0"/>
                </a:lnTo>
                <a:close/>
              </a:path>
            </a:pathLst>
          </a:custGeom>
          <a:blipFill rotWithShape="1">
            <a:blip r:embed="rId6">
              <a:alphaModFix/>
            </a:blip>
            <a:stretch>
              <a:fillRect b="-100" l="0" r="0" t="-100"/>
            </a:stretch>
          </a:blipFill>
          <a:ln>
            <a:noFill/>
          </a:ln>
        </p:spPr>
      </p:sp>
      <p:sp>
        <p:nvSpPr>
          <p:cNvPr id="324" name="Google Shape;324;p13"/>
          <p:cNvSpPr txBox="1"/>
          <p:nvPr/>
        </p:nvSpPr>
        <p:spPr>
          <a:xfrm>
            <a:off x="11597594" y="4329879"/>
            <a:ext cx="4681424" cy="1364175"/>
          </a:xfrm>
          <a:prstGeom prst="rect">
            <a:avLst/>
          </a:prstGeom>
          <a:noFill/>
          <a:ln>
            <a:noFill/>
          </a:ln>
        </p:spPr>
        <p:txBody>
          <a:bodyPr anchorCtr="0" anchor="t" bIns="0" lIns="0" spcFirstLastPara="1" rIns="0" wrap="square" tIns="0">
            <a:spAutoFit/>
          </a:bodyPr>
          <a:lstStyle/>
          <a:p>
            <a:pPr indent="0" lvl="0" marL="0" marR="0" rtl="0" algn="ctr">
              <a:lnSpc>
                <a:spcPct val="191980"/>
              </a:lnSpc>
              <a:spcBef>
                <a:spcPts val="0"/>
              </a:spcBef>
              <a:spcAft>
                <a:spcPts val="0"/>
              </a:spcAft>
              <a:buNone/>
            </a:pPr>
            <a:r>
              <a:rPr b="1" i="0" lang="en-US" sz="1833" u="none" cap="none" strike="noStrike">
                <a:solidFill>
                  <a:srgbClr val="3D3D3D"/>
                </a:solidFill>
                <a:latin typeface="Roboto"/>
                <a:ea typeface="Roboto"/>
                <a:cs typeface="Roboto"/>
                <a:sym typeface="Roboto"/>
              </a:rPr>
              <a:t>La necesidad de una gestión cuidadosa de las rutas para evitar conflictos y bucles de enrutamiento.</a:t>
            </a:r>
            <a:endParaRPr/>
          </a:p>
        </p:txBody>
      </p:sp>
      <p:sp>
        <p:nvSpPr>
          <p:cNvPr id="325" name="Google Shape;325;p13"/>
          <p:cNvSpPr txBox="1"/>
          <p:nvPr/>
        </p:nvSpPr>
        <p:spPr>
          <a:xfrm>
            <a:off x="9419659" y="4466073"/>
            <a:ext cx="1405739" cy="1076325"/>
          </a:xfrm>
          <a:prstGeom prst="rect">
            <a:avLst/>
          </a:prstGeom>
          <a:noFill/>
          <a:ln>
            <a:noFill/>
          </a:ln>
        </p:spPr>
        <p:txBody>
          <a:bodyPr anchorCtr="0" anchor="t" bIns="0" lIns="0" spcFirstLastPara="1" rIns="0" wrap="square" tIns="0">
            <a:spAutoFit/>
          </a:bodyPr>
          <a:lstStyle/>
          <a:p>
            <a:pPr indent="0" lvl="0" marL="0" marR="0" rtl="0" algn="ctr">
              <a:lnSpc>
                <a:spcPct val="144025"/>
              </a:lnSpc>
              <a:spcBef>
                <a:spcPts val="0"/>
              </a:spcBef>
              <a:spcAft>
                <a:spcPts val="0"/>
              </a:spcAft>
              <a:buNone/>
            </a:pPr>
            <a:r>
              <a:rPr b="0" i="0" lang="en-US" sz="5306" u="none" cap="none" strike="noStrike">
                <a:solidFill>
                  <a:srgbClr val="3D3D3D"/>
                </a:solidFill>
                <a:latin typeface="Roboto"/>
                <a:ea typeface="Roboto"/>
                <a:cs typeface="Roboto"/>
                <a:sym typeface="Roboto"/>
              </a:rPr>
              <a:t>02</a:t>
            </a:r>
            <a:endParaRPr/>
          </a:p>
        </p:txBody>
      </p:sp>
      <p:sp>
        <p:nvSpPr>
          <p:cNvPr id="326" name="Google Shape;326;p13"/>
          <p:cNvSpPr/>
          <p:nvPr/>
        </p:nvSpPr>
        <p:spPr>
          <a:xfrm>
            <a:off x="9377942" y="6903122"/>
            <a:ext cx="1489174" cy="1489174"/>
          </a:xfrm>
          <a:custGeom>
            <a:rect b="b" l="l" r="r" t="t"/>
            <a:pathLst>
              <a:path extrusionOk="0" h="1489174" w="1489174">
                <a:moveTo>
                  <a:pt x="0" y="0"/>
                </a:moveTo>
                <a:lnTo>
                  <a:pt x="1489174" y="0"/>
                </a:lnTo>
                <a:lnTo>
                  <a:pt x="1489174" y="1489174"/>
                </a:lnTo>
                <a:lnTo>
                  <a:pt x="0" y="1489174"/>
                </a:lnTo>
                <a:lnTo>
                  <a:pt x="0" y="0"/>
                </a:lnTo>
                <a:close/>
              </a:path>
            </a:pathLst>
          </a:custGeom>
          <a:blipFill rotWithShape="1">
            <a:blip r:embed="rId7">
              <a:alphaModFix/>
            </a:blip>
            <a:stretch>
              <a:fillRect b="0" l="0" r="0" t="0"/>
            </a:stretch>
          </a:blipFill>
          <a:ln>
            <a:noFill/>
          </a:ln>
        </p:spPr>
      </p:sp>
      <p:sp>
        <p:nvSpPr>
          <p:cNvPr id="327" name="Google Shape;327;p13"/>
          <p:cNvSpPr/>
          <p:nvPr/>
        </p:nvSpPr>
        <p:spPr>
          <a:xfrm>
            <a:off x="11093562" y="6407843"/>
            <a:ext cx="5689488" cy="2449684"/>
          </a:xfrm>
          <a:custGeom>
            <a:rect b="b" l="l" r="r" t="t"/>
            <a:pathLst>
              <a:path extrusionOk="0" h="2449684" w="5689488">
                <a:moveTo>
                  <a:pt x="0" y="0"/>
                </a:moveTo>
                <a:lnTo>
                  <a:pt x="5689488" y="0"/>
                </a:lnTo>
                <a:lnTo>
                  <a:pt x="5689488" y="2449684"/>
                </a:lnTo>
                <a:lnTo>
                  <a:pt x="0" y="2449684"/>
                </a:lnTo>
                <a:lnTo>
                  <a:pt x="0" y="0"/>
                </a:lnTo>
                <a:close/>
              </a:path>
            </a:pathLst>
          </a:custGeom>
          <a:blipFill rotWithShape="1">
            <a:blip r:embed="rId8">
              <a:alphaModFix/>
            </a:blip>
            <a:stretch>
              <a:fillRect b="-100" l="0" r="0" t="-100"/>
            </a:stretch>
          </a:blipFill>
          <a:ln>
            <a:noFill/>
          </a:ln>
        </p:spPr>
      </p:sp>
      <p:sp>
        <p:nvSpPr>
          <p:cNvPr id="328" name="Google Shape;328;p13"/>
          <p:cNvSpPr txBox="1"/>
          <p:nvPr/>
        </p:nvSpPr>
        <p:spPr>
          <a:xfrm>
            <a:off x="11597594" y="6794171"/>
            <a:ext cx="4681424" cy="1364175"/>
          </a:xfrm>
          <a:prstGeom prst="rect">
            <a:avLst/>
          </a:prstGeom>
          <a:noFill/>
          <a:ln>
            <a:noFill/>
          </a:ln>
        </p:spPr>
        <p:txBody>
          <a:bodyPr anchorCtr="0" anchor="t" bIns="0" lIns="0" spcFirstLastPara="1" rIns="0" wrap="square" tIns="0">
            <a:spAutoFit/>
          </a:bodyPr>
          <a:lstStyle/>
          <a:p>
            <a:pPr indent="0" lvl="0" marL="0" marR="0" rtl="0" algn="ctr">
              <a:lnSpc>
                <a:spcPct val="191980"/>
              </a:lnSpc>
              <a:spcBef>
                <a:spcPts val="0"/>
              </a:spcBef>
              <a:spcAft>
                <a:spcPts val="0"/>
              </a:spcAft>
              <a:buNone/>
            </a:pPr>
            <a:r>
              <a:rPr b="1" i="0" lang="en-US" sz="1833" u="none" cap="none" strike="noStrike">
                <a:solidFill>
                  <a:srgbClr val="3D3D3D"/>
                </a:solidFill>
                <a:latin typeface="Roboto"/>
                <a:ea typeface="Roboto"/>
                <a:cs typeface="Roboto"/>
                <a:sym typeface="Roboto"/>
              </a:rPr>
              <a:t>La incapacidad de adaptarse automáticamente a cambios en la topología de la red.</a:t>
            </a:r>
            <a:endParaRPr/>
          </a:p>
        </p:txBody>
      </p:sp>
      <p:sp>
        <p:nvSpPr>
          <p:cNvPr id="329" name="Google Shape;329;p13"/>
          <p:cNvSpPr txBox="1"/>
          <p:nvPr/>
        </p:nvSpPr>
        <p:spPr>
          <a:xfrm>
            <a:off x="9419659" y="6971433"/>
            <a:ext cx="1405739" cy="1076325"/>
          </a:xfrm>
          <a:prstGeom prst="rect">
            <a:avLst/>
          </a:prstGeom>
          <a:noFill/>
          <a:ln>
            <a:noFill/>
          </a:ln>
        </p:spPr>
        <p:txBody>
          <a:bodyPr anchorCtr="0" anchor="t" bIns="0" lIns="0" spcFirstLastPara="1" rIns="0" wrap="square" tIns="0">
            <a:spAutoFit/>
          </a:bodyPr>
          <a:lstStyle/>
          <a:p>
            <a:pPr indent="0" lvl="0" marL="0" marR="0" rtl="0" algn="ctr">
              <a:lnSpc>
                <a:spcPct val="144025"/>
              </a:lnSpc>
              <a:spcBef>
                <a:spcPts val="0"/>
              </a:spcBef>
              <a:spcAft>
                <a:spcPts val="0"/>
              </a:spcAft>
              <a:buNone/>
            </a:pPr>
            <a:r>
              <a:rPr b="0" i="0" lang="en-US" sz="5306" u="none" cap="none" strike="noStrike">
                <a:solidFill>
                  <a:srgbClr val="3D3D3D"/>
                </a:solidFill>
                <a:latin typeface="Roboto"/>
                <a:ea typeface="Roboto"/>
                <a:cs typeface="Roboto"/>
                <a:sym typeface="Roboto"/>
              </a:rPr>
              <a:t>03</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DFD"/>
        </a:solidFill>
      </p:bgPr>
    </p:bg>
    <p:spTree>
      <p:nvGrpSpPr>
        <p:cNvPr id="337" name="Shape 337"/>
        <p:cNvGrpSpPr/>
        <p:nvPr/>
      </p:nvGrpSpPr>
      <p:grpSpPr>
        <a:xfrm>
          <a:off x="0" y="0"/>
          <a:ext cx="0" cy="0"/>
          <a:chOff x="0" y="0"/>
          <a:chExt cx="0" cy="0"/>
        </a:xfrm>
      </p:grpSpPr>
      <p:sp>
        <p:nvSpPr>
          <p:cNvPr id="338" name="Google Shape;338;p14"/>
          <p:cNvSpPr/>
          <p:nvPr/>
        </p:nvSpPr>
        <p:spPr>
          <a:xfrm rot="5400000">
            <a:off x="13923480" y="8609518"/>
            <a:ext cx="5821680" cy="6391085"/>
          </a:xfrm>
          <a:custGeom>
            <a:rect b="b" l="l" r="r" t="t"/>
            <a:pathLst>
              <a:path extrusionOk="0" h="8521446" w="7762240">
                <a:moveTo>
                  <a:pt x="0" y="0"/>
                </a:moveTo>
                <a:lnTo>
                  <a:pt x="7762240" y="0"/>
                </a:lnTo>
                <a:lnTo>
                  <a:pt x="7762240" y="8521446"/>
                </a:lnTo>
                <a:lnTo>
                  <a:pt x="0" y="8521446"/>
                </a:lnTo>
                <a:lnTo>
                  <a:pt x="0" y="0"/>
                </a:lnTo>
                <a:close/>
              </a:path>
            </a:pathLst>
          </a:custGeom>
          <a:blipFill rotWithShape="1">
            <a:blip r:embed="rId3">
              <a:alphaModFix/>
            </a:blip>
            <a:stretch>
              <a:fillRect b="0" l="-61" r="-61" t="0"/>
            </a:stretch>
          </a:blipFill>
          <a:ln>
            <a:noFill/>
          </a:ln>
        </p:spPr>
      </p:sp>
      <p:sp>
        <p:nvSpPr>
          <p:cNvPr id="339" name="Google Shape;339;p14"/>
          <p:cNvSpPr/>
          <p:nvPr/>
        </p:nvSpPr>
        <p:spPr>
          <a:xfrm rot="5400000">
            <a:off x="6635515" y="-3409276"/>
            <a:ext cx="4319969" cy="4742497"/>
          </a:xfrm>
          <a:custGeom>
            <a:rect b="b" l="l" r="r" t="t"/>
            <a:pathLst>
              <a:path extrusionOk="0" h="6323330" w="5759958">
                <a:moveTo>
                  <a:pt x="0" y="0"/>
                </a:moveTo>
                <a:lnTo>
                  <a:pt x="5759958" y="0"/>
                </a:lnTo>
                <a:lnTo>
                  <a:pt x="5759958" y="6323330"/>
                </a:lnTo>
                <a:lnTo>
                  <a:pt x="0" y="6323330"/>
                </a:lnTo>
                <a:lnTo>
                  <a:pt x="0" y="0"/>
                </a:lnTo>
                <a:close/>
              </a:path>
            </a:pathLst>
          </a:custGeom>
          <a:blipFill rotWithShape="1">
            <a:blip r:embed="rId4">
              <a:alphaModFix/>
            </a:blip>
            <a:stretch>
              <a:fillRect b="0" l="-61" r="-61" t="0"/>
            </a:stretch>
          </a:blipFill>
          <a:ln>
            <a:noFill/>
          </a:ln>
        </p:spPr>
      </p:sp>
      <p:sp>
        <p:nvSpPr>
          <p:cNvPr id="340" name="Google Shape;340;p14"/>
          <p:cNvSpPr/>
          <p:nvPr/>
        </p:nvSpPr>
        <p:spPr>
          <a:xfrm>
            <a:off x="14068478" y="-4412456"/>
            <a:ext cx="5531644" cy="5441156"/>
          </a:xfrm>
          <a:custGeom>
            <a:rect b="b" l="l" r="r" t="t"/>
            <a:pathLst>
              <a:path extrusionOk="0" h="7254875" w="7375525">
                <a:moveTo>
                  <a:pt x="0" y="0"/>
                </a:moveTo>
                <a:lnTo>
                  <a:pt x="7375525" y="0"/>
                </a:lnTo>
                <a:lnTo>
                  <a:pt x="7375525" y="7254875"/>
                </a:lnTo>
                <a:lnTo>
                  <a:pt x="0" y="7254875"/>
                </a:lnTo>
                <a:lnTo>
                  <a:pt x="0" y="0"/>
                </a:lnTo>
                <a:close/>
              </a:path>
            </a:pathLst>
          </a:custGeom>
          <a:blipFill rotWithShape="1">
            <a:blip r:embed="rId5">
              <a:alphaModFix/>
            </a:blip>
            <a:stretch>
              <a:fillRect b="-87" l="0" r="0" t="-87"/>
            </a:stretch>
          </a:blipFill>
          <a:ln>
            <a:noFill/>
          </a:ln>
        </p:spPr>
      </p:sp>
      <p:sp>
        <p:nvSpPr>
          <p:cNvPr id="341" name="Google Shape;341;p14"/>
          <p:cNvSpPr txBox="1"/>
          <p:nvPr/>
        </p:nvSpPr>
        <p:spPr>
          <a:xfrm>
            <a:off x="1546877" y="2729785"/>
            <a:ext cx="13971568" cy="1091692"/>
          </a:xfrm>
          <a:prstGeom prst="rect">
            <a:avLst/>
          </a:prstGeom>
          <a:noFill/>
          <a:ln>
            <a:noFill/>
          </a:ln>
        </p:spPr>
        <p:txBody>
          <a:bodyPr anchorCtr="0" anchor="t" bIns="0" lIns="0" spcFirstLastPara="1" rIns="0" wrap="square" tIns="0">
            <a:spAutoFit/>
          </a:bodyPr>
          <a:lstStyle/>
          <a:p>
            <a:pPr indent="0" lvl="0" marL="0" marR="0" rtl="0" algn="l">
              <a:lnSpc>
                <a:spcPct val="134408"/>
              </a:lnSpc>
              <a:spcBef>
                <a:spcPts val="0"/>
              </a:spcBef>
              <a:spcAft>
                <a:spcPts val="0"/>
              </a:spcAft>
              <a:buNone/>
            </a:pPr>
            <a:r>
              <a:rPr b="1" i="0" lang="en-US" sz="6199" u="none" cap="none" strike="noStrike">
                <a:solidFill>
                  <a:srgbClr val="3D3D3D"/>
                </a:solidFill>
                <a:latin typeface="Roboto"/>
                <a:ea typeface="Roboto"/>
                <a:cs typeface="Roboto"/>
                <a:sym typeface="Roboto"/>
              </a:rPr>
              <a:t>Protocolos de enrutamiento estático</a:t>
            </a:r>
            <a:endParaRPr/>
          </a:p>
        </p:txBody>
      </p:sp>
      <p:sp>
        <p:nvSpPr>
          <p:cNvPr id="342" name="Google Shape;342;p14"/>
          <p:cNvSpPr txBox="1"/>
          <p:nvPr/>
        </p:nvSpPr>
        <p:spPr>
          <a:xfrm>
            <a:off x="1546877" y="4228823"/>
            <a:ext cx="15830026" cy="2673350"/>
          </a:xfrm>
          <a:prstGeom prst="rect">
            <a:avLst/>
          </a:prstGeom>
          <a:noFill/>
          <a:ln>
            <a:noFill/>
          </a:ln>
        </p:spPr>
        <p:txBody>
          <a:bodyPr anchorCtr="0" anchor="t" bIns="0" lIns="0" spcFirstLastPara="1" rIns="0" wrap="square" tIns="0">
            <a:spAutoFit/>
          </a:bodyPr>
          <a:lstStyle/>
          <a:p>
            <a:pPr indent="0" lvl="0" marL="0" marR="0" rtl="0" algn="just">
              <a:lnSpc>
                <a:spcPct val="167984"/>
              </a:lnSpc>
              <a:spcBef>
                <a:spcPts val="0"/>
              </a:spcBef>
              <a:spcAft>
                <a:spcPts val="0"/>
              </a:spcAft>
              <a:buNone/>
            </a:pPr>
            <a:r>
              <a:rPr b="0" i="0" lang="en-US" sz="1999" u="none" cap="none" strike="noStrike">
                <a:solidFill>
                  <a:srgbClr val="3D3D3D"/>
                </a:solidFill>
                <a:latin typeface="Roboto"/>
                <a:ea typeface="Roboto"/>
                <a:cs typeface="Roboto"/>
                <a:sym typeface="Roboto"/>
              </a:rPr>
              <a:t>Son protocolos de enrutamiento que utilizan enrutamiento estático para determinar las rutas a través de la red.</a:t>
            </a:r>
            <a:endParaRPr/>
          </a:p>
          <a:p>
            <a:pPr indent="0" lvl="0" marL="0" marR="0" rtl="0" algn="just">
              <a:lnSpc>
                <a:spcPct val="117658"/>
              </a:lnSpc>
              <a:spcBef>
                <a:spcPts val="0"/>
              </a:spcBef>
              <a:spcAft>
                <a:spcPts val="0"/>
              </a:spcAft>
              <a:buNone/>
            </a:pPr>
            <a:r>
              <a:t/>
            </a:r>
            <a:endParaRPr b="0" i="0" sz="1999" u="none" cap="none" strike="noStrike">
              <a:solidFill>
                <a:srgbClr val="3D3D3D"/>
              </a:solidFill>
              <a:latin typeface="Roboto"/>
              <a:ea typeface="Roboto"/>
              <a:cs typeface="Roboto"/>
              <a:sym typeface="Roboto"/>
            </a:endParaRPr>
          </a:p>
          <a:p>
            <a:pPr indent="0" lvl="0" marL="0" marR="0" rtl="0" algn="just">
              <a:lnSpc>
                <a:spcPct val="167984"/>
              </a:lnSpc>
              <a:spcBef>
                <a:spcPts val="0"/>
              </a:spcBef>
              <a:spcAft>
                <a:spcPts val="0"/>
              </a:spcAft>
              <a:buNone/>
            </a:pPr>
            <a:r>
              <a:rPr b="0" i="0" lang="en-US" sz="1999" u="none" cap="none" strike="noStrike">
                <a:solidFill>
                  <a:srgbClr val="3D3D3D"/>
                </a:solidFill>
                <a:latin typeface="Roboto"/>
                <a:ea typeface="Roboto"/>
                <a:cs typeface="Roboto"/>
                <a:sym typeface="Roboto"/>
              </a:rPr>
              <a:t>En los protocolos de enrutamiento estático, se configuran las rutas en los dispositivos de red utilizando comandos de configuración manual. Estas rutas se mantienen constantes, independientemente de los cambios en la topología de la red.</a:t>
            </a:r>
            <a:endParaRPr/>
          </a:p>
          <a:p>
            <a:pPr indent="0" lvl="0" marL="0" marR="0" rtl="0" algn="just">
              <a:lnSpc>
                <a:spcPct val="117658"/>
              </a:lnSpc>
              <a:spcBef>
                <a:spcPts val="0"/>
              </a:spcBef>
              <a:spcAft>
                <a:spcPts val="0"/>
              </a:spcAft>
              <a:buNone/>
            </a:pPr>
            <a:r>
              <a:t/>
            </a:r>
            <a:endParaRPr b="0" i="0" sz="1999" u="none" cap="none" strike="noStrike">
              <a:solidFill>
                <a:srgbClr val="3D3D3D"/>
              </a:solidFill>
              <a:latin typeface="Roboto"/>
              <a:ea typeface="Roboto"/>
              <a:cs typeface="Roboto"/>
              <a:sym typeface="Roboto"/>
            </a:endParaRPr>
          </a:p>
          <a:p>
            <a:pPr indent="0" lvl="0" marL="0" marR="0" rtl="0" algn="just">
              <a:lnSpc>
                <a:spcPct val="167984"/>
              </a:lnSpc>
              <a:spcBef>
                <a:spcPts val="0"/>
              </a:spcBef>
              <a:spcAft>
                <a:spcPts val="0"/>
              </a:spcAft>
              <a:buNone/>
            </a:pPr>
            <a:r>
              <a:rPr b="0" i="0" lang="en-US" sz="1999" u="none" cap="none" strike="noStrike">
                <a:solidFill>
                  <a:srgbClr val="3D3D3D"/>
                </a:solidFill>
                <a:latin typeface="Roboto"/>
                <a:ea typeface="Roboto"/>
                <a:cs typeface="Roboto"/>
                <a:sym typeface="Roboto"/>
              </a:rPr>
              <a:t>Algunos ejemplos de protocolos de enrutamiento estático comunes incluyen el Protocolo de enrutamiento IP (IP Routing Protocol) y el Protocolo de enrutamiento de gateway interior (Interior Gateway Routing Protocol, IGRP).</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DFD"/>
        </a:solidFill>
      </p:bgPr>
    </p:bg>
    <p:spTree>
      <p:nvGrpSpPr>
        <p:cNvPr id="350" name="Shape 350"/>
        <p:cNvGrpSpPr/>
        <p:nvPr/>
      </p:nvGrpSpPr>
      <p:grpSpPr>
        <a:xfrm>
          <a:off x="0" y="0"/>
          <a:ext cx="0" cy="0"/>
          <a:chOff x="0" y="0"/>
          <a:chExt cx="0" cy="0"/>
        </a:xfrm>
      </p:grpSpPr>
      <p:sp>
        <p:nvSpPr>
          <p:cNvPr id="351" name="Google Shape;351;p15"/>
          <p:cNvSpPr/>
          <p:nvPr/>
        </p:nvSpPr>
        <p:spPr>
          <a:xfrm>
            <a:off x="17005088" y="7107769"/>
            <a:ext cx="4013930" cy="4551902"/>
          </a:xfrm>
          <a:custGeom>
            <a:rect b="b" l="l" r="r" t="t"/>
            <a:pathLst>
              <a:path extrusionOk="0" h="6069203" w="5351907">
                <a:moveTo>
                  <a:pt x="0" y="0"/>
                </a:moveTo>
                <a:lnTo>
                  <a:pt x="5351907" y="0"/>
                </a:lnTo>
                <a:lnTo>
                  <a:pt x="5351907" y="6069203"/>
                </a:lnTo>
                <a:lnTo>
                  <a:pt x="0" y="6069203"/>
                </a:lnTo>
                <a:lnTo>
                  <a:pt x="0" y="0"/>
                </a:lnTo>
                <a:close/>
              </a:path>
            </a:pathLst>
          </a:custGeom>
          <a:blipFill rotWithShape="1">
            <a:blip r:embed="rId3">
              <a:alphaModFix/>
            </a:blip>
            <a:stretch>
              <a:fillRect b="0" l="-22" r="-22" t="0"/>
            </a:stretch>
          </a:blipFill>
          <a:ln>
            <a:noFill/>
          </a:ln>
        </p:spPr>
      </p:sp>
      <p:sp>
        <p:nvSpPr>
          <p:cNvPr id="352" name="Google Shape;352;p15"/>
          <p:cNvSpPr/>
          <p:nvPr/>
        </p:nvSpPr>
        <p:spPr>
          <a:xfrm>
            <a:off x="17005088" y="2916773"/>
            <a:ext cx="4324636" cy="4191000"/>
          </a:xfrm>
          <a:custGeom>
            <a:rect b="b" l="l" r="r" t="t"/>
            <a:pathLst>
              <a:path extrusionOk="0" h="5588000" w="5766181">
                <a:moveTo>
                  <a:pt x="0" y="0"/>
                </a:moveTo>
                <a:lnTo>
                  <a:pt x="5766181" y="0"/>
                </a:lnTo>
                <a:lnTo>
                  <a:pt x="5766181" y="5588000"/>
                </a:lnTo>
                <a:lnTo>
                  <a:pt x="0" y="5588000"/>
                </a:lnTo>
                <a:lnTo>
                  <a:pt x="0" y="0"/>
                </a:lnTo>
                <a:close/>
              </a:path>
            </a:pathLst>
          </a:custGeom>
          <a:blipFill rotWithShape="1">
            <a:blip r:embed="rId4">
              <a:alphaModFix/>
            </a:blip>
            <a:stretch>
              <a:fillRect b="-5" l="0" r="0" t="-5"/>
            </a:stretch>
          </a:blipFill>
          <a:ln>
            <a:noFill/>
          </a:ln>
        </p:spPr>
      </p:sp>
      <p:sp>
        <p:nvSpPr>
          <p:cNvPr id="353" name="Google Shape;353;p15"/>
          <p:cNvSpPr/>
          <p:nvPr/>
        </p:nvSpPr>
        <p:spPr>
          <a:xfrm rot="-7876794">
            <a:off x="17325823" y="-495361"/>
            <a:ext cx="3683222" cy="3522536"/>
          </a:xfrm>
          <a:custGeom>
            <a:rect b="b" l="l" r="r" t="t"/>
            <a:pathLst>
              <a:path extrusionOk="0" h="4696714" w="4910963">
                <a:moveTo>
                  <a:pt x="0" y="0"/>
                </a:moveTo>
                <a:lnTo>
                  <a:pt x="4910963" y="0"/>
                </a:lnTo>
                <a:lnTo>
                  <a:pt x="4910963" y="4696714"/>
                </a:lnTo>
                <a:lnTo>
                  <a:pt x="0" y="4696714"/>
                </a:lnTo>
                <a:lnTo>
                  <a:pt x="0" y="0"/>
                </a:lnTo>
                <a:close/>
              </a:path>
            </a:pathLst>
          </a:custGeom>
          <a:blipFill rotWithShape="1">
            <a:blip r:embed="rId5">
              <a:alphaModFix/>
            </a:blip>
            <a:stretch>
              <a:fillRect b="0" l="-39" r="-39" t="0"/>
            </a:stretch>
          </a:blipFill>
          <a:ln>
            <a:noFill/>
          </a:ln>
        </p:spPr>
      </p:sp>
      <p:sp>
        <p:nvSpPr>
          <p:cNvPr id="354" name="Google Shape;354;p15"/>
          <p:cNvSpPr txBox="1"/>
          <p:nvPr/>
        </p:nvSpPr>
        <p:spPr>
          <a:xfrm>
            <a:off x="1546877" y="1825081"/>
            <a:ext cx="13971568" cy="1091692"/>
          </a:xfrm>
          <a:prstGeom prst="rect">
            <a:avLst/>
          </a:prstGeom>
          <a:noFill/>
          <a:ln>
            <a:noFill/>
          </a:ln>
        </p:spPr>
        <p:txBody>
          <a:bodyPr anchorCtr="0" anchor="t" bIns="0" lIns="0" spcFirstLastPara="1" rIns="0" wrap="square" tIns="0">
            <a:spAutoFit/>
          </a:bodyPr>
          <a:lstStyle/>
          <a:p>
            <a:pPr indent="0" lvl="0" marL="0" marR="0" rtl="0" algn="l">
              <a:lnSpc>
                <a:spcPct val="134408"/>
              </a:lnSpc>
              <a:spcBef>
                <a:spcPts val="0"/>
              </a:spcBef>
              <a:spcAft>
                <a:spcPts val="0"/>
              </a:spcAft>
              <a:buNone/>
            </a:pPr>
            <a:r>
              <a:rPr b="1" i="0" lang="en-US" sz="6199" u="none" cap="none" strike="noStrike">
                <a:solidFill>
                  <a:srgbClr val="3D3D3D"/>
                </a:solidFill>
                <a:latin typeface="Roboto"/>
                <a:ea typeface="Roboto"/>
                <a:cs typeface="Roboto"/>
                <a:sym typeface="Roboto"/>
              </a:rPr>
              <a:t>Tablas de enrutamiento</a:t>
            </a:r>
            <a:endParaRPr/>
          </a:p>
        </p:txBody>
      </p:sp>
      <p:sp>
        <p:nvSpPr>
          <p:cNvPr id="355" name="Google Shape;355;p15"/>
          <p:cNvSpPr txBox="1"/>
          <p:nvPr/>
        </p:nvSpPr>
        <p:spPr>
          <a:xfrm>
            <a:off x="1546877" y="3554670"/>
            <a:ext cx="14735669" cy="4083050"/>
          </a:xfrm>
          <a:prstGeom prst="rect">
            <a:avLst/>
          </a:prstGeom>
          <a:noFill/>
          <a:ln>
            <a:noFill/>
          </a:ln>
        </p:spPr>
        <p:txBody>
          <a:bodyPr anchorCtr="0" anchor="t" bIns="0" lIns="0" spcFirstLastPara="1" rIns="0" wrap="square" tIns="0">
            <a:spAutoFit/>
          </a:bodyPr>
          <a:lstStyle/>
          <a:p>
            <a:pPr indent="0" lvl="0" marL="0" marR="0" rtl="0" algn="just">
              <a:lnSpc>
                <a:spcPct val="167984"/>
              </a:lnSpc>
              <a:spcBef>
                <a:spcPts val="0"/>
              </a:spcBef>
              <a:spcAft>
                <a:spcPts val="0"/>
              </a:spcAft>
              <a:buNone/>
            </a:pPr>
            <a:r>
              <a:rPr b="0" i="0" lang="en-US" sz="1999" u="none" cap="none" strike="noStrike">
                <a:solidFill>
                  <a:srgbClr val="3D3D3D"/>
                </a:solidFill>
                <a:latin typeface="Roboto"/>
                <a:ea typeface="Roboto"/>
                <a:cs typeface="Roboto"/>
                <a:sym typeface="Roboto"/>
              </a:rPr>
              <a:t>Una tabla de enrutamiento es una base de datos que contiene información sobre las rutas disponibles a través de una red.</a:t>
            </a:r>
            <a:endParaRPr/>
          </a:p>
          <a:p>
            <a:pPr indent="0" lvl="0" marL="0" marR="0" rtl="0" algn="just">
              <a:lnSpc>
                <a:spcPct val="117658"/>
              </a:lnSpc>
              <a:spcBef>
                <a:spcPts val="0"/>
              </a:spcBef>
              <a:spcAft>
                <a:spcPts val="0"/>
              </a:spcAft>
              <a:buNone/>
            </a:pPr>
            <a:r>
              <a:t/>
            </a:r>
            <a:endParaRPr b="0" i="0" sz="1999" u="none" cap="none" strike="noStrike">
              <a:solidFill>
                <a:srgbClr val="3D3D3D"/>
              </a:solidFill>
              <a:latin typeface="Roboto"/>
              <a:ea typeface="Roboto"/>
              <a:cs typeface="Roboto"/>
              <a:sym typeface="Roboto"/>
            </a:endParaRPr>
          </a:p>
          <a:p>
            <a:pPr indent="0" lvl="0" marL="0" marR="0" rtl="0" algn="just">
              <a:lnSpc>
                <a:spcPct val="167984"/>
              </a:lnSpc>
              <a:spcBef>
                <a:spcPts val="0"/>
              </a:spcBef>
              <a:spcAft>
                <a:spcPts val="0"/>
              </a:spcAft>
              <a:buNone/>
            </a:pPr>
            <a:r>
              <a:rPr b="0" i="0" lang="en-US" sz="1999" u="none" cap="none" strike="noStrike">
                <a:solidFill>
                  <a:srgbClr val="3D3D3D"/>
                </a:solidFill>
                <a:latin typeface="Roboto"/>
                <a:ea typeface="Roboto"/>
                <a:cs typeface="Roboto"/>
                <a:sym typeface="Roboto"/>
              </a:rPr>
              <a:t>Cada dispositivo de red, incluyendo routers, switches y otros dispositivos, utiliza tablas de enrutamiento para determinar la ruta óptima a través de la red para enviar paquetes de datos.</a:t>
            </a:r>
            <a:endParaRPr/>
          </a:p>
          <a:p>
            <a:pPr indent="0" lvl="0" marL="0" marR="0" rtl="0" algn="just">
              <a:lnSpc>
                <a:spcPct val="117658"/>
              </a:lnSpc>
              <a:spcBef>
                <a:spcPts val="0"/>
              </a:spcBef>
              <a:spcAft>
                <a:spcPts val="0"/>
              </a:spcAft>
              <a:buNone/>
            </a:pPr>
            <a:r>
              <a:t/>
            </a:r>
            <a:endParaRPr b="0" i="0" sz="1999" u="none" cap="none" strike="noStrike">
              <a:solidFill>
                <a:srgbClr val="3D3D3D"/>
              </a:solidFill>
              <a:latin typeface="Roboto"/>
              <a:ea typeface="Roboto"/>
              <a:cs typeface="Roboto"/>
              <a:sym typeface="Roboto"/>
            </a:endParaRPr>
          </a:p>
          <a:p>
            <a:pPr indent="0" lvl="0" marL="0" marR="0" rtl="0" algn="just">
              <a:lnSpc>
                <a:spcPct val="167984"/>
              </a:lnSpc>
              <a:spcBef>
                <a:spcPts val="0"/>
              </a:spcBef>
              <a:spcAft>
                <a:spcPts val="0"/>
              </a:spcAft>
              <a:buNone/>
            </a:pPr>
            <a:r>
              <a:rPr b="0" i="0" lang="en-US" sz="1999" u="none" cap="none" strike="noStrike">
                <a:solidFill>
                  <a:srgbClr val="3D3D3D"/>
                </a:solidFill>
                <a:latin typeface="Roboto"/>
                <a:ea typeface="Roboto"/>
                <a:cs typeface="Roboto"/>
                <a:sym typeface="Roboto"/>
              </a:rPr>
              <a:t>Las tablas de enrutamiento contienen información sobre las redes disponibles en la red, las direcciones IP de los dispositivos de red y los costos de las rutas.</a:t>
            </a:r>
            <a:endParaRPr/>
          </a:p>
          <a:p>
            <a:pPr indent="0" lvl="0" marL="0" marR="0" rtl="0" algn="just">
              <a:lnSpc>
                <a:spcPct val="117658"/>
              </a:lnSpc>
              <a:spcBef>
                <a:spcPts val="0"/>
              </a:spcBef>
              <a:spcAft>
                <a:spcPts val="0"/>
              </a:spcAft>
              <a:buNone/>
            </a:pPr>
            <a:r>
              <a:t/>
            </a:r>
            <a:endParaRPr b="0" i="0" sz="1999" u="none" cap="none" strike="noStrike">
              <a:solidFill>
                <a:srgbClr val="3D3D3D"/>
              </a:solidFill>
              <a:latin typeface="Roboto"/>
              <a:ea typeface="Roboto"/>
              <a:cs typeface="Roboto"/>
              <a:sym typeface="Roboto"/>
            </a:endParaRPr>
          </a:p>
          <a:p>
            <a:pPr indent="0" lvl="0" marL="0" marR="0" rtl="0" algn="just">
              <a:lnSpc>
                <a:spcPct val="167984"/>
              </a:lnSpc>
              <a:spcBef>
                <a:spcPts val="0"/>
              </a:spcBef>
              <a:spcAft>
                <a:spcPts val="0"/>
              </a:spcAft>
              <a:buNone/>
            </a:pPr>
            <a:r>
              <a:rPr b="0" i="0" lang="en-US" sz="1999" u="none" cap="none" strike="noStrike">
                <a:solidFill>
                  <a:srgbClr val="3D3D3D"/>
                </a:solidFill>
                <a:latin typeface="Roboto"/>
                <a:ea typeface="Roboto"/>
                <a:cs typeface="Roboto"/>
                <a:sym typeface="Roboto"/>
              </a:rPr>
              <a:t>Los costos de las rutas se calculan en función de la distancia, el ancho de banda y otros factores que pueden afectar la calidad de la conexión.</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DFD"/>
        </a:solidFill>
      </p:bgPr>
    </p:bg>
    <p:spTree>
      <p:nvGrpSpPr>
        <p:cNvPr id="363" name="Shape 363"/>
        <p:cNvGrpSpPr/>
        <p:nvPr/>
      </p:nvGrpSpPr>
      <p:grpSpPr>
        <a:xfrm>
          <a:off x="0" y="0"/>
          <a:ext cx="0" cy="0"/>
          <a:chOff x="0" y="0"/>
          <a:chExt cx="0" cy="0"/>
        </a:xfrm>
      </p:grpSpPr>
      <p:sp>
        <p:nvSpPr>
          <p:cNvPr id="364" name="Google Shape;364;p16"/>
          <p:cNvSpPr/>
          <p:nvPr/>
        </p:nvSpPr>
        <p:spPr>
          <a:xfrm>
            <a:off x="16628867" y="7543299"/>
            <a:ext cx="3699224" cy="4195000"/>
          </a:xfrm>
          <a:custGeom>
            <a:rect b="b" l="l" r="r" t="t"/>
            <a:pathLst>
              <a:path extrusionOk="0" h="5593334" w="4932299">
                <a:moveTo>
                  <a:pt x="0" y="0"/>
                </a:moveTo>
                <a:lnTo>
                  <a:pt x="4932299" y="0"/>
                </a:lnTo>
                <a:lnTo>
                  <a:pt x="4932299" y="5593334"/>
                </a:lnTo>
                <a:lnTo>
                  <a:pt x="0" y="5593334"/>
                </a:lnTo>
                <a:lnTo>
                  <a:pt x="0" y="0"/>
                </a:lnTo>
                <a:close/>
              </a:path>
            </a:pathLst>
          </a:custGeom>
          <a:blipFill rotWithShape="1">
            <a:blip r:embed="rId3">
              <a:alphaModFix/>
            </a:blip>
            <a:stretch>
              <a:fillRect b="0" l="-22" r="-22" t="0"/>
            </a:stretch>
          </a:blipFill>
          <a:ln>
            <a:noFill/>
          </a:ln>
        </p:spPr>
      </p:sp>
      <p:sp>
        <p:nvSpPr>
          <p:cNvPr id="365" name="Google Shape;365;p16"/>
          <p:cNvSpPr/>
          <p:nvPr/>
        </p:nvSpPr>
        <p:spPr>
          <a:xfrm>
            <a:off x="4123074" y="-2591505"/>
            <a:ext cx="4089178" cy="3747230"/>
          </a:xfrm>
          <a:custGeom>
            <a:rect b="b" l="l" r="r" t="t"/>
            <a:pathLst>
              <a:path extrusionOk="0" h="4996307" w="5452237">
                <a:moveTo>
                  <a:pt x="0" y="0"/>
                </a:moveTo>
                <a:lnTo>
                  <a:pt x="5452237" y="0"/>
                </a:lnTo>
                <a:lnTo>
                  <a:pt x="5452237" y="4996307"/>
                </a:lnTo>
                <a:lnTo>
                  <a:pt x="0" y="4996307"/>
                </a:lnTo>
                <a:lnTo>
                  <a:pt x="0" y="0"/>
                </a:lnTo>
                <a:close/>
              </a:path>
            </a:pathLst>
          </a:custGeom>
          <a:blipFill rotWithShape="1">
            <a:blip r:embed="rId4">
              <a:alphaModFix/>
            </a:blip>
            <a:stretch>
              <a:fillRect b="-80" l="0" r="0" t="-80"/>
            </a:stretch>
          </a:blipFill>
          <a:ln>
            <a:noFill/>
          </a:ln>
        </p:spPr>
      </p:sp>
      <p:sp>
        <p:nvSpPr>
          <p:cNvPr id="366" name="Google Shape;366;p16"/>
          <p:cNvSpPr/>
          <p:nvPr/>
        </p:nvSpPr>
        <p:spPr>
          <a:xfrm rot="-1780974">
            <a:off x="-2178018" y="4841040"/>
            <a:ext cx="3585401" cy="4186714"/>
          </a:xfrm>
          <a:custGeom>
            <a:rect b="b" l="l" r="r" t="t"/>
            <a:pathLst>
              <a:path extrusionOk="0" h="5582285" w="4780534">
                <a:moveTo>
                  <a:pt x="0" y="0"/>
                </a:moveTo>
                <a:lnTo>
                  <a:pt x="4780534" y="0"/>
                </a:lnTo>
                <a:lnTo>
                  <a:pt x="4780534" y="5582285"/>
                </a:lnTo>
                <a:lnTo>
                  <a:pt x="0" y="5582285"/>
                </a:lnTo>
                <a:lnTo>
                  <a:pt x="0" y="0"/>
                </a:lnTo>
                <a:close/>
              </a:path>
            </a:pathLst>
          </a:custGeom>
          <a:blipFill rotWithShape="1">
            <a:blip r:embed="rId5">
              <a:alphaModFix/>
            </a:blip>
            <a:stretch>
              <a:fillRect b="0" l="-43" r="-43" t="0"/>
            </a:stretch>
          </a:blipFill>
          <a:ln>
            <a:noFill/>
          </a:ln>
        </p:spPr>
      </p:sp>
      <p:sp>
        <p:nvSpPr>
          <p:cNvPr id="367" name="Google Shape;367;p16"/>
          <p:cNvSpPr/>
          <p:nvPr/>
        </p:nvSpPr>
        <p:spPr>
          <a:xfrm rot="5400000">
            <a:off x="-547910" y="8993254"/>
            <a:ext cx="3603689" cy="3956209"/>
          </a:xfrm>
          <a:custGeom>
            <a:rect b="b" l="l" r="r" t="t"/>
            <a:pathLst>
              <a:path extrusionOk="0" h="5274945" w="4804918">
                <a:moveTo>
                  <a:pt x="0" y="0"/>
                </a:moveTo>
                <a:lnTo>
                  <a:pt x="4804918" y="0"/>
                </a:lnTo>
                <a:lnTo>
                  <a:pt x="4804918" y="5274945"/>
                </a:lnTo>
                <a:lnTo>
                  <a:pt x="0" y="5274945"/>
                </a:lnTo>
                <a:lnTo>
                  <a:pt x="0" y="0"/>
                </a:lnTo>
                <a:close/>
              </a:path>
            </a:pathLst>
          </a:custGeom>
          <a:blipFill rotWithShape="1">
            <a:blip r:embed="rId6">
              <a:alphaModFix/>
            </a:blip>
            <a:stretch>
              <a:fillRect b="0" l="-61" r="-61" t="0"/>
            </a:stretch>
          </a:blipFill>
          <a:ln>
            <a:noFill/>
          </a:ln>
        </p:spPr>
      </p:sp>
      <p:sp>
        <p:nvSpPr>
          <p:cNvPr id="368" name="Google Shape;368;p16"/>
          <p:cNvSpPr/>
          <p:nvPr/>
        </p:nvSpPr>
        <p:spPr>
          <a:xfrm>
            <a:off x="3336814" y="9169514"/>
            <a:ext cx="3360801" cy="3416713"/>
          </a:xfrm>
          <a:custGeom>
            <a:rect b="b" l="l" r="r" t="t"/>
            <a:pathLst>
              <a:path extrusionOk="0" h="4555617" w="4481068">
                <a:moveTo>
                  <a:pt x="0" y="0"/>
                </a:moveTo>
                <a:lnTo>
                  <a:pt x="4481068" y="0"/>
                </a:lnTo>
                <a:lnTo>
                  <a:pt x="4481068" y="4555617"/>
                </a:lnTo>
                <a:lnTo>
                  <a:pt x="0" y="4555617"/>
                </a:lnTo>
                <a:lnTo>
                  <a:pt x="0" y="0"/>
                </a:lnTo>
                <a:close/>
              </a:path>
            </a:pathLst>
          </a:custGeom>
          <a:blipFill rotWithShape="1">
            <a:blip r:embed="rId7">
              <a:alphaModFix/>
            </a:blip>
            <a:stretch>
              <a:fillRect b="0" l="-1" r="-1" t="0"/>
            </a:stretch>
          </a:blipFill>
          <a:ln>
            <a:noFill/>
          </a:ln>
        </p:spPr>
      </p:sp>
      <p:sp>
        <p:nvSpPr>
          <p:cNvPr id="369" name="Google Shape;369;p16"/>
          <p:cNvSpPr/>
          <p:nvPr/>
        </p:nvSpPr>
        <p:spPr>
          <a:xfrm>
            <a:off x="17381308" y="3942256"/>
            <a:ext cx="3290887" cy="3189160"/>
          </a:xfrm>
          <a:custGeom>
            <a:rect b="b" l="l" r="r" t="t"/>
            <a:pathLst>
              <a:path extrusionOk="0" h="4252214" w="4387850">
                <a:moveTo>
                  <a:pt x="0" y="0"/>
                </a:moveTo>
                <a:lnTo>
                  <a:pt x="4387850" y="0"/>
                </a:lnTo>
                <a:lnTo>
                  <a:pt x="4387850" y="4252214"/>
                </a:lnTo>
                <a:lnTo>
                  <a:pt x="0" y="4252214"/>
                </a:lnTo>
                <a:lnTo>
                  <a:pt x="0" y="0"/>
                </a:lnTo>
                <a:close/>
              </a:path>
            </a:pathLst>
          </a:custGeom>
          <a:blipFill rotWithShape="1">
            <a:blip r:embed="rId8">
              <a:alphaModFix/>
            </a:blip>
            <a:stretch>
              <a:fillRect b="-6" l="0" r="0" t="-6"/>
            </a:stretch>
          </a:blipFill>
          <a:ln>
            <a:noFill/>
          </a:ln>
        </p:spPr>
      </p:sp>
      <p:sp>
        <p:nvSpPr>
          <p:cNvPr id="370" name="Google Shape;370;p16"/>
          <p:cNvSpPr/>
          <p:nvPr/>
        </p:nvSpPr>
        <p:spPr>
          <a:xfrm>
            <a:off x="12756325" y="-2994024"/>
            <a:ext cx="4101751" cy="4034694"/>
          </a:xfrm>
          <a:custGeom>
            <a:rect b="b" l="l" r="r" t="t"/>
            <a:pathLst>
              <a:path extrusionOk="0" h="5379593" w="5469001">
                <a:moveTo>
                  <a:pt x="0" y="0"/>
                </a:moveTo>
                <a:lnTo>
                  <a:pt x="5469001" y="0"/>
                </a:lnTo>
                <a:lnTo>
                  <a:pt x="5469001" y="5379593"/>
                </a:lnTo>
                <a:lnTo>
                  <a:pt x="0" y="5379593"/>
                </a:lnTo>
                <a:lnTo>
                  <a:pt x="0" y="0"/>
                </a:lnTo>
                <a:close/>
              </a:path>
            </a:pathLst>
          </a:custGeom>
          <a:blipFill rotWithShape="1">
            <a:blip r:embed="rId9">
              <a:alphaModFix/>
            </a:blip>
            <a:stretch>
              <a:fillRect b="-87" l="0" r="0" t="-87"/>
            </a:stretch>
          </a:blipFill>
          <a:ln>
            <a:noFill/>
          </a:ln>
        </p:spPr>
      </p:sp>
      <p:sp>
        <p:nvSpPr>
          <p:cNvPr id="371" name="Google Shape;371;p16"/>
          <p:cNvSpPr/>
          <p:nvPr/>
        </p:nvSpPr>
        <p:spPr>
          <a:xfrm>
            <a:off x="17191945" y="-717905"/>
            <a:ext cx="2933033" cy="4801076"/>
          </a:xfrm>
          <a:custGeom>
            <a:rect b="b" l="l" r="r" t="t"/>
            <a:pathLst>
              <a:path extrusionOk="0" h="6401435" w="3910711">
                <a:moveTo>
                  <a:pt x="0" y="0"/>
                </a:moveTo>
                <a:lnTo>
                  <a:pt x="3910711" y="0"/>
                </a:lnTo>
                <a:lnTo>
                  <a:pt x="3910711" y="6401435"/>
                </a:lnTo>
                <a:lnTo>
                  <a:pt x="0" y="6401435"/>
                </a:lnTo>
                <a:lnTo>
                  <a:pt x="0" y="0"/>
                </a:lnTo>
                <a:close/>
              </a:path>
            </a:pathLst>
          </a:custGeom>
          <a:blipFill rotWithShape="1">
            <a:blip r:embed="rId10">
              <a:alphaModFix/>
            </a:blip>
            <a:stretch>
              <a:fillRect b="0" l="-129" r="-129" t="0"/>
            </a:stretch>
          </a:blipFill>
          <a:ln>
            <a:noFill/>
          </a:ln>
        </p:spPr>
      </p:sp>
      <p:sp>
        <p:nvSpPr>
          <p:cNvPr id="372" name="Google Shape;372;p16"/>
          <p:cNvSpPr/>
          <p:nvPr/>
        </p:nvSpPr>
        <p:spPr>
          <a:xfrm>
            <a:off x="12308650" y="9169514"/>
            <a:ext cx="3683222" cy="3522536"/>
          </a:xfrm>
          <a:custGeom>
            <a:rect b="b" l="l" r="r" t="t"/>
            <a:pathLst>
              <a:path extrusionOk="0" h="4696714" w="4910963">
                <a:moveTo>
                  <a:pt x="0" y="0"/>
                </a:moveTo>
                <a:lnTo>
                  <a:pt x="4910963" y="0"/>
                </a:lnTo>
                <a:lnTo>
                  <a:pt x="4910963" y="4696714"/>
                </a:lnTo>
                <a:lnTo>
                  <a:pt x="0" y="4696714"/>
                </a:lnTo>
                <a:lnTo>
                  <a:pt x="0" y="0"/>
                </a:lnTo>
                <a:close/>
              </a:path>
            </a:pathLst>
          </a:custGeom>
          <a:blipFill rotWithShape="1">
            <a:blip r:embed="rId11">
              <a:alphaModFix/>
            </a:blip>
            <a:stretch>
              <a:fillRect b="0" l="-39" r="-39" t="0"/>
            </a:stretch>
          </a:blipFill>
          <a:ln>
            <a:noFill/>
          </a:ln>
        </p:spPr>
      </p:sp>
      <p:sp>
        <p:nvSpPr>
          <p:cNvPr id="373" name="Google Shape;373;p16"/>
          <p:cNvSpPr/>
          <p:nvPr/>
        </p:nvSpPr>
        <p:spPr>
          <a:xfrm rot="-7064477">
            <a:off x="8856152" y="-2057456"/>
            <a:ext cx="3197637" cy="3733895"/>
          </a:xfrm>
          <a:custGeom>
            <a:rect b="b" l="l" r="r" t="t"/>
            <a:pathLst>
              <a:path extrusionOk="0" h="4978527" w="4263517">
                <a:moveTo>
                  <a:pt x="0" y="0"/>
                </a:moveTo>
                <a:lnTo>
                  <a:pt x="4263517" y="0"/>
                </a:lnTo>
                <a:lnTo>
                  <a:pt x="4263517" y="4978527"/>
                </a:lnTo>
                <a:lnTo>
                  <a:pt x="0" y="4978527"/>
                </a:lnTo>
                <a:lnTo>
                  <a:pt x="0" y="0"/>
                </a:lnTo>
                <a:close/>
              </a:path>
            </a:pathLst>
          </a:custGeom>
          <a:blipFill rotWithShape="1">
            <a:blip r:embed="rId5">
              <a:alphaModFix/>
            </a:blip>
            <a:stretch>
              <a:fillRect b="0" l="-43" r="-43" t="0"/>
            </a:stretch>
          </a:blipFill>
          <a:ln>
            <a:noFill/>
          </a:ln>
        </p:spPr>
      </p:sp>
      <p:sp>
        <p:nvSpPr>
          <p:cNvPr id="374" name="Google Shape;374;p16"/>
          <p:cNvSpPr/>
          <p:nvPr/>
        </p:nvSpPr>
        <p:spPr>
          <a:xfrm rot="5400000">
            <a:off x="-408159" y="-3205288"/>
            <a:ext cx="4319969" cy="4742497"/>
          </a:xfrm>
          <a:custGeom>
            <a:rect b="b" l="l" r="r" t="t"/>
            <a:pathLst>
              <a:path extrusionOk="0" h="6323330" w="5759958">
                <a:moveTo>
                  <a:pt x="0" y="0"/>
                </a:moveTo>
                <a:lnTo>
                  <a:pt x="5759958" y="0"/>
                </a:lnTo>
                <a:lnTo>
                  <a:pt x="5759958" y="6323330"/>
                </a:lnTo>
                <a:lnTo>
                  <a:pt x="0" y="6323330"/>
                </a:lnTo>
                <a:lnTo>
                  <a:pt x="0" y="0"/>
                </a:lnTo>
                <a:close/>
              </a:path>
            </a:pathLst>
          </a:custGeom>
          <a:blipFill rotWithShape="1">
            <a:blip r:embed="rId6">
              <a:alphaModFix/>
            </a:blip>
            <a:stretch>
              <a:fillRect b="0" l="-61" r="-61" t="0"/>
            </a:stretch>
          </a:blipFill>
          <a:ln>
            <a:noFill/>
          </a:ln>
        </p:spPr>
      </p:sp>
      <p:sp>
        <p:nvSpPr>
          <p:cNvPr id="375" name="Google Shape;375;p16"/>
          <p:cNvSpPr/>
          <p:nvPr/>
        </p:nvSpPr>
        <p:spPr>
          <a:xfrm rot="3887788">
            <a:off x="-2804939" y="803582"/>
            <a:ext cx="3200686" cy="5239131"/>
          </a:xfrm>
          <a:custGeom>
            <a:rect b="b" l="l" r="r" t="t"/>
            <a:pathLst>
              <a:path extrusionOk="0" h="6985508" w="4267581">
                <a:moveTo>
                  <a:pt x="0" y="0"/>
                </a:moveTo>
                <a:lnTo>
                  <a:pt x="4267581" y="0"/>
                </a:lnTo>
                <a:lnTo>
                  <a:pt x="4267581" y="6985508"/>
                </a:lnTo>
                <a:lnTo>
                  <a:pt x="0" y="6985508"/>
                </a:lnTo>
                <a:lnTo>
                  <a:pt x="0" y="0"/>
                </a:lnTo>
                <a:close/>
              </a:path>
            </a:pathLst>
          </a:custGeom>
          <a:blipFill rotWithShape="1">
            <a:blip r:embed="rId10">
              <a:alphaModFix/>
            </a:blip>
            <a:stretch>
              <a:fillRect b="0" l="-128" r="-128" t="0"/>
            </a:stretch>
          </a:blipFill>
          <a:ln>
            <a:noFill/>
          </a:ln>
        </p:spPr>
      </p:sp>
      <p:sp>
        <p:nvSpPr>
          <p:cNvPr id="376" name="Google Shape;376;p16"/>
          <p:cNvSpPr/>
          <p:nvPr/>
        </p:nvSpPr>
        <p:spPr>
          <a:xfrm>
            <a:off x="7135229" y="9264764"/>
            <a:ext cx="5173408" cy="5298662"/>
          </a:xfrm>
          <a:custGeom>
            <a:rect b="b" l="l" r="r" t="t"/>
            <a:pathLst>
              <a:path extrusionOk="0" h="7064883" w="6897878">
                <a:moveTo>
                  <a:pt x="0" y="0"/>
                </a:moveTo>
                <a:lnTo>
                  <a:pt x="6897878" y="0"/>
                </a:lnTo>
                <a:lnTo>
                  <a:pt x="6897878" y="7064883"/>
                </a:lnTo>
                <a:lnTo>
                  <a:pt x="0" y="7064883"/>
                </a:lnTo>
                <a:lnTo>
                  <a:pt x="0" y="0"/>
                </a:lnTo>
                <a:close/>
              </a:path>
            </a:pathLst>
          </a:custGeom>
          <a:blipFill rotWithShape="1">
            <a:blip r:embed="rId12">
              <a:alphaModFix/>
            </a:blip>
            <a:stretch>
              <a:fillRect b="0" l="-21" r="-21" t="0"/>
            </a:stretch>
          </a:blipFill>
          <a:ln>
            <a:noFill/>
          </a:ln>
        </p:spPr>
      </p:sp>
      <p:sp>
        <p:nvSpPr>
          <p:cNvPr id="377" name="Google Shape;377;p16"/>
          <p:cNvSpPr txBox="1"/>
          <p:nvPr/>
        </p:nvSpPr>
        <p:spPr>
          <a:xfrm>
            <a:off x="2338557" y="3581779"/>
            <a:ext cx="13610886" cy="3352042"/>
          </a:xfrm>
          <a:prstGeom prst="rect">
            <a:avLst/>
          </a:prstGeom>
          <a:noFill/>
          <a:ln>
            <a:noFill/>
          </a:ln>
        </p:spPr>
        <p:txBody>
          <a:bodyPr anchorCtr="0" anchor="t" bIns="0" lIns="0" spcFirstLastPara="1" rIns="0" wrap="square" tIns="0">
            <a:spAutoFit/>
          </a:bodyPr>
          <a:lstStyle/>
          <a:p>
            <a:pPr indent="0" lvl="0" marL="0" marR="0" rtl="0" algn="ctr">
              <a:lnSpc>
                <a:spcPct val="119993"/>
              </a:lnSpc>
              <a:spcBef>
                <a:spcPts val="0"/>
              </a:spcBef>
              <a:spcAft>
                <a:spcPts val="0"/>
              </a:spcAft>
              <a:buNone/>
            </a:pPr>
            <a:r>
              <a:rPr b="1" i="0" lang="en-US" sz="12814" u="none" cap="none" strike="noStrike">
                <a:solidFill>
                  <a:srgbClr val="3D3D3D"/>
                </a:solidFill>
                <a:latin typeface="Roboto"/>
                <a:ea typeface="Roboto"/>
                <a:cs typeface="Roboto"/>
                <a:sym typeface="Roboto"/>
              </a:rPr>
              <a:t>TABLA DE ENRUTAMIENTO</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DFD"/>
        </a:solidFill>
      </p:bgPr>
    </p:bg>
    <p:spTree>
      <p:nvGrpSpPr>
        <p:cNvPr id="385" name="Shape 385"/>
        <p:cNvGrpSpPr/>
        <p:nvPr/>
      </p:nvGrpSpPr>
      <p:grpSpPr>
        <a:xfrm>
          <a:off x="0" y="0"/>
          <a:ext cx="0" cy="0"/>
          <a:chOff x="0" y="0"/>
          <a:chExt cx="0" cy="0"/>
        </a:xfrm>
      </p:grpSpPr>
      <p:sp>
        <p:nvSpPr>
          <p:cNvPr id="386" name="Google Shape;386;p17"/>
          <p:cNvSpPr/>
          <p:nvPr/>
        </p:nvSpPr>
        <p:spPr>
          <a:xfrm rot="5400000">
            <a:off x="13923480" y="8609518"/>
            <a:ext cx="5821680" cy="6391085"/>
          </a:xfrm>
          <a:custGeom>
            <a:rect b="b" l="l" r="r" t="t"/>
            <a:pathLst>
              <a:path extrusionOk="0" h="8521446" w="7762240">
                <a:moveTo>
                  <a:pt x="0" y="0"/>
                </a:moveTo>
                <a:lnTo>
                  <a:pt x="7762240" y="0"/>
                </a:lnTo>
                <a:lnTo>
                  <a:pt x="7762240" y="8521446"/>
                </a:lnTo>
                <a:lnTo>
                  <a:pt x="0" y="8521446"/>
                </a:lnTo>
                <a:lnTo>
                  <a:pt x="0" y="0"/>
                </a:lnTo>
                <a:close/>
              </a:path>
            </a:pathLst>
          </a:custGeom>
          <a:blipFill rotWithShape="1">
            <a:blip r:embed="rId3">
              <a:alphaModFix/>
            </a:blip>
            <a:stretch>
              <a:fillRect b="0" l="-61" r="-61" t="0"/>
            </a:stretch>
          </a:blipFill>
          <a:ln>
            <a:noFill/>
          </a:ln>
        </p:spPr>
      </p:sp>
      <p:sp>
        <p:nvSpPr>
          <p:cNvPr id="387" name="Google Shape;387;p17"/>
          <p:cNvSpPr/>
          <p:nvPr/>
        </p:nvSpPr>
        <p:spPr>
          <a:xfrm rot="5400000">
            <a:off x="6635515" y="-3409276"/>
            <a:ext cx="4319969" cy="4742497"/>
          </a:xfrm>
          <a:custGeom>
            <a:rect b="b" l="l" r="r" t="t"/>
            <a:pathLst>
              <a:path extrusionOk="0" h="6323330" w="5759958">
                <a:moveTo>
                  <a:pt x="0" y="0"/>
                </a:moveTo>
                <a:lnTo>
                  <a:pt x="5759958" y="0"/>
                </a:lnTo>
                <a:lnTo>
                  <a:pt x="5759958" y="6323330"/>
                </a:lnTo>
                <a:lnTo>
                  <a:pt x="0" y="6323330"/>
                </a:lnTo>
                <a:lnTo>
                  <a:pt x="0" y="0"/>
                </a:lnTo>
                <a:close/>
              </a:path>
            </a:pathLst>
          </a:custGeom>
          <a:blipFill rotWithShape="1">
            <a:blip r:embed="rId4">
              <a:alphaModFix/>
            </a:blip>
            <a:stretch>
              <a:fillRect b="0" l="-61" r="-61" t="0"/>
            </a:stretch>
          </a:blipFill>
          <a:ln>
            <a:noFill/>
          </a:ln>
        </p:spPr>
      </p:sp>
      <p:sp>
        <p:nvSpPr>
          <p:cNvPr id="388" name="Google Shape;388;p17"/>
          <p:cNvSpPr/>
          <p:nvPr/>
        </p:nvSpPr>
        <p:spPr>
          <a:xfrm>
            <a:off x="14068478" y="-4412456"/>
            <a:ext cx="5531644" cy="5441156"/>
          </a:xfrm>
          <a:custGeom>
            <a:rect b="b" l="l" r="r" t="t"/>
            <a:pathLst>
              <a:path extrusionOk="0" h="7254875" w="7375525">
                <a:moveTo>
                  <a:pt x="0" y="0"/>
                </a:moveTo>
                <a:lnTo>
                  <a:pt x="7375525" y="0"/>
                </a:lnTo>
                <a:lnTo>
                  <a:pt x="7375525" y="7254875"/>
                </a:lnTo>
                <a:lnTo>
                  <a:pt x="0" y="7254875"/>
                </a:lnTo>
                <a:lnTo>
                  <a:pt x="0" y="0"/>
                </a:lnTo>
                <a:close/>
              </a:path>
            </a:pathLst>
          </a:custGeom>
          <a:blipFill rotWithShape="1">
            <a:blip r:embed="rId5">
              <a:alphaModFix/>
            </a:blip>
            <a:stretch>
              <a:fillRect b="-87" l="0" r="0" t="-87"/>
            </a:stretch>
          </a:blipFill>
          <a:ln>
            <a:noFill/>
          </a:ln>
        </p:spPr>
      </p:sp>
      <p:sp>
        <p:nvSpPr>
          <p:cNvPr id="389" name="Google Shape;389;p17"/>
          <p:cNvSpPr txBox="1"/>
          <p:nvPr/>
        </p:nvSpPr>
        <p:spPr>
          <a:xfrm>
            <a:off x="1546877" y="1825081"/>
            <a:ext cx="13971568" cy="1091692"/>
          </a:xfrm>
          <a:prstGeom prst="rect">
            <a:avLst/>
          </a:prstGeom>
          <a:noFill/>
          <a:ln>
            <a:noFill/>
          </a:ln>
        </p:spPr>
        <p:txBody>
          <a:bodyPr anchorCtr="0" anchor="t" bIns="0" lIns="0" spcFirstLastPara="1" rIns="0" wrap="square" tIns="0">
            <a:spAutoFit/>
          </a:bodyPr>
          <a:lstStyle/>
          <a:p>
            <a:pPr indent="0" lvl="0" marL="0" marR="0" rtl="0" algn="l">
              <a:lnSpc>
                <a:spcPct val="134408"/>
              </a:lnSpc>
              <a:spcBef>
                <a:spcPts val="0"/>
              </a:spcBef>
              <a:spcAft>
                <a:spcPts val="0"/>
              </a:spcAft>
              <a:buNone/>
            </a:pPr>
            <a:r>
              <a:rPr b="1" i="0" lang="en-US" sz="6199" u="none" cap="none" strike="noStrike">
                <a:solidFill>
                  <a:srgbClr val="3D3D3D"/>
                </a:solidFill>
                <a:latin typeface="Roboto"/>
                <a:ea typeface="Roboto"/>
                <a:cs typeface="Roboto"/>
                <a:sym typeface="Roboto"/>
              </a:rPr>
              <a:t>Tabla de enrutamiento</a:t>
            </a:r>
            <a:endParaRPr/>
          </a:p>
        </p:txBody>
      </p:sp>
      <p:sp>
        <p:nvSpPr>
          <p:cNvPr id="390" name="Google Shape;390;p17"/>
          <p:cNvSpPr txBox="1"/>
          <p:nvPr/>
        </p:nvSpPr>
        <p:spPr>
          <a:xfrm>
            <a:off x="1546877" y="3554670"/>
            <a:ext cx="14735669" cy="4435475"/>
          </a:xfrm>
          <a:prstGeom prst="rect">
            <a:avLst/>
          </a:prstGeom>
          <a:noFill/>
          <a:ln>
            <a:noFill/>
          </a:ln>
        </p:spPr>
        <p:txBody>
          <a:bodyPr anchorCtr="0" anchor="t" bIns="0" lIns="0" spcFirstLastPara="1" rIns="0" wrap="square" tIns="0">
            <a:spAutoFit/>
          </a:bodyPr>
          <a:lstStyle/>
          <a:p>
            <a:pPr indent="0" lvl="0" marL="0" marR="0" rtl="0" algn="just">
              <a:lnSpc>
                <a:spcPct val="167984"/>
              </a:lnSpc>
              <a:spcBef>
                <a:spcPts val="0"/>
              </a:spcBef>
              <a:spcAft>
                <a:spcPts val="0"/>
              </a:spcAft>
              <a:buNone/>
            </a:pPr>
            <a:r>
              <a:rPr b="0" i="0" lang="en-US" sz="1999" u="none" cap="none" strike="noStrike">
                <a:solidFill>
                  <a:srgbClr val="3D3D3D"/>
                </a:solidFill>
                <a:latin typeface="Roboto"/>
                <a:ea typeface="Roboto"/>
                <a:cs typeface="Roboto"/>
                <a:sym typeface="Roboto"/>
              </a:rPr>
              <a:t>Los dispositivos de red utilizan la información de la tabla de enrutamiento para determinar la mejor ruta para enviar los paquetes de datos.</a:t>
            </a:r>
            <a:endParaRPr/>
          </a:p>
          <a:p>
            <a:pPr indent="0" lvl="0" marL="0" marR="0" rtl="0" algn="just">
              <a:lnSpc>
                <a:spcPct val="117658"/>
              </a:lnSpc>
              <a:spcBef>
                <a:spcPts val="0"/>
              </a:spcBef>
              <a:spcAft>
                <a:spcPts val="0"/>
              </a:spcAft>
              <a:buNone/>
            </a:pPr>
            <a:r>
              <a:t/>
            </a:r>
            <a:endParaRPr b="0" i="0" sz="1999" u="none" cap="none" strike="noStrike">
              <a:solidFill>
                <a:srgbClr val="3D3D3D"/>
              </a:solidFill>
              <a:latin typeface="Roboto"/>
              <a:ea typeface="Roboto"/>
              <a:cs typeface="Roboto"/>
              <a:sym typeface="Roboto"/>
            </a:endParaRPr>
          </a:p>
          <a:p>
            <a:pPr indent="0" lvl="0" marL="0" marR="0" rtl="0" algn="just">
              <a:lnSpc>
                <a:spcPct val="167984"/>
              </a:lnSpc>
              <a:spcBef>
                <a:spcPts val="0"/>
              </a:spcBef>
              <a:spcAft>
                <a:spcPts val="0"/>
              </a:spcAft>
              <a:buNone/>
            </a:pPr>
            <a:r>
              <a:rPr b="0" i="0" lang="en-US" sz="1999" u="none" cap="none" strike="noStrike">
                <a:solidFill>
                  <a:srgbClr val="3D3D3D"/>
                </a:solidFill>
                <a:latin typeface="Roboto"/>
                <a:ea typeface="Roboto"/>
                <a:cs typeface="Roboto"/>
                <a:sym typeface="Roboto"/>
              </a:rPr>
              <a:t>Si un dispositivo de red no tiene una ruta disponible en su tabla de enrutamiento, enviará el paquete de datos a través de una puerta de enlace predeterminada.</a:t>
            </a:r>
            <a:endParaRPr/>
          </a:p>
          <a:p>
            <a:pPr indent="0" lvl="0" marL="0" marR="0" rtl="0" algn="just">
              <a:lnSpc>
                <a:spcPct val="117658"/>
              </a:lnSpc>
              <a:spcBef>
                <a:spcPts val="0"/>
              </a:spcBef>
              <a:spcAft>
                <a:spcPts val="0"/>
              </a:spcAft>
              <a:buNone/>
            </a:pPr>
            <a:r>
              <a:t/>
            </a:r>
            <a:endParaRPr b="0" i="0" sz="1999" u="none" cap="none" strike="noStrike">
              <a:solidFill>
                <a:srgbClr val="3D3D3D"/>
              </a:solidFill>
              <a:latin typeface="Roboto"/>
              <a:ea typeface="Roboto"/>
              <a:cs typeface="Roboto"/>
              <a:sym typeface="Roboto"/>
            </a:endParaRPr>
          </a:p>
          <a:p>
            <a:pPr indent="0" lvl="0" marL="0" marR="0" rtl="0" algn="just">
              <a:lnSpc>
                <a:spcPct val="167984"/>
              </a:lnSpc>
              <a:spcBef>
                <a:spcPts val="0"/>
              </a:spcBef>
              <a:spcAft>
                <a:spcPts val="0"/>
              </a:spcAft>
              <a:buNone/>
            </a:pPr>
            <a:r>
              <a:rPr b="0" i="0" lang="en-US" sz="1999" u="none" cap="none" strike="noStrike">
                <a:solidFill>
                  <a:srgbClr val="3D3D3D"/>
                </a:solidFill>
                <a:latin typeface="Roboto"/>
                <a:ea typeface="Roboto"/>
                <a:cs typeface="Roboto"/>
                <a:sym typeface="Roboto"/>
              </a:rPr>
              <a:t>Es importante tener en cuenta que las tablas de enrutamiento son dinámicas y pueden cambiar con el tiempo en función de los cambios en la red.</a:t>
            </a:r>
            <a:endParaRPr/>
          </a:p>
          <a:p>
            <a:pPr indent="0" lvl="0" marL="0" marR="0" rtl="0" algn="just">
              <a:lnSpc>
                <a:spcPct val="117658"/>
              </a:lnSpc>
              <a:spcBef>
                <a:spcPts val="0"/>
              </a:spcBef>
              <a:spcAft>
                <a:spcPts val="0"/>
              </a:spcAft>
              <a:buNone/>
            </a:pPr>
            <a:r>
              <a:t/>
            </a:r>
            <a:endParaRPr b="0" i="0" sz="1999" u="none" cap="none" strike="noStrike">
              <a:solidFill>
                <a:srgbClr val="3D3D3D"/>
              </a:solidFill>
              <a:latin typeface="Roboto"/>
              <a:ea typeface="Roboto"/>
              <a:cs typeface="Roboto"/>
              <a:sym typeface="Roboto"/>
            </a:endParaRPr>
          </a:p>
          <a:p>
            <a:pPr indent="0" lvl="0" marL="0" marR="0" rtl="0" algn="just">
              <a:lnSpc>
                <a:spcPct val="167984"/>
              </a:lnSpc>
              <a:spcBef>
                <a:spcPts val="0"/>
              </a:spcBef>
              <a:spcAft>
                <a:spcPts val="0"/>
              </a:spcAft>
              <a:buNone/>
            </a:pPr>
            <a:r>
              <a:rPr b="0" i="0" lang="en-US" sz="1999" u="none" cap="none" strike="noStrike">
                <a:solidFill>
                  <a:srgbClr val="3D3D3D"/>
                </a:solidFill>
                <a:latin typeface="Roboto"/>
                <a:ea typeface="Roboto"/>
                <a:cs typeface="Roboto"/>
                <a:sym typeface="Roboto"/>
              </a:rPr>
              <a:t>Los protocolos de enrutamiento dinámico actualizan automáticamente las tablas de enrutamiento para reflejar los cambios en la red, mientras que el enrutamiento estático requiere actualizaciones manuales de la tabla de enrutamiento.</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DFD"/>
        </a:solidFill>
      </p:bgPr>
    </p:bg>
    <p:spTree>
      <p:nvGrpSpPr>
        <p:cNvPr id="398" name="Shape 398"/>
        <p:cNvGrpSpPr/>
        <p:nvPr/>
      </p:nvGrpSpPr>
      <p:grpSpPr>
        <a:xfrm>
          <a:off x="0" y="0"/>
          <a:ext cx="0" cy="0"/>
          <a:chOff x="0" y="0"/>
          <a:chExt cx="0" cy="0"/>
        </a:xfrm>
      </p:grpSpPr>
      <p:sp>
        <p:nvSpPr>
          <p:cNvPr id="399" name="Google Shape;399;p18"/>
          <p:cNvSpPr/>
          <p:nvPr/>
        </p:nvSpPr>
        <p:spPr>
          <a:xfrm>
            <a:off x="17005088" y="7107769"/>
            <a:ext cx="4013930" cy="4551902"/>
          </a:xfrm>
          <a:custGeom>
            <a:rect b="b" l="l" r="r" t="t"/>
            <a:pathLst>
              <a:path extrusionOk="0" h="6069203" w="5351907">
                <a:moveTo>
                  <a:pt x="0" y="0"/>
                </a:moveTo>
                <a:lnTo>
                  <a:pt x="5351907" y="0"/>
                </a:lnTo>
                <a:lnTo>
                  <a:pt x="5351907" y="6069203"/>
                </a:lnTo>
                <a:lnTo>
                  <a:pt x="0" y="6069203"/>
                </a:lnTo>
                <a:lnTo>
                  <a:pt x="0" y="0"/>
                </a:lnTo>
                <a:close/>
              </a:path>
            </a:pathLst>
          </a:custGeom>
          <a:blipFill rotWithShape="1">
            <a:blip r:embed="rId3">
              <a:alphaModFix/>
            </a:blip>
            <a:stretch>
              <a:fillRect b="0" l="-22" r="-22" t="0"/>
            </a:stretch>
          </a:blipFill>
          <a:ln>
            <a:noFill/>
          </a:ln>
        </p:spPr>
      </p:sp>
      <p:sp>
        <p:nvSpPr>
          <p:cNvPr id="400" name="Google Shape;400;p18"/>
          <p:cNvSpPr/>
          <p:nvPr/>
        </p:nvSpPr>
        <p:spPr>
          <a:xfrm>
            <a:off x="17005088" y="2916773"/>
            <a:ext cx="4324636" cy="4191000"/>
          </a:xfrm>
          <a:custGeom>
            <a:rect b="b" l="l" r="r" t="t"/>
            <a:pathLst>
              <a:path extrusionOk="0" h="5588000" w="5766181">
                <a:moveTo>
                  <a:pt x="0" y="0"/>
                </a:moveTo>
                <a:lnTo>
                  <a:pt x="5766181" y="0"/>
                </a:lnTo>
                <a:lnTo>
                  <a:pt x="5766181" y="5588000"/>
                </a:lnTo>
                <a:lnTo>
                  <a:pt x="0" y="5588000"/>
                </a:lnTo>
                <a:lnTo>
                  <a:pt x="0" y="0"/>
                </a:lnTo>
                <a:close/>
              </a:path>
            </a:pathLst>
          </a:custGeom>
          <a:blipFill rotWithShape="1">
            <a:blip r:embed="rId4">
              <a:alphaModFix/>
            </a:blip>
            <a:stretch>
              <a:fillRect b="-5" l="0" r="0" t="-5"/>
            </a:stretch>
          </a:blipFill>
          <a:ln>
            <a:noFill/>
          </a:ln>
        </p:spPr>
      </p:sp>
      <p:sp>
        <p:nvSpPr>
          <p:cNvPr id="401" name="Google Shape;401;p18"/>
          <p:cNvSpPr/>
          <p:nvPr/>
        </p:nvSpPr>
        <p:spPr>
          <a:xfrm rot="-7876794">
            <a:off x="17325823" y="-495361"/>
            <a:ext cx="3683222" cy="3522536"/>
          </a:xfrm>
          <a:custGeom>
            <a:rect b="b" l="l" r="r" t="t"/>
            <a:pathLst>
              <a:path extrusionOk="0" h="4696714" w="4910963">
                <a:moveTo>
                  <a:pt x="0" y="0"/>
                </a:moveTo>
                <a:lnTo>
                  <a:pt x="4910963" y="0"/>
                </a:lnTo>
                <a:lnTo>
                  <a:pt x="4910963" y="4696714"/>
                </a:lnTo>
                <a:lnTo>
                  <a:pt x="0" y="4696714"/>
                </a:lnTo>
                <a:lnTo>
                  <a:pt x="0" y="0"/>
                </a:lnTo>
                <a:close/>
              </a:path>
            </a:pathLst>
          </a:custGeom>
          <a:blipFill rotWithShape="1">
            <a:blip r:embed="rId5">
              <a:alphaModFix/>
            </a:blip>
            <a:stretch>
              <a:fillRect b="0" l="-39" r="-39" t="0"/>
            </a:stretch>
          </a:blipFill>
          <a:ln>
            <a:noFill/>
          </a:ln>
        </p:spPr>
      </p:sp>
      <p:sp>
        <p:nvSpPr>
          <p:cNvPr id="402" name="Google Shape;402;p18"/>
          <p:cNvSpPr txBox="1"/>
          <p:nvPr/>
        </p:nvSpPr>
        <p:spPr>
          <a:xfrm>
            <a:off x="1546877" y="1825081"/>
            <a:ext cx="13971568" cy="1091692"/>
          </a:xfrm>
          <a:prstGeom prst="rect">
            <a:avLst/>
          </a:prstGeom>
          <a:noFill/>
          <a:ln>
            <a:noFill/>
          </a:ln>
        </p:spPr>
        <p:txBody>
          <a:bodyPr anchorCtr="0" anchor="t" bIns="0" lIns="0" spcFirstLastPara="1" rIns="0" wrap="square" tIns="0">
            <a:spAutoFit/>
          </a:bodyPr>
          <a:lstStyle/>
          <a:p>
            <a:pPr indent="0" lvl="0" marL="0" marR="0" rtl="0" algn="l">
              <a:lnSpc>
                <a:spcPct val="134408"/>
              </a:lnSpc>
              <a:spcBef>
                <a:spcPts val="0"/>
              </a:spcBef>
              <a:spcAft>
                <a:spcPts val="0"/>
              </a:spcAft>
              <a:buNone/>
            </a:pPr>
            <a:r>
              <a:rPr b="1" i="0" lang="en-US" sz="6199" u="none" cap="none" strike="noStrike">
                <a:solidFill>
                  <a:srgbClr val="3D3D3D"/>
                </a:solidFill>
                <a:latin typeface="Roboto"/>
                <a:ea typeface="Roboto"/>
                <a:cs typeface="Roboto"/>
                <a:sym typeface="Roboto"/>
              </a:rPr>
              <a:t>Métodos de selección de ruta</a:t>
            </a:r>
            <a:endParaRPr/>
          </a:p>
        </p:txBody>
      </p:sp>
      <p:sp>
        <p:nvSpPr>
          <p:cNvPr id="403" name="Google Shape;403;p18"/>
          <p:cNvSpPr txBox="1"/>
          <p:nvPr/>
        </p:nvSpPr>
        <p:spPr>
          <a:xfrm>
            <a:off x="1546877" y="3554670"/>
            <a:ext cx="14735669" cy="4102100"/>
          </a:xfrm>
          <a:prstGeom prst="rect">
            <a:avLst/>
          </a:prstGeom>
          <a:noFill/>
          <a:ln>
            <a:noFill/>
          </a:ln>
        </p:spPr>
        <p:txBody>
          <a:bodyPr anchorCtr="0" anchor="t" bIns="0" lIns="0" spcFirstLastPara="1" rIns="0" wrap="square" tIns="0">
            <a:spAutoFit/>
          </a:bodyPr>
          <a:lstStyle/>
          <a:p>
            <a:pPr indent="0" lvl="0" marL="0" marR="0" rtl="0" algn="just">
              <a:lnSpc>
                <a:spcPct val="167984"/>
              </a:lnSpc>
              <a:spcBef>
                <a:spcPts val="0"/>
              </a:spcBef>
              <a:spcAft>
                <a:spcPts val="0"/>
              </a:spcAft>
              <a:buNone/>
            </a:pPr>
            <a:r>
              <a:rPr b="0" i="0" lang="en-US" sz="1999" u="none" cap="none" strike="noStrike">
                <a:solidFill>
                  <a:srgbClr val="3D3D3D"/>
                </a:solidFill>
                <a:latin typeface="Roboto"/>
                <a:ea typeface="Roboto"/>
                <a:cs typeface="Roboto"/>
                <a:sym typeface="Roboto"/>
              </a:rPr>
              <a:t>Existen varios métodos que los dispositivos de red utilizan para seleccionar la ruta óptima a través de la red. Estos métodos incluyen:</a:t>
            </a:r>
            <a:endParaRPr/>
          </a:p>
          <a:p>
            <a:pPr indent="0" lvl="0" marL="0" marR="0" rtl="0" algn="just">
              <a:lnSpc>
                <a:spcPct val="117658"/>
              </a:lnSpc>
              <a:spcBef>
                <a:spcPts val="0"/>
              </a:spcBef>
              <a:spcAft>
                <a:spcPts val="0"/>
              </a:spcAft>
              <a:buNone/>
            </a:pPr>
            <a:r>
              <a:t/>
            </a:r>
            <a:endParaRPr b="0" i="0" sz="1999" u="none" cap="none" strike="noStrike">
              <a:solidFill>
                <a:srgbClr val="3D3D3D"/>
              </a:solidFill>
              <a:latin typeface="Roboto"/>
              <a:ea typeface="Roboto"/>
              <a:cs typeface="Roboto"/>
              <a:sym typeface="Roboto"/>
            </a:endParaRPr>
          </a:p>
          <a:p>
            <a:pPr indent="-136474" lvl="3" marL="545898" marR="0" rtl="0" algn="just">
              <a:lnSpc>
                <a:spcPct val="167984"/>
              </a:lnSpc>
              <a:spcBef>
                <a:spcPts val="0"/>
              </a:spcBef>
              <a:spcAft>
                <a:spcPts val="0"/>
              </a:spcAft>
              <a:buClr>
                <a:srgbClr val="3D3D3D"/>
              </a:buClr>
              <a:buSzPts val="1999"/>
              <a:buFont typeface="Arial"/>
              <a:buChar char="￭"/>
            </a:pPr>
            <a:r>
              <a:rPr b="1" i="0" lang="en-US" sz="1999" u="none" cap="none" strike="noStrike">
                <a:solidFill>
                  <a:srgbClr val="3D3D3D"/>
                </a:solidFill>
                <a:latin typeface="Roboto"/>
                <a:ea typeface="Roboto"/>
                <a:cs typeface="Roboto"/>
                <a:sym typeface="Roboto"/>
              </a:rPr>
              <a:t>Métrica</a:t>
            </a:r>
            <a:r>
              <a:rPr b="0" i="0" lang="en-US" sz="1999" u="none" cap="none" strike="noStrike">
                <a:solidFill>
                  <a:srgbClr val="3D3D3D"/>
                </a:solidFill>
                <a:latin typeface="Roboto"/>
                <a:ea typeface="Roboto"/>
                <a:cs typeface="Roboto"/>
                <a:sym typeface="Roboto"/>
              </a:rPr>
              <a:t>: La métrica es un valor numérico utilizado para representar el costo de una ruta. Los dispositivos de red utilizan la métrica para seleccionar la ruta con el menor costo, que es generalmente la ruta más corta y rápida a través de la red.</a:t>
            </a:r>
            <a:endParaRPr/>
          </a:p>
          <a:p>
            <a:pPr indent="-136474" lvl="3" marL="545898" marR="0" rtl="0" algn="just">
              <a:lnSpc>
                <a:spcPct val="117658"/>
              </a:lnSpc>
              <a:spcBef>
                <a:spcPts val="0"/>
              </a:spcBef>
              <a:spcAft>
                <a:spcPts val="0"/>
              </a:spcAft>
              <a:buNone/>
            </a:pPr>
            <a:r>
              <a:t/>
            </a:r>
            <a:endParaRPr b="0" i="0" sz="1999" u="none" cap="none" strike="noStrike">
              <a:solidFill>
                <a:srgbClr val="3D3D3D"/>
              </a:solidFill>
              <a:latin typeface="Roboto"/>
              <a:ea typeface="Roboto"/>
              <a:cs typeface="Roboto"/>
              <a:sym typeface="Roboto"/>
            </a:endParaRPr>
          </a:p>
          <a:p>
            <a:pPr indent="-136474" lvl="3" marL="545898" marR="0" rtl="0" algn="just">
              <a:lnSpc>
                <a:spcPct val="167984"/>
              </a:lnSpc>
              <a:spcBef>
                <a:spcPts val="0"/>
              </a:spcBef>
              <a:spcAft>
                <a:spcPts val="0"/>
              </a:spcAft>
              <a:buClr>
                <a:srgbClr val="3D3D3D"/>
              </a:buClr>
              <a:buSzPts val="1999"/>
              <a:buFont typeface="Arial"/>
              <a:buChar char="￭"/>
            </a:pPr>
            <a:r>
              <a:rPr b="1" i="0" lang="en-US" sz="1999" u="none" cap="none" strike="noStrike">
                <a:solidFill>
                  <a:srgbClr val="3D3D3D"/>
                </a:solidFill>
                <a:latin typeface="Roboto"/>
                <a:ea typeface="Roboto"/>
                <a:cs typeface="Roboto"/>
                <a:sym typeface="Roboto"/>
              </a:rPr>
              <a:t>Longitud del prefijo</a:t>
            </a:r>
            <a:r>
              <a:rPr b="0" i="0" lang="en-US" sz="1999" u="none" cap="none" strike="noStrike">
                <a:solidFill>
                  <a:srgbClr val="3D3D3D"/>
                </a:solidFill>
                <a:latin typeface="Roboto"/>
                <a:ea typeface="Roboto"/>
                <a:cs typeface="Roboto"/>
                <a:sym typeface="Roboto"/>
              </a:rPr>
              <a:t>: La longitud del prefijo se refiere a la cantidad de bits en una dirección IP que se utilizan para identificar la red. Los dispositivos de red utilizan la longitud del prefijo para seleccionar la ruta que coincide con la dirección IP de destino con el prefijo más largo. Esto asegura que el paquete de datos se envíe a la red correcta.</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DFD"/>
        </a:solidFill>
      </p:bgPr>
    </p:bg>
    <p:spTree>
      <p:nvGrpSpPr>
        <p:cNvPr id="411" name="Shape 411"/>
        <p:cNvGrpSpPr/>
        <p:nvPr/>
      </p:nvGrpSpPr>
      <p:grpSpPr>
        <a:xfrm>
          <a:off x="0" y="0"/>
          <a:ext cx="0" cy="0"/>
          <a:chOff x="0" y="0"/>
          <a:chExt cx="0" cy="0"/>
        </a:xfrm>
      </p:grpSpPr>
      <p:sp>
        <p:nvSpPr>
          <p:cNvPr id="412" name="Google Shape;412;p19"/>
          <p:cNvSpPr/>
          <p:nvPr/>
        </p:nvSpPr>
        <p:spPr>
          <a:xfrm>
            <a:off x="17005088" y="7107769"/>
            <a:ext cx="4013930" cy="4551902"/>
          </a:xfrm>
          <a:custGeom>
            <a:rect b="b" l="l" r="r" t="t"/>
            <a:pathLst>
              <a:path extrusionOk="0" h="6069203" w="5351907">
                <a:moveTo>
                  <a:pt x="0" y="0"/>
                </a:moveTo>
                <a:lnTo>
                  <a:pt x="5351907" y="0"/>
                </a:lnTo>
                <a:lnTo>
                  <a:pt x="5351907" y="6069203"/>
                </a:lnTo>
                <a:lnTo>
                  <a:pt x="0" y="6069203"/>
                </a:lnTo>
                <a:lnTo>
                  <a:pt x="0" y="0"/>
                </a:lnTo>
                <a:close/>
              </a:path>
            </a:pathLst>
          </a:custGeom>
          <a:blipFill rotWithShape="1">
            <a:blip r:embed="rId3">
              <a:alphaModFix/>
            </a:blip>
            <a:stretch>
              <a:fillRect b="0" l="-22" r="-22" t="0"/>
            </a:stretch>
          </a:blipFill>
          <a:ln>
            <a:noFill/>
          </a:ln>
        </p:spPr>
      </p:sp>
      <p:sp>
        <p:nvSpPr>
          <p:cNvPr id="413" name="Google Shape;413;p19"/>
          <p:cNvSpPr/>
          <p:nvPr/>
        </p:nvSpPr>
        <p:spPr>
          <a:xfrm>
            <a:off x="17005088" y="2916773"/>
            <a:ext cx="4324636" cy="4191000"/>
          </a:xfrm>
          <a:custGeom>
            <a:rect b="b" l="l" r="r" t="t"/>
            <a:pathLst>
              <a:path extrusionOk="0" h="5588000" w="5766181">
                <a:moveTo>
                  <a:pt x="0" y="0"/>
                </a:moveTo>
                <a:lnTo>
                  <a:pt x="5766181" y="0"/>
                </a:lnTo>
                <a:lnTo>
                  <a:pt x="5766181" y="5588000"/>
                </a:lnTo>
                <a:lnTo>
                  <a:pt x="0" y="5588000"/>
                </a:lnTo>
                <a:lnTo>
                  <a:pt x="0" y="0"/>
                </a:lnTo>
                <a:close/>
              </a:path>
            </a:pathLst>
          </a:custGeom>
          <a:blipFill rotWithShape="1">
            <a:blip r:embed="rId4">
              <a:alphaModFix/>
            </a:blip>
            <a:stretch>
              <a:fillRect b="-5" l="0" r="0" t="-5"/>
            </a:stretch>
          </a:blipFill>
          <a:ln>
            <a:noFill/>
          </a:ln>
        </p:spPr>
      </p:sp>
      <p:sp>
        <p:nvSpPr>
          <p:cNvPr id="414" name="Google Shape;414;p19"/>
          <p:cNvSpPr/>
          <p:nvPr/>
        </p:nvSpPr>
        <p:spPr>
          <a:xfrm rot="-7876794">
            <a:off x="17325823" y="-495361"/>
            <a:ext cx="3683222" cy="3522536"/>
          </a:xfrm>
          <a:custGeom>
            <a:rect b="b" l="l" r="r" t="t"/>
            <a:pathLst>
              <a:path extrusionOk="0" h="4696714" w="4910963">
                <a:moveTo>
                  <a:pt x="0" y="0"/>
                </a:moveTo>
                <a:lnTo>
                  <a:pt x="4910963" y="0"/>
                </a:lnTo>
                <a:lnTo>
                  <a:pt x="4910963" y="4696714"/>
                </a:lnTo>
                <a:lnTo>
                  <a:pt x="0" y="4696714"/>
                </a:lnTo>
                <a:lnTo>
                  <a:pt x="0" y="0"/>
                </a:lnTo>
                <a:close/>
              </a:path>
            </a:pathLst>
          </a:custGeom>
          <a:blipFill rotWithShape="1">
            <a:blip r:embed="rId5">
              <a:alphaModFix/>
            </a:blip>
            <a:stretch>
              <a:fillRect b="0" l="-39" r="-39" t="0"/>
            </a:stretch>
          </a:blipFill>
          <a:ln>
            <a:noFill/>
          </a:ln>
        </p:spPr>
      </p:sp>
      <p:sp>
        <p:nvSpPr>
          <p:cNvPr id="415" name="Google Shape;415;p19"/>
          <p:cNvSpPr txBox="1"/>
          <p:nvPr/>
        </p:nvSpPr>
        <p:spPr>
          <a:xfrm>
            <a:off x="1546877" y="1825081"/>
            <a:ext cx="13971568" cy="1091692"/>
          </a:xfrm>
          <a:prstGeom prst="rect">
            <a:avLst/>
          </a:prstGeom>
          <a:noFill/>
          <a:ln>
            <a:noFill/>
          </a:ln>
        </p:spPr>
        <p:txBody>
          <a:bodyPr anchorCtr="0" anchor="t" bIns="0" lIns="0" spcFirstLastPara="1" rIns="0" wrap="square" tIns="0">
            <a:spAutoFit/>
          </a:bodyPr>
          <a:lstStyle/>
          <a:p>
            <a:pPr indent="0" lvl="0" marL="0" marR="0" rtl="0" algn="l">
              <a:lnSpc>
                <a:spcPct val="134408"/>
              </a:lnSpc>
              <a:spcBef>
                <a:spcPts val="0"/>
              </a:spcBef>
              <a:spcAft>
                <a:spcPts val="0"/>
              </a:spcAft>
              <a:buNone/>
            </a:pPr>
            <a:r>
              <a:rPr b="1" i="0" lang="en-US" sz="6199" u="none" cap="none" strike="noStrike">
                <a:solidFill>
                  <a:srgbClr val="3D3D3D"/>
                </a:solidFill>
                <a:latin typeface="Roboto"/>
                <a:ea typeface="Roboto"/>
                <a:cs typeface="Roboto"/>
                <a:sym typeface="Roboto"/>
              </a:rPr>
              <a:t>Métodos de selección de ruta</a:t>
            </a:r>
            <a:endParaRPr/>
          </a:p>
        </p:txBody>
      </p:sp>
      <p:sp>
        <p:nvSpPr>
          <p:cNvPr id="416" name="Google Shape;416;p19"/>
          <p:cNvSpPr txBox="1"/>
          <p:nvPr/>
        </p:nvSpPr>
        <p:spPr>
          <a:xfrm>
            <a:off x="1546877" y="3668712"/>
            <a:ext cx="14735669" cy="2692400"/>
          </a:xfrm>
          <a:prstGeom prst="rect">
            <a:avLst/>
          </a:prstGeom>
          <a:noFill/>
          <a:ln>
            <a:noFill/>
          </a:ln>
        </p:spPr>
        <p:txBody>
          <a:bodyPr anchorCtr="0" anchor="t" bIns="0" lIns="0" spcFirstLastPara="1" rIns="0" wrap="square" tIns="0">
            <a:spAutoFit/>
          </a:bodyPr>
          <a:lstStyle/>
          <a:p>
            <a:pPr indent="-136474" lvl="3" marL="545898" marR="0" rtl="0" algn="just">
              <a:lnSpc>
                <a:spcPct val="167984"/>
              </a:lnSpc>
              <a:spcBef>
                <a:spcPts val="0"/>
              </a:spcBef>
              <a:spcAft>
                <a:spcPts val="0"/>
              </a:spcAft>
              <a:buClr>
                <a:srgbClr val="3D3D3D"/>
              </a:buClr>
              <a:buSzPts val="1999"/>
              <a:buFont typeface="Arial"/>
              <a:buChar char="￭"/>
            </a:pPr>
            <a:r>
              <a:rPr b="1" i="0" lang="en-US" sz="1999" u="none" cap="none" strike="noStrike">
                <a:solidFill>
                  <a:srgbClr val="3D3D3D"/>
                </a:solidFill>
                <a:latin typeface="Roboto"/>
                <a:ea typeface="Roboto"/>
                <a:cs typeface="Roboto"/>
                <a:sym typeface="Roboto"/>
              </a:rPr>
              <a:t>Ancho de banda</a:t>
            </a:r>
            <a:r>
              <a:rPr b="0" i="0" lang="en-US" sz="1999" u="none" cap="none" strike="noStrike">
                <a:solidFill>
                  <a:srgbClr val="3D3D3D"/>
                </a:solidFill>
                <a:latin typeface="Roboto"/>
                <a:ea typeface="Roboto"/>
                <a:cs typeface="Roboto"/>
                <a:sym typeface="Roboto"/>
              </a:rPr>
              <a:t>: El ancho de banda se refiere a la cantidad de datos que se pueden transmitir a través de una conexión en un período de tiempo determinado. Los dispositivos de red pueden utilizar el ancho de banda para seleccionar la ruta con el ancho de banda más alto, lo que garantiza una conexión más rápida y confiable.</a:t>
            </a:r>
            <a:endParaRPr/>
          </a:p>
          <a:p>
            <a:pPr indent="-136474" lvl="3" marL="545898" marR="0" rtl="0" algn="just">
              <a:lnSpc>
                <a:spcPct val="117658"/>
              </a:lnSpc>
              <a:spcBef>
                <a:spcPts val="0"/>
              </a:spcBef>
              <a:spcAft>
                <a:spcPts val="0"/>
              </a:spcAft>
              <a:buNone/>
            </a:pPr>
            <a:r>
              <a:t/>
            </a:r>
            <a:endParaRPr b="0" i="0" sz="1999" u="none" cap="none" strike="noStrike">
              <a:solidFill>
                <a:srgbClr val="3D3D3D"/>
              </a:solidFill>
              <a:latin typeface="Roboto"/>
              <a:ea typeface="Roboto"/>
              <a:cs typeface="Roboto"/>
              <a:sym typeface="Roboto"/>
            </a:endParaRPr>
          </a:p>
          <a:p>
            <a:pPr indent="-136474" lvl="3" marL="545898" marR="0" rtl="0" algn="just">
              <a:lnSpc>
                <a:spcPct val="167984"/>
              </a:lnSpc>
              <a:spcBef>
                <a:spcPts val="0"/>
              </a:spcBef>
              <a:spcAft>
                <a:spcPts val="0"/>
              </a:spcAft>
              <a:buClr>
                <a:srgbClr val="3D3D3D"/>
              </a:buClr>
              <a:buSzPts val="1999"/>
              <a:buFont typeface="Arial"/>
              <a:buChar char="￭"/>
            </a:pPr>
            <a:r>
              <a:rPr b="1" i="0" lang="en-US" sz="1999" u="none" cap="none" strike="noStrike">
                <a:solidFill>
                  <a:srgbClr val="3D3D3D"/>
                </a:solidFill>
                <a:latin typeface="Roboto"/>
                <a:ea typeface="Roboto"/>
                <a:cs typeface="Roboto"/>
                <a:sym typeface="Roboto"/>
              </a:rPr>
              <a:t>Latencia</a:t>
            </a:r>
            <a:r>
              <a:rPr b="0" i="0" lang="en-US" sz="1999" u="none" cap="none" strike="noStrike">
                <a:solidFill>
                  <a:srgbClr val="3D3D3D"/>
                </a:solidFill>
                <a:latin typeface="Roboto"/>
                <a:ea typeface="Roboto"/>
                <a:cs typeface="Roboto"/>
                <a:sym typeface="Roboto"/>
              </a:rPr>
              <a:t>: La latencia se refiere al tiempo que tarda un paquete de datos en viajar de un dispositivo a otro a través de la red. Los dispositivos de red pueden utilizar la latencia para seleccionar la ruta con la latencia más baja, lo que garantiza una conexión más rápida y confiable.</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DFD"/>
        </a:solidFill>
      </p:bgPr>
    </p:bg>
    <p:spTree>
      <p:nvGrpSpPr>
        <p:cNvPr id="424" name="Shape 424"/>
        <p:cNvGrpSpPr/>
        <p:nvPr/>
      </p:nvGrpSpPr>
      <p:grpSpPr>
        <a:xfrm>
          <a:off x="0" y="0"/>
          <a:ext cx="0" cy="0"/>
          <a:chOff x="0" y="0"/>
          <a:chExt cx="0" cy="0"/>
        </a:xfrm>
      </p:grpSpPr>
      <p:sp>
        <p:nvSpPr>
          <p:cNvPr id="425" name="Google Shape;425;p20"/>
          <p:cNvSpPr/>
          <p:nvPr/>
        </p:nvSpPr>
        <p:spPr>
          <a:xfrm rot="5400000">
            <a:off x="13923480" y="8609518"/>
            <a:ext cx="5821680" cy="6391085"/>
          </a:xfrm>
          <a:custGeom>
            <a:rect b="b" l="l" r="r" t="t"/>
            <a:pathLst>
              <a:path extrusionOk="0" h="8521446" w="7762240">
                <a:moveTo>
                  <a:pt x="0" y="0"/>
                </a:moveTo>
                <a:lnTo>
                  <a:pt x="7762240" y="0"/>
                </a:lnTo>
                <a:lnTo>
                  <a:pt x="7762240" y="8521446"/>
                </a:lnTo>
                <a:lnTo>
                  <a:pt x="0" y="8521446"/>
                </a:lnTo>
                <a:lnTo>
                  <a:pt x="0" y="0"/>
                </a:lnTo>
                <a:close/>
              </a:path>
            </a:pathLst>
          </a:custGeom>
          <a:blipFill rotWithShape="1">
            <a:blip r:embed="rId3">
              <a:alphaModFix/>
            </a:blip>
            <a:stretch>
              <a:fillRect b="0" l="-61" r="-61" t="0"/>
            </a:stretch>
          </a:blipFill>
          <a:ln>
            <a:noFill/>
          </a:ln>
        </p:spPr>
      </p:sp>
      <p:sp>
        <p:nvSpPr>
          <p:cNvPr id="426" name="Google Shape;426;p20"/>
          <p:cNvSpPr/>
          <p:nvPr/>
        </p:nvSpPr>
        <p:spPr>
          <a:xfrm rot="5400000">
            <a:off x="6635515" y="-3409276"/>
            <a:ext cx="4319969" cy="4742497"/>
          </a:xfrm>
          <a:custGeom>
            <a:rect b="b" l="l" r="r" t="t"/>
            <a:pathLst>
              <a:path extrusionOk="0" h="6323330" w="5759958">
                <a:moveTo>
                  <a:pt x="0" y="0"/>
                </a:moveTo>
                <a:lnTo>
                  <a:pt x="5759958" y="0"/>
                </a:lnTo>
                <a:lnTo>
                  <a:pt x="5759958" y="6323330"/>
                </a:lnTo>
                <a:lnTo>
                  <a:pt x="0" y="6323330"/>
                </a:lnTo>
                <a:lnTo>
                  <a:pt x="0" y="0"/>
                </a:lnTo>
                <a:close/>
              </a:path>
            </a:pathLst>
          </a:custGeom>
          <a:blipFill rotWithShape="1">
            <a:blip r:embed="rId4">
              <a:alphaModFix/>
            </a:blip>
            <a:stretch>
              <a:fillRect b="0" l="-61" r="-61" t="0"/>
            </a:stretch>
          </a:blipFill>
          <a:ln>
            <a:noFill/>
          </a:ln>
        </p:spPr>
      </p:sp>
      <p:sp>
        <p:nvSpPr>
          <p:cNvPr id="427" name="Google Shape;427;p20"/>
          <p:cNvSpPr/>
          <p:nvPr/>
        </p:nvSpPr>
        <p:spPr>
          <a:xfrm>
            <a:off x="14068478" y="-4412456"/>
            <a:ext cx="5531644" cy="5441156"/>
          </a:xfrm>
          <a:custGeom>
            <a:rect b="b" l="l" r="r" t="t"/>
            <a:pathLst>
              <a:path extrusionOk="0" h="7254875" w="7375525">
                <a:moveTo>
                  <a:pt x="0" y="0"/>
                </a:moveTo>
                <a:lnTo>
                  <a:pt x="7375525" y="0"/>
                </a:lnTo>
                <a:lnTo>
                  <a:pt x="7375525" y="7254875"/>
                </a:lnTo>
                <a:lnTo>
                  <a:pt x="0" y="7254875"/>
                </a:lnTo>
                <a:lnTo>
                  <a:pt x="0" y="0"/>
                </a:lnTo>
                <a:close/>
              </a:path>
            </a:pathLst>
          </a:custGeom>
          <a:blipFill rotWithShape="1">
            <a:blip r:embed="rId5">
              <a:alphaModFix/>
            </a:blip>
            <a:stretch>
              <a:fillRect b="-87" l="0" r="0" t="-87"/>
            </a:stretch>
          </a:blipFill>
          <a:ln>
            <a:noFill/>
          </a:ln>
        </p:spPr>
      </p:sp>
      <p:sp>
        <p:nvSpPr>
          <p:cNvPr id="428" name="Google Shape;428;p20"/>
          <p:cNvSpPr txBox="1"/>
          <p:nvPr/>
        </p:nvSpPr>
        <p:spPr>
          <a:xfrm>
            <a:off x="1546877" y="1825081"/>
            <a:ext cx="13971568" cy="1091692"/>
          </a:xfrm>
          <a:prstGeom prst="rect">
            <a:avLst/>
          </a:prstGeom>
          <a:noFill/>
          <a:ln>
            <a:noFill/>
          </a:ln>
        </p:spPr>
        <p:txBody>
          <a:bodyPr anchorCtr="0" anchor="t" bIns="0" lIns="0" spcFirstLastPara="1" rIns="0" wrap="square" tIns="0">
            <a:spAutoFit/>
          </a:bodyPr>
          <a:lstStyle/>
          <a:p>
            <a:pPr indent="0" lvl="0" marL="0" marR="0" rtl="0" algn="l">
              <a:lnSpc>
                <a:spcPct val="134408"/>
              </a:lnSpc>
              <a:spcBef>
                <a:spcPts val="0"/>
              </a:spcBef>
              <a:spcAft>
                <a:spcPts val="0"/>
              </a:spcAft>
              <a:buNone/>
            </a:pPr>
            <a:r>
              <a:rPr b="1" i="0" lang="en-US" sz="6199" u="none" cap="none" strike="noStrike">
                <a:solidFill>
                  <a:srgbClr val="3D3D3D"/>
                </a:solidFill>
                <a:latin typeface="Roboto"/>
                <a:ea typeface="Roboto"/>
                <a:cs typeface="Roboto"/>
                <a:sym typeface="Roboto"/>
              </a:rPr>
              <a:t>Seguridad de enrutamiento</a:t>
            </a:r>
            <a:endParaRPr/>
          </a:p>
        </p:txBody>
      </p:sp>
      <p:sp>
        <p:nvSpPr>
          <p:cNvPr id="429" name="Google Shape;429;p20"/>
          <p:cNvSpPr txBox="1"/>
          <p:nvPr/>
        </p:nvSpPr>
        <p:spPr>
          <a:xfrm>
            <a:off x="1546877" y="3554670"/>
            <a:ext cx="14735669" cy="5140325"/>
          </a:xfrm>
          <a:prstGeom prst="rect">
            <a:avLst/>
          </a:prstGeom>
          <a:noFill/>
          <a:ln>
            <a:noFill/>
          </a:ln>
        </p:spPr>
        <p:txBody>
          <a:bodyPr anchorCtr="0" anchor="t" bIns="0" lIns="0" spcFirstLastPara="1" rIns="0" wrap="square" tIns="0">
            <a:spAutoFit/>
          </a:bodyPr>
          <a:lstStyle/>
          <a:p>
            <a:pPr indent="0" lvl="0" marL="0" marR="0" rtl="0" algn="just">
              <a:lnSpc>
                <a:spcPct val="167984"/>
              </a:lnSpc>
              <a:spcBef>
                <a:spcPts val="0"/>
              </a:spcBef>
              <a:spcAft>
                <a:spcPts val="0"/>
              </a:spcAft>
              <a:buNone/>
            </a:pPr>
            <a:r>
              <a:rPr b="0" i="0" lang="en-US" sz="1999" u="none" cap="none" strike="noStrike">
                <a:solidFill>
                  <a:srgbClr val="3D3D3D"/>
                </a:solidFill>
                <a:latin typeface="Roboto"/>
                <a:ea typeface="Roboto"/>
                <a:cs typeface="Roboto"/>
                <a:sym typeface="Roboto"/>
              </a:rPr>
              <a:t>La seguridad en enrutamiento se refiere a las medidas que se toman para proteger los protocolos y las tablas de enrutamiento de una red contra amenazas externas o internas.</a:t>
            </a:r>
            <a:endParaRPr/>
          </a:p>
          <a:p>
            <a:pPr indent="0" lvl="0" marL="0" marR="0" rtl="0" algn="just">
              <a:lnSpc>
                <a:spcPct val="117658"/>
              </a:lnSpc>
              <a:spcBef>
                <a:spcPts val="0"/>
              </a:spcBef>
              <a:spcAft>
                <a:spcPts val="0"/>
              </a:spcAft>
              <a:buNone/>
            </a:pPr>
            <a:r>
              <a:t/>
            </a:r>
            <a:endParaRPr b="0" i="0" sz="1999" u="none" cap="none" strike="noStrike">
              <a:solidFill>
                <a:srgbClr val="3D3D3D"/>
              </a:solidFill>
              <a:latin typeface="Roboto"/>
              <a:ea typeface="Roboto"/>
              <a:cs typeface="Roboto"/>
              <a:sym typeface="Roboto"/>
            </a:endParaRPr>
          </a:p>
          <a:p>
            <a:pPr indent="0" lvl="0" marL="0" marR="0" rtl="0" algn="just">
              <a:lnSpc>
                <a:spcPct val="167984"/>
              </a:lnSpc>
              <a:spcBef>
                <a:spcPts val="0"/>
              </a:spcBef>
              <a:spcAft>
                <a:spcPts val="0"/>
              </a:spcAft>
              <a:buNone/>
            </a:pPr>
            <a:r>
              <a:rPr b="0" i="0" lang="en-US" sz="1999" u="none" cap="none" strike="noStrike">
                <a:solidFill>
                  <a:srgbClr val="3D3D3D"/>
                </a:solidFill>
                <a:latin typeface="Roboto"/>
                <a:ea typeface="Roboto"/>
                <a:cs typeface="Roboto"/>
                <a:sym typeface="Roboto"/>
              </a:rPr>
              <a:t>Una de las principales amenazas a la seguridad del enrutamiento es el envenenamiento de la tabla de enrutamiento. Esto ocurre cuando un atacante modifica la información de enrutamiento para que los paquetes sean enviados a un destino diferente al que se pretende.</a:t>
            </a:r>
            <a:endParaRPr/>
          </a:p>
          <a:p>
            <a:pPr indent="0" lvl="0" marL="0" marR="0" rtl="0" algn="just">
              <a:lnSpc>
                <a:spcPct val="117658"/>
              </a:lnSpc>
              <a:spcBef>
                <a:spcPts val="0"/>
              </a:spcBef>
              <a:spcAft>
                <a:spcPts val="0"/>
              </a:spcAft>
              <a:buNone/>
            </a:pPr>
            <a:r>
              <a:t/>
            </a:r>
            <a:endParaRPr b="0" i="0" sz="1999" u="none" cap="none" strike="noStrike">
              <a:solidFill>
                <a:srgbClr val="3D3D3D"/>
              </a:solidFill>
              <a:latin typeface="Roboto"/>
              <a:ea typeface="Roboto"/>
              <a:cs typeface="Roboto"/>
              <a:sym typeface="Roboto"/>
            </a:endParaRPr>
          </a:p>
          <a:p>
            <a:pPr indent="0" lvl="0" marL="0" marR="0" rtl="0" algn="just">
              <a:lnSpc>
                <a:spcPct val="167984"/>
              </a:lnSpc>
              <a:spcBef>
                <a:spcPts val="0"/>
              </a:spcBef>
              <a:spcAft>
                <a:spcPts val="0"/>
              </a:spcAft>
              <a:buNone/>
            </a:pPr>
            <a:r>
              <a:rPr b="0" i="0" lang="en-US" sz="1999" u="none" cap="none" strike="noStrike">
                <a:solidFill>
                  <a:srgbClr val="3D3D3D"/>
                </a:solidFill>
                <a:latin typeface="Roboto"/>
                <a:ea typeface="Roboto"/>
                <a:cs typeface="Roboto"/>
                <a:sym typeface="Roboto"/>
              </a:rPr>
              <a:t>Otro tipo de amenaza a la seguridad del enrutamiento es el ataque de denegación de servicio (DoS). Esto ocurre cuando un atacante sobrecarga el router con tráfico falso o inútil, lo que impide que el router procese y enrute paquetes legítimos.</a:t>
            </a:r>
            <a:endParaRPr/>
          </a:p>
          <a:p>
            <a:pPr indent="0" lvl="0" marL="0" marR="0" rtl="0" algn="just">
              <a:lnSpc>
                <a:spcPct val="117658"/>
              </a:lnSpc>
              <a:spcBef>
                <a:spcPts val="0"/>
              </a:spcBef>
              <a:spcAft>
                <a:spcPts val="0"/>
              </a:spcAft>
              <a:buNone/>
            </a:pPr>
            <a:r>
              <a:t/>
            </a:r>
            <a:endParaRPr b="0" i="0" sz="1999" u="none" cap="none" strike="noStrike">
              <a:solidFill>
                <a:srgbClr val="3D3D3D"/>
              </a:solidFill>
              <a:latin typeface="Roboto"/>
              <a:ea typeface="Roboto"/>
              <a:cs typeface="Roboto"/>
              <a:sym typeface="Roboto"/>
            </a:endParaRPr>
          </a:p>
          <a:p>
            <a:pPr indent="0" lvl="0" marL="0" marR="0" rtl="0" algn="just">
              <a:lnSpc>
                <a:spcPct val="167984"/>
              </a:lnSpc>
              <a:spcBef>
                <a:spcPts val="0"/>
              </a:spcBef>
              <a:spcAft>
                <a:spcPts val="0"/>
              </a:spcAft>
              <a:buNone/>
            </a:pPr>
            <a:r>
              <a:rPr b="0" i="0" lang="en-US" sz="1999" u="none" cap="none" strike="noStrike">
                <a:solidFill>
                  <a:srgbClr val="3D3D3D"/>
                </a:solidFill>
                <a:latin typeface="Roboto"/>
                <a:ea typeface="Roboto"/>
                <a:cs typeface="Roboto"/>
                <a:sym typeface="Roboto"/>
              </a:rPr>
              <a:t>Es importante implementar medidas de seguridad en el enrutamiento para proteger la red contra posibles amenazas. Algunas de las medidas más comunes incluyen el uso de autenticación y cifrado, la limitación de accesos y la actualización constante de los protocolos y software de enrutamiento para prevenir vulnerabilidades.</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DFD"/>
        </a:solidFill>
      </p:bgPr>
    </p:bg>
    <p:spTree>
      <p:nvGrpSpPr>
        <p:cNvPr id="437" name="Shape 437"/>
        <p:cNvGrpSpPr/>
        <p:nvPr/>
      </p:nvGrpSpPr>
      <p:grpSpPr>
        <a:xfrm>
          <a:off x="0" y="0"/>
          <a:ext cx="0" cy="0"/>
          <a:chOff x="0" y="0"/>
          <a:chExt cx="0" cy="0"/>
        </a:xfrm>
      </p:grpSpPr>
      <p:sp>
        <p:nvSpPr>
          <p:cNvPr id="438" name="Google Shape;438;p21"/>
          <p:cNvSpPr/>
          <p:nvPr/>
        </p:nvSpPr>
        <p:spPr>
          <a:xfrm>
            <a:off x="-1439163" y="-1066798"/>
            <a:ext cx="4324636" cy="4191000"/>
          </a:xfrm>
          <a:custGeom>
            <a:rect b="b" l="l" r="r" t="t"/>
            <a:pathLst>
              <a:path extrusionOk="0" h="5588000" w="5766181">
                <a:moveTo>
                  <a:pt x="0" y="0"/>
                </a:moveTo>
                <a:lnTo>
                  <a:pt x="5766181" y="0"/>
                </a:lnTo>
                <a:lnTo>
                  <a:pt x="5766181" y="5588000"/>
                </a:lnTo>
                <a:lnTo>
                  <a:pt x="0" y="5588000"/>
                </a:lnTo>
                <a:lnTo>
                  <a:pt x="0" y="0"/>
                </a:lnTo>
                <a:close/>
              </a:path>
            </a:pathLst>
          </a:custGeom>
          <a:blipFill rotWithShape="1">
            <a:blip r:embed="rId3">
              <a:alphaModFix/>
            </a:blip>
            <a:stretch>
              <a:fillRect b="-5" l="0" r="0" t="-5"/>
            </a:stretch>
          </a:blipFill>
          <a:ln>
            <a:noFill/>
          </a:ln>
        </p:spPr>
      </p:sp>
      <p:sp>
        <p:nvSpPr>
          <p:cNvPr id="439" name="Google Shape;439;p21"/>
          <p:cNvSpPr/>
          <p:nvPr/>
        </p:nvSpPr>
        <p:spPr>
          <a:xfrm>
            <a:off x="-243455" y="7834535"/>
            <a:ext cx="3699224" cy="4195000"/>
          </a:xfrm>
          <a:custGeom>
            <a:rect b="b" l="l" r="r" t="t"/>
            <a:pathLst>
              <a:path extrusionOk="0" h="5593334" w="4932299">
                <a:moveTo>
                  <a:pt x="0" y="0"/>
                </a:moveTo>
                <a:lnTo>
                  <a:pt x="4932299" y="0"/>
                </a:lnTo>
                <a:lnTo>
                  <a:pt x="4932299" y="5593334"/>
                </a:lnTo>
                <a:lnTo>
                  <a:pt x="0" y="5593334"/>
                </a:lnTo>
                <a:lnTo>
                  <a:pt x="0" y="0"/>
                </a:lnTo>
                <a:close/>
              </a:path>
            </a:pathLst>
          </a:custGeom>
          <a:blipFill rotWithShape="1">
            <a:blip r:embed="rId4">
              <a:alphaModFix/>
            </a:blip>
            <a:stretch>
              <a:fillRect b="0" l="-22" r="-22" t="0"/>
            </a:stretch>
          </a:blipFill>
          <a:ln>
            <a:noFill/>
          </a:ln>
        </p:spPr>
      </p:sp>
      <p:sp>
        <p:nvSpPr>
          <p:cNvPr id="440" name="Google Shape;440;p21"/>
          <p:cNvSpPr/>
          <p:nvPr/>
        </p:nvSpPr>
        <p:spPr>
          <a:xfrm>
            <a:off x="12819671" y="9114816"/>
            <a:ext cx="5531644" cy="5441156"/>
          </a:xfrm>
          <a:custGeom>
            <a:rect b="b" l="l" r="r" t="t"/>
            <a:pathLst>
              <a:path extrusionOk="0" h="7254875" w="7375525">
                <a:moveTo>
                  <a:pt x="0" y="0"/>
                </a:moveTo>
                <a:lnTo>
                  <a:pt x="7375525" y="0"/>
                </a:lnTo>
                <a:lnTo>
                  <a:pt x="7375525" y="7254875"/>
                </a:lnTo>
                <a:lnTo>
                  <a:pt x="0" y="7254875"/>
                </a:lnTo>
                <a:lnTo>
                  <a:pt x="0" y="0"/>
                </a:lnTo>
                <a:close/>
              </a:path>
            </a:pathLst>
          </a:custGeom>
          <a:blipFill rotWithShape="1">
            <a:blip r:embed="rId5">
              <a:alphaModFix/>
            </a:blip>
            <a:stretch>
              <a:fillRect b="-87" l="0" r="0" t="-87"/>
            </a:stretch>
          </a:blipFill>
          <a:ln>
            <a:noFill/>
          </a:ln>
        </p:spPr>
      </p:sp>
      <p:sp>
        <p:nvSpPr>
          <p:cNvPr id="441" name="Google Shape;441;p21"/>
          <p:cNvSpPr/>
          <p:nvPr/>
        </p:nvSpPr>
        <p:spPr>
          <a:xfrm>
            <a:off x="16969726" y="137189"/>
            <a:ext cx="3200686" cy="5239131"/>
          </a:xfrm>
          <a:custGeom>
            <a:rect b="b" l="l" r="r" t="t"/>
            <a:pathLst>
              <a:path extrusionOk="0" h="6985508" w="4267581">
                <a:moveTo>
                  <a:pt x="0" y="0"/>
                </a:moveTo>
                <a:lnTo>
                  <a:pt x="4267581" y="0"/>
                </a:lnTo>
                <a:lnTo>
                  <a:pt x="4267581" y="6985508"/>
                </a:lnTo>
                <a:lnTo>
                  <a:pt x="0" y="6985508"/>
                </a:lnTo>
                <a:lnTo>
                  <a:pt x="0" y="0"/>
                </a:lnTo>
                <a:close/>
              </a:path>
            </a:pathLst>
          </a:custGeom>
          <a:blipFill rotWithShape="1">
            <a:blip r:embed="rId6">
              <a:alphaModFix/>
            </a:blip>
            <a:stretch>
              <a:fillRect b="0" l="-128" r="-128" t="0"/>
            </a:stretch>
          </a:blipFill>
          <a:ln>
            <a:noFill/>
          </a:ln>
        </p:spPr>
      </p:sp>
      <p:sp>
        <p:nvSpPr>
          <p:cNvPr id="442" name="Google Shape;442;p21"/>
          <p:cNvSpPr txBox="1"/>
          <p:nvPr/>
        </p:nvSpPr>
        <p:spPr>
          <a:xfrm>
            <a:off x="909070" y="3751875"/>
            <a:ext cx="5093399" cy="3153639"/>
          </a:xfrm>
          <a:prstGeom prst="rect">
            <a:avLst/>
          </a:prstGeom>
          <a:noFill/>
          <a:ln>
            <a:noFill/>
          </a:ln>
        </p:spPr>
        <p:txBody>
          <a:bodyPr anchorCtr="0" anchor="t" bIns="0" lIns="0" spcFirstLastPara="1" rIns="0" wrap="square" tIns="0">
            <a:spAutoFit/>
          </a:bodyPr>
          <a:lstStyle/>
          <a:p>
            <a:pPr indent="0" lvl="0" marL="0" marR="0" rtl="0" algn="l">
              <a:lnSpc>
                <a:spcPct val="134408"/>
              </a:lnSpc>
              <a:spcBef>
                <a:spcPts val="0"/>
              </a:spcBef>
              <a:spcAft>
                <a:spcPts val="0"/>
              </a:spcAft>
              <a:buNone/>
            </a:pPr>
            <a:r>
              <a:rPr b="1" i="0" lang="en-US" sz="6199" u="none" cap="none" strike="noStrike">
                <a:solidFill>
                  <a:srgbClr val="3D3D3D"/>
                </a:solidFill>
                <a:latin typeface="Roboto"/>
                <a:ea typeface="Roboto"/>
                <a:cs typeface="Roboto"/>
                <a:sym typeface="Roboto"/>
              </a:rPr>
              <a:t>Conceptos Clave Aprendidos</a:t>
            </a:r>
            <a:endParaRPr/>
          </a:p>
        </p:txBody>
      </p:sp>
      <p:sp>
        <p:nvSpPr>
          <p:cNvPr id="443" name="Google Shape;443;p21"/>
          <p:cNvSpPr txBox="1"/>
          <p:nvPr/>
        </p:nvSpPr>
        <p:spPr>
          <a:xfrm>
            <a:off x="6006777" y="681808"/>
            <a:ext cx="10782737" cy="8855707"/>
          </a:xfrm>
          <a:prstGeom prst="rect">
            <a:avLst/>
          </a:prstGeom>
          <a:noFill/>
          <a:ln>
            <a:noFill/>
          </a:ln>
        </p:spPr>
        <p:txBody>
          <a:bodyPr anchorCtr="0" anchor="t" bIns="0" lIns="0" spcFirstLastPara="1" rIns="0" wrap="square" tIns="0">
            <a:spAutoFit/>
          </a:bodyPr>
          <a:lstStyle/>
          <a:p>
            <a:pPr indent="0" lvl="0" marL="0" marR="0" rtl="0" algn="l">
              <a:lnSpc>
                <a:spcPct val="239983"/>
              </a:lnSpc>
              <a:spcBef>
                <a:spcPts val="0"/>
              </a:spcBef>
              <a:spcAft>
                <a:spcPts val="0"/>
              </a:spcAft>
              <a:buNone/>
            </a:pPr>
            <a:r>
              <a:rPr b="0" i="0" lang="en-US" sz="2391" u="none" cap="none" strike="noStrike">
                <a:solidFill>
                  <a:srgbClr val="000000"/>
                </a:solidFill>
                <a:latin typeface="Nunito"/>
                <a:ea typeface="Nunito"/>
                <a:cs typeface="Nunito"/>
                <a:sym typeface="Nunito"/>
              </a:rPr>
              <a:t>🔹 </a:t>
            </a:r>
            <a:r>
              <a:rPr b="1" i="0" lang="en-US" sz="2391" u="none" cap="none" strike="noStrike">
                <a:solidFill>
                  <a:srgbClr val="000000"/>
                </a:solidFill>
                <a:latin typeface="Nunito"/>
                <a:ea typeface="Nunito"/>
                <a:cs typeface="Nunito"/>
                <a:sym typeface="Nunito"/>
              </a:rPr>
              <a:t>Enrutamiento:</a:t>
            </a:r>
            <a:endParaRPr/>
          </a:p>
          <a:p>
            <a:pPr indent="0" lvl="0" marL="0" marR="0" rtl="0" algn="l">
              <a:lnSpc>
                <a:spcPct val="239983"/>
              </a:lnSpc>
              <a:spcBef>
                <a:spcPts val="0"/>
              </a:spcBef>
              <a:spcAft>
                <a:spcPts val="0"/>
              </a:spcAft>
              <a:buNone/>
            </a:pPr>
            <a:r>
              <a:rPr b="0" i="0" lang="en-US" sz="2391" u="none" cap="none" strike="noStrike">
                <a:solidFill>
                  <a:srgbClr val="000000"/>
                </a:solidFill>
                <a:latin typeface="Nunito"/>
                <a:ea typeface="Nunito"/>
                <a:cs typeface="Nunito"/>
                <a:sym typeface="Nunito"/>
              </a:rPr>
              <a:t> Proceso mediante el cual un router selecciona el mejor camino para enviar paquetes hacia una red destino, ya sea de forma estática (manual) o dinámica (automática).</a:t>
            </a:r>
            <a:endParaRPr/>
          </a:p>
          <a:p>
            <a:pPr indent="0" lvl="0" marL="0" marR="0" rtl="0" algn="l">
              <a:lnSpc>
                <a:spcPct val="239983"/>
              </a:lnSpc>
              <a:spcBef>
                <a:spcPts val="0"/>
              </a:spcBef>
              <a:spcAft>
                <a:spcPts val="0"/>
              </a:spcAft>
              <a:buNone/>
            </a:pPr>
            <a:r>
              <a:rPr b="0" i="0" lang="en-US" sz="2391" u="none" cap="none" strike="noStrike">
                <a:solidFill>
                  <a:srgbClr val="000000"/>
                </a:solidFill>
                <a:latin typeface="Nunito"/>
                <a:ea typeface="Nunito"/>
                <a:cs typeface="Nunito"/>
                <a:sym typeface="Nunito"/>
              </a:rPr>
              <a:t>🔹 </a:t>
            </a:r>
            <a:r>
              <a:rPr b="1" i="0" lang="en-US" sz="2391" u="none" cap="none" strike="noStrike">
                <a:solidFill>
                  <a:srgbClr val="000000"/>
                </a:solidFill>
                <a:latin typeface="Nunito"/>
                <a:ea typeface="Nunito"/>
                <a:cs typeface="Nunito"/>
                <a:sym typeface="Nunito"/>
              </a:rPr>
              <a:t>Tabla de enrutamiento:</a:t>
            </a:r>
            <a:endParaRPr/>
          </a:p>
          <a:p>
            <a:pPr indent="0" lvl="0" marL="0" marR="0" rtl="0" algn="l">
              <a:lnSpc>
                <a:spcPct val="239983"/>
              </a:lnSpc>
              <a:spcBef>
                <a:spcPts val="0"/>
              </a:spcBef>
              <a:spcAft>
                <a:spcPts val="0"/>
              </a:spcAft>
              <a:buNone/>
            </a:pPr>
            <a:r>
              <a:rPr b="0" i="0" lang="en-US" sz="2391" u="none" cap="none" strike="noStrike">
                <a:solidFill>
                  <a:srgbClr val="000000"/>
                </a:solidFill>
                <a:latin typeface="Nunito"/>
                <a:ea typeface="Nunito"/>
                <a:cs typeface="Nunito"/>
                <a:sym typeface="Nunito"/>
              </a:rPr>
              <a:t> Base de datos interna del router que contiene rutas hacia diferentes redes. Indica por dónde deben enviarse los paquetes para alcanzar cada destino.</a:t>
            </a:r>
            <a:endParaRPr/>
          </a:p>
          <a:p>
            <a:pPr indent="0" lvl="0" marL="0" marR="0" rtl="0" algn="l">
              <a:lnSpc>
                <a:spcPct val="239983"/>
              </a:lnSpc>
              <a:spcBef>
                <a:spcPts val="0"/>
              </a:spcBef>
              <a:spcAft>
                <a:spcPts val="0"/>
              </a:spcAft>
              <a:buNone/>
            </a:pPr>
            <a:r>
              <a:rPr b="0" i="0" lang="en-US" sz="2391" u="none" cap="none" strike="noStrike">
                <a:solidFill>
                  <a:srgbClr val="000000"/>
                </a:solidFill>
                <a:latin typeface="Nunito"/>
                <a:ea typeface="Nunito"/>
                <a:cs typeface="Nunito"/>
                <a:sym typeface="Nunito"/>
              </a:rPr>
              <a:t>🔹 </a:t>
            </a:r>
            <a:r>
              <a:rPr b="1" i="0" lang="en-US" sz="2391" u="none" cap="none" strike="noStrike">
                <a:solidFill>
                  <a:srgbClr val="000000"/>
                </a:solidFill>
                <a:latin typeface="Nunito"/>
                <a:ea typeface="Nunito"/>
                <a:cs typeface="Nunito"/>
                <a:sym typeface="Nunito"/>
              </a:rPr>
              <a:t>Ruta estática:</a:t>
            </a:r>
            <a:endParaRPr/>
          </a:p>
          <a:p>
            <a:pPr indent="0" lvl="0" marL="0" marR="0" rtl="0" algn="l">
              <a:lnSpc>
                <a:spcPct val="239983"/>
              </a:lnSpc>
              <a:spcBef>
                <a:spcPts val="0"/>
              </a:spcBef>
              <a:spcAft>
                <a:spcPts val="0"/>
              </a:spcAft>
              <a:buNone/>
            </a:pPr>
            <a:r>
              <a:rPr b="0" i="0" lang="en-US" sz="2391" u="none" cap="none" strike="noStrike">
                <a:solidFill>
                  <a:srgbClr val="000000"/>
                </a:solidFill>
                <a:latin typeface="Nunito"/>
                <a:ea typeface="Nunito"/>
                <a:cs typeface="Nunito"/>
                <a:sym typeface="Nunito"/>
              </a:rPr>
              <a:t> Ruta configurada manualmente por un administrador de red para indicar el camino que debe seguir un paquete hacia una red que no está directamente conectada al router.</a:t>
            </a:r>
            <a:endParaRPr/>
          </a:p>
          <a:p>
            <a:pPr indent="0" lvl="0" marL="0" marR="0" rtl="0" algn="l">
              <a:lnSpc>
                <a:spcPct val="240025"/>
              </a:lnSpc>
              <a:spcBef>
                <a:spcPts val="0"/>
              </a:spcBef>
              <a:spcAft>
                <a:spcPts val="0"/>
              </a:spcAft>
              <a:buNone/>
            </a:pPr>
            <a:r>
              <a:t/>
            </a:r>
            <a:endParaRPr b="0" i="0" sz="2391" u="none" cap="none" strike="noStrike">
              <a:solidFill>
                <a:srgbClr val="000000"/>
              </a:solidFill>
              <a:latin typeface="Nunito"/>
              <a:ea typeface="Nunito"/>
              <a:cs typeface="Nunito"/>
              <a:sym typeface="Nunito"/>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DFD"/>
        </a:solidFill>
      </p:bgPr>
    </p:bg>
    <p:spTree>
      <p:nvGrpSpPr>
        <p:cNvPr id="451" name="Shape 451"/>
        <p:cNvGrpSpPr/>
        <p:nvPr/>
      </p:nvGrpSpPr>
      <p:grpSpPr>
        <a:xfrm>
          <a:off x="0" y="0"/>
          <a:ext cx="0" cy="0"/>
          <a:chOff x="0" y="0"/>
          <a:chExt cx="0" cy="0"/>
        </a:xfrm>
      </p:grpSpPr>
      <p:sp>
        <p:nvSpPr>
          <p:cNvPr id="452" name="Google Shape;452;p22"/>
          <p:cNvSpPr/>
          <p:nvPr/>
        </p:nvSpPr>
        <p:spPr>
          <a:xfrm>
            <a:off x="-1439163" y="-1066798"/>
            <a:ext cx="4324636" cy="4191000"/>
          </a:xfrm>
          <a:custGeom>
            <a:rect b="b" l="l" r="r" t="t"/>
            <a:pathLst>
              <a:path extrusionOk="0" h="5588000" w="5766181">
                <a:moveTo>
                  <a:pt x="0" y="0"/>
                </a:moveTo>
                <a:lnTo>
                  <a:pt x="5766181" y="0"/>
                </a:lnTo>
                <a:lnTo>
                  <a:pt x="5766181" y="5588000"/>
                </a:lnTo>
                <a:lnTo>
                  <a:pt x="0" y="5588000"/>
                </a:lnTo>
                <a:lnTo>
                  <a:pt x="0" y="0"/>
                </a:lnTo>
                <a:close/>
              </a:path>
            </a:pathLst>
          </a:custGeom>
          <a:blipFill rotWithShape="1">
            <a:blip r:embed="rId3">
              <a:alphaModFix/>
            </a:blip>
            <a:stretch>
              <a:fillRect b="-5" l="0" r="0" t="-5"/>
            </a:stretch>
          </a:blipFill>
          <a:ln>
            <a:noFill/>
          </a:ln>
        </p:spPr>
      </p:sp>
      <p:sp>
        <p:nvSpPr>
          <p:cNvPr id="453" name="Google Shape;453;p22"/>
          <p:cNvSpPr/>
          <p:nvPr/>
        </p:nvSpPr>
        <p:spPr>
          <a:xfrm>
            <a:off x="-243455" y="7834535"/>
            <a:ext cx="3699224" cy="4195000"/>
          </a:xfrm>
          <a:custGeom>
            <a:rect b="b" l="l" r="r" t="t"/>
            <a:pathLst>
              <a:path extrusionOk="0" h="5593334" w="4932299">
                <a:moveTo>
                  <a:pt x="0" y="0"/>
                </a:moveTo>
                <a:lnTo>
                  <a:pt x="4932299" y="0"/>
                </a:lnTo>
                <a:lnTo>
                  <a:pt x="4932299" y="5593334"/>
                </a:lnTo>
                <a:lnTo>
                  <a:pt x="0" y="5593334"/>
                </a:lnTo>
                <a:lnTo>
                  <a:pt x="0" y="0"/>
                </a:lnTo>
                <a:close/>
              </a:path>
            </a:pathLst>
          </a:custGeom>
          <a:blipFill rotWithShape="1">
            <a:blip r:embed="rId4">
              <a:alphaModFix/>
            </a:blip>
            <a:stretch>
              <a:fillRect b="0" l="-22" r="-22" t="0"/>
            </a:stretch>
          </a:blipFill>
          <a:ln>
            <a:noFill/>
          </a:ln>
        </p:spPr>
      </p:sp>
      <p:sp>
        <p:nvSpPr>
          <p:cNvPr id="454" name="Google Shape;454;p22"/>
          <p:cNvSpPr/>
          <p:nvPr/>
        </p:nvSpPr>
        <p:spPr>
          <a:xfrm>
            <a:off x="12819671" y="9114816"/>
            <a:ext cx="5531644" cy="5441156"/>
          </a:xfrm>
          <a:custGeom>
            <a:rect b="b" l="l" r="r" t="t"/>
            <a:pathLst>
              <a:path extrusionOk="0" h="7254875" w="7375525">
                <a:moveTo>
                  <a:pt x="0" y="0"/>
                </a:moveTo>
                <a:lnTo>
                  <a:pt x="7375525" y="0"/>
                </a:lnTo>
                <a:lnTo>
                  <a:pt x="7375525" y="7254875"/>
                </a:lnTo>
                <a:lnTo>
                  <a:pt x="0" y="7254875"/>
                </a:lnTo>
                <a:lnTo>
                  <a:pt x="0" y="0"/>
                </a:lnTo>
                <a:close/>
              </a:path>
            </a:pathLst>
          </a:custGeom>
          <a:blipFill rotWithShape="1">
            <a:blip r:embed="rId5">
              <a:alphaModFix/>
            </a:blip>
            <a:stretch>
              <a:fillRect b="-87" l="0" r="0" t="-87"/>
            </a:stretch>
          </a:blipFill>
          <a:ln>
            <a:noFill/>
          </a:ln>
        </p:spPr>
      </p:sp>
      <p:sp>
        <p:nvSpPr>
          <p:cNvPr id="455" name="Google Shape;455;p22"/>
          <p:cNvSpPr/>
          <p:nvPr/>
        </p:nvSpPr>
        <p:spPr>
          <a:xfrm>
            <a:off x="16969726" y="137189"/>
            <a:ext cx="3200686" cy="5239131"/>
          </a:xfrm>
          <a:custGeom>
            <a:rect b="b" l="l" r="r" t="t"/>
            <a:pathLst>
              <a:path extrusionOk="0" h="6985508" w="4267581">
                <a:moveTo>
                  <a:pt x="0" y="0"/>
                </a:moveTo>
                <a:lnTo>
                  <a:pt x="4267581" y="0"/>
                </a:lnTo>
                <a:lnTo>
                  <a:pt x="4267581" y="6985508"/>
                </a:lnTo>
                <a:lnTo>
                  <a:pt x="0" y="6985508"/>
                </a:lnTo>
                <a:lnTo>
                  <a:pt x="0" y="0"/>
                </a:lnTo>
                <a:close/>
              </a:path>
            </a:pathLst>
          </a:custGeom>
          <a:blipFill rotWithShape="1">
            <a:blip r:embed="rId6">
              <a:alphaModFix/>
            </a:blip>
            <a:stretch>
              <a:fillRect b="0" l="-128" r="-128" t="0"/>
            </a:stretch>
          </a:blipFill>
          <a:ln>
            <a:noFill/>
          </a:ln>
        </p:spPr>
      </p:sp>
      <p:sp>
        <p:nvSpPr>
          <p:cNvPr id="456" name="Google Shape;456;p22"/>
          <p:cNvSpPr txBox="1"/>
          <p:nvPr/>
        </p:nvSpPr>
        <p:spPr>
          <a:xfrm>
            <a:off x="1471348" y="4082152"/>
            <a:ext cx="4380226" cy="3153639"/>
          </a:xfrm>
          <a:prstGeom prst="rect">
            <a:avLst/>
          </a:prstGeom>
          <a:noFill/>
          <a:ln>
            <a:noFill/>
          </a:ln>
        </p:spPr>
        <p:txBody>
          <a:bodyPr anchorCtr="0" anchor="t" bIns="0" lIns="0" spcFirstLastPara="1" rIns="0" wrap="square" tIns="0">
            <a:spAutoFit/>
          </a:bodyPr>
          <a:lstStyle/>
          <a:p>
            <a:pPr indent="0" lvl="0" marL="0" marR="0" rtl="0" algn="l">
              <a:lnSpc>
                <a:spcPct val="134408"/>
              </a:lnSpc>
              <a:spcBef>
                <a:spcPts val="0"/>
              </a:spcBef>
              <a:spcAft>
                <a:spcPts val="0"/>
              </a:spcAft>
              <a:buNone/>
            </a:pPr>
            <a:r>
              <a:rPr b="1" i="0" lang="en-US" sz="6199" u="none" cap="none" strike="noStrike">
                <a:solidFill>
                  <a:srgbClr val="3D3D3D"/>
                </a:solidFill>
                <a:latin typeface="Roboto"/>
                <a:ea typeface="Roboto"/>
                <a:cs typeface="Roboto"/>
                <a:sym typeface="Roboto"/>
              </a:rPr>
              <a:t>Conceptos Clave Aprendidos</a:t>
            </a:r>
            <a:endParaRPr/>
          </a:p>
        </p:txBody>
      </p:sp>
      <p:sp>
        <p:nvSpPr>
          <p:cNvPr id="457" name="Google Shape;457;p22"/>
          <p:cNvSpPr txBox="1"/>
          <p:nvPr/>
        </p:nvSpPr>
        <p:spPr>
          <a:xfrm>
            <a:off x="5979673" y="948751"/>
            <a:ext cx="11279627" cy="8537375"/>
          </a:xfrm>
          <a:prstGeom prst="rect">
            <a:avLst/>
          </a:prstGeom>
          <a:noFill/>
          <a:ln>
            <a:noFill/>
          </a:ln>
        </p:spPr>
        <p:txBody>
          <a:bodyPr anchorCtr="0" anchor="t" bIns="0" lIns="0" spcFirstLastPara="1" rIns="0" wrap="square" tIns="0">
            <a:spAutoFit/>
          </a:bodyPr>
          <a:lstStyle/>
          <a:p>
            <a:pPr indent="0" lvl="0" marL="0" marR="0" rtl="0" algn="l">
              <a:lnSpc>
                <a:spcPct val="240063"/>
              </a:lnSpc>
              <a:spcBef>
                <a:spcPts val="0"/>
              </a:spcBef>
              <a:spcAft>
                <a:spcPts val="0"/>
              </a:spcAft>
              <a:buNone/>
            </a:pPr>
            <a:r>
              <a:rPr b="1" i="0" lang="en-US" sz="2501" u="none" cap="none" strike="noStrike">
                <a:solidFill>
                  <a:srgbClr val="000000"/>
                </a:solidFill>
                <a:latin typeface="Nunito"/>
                <a:ea typeface="Nunito"/>
                <a:cs typeface="Nunito"/>
                <a:sym typeface="Nunito"/>
              </a:rPr>
              <a:t>🔹 Next-hop (siguiente salto):</a:t>
            </a:r>
            <a:endParaRPr/>
          </a:p>
          <a:p>
            <a:pPr indent="0" lvl="0" marL="0" marR="0" rtl="0" algn="l">
              <a:lnSpc>
                <a:spcPct val="240063"/>
              </a:lnSpc>
              <a:spcBef>
                <a:spcPts val="0"/>
              </a:spcBef>
              <a:spcAft>
                <a:spcPts val="0"/>
              </a:spcAft>
              <a:buNone/>
            </a:pPr>
            <a:r>
              <a:rPr b="0" i="0" lang="en-US" sz="2501" u="none" cap="none" strike="noStrike">
                <a:solidFill>
                  <a:srgbClr val="000000"/>
                </a:solidFill>
                <a:latin typeface="Nunito"/>
                <a:ea typeface="Nunito"/>
                <a:cs typeface="Nunito"/>
                <a:sym typeface="Nunito"/>
              </a:rPr>
              <a:t> Dirección IP del router vecino al que debe enviarse un paquete para que continúe su camino hacia la red destino.</a:t>
            </a:r>
            <a:endParaRPr/>
          </a:p>
          <a:p>
            <a:pPr indent="0" lvl="0" marL="0" marR="0" rtl="0" algn="l">
              <a:lnSpc>
                <a:spcPct val="240063"/>
              </a:lnSpc>
              <a:spcBef>
                <a:spcPts val="0"/>
              </a:spcBef>
              <a:spcAft>
                <a:spcPts val="0"/>
              </a:spcAft>
              <a:buNone/>
            </a:pPr>
            <a:r>
              <a:rPr b="1" i="0" lang="en-US" sz="2501" u="none" cap="none" strike="noStrike">
                <a:solidFill>
                  <a:srgbClr val="000000"/>
                </a:solidFill>
                <a:latin typeface="Nunito"/>
                <a:ea typeface="Nunito"/>
                <a:cs typeface="Nunito"/>
                <a:sym typeface="Nunito"/>
              </a:rPr>
              <a:t>🔹 Interfaz de salida:</a:t>
            </a:r>
            <a:endParaRPr/>
          </a:p>
          <a:p>
            <a:pPr indent="0" lvl="0" marL="0" marR="0" rtl="0" algn="l">
              <a:lnSpc>
                <a:spcPct val="240063"/>
              </a:lnSpc>
              <a:spcBef>
                <a:spcPts val="0"/>
              </a:spcBef>
              <a:spcAft>
                <a:spcPts val="0"/>
              </a:spcAft>
              <a:buNone/>
            </a:pPr>
            <a:r>
              <a:rPr b="0" i="0" lang="en-US" sz="2501" u="none" cap="none" strike="noStrike">
                <a:solidFill>
                  <a:srgbClr val="000000"/>
                </a:solidFill>
                <a:latin typeface="Nunito"/>
                <a:ea typeface="Nunito"/>
                <a:cs typeface="Nunito"/>
                <a:sym typeface="Nunito"/>
              </a:rPr>
              <a:t> Interfaz del router local por la cual debe salir un paquete para alcanzar su destino, ya sea directamente o pasando por un next-hop.</a:t>
            </a:r>
            <a:endParaRPr/>
          </a:p>
          <a:p>
            <a:pPr indent="0" lvl="0" marL="0" marR="0" rtl="0" algn="l">
              <a:lnSpc>
                <a:spcPct val="240063"/>
              </a:lnSpc>
              <a:spcBef>
                <a:spcPts val="0"/>
              </a:spcBef>
              <a:spcAft>
                <a:spcPts val="0"/>
              </a:spcAft>
              <a:buNone/>
            </a:pPr>
            <a:r>
              <a:rPr b="1" i="0" lang="en-US" sz="2501" u="none" cap="none" strike="noStrike">
                <a:solidFill>
                  <a:srgbClr val="000000"/>
                </a:solidFill>
                <a:latin typeface="Nunito"/>
                <a:ea typeface="Nunito"/>
                <a:cs typeface="Nunito"/>
                <a:sym typeface="Nunito"/>
              </a:rPr>
              <a:t>🔹 Recursividad de rutas:</a:t>
            </a:r>
            <a:endParaRPr/>
          </a:p>
          <a:p>
            <a:pPr indent="0" lvl="0" marL="0" marR="0" rtl="0" algn="l">
              <a:lnSpc>
                <a:spcPct val="240063"/>
              </a:lnSpc>
              <a:spcBef>
                <a:spcPts val="0"/>
              </a:spcBef>
              <a:spcAft>
                <a:spcPts val="0"/>
              </a:spcAft>
              <a:buNone/>
            </a:pPr>
            <a:r>
              <a:rPr b="0" i="0" lang="en-US" sz="2501" u="none" cap="none" strike="noStrike">
                <a:solidFill>
                  <a:srgbClr val="000000"/>
                </a:solidFill>
                <a:latin typeface="Nunito"/>
                <a:ea typeface="Nunito"/>
                <a:cs typeface="Nunito"/>
                <a:sym typeface="Nunito"/>
              </a:rPr>
              <a:t> Proceso mediante el cual el router resuelve una ruta estática usando otra ruta existente en la tabla. Es decir, busca cómo llegar al next-hop utilizando una ruta conectada.</a:t>
            </a:r>
            <a:endParaRPr/>
          </a:p>
          <a:p>
            <a:pPr indent="0" lvl="0" marL="0" marR="0" rtl="0" algn="l">
              <a:lnSpc>
                <a:spcPct val="240063"/>
              </a:lnSpc>
              <a:spcBef>
                <a:spcPts val="0"/>
              </a:spcBef>
              <a:spcAft>
                <a:spcPts val="0"/>
              </a:spcAft>
              <a:buNone/>
            </a:pPr>
            <a:r>
              <a:t/>
            </a:r>
            <a:endParaRPr b="0" i="0" sz="2501" u="none" cap="none" strike="noStrike">
              <a:solidFill>
                <a:srgbClr val="000000"/>
              </a:solidFill>
              <a:latin typeface="Nunito"/>
              <a:ea typeface="Nunito"/>
              <a:cs typeface="Nunito"/>
              <a:sym typeface="Nunito"/>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DFD"/>
        </a:solidFill>
      </p:bgPr>
    </p:bg>
    <p:spTree>
      <p:nvGrpSpPr>
        <p:cNvPr id="465" name="Shape 465"/>
        <p:cNvGrpSpPr/>
        <p:nvPr/>
      </p:nvGrpSpPr>
      <p:grpSpPr>
        <a:xfrm>
          <a:off x="0" y="0"/>
          <a:ext cx="0" cy="0"/>
          <a:chOff x="0" y="0"/>
          <a:chExt cx="0" cy="0"/>
        </a:xfrm>
      </p:grpSpPr>
      <p:sp>
        <p:nvSpPr>
          <p:cNvPr id="466" name="Google Shape;466;p23"/>
          <p:cNvSpPr/>
          <p:nvPr/>
        </p:nvSpPr>
        <p:spPr>
          <a:xfrm>
            <a:off x="-1439163" y="-1066798"/>
            <a:ext cx="4324636" cy="4191000"/>
          </a:xfrm>
          <a:custGeom>
            <a:rect b="b" l="l" r="r" t="t"/>
            <a:pathLst>
              <a:path extrusionOk="0" h="5588000" w="5766181">
                <a:moveTo>
                  <a:pt x="0" y="0"/>
                </a:moveTo>
                <a:lnTo>
                  <a:pt x="5766181" y="0"/>
                </a:lnTo>
                <a:lnTo>
                  <a:pt x="5766181" y="5588000"/>
                </a:lnTo>
                <a:lnTo>
                  <a:pt x="0" y="5588000"/>
                </a:lnTo>
                <a:lnTo>
                  <a:pt x="0" y="0"/>
                </a:lnTo>
                <a:close/>
              </a:path>
            </a:pathLst>
          </a:custGeom>
          <a:blipFill rotWithShape="1">
            <a:blip r:embed="rId3">
              <a:alphaModFix/>
            </a:blip>
            <a:stretch>
              <a:fillRect b="-5" l="0" r="0" t="-5"/>
            </a:stretch>
          </a:blipFill>
          <a:ln>
            <a:noFill/>
          </a:ln>
        </p:spPr>
      </p:sp>
      <p:sp>
        <p:nvSpPr>
          <p:cNvPr id="467" name="Google Shape;467;p23"/>
          <p:cNvSpPr/>
          <p:nvPr/>
        </p:nvSpPr>
        <p:spPr>
          <a:xfrm>
            <a:off x="-243455" y="7834535"/>
            <a:ext cx="3699224" cy="4195000"/>
          </a:xfrm>
          <a:custGeom>
            <a:rect b="b" l="l" r="r" t="t"/>
            <a:pathLst>
              <a:path extrusionOk="0" h="5593334" w="4932299">
                <a:moveTo>
                  <a:pt x="0" y="0"/>
                </a:moveTo>
                <a:lnTo>
                  <a:pt x="4932299" y="0"/>
                </a:lnTo>
                <a:lnTo>
                  <a:pt x="4932299" y="5593334"/>
                </a:lnTo>
                <a:lnTo>
                  <a:pt x="0" y="5593334"/>
                </a:lnTo>
                <a:lnTo>
                  <a:pt x="0" y="0"/>
                </a:lnTo>
                <a:close/>
              </a:path>
            </a:pathLst>
          </a:custGeom>
          <a:blipFill rotWithShape="1">
            <a:blip r:embed="rId4">
              <a:alphaModFix/>
            </a:blip>
            <a:stretch>
              <a:fillRect b="0" l="-22" r="-22" t="0"/>
            </a:stretch>
          </a:blipFill>
          <a:ln>
            <a:noFill/>
          </a:ln>
        </p:spPr>
      </p:sp>
      <p:sp>
        <p:nvSpPr>
          <p:cNvPr id="468" name="Google Shape;468;p23"/>
          <p:cNvSpPr/>
          <p:nvPr/>
        </p:nvSpPr>
        <p:spPr>
          <a:xfrm>
            <a:off x="12819671" y="9114816"/>
            <a:ext cx="5531644" cy="5441156"/>
          </a:xfrm>
          <a:custGeom>
            <a:rect b="b" l="l" r="r" t="t"/>
            <a:pathLst>
              <a:path extrusionOk="0" h="7254875" w="7375525">
                <a:moveTo>
                  <a:pt x="0" y="0"/>
                </a:moveTo>
                <a:lnTo>
                  <a:pt x="7375525" y="0"/>
                </a:lnTo>
                <a:lnTo>
                  <a:pt x="7375525" y="7254875"/>
                </a:lnTo>
                <a:lnTo>
                  <a:pt x="0" y="7254875"/>
                </a:lnTo>
                <a:lnTo>
                  <a:pt x="0" y="0"/>
                </a:lnTo>
                <a:close/>
              </a:path>
            </a:pathLst>
          </a:custGeom>
          <a:blipFill rotWithShape="1">
            <a:blip r:embed="rId5">
              <a:alphaModFix/>
            </a:blip>
            <a:stretch>
              <a:fillRect b="-87" l="0" r="0" t="-87"/>
            </a:stretch>
          </a:blipFill>
          <a:ln>
            <a:noFill/>
          </a:ln>
        </p:spPr>
      </p:sp>
      <p:sp>
        <p:nvSpPr>
          <p:cNvPr id="469" name="Google Shape;469;p23"/>
          <p:cNvSpPr/>
          <p:nvPr/>
        </p:nvSpPr>
        <p:spPr>
          <a:xfrm>
            <a:off x="16969726" y="137189"/>
            <a:ext cx="3200686" cy="5239131"/>
          </a:xfrm>
          <a:custGeom>
            <a:rect b="b" l="l" r="r" t="t"/>
            <a:pathLst>
              <a:path extrusionOk="0" h="6985508" w="4267581">
                <a:moveTo>
                  <a:pt x="0" y="0"/>
                </a:moveTo>
                <a:lnTo>
                  <a:pt x="4267581" y="0"/>
                </a:lnTo>
                <a:lnTo>
                  <a:pt x="4267581" y="6985508"/>
                </a:lnTo>
                <a:lnTo>
                  <a:pt x="0" y="6985508"/>
                </a:lnTo>
                <a:lnTo>
                  <a:pt x="0" y="0"/>
                </a:lnTo>
                <a:close/>
              </a:path>
            </a:pathLst>
          </a:custGeom>
          <a:blipFill rotWithShape="1">
            <a:blip r:embed="rId6">
              <a:alphaModFix/>
            </a:blip>
            <a:stretch>
              <a:fillRect b="0" l="-128" r="-128" t="0"/>
            </a:stretch>
          </a:blipFill>
          <a:ln>
            <a:noFill/>
          </a:ln>
        </p:spPr>
      </p:sp>
      <p:sp>
        <p:nvSpPr>
          <p:cNvPr id="470" name="Google Shape;470;p23"/>
          <p:cNvSpPr txBox="1"/>
          <p:nvPr/>
        </p:nvSpPr>
        <p:spPr>
          <a:xfrm>
            <a:off x="1471348" y="4082152"/>
            <a:ext cx="6129197" cy="2191664"/>
          </a:xfrm>
          <a:prstGeom prst="rect">
            <a:avLst/>
          </a:prstGeom>
          <a:noFill/>
          <a:ln>
            <a:noFill/>
          </a:ln>
        </p:spPr>
        <p:txBody>
          <a:bodyPr anchorCtr="0" anchor="t" bIns="0" lIns="0" spcFirstLastPara="1" rIns="0" wrap="square" tIns="0">
            <a:spAutoFit/>
          </a:bodyPr>
          <a:lstStyle/>
          <a:p>
            <a:pPr indent="0" lvl="0" marL="0" marR="0" rtl="0" algn="l">
              <a:lnSpc>
                <a:spcPct val="134408"/>
              </a:lnSpc>
              <a:spcBef>
                <a:spcPts val="0"/>
              </a:spcBef>
              <a:spcAft>
                <a:spcPts val="0"/>
              </a:spcAft>
              <a:buNone/>
            </a:pPr>
            <a:r>
              <a:rPr b="1" i="0" lang="en-US" sz="6199" u="none" cap="none" strike="noStrike">
                <a:solidFill>
                  <a:srgbClr val="3D3D3D"/>
                </a:solidFill>
                <a:latin typeface="Roboto"/>
                <a:ea typeface="Roboto"/>
                <a:cs typeface="Roboto"/>
                <a:sym typeface="Roboto"/>
              </a:rPr>
              <a:t>Valores y Actitudes</a:t>
            </a:r>
            <a:endParaRPr/>
          </a:p>
        </p:txBody>
      </p:sp>
      <p:sp>
        <p:nvSpPr>
          <p:cNvPr id="471" name="Google Shape;471;p23"/>
          <p:cNvSpPr txBox="1"/>
          <p:nvPr/>
        </p:nvSpPr>
        <p:spPr>
          <a:xfrm>
            <a:off x="5814479" y="1336648"/>
            <a:ext cx="11279627" cy="7023153"/>
          </a:xfrm>
          <a:prstGeom prst="rect">
            <a:avLst/>
          </a:prstGeom>
          <a:noFill/>
          <a:ln>
            <a:noFill/>
          </a:ln>
        </p:spPr>
        <p:txBody>
          <a:bodyPr anchorCtr="0" anchor="t" bIns="0" lIns="0" spcFirstLastPara="1" rIns="0" wrap="square" tIns="0">
            <a:spAutoFit/>
          </a:bodyPr>
          <a:lstStyle/>
          <a:p>
            <a:pPr indent="0" lvl="0" marL="0" marR="0" rtl="0" algn="l">
              <a:lnSpc>
                <a:spcPct val="240063"/>
              </a:lnSpc>
              <a:spcBef>
                <a:spcPts val="0"/>
              </a:spcBef>
              <a:spcAft>
                <a:spcPts val="0"/>
              </a:spcAft>
              <a:buNone/>
            </a:pPr>
            <a:r>
              <a:rPr b="1" i="0" lang="en-US" sz="2501" u="none" cap="none" strike="noStrike">
                <a:solidFill>
                  <a:srgbClr val="000000"/>
                </a:solidFill>
                <a:latin typeface="Nunito"/>
                <a:ea typeface="Nunito"/>
                <a:cs typeface="Nunito"/>
                <a:sym typeface="Nunito"/>
              </a:rPr>
              <a:t>🔹 Orden:</a:t>
            </a:r>
            <a:endParaRPr/>
          </a:p>
          <a:p>
            <a:pPr indent="0" lvl="0" marL="0" marR="0" rtl="0" algn="l">
              <a:lnSpc>
                <a:spcPct val="240063"/>
              </a:lnSpc>
              <a:spcBef>
                <a:spcPts val="0"/>
              </a:spcBef>
              <a:spcAft>
                <a:spcPts val="0"/>
              </a:spcAft>
              <a:buNone/>
            </a:pPr>
            <a:r>
              <a:rPr b="0" i="0" lang="en-US" sz="2501" u="none" cap="none" strike="noStrike">
                <a:solidFill>
                  <a:srgbClr val="000000"/>
                </a:solidFill>
                <a:latin typeface="Nunito"/>
                <a:ea typeface="Nunito"/>
                <a:cs typeface="Nunito"/>
                <a:sym typeface="Nunito"/>
              </a:rPr>
              <a:t> Seguir una lógica al estructurar rutas, usar una nomenclatura clara para redes y evitar redundancias.</a:t>
            </a:r>
            <a:endParaRPr/>
          </a:p>
          <a:p>
            <a:pPr indent="0" lvl="0" marL="0" marR="0" rtl="0" algn="l">
              <a:lnSpc>
                <a:spcPct val="240063"/>
              </a:lnSpc>
              <a:spcBef>
                <a:spcPts val="0"/>
              </a:spcBef>
              <a:spcAft>
                <a:spcPts val="0"/>
              </a:spcAft>
              <a:buNone/>
            </a:pPr>
            <a:r>
              <a:rPr b="1" i="0" lang="en-US" sz="2501" u="none" cap="none" strike="noStrike">
                <a:solidFill>
                  <a:srgbClr val="000000"/>
                </a:solidFill>
                <a:latin typeface="Nunito"/>
                <a:ea typeface="Nunito"/>
                <a:cs typeface="Nunito"/>
                <a:sym typeface="Nunito"/>
              </a:rPr>
              <a:t>🔹 Responsabilidad:</a:t>
            </a:r>
            <a:endParaRPr/>
          </a:p>
          <a:p>
            <a:pPr indent="0" lvl="0" marL="0" marR="0" rtl="0" algn="l">
              <a:lnSpc>
                <a:spcPct val="240063"/>
              </a:lnSpc>
              <a:spcBef>
                <a:spcPts val="0"/>
              </a:spcBef>
              <a:spcAft>
                <a:spcPts val="0"/>
              </a:spcAft>
              <a:buNone/>
            </a:pPr>
            <a:r>
              <a:rPr b="0" i="0" lang="en-US" sz="2501" u="none" cap="none" strike="noStrike">
                <a:solidFill>
                  <a:srgbClr val="000000"/>
                </a:solidFill>
                <a:latin typeface="Nunito"/>
                <a:ea typeface="Nunito"/>
                <a:cs typeface="Nunito"/>
                <a:sym typeface="Nunito"/>
              </a:rPr>
              <a:t> Verificar cuidadosamente cada ruta agregada. Un error mínimo puede dejar sin conexión a toda una red.</a:t>
            </a:r>
            <a:endParaRPr/>
          </a:p>
          <a:p>
            <a:pPr indent="0" lvl="0" marL="0" marR="0" rtl="0" algn="l">
              <a:lnSpc>
                <a:spcPct val="240063"/>
              </a:lnSpc>
              <a:spcBef>
                <a:spcPts val="0"/>
              </a:spcBef>
              <a:spcAft>
                <a:spcPts val="0"/>
              </a:spcAft>
              <a:buNone/>
            </a:pPr>
            <a:r>
              <a:rPr b="1" i="0" lang="en-US" sz="2501" u="none" cap="none" strike="noStrike">
                <a:solidFill>
                  <a:srgbClr val="000000"/>
                </a:solidFill>
                <a:latin typeface="Nunito"/>
                <a:ea typeface="Nunito"/>
                <a:cs typeface="Nunito"/>
                <a:sym typeface="Nunito"/>
              </a:rPr>
              <a:t>🔹 Integridad:</a:t>
            </a:r>
            <a:endParaRPr/>
          </a:p>
          <a:p>
            <a:pPr indent="0" lvl="0" marL="0" marR="0" rtl="0" algn="l">
              <a:lnSpc>
                <a:spcPct val="240063"/>
              </a:lnSpc>
              <a:spcBef>
                <a:spcPts val="0"/>
              </a:spcBef>
              <a:spcAft>
                <a:spcPts val="0"/>
              </a:spcAft>
              <a:buNone/>
            </a:pPr>
            <a:r>
              <a:rPr b="0" i="0" lang="en-US" sz="2501" u="none" cap="none" strike="noStrike">
                <a:solidFill>
                  <a:srgbClr val="000000"/>
                </a:solidFill>
                <a:latin typeface="Nunito"/>
                <a:ea typeface="Nunito"/>
                <a:cs typeface="Nunito"/>
                <a:sym typeface="Nunito"/>
              </a:rPr>
              <a:t>Configurar con base en el conocimiento aprendido, no copiar sin comprensión. Justificar cada ruta agregada.</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DFD"/>
        </a:solidFill>
      </p:bgPr>
    </p:bg>
    <p:spTree>
      <p:nvGrpSpPr>
        <p:cNvPr id="479" name="Shape 479"/>
        <p:cNvGrpSpPr/>
        <p:nvPr/>
      </p:nvGrpSpPr>
      <p:grpSpPr>
        <a:xfrm>
          <a:off x="0" y="0"/>
          <a:ext cx="0" cy="0"/>
          <a:chOff x="0" y="0"/>
          <a:chExt cx="0" cy="0"/>
        </a:xfrm>
      </p:grpSpPr>
      <p:sp>
        <p:nvSpPr>
          <p:cNvPr id="480" name="Google Shape;480;p24"/>
          <p:cNvSpPr/>
          <p:nvPr/>
        </p:nvSpPr>
        <p:spPr>
          <a:xfrm>
            <a:off x="-1620434" y="-1958309"/>
            <a:ext cx="4324636" cy="4191000"/>
          </a:xfrm>
          <a:custGeom>
            <a:rect b="b" l="l" r="r" t="t"/>
            <a:pathLst>
              <a:path extrusionOk="0" h="5588000" w="5766181">
                <a:moveTo>
                  <a:pt x="0" y="0"/>
                </a:moveTo>
                <a:lnTo>
                  <a:pt x="5766181" y="0"/>
                </a:lnTo>
                <a:lnTo>
                  <a:pt x="5766181" y="5588000"/>
                </a:lnTo>
                <a:lnTo>
                  <a:pt x="0" y="5588000"/>
                </a:lnTo>
                <a:lnTo>
                  <a:pt x="0" y="0"/>
                </a:lnTo>
                <a:close/>
              </a:path>
            </a:pathLst>
          </a:custGeom>
          <a:blipFill rotWithShape="1">
            <a:blip r:embed="rId3">
              <a:alphaModFix/>
            </a:blip>
            <a:stretch>
              <a:fillRect b="-5" l="0" r="0" t="-5"/>
            </a:stretch>
          </a:blipFill>
          <a:ln>
            <a:noFill/>
          </a:ln>
        </p:spPr>
      </p:sp>
      <p:sp>
        <p:nvSpPr>
          <p:cNvPr id="481" name="Google Shape;481;p24"/>
          <p:cNvSpPr/>
          <p:nvPr/>
        </p:nvSpPr>
        <p:spPr>
          <a:xfrm>
            <a:off x="-243455" y="7834535"/>
            <a:ext cx="3699224" cy="4195000"/>
          </a:xfrm>
          <a:custGeom>
            <a:rect b="b" l="l" r="r" t="t"/>
            <a:pathLst>
              <a:path extrusionOk="0" h="5593334" w="4932299">
                <a:moveTo>
                  <a:pt x="0" y="0"/>
                </a:moveTo>
                <a:lnTo>
                  <a:pt x="4932299" y="0"/>
                </a:lnTo>
                <a:lnTo>
                  <a:pt x="4932299" y="5593334"/>
                </a:lnTo>
                <a:lnTo>
                  <a:pt x="0" y="5593334"/>
                </a:lnTo>
                <a:lnTo>
                  <a:pt x="0" y="0"/>
                </a:lnTo>
                <a:close/>
              </a:path>
            </a:pathLst>
          </a:custGeom>
          <a:blipFill rotWithShape="1">
            <a:blip r:embed="rId4">
              <a:alphaModFix/>
            </a:blip>
            <a:stretch>
              <a:fillRect b="0" l="-22" r="-22" t="0"/>
            </a:stretch>
          </a:blipFill>
          <a:ln>
            <a:noFill/>
          </a:ln>
        </p:spPr>
      </p:sp>
      <p:sp>
        <p:nvSpPr>
          <p:cNvPr id="482" name="Google Shape;482;p24"/>
          <p:cNvSpPr/>
          <p:nvPr/>
        </p:nvSpPr>
        <p:spPr>
          <a:xfrm>
            <a:off x="12819671" y="9114816"/>
            <a:ext cx="5531644" cy="5441156"/>
          </a:xfrm>
          <a:custGeom>
            <a:rect b="b" l="l" r="r" t="t"/>
            <a:pathLst>
              <a:path extrusionOk="0" h="7254875" w="7375525">
                <a:moveTo>
                  <a:pt x="0" y="0"/>
                </a:moveTo>
                <a:lnTo>
                  <a:pt x="7375525" y="0"/>
                </a:lnTo>
                <a:lnTo>
                  <a:pt x="7375525" y="7254875"/>
                </a:lnTo>
                <a:lnTo>
                  <a:pt x="0" y="7254875"/>
                </a:lnTo>
                <a:lnTo>
                  <a:pt x="0" y="0"/>
                </a:lnTo>
                <a:close/>
              </a:path>
            </a:pathLst>
          </a:custGeom>
          <a:blipFill rotWithShape="1">
            <a:blip r:embed="rId5">
              <a:alphaModFix/>
            </a:blip>
            <a:stretch>
              <a:fillRect b="-87" l="0" r="0" t="-87"/>
            </a:stretch>
          </a:blipFill>
          <a:ln>
            <a:noFill/>
          </a:ln>
        </p:spPr>
      </p:sp>
      <p:sp>
        <p:nvSpPr>
          <p:cNvPr id="483" name="Google Shape;483;p24"/>
          <p:cNvSpPr/>
          <p:nvPr/>
        </p:nvSpPr>
        <p:spPr>
          <a:xfrm>
            <a:off x="16969726" y="137189"/>
            <a:ext cx="3200686" cy="5239131"/>
          </a:xfrm>
          <a:custGeom>
            <a:rect b="b" l="l" r="r" t="t"/>
            <a:pathLst>
              <a:path extrusionOk="0" h="6985508" w="4267581">
                <a:moveTo>
                  <a:pt x="0" y="0"/>
                </a:moveTo>
                <a:lnTo>
                  <a:pt x="4267581" y="0"/>
                </a:lnTo>
                <a:lnTo>
                  <a:pt x="4267581" y="6985508"/>
                </a:lnTo>
                <a:lnTo>
                  <a:pt x="0" y="6985508"/>
                </a:lnTo>
                <a:lnTo>
                  <a:pt x="0" y="0"/>
                </a:lnTo>
                <a:close/>
              </a:path>
            </a:pathLst>
          </a:custGeom>
          <a:blipFill rotWithShape="1">
            <a:blip r:embed="rId6">
              <a:alphaModFix/>
            </a:blip>
            <a:stretch>
              <a:fillRect b="0" l="-128" r="-128" t="0"/>
            </a:stretch>
          </a:blipFill>
          <a:ln>
            <a:noFill/>
          </a:ln>
        </p:spPr>
      </p:sp>
      <p:sp>
        <p:nvSpPr>
          <p:cNvPr id="484" name="Google Shape;484;p24"/>
          <p:cNvSpPr txBox="1"/>
          <p:nvPr/>
        </p:nvSpPr>
        <p:spPr>
          <a:xfrm>
            <a:off x="5647068" y="1211926"/>
            <a:ext cx="7354287" cy="1793871"/>
          </a:xfrm>
          <a:prstGeom prst="rect">
            <a:avLst/>
          </a:prstGeom>
          <a:noFill/>
          <a:ln>
            <a:noFill/>
          </a:ln>
        </p:spPr>
        <p:txBody>
          <a:bodyPr anchorCtr="0" anchor="t" bIns="0" lIns="0" spcFirstLastPara="1" rIns="0" wrap="square" tIns="0">
            <a:spAutoFit/>
          </a:bodyPr>
          <a:lstStyle/>
          <a:p>
            <a:pPr indent="0" lvl="0" marL="0" marR="0" rtl="0" algn="l">
              <a:lnSpc>
                <a:spcPct val="134385"/>
              </a:lnSpc>
              <a:spcBef>
                <a:spcPts val="0"/>
              </a:spcBef>
              <a:spcAft>
                <a:spcPts val="0"/>
              </a:spcAft>
              <a:buNone/>
            </a:pPr>
            <a:r>
              <a:rPr b="1" i="0" lang="en-US" sz="10205" u="none" cap="none" strike="noStrike">
                <a:solidFill>
                  <a:srgbClr val="3D3D3D"/>
                </a:solidFill>
                <a:latin typeface="Roboto"/>
                <a:ea typeface="Roboto"/>
                <a:cs typeface="Roboto"/>
                <a:sym typeface="Roboto"/>
              </a:rPr>
              <a:t>Referencias</a:t>
            </a:r>
            <a:endParaRPr/>
          </a:p>
        </p:txBody>
      </p:sp>
      <p:sp>
        <p:nvSpPr>
          <p:cNvPr id="485" name="Google Shape;485;p24"/>
          <p:cNvSpPr txBox="1"/>
          <p:nvPr/>
        </p:nvSpPr>
        <p:spPr>
          <a:xfrm>
            <a:off x="1028700" y="4301517"/>
            <a:ext cx="16591023" cy="2515869"/>
          </a:xfrm>
          <a:prstGeom prst="rect">
            <a:avLst/>
          </a:prstGeom>
          <a:noFill/>
          <a:ln>
            <a:noFill/>
          </a:ln>
        </p:spPr>
        <p:txBody>
          <a:bodyPr anchorCtr="0" anchor="t" bIns="0" lIns="0" spcFirstLastPara="1" rIns="0" wrap="square" tIns="0">
            <a:spAutoFit/>
          </a:bodyPr>
          <a:lstStyle/>
          <a:p>
            <a:pPr indent="-150178" lvl="3" marL="600711" marR="0" rtl="0" algn="ctr">
              <a:lnSpc>
                <a:spcPct val="168000"/>
              </a:lnSpc>
              <a:spcBef>
                <a:spcPts val="0"/>
              </a:spcBef>
              <a:spcAft>
                <a:spcPts val="0"/>
              </a:spcAft>
              <a:buClr>
                <a:srgbClr val="3D3D3D"/>
              </a:buClr>
              <a:buSzPts val="2200"/>
              <a:buFont typeface="Open Sans"/>
              <a:buAutoNum type="arabicPeriod"/>
            </a:pPr>
            <a:r>
              <a:rPr b="0" i="0" lang="en-US" sz="2200" u="none" cap="none" strike="noStrike">
                <a:solidFill>
                  <a:srgbClr val="3D3D3D"/>
                </a:solidFill>
                <a:latin typeface="Open Sans"/>
                <a:ea typeface="Open Sans"/>
                <a:cs typeface="Open Sans"/>
                <a:sym typeface="Open Sans"/>
              </a:rPr>
              <a:t>https://www.cisco.com/c/en/us/td/docs/routers/ios/config/17-x/ip-routing/b-ip-routing/m_iri-iprouting.html </a:t>
            </a:r>
            <a:endParaRPr/>
          </a:p>
          <a:p>
            <a:pPr indent="-150178" lvl="3" marL="600711" marR="0" rtl="0" algn="ctr">
              <a:lnSpc>
                <a:spcPct val="168000"/>
              </a:lnSpc>
              <a:spcBef>
                <a:spcPts val="0"/>
              </a:spcBef>
              <a:spcAft>
                <a:spcPts val="0"/>
              </a:spcAft>
              <a:buClr>
                <a:srgbClr val="3D3D3D"/>
              </a:buClr>
              <a:buSzPts val="2200"/>
              <a:buFont typeface="Open Sans"/>
              <a:buAutoNum type="arabicPeriod"/>
            </a:pPr>
            <a:r>
              <a:rPr b="0" i="0" lang="en-US" sz="2200" u="none" cap="none" strike="noStrike">
                <a:solidFill>
                  <a:srgbClr val="3D3D3D"/>
                </a:solidFill>
                <a:latin typeface="Open Sans"/>
                <a:ea typeface="Open Sans"/>
                <a:cs typeface="Open Sans"/>
                <a:sym typeface="Open Sans"/>
              </a:rPr>
              <a:t>https://www.cisco.com/c/en/us/td/docs/routers/ios/config/17-x/ip-routing/b-ip-routing/m_ip6-route-static-xe.html </a:t>
            </a:r>
            <a:endParaRPr/>
          </a:p>
          <a:p>
            <a:pPr indent="-150178" lvl="3" marL="600711" marR="0" rtl="0" algn="ctr">
              <a:lnSpc>
                <a:spcPct val="168000"/>
              </a:lnSpc>
              <a:spcBef>
                <a:spcPts val="0"/>
              </a:spcBef>
              <a:spcAft>
                <a:spcPts val="0"/>
              </a:spcAft>
              <a:buClr>
                <a:srgbClr val="3D3D3D"/>
              </a:buClr>
              <a:buSzPts val="2200"/>
              <a:buFont typeface="Open Sans"/>
              <a:buAutoNum type="arabicPeriod"/>
            </a:pPr>
            <a:r>
              <a:rPr b="0" i="0" lang="en-US" sz="2200" u="none" cap="none" strike="noStrike">
                <a:solidFill>
                  <a:srgbClr val="3D3D3D"/>
                </a:solidFill>
                <a:latin typeface="Open Sans"/>
                <a:ea typeface="Open Sans"/>
                <a:cs typeface="Open Sans"/>
                <a:sym typeface="Open Sans"/>
              </a:rPr>
              <a:t>https://datatracker.ietf.org/doc/html/rfc1812 </a:t>
            </a:r>
            <a:endParaRPr/>
          </a:p>
          <a:p>
            <a:pPr indent="-150178" lvl="3" marL="600711" marR="0" rtl="0" algn="ctr">
              <a:lnSpc>
                <a:spcPct val="168000"/>
              </a:lnSpc>
              <a:spcBef>
                <a:spcPts val="0"/>
              </a:spcBef>
              <a:spcAft>
                <a:spcPts val="0"/>
              </a:spcAft>
              <a:buClr>
                <a:srgbClr val="3D3D3D"/>
              </a:buClr>
              <a:buSzPts val="2200"/>
              <a:buFont typeface="Open Sans"/>
              <a:buAutoNum type="arabicPeriod"/>
            </a:pPr>
            <a:r>
              <a:rPr b="0" i="0" lang="en-US" sz="2200" u="none" cap="none" strike="noStrike">
                <a:solidFill>
                  <a:srgbClr val="3D3D3D"/>
                </a:solidFill>
                <a:latin typeface="Open Sans"/>
                <a:ea typeface="Open Sans"/>
                <a:cs typeface="Open Sans"/>
                <a:sym typeface="Open Sans"/>
              </a:rPr>
              <a:t>https://www.ciscopress.com/store/routing-tcp-ip-volume-i-2nd-edition-9781587052026 </a:t>
            </a:r>
            <a:endParaRPr/>
          </a:p>
          <a:p>
            <a:pPr indent="-150178" lvl="3" marL="600711" marR="0" rtl="0" algn="ctr">
              <a:lnSpc>
                <a:spcPct val="168000"/>
              </a:lnSpc>
              <a:spcBef>
                <a:spcPts val="0"/>
              </a:spcBef>
              <a:spcAft>
                <a:spcPts val="0"/>
              </a:spcAft>
              <a:buClr>
                <a:srgbClr val="3D3D3D"/>
              </a:buClr>
              <a:buSzPts val="2200"/>
              <a:buFont typeface="Open Sans"/>
              <a:buAutoNum type="arabicPeriod"/>
            </a:pPr>
            <a:r>
              <a:rPr b="0" i="0" lang="en-US" sz="2200" u="none" cap="none" strike="noStrike">
                <a:solidFill>
                  <a:srgbClr val="3D3D3D"/>
                </a:solidFill>
                <a:latin typeface="Open Sans"/>
                <a:ea typeface="Open Sans"/>
                <a:cs typeface="Open Sans"/>
                <a:sym typeface="Open Sans"/>
              </a:rPr>
              <a:t>https://www.ciscopress.com/store/ccna-200-301-official-cert-guide-volume-1-9780135792735 </a:t>
            </a:r>
            <a:endParaRPr/>
          </a:p>
          <a:p>
            <a:pPr indent="-150178" lvl="3" marL="600711" marR="0" rtl="0" algn="ctr">
              <a:lnSpc>
                <a:spcPct val="168000"/>
              </a:lnSpc>
              <a:spcBef>
                <a:spcPts val="0"/>
              </a:spcBef>
              <a:spcAft>
                <a:spcPts val="0"/>
              </a:spcAft>
              <a:buClr>
                <a:srgbClr val="3D3D3D"/>
              </a:buClr>
              <a:buSzPts val="2200"/>
              <a:buFont typeface="Open Sans"/>
              <a:buAutoNum type="arabicPeriod"/>
            </a:pPr>
            <a:r>
              <a:rPr b="0" i="0" lang="en-US" sz="2200" u="none" cap="none" strike="noStrike">
                <a:solidFill>
                  <a:srgbClr val="3D3D3D"/>
                </a:solidFill>
                <a:latin typeface="Open Sans"/>
                <a:ea typeface="Open Sans"/>
                <a:cs typeface="Open Sans"/>
                <a:sym typeface="Open Sans"/>
              </a:rPr>
              <a:t>https://www.cisco.com/c/en/us/support/docs/dial-access/floating-static-route/118263-technote-nexthop-00.html</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DFD"/>
        </a:solidFill>
      </p:bgPr>
    </p:bg>
    <p:spTree>
      <p:nvGrpSpPr>
        <p:cNvPr id="493" name="Shape 493"/>
        <p:cNvGrpSpPr/>
        <p:nvPr/>
      </p:nvGrpSpPr>
      <p:grpSpPr>
        <a:xfrm>
          <a:off x="0" y="0"/>
          <a:ext cx="0" cy="0"/>
          <a:chOff x="0" y="0"/>
          <a:chExt cx="0" cy="0"/>
        </a:xfrm>
      </p:grpSpPr>
      <p:sp>
        <p:nvSpPr>
          <p:cNvPr id="494" name="Google Shape;494;p25"/>
          <p:cNvSpPr/>
          <p:nvPr/>
        </p:nvSpPr>
        <p:spPr>
          <a:xfrm>
            <a:off x="-1754534" y="-1768422"/>
            <a:ext cx="4324636" cy="4191000"/>
          </a:xfrm>
          <a:custGeom>
            <a:rect b="b" l="l" r="r" t="t"/>
            <a:pathLst>
              <a:path extrusionOk="0" h="5588000" w="5766181">
                <a:moveTo>
                  <a:pt x="0" y="0"/>
                </a:moveTo>
                <a:lnTo>
                  <a:pt x="5766181" y="0"/>
                </a:lnTo>
                <a:lnTo>
                  <a:pt x="5766181" y="5588000"/>
                </a:lnTo>
                <a:lnTo>
                  <a:pt x="0" y="5588000"/>
                </a:lnTo>
                <a:lnTo>
                  <a:pt x="0" y="0"/>
                </a:lnTo>
                <a:close/>
              </a:path>
            </a:pathLst>
          </a:custGeom>
          <a:blipFill rotWithShape="1">
            <a:blip r:embed="rId3">
              <a:alphaModFix/>
            </a:blip>
            <a:stretch>
              <a:fillRect b="-5" l="0" r="0" t="-5"/>
            </a:stretch>
          </a:blipFill>
          <a:ln>
            <a:noFill/>
          </a:ln>
        </p:spPr>
      </p:sp>
      <p:sp>
        <p:nvSpPr>
          <p:cNvPr id="495" name="Google Shape;495;p25"/>
          <p:cNvSpPr/>
          <p:nvPr/>
        </p:nvSpPr>
        <p:spPr>
          <a:xfrm>
            <a:off x="-243455" y="7834535"/>
            <a:ext cx="3699224" cy="4195000"/>
          </a:xfrm>
          <a:custGeom>
            <a:rect b="b" l="l" r="r" t="t"/>
            <a:pathLst>
              <a:path extrusionOk="0" h="5593334" w="4932299">
                <a:moveTo>
                  <a:pt x="0" y="0"/>
                </a:moveTo>
                <a:lnTo>
                  <a:pt x="4932299" y="0"/>
                </a:lnTo>
                <a:lnTo>
                  <a:pt x="4932299" y="5593334"/>
                </a:lnTo>
                <a:lnTo>
                  <a:pt x="0" y="5593334"/>
                </a:lnTo>
                <a:lnTo>
                  <a:pt x="0" y="0"/>
                </a:lnTo>
                <a:close/>
              </a:path>
            </a:pathLst>
          </a:custGeom>
          <a:blipFill rotWithShape="1">
            <a:blip r:embed="rId4">
              <a:alphaModFix/>
            </a:blip>
            <a:stretch>
              <a:fillRect b="0" l="-22" r="-22" t="0"/>
            </a:stretch>
          </a:blipFill>
          <a:ln>
            <a:noFill/>
          </a:ln>
        </p:spPr>
      </p:sp>
      <p:sp>
        <p:nvSpPr>
          <p:cNvPr id="496" name="Google Shape;496;p25"/>
          <p:cNvSpPr/>
          <p:nvPr/>
        </p:nvSpPr>
        <p:spPr>
          <a:xfrm>
            <a:off x="12819671" y="9114816"/>
            <a:ext cx="5531644" cy="5441156"/>
          </a:xfrm>
          <a:custGeom>
            <a:rect b="b" l="l" r="r" t="t"/>
            <a:pathLst>
              <a:path extrusionOk="0" h="7254875" w="7375525">
                <a:moveTo>
                  <a:pt x="0" y="0"/>
                </a:moveTo>
                <a:lnTo>
                  <a:pt x="7375525" y="0"/>
                </a:lnTo>
                <a:lnTo>
                  <a:pt x="7375525" y="7254875"/>
                </a:lnTo>
                <a:lnTo>
                  <a:pt x="0" y="7254875"/>
                </a:lnTo>
                <a:lnTo>
                  <a:pt x="0" y="0"/>
                </a:lnTo>
                <a:close/>
              </a:path>
            </a:pathLst>
          </a:custGeom>
          <a:blipFill rotWithShape="1">
            <a:blip r:embed="rId5">
              <a:alphaModFix/>
            </a:blip>
            <a:stretch>
              <a:fillRect b="-87" l="0" r="0" t="-87"/>
            </a:stretch>
          </a:blipFill>
          <a:ln>
            <a:noFill/>
          </a:ln>
        </p:spPr>
      </p:sp>
      <p:sp>
        <p:nvSpPr>
          <p:cNvPr id="497" name="Google Shape;497;p25"/>
          <p:cNvSpPr/>
          <p:nvPr/>
        </p:nvSpPr>
        <p:spPr>
          <a:xfrm>
            <a:off x="17375203" y="0"/>
            <a:ext cx="3200686" cy="5239131"/>
          </a:xfrm>
          <a:custGeom>
            <a:rect b="b" l="l" r="r" t="t"/>
            <a:pathLst>
              <a:path extrusionOk="0" h="6985508" w="4267581">
                <a:moveTo>
                  <a:pt x="0" y="0"/>
                </a:moveTo>
                <a:lnTo>
                  <a:pt x="4267581" y="0"/>
                </a:lnTo>
                <a:lnTo>
                  <a:pt x="4267581" y="6985508"/>
                </a:lnTo>
                <a:lnTo>
                  <a:pt x="0" y="6985508"/>
                </a:lnTo>
                <a:lnTo>
                  <a:pt x="0" y="0"/>
                </a:lnTo>
                <a:close/>
              </a:path>
            </a:pathLst>
          </a:custGeom>
          <a:blipFill rotWithShape="1">
            <a:blip r:embed="rId6">
              <a:alphaModFix/>
            </a:blip>
            <a:stretch>
              <a:fillRect b="0" l="-128" r="-128" t="0"/>
            </a:stretch>
          </a:blipFill>
          <a:ln>
            <a:noFill/>
          </a:ln>
        </p:spPr>
      </p:sp>
      <p:sp>
        <p:nvSpPr>
          <p:cNvPr id="498" name="Google Shape;498;p25"/>
          <p:cNvSpPr/>
          <p:nvPr/>
        </p:nvSpPr>
        <p:spPr>
          <a:xfrm rot="5400000">
            <a:off x="4586265" y="324581"/>
            <a:ext cx="8517238" cy="9350246"/>
          </a:xfrm>
          <a:custGeom>
            <a:rect b="b" l="l" r="r" t="t"/>
            <a:pathLst>
              <a:path extrusionOk="0" h="9180449" w="8362569">
                <a:moveTo>
                  <a:pt x="0" y="0"/>
                </a:moveTo>
                <a:lnTo>
                  <a:pt x="8362569" y="0"/>
                </a:lnTo>
                <a:lnTo>
                  <a:pt x="8362569" y="9180449"/>
                </a:lnTo>
                <a:lnTo>
                  <a:pt x="0" y="9180449"/>
                </a:lnTo>
                <a:lnTo>
                  <a:pt x="0" y="0"/>
                </a:lnTo>
                <a:close/>
              </a:path>
            </a:pathLst>
          </a:custGeom>
          <a:blipFill rotWithShape="1">
            <a:blip r:embed="rId7">
              <a:alphaModFix/>
            </a:blip>
            <a:stretch>
              <a:fillRect b="0" l="-61" r="-60" t="0"/>
            </a:stretch>
          </a:blipFill>
          <a:ln>
            <a:noFill/>
          </a:ln>
        </p:spPr>
      </p:sp>
      <p:sp>
        <p:nvSpPr>
          <p:cNvPr id="499" name="Google Shape;499;p25"/>
          <p:cNvSpPr txBox="1"/>
          <p:nvPr/>
        </p:nvSpPr>
        <p:spPr>
          <a:xfrm>
            <a:off x="5163629" y="2871849"/>
            <a:ext cx="7960742" cy="4534538"/>
          </a:xfrm>
          <a:prstGeom prst="rect">
            <a:avLst/>
          </a:prstGeom>
          <a:noFill/>
          <a:ln>
            <a:noFill/>
          </a:ln>
        </p:spPr>
        <p:txBody>
          <a:bodyPr anchorCtr="0" anchor="t" bIns="0" lIns="0" spcFirstLastPara="1" rIns="0" wrap="square" tIns="0">
            <a:spAutoFit/>
          </a:bodyPr>
          <a:lstStyle/>
          <a:p>
            <a:pPr indent="0" lvl="0" marL="0" marR="0" rtl="0" algn="ctr">
              <a:lnSpc>
                <a:spcPct val="134395"/>
              </a:lnSpc>
              <a:spcBef>
                <a:spcPts val="0"/>
              </a:spcBef>
              <a:spcAft>
                <a:spcPts val="0"/>
              </a:spcAft>
              <a:buNone/>
            </a:pPr>
            <a:r>
              <a:rPr b="1" i="0" lang="en-US" sz="13461" u="none" cap="none" strike="noStrike">
                <a:solidFill>
                  <a:srgbClr val="3D3D3D"/>
                </a:solidFill>
                <a:latin typeface="Roboto"/>
                <a:ea typeface="Roboto"/>
                <a:cs typeface="Roboto"/>
                <a:sym typeface="Roboto"/>
              </a:rPr>
              <a:t>Ejemplo Práctico</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DFD"/>
        </a:solidFill>
      </p:bgPr>
    </p:bg>
    <p:spTree>
      <p:nvGrpSpPr>
        <p:cNvPr id="507" name="Shape 507"/>
        <p:cNvGrpSpPr/>
        <p:nvPr/>
      </p:nvGrpSpPr>
      <p:grpSpPr>
        <a:xfrm>
          <a:off x="0" y="0"/>
          <a:ext cx="0" cy="0"/>
          <a:chOff x="0" y="0"/>
          <a:chExt cx="0" cy="0"/>
        </a:xfrm>
      </p:grpSpPr>
      <p:sp>
        <p:nvSpPr>
          <p:cNvPr id="508" name="Google Shape;508;p26"/>
          <p:cNvSpPr/>
          <p:nvPr/>
        </p:nvSpPr>
        <p:spPr>
          <a:xfrm>
            <a:off x="-1754534" y="-1768422"/>
            <a:ext cx="4324636" cy="4191000"/>
          </a:xfrm>
          <a:custGeom>
            <a:rect b="b" l="l" r="r" t="t"/>
            <a:pathLst>
              <a:path extrusionOk="0" h="5588000" w="5766181">
                <a:moveTo>
                  <a:pt x="0" y="0"/>
                </a:moveTo>
                <a:lnTo>
                  <a:pt x="5766181" y="0"/>
                </a:lnTo>
                <a:lnTo>
                  <a:pt x="5766181" y="5588000"/>
                </a:lnTo>
                <a:lnTo>
                  <a:pt x="0" y="5588000"/>
                </a:lnTo>
                <a:lnTo>
                  <a:pt x="0" y="0"/>
                </a:lnTo>
                <a:close/>
              </a:path>
            </a:pathLst>
          </a:custGeom>
          <a:blipFill rotWithShape="1">
            <a:blip r:embed="rId3">
              <a:alphaModFix/>
            </a:blip>
            <a:stretch>
              <a:fillRect b="-5" l="0" r="0" t="-5"/>
            </a:stretch>
          </a:blipFill>
          <a:ln>
            <a:noFill/>
          </a:ln>
        </p:spPr>
      </p:sp>
      <p:sp>
        <p:nvSpPr>
          <p:cNvPr id="509" name="Google Shape;509;p26"/>
          <p:cNvSpPr/>
          <p:nvPr/>
        </p:nvSpPr>
        <p:spPr>
          <a:xfrm>
            <a:off x="-243455" y="7834535"/>
            <a:ext cx="3699224" cy="4195000"/>
          </a:xfrm>
          <a:custGeom>
            <a:rect b="b" l="l" r="r" t="t"/>
            <a:pathLst>
              <a:path extrusionOk="0" h="5593334" w="4932299">
                <a:moveTo>
                  <a:pt x="0" y="0"/>
                </a:moveTo>
                <a:lnTo>
                  <a:pt x="4932299" y="0"/>
                </a:lnTo>
                <a:lnTo>
                  <a:pt x="4932299" y="5593334"/>
                </a:lnTo>
                <a:lnTo>
                  <a:pt x="0" y="5593334"/>
                </a:lnTo>
                <a:lnTo>
                  <a:pt x="0" y="0"/>
                </a:lnTo>
                <a:close/>
              </a:path>
            </a:pathLst>
          </a:custGeom>
          <a:blipFill rotWithShape="1">
            <a:blip r:embed="rId4">
              <a:alphaModFix/>
            </a:blip>
            <a:stretch>
              <a:fillRect b="0" l="-22" r="-22" t="0"/>
            </a:stretch>
          </a:blipFill>
          <a:ln>
            <a:noFill/>
          </a:ln>
        </p:spPr>
      </p:sp>
      <p:sp>
        <p:nvSpPr>
          <p:cNvPr id="510" name="Google Shape;510;p26"/>
          <p:cNvSpPr/>
          <p:nvPr/>
        </p:nvSpPr>
        <p:spPr>
          <a:xfrm>
            <a:off x="12819671" y="9114816"/>
            <a:ext cx="5531644" cy="5441156"/>
          </a:xfrm>
          <a:custGeom>
            <a:rect b="b" l="l" r="r" t="t"/>
            <a:pathLst>
              <a:path extrusionOk="0" h="7254875" w="7375525">
                <a:moveTo>
                  <a:pt x="0" y="0"/>
                </a:moveTo>
                <a:lnTo>
                  <a:pt x="7375525" y="0"/>
                </a:lnTo>
                <a:lnTo>
                  <a:pt x="7375525" y="7254875"/>
                </a:lnTo>
                <a:lnTo>
                  <a:pt x="0" y="7254875"/>
                </a:lnTo>
                <a:lnTo>
                  <a:pt x="0" y="0"/>
                </a:lnTo>
                <a:close/>
              </a:path>
            </a:pathLst>
          </a:custGeom>
          <a:blipFill rotWithShape="1">
            <a:blip r:embed="rId5">
              <a:alphaModFix/>
            </a:blip>
            <a:stretch>
              <a:fillRect b="-87" l="0" r="0" t="-87"/>
            </a:stretch>
          </a:blipFill>
          <a:ln>
            <a:noFill/>
          </a:ln>
        </p:spPr>
      </p:sp>
      <p:sp>
        <p:nvSpPr>
          <p:cNvPr id="511" name="Google Shape;511;p26"/>
          <p:cNvSpPr/>
          <p:nvPr/>
        </p:nvSpPr>
        <p:spPr>
          <a:xfrm>
            <a:off x="17375203" y="0"/>
            <a:ext cx="3200686" cy="5239131"/>
          </a:xfrm>
          <a:custGeom>
            <a:rect b="b" l="l" r="r" t="t"/>
            <a:pathLst>
              <a:path extrusionOk="0" h="6985508" w="4267581">
                <a:moveTo>
                  <a:pt x="0" y="0"/>
                </a:moveTo>
                <a:lnTo>
                  <a:pt x="4267581" y="0"/>
                </a:lnTo>
                <a:lnTo>
                  <a:pt x="4267581" y="6985508"/>
                </a:lnTo>
                <a:lnTo>
                  <a:pt x="0" y="6985508"/>
                </a:lnTo>
                <a:lnTo>
                  <a:pt x="0" y="0"/>
                </a:lnTo>
                <a:close/>
              </a:path>
            </a:pathLst>
          </a:custGeom>
          <a:blipFill rotWithShape="1">
            <a:blip r:embed="rId6">
              <a:alphaModFix/>
            </a:blip>
            <a:stretch>
              <a:fillRect b="0" l="-128" r="-128" t="0"/>
            </a:stretch>
          </a:blipFill>
          <a:ln>
            <a:noFill/>
          </a:ln>
        </p:spPr>
      </p:sp>
      <p:sp>
        <p:nvSpPr>
          <p:cNvPr id="512" name="Google Shape;512;p26"/>
          <p:cNvSpPr/>
          <p:nvPr/>
        </p:nvSpPr>
        <p:spPr>
          <a:xfrm rot="5400000">
            <a:off x="4586265" y="324581"/>
            <a:ext cx="8517238" cy="9350246"/>
          </a:xfrm>
          <a:custGeom>
            <a:rect b="b" l="l" r="r" t="t"/>
            <a:pathLst>
              <a:path extrusionOk="0" h="9180449" w="8362569">
                <a:moveTo>
                  <a:pt x="0" y="0"/>
                </a:moveTo>
                <a:lnTo>
                  <a:pt x="8362569" y="0"/>
                </a:lnTo>
                <a:lnTo>
                  <a:pt x="8362569" y="9180449"/>
                </a:lnTo>
                <a:lnTo>
                  <a:pt x="0" y="9180449"/>
                </a:lnTo>
                <a:lnTo>
                  <a:pt x="0" y="0"/>
                </a:lnTo>
                <a:close/>
              </a:path>
            </a:pathLst>
          </a:custGeom>
          <a:blipFill rotWithShape="1">
            <a:blip r:embed="rId7">
              <a:alphaModFix/>
            </a:blip>
            <a:stretch>
              <a:fillRect b="0" l="-61" r="-60" t="0"/>
            </a:stretch>
          </a:blipFill>
          <a:ln>
            <a:noFill/>
          </a:ln>
        </p:spPr>
      </p:sp>
      <p:sp>
        <p:nvSpPr>
          <p:cNvPr id="513" name="Google Shape;513;p26"/>
          <p:cNvSpPr txBox="1"/>
          <p:nvPr/>
        </p:nvSpPr>
        <p:spPr>
          <a:xfrm>
            <a:off x="5020973" y="3832490"/>
            <a:ext cx="7960742" cy="3315380"/>
          </a:xfrm>
          <a:prstGeom prst="rect">
            <a:avLst/>
          </a:prstGeom>
          <a:noFill/>
          <a:ln>
            <a:noFill/>
          </a:ln>
        </p:spPr>
        <p:txBody>
          <a:bodyPr anchorCtr="0" anchor="t" bIns="0" lIns="0" spcFirstLastPara="1" rIns="0" wrap="square" tIns="0">
            <a:spAutoFit/>
          </a:bodyPr>
          <a:lstStyle/>
          <a:p>
            <a:pPr indent="0" lvl="0" marL="0" marR="0" rtl="0" algn="ctr">
              <a:lnSpc>
                <a:spcPct val="134394"/>
              </a:lnSpc>
              <a:spcBef>
                <a:spcPts val="0"/>
              </a:spcBef>
              <a:spcAft>
                <a:spcPts val="0"/>
              </a:spcAft>
              <a:buNone/>
            </a:pPr>
            <a:r>
              <a:rPr b="1" i="0" lang="en-US" sz="9862" u="none" cap="none" strike="noStrike">
                <a:solidFill>
                  <a:srgbClr val="3D3D3D"/>
                </a:solidFill>
                <a:latin typeface="Roboto"/>
                <a:ea typeface="Roboto"/>
                <a:cs typeface="Roboto"/>
                <a:sym typeface="Roboto"/>
              </a:rPr>
              <a:t>Practiquemos lo aprendido</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DFD"/>
        </a:solidFill>
      </p:bgPr>
    </p:bg>
    <p:spTree>
      <p:nvGrpSpPr>
        <p:cNvPr id="521" name="Shape 521"/>
        <p:cNvGrpSpPr/>
        <p:nvPr/>
      </p:nvGrpSpPr>
      <p:grpSpPr>
        <a:xfrm>
          <a:off x="0" y="0"/>
          <a:ext cx="0" cy="0"/>
          <a:chOff x="0" y="0"/>
          <a:chExt cx="0" cy="0"/>
        </a:xfrm>
      </p:grpSpPr>
      <p:sp>
        <p:nvSpPr>
          <p:cNvPr id="522" name="Google Shape;522;p27"/>
          <p:cNvSpPr txBox="1"/>
          <p:nvPr/>
        </p:nvSpPr>
        <p:spPr>
          <a:xfrm>
            <a:off x="3721526" y="2461896"/>
            <a:ext cx="10844947" cy="5029832"/>
          </a:xfrm>
          <a:prstGeom prst="rect">
            <a:avLst/>
          </a:prstGeom>
          <a:noFill/>
          <a:ln>
            <a:noFill/>
          </a:ln>
        </p:spPr>
        <p:txBody>
          <a:bodyPr anchorCtr="0" anchor="t" bIns="0" lIns="0" spcFirstLastPara="1" rIns="0" wrap="square" tIns="0">
            <a:spAutoFit/>
          </a:bodyPr>
          <a:lstStyle/>
          <a:p>
            <a:pPr indent="0" lvl="0" marL="0" marR="0" rtl="0" algn="ctr">
              <a:lnSpc>
                <a:spcPct val="134395"/>
              </a:lnSpc>
              <a:spcBef>
                <a:spcPts val="0"/>
              </a:spcBef>
              <a:spcAft>
                <a:spcPts val="0"/>
              </a:spcAft>
              <a:buNone/>
            </a:pPr>
            <a:r>
              <a:rPr b="1" i="0" lang="en-US" sz="15999" u="none" cap="none" strike="noStrike">
                <a:solidFill>
                  <a:srgbClr val="3D3D3D"/>
                </a:solidFill>
                <a:latin typeface="Roboto"/>
                <a:ea typeface="Roboto"/>
                <a:cs typeface="Roboto"/>
                <a:sym typeface="Roboto"/>
              </a:rPr>
              <a:t>¿Dudas o preguntas?</a:t>
            </a:r>
            <a:endParaRPr/>
          </a:p>
        </p:txBody>
      </p:sp>
      <p:sp>
        <p:nvSpPr>
          <p:cNvPr id="523" name="Google Shape;523;p27"/>
          <p:cNvSpPr/>
          <p:nvPr/>
        </p:nvSpPr>
        <p:spPr>
          <a:xfrm>
            <a:off x="16265689" y="7131447"/>
            <a:ext cx="4062412" cy="4606861"/>
          </a:xfrm>
          <a:custGeom>
            <a:rect b="b" l="l" r="r" t="t"/>
            <a:pathLst>
              <a:path extrusionOk="0" h="6142482" w="5416550">
                <a:moveTo>
                  <a:pt x="0" y="0"/>
                </a:moveTo>
                <a:lnTo>
                  <a:pt x="5416550" y="0"/>
                </a:lnTo>
                <a:lnTo>
                  <a:pt x="5416550" y="6142482"/>
                </a:lnTo>
                <a:lnTo>
                  <a:pt x="0" y="6142482"/>
                </a:lnTo>
                <a:lnTo>
                  <a:pt x="0" y="0"/>
                </a:lnTo>
                <a:close/>
              </a:path>
            </a:pathLst>
          </a:custGeom>
          <a:blipFill rotWithShape="1">
            <a:blip r:embed="rId3">
              <a:alphaModFix/>
            </a:blip>
            <a:stretch>
              <a:fillRect b="0" l="-22" r="-22" t="0"/>
            </a:stretch>
          </a:blipFill>
          <a:ln>
            <a:noFill/>
          </a:ln>
        </p:spPr>
      </p:sp>
      <p:sp>
        <p:nvSpPr>
          <p:cNvPr id="524" name="Google Shape;524;p27"/>
          <p:cNvSpPr/>
          <p:nvPr/>
        </p:nvSpPr>
        <p:spPr>
          <a:xfrm>
            <a:off x="4123074" y="-2591505"/>
            <a:ext cx="4089178" cy="3747230"/>
          </a:xfrm>
          <a:custGeom>
            <a:rect b="b" l="l" r="r" t="t"/>
            <a:pathLst>
              <a:path extrusionOk="0" h="4996307" w="5452237">
                <a:moveTo>
                  <a:pt x="0" y="0"/>
                </a:moveTo>
                <a:lnTo>
                  <a:pt x="5452237" y="0"/>
                </a:lnTo>
                <a:lnTo>
                  <a:pt x="5452237" y="4996307"/>
                </a:lnTo>
                <a:lnTo>
                  <a:pt x="0" y="4996307"/>
                </a:lnTo>
                <a:lnTo>
                  <a:pt x="0" y="0"/>
                </a:lnTo>
                <a:close/>
              </a:path>
            </a:pathLst>
          </a:custGeom>
          <a:blipFill rotWithShape="1">
            <a:blip r:embed="rId4">
              <a:alphaModFix/>
            </a:blip>
            <a:stretch>
              <a:fillRect b="-80" l="0" r="0" t="-80"/>
            </a:stretch>
          </a:blipFill>
          <a:ln>
            <a:noFill/>
          </a:ln>
        </p:spPr>
      </p:sp>
      <p:sp>
        <p:nvSpPr>
          <p:cNvPr id="525" name="Google Shape;525;p27"/>
          <p:cNvSpPr/>
          <p:nvPr/>
        </p:nvSpPr>
        <p:spPr>
          <a:xfrm>
            <a:off x="17259300" y="3548904"/>
            <a:ext cx="3290888" cy="3189160"/>
          </a:xfrm>
          <a:custGeom>
            <a:rect b="b" l="l" r="r" t="t"/>
            <a:pathLst>
              <a:path extrusionOk="0" h="4252214" w="4387850">
                <a:moveTo>
                  <a:pt x="0" y="0"/>
                </a:moveTo>
                <a:lnTo>
                  <a:pt x="4387850" y="0"/>
                </a:lnTo>
                <a:lnTo>
                  <a:pt x="4387850" y="4252214"/>
                </a:lnTo>
                <a:lnTo>
                  <a:pt x="0" y="4252214"/>
                </a:lnTo>
                <a:lnTo>
                  <a:pt x="0" y="0"/>
                </a:lnTo>
                <a:close/>
              </a:path>
            </a:pathLst>
          </a:custGeom>
          <a:blipFill rotWithShape="1">
            <a:blip r:embed="rId5">
              <a:alphaModFix/>
            </a:blip>
            <a:stretch>
              <a:fillRect b="0" l="-40" r="-40" t="0"/>
            </a:stretch>
          </a:blipFill>
          <a:ln>
            <a:noFill/>
          </a:ln>
        </p:spPr>
      </p:sp>
      <p:sp>
        <p:nvSpPr>
          <p:cNvPr id="526" name="Google Shape;526;p27"/>
          <p:cNvSpPr/>
          <p:nvPr/>
        </p:nvSpPr>
        <p:spPr>
          <a:xfrm>
            <a:off x="12308650" y="9169514"/>
            <a:ext cx="3683222" cy="3522536"/>
          </a:xfrm>
          <a:custGeom>
            <a:rect b="b" l="l" r="r" t="t"/>
            <a:pathLst>
              <a:path extrusionOk="0" h="4696714" w="4910963">
                <a:moveTo>
                  <a:pt x="0" y="0"/>
                </a:moveTo>
                <a:lnTo>
                  <a:pt x="4910963" y="0"/>
                </a:lnTo>
                <a:lnTo>
                  <a:pt x="4910963" y="4696714"/>
                </a:lnTo>
                <a:lnTo>
                  <a:pt x="0" y="4696714"/>
                </a:lnTo>
                <a:lnTo>
                  <a:pt x="0" y="0"/>
                </a:lnTo>
                <a:close/>
              </a:path>
            </a:pathLst>
          </a:custGeom>
          <a:blipFill rotWithShape="1">
            <a:blip r:embed="rId6">
              <a:alphaModFix/>
            </a:blip>
            <a:stretch>
              <a:fillRect b="0" l="-39" r="-39" t="0"/>
            </a:stretch>
          </a:blipFill>
          <a:ln>
            <a:noFill/>
          </a:ln>
        </p:spPr>
      </p:sp>
      <p:sp>
        <p:nvSpPr>
          <p:cNvPr id="527" name="Google Shape;527;p27"/>
          <p:cNvSpPr/>
          <p:nvPr/>
        </p:nvSpPr>
        <p:spPr>
          <a:xfrm rot="5400000">
            <a:off x="-408159" y="-3205288"/>
            <a:ext cx="4319969" cy="4742497"/>
          </a:xfrm>
          <a:custGeom>
            <a:rect b="b" l="l" r="r" t="t"/>
            <a:pathLst>
              <a:path extrusionOk="0" h="6323330" w="5759958">
                <a:moveTo>
                  <a:pt x="0" y="0"/>
                </a:moveTo>
                <a:lnTo>
                  <a:pt x="5759958" y="0"/>
                </a:lnTo>
                <a:lnTo>
                  <a:pt x="5759958" y="6323330"/>
                </a:lnTo>
                <a:lnTo>
                  <a:pt x="0" y="6323330"/>
                </a:lnTo>
                <a:lnTo>
                  <a:pt x="0" y="0"/>
                </a:lnTo>
                <a:close/>
              </a:path>
            </a:pathLst>
          </a:custGeom>
          <a:blipFill rotWithShape="1">
            <a:blip r:embed="rId7">
              <a:alphaModFix/>
            </a:blip>
            <a:stretch>
              <a:fillRect b="0" l="-61" r="-61" t="0"/>
            </a:stretch>
          </a:blipFill>
          <a:ln>
            <a:noFill/>
          </a:ln>
        </p:spPr>
      </p:sp>
      <p:sp>
        <p:nvSpPr>
          <p:cNvPr id="528" name="Google Shape;528;p27"/>
          <p:cNvSpPr/>
          <p:nvPr/>
        </p:nvSpPr>
        <p:spPr>
          <a:xfrm rot="3887788">
            <a:off x="-2804939" y="803582"/>
            <a:ext cx="3200686" cy="5239131"/>
          </a:xfrm>
          <a:custGeom>
            <a:rect b="b" l="l" r="r" t="t"/>
            <a:pathLst>
              <a:path extrusionOk="0" h="6985508" w="4267581">
                <a:moveTo>
                  <a:pt x="0" y="0"/>
                </a:moveTo>
                <a:lnTo>
                  <a:pt x="4267581" y="0"/>
                </a:lnTo>
                <a:lnTo>
                  <a:pt x="4267581" y="6985508"/>
                </a:lnTo>
                <a:lnTo>
                  <a:pt x="0" y="6985508"/>
                </a:lnTo>
                <a:lnTo>
                  <a:pt x="0" y="0"/>
                </a:lnTo>
                <a:close/>
              </a:path>
            </a:pathLst>
          </a:custGeom>
          <a:blipFill rotWithShape="1">
            <a:blip r:embed="rId8">
              <a:alphaModFix/>
            </a:blip>
            <a:stretch>
              <a:fillRect b="0" l="-128" r="-128" t="0"/>
            </a:stretch>
          </a:blipFill>
          <a:ln>
            <a:noFill/>
          </a:ln>
        </p:spPr>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DFD"/>
        </a:solidFill>
      </p:bgPr>
    </p:bg>
    <p:spTree>
      <p:nvGrpSpPr>
        <p:cNvPr id="536" name="Shape 536"/>
        <p:cNvGrpSpPr/>
        <p:nvPr/>
      </p:nvGrpSpPr>
      <p:grpSpPr>
        <a:xfrm>
          <a:off x="0" y="0"/>
          <a:ext cx="0" cy="0"/>
          <a:chOff x="0" y="0"/>
          <a:chExt cx="0" cy="0"/>
        </a:xfrm>
      </p:grpSpPr>
      <p:sp>
        <p:nvSpPr>
          <p:cNvPr id="537" name="Google Shape;537;p28"/>
          <p:cNvSpPr/>
          <p:nvPr/>
        </p:nvSpPr>
        <p:spPr>
          <a:xfrm>
            <a:off x="16628867" y="7543299"/>
            <a:ext cx="3699224" cy="4195000"/>
          </a:xfrm>
          <a:custGeom>
            <a:rect b="b" l="l" r="r" t="t"/>
            <a:pathLst>
              <a:path extrusionOk="0" h="5593334" w="4932299">
                <a:moveTo>
                  <a:pt x="0" y="0"/>
                </a:moveTo>
                <a:lnTo>
                  <a:pt x="4932299" y="0"/>
                </a:lnTo>
                <a:lnTo>
                  <a:pt x="4932299" y="5593334"/>
                </a:lnTo>
                <a:lnTo>
                  <a:pt x="0" y="5593334"/>
                </a:lnTo>
                <a:lnTo>
                  <a:pt x="0" y="0"/>
                </a:lnTo>
                <a:close/>
              </a:path>
            </a:pathLst>
          </a:custGeom>
          <a:blipFill rotWithShape="1">
            <a:blip r:embed="rId3">
              <a:alphaModFix/>
            </a:blip>
            <a:stretch>
              <a:fillRect b="0" l="-22" r="-22" t="0"/>
            </a:stretch>
          </a:blipFill>
          <a:ln>
            <a:noFill/>
          </a:ln>
        </p:spPr>
      </p:sp>
      <p:sp>
        <p:nvSpPr>
          <p:cNvPr id="538" name="Google Shape;538;p28"/>
          <p:cNvSpPr/>
          <p:nvPr/>
        </p:nvSpPr>
        <p:spPr>
          <a:xfrm>
            <a:off x="4123074" y="-2591505"/>
            <a:ext cx="4089178" cy="3747230"/>
          </a:xfrm>
          <a:custGeom>
            <a:rect b="b" l="l" r="r" t="t"/>
            <a:pathLst>
              <a:path extrusionOk="0" h="4996307" w="5452237">
                <a:moveTo>
                  <a:pt x="0" y="0"/>
                </a:moveTo>
                <a:lnTo>
                  <a:pt x="5452237" y="0"/>
                </a:lnTo>
                <a:lnTo>
                  <a:pt x="5452237" y="4996307"/>
                </a:lnTo>
                <a:lnTo>
                  <a:pt x="0" y="4996307"/>
                </a:lnTo>
                <a:lnTo>
                  <a:pt x="0" y="0"/>
                </a:lnTo>
                <a:close/>
              </a:path>
            </a:pathLst>
          </a:custGeom>
          <a:blipFill rotWithShape="1">
            <a:blip r:embed="rId4">
              <a:alphaModFix/>
            </a:blip>
            <a:stretch>
              <a:fillRect b="-80" l="0" r="0" t="-80"/>
            </a:stretch>
          </a:blipFill>
          <a:ln>
            <a:noFill/>
          </a:ln>
        </p:spPr>
      </p:sp>
      <p:sp>
        <p:nvSpPr>
          <p:cNvPr id="539" name="Google Shape;539;p28"/>
          <p:cNvSpPr/>
          <p:nvPr/>
        </p:nvSpPr>
        <p:spPr>
          <a:xfrm rot="-1780974">
            <a:off x="-2178018" y="4841040"/>
            <a:ext cx="3585401" cy="4186714"/>
          </a:xfrm>
          <a:custGeom>
            <a:rect b="b" l="l" r="r" t="t"/>
            <a:pathLst>
              <a:path extrusionOk="0" h="5582285" w="4780534">
                <a:moveTo>
                  <a:pt x="0" y="0"/>
                </a:moveTo>
                <a:lnTo>
                  <a:pt x="4780534" y="0"/>
                </a:lnTo>
                <a:lnTo>
                  <a:pt x="4780534" y="5582285"/>
                </a:lnTo>
                <a:lnTo>
                  <a:pt x="0" y="5582285"/>
                </a:lnTo>
                <a:lnTo>
                  <a:pt x="0" y="0"/>
                </a:lnTo>
                <a:close/>
              </a:path>
            </a:pathLst>
          </a:custGeom>
          <a:blipFill rotWithShape="1">
            <a:blip r:embed="rId5">
              <a:alphaModFix/>
            </a:blip>
            <a:stretch>
              <a:fillRect b="0" l="-43" r="-43" t="0"/>
            </a:stretch>
          </a:blipFill>
          <a:ln>
            <a:noFill/>
          </a:ln>
        </p:spPr>
      </p:sp>
      <p:sp>
        <p:nvSpPr>
          <p:cNvPr id="540" name="Google Shape;540;p28"/>
          <p:cNvSpPr/>
          <p:nvPr/>
        </p:nvSpPr>
        <p:spPr>
          <a:xfrm rot="5400000">
            <a:off x="-547910" y="8993254"/>
            <a:ext cx="3603689" cy="3956209"/>
          </a:xfrm>
          <a:custGeom>
            <a:rect b="b" l="l" r="r" t="t"/>
            <a:pathLst>
              <a:path extrusionOk="0" h="5274945" w="4804918">
                <a:moveTo>
                  <a:pt x="0" y="0"/>
                </a:moveTo>
                <a:lnTo>
                  <a:pt x="4804918" y="0"/>
                </a:lnTo>
                <a:lnTo>
                  <a:pt x="4804918" y="5274945"/>
                </a:lnTo>
                <a:lnTo>
                  <a:pt x="0" y="5274945"/>
                </a:lnTo>
                <a:lnTo>
                  <a:pt x="0" y="0"/>
                </a:lnTo>
                <a:close/>
              </a:path>
            </a:pathLst>
          </a:custGeom>
          <a:blipFill rotWithShape="1">
            <a:blip r:embed="rId6">
              <a:alphaModFix/>
            </a:blip>
            <a:stretch>
              <a:fillRect b="0" l="-61" r="-61" t="0"/>
            </a:stretch>
          </a:blipFill>
          <a:ln>
            <a:noFill/>
          </a:ln>
        </p:spPr>
      </p:sp>
      <p:sp>
        <p:nvSpPr>
          <p:cNvPr id="541" name="Google Shape;541;p28"/>
          <p:cNvSpPr/>
          <p:nvPr/>
        </p:nvSpPr>
        <p:spPr>
          <a:xfrm>
            <a:off x="3336814" y="9169514"/>
            <a:ext cx="3360801" cy="3416713"/>
          </a:xfrm>
          <a:custGeom>
            <a:rect b="b" l="l" r="r" t="t"/>
            <a:pathLst>
              <a:path extrusionOk="0" h="4555617" w="4481068">
                <a:moveTo>
                  <a:pt x="0" y="0"/>
                </a:moveTo>
                <a:lnTo>
                  <a:pt x="4481068" y="0"/>
                </a:lnTo>
                <a:lnTo>
                  <a:pt x="4481068" y="4555617"/>
                </a:lnTo>
                <a:lnTo>
                  <a:pt x="0" y="4555617"/>
                </a:lnTo>
                <a:lnTo>
                  <a:pt x="0" y="0"/>
                </a:lnTo>
                <a:close/>
              </a:path>
            </a:pathLst>
          </a:custGeom>
          <a:blipFill rotWithShape="1">
            <a:blip r:embed="rId7">
              <a:alphaModFix/>
            </a:blip>
            <a:stretch>
              <a:fillRect b="0" l="-1" r="-1" t="0"/>
            </a:stretch>
          </a:blipFill>
          <a:ln>
            <a:noFill/>
          </a:ln>
        </p:spPr>
      </p:sp>
      <p:sp>
        <p:nvSpPr>
          <p:cNvPr id="542" name="Google Shape;542;p28"/>
          <p:cNvSpPr/>
          <p:nvPr/>
        </p:nvSpPr>
        <p:spPr>
          <a:xfrm>
            <a:off x="17381308" y="3942256"/>
            <a:ext cx="3290887" cy="3189160"/>
          </a:xfrm>
          <a:custGeom>
            <a:rect b="b" l="l" r="r" t="t"/>
            <a:pathLst>
              <a:path extrusionOk="0" h="4252214" w="4387850">
                <a:moveTo>
                  <a:pt x="0" y="0"/>
                </a:moveTo>
                <a:lnTo>
                  <a:pt x="4387850" y="0"/>
                </a:lnTo>
                <a:lnTo>
                  <a:pt x="4387850" y="4252214"/>
                </a:lnTo>
                <a:lnTo>
                  <a:pt x="0" y="4252214"/>
                </a:lnTo>
                <a:lnTo>
                  <a:pt x="0" y="0"/>
                </a:lnTo>
                <a:close/>
              </a:path>
            </a:pathLst>
          </a:custGeom>
          <a:blipFill rotWithShape="1">
            <a:blip r:embed="rId8">
              <a:alphaModFix/>
            </a:blip>
            <a:stretch>
              <a:fillRect b="-6" l="0" r="0" t="-6"/>
            </a:stretch>
          </a:blipFill>
          <a:ln>
            <a:noFill/>
          </a:ln>
        </p:spPr>
      </p:sp>
      <p:sp>
        <p:nvSpPr>
          <p:cNvPr id="543" name="Google Shape;543;p28"/>
          <p:cNvSpPr/>
          <p:nvPr/>
        </p:nvSpPr>
        <p:spPr>
          <a:xfrm>
            <a:off x="12756325" y="-2994024"/>
            <a:ext cx="4101751" cy="4034694"/>
          </a:xfrm>
          <a:custGeom>
            <a:rect b="b" l="l" r="r" t="t"/>
            <a:pathLst>
              <a:path extrusionOk="0" h="5379593" w="5469001">
                <a:moveTo>
                  <a:pt x="0" y="0"/>
                </a:moveTo>
                <a:lnTo>
                  <a:pt x="5469001" y="0"/>
                </a:lnTo>
                <a:lnTo>
                  <a:pt x="5469001" y="5379593"/>
                </a:lnTo>
                <a:lnTo>
                  <a:pt x="0" y="5379593"/>
                </a:lnTo>
                <a:lnTo>
                  <a:pt x="0" y="0"/>
                </a:lnTo>
                <a:close/>
              </a:path>
            </a:pathLst>
          </a:custGeom>
          <a:blipFill rotWithShape="1">
            <a:blip r:embed="rId9">
              <a:alphaModFix/>
            </a:blip>
            <a:stretch>
              <a:fillRect b="-87" l="0" r="0" t="-87"/>
            </a:stretch>
          </a:blipFill>
          <a:ln>
            <a:noFill/>
          </a:ln>
        </p:spPr>
      </p:sp>
      <p:sp>
        <p:nvSpPr>
          <p:cNvPr id="544" name="Google Shape;544;p28"/>
          <p:cNvSpPr/>
          <p:nvPr/>
        </p:nvSpPr>
        <p:spPr>
          <a:xfrm>
            <a:off x="17191945" y="-717905"/>
            <a:ext cx="2933033" cy="4801076"/>
          </a:xfrm>
          <a:custGeom>
            <a:rect b="b" l="l" r="r" t="t"/>
            <a:pathLst>
              <a:path extrusionOk="0" h="6401435" w="3910711">
                <a:moveTo>
                  <a:pt x="0" y="0"/>
                </a:moveTo>
                <a:lnTo>
                  <a:pt x="3910711" y="0"/>
                </a:lnTo>
                <a:lnTo>
                  <a:pt x="3910711" y="6401435"/>
                </a:lnTo>
                <a:lnTo>
                  <a:pt x="0" y="6401435"/>
                </a:lnTo>
                <a:lnTo>
                  <a:pt x="0" y="0"/>
                </a:lnTo>
                <a:close/>
              </a:path>
            </a:pathLst>
          </a:custGeom>
          <a:blipFill rotWithShape="1">
            <a:blip r:embed="rId10">
              <a:alphaModFix/>
            </a:blip>
            <a:stretch>
              <a:fillRect b="0" l="-129" r="-129" t="0"/>
            </a:stretch>
          </a:blipFill>
          <a:ln>
            <a:noFill/>
          </a:ln>
        </p:spPr>
      </p:sp>
      <p:sp>
        <p:nvSpPr>
          <p:cNvPr id="545" name="Google Shape;545;p28"/>
          <p:cNvSpPr/>
          <p:nvPr/>
        </p:nvSpPr>
        <p:spPr>
          <a:xfrm>
            <a:off x="12308650" y="9169514"/>
            <a:ext cx="3683222" cy="3522536"/>
          </a:xfrm>
          <a:custGeom>
            <a:rect b="b" l="l" r="r" t="t"/>
            <a:pathLst>
              <a:path extrusionOk="0" h="4696714" w="4910963">
                <a:moveTo>
                  <a:pt x="0" y="0"/>
                </a:moveTo>
                <a:lnTo>
                  <a:pt x="4910963" y="0"/>
                </a:lnTo>
                <a:lnTo>
                  <a:pt x="4910963" y="4696714"/>
                </a:lnTo>
                <a:lnTo>
                  <a:pt x="0" y="4696714"/>
                </a:lnTo>
                <a:lnTo>
                  <a:pt x="0" y="0"/>
                </a:lnTo>
                <a:close/>
              </a:path>
            </a:pathLst>
          </a:custGeom>
          <a:blipFill rotWithShape="1">
            <a:blip r:embed="rId11">
              <a:alphaModFix/>
            </a:blip>
            <a:stretch>
              <a:fillRect b="0" l="-39" r="-39" t="0"/>
            </a:stretch>
          </a:blipFill>
          <a:ln>
            <a:noFill/>
          </a:ln>
        </p:spPr>
      </p:sp>
      <p:sp>
        <p:nvSpPr>
          <p:cNvPr id="546" name="Google Shape;546;p28"/>
          <p:cNvSpPr/>
          <p:nvPr/>
        </p:nvSpPr>
        <p:spPr>
          <a:xfrm rot="-7064477">
            <a:off x="8856152" y="-2057456"/>
            <a:ext cx="3197637" cy="3733895"/>
          </a:xfrm>
          <a:custGeom>
            <a:rect b="b" l="l" r="r" t="t"/>
            <a:pathLst>
              <a:path extrusionOk="0" h="4978527" w="4263517">
                <a:moveTo>
                  <a:pt x="0" y="0"/>
                </a:moveTo>
                <a:lnTo>
                  <a:pt x="4263517" y="0"/>
                </a:lnTo>
                <a:lnTo>
                  <a:pt x="4263517" y="4978527"/>
                </a:lnTo>
                <a:lnTo>
                  <a:pt x="0" y="4978527"/>
                </a:lnTo>
                <a:lnTo>
                  <a:pt x="0" y="0"/>
                </a:lnTo>
                <a:close/>
              </a:path>
            </a:pathLst>
          </a:custGeom>
          <a:blipFill rotWithShape="1">
            <a:blip r:embed="rId5">
              <a:alphaModFix/>
            </a:blip>
            <a:stretch>
              <a:fillRect b="0" l="-43" r="-43" t="0"/>
            </a:stretch>
          </a:blipFill>
          <a:ln>
            <a:noFill/>
          </a:ln>
        </p:spPr>
      </p:sp>
      <p:sp>
        <p:nvSpPr>
          <p:cNvPr id="547" name="Google Shape;547;p28"/>
          <p:cNvSpPr/>
          <p:nvPr/>
        </p:nvSpPr>
        <p:spPr>
          <a:xfrm rot="5400000">
            <a:off x="-408159" y="-3205288"/>
            <a:ext cx="4319969" cy="4742497"/>
          </a:xfrm>
          <a:custGeom>
            <a:rect b="b" l="l" r="r" t="t"/>
            <a:pathLst>
              <a:path extrusionOk="0" h="6323330" w="5759958">
                <a:moveTo>
                  <a:pt x="0" y="0"/>
                </a:moveTo>
                <a:lnTo>
                  <a:pt x="5759958" y="0"/>
                </a:lnTo>
                <a:lnTo>
                  <a:pt x="5759958" y="6323330"/>
                </a:lnTo>
                <a:lnTo>
                  <a:pt x="0" y="6323330"/>
                </a:lnTo>
                <a:lnTo>
                  <a:pt x="0" y="0"/>
                </a:lnTo>
                <a:close/>
              </a:path>
            </a:pathLst>
          </a:custGeom>
          <a:blipFill rotWithShape="1">
            <a:blip r:embed="rId6">
              <a:alphaModFix/>
            </a:blip>
            <a:stretch>
              <a:fillRect b="0" l="-61" r="-61" t="0"/>
            </a:stretch>
          </a:blipFill>
          <a:ln>
            <a:noFill/>
          </a:ln>
        </p:spPr>
      </p:sp>
      <p:sp>
        <p:nvSpPr>
          <p:cNvPr id="548" name="Google Shape;548;p28"/>
          <p:cNvSpPr/>
          <p:nvPr/>
        </p:nvSpPr>
        <p:spPr>
          <a:xfrm rot="3887788">
            <a:off x="-2804939" y="803582"/>
            <a:ext cx="3200686" cy="5239131"/>
          </a:xfrm>
          <a:custGeom>
            <a:rect b="b" l="l" r="r" t="t"/>
            <a:pathLst>
              <a:path extrusionOk="0" h="6985508" w="4267581">
                <a:moveTo>
                  <a:pt x="0" y="0"/>
                </a:moveTo>
                <a:lnTo>
                  <a:pt x="4267581" y="0"/>
                </a:lnTo>
                <a:lnTo>
                  <a:pt x="4267581" y="6985508"/>
                </a:lnTo>
                <a:lnTo>
                  <a:pt x="0" y="6985508"/>
                </a:lnTo>
                <a:lnTo>
                  <a:pt x="0" y="0"/>
                </a:lnTo>
                <a:close/>
              </a:path>
            </a:pathLst>
          </a:custGeom>
          <a:blipFill rotWithShape="1">
            <a:blip r:embed="rId10">
              <a:alphaModFix/>
            </a:blip>
            <a:stretch>
              <a:fillRect b="0" l="-128" r="-128" t="0"/>
            </a:stretch>
          </a:blipFill>
          <a:ln>
            <a:noFill/>
          </a:ln>
        </p:spPr>
      </p:sp>
      <p:sp>
        <p:nvSpPr>
          <p:cNvPr id="549" name="Google Shape;549;p28"/>
          <p:cNvSpPr/>
          <p:nvPr/>
        </p:nvSpPr>
        <p:spPr>
          <a:xfrm>
            <a:off x="7135229" y="9264764"/>
            <a:ext cx="5173408" cy="5298662"/>
          </a:xfrm>
          <a:custGeom>
            <a:rect b="b" l="l" r="r" t="t"/>
            <a:pathLst>
              <a:path extrusionOk="0" h="7064883" w="6897878">
                <a:moveTo>
                  <a:pt x="0" y="0"/>
                </a:moveTo>
                <a:lnTo>
                  <a:pt x="6897878" y="0"/>
                </a:lnTo>
                <a:lnTo>
                  <a:pt x="6897878" y="7064883"/>
                </a:lnTo>
                <a:lnTo>
                  <a:pt x="0" y="7064883"/>
                </a:lnTo>
                <a:lnTo>
                  <a:pt x="0" y="0"/>
                </a:lnTo>
                <a:close/>
              </a:path>
            </a:pathLst>
          </a:custGeom>
          <a:blipFill rotWithShape="1">
            <a:blip r:embed="rId12">
              <a:alphaModFix/>
            </a:blip>
            <a:stretch>
              <a:fillRect b="0" l="-21" r="-21" t="0"/>
            </a:stretch>
          </a:blipFill>
          <a:ln>
            <a:noFill/>
          </a:ln>
        </p:spPr>
      </p:sp>
      <p:sp>
        <p:nvSpPr>
          <p:cNvPr id="550" name="Google Shape;550;p28"/>
          <p:cNvSpPr/>
          <p:nvPr/>
        </p:nvSpPr>
        <p:spPr>
          <a:xfrm>
            <a:off x="14386077" y="1572432"/>
            <a:ext cx="2611851" cy="3571113"/>
          </a:xfrm>
          <a:custGeom>
            <a:rect b="b" l="l" r="r" t="t"/>
            <a:pathLst>
              <a:path extrusionOk="0" h="4761484" w="3482467">
                <a:moveTo>
                  <a:pt x="0" y="0"/>
                </a:moveTo>
                <a:lnTo>
                  <a:pt x="3482467" y="0"/>
                </a:lnTo>
                <a:lnTo>
                  <a:pt x="3482467" y="4761484"/>
                </a:lnTo>
                <a:lnTo>
                  <a:pt x="0" y="4761484"/>
                </a:lnTo>
                <a:lnTo>
                  <a:pt x="0" y="0"/>
                </a:lnTo>
                <a:close/>
              </a:path>
            </a:pathLst>
          </a:custGeom>
          <a:blipFill rotWithShape="1">
            <a:blip r:embed="rId13">
              <a:alphaModFix/>
            </a:blip>
            <a:stretch>
              <a:fillRect b="-29" l="0" r="0" t="-29"/>
            </a:stretch>
          </a:blipFill>
          <a:ln>
            <a:noFill/>
          </a:ln>
        </p:spPr>
      </p:sp>
      <p:sp>
        <p:nvSpPr>
          <p:cNvPr id="551" name="Google Shape;551;p28"/>
          <p:cNvSpPr txBox="1"/>
          <p:nvPr/>
        </p:nvSpPr>
        <p:spPr>
          <a:xfrm>
            <a:off x="3711424" y="3614595"/>
            <a:ext cx="10484153" cy="3352042"/>
          </a:xfrm>
          <a:prstGeom prst="rect">
            <a:avLst/>
          </a:prstGeom>
          <a:noFill/>
          <a:ln>
            <a:noFill/>
          </a:ln>
        </p:spPr>
        <p:txBody>
          <a:bodyPr anchorCtr="0" anchor="t" bIns="0" lIns="0" spcFirstLastPara="1" rIns="0" wrap="square" tIns="0">
            <a:spAutoFit/>
          </a:bodyPr>
          <a:lstStyle/>
          <a:p>
            <a:pPr indent="0" lvl="0" marL="0" marR="0" rtl="0" algn="ctr">
              <a:lnSpc>
                <a:spcPct val="119993"/>
              </a:lnSpc>
              <a:spcBef>
                <a:spcPts val="0"/>
              </a:spcBef>
              <a:spcAft>
                <a:spcPts val="0"/>
              </a:spcAft>
              <a:buNone/>
            </a:pPr>
            <a:r>
              <a:rPr b="1" i="0" lang="en-US" sz="12814" u="none" cap="none" strike="noStrike">
                <a:solidFill>
                  <a:srgbClr val="3D3D3D"/>
                </a:solidFill>
                <a:latin typeface="Roboto"/>
                <a:ea typeface="Roboto"/>
                <a:cs typeface="Roboto"/>
                <a:sym typeface="Roboto"/>
              </a:rPr>
              <a:t>¡MUCHAS GRACIAS!</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