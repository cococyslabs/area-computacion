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UqrqUO3MWZWolKxRPhTGma1GG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 title="Page Number Shape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4" name="Google Shape;14;p11" title="Verticle Rule Line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" name="Google Shape;15;p11"/>
          <p:cNvSpPr txBox="1"/>
          <p:nvPr>
            <p:ph type="ctrTitle"/>
          </p:nvPr>
        </p:nvSpPr>
        <p:spPr>
          <a:xfrm>
            <a:off x="1078992" y="1143000"/>
            <a:ext cx="6720840" cy="3730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Arial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" type="subTitle"/>
          </p:nvPr>
        </p:nvSpPr>
        <p:spPr>
          <a:xfrm>
            <a:off x="1078992" y="5010912"/>
            <a:ext cx="6720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sz="2200"/>
            </a:lvl1pPr>
            <a:lvl2pPr lvl="1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8286356" y="6007608"/>
            <a:ext cx="31436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1078991" y="6007608"/>
            <a:ext cx="67208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rgbClr val="2B2B2B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 title="Page Number Shape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6" name="Google Shape;26;p10" title="Verticle Rule Line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" name="Google Shape;27;p10"/>
          <p:cNvSpPr txBox="1"/>
          <p:nvPr>
            <p:ph type="ctrTitle"/>
          </p:nvPr>
        </p:nvSpPr>
        <p:spPr>
          <a:xfrm>
            <a:off x="1078992" y="1143000"/>
            <a:ext cx="6720840" cy="3730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7200"/>
              <a:buFont typeface="Arial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subTitle"/>
          </p:nvPr>
        </p:nvSpPr>
        <p:spPr>
          <a:xfrm>
            <a:off x="1078992" y="5010912"/>
            <a:ext cx="6720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200"/>
              <a:buNone/>
              <a:defRPr sz="2200"/>
            </a:lvl1pPr>
            <a:lvl2pPr lvl="1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8286356" y="6007608"/>
            <a:ext cx="31436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1" type="ftr"/>
          </p:nvPr>
        </p:nvSpPr>
        <p:spPr>
          <a:xfrm>
            <a:off x="1078991" y="6007608"/>
            <a:ext cx="67208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spcBef>
                <a:spcPts val="0"/>
              </a:spcBef>
              <a:buNone/>
              <a:defRPr b="1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763051" y="2414016"/>
            <a:ext cx="10666949" cy="3099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758952" y="1389888"/>
            <a:ext cx="106710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i="1" sz="20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idx="1" type="body"/>
          </p:nvPr>
        </p:nvSpPr>
        <p:spPr>
          <a:xfrm>
            <a:off x="5184648" y="758952"/>
            <a:ext cx="6245352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2" type="body"/>
          </p:nvPr>
        </p:nvSpPr>
        <p:spPr>
          <a:xfrm>
            <a:off x="5184647" y="3273551"/>
            <a:ext cx="6245351" cy="22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50" name="Google Shape;50;p15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idx="1" type="body"/>
          </p:nvPr>
        </p:nvSpPr>
        <p:spPr>
          <a:xfrm>
            <a:off x="5184648" y="758952"/>
            <a:ext cx="6245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i="1" sz="22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6"/>
          <p:cNvSpPr txBox="1"/>
          <p:nvPr>
            <p:ph idx="2" type="body"/>
          </p:nvPr>
        </p:nvSpPr>
        <p:spPr>
          <a:xfrm>
            <a:off x="5190323" y="1377198"/>
            <a:ext cx="62396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3" type="body"/>
          </p:nvPr>
        </p:nvSpPr>
        <p:spPr>
          <a:xfrm>
            <a:off x="5184647" y="3319548"/>
            <a:ext cx="6245351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i="1" sz="22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6"/>
          <p:cNvSpPr txBox="1"/>
          <p:nvPr>
            <p:ph idx="4" type="body"/>
          </p:nvPr>
        </p:nvSpPr>
        <p:spPr>
          <a:xfrm>
            <a:off x="5184646" y="3932372"/>
            <a:ext cx="624535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5183188" y="758951"/>
            <a:ext cx="6245352" cy="4754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•"/>
              <a:defRPr sz="20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18"/>
          <p:cNvSpPr txBox="1"/>
          <p:nvPr>
            <p:ph idx="2" type="body"/>
          </p:nvPr>
        </p:nvSpPr>
        <p:spPr>
          <a:xfrm>
            <a:off x="758953" y="3815080"/>
            <a:ext cx="3831336" cy="1698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8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71" name="Google Shape;71;p18"/>
          <p:cNvSpPr txBox="1"/>
          <p:nvPr>
            <p:ph type="title"/>
          </p:nvPr>
        </p:nvSpPr>
        <p:spPr>
          <a:xfrm>
            <a:off x="758952" y="758952"/>
            <a:ext cx="3831336" cy="293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/>
          <p:nvPr>
            <p:ph idx="2" type="pic"/>
          </p:nvPr>
        </p:nvSpPr>
        <p:spPr>
          <a:xfrm>
            <a:off x="5183188" y="758951"/>
            <a:ext cx="6245352" cy="4754881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758952" y="3794760"/>
            <a:ext cx="3831336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78" name="Google Shape;78;p19"/>
          <p:cNvSpPr txBox="1"/>
          <p:nvPr>
            <p:ph type="title"/>
          </p:nvPr>
        </p:nvSpPr>
        <p:spPr>
          <a:xfrm>
            <a:off x="758952" y="758952"/>
            <a:ext cx="3831336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 rot="5400000">
            <a:off x="5929884" y="13716"/>
            <a:ext cx="4754880" cy="6245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 rot="5400000">
            <a:off x="7459770" y="1774724"/>
            <a:ext cx="4986002" cy="2954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" type="body"/>
          </p:nvPr>
        </p:nvSpPr>
        <p:spPr>
          <a:xfrm rot="5400000">
            <a:off x="1969744" y="-451840"/>
            <a:ext cx="4986002" cy="740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 title="Page Number Shape"/>
          <p:cNvSpPr/>
          <p:nvPr/>
        </p:nvSpPr>
        <p:spPr>
          <a:xfrm>
            <a:off x="11784011" y="5778801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" name="Google Shape;7;p9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b="0" i="1" sz="6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9"/>
          <p:cNvSpPr txBox="1"/>
          <p:nvPr>
            <p:ph idx="1" type="body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b="0" i="1" sz="1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defRPr b="0" i="1" sz="14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spcBef>
                <a:spcPts val="0"/>
              </a:spcBef>
              <a:buNone/>
              <a:defRPr b="1" sz="9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hyperlink" Target="mailto:3663830780101@ingenieria.usac.edu.gt" TargetMode="External"/><Relationship Id="rId6" Type="http://schemas.openxmlformats.org/officeDocument/2006/relationships/image" Target="../media/image14.png"/><Relationship Id="rId7" Type="http://schemas.openxmlformats.org/officeDocument/2006/relationships/hyperlink" Target="mailto:josueguevara792@gmail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0"/>
            <a:ext cx="5215066" cy="6858000"/>
          </a:xfrm>
          <a:custGeom>
            <a:rect b="b" l="l" r="r" t="t"/>
            <a:pathLst>
              <a:path extrusionOk="0" h="6858000" w="5215066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1"/>
          <p:cNvSpPr txBox="1"/>
          <p:nvPr>
            <p:ph type="ctrTitle"/>
          </p:nvPr>
        </p:nvSpPr>
        <p:spPr>
          <a:xfrm>
            <a:off x="758950" y="1128800"/>
            <a:ext cx="4155600" cy="33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s-GT" sz="3800">
                <a:solidFill>
                  <a:schemeClr val="lt1"/>
                </a:solidFill>
              </a:rPr>
              <a:t>Arquitectura de Computadores y Ensambladores 1</a:t>
            </a:r>
            <a:endParaRPr/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758953" y="4660288"/>
            <a:ext cx="3447287" cy="1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b="1" lang="es-GT">
                <a:solidFill>
                  <a:schemeClr val="lt1"/>
                </a:solidFill>
              </a:rPr>
              <a:t>Horario</a:t>
            </a:r>
            <a:r>
              <a:rPr lang="es-GT">
                <a:solidFill>
                  <a:schemeClr val="lt1"/>
                </a:solidFill>
              </a:rPr>
              <a:t>: 13:50 – 15:30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b="1" lang="es-GT">
                <a:solidFill>
                  <a:schemeClr val="lt1"/>
                </a:solidFill>
              </a:rPr>
              <a:t>Salón:</a:t>
            </a:r>
            <a:r>
              <a:rPr lang="es-GT">
                <a:solidFill>
                  <a:schemeClr val="lt1"/>
                </a:solidFill>
              </a:rPr>
              <a:t> Pendiente</a:t>
            </a:r>
            <a:endParaRPr/>
          </a:p>
        </p:txBody>
      </p:sp>
      <p:pic>
        <p:nvPicPr>
          <p:cNvPr descr="Forma&#10;&#10;El contenido generado por IA puede ser incorrecto.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3695" y="1128811"/>
            <a:ext cx="3866009" cy="465784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11784011" y="5788152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11784011" y="5778801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78992" y="1063255"/>
            <a:ext cx="3575304" cy="4807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GT" sz="6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cxnSp>
        <p:nvCxnSpPr>
          <p:cNvPr id="108" name="Google Shape;108;p2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2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5297763" y="974270"/>
            <a:ext cx="6132236" cy="5031708"/>
            <a:chOff x="0" y="1628"/>
            <a:chExt cx="6132236" cy="5031708"/>
          </a:xfrm>
        </p:grpSpPr>
        <p:sp>
          <p:nvSpPr>
            <p:cNvPr id="111" name="Google Shape;111;p2"/>
            <p:cNvSpPr/>
            <p:nvPr/>
          </p:nvSpPr>
          <p:spPr>
            <a:xfrm>
              <a:off x="0" y="1628"/>
              <a:ext cx="6132236" cy="6940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09943" y="157785"/>
              <a:ext cx="381715" cy="38171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801603" y="1628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801603" y="1628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450" lIns="73450" spcFirstLastPara="1" rIns="73450" wrap="square" tIns="73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None/>
              </a:pPr>
              <a:r>
                <a:rPr lang="es-GT" sz="19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Presentación Auxiliar</a:t>
              </a:r>
              <a:endParaRPr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0" y="869164"/>
              <a:ext cx="6132236" cy="6940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09943" y="1025321"/>
              <a:ext cx="381715" cy="38171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801603" y="869164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801603" y="869164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450" lIns="73450" spcFirstLastPara="1" rIns="73450" wrap="square" tIns="73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None/>
              </a:pPr>
              <a:r>
                <a:rPr lang="es-GT" sz="19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Presentación de Estudiantes</a:t>
              </a:r>
              <a:endParaRPr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0" y="1736700"/>
              <a:ext cx="6132236" cy="6940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09943" y="1892857"/>
              <a:ext cx="381715" cy="38171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801603" y="1736700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801603" y="1736700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450" lIns="73450" spcFirstLastPara="1" rIns="73450" wrap="square" tIns="73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None/>
              </a:pPr>
              <a:r>
                <a:rPr lang="es-GT" sz="19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Evaluación Conocimientos Previos</a:t>
              </a:r>
              <a:endParaRPr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0" y="2604236"/>
              <a:ext cx="6132236" cy="6940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09943" y="2760393"/>
              <a:ext cx="381715" cy="38171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801603" y="2604236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801603" y="2604236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450" lIns="73450" spcFirstLastPara="1" rIns="73450" wrap="square" tIns="73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None/>
              </a:pPr>
              <a:r>
                <a:rPr lang="es-GT" sz="19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Lectura Programa del curso</a:t>
              </a:r>
              <a:endParaRPr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0" y="3471772"/>
              <a:ext cx="6132236" cy="6940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209943" y="3627929"/>
              <a:ext cx="381715" cy="38171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801603" y="3471772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801603" y="3471772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450" lIns="73450" spcFirstLastPara="1" rIns="73450" wrap="square" tIns="73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None/>
              </a:pPr>
              <a:r>
                <a:rPr lang="es-GT" sz="19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Evaluación Conocimientos Actuales</a:t>
              </a:r>
              <a:endParaRPr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0" y="4339308"/>
              <a:ext cx="6132236" cy="6940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209943" y="4495464"/>
              <a:ext cx="381715" cy="38171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801603" y="4339308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801603" y="4339308"/>
              <a:ext cx="5330633" cy="694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450" lIns="73450" spcFirstLastPara="1" rIns="73450" wrap="square" tIns="73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None/>
              </a:pPr>
              <a:r>
                <a:rPr lang="es-GT" sz="19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Preguntas o Dudas del Curso</a:t>
              </a:r>
              <a:endParaRPr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11784011" y="5778801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1078992" y="1063255"/>
            <a:ext cx="3575304" cy="4807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GT" sz="6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¿Quién Soy?</a:t>
            </a:r>
            <a:endParaRPr/>
          </a:p>
        </p:txBody>
      </p:sp>
      <p:cxnSp>
        <p:nvCxnSpPr>
          <p:cNvPr id="142" name="Google Shape;142;p3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3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44" name="Google Shape;144;p3"/>
          <p:cNvGrpSpPr/>
          <p:nvPr/>
        </p:nvGrpSpPr>
        <p:grpSpPr>
          <a:xfrm>
            <a:off x="5297763" y="973256"/>
            <a:ext cx="6132236" cy="5033736"/>
            <a:chOff x="0" y="614"/>
            <a:chExt cx="6132236" cy="5033736"/>
          </a:xfrm>
        </p:grpSpPr>
        <p:sp>
          <p:nvSpPr>
            <p:cNvPr id="145" name="Google Shape;145;p3"/>
            <p:cNvSpPr/>
            <p:nvPr/>
          </p:nvSpPr>
          <p:spPr>
            <a:xfrm>
              <a:off x="0" y="614"/>
              <a:ext cx="6132236" cy="143821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435058" y="324211"/>
              <a:ext cx="791015" cy="79101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661133" y="614"/>
              <a:ext cx="4471103" cy="1438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 txBox="1"/>
            <p:nvPr/>
          </p:nvSpPr>
          <p:spPr>
            <a:xfrm>
              <a:off x="1661133" y="614"/>
              <a:ext cx="4471103" cy="1438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00" lIns="152200" spcFirstLastPara="1" rIns="152200" wrap="square" tIns="152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lang="es-GT" sz="17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Diego Josue Guevara Abaj</a:t>
              </a:r>
              <a:endParaRPr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0" y="1798377"/>
              <a:ext cx="6132236" cy="143821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435058" y="2121975"/>
              <a:ext cx="791015" cy="79101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1661133" y="1798377"/>
              <a:ext cx="4471103" cy="1438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 txBox="1"/>
            <p:nvPr/>
          </p:nvSpPr>
          <p:spPr>
            <a:xfrm>
              <a:off x="1661133" y="1798377"/>
              <a:ext cx="4471103" cy="1438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00" lIns="152200" spcFirstLastPara="1" rIns="152200" wrap="square" tIns="152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lang="es-GT" sz="17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Correo Institucional: </a:t>
              </a:r>
              <a:r>
                <a:rPr lang="es-GT" sz="1700" u="sng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3663830780101@ingenieria.usac.edu.gt</a:t>
              </a:r>
              <a:br>
                <a:rPr lang="es-GT" sz="17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</a:br>
              <a:endParaRPr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0" y="3596140"/>
              <a:ext cx="6132236" cy="143821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35058" y="3919738"/>
              <a:ext cx="791015" cy="79101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661133" y="3596140"/>
              <a:ext cx="4471103" cy="1438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 txBox="1"/>
            <p:nvPr/>
          </p:nvSpPr>
          <p:spPr>
            <a:xfrm>
              <a:off x="1661133" y="3596140"/>
              <a:ext cx="4471103" cy="1438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00" lIns="152200" spcFirstLastPara="1" rIns="152200" wrap="square" tIns="152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lang="es-GT" sz="17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Correo Personal: </a:t>
              </a:r>
              <a:r>
                <a:rPr lang="es-GT" sz="1700" u="sng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josueguevara792@gmail.com</a:t>
              </a:r>
              <a:r>
                <a:rPr lang="es-GT" sz="17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11784011" y="5778801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758952" y="420625"/>
            <a:ext cx="10667998" cy="137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GT" sz="6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65" name="Google Shape;165;p4"/>
          <p:cNvGrpSpPr/>
          <p:nvPr/>
        </p:nvGrpSpPr>
        <p:grpSpPr>
          <a:xfrm>
            <a:off x="763645" y="2767082"/>
            <a:ext cx="10655567" cy="2603858"/>
            <a:chOff x="10788" y="330954"/>
            <a:chExt cx="10655567" cy="2603858"/>
          </a:xfrm>
        </p:grpSpPr>
        <p:sp>
          <p:nvSpPr>
            <p:cNvPr id="166" name="Google Shape;166;p4"/>
            <p:cNvSpPr/>
            <p:nvPr/>
          </p:nvSpPr>
          <p:spPr>
            <a:xfrm>
              <a:off x="469978" y="330954"/>
              <a:ext cx="1436441" cy="1436441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776105" y="637081"/>
              <a:ext cx="824187" cy="824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10788" y="2214812"/>
              <a:ext cx="2354821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10788" y="2214812"/>
              <a:ext cx="2354821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venir"/>
                <a:buNone/>
              </a:pPr>
              <a:r>
                <a:rPr lang="es-GT" sz="1500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¿CUÁL HA SIDO EL CURSO QUE TE HA PARECIDO MÁS DIFÍCIL?</a:t>
              </a:r>
              <a:endParaRPr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3236893" y="330954"/>
              <a:ext cx="1436441" cy="1436441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3543020" y="637081"/>
              <a:ext cx="824187" cy="824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2777703" y="2214812"/>
              <a:ext cx="2354821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2777703" y="2214812"/>
              <a:ext cx="2354821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venir"/>
                <a:buNone/>
              </a:pPr>
              <a:r>
                <a:rPr lang="es-GT" sz="1500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¿CUÁL HA SIDO EL CURSO QUE TE HA PARECIDO MÁS FÁCIL?</a:t>
              </a:r>
              <a:endParaRPr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6003809" y="330954"/>
              <a:ext cx="1436441" cy="1436441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6309935" y="637081"/>
              <a:ext cx="824187" cy="8241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5544618" y="2214812"/>
              <a:ext cx="2354821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5544618" y="2214812"/>
              <a:ext cx="2354821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venir"/>
                <a:buNone/>
              </a:pPr>
              <a:r>
                <a:rPr lang="es-GT" sz="1500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¿QUÉ HAS ESCUCHADO SOBRE ACYR1(ARQUI1)?</a:t>
              </a:r>
              <a:endParaRPr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8770724" y="330954"/>
              <a:ext cx="1436441" cy="1436441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9076851" y="637081"/>
              <a:ext cx="824187" cy="82418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8311534" y="2214812"/>
              <a:ext cx="2354821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8311534" y="2214812"/>
              <a:ext cx="2354821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venir"/>
                <a:buNone/>
              </a:pPr>
              <a:r>
                <a:rPr lang="es-GT" sz="1500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¿UN DATO RANDOM QUE QUIERAS COMPARTIR?</a:t>
              </a:r>
              <a:endParaRPr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82" name="Google Shape;182;p4"/>
          <p:cNvSpPr txBox="1"/>
          <p:nvPr/>
        </p:nvSpPr>
        <p:spPr>
          <a:xfrm>
            <a:off x="3998139" y="5910615"/>
            <a:ext cx="60943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https://es.piliapp.com/random/wheel/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88" name="Google Shape;188;p5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1078991" y="893935"/>
            <a:ext cx="5364937" cy="3339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GT" sz="6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</p:txBody>
      </p:sp>
      <p:cxnSp>
        <p:nvCxnSpPr>
          <p:cNvPr id="191" name="Google Shape;191;p5"/>
          <p:cNvCxnSpPr/>
          <p:nvPr/>
        </p:nvCxnSpPr>
        <p:spPr>
          <a:xfrm rot="10800000">
            <a:off x="1140408" y="4555071"/>
            <a:ext cx="530352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 flipH="1">
            <a:off x="6976934" y="0"/>
            <a:ext cx="5215066" cy="6858000"/>
          </a:xfrm>
          <a:custGeom>
            <a:rect b="b" l="l" r="r" t="t"/>
            <a:pathLst>
              <a:path extrusionOk="0" h="6858000" w="5215066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1">
              <a:alpha val="1176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3" name="Google Shape;1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3571" y="1683094"/>
            <a:ext cx="3491812" cy="349181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/>
          <p:nvPr/>
        </p:nvSpPr>
        <p:spPr>
          <a:xfrm>
            <a:off x="11784011" y="5788152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00" name="Google Shape;200;p6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1078992" y="2840853"/>
            <a:ext cx="9390888" cy="2640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GT" sz="7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Lectura del Programa del Curso</a:t>
            </a:r>
            <a:endParaRPr/>
          </a:p>
        </p:txBody>
      </p:sp>
      <p:cxnSp>
        <p:nvCxnSpPr>
          <p:cNvPr id="203" name="Google Shape;203;p6"/>
          <p:cNvCxnSpPr/>
          <p:nvPr/>
        </p:nvCxnSpPr>
        <p:spPr>
          <a:xfrm>
            <a:off x="1178560" y="2519118"/>
            <a:ext cx="110134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6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10" name="Google Shape;210;p7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0" y="0"/>
            <a:ext cx="5215066" cy="6858000"/>
          </a:xfrm>
          <a:custGeom>
            <a:rect b="b" l="l" r="r" t="t"/>
            <a:pathLst>
              <a:path extrusionOk="0" h="6858000" w="5215066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92238" y="1486250"/>
            <a:ext cx="4830600" cy="33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GT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Evaluación de Conocimientos Actuales</a:t>
            </a:r>
            <a:endParaRPr/>
          </a:p>
        </p:txBody>
      </p:sp>
      <p:pic>
        <p:nvPicPr>
          <p:cNvPr id="214" name="Google Shape;2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7779" y="1128811"/>
            <a:ext cx="4657841" cy="465784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11784011" y="5788152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21" name="Google Shape;221;p8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2" name="Google Shape;222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5978914" y="893935"/>
            <a:ext cx="5364937" cy="3339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GT" sz="6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Preguntas o Dudas</a:t>
            </a:r>
            <a:endParaRPr/>
          </a:p>
        </p:txBody>
      </p:sp>
      <p:pic>
        <p:nvPicPr>
          <p:cNvPr descr="Figura humana de madera" id="224" name="Google Shape;224;p8"/>
          <p:cNvPicPr preferRelativeResize="0"/>
          <p:nvPr/>
        </p:nvPicPr>
        <p:blipFill rotWithShape="1">
          <a:blip r:embed="rId3">
            <a:alphaModFix/>
          </a:blip>
          <a:srcRect b="-1" l="0" r="49240" t="0"/>
          <a:stretch/>
        </p:blipFill>
        <p:spPr>
          <a:xfrm>
            <a:off x="1" y="10"/>
            <a:ext cx="5215066" cy="6857990"/>
          </a:xfrm>
          <a:custGeom>
            <a:rect b="b" l="l" r="r" t="t"/>
            <a:pathLst>
              <a:path extrusionOk="0" h="6845983" w="5215066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  <a:noFill/>
          <a:ln>
            <a:noFill/>
          </a:ln>
        </p:spPr>
      </p:pic>
      <p:cxnSp>
        <p:nvCxnSpPr>
          <p:cNvPr id="225" name="Google Shape;225;p8"/>
          <p:cNvCxnSpPr/>
          <p:nvPr/>
        </p:nvCxnSpPr>
        <p:spPr>
          <a:xfrm rot="10800000">
            <a:off x="6040331" y="4555071"/>
            <a:ext cx="530352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p8"/>
          <p:cNvSpPr/>
          <p:nvPr/>
        </p:nvSpPr>
        <p:spPr>
          <a:xfrm>
            <a:off x="11784011" y="5788152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eadlinesVTI">
  <a:themeElements>
    <a:clrScheme name="Headlines">
      <a:dk1>
        <a:srgbClr val="000000"/>
      </a:dk1>
      <a:lt1>
        <a:srgbClr val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2025-12-05T22:17:26Z</dcterms:created>
  <dc:creator>Josue Guevara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0x0101002BC0E4ACCEAD0C46AF29F1B4CCCA3953</vt:lpwstr>
  </property>
</Properties>
</file>